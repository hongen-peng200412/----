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C_EEF46DBF.xml" ContentType="application/vnd.ms-powerpoint.comments+xml"/>
  <Override PartName="/ppt/notesSlides/notesSlide2.xml" ContentType="application/vnd.openxmlformats-officedocument.presentationml.notesSlide+xml"/>
  <Override PartName="/ppt/comments/modernComment_10F_80693948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68" r:id="rId2"/>
    <p:sldId id="271" r:id="rId3"/>
    <p:sldId id="270" r:id="rId4"/>
    <p:sldId id="269" r:id="rId5"/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5930" autoAdjust="0"/>
  </p:normalViewPr>
  <p:slideViewPr>
    <p:cSldViewPr snapToGrid="0">
      <p:cViewPr varScale="1">
        <p:scale>
          <a:sx n="57" d="100"/>
          <a:sy n="57" d="100"/>
        </p:scale>
        <p:origin x="1552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comments/modernComment_10C_EEF46DB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70A18BD-66F0-4D24-AA0E-229D58B496A1}" authorId="{D3F71A66-0C34-DF1A-5236-FECDBC820DCB}" created="2026-09-29T02:10:04.753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57FB7580-5DB0-462A-B68A-F02E91D70FEA}" authorId="{D3F71A66-0C34-DF1A-5236-FECDBC820DCB}" created="2026-09-29T02:24:35.379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@@fig-overview</a:t>
        </a:r>
      </a:p>
    </p188:txBody>
  </p188:cm>
</p188:cmLst>
</file>

<file path=ppt/comments/modernComment_10F_806939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51F7E94-1B42-487B-B627-C34180C312F8}" authorId="{D3F71A66-0C34-DF1A-5236-FECDBC820DCB}" created="2026-09-29T02:10:04.753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43AFEA80-88CB-4AB4-A679-99B94909931D}" authorId="{D3F71A66-0C34-DF1A-5236-FECDBC820DCB}" created="2026-09-29T02:24:35.379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@@fig-overview_v2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5097-9FF1-2A53-025B-7B2E9DBCF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FF6D50-F30A-F579-D177-ECF4700A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B0584B-0159-757C-C115-2561102600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ABF85-8A2D-128B-B7D9-A9EF48298CC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42608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9DAF8-EBB6-AC04-D679-674FBBA35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0852C-99B9-4795-7DDA-F06867E08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A7195-739A-EF49-E3F2-75CE32C51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 xmlns:a="http://schemas.openxmlformats.org/drawingml/2006/main">
            <a:r>
              <a:t>基于冷冻电镜数据重建配体构象的 Find–Match–Build 端到端自动化工作流程。输入包括实验冷冻电镜密度图和受体结构，后者可以是 PDB 沉积受体结构，也可以是由 CryoAtom2 自动建模的受体结构。Find 在整张密度图中定位候选配体区域（blobs B1–B5）。Match 过滤假阳性预测，并将有效候选区域指派给同一 PDB 条目中的配体身份（用 SMILES 表示）；B1 和 B2 示意两个不同位点被指派相同的配体身份，B5 示意被剔除的候选区域。Build 结合 Find 预测的区域和 Match 匹配的身份，使用选定的分子对接工具生成三维配体构象。</a:t>
            </a:r>
          </a:p>
          <a:p>
            <a:r>
              <a:rPr dirty="0"/>
              <a:t>ENGLISH：</a:t>
            </a:r>
          </a:p>
          <a:p>
            <a:r>
              <a:rPr lang="zh-CN" altLang="zh-CN" sz="1200" b="0" i="0" kern="1200" dirty="0">
                <a:effectLst/>
              </a:rPr>
              <a:t>Automated end-to-end Find–Match–Build workflow for reconstructing ligand poses from cryo-EM data. The inputs are an experimental cryo-EM density map and either a deposited receptor structure or a receptor structure automatically modelled by CryoAtom2. Find locates candidate ligand regions (blobs B1–B5) across the density map. Match filters false-positive predictions and assigns valid candidate regions to ligand identities (represented by SMILES) within the same PDB entry; B1 and B2 illustrate two distinct sites assigned the same identity, whereas B5 represents a rejected candidate region. </a:t>
            </a:r>
            <a:r>
              <a:rPr lang="zh-CN" altLang="zh-CN" sz="1200" b="0" i="0" kern="1200">
                <a:effectLst/>
              </a:rPr>
              <a:t>Build combines the predicted regions from Find with the matched identities from Match to generate three-dimensional ligand poses using the selected molecular docking tool.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76DEC-86FB-AA54-2AA9-BA294229871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3651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1822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panels show all requested semantic, coverage and one-to-one Precision/Recall metrics. White centres indicate medians and thick lines indicate interquartile ranges. All 179 PDBs, including scores 0 and 1, remain visible. Violin contours use reflected Gaussian kernel density estimates clipped to [0,1].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point is one matched PDB. No point jitter or filtering. x = official Emap2lig, y = Find_1 F2–F1–Gaussian with CryoAtom2 receptor. Colour is experimental map resolution in Å, not receptor model accuracy. Higher/equal/lower counts = 160/7/12.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point is one matched PDB. No point jitter or filtering. x = official Emap2lig, y = Find_1 F2–F1–Gaussian with CryoAtom2 receptor. Colour is experimental map resolution in Å, not receptor model accuracy. Higher/equal/lower counts = 112/40/27.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EEF46DBF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8069394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75F9B-6388-12E5-303C-83D739A39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10" name="label">
            <a:extLst>
              <a:ext uri="{FF2B5EF4-FFF2-40B4-BE49-F238E27FC236}">
                <a16:creationId xmlns:a16="http://schemas.microsoft.com/office/drawing/2014/main" id="{C4AF9F40-84C4-5331-AF96-B0EC95E70174}"/>
              </a:ext>
            </a:extLst>
          </p:cNvPr>
          <p:cNvGrpSpPr/>
          <p:nvPr/>
        </p:nvGrpSpPr>
        <p:grpSpPr>
          <a:xfrm>
            <a:off x="127000" y="2696633"/>
            <a:ext cx="8962571" cy="608542"/>
            <a:chOff x="228600" y="171450"/>
            <a:chExt cx="16132627" cy="1095375"/>
          </a:xfrm>
        </p:grpSpPr>
        <p:sp>
          <p:nvSpPr>
            <p:cNvPr id="6209" name="label__0">
              <a:extLst>
                <a:ext uri="{FF2B5EF4-FFF2-40B4-BE49-F238E27FC236}">
                  <a16:creationId xmlns:a16="http://schemas.microsoft.com/office/drawing/2014/main" id="{96743C49-80A5-FEA0-67DD-3D55C898CA8C}"/>
                </a:ext>
              </a:extLst>
            </p:cNvPr>
            <p:cNvSpPr>
              <a:spLocks noGrp="1"/>
            </p:cNvSpPr>
            <p:nvPr/>
          </p:nvSpPr>
          <p:spPr>
            <a:xfrm>
              <a:off x="266700" y="171450"/>
              <a:ext cx="381000" cy="4191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28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8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</a:t>
              </a:r>
            </a:p>
          </p:txBody>
        </p:sp>
        <p:sp>
          <p:nvSpPr>
            <p:cNvPr id="2" name="label__1">
              <a:extLst>
                <a:ext uri="{FF2B5EF4-FFF2-40B4-BE49-F238E27FC236}">
                  <a16:creationId xmlns:a16="http://schemas.microsoft.com/office/drawing/2014/main" id="{7C67C48F-CBA3-2A2B-057C-57E3E95E3631}"/>
                </a:ext>
              </a:extLst>
            </p:cNvPr>
            <p:cNvSpPr>
              <a:spLocks noGrp="1"/>
            </p:cNvSpPr>
            <p:nvPr/>
          </p:nvSpPr>
          <p:spPr>
            <a:xfrm>
              <a:off x="762000" y="200025"/>
              <a:ext cx="9810750" cy="3810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21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20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Overall workflow</a:t>
              </a:r>
              <a:endParaRPr sz="1208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D052B1E7-3A97-3CD0-4780-A939A8453F49}"/>
                </a:ext>
              </a:extLst>
            </p:cNvPr>
            <p:cNvSpPr>
              <a:spLocks noGrp="1"/>
            </p:cNvSpPr>
            <p:nvPr/>
          </p:nvSpPr>
          <p:spPr>
            <a:xfrm>
              <a:off x="228600" y="923925"/>
              <a:ext cx="20478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Whole-map inputs</a:t>
              </a:r>
            </a:p>
          </p:txBody>
        </p:sp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E008AD86-30E3-C1C4-0C20-9D379977D137}"/>
                </a:ext>
              </a:extLst>
            </p:cNvPr>
            <p:cNvSpPr>
              <a:spLocks noGrp="1"/>
            </p:cNvSpPr>
            <p:nvPr/>
          </p:nvSpPr>
          <p:spPr>
            <a:xfrm>
              <a:off x="2979970" y="923925"/>
              <a:ext cx="3905250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ligand regions</a:t>
              </a:r>
            </a:p>
          </p:txBody>
        </p:sp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E703BAE7-E3E5-B879-2DDB-135CD5E956C0}"/>
                </a:ext>
              </a:extLst>
            </p:cNvPr>
            <p:cNvSpPr>
              <a:spLocks noGrp="1"/>
            </p:cNvSpPr>
            <p:nvPr/>
          </p:nvSpPr>
          <p:spPr>
            <a:xfrm>
              <a:off x="8142516" y="923925"/>
              <a:ext cx="33813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F6713C6B-870B-81CE-5945-0FAF4952FA7E}"/>
                </a:ext>
              </a:extLst>
            </p:cNvPr>
            <p:cNvSpPr>
              <a:spLocks noGrp="1"/>
            </p:cNvSpPr>
            <p:nvPr/>
          </p:nvSpPr>
          <p:spPr>
            <a:xfrm>
              <a:off x="14170477" y="923925"/>
              <a:ext cx="2190750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92CBD1FF-7136-A887-930A-589D5165C0D4}"/>
              </a:ext>
            </a:extLst>
          </p:cNvPr>
          <p:cNvGrpSpPr/>
          <p:nvPr/>
        </p:nvGrpSpPr>
        <p:grpSpPr>
          <a:xfrm>
            <a:off x="275821" y="3426883"/>
            <a:ext cx="845359" cy="1005417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8BE4786C-A64C-5888-33A5-6664303C3246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176F8B4B-7704-2490-4475-2D7A8BE75C45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5B95D534-FB4E-C581-2618-B4E49B8454F6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82215D2-A329-9CB2-31E5-3294145243FD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ECEF38AB-2107-6444-5EC5-E98C31448598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46ED629A-34DC-01CD-2651-B6523D4B3A3F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2E2480A3-0988-AE96-207B-0E5CA15EFB78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CFEEA56A-650A-6E2C-244A-70BB8497F65D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EA0621D6-8AE8-A61B-2E57-98E1E93B2FA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99C72E53-F332-DBC6-F04F-4B7705F5A54D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28E3B017-32BA-E817-BD41-E776AA3811AD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4E8CDFD4-56D3-B421-0850-B4780B26C2ED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8EFA9F9D-4C54-32EF-1A30-B928E1FE2DC4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D1770F3A-22B4-2196-2E6B-0C469ECECE19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837DA93E-56A2-B148-D609-EC33610E36C2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B8D3570D-CC10-CA69-0E00-1653C857A9F1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D9F6B20B-3BA4-3023-3F6E-EE38C837401E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AC6239B8-BC80-4EEA-7375-007E631844F6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F3E778D9-CB28-3355-B6B6-A7DBD4DDB353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6A97A82F-C0E2-4056-992E-62A8EFF69A46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393C386A-76B9-1823-8B4C-63784DB3B7DF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96ED27C-F478-06B6-282E-C8F2D3DEDF53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F9444392-1572-B236-BDA3-30757F576B4D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B4994BB8-70A9-005D-3B1C-5B0B3F830943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8C4EFB81-97BE-9135-8C0C-EBB72EB60C6B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8A91FBF8-C3E4-EABB-9FA1-A64DD6723A2E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72E33140-CA18-AD33-4C00-8801E085195C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0773E1DE-32EC-83E6-8760-0D172F70017F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B679FAE0-0607-9D77-4EDA-AFA7D685C6AF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062B4253-9A42-B5CA-EAD1-F464ED92C55C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4A1543D3-65E3-A5D8-0FE6-E753C49249A8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E1B95C10-626A-C717-40CF-F2DACAAD3C4B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411A906C-E0AF-6C85-8689-B2FBD4C176F2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19B61507-1ED5-AFAE-4A3E-0D1849968E89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97BB250B-DDAD-C930-0FF4-07C0A7D5A137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E79A3505-2C08-B204-BAE4-27DEFA322D1B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72423346-FEF8-F719-F9A5-4FA2074876C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E8D2D629-C08D-01E9-3305-3E317B7F28F7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44BE2336-1422-E18A-AB4A-C7D222D65FB3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7AA03164-B0A9-378C-C6A7-1BC6D4580F4D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4FB12413-0642-E1A5-B063-D3F228A6C91E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2498BBC5-6936-3E82-54E8-12EE67957F8C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AE8ED35A-E4C8-2B2D-E2B3-0FE3D8323175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90EAC55B-6F37-6692-0BFD-8C12D089F47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0DFC22B3-D6A0-5708-4435-4558134D9E10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D2C9502E-7907-B508-D351-E00F715A6C12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BCC698F-CA6A-5E99-7730-0779142B3B4A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C03D74EF-2B90-6ACE-E345-E992F9AF5EAF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6BBF0EE1-3C33-9FEF-F135-BA11825D1F50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171623D6-4A0C-4E27-EA12-51FBC597125C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F3159CCA-D395-B8A0-5077-4938D566BA0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C120C505-70E8-223C-6529-B3A9B6A2D49E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D6158D80-2C84-067B-F1E3-DB28DCD0A84C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A8A28A5D-DFC7-DBE8-0BD7-3B9F80DE24B4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F4596E34-96E4-5431-E30A-930F555724D9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00A8C6A6-8A5F-CC75-84E5-05FDFBE48636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F84CF7E2-95E4-F678-619E-66D2B39BFC48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27D75EE8-E0A3-B844-A774-9292FD281862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FB2A6AC8-72CC-4187-6BAA-DEB2A42065D9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C46359D9-E400-40CB-DF16-3FB02D254A60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1210E9D8-BC58-39F2-9D74-B51B6A9E1F89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66F05795-F7C5-742D-7E2E-034C17019F1C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6C5FBC58-5DA4-483F-DAA9-E2565AABECF7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72EBF915-1066-C2EA-AB59-52BF2152C620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10FF0D6F-7E26-56C3-A291-0ED16D85BA6D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B11D5E4D-1EF2-2473-FB47-02C8EF8A81AC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B1A6FD6-861E-2E39-0EAC-3DC93B4ACA8F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721E5D6C-5B89-81AA-C5DA-263DE728284D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3C212745-5957-FBA1-2418-89C3483E68C7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52F2298F-9D04-A26F-6D71-E5D7DC27DD67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9FD77637-57C4-9A2B-7BDF-644ECE68D43A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8BB8FC4F-AFED-E0F5-81C5-9AB891C3272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099A36C6-F851-F42C-6DDD-B588AA4DF445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D332D371-F91C-A95C-C555-2819C2EA3D7A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B20DE08B-70F9-2F05-E58B-16539412DC03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F979771B-F1B8-75CF-3618-C57E017E76DC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5596E70A-0ED0-0F1C-9C31-D64544FA5628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AED6F1FE-2D1B-437C-270C-B67F3CF8292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9D9B0BA-B0B8-B3E1-FD28-61D00388F9F6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50F067F8-C88E-849E-E39E-F5583E1C7736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2C4B4C90-7EE4-FFFB-FBBF-732CC36C7DE5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F6E22ECC-3913-0572-B767-39AA7BEF39E1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9742D9AC-421D-E900-A050-5CD87E31CADE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0F0A981B-2ECE-1EC4-19DF-B47B0EB1C68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A35CB763-8913-3E0D-F3C1-1D52D19EB9C6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9BFCF174-299B-769C-7277-0C2B5BB30B58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61948197-A931-AF17-9BFE-4DDAF18C2041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1A10724A-7044-74E6-5EBC-A16340DAFA4A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DEE35A3C-E83C-B0E9-0EFD-2CA42781C54C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A7B99E0F-8790-86FE-E480-B72F608BF9B5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3C5C04A3-6960-2EBB-B546-2D6E9C523B87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D45C680F-F4E4-5176-9F39-FC0CBAE33D78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540B0034-5F13-E5EF-39EE-B8BCB4CA9BA7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DD1925F6-254D-FE02-1960-F4F514330FE5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D4B7920D-37BD-7349-548A-9E28D565A1C4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1A16740A-7CD5-A20C-7AA1-CAB1B3396BBB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5B8DC633-55DA-B09D-9590-DBC7879F21D7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8EB65953-C39E-C6F9-AA92-C81F597B6F0E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2C5AAF39-72E9-00F9-21E9-690ADFAAB6E6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F22F9B9F-496E-42A1-9FCE-EA1F47DDDCDD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EC3D6426-4811-C071-20D2-6EE5E5F5D5A6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2D717504-508E-15CD-408F-E98BFDFEDCA5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3F413E99-9B38-877F-6F60-32F8AB6533EA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A3769B28-8F33-F53E-A940-895C32B074AD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B893750F-BEE6-031B-3AE7-46B1B4A22CBB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12D8D3F8-044D-0ACE-B2DD-42A0818966FD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DD5B13CC-0348-A8F7-4B6D-21467B5025BF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71BA3323-ABD3-BBD9-D5FF-C9429D9350B2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04AE7E0E-79CD-56C9-9DF0-636D8A519750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36800295-A5F6-B449-15AA-499C77D3AAF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51A2344-74C3-031C-F2B1-865C2189B0E9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20DB1566-CA16-9593-A8E9-DAAD69A6D129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42127A7E-6D6D-0895-CD54-652376D5A8D8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B44D0064-CB29-C642-22AB-0B9889EAD4CD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68EAE5D6-A751-5A45-05C3-F23B76565A22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CB92ABE5-C363-20A7-31DF-28CB8541099B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D1934549-0C1D-C675-2BC2-1B2962B1F18B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0EA414B9-EBEF-181B-D870-8FE1663B23A7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CA146CD4-BCE2-2D38-3D52-187A4D373AE5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E7055D9E-C512-47E8-2AB5-8541D677E9D7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449600D5-B6A5-D1E3-11F2-61613E70D6C6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63C6AE41-3CC9-0EEA-B4EA-A4846B91B48B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7F0943AC-3A43-B58B-B631-A367BCAA4529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A0A51661-B5FF-94E6-68AF-5B2D9669146B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9A0CC3E7-0011-053D-E388-F387B4B8ABBB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6F4912CF-06EE-180E-34D6-F12F188676C4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BBB1D64B-4B36-857A-82EF-F25FF5C0569A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A30615AF-2028-4E7E-91FA-CD2C2AF3FC57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97E6B6C3-A5B2-BE7F-9E61-17A67E7EE4FC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BAF31D86-EDDD-1C19-2E9C-F22D7E63D189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EE556B10-35F4-09BD-6AFA-6F8AAFAB391D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6B38166F-1A44-F20C-BD9F-15141445FB7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CFB4E4DA-64E9-2491-6D30-ACCC630107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DFE91FEE-9DC2-3C6D-A6CC-4D133D9F0777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FDA410FE-1321-57BF-E526-5E730C7E4E70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9C2A1CAA-8BD5-5338-0BBF-129A0154E28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E8A73514-8CFD-D596-59C0-C0C218512ADD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6006CBB-56D6-5335-C66C-C2AB6A56E10C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B94F7833-9143-A749-D947-5EF1A45CF20D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0F0E88F-FBFE-7979-229D-63FB22E49A0F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23ECD63B-7668-C7B5-B570-DDBD9F5BB90B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9AF094EA-B27A-5A82-9461-EBCE48501E7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6F81130F-EFCB-9258-9F77-C0C92CB7C48A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A55BA6A2-DF53-7DD5-A214-F27836310EDF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FD9896D3-22A7-DE17-A440-A8D9970A044C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434621C9-A1E0-C5F1-4704-2C6897C02248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94124775-EA19-7260-4ADF-AEA32B3EBD2D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2E96E7C3-716E-ACF1-05CD-D8653B3122A3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40B3A667-7BDD-491E-2268-7A45E9EC364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A947103-8873-94F8-3765-C3DB6F9A0B4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2CF710FE-94B5-81AD-DACB-EB1AE7EE9445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EAE9439B-9BFA-320B-1386-88D9C8894D9B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8E7439AD-D584-6604-A963-50A80E8017FD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D50CFB10-CB0C-B8CE-D37E-86425D732FE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47B8A066-1873-2895-DB5B-6CD124F6BD52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1CAE494D-3946-B743-2E0F-148B8924802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D4CD7812-28E8-3F04-0193-734B3820C47B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5E5DAC24-FEB2-7A46-D04F-6DD4BF2F3273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2F9F28E3-74EC-5A5E-C633-3D4D0ADE1295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520A25FC-6368-DFBB-EA11-EE9278D59A00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ADDAAF5B-4416-F17F-1D4E-33B207F0661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667BFA94-A5E7-EF05-4C38-F00FD4B1D9D2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2BD3CA4F-586D-BB1A-1EA8-B8B74A429974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318C958D-CB81-7360-5699-590CFE654933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D7026D49-304F-0F9F-3A60-BE53F8F47FE8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40FC92CD-0D33-16D6-6E04-F833BC140C3D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CFBDB569-23CB-5670-7E3C-1747D5A2D804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229D4F9-F6CA-5EC1-3017-81484CACCD72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3FBCF-70A3-33D2-701F-F7E56B7FBED9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04A33763-0808-C457-EC8C-8BC6833C6954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C5ECA045-387A-E69E-A4BC-D7FBE7BA02BD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36332763-34ED-3062-091A-376369A88D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221140D8-88A8-5580-0555-6A7085D760E9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F3DA21DD-17A5-7FF0-6004-587605E81E36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6204DC92-597F-E5C3-7AF0-DE15FFDD09F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861D45FA-D535-0896-DB43-448A3D07F5C4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4F735B5C-7BFE-4F41-D89F-681C186730FC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8CE76631-A346-7D87-0561-D606617C80E3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A7CD59EA-20BD-0058-815A-7F4DAFE435CF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7031D2A-5E54-FCDB-3B56-7CED30650F04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4C1C67CC-14BE-635E-8EDA-56389EB82E0A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7FEAF955-3D23-FC1D-636D-04BA04991173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6D4CC2F4-81B0-05D9-1690-4C2A936B9E6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AD76F9E0-E0C9-9D10-0F44-61FE63DCC1E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B008A33A-5F4D-2B1E-08D9-3300C8E47570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9F96FE2F-D3D1-0ED5-8C6C-C7BD0EE77399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DD4DABD8-41F3-5FDC-D460-69092BFF16DD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35B22F3-910C-574F-C448-2011B8246AD5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D96C1AA6-EB26-1580-C745-BE50FACA8AAD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33804EF-9AF2-CEC4-2E0E-8F6B24A79960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17A0068-9303-F871-53EF-FE831AF77807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0657509-39F5-F41B-FF75-1D0913465ED1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0479120B-A2EB-0F33-7BB0-7C0E04CB4334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55C48CD2-FDB2-6168-8009-7DBABD06226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5D4D91EA-BE1B-02B1-6E29-30D575B206E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C1CC2350-FDF7-0A1B-8B3D-029FF30463F9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0F46A759-324B-1990-777E-9EB5E8D6443D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35CD400C-C895-E11D-C93F-0F69767E3359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5C3591B3-1106-8F33-7E1B-C86043F63EB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A1A9E07A-440D-C304-2DF8-A337FBF344E1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9101EE13-A1BF-055E-FDEF-B88270116DE4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5391931E-7198-8606-65BB-F297EB596AAE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529D7B4B-2EFD-28CF-3373-09D355217A1E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E47DF2E0-EBCB-30E9-8B15-8BEEC9FEA910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4B7BD613-DE60-9301-CD55-B557D16AB664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087965C3-6DA9-70E3-6C36-8B5B8E27EF14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E3B18000-9D28-9DC4-357B-88444791DE9E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C93D85F5-8DEE-201A-B29E-62276435CFB8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64B1D4C7-6F19-28D4-79BC-8D04652539C0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F7EDBB2E-E884-34AE-CE6D-4C2C9DEDD293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F2D7ACC2-7F55-5370-704C-4892FBAD5FDA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97E344EF-A907-6713-FA84-747EA5DD398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89C5278B-368D-7E6E-1F16-C1ED5CCCC5DF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258DF6AC-D1B1-C195-F960-2D5946DB63A4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C37472AB-2298-7DDB-F24E-EEFBAFFA993F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0D108A19-0BA0-E542-2E16-D421756D59C1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9478C469-B0AC-B1DD-172F-68803265B4DA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7228701D-8E85-9170-6412-66A791EA36CC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B8581D8A-1FE1-692F-E0B1-60EAFF62F583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27" name="label__226">
            <a:extLst>
              <a:ext uri="{FF2B5EF4-FFF2-40B4-BE49-F238E27FC236}">
                <a16:creationId xmlns:a16="http://schemas.microsoft.com/office/drawing/2014/main" id="{E038B997-B5D7-D7A1-40D8-9D4DF102D320}"/>
              </a:ext>
            </a:extLst>
          </p:cNvPr>
          <p:cNvSpPr>
            <a:spLocks noGrp="1"/>
          </p:cNvSpPr>
          <p:nvPr/>
        </p:nvSpPr>
        <p:spPr>
          <a:xfrm>
            <a:off x="116417" y="4458759"/>
            <a:ext cx="1143000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Cryo-EM map</a:t>
            </a:r>
          </a:p>
        </p:txBody>
      </p: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08211E4D-E54F-469E-F0C8-FA328F5BE56D}"/>
              </a:ext>
            </a:extLst>
          </p:cNvPr>
          <p:cNvGrpSpPr/>
          <p:nvPr/>
        </p:nvGrpSpPr>
        <p:grpSpPr>
          <a:xfrm>
            <a:off x="333041" y="4756006"/>
            <a:ext cx="749495" cy="928834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7B5DCFDF-5EE9-1BDB-FB92-916C0A190A66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7A38AC9C-3F66-84F8-70EC-777FB1049B82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22C10FC3-DCEF-6125-FAB2-66DFA657AFA2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CAAEF294-B766-6785-1EBF-343433736053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A531F583-6067-D456-12E9-7F10B917FD29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0F669DF3-48CE-0AB8-4260-3B4D000426FC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1714DB8D-43D1-C85E-A23D-349E0BC900B7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824D75D1-CFA5-1534-029E-483CB50780F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992AF24F-932F-D05D-1FAC-3E72BD24B625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52E30B97-31A2-F0A2-460F-E495D5FD8800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4EA0F626-7A11-4C2E-6696-2DB502C9CB3C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94F5896D-2EBF-C0AE-F818-D9E5BC4C6406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02C1CF0-B57B-8003-8A44-CBE4EB1926CC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9CA14744-C0B0-2FBD-1B33-8142F7311F40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F12AC39F-9BFD-6976-7C11-C644A09C07B5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6FE7B88B-C587-519B-DAD9-BA8D0C31B5E1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657EE829-5318-2D1C-8292-E8B5BC695D23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182AE854-7637-5B5B-E452-B503F6D5E38D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AE7E0EEC-FC8C-CF58-81B7-B3D397D2CD2D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7451316E-50D3-B447-385A-A3F5F41F1A2F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5C315FEB-0C67-B787-3D70-F836FA95F66F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45F05716-F388-9AB2-3675-C7CB2916ACB4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F4B67FFB-4B50-B1A0-3A92-0DEA0560B535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882CF30E-983F-FF02-5AB6-AE440B25F4D6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08C49F1F-2E69-0337-EA24-A6D8AD29360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D0BD08D8-1E87-CE36-3D22-452EB514CE0A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0FA426EB-1E35-C73C-46A4-6007BC1B02C4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59EF702C-CDA7-C6A8-FAD1-2CC880845F5C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D98F16A-1626-3E23-DE03-7BCE185953B4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102933E4-AAC3-2C71-FABC-3D72C5711E7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45A311B8-2961-2A04-46CC-5AE25F26CA2D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BD7AE63C-CF12-7EDC-9A4F-C3A496AAD70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095A6369-470F-E231-24C0-AF24BB18276A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4812BE7B-249B-708B-1232-A9A15EC0CEA4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F251E895-642E-3A9D-94CD-FF2F1A05AAC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0142AD5F-DBE2-33AC-99F3-BEF2EC21AEE5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716A20CD-2BC4-6961-1CB5-747DDD861782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C89B3C77-CDF8-DA3D-F100-51673524D345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021FB23A-3267-F018-1D4C-B2698BE39D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CA82601A-BEAE-D89E-73A6-B37A8DB86FD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000DB8CE-C519-FE28-6EB2-ECFC10F66AB7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68F4D8FA-C656-444A-FA96-8A20FD9F9C22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454A43AB-3572-E440-D694-B4850C97ACFF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81B8019B-5A32-09F1-4784-CA5DDAD54D3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64905AE3-13D9-7FF0-6FE8-8788BB0C5963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EE3918E7-9329-01E8-015B-C912178399A8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B91E202E-C4EA-292B-370E-9FCE1872DD9B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050D6151-68E2-49E7-4E18-E55BE0EBF39B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59ED5B7A-304A-CF3B-8FA4-CAFF54C47892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6167BA67-6F3E-A643-BD44-23C0D2ED1E98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32FFED5-3708-312B-662D-71487B4DA97F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74EA34B9-25B3-313C-6642-B8861A6643D9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98BE51EE-B68B-D30F-4F7C-85AC7F2E92A3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BA88DE5F-E8EF-D7D8-79B9-2AE6EEA8486D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4FFC5A65-1F74-E585-985C-9C831EABA74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2F667AA4-065E-5738-F236-BE8FDEFEE3F9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92ECE0DD-712D-7333-9EB7-18EE3F851263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05D44322-89F6-4080-1D90-268E189C12A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AE140886-28F7-4CE0-C602-D8BB8EE2D994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8F7E968A-F8E8-4C7E-2873-48D0001F27E5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665F4E1C-B904-36AE-4901-1DC83C091DED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CB696BB6-D0E3-9C5A-C6C9-16CF494770C5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94346742-574C-72C3-914B-C596F9CBAE45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D4327D2F-0882-344F-68FA-D45B09A462D2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FECE5E63-D585-9420-B601-C5A779C85D46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7B585767-1600-A8C6-2117-DCF04FBCA0C4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AFB05038-99D7-86C7-9572-70AF888CE86C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1018B68B-233F-2BB1-E6C9-72765C051CED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A0B799CA-021A-50FD-2216-DA7C7BAB8370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1C75AA11-2C77-5831-228B-DCE84EA2A775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C131D1EF-983E-D510-98DA-3D1363B2904E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FA8A3E90-53F8-1D07-0A1E-26124DC41B8A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B8C6BD3C-1BB4-1396-538B-49977E26EAE8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4E1967A2-D9E8-D85A-167B-D25CCD770A11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A5C60E19-457E-CE74-DCBD-EC61E31D2316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27F24485-34EC-5469-ABFF-398EAE2E7506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57559D67-FD51-E2A0-41C8-03DB23CE2ECB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7C5FE811-9744-9634-1BB3-B0B0183D139F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CEDFD4DE-8817-3CF4-8AC0-07BD53A3A6C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A2869558-DC9B-B700-D6E1-7E2FB53F9D64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ECCF502A-74CC-80E1-1618-0F8119A5AA3D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BCEB51BC-929F-8254-1E35-FF41BA053484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01BB462E-F532-A7CD-822C-8B357F3187BA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2CE3F899-220B-A90B-500E-F667B642CFFC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AF01FC16-08C8-BF94-256B-C0C262E7B220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F4069E8F-9FE1-7C70-059E-9A04E27063D0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D44752F9-E49D-2715-E8D8-6796718D3D2F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3747E26C-658B-F0BE-D616-DFBA256EEAEE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61DDEC9-0328-46F7-6596-018C8A2A2265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67749A39-4EA0-5F92-7398-E673D3C52DBE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EF9FDD67-C35B-0EC0-2E8E-D2E103623C9F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D5206B1C-D169-630B-5594-BB06454737A7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452D1F64-BF08-B691-37E5-30C596B44AA1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17538578-0EAE-A13B-16C2-1B636CA8D69D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A58E71BE-4436-32AE-7040-1B552CBC43AB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AF4771A0-74B8-4122-46B9-033F5F3A6B52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14AD57D5-1722-BD5A-9EE9-146E9A24A2E2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FECA47CE-C750-C81E-389E-2DDD7C38329B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78B8E013-7CCB-0E8D-C927-E2D5A7D01D9C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A6885B2B-B5E9-380C-42D3-D45C3C1D86FB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3BCCD70C-09DD-47E1-2F26-2C51A06156A6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E305053-C89F-A82F-D75F-8A70BBA72A19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6BFB7A43-8B3C-6E03-3A8F-AA560F4F70BE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2BE8D663-3106-385C-9514-80AB56BCA7F6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42761484-67DA-653E-F429-52F44D8D91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2844A83B-552B-850C-6295-C273217051CF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29331AEC-9490-4DCE-88D0-650FF7CDBCAA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78273B01-6B55-0E38-1B12-75B58F073E9E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B15694CF-274F-A37F-EDC8-850D8F53C99C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AE206DD1-4BE1-7D48-2600-8996F78588E7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B82084B2-0A2D-72C2-58EB-F69D71B0A71A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EEAA0B39-39E5-0825-FC95-99D517C4AED4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FB1B7110-F4E7-BE58-DDD0-3DC96F7DCBA0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D38A6307-7883-6474-9F07-E096C373B8DB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FB80DFAA-2AB6-7D22-F870-B77ACB1F57F9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D09113E5-54DC-3674-C175-155B3FDC80E7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577ACCEE-8318-6E77-107D-7BDD1FF90363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C535E4A2-000D-2338-02B3-AC5C25BA6D4A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19122C86-E642-71DA-B6BA-A6164C05570D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95000D3B-3F28-1B7B-9875-F801D13F3DEF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0A25707A-263F-BB44-565A-2419FCC9D261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6EC378C3-28A3-F57D-BE0D-A5CF78330A4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C287624E-62D9-7C98-9C1D-1B3B14065FAC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D83767E1-B096-1670-F4D3-863E9BC9BAA1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468D8E83-9CF1-A7CF-095E-CB0C6918D5B7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217B12F1-5F3A-94C3-AA79-748F76E10A72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0A33174C-3A45-DD87-AA83-D9CBE4F854E3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B0B4DB9C-BD31-237F-0856-4B6A686C8722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A86E7DBA-49E6-75C7-E505-BE5784E10225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16AD0810-BC75-1AE0-A433-0F80D4F8EC1C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C429D221-352C-FD86-A710-0A4E759749E1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396549C2-6661-7474-E9B9-2FECBF6AA7FB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6781524D-7079-1292-BC3B-D5314A903E4E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F01E658B-2D72-9A57-6E79-81ED84E5E1F2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DE70C811-2790-9C8C-AE0D-114E2CE06E7D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0720173C-E24A-07CF-DE54-DD398C2F4B82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9FA65052-1DBE-BE51-9CDE-A0A5999B4B0B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43D84DF4-93C2-DAD6-4617-6F9F6EE768B9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0161CE44-0DE4-4D18-0607-DCCD049DDD3C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25A37441-DE3E-2EED-7EE0-90B623306ADD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C91DC4CB-AE33-2D5A-DC54-A66F775251A0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FED97D73-F8EC-B461-0A10-72386369C20F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44801C23-6946-EC09-EF68-17D22489DFF0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71A4E4A6-24DA-CE32-5764-DE36E7F271F1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938416F1-2F86-EC54-A69C-FC2DA7C0712C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DBFA9D58-903D-AB99-6F95-FF632B0E089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DC84EC96-22EA-A6D0-FA82-912B53D6E31D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FD3FDADA-9356-7B11-1BC0-2FF135272654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459E93E1-A82F-43AB-CF96-0359809673B6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213A6B-A8DC-BE4A-55C2-16D3AC4262BF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262EE4B2-2006-4349-C34F-EE85FACABF89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70B51244-6B7D-5B14-7B4E-3995C6494EA7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424CAFCB-7610-7BCD-5B85-43E5D1520EA4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BFDC0161-8D86-30A6-1D9E-5A92D24D085A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FCC5E918-3C54-8DC3-DFD0-A75797EFAB03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F589DB6C-8170-1817-4C7C-B71C9CB96954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410BCC03-DD81-1132-CB2C-DD1E5783B933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21735528-AC3A-1AC8-BEA2-709CC25F63BB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B1A0A465-BB9B-4CEF-C2D3-46C3C700DA53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87C09F7C-6775-F25E-260F-F319B5EEFA93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C94163C8-CE05-BEAC-E64A-739E99A2ACB2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1BDECA72-4F89-3BDC-798D-2199C6896FF0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B1B8C493-8179-B2E1-1374-3D664E57EDD2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B2564C8D-C12D-0D07-F137-5C475EA8CC0C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7D512C1A-C826-44AA-1DB1-CA787EFE0D98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E350A0BE-95C0-6F88-8C21-289DC7B56042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771EC02F-AF34-887E-B1A2-82095043DE9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B60755C0-DB69-770D-BCEB-17B15D18A55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4C8C0F8B-42E8-5992-DDE5-A4DB717E6119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3A285789-F19D-6C51-3CA0-89C61090A005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6BBDF574-2932-3303-0DF9-E715B80AC1D7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1F516FCB-3ACD-4061-8FF8-9B1E1F1061B9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4A3A09D4-48E7-C2F4-504F-ECED1916A143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F021872D-D9CA-3B7D-59F9-28BA4261D302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684E84A2-986E-72D3-8B2D-F0EF51C34201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CA398A7E-7E98-B56F-DA12-AE89565127C9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250C19E2-3A33-1238-8F95-40C99D431C2D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7931EB60-4945-4464-72B3-047A37F858BA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C73A0A99-A3BA-9652-225C-036595F6EEC6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1AED17D2-C713-F566-510D-7ABCC065324B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E28A94F5-2F9C-8956-F564-ECC934BF7729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53228038-83AA-6EF0-D6C9-01681740AD2B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4AA3DB42-673C-63FF-4BF8-5E4E4EE3FB10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23B95194-CB48-A2A7-4ACB-8E1FFEE0DBE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2ADBF6A-22C7-BB69-8E1B-6C08FE15EE24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5630492E-F083-1C7A-C0D3-3B4B371F0F5C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AEBBA16C-9E3F-AD4B-230D-B62909D3604B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9A85E2A4-9FCC-BBD9-7EDD-832E47E92F4B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7B9A1333-A8D8-B767-0B3F-D86D279342D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4B98077C-4C5B-2574-F4EA-D0B785389C08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3316FBE3-976B-519D-EC57-FC136214EEFB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41721B4-F645-55A0-224F-9B2B5EB28E24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840A85E6-B740-FEA6-E27D-656897A16579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89913A8F-6776-2ADB-CB6A-D26D34D239C3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AD0DC94-7678-024A-C6EA-BD82C38B860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AEF780C5-45FB-3019-C863-40E68AA9149D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836DA0EA-EE97-2059-DBD4-4DE69EDE5F0E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DE618499-263D-4514-A767-2A6BCE6BCD9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E49088F2-A95D-FEE4-373E-3833F3772FC0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25B31C58-E9CC-4EB3-D1D8-BCA3E05B1A3A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32AA7013-8827-8661-1C60-FA3EBD967AA2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84461E91-C84F-829A-E515-F4A51AD43B8C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F5A9515A-7DFA-B758-350E-E125A949B88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554DCC8-91C9-BFA4-FF14-544FFFB7AF67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E95039DF-E244-0E58-6D5D-D32B62AD97F1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42B1F9E9-5E0D-F95B-339C-9901683E6588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629FA6B2-6F10-ECA3-F6F0-84BC8C31B09D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DA4BCB48-6959-AA38-958C-F83F08EB86DB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4782844E-2EE5-5B5B-5D1D-F3758A6A0034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287CC497-AE31-A5C5-088E-3B97C3889EFF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B8F7F479-E825-5AEE-5FCC-6349EE397D3C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D6FA6546-ADAF-F0CE-F441-DE05FB347F80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94EE4D89-6BA0-36E4-60F7-A5EC9171A53F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393F7BFE-AA2A-B9BF-AA8B-45604DAE624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58B8EDF-7D74-336A-168A-2AAAD338CC6B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87A57A65-7EFE-E10D-0D28-6FA0BFF646EC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B22A9CCD-A348-D5C0-9FC3-926765089C5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C37AC363-FF63-448B-18D6-3AA63EDE1DE5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8705D7DE-B469-EB87-8CE7-A760C730FA0D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C205A13A-6C06-ABEF-5B8B-14378D103E86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DA6B15E3-BE61-EE4F-D4EA-92A54D1F0395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0F5D378-FA3E-99E1-5D00-3F24CFE32663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E991C513-F0FB-5A3A-559A-AF8E7D27AD1D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EB27763A-971B-0BFB-CBB2-E090CF154446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452A6ED1-7104-3A50-F6D1-8B1D032EC3D2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A770DF70-DB17-A9FD-2FA3-2EF50ECB2D54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9764A33C-FA9D-F709-8659-A5A50A746072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B0C54F9D-F930-D75D-7FC3-C93A23BF020D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4D0DA95F-AF27-ADCE-4345-90D69A3F8D2F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E6A1B156-95BF-E590-D1BD-1FB64EEDE5A0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9699F177-3C8D-FB8F-3349-F99668779FF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EBEB6817-E5F2-BEEA-31A1-C9ACF7D287B7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ED759556-2BB0-5AD0-844D-456BD509F1BC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19BEAAE2-BFE1-9659-E416-4E4EFB11F3AC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8107FF39-98F9-C80D-BF35-83A58D25006B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9E2E1B3D-80D7-BF1B-EFF6-3CC8BB9940C3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1EF64475-F18E-2ED8-82B9-6DCE8510B0D1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35316FB8-A6DF-4FA4-D070-4FD03216A169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5F62A415-24F2-F4CA-F561-F0BB2CF2E56D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3742DD99-2505-28EE-B4F6-1B63710BAE15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6FB6956D-A5A3-F241-7D3D-52F13119DCB5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A4056C95-3BDA-2189-F32F-540473117F05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05EC4DC6-65FF-F9D1-C6BC-07B2F2435741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DA8C59CB-9DF8-3B76-54AD-D8C830702831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B28BAC7C-EE64-DB7A-EB7E-C316848F6F42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C0281451-8488-38DE-58A7-5C638A9BC110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D8F20B7-6353-6DF0-0006-8C2094F70A16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D6A73B14-477B-DB6B-B728-89C485250344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100BF068-0BCD-EFFE-89DF-B8021D053D30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FD63DB1B-B796-636E-5831-4DDDDA0CD1E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2FE6F035-2890-244B-3DF2-49CF22ED1A8B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C73E4C27-FB15-2D97-1752-CA36FBCC20E1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AFBA467A-D10C-0198-C71F-B2E3395D1638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D5B620E7-CC1F-4427-2255-0EB0C934C7A0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48D8ADA3-B156-97F4-0705-D24405CB52C9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12ECC691-F7E4-C550-41D0-CEABE1E49DDC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B565268-7B92-C4F8-6339-BC2530BDC32A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36757D99-E8E9-5668-2882-73FC82DAD853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6C9C4654-17A9-9FC6-B9AE-DB93F733ABB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4A8AFE10-BDC2-817D-6A59-9E6E8506A570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86EB7C6D-AD65-3197-A79F-608C07B210CC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EE02A139-D18E-7683-875E-1E2AC21C38D6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4148ABE4-D8B0-7430-9364-EDF04680FD88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EBEB8C7C-E68A-01B3-CED8-79D7095CF62F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E8B330C5-CAD8-FE2C-D3A8-AEF89713E15A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0F7BF9F5-A873-AD4C-D1FD-8E91D7663D05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35220C00-C79F-870F-B9AF-B4B6BDC48A7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7CB2E6DC-2A3A-2D00-13C2-5179B3EB2414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739BDB49-9BC9-E54F-DABA-6017C4873FDB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EEE51661-BF44-EC65-9750-38BFA326AA9A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D018D75B-FF87-BD82-0CF2-ED5AA3FA42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57FF2056-8D93-73AA-35DF-3EAE2CB5917B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033BE67C-2FF8-2093-E53E-A5313F419E82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0DE85D3E-D533-E2D1-FCCF-B42010FBB323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46792436-FBE3-A480-95F0-73E93D9EA35A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29DF96E8-BB99-EC17-353E-5CD6A73C4FE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97D74CC2-687B-6622-E9FE-22208D093A59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23696A4E-3CDC-2D6F-4F94-13B27C4AA06A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535C1A35-3F6D-2BF9-2150-E01D096E46CF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C1C42334-423D-CB42-7BB5-F29273D763A5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BD187B75-E3B8-8D4E-D947-C2CDFDCAE099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D2FD521C-B466-4105-08DF-864F2EFEE313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1D8C3D0B-5D4F-6F64-C04A-9137D064D3D2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7D01B978-8E4B-B61F-F3C0-423FD4737B8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F03F469B-0EB8-0A2A-BAAF-23BCD0E91D48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3FD6F834-CE07-0CA5-891C-F35ECD1F760E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F3290A1B-FDB7-BC81-3C9E-E311140444E3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81F4D1B5-B05E-7E1C-832E-81AC37BA0C4F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4EF9C2E-6762-62C1-4A79-13B15C4A8469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E12DE9C9-5BC9-E6FF-2545-FB9CFCD5B36F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2F95C541-9B55-6B9A-9D3B-324B287A2644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1B334D07-123F-7E03-91F1-FC23AEEEBD59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3DD7D0EC-A221-6065-66BC-301253F673E8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8B5D3AC4-A19F-0743-AB73-9A8E4AFEB61D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AC1B1622-7413-64B9-21F5-3B26297EDC1F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381B846C-34C1-DDD3-6A97-7A232CD1AFB0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2C2E6E6F-9601-823B-4E1B-C74F0EB4C2BA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964B8DD7-686D-45E2-61E8-0E7D2DFDF09C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332E1E09-4D1A-BB8A-8584-B35908E1D1A1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D7976B49-8C12-EE93-7B96-5BDD87D62645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F332767C-8DA8-B342-FA0D-ACE1461B5B02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7D07D2A1-0DA5-6D3D-04BC-4F1C5F827F28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D4A8C411-A309-4325-548D-CED0589356B8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647C5EE3-B190-0689-0C91-43CA280CCFFA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6963B4E4-E029-47F0-5107-929D4C277FF1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711C96CF-D9DC-D930-8CF6-B31762036E15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74BD711F-AD30-C108-8728-A2F422984E6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0E6F1573-1A01-688C-3F8A-5ED0B4D71CB2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3F74B21B-8FD4-12FE-A021-A43B236F0FD6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B47B5009-06D4-95A3-38EF-4DFA6076F4AE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50FB3158-C18A-4229-A38D-9F6092F1377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6CA9EF34-B351-4E87-977F-6E77209749DC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9A784EA0-3046-D209-04FB-8765DB1277E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8CE66EB-2E27-8003-F8F6-96817B09A61B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C6374B40-DACC-E3FA-C667-D11D441DD306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92F9E153-78C7-6BAF-2CCD-BFCE35C31C15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1D16C39B-2A13-502D-704F-DC51A976DA11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35753C95-BED4-75A2-E8E3-30E2EBE47D55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F52D8BE-BBD9-BC4A-F33B-2273AF5E7EC6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3FBE3507-3360-74B2-34B2-AEE9B85D7D86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A3311FE5-1C77-E8BA-A429-0DBD650AF128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576118B6-A943-9A79-3DC6-81208E146ED6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7AFFB05E-B196-3BD5-25B5-3812D127FB7C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9D7844D7-F954-F6D4-3943-076719DE417A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D94FA71F-755E-E22F-FD31-4A09AEA5CBE0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C11B065A-EB87-5D38-E7B5-BDD4DCFFEEB9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C73A5537-24E7-B003-F800-6F9CF3A088EF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BBF62587-7C25-9F2F-4030-8EE068AD7958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141513A8-0114-9800-4A50-F756D6252F38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FE219CCF-EAD6-566D-6767-2D6D9E53A01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1690DEED-5636-26C7-55B2-EB8A98AADEA0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DB899305-5AB1-C8FD-9DD3-2E63F6286EC6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6FD594F4-EBF0-5893-75B6-D5390D80C1D6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80ED7CB0-294E-1A3B-0F9C-45D1AE58488F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893AA980-4941-E821-BD9E-F37284ACF68E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6D7E0BA7-AAB8-9A8A-068F-D1759B6594E9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52513C37-6619-BE5D-098F-78EB00876FEE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5C748291-916D-0D21-E60B-1E8F30EA952C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C1902EC9-765A-B4C9-8FDF-21E3B7AFB00F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1F140506-1776-FF87-11F3-9BDDA7EDAB4A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A8490C86-9457-7744-2E52-C737F6F4E542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47DC7536-E335-B372-9951-1E4175F703E4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2B8D8A95-32F3-B117-0C6F-43DED6239BF6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C2469C1E-4BE8-7281-7054-BA505C19417E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2B2F2B9D-4810-9F5D-2576-6B423CEA2DA7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18BBA957-F344-B7E6-61FF-0E19A93B41D1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6E65225C-A28A-89CB-553D-697CDE398D1D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86FFC73D-5FD4-46EE-5661-4F0A072EED70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2FBA87BB-84C6-117A-0766-6A4BB4242540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B10705E0-64F0-C846-FDBC-F7B643323BF5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590F01D-E0C2-74C0-9AB2-9198FA2E62C6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A7F0FF60-47CE-36B2-7606-8E28AEAC2E2C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5ED4B916-0399-D13E-4412-76E079E360E8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0E9444C1-C6AC-2398-5AE3-972F547EC24F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2FA8C950-0F4F-B40E-EDE0-2E219333FA64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B00812DE-10FC-4005-8D99-27966D7A30F5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EE3D599D-6E70-58C1-5D5C-E79267334E26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FEB397B1-01FE-67FF-E1B8-ABA4F97524CF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4A440747-5257-9644-781B-752C1CBAE38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E6D71D7D-02A8-95E9-AAAD-50AC4F88892D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31D14EA2-27AB-6025-A612-482AAF4148F3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9AD3E459-0105-BAC4-5EE3-BA934BAECBAF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005433EB-E083-0ECA-B0F6-4C9A0E42A975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AB867EC7-0069-0031-08A7-9DEF83199862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BD127933-8FC3-9DA2-119D-7CEE6CF4387A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90F6964C-43FC-AFB6-D108-426F2C16BD88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C6DF82B0-5C3F-AD4C-2FD8-A48D5C38A9F8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8C3224EB-2A63-B224-027B-E2BB5BE1D514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96039CEB-5346-F00F-F2F6-60C860850C60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75438DF9-8B60-D19C-5B15-665E975A41F1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EA2CDD30-A65A-9F5F-B885-12901B1EE87F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4C44653D-0B7F-9952-CEC8-DB2D6D59D4CF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B96DEE5-6000-D1E3-9706-2AEEB68CD412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CD5A1EFC-3526-D852-E903-AA75121D1C9D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051FCB93-E9C0-0674-B3FF-61E6048E626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49A3CB5A-F200-F028-10E3-FEF8F73086CC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6362BD4E-2F9D-8F10-B612-FD1835F5DC23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1AEEC10F-4636-5DE7-0304-BEBD97A79AE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B75F7D77-6CBA-2F23-A365-1541CBCD52A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007AB452-FE5C-61FF-912A-B20EB471D289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ACC5261F-AFA6-34EC-FB75-C6D5842014B1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13892EA9-A15E-18EC-16D2-A436A5CB5F52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64744BC6-0F94-2D43-6920-63CB36C6306A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81CC3D21-2821-C2E4-1950-71719B4D52B0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A48D4C36-1A33-33BF-72C0-983A12AEE684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5DFA1B81-A4A5-ECB7-5B33-01B4C03CF5BE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7B7B71D7-3B3F-7959-DEAE-E6AFB6B01C7E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F296A9DB-EF54-7611-5313-B7D935E4198A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C2B9A6A3-5E39-D0E4-0859-5EA3BC2E4EE1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0480EA8E-B23D-9277-4D59-2E987ED9B449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6563DB26-1518-E441-62AD-928F0421C1E7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490C4F4A-6C2C-F25A-FDBF-A2F1B030C35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E02D9EC4-75A8-E404-74AD-40B661FEC04C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0CE4D2B8-36C5-7949-BD17-AB587CBA663C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D86B4644-1199-1214-1B94-1450313EA523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BE8D7A78-731B-0664-096D-07D481502F20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652A043D-6054-8C3B-06A3-E714E48F85B3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F8E761CE-4EFF-57F7-E4C1-35EA7253D7F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718FF51F-A5E2-C0D3-D99A-803685C19A55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2BF452FA-8561-AC20-34D5-A23CBA1EE278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D90E0FB5-732F-856A-DFF1-AD04B9874CA0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AC05E77D-2C27-B7B8-42E0-5EA08F4B84B1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F4AC54CE-BD02-A37A-756B-111155A2AAAF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D798179-B6BC-155A-C7B5-2FB5025E7D33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872D8E7E-0D66-F870-B1DA-32E5D835DCB5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59D19A09-232B-4E65-341B-C82527A6EDC6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3596679D-5294-3031-B98E-1C5BEF1E3C61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308AB06C-7143-D745-AFDE-ADDCA853C005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27C03D3C-CB82-3293-9F5B-EF1DC5FA5C42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D6907207-E3ED-0027-3713-0BD996F32615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C10AAC7A-CD5B-4AED-08F1-37C1E8E3CD98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9E2478B2-D8BD-8AA3-14CE-9026B903C3C4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78D5C651-9480-35E1-4B5F-872520BC8D61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01441565-03A9-5AD5-ED8D-047B2FD45B31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B70A1753-5F3F-02CF-2DCB-F1AD23C1459F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32EDAC0C-E9F9-63A5-A0EB-B95BF57A5D36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E9C7F2C1-2464-1149-5146-895E9D9A274E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46EF783E-9BEB-C64D-17BF-621F78A10B8F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F39CED00-FDFE-2D90-4AD6-8AF81CE9D4BF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1E5DA488-452F-4858-5909-8E3CA89F8841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6D90B0A0-BCB4-BD59-121A-CE0F7DD0964D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52590059-74BD-088A-D281-C5D0234BFAAA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AB18383D-A217-C840-EF7B-04219C83A255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031C42B0-7F1F-8156-B9F3-4F1D488399AE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78CD1E6-76F3-97C4-7AFE-CCA77EA3B18A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0F0D010F-F7AE-AA00-7655-2C6402D81430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F365E65B-3231-D416-3151-75BCDE788E21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2590333D-CBAE-C167-52EB-FBF697893C6A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124CC54A-6B88-0904-E1E7-6F463FB5EBFC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C36E824B-6036-536C-C117-2920A285F174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7CD3EFAE-8356-5FEC-2F97-74DF34CEBAC8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A41C63F0-1993-AB87-1EAC-B884313370A7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C3E66140-D124-EC66-7A57-F78676E5AE06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563E5613-2410-D855-4BAF-3220B62ECCD3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19198244-D4D1-B338-0F7A-6D4DC6C59329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92A45E18-96F5-BC5E-3F8B-7995863FFC9A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DCF0A76A-C990-A06B-53E3-44CF22FA6BCD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F2353190-6759-1E37-FF4E-B42ED725517A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D40DC336-A52A-07A6-8418-F4A91C34CA43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09A14DE1-4DA0-0C1E-537D-AD359DE292BC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30402506-ED11-98EA-AE6B-0FC3B17871DA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2A240414-82EB-DF31-C258-0AE2DC9D2CA3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5156BCE3-0DAE-E793-EB35-9B73FD753006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F8F45F9E-5345-9DE2-6024-8F11E658EC9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2072BA7C-06B7-989F-5C23-3F2059FAF3A8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19389962-3855-F67C-1B58-E438C7DD99E4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F62DBC73-B79C-EEA6-C53B-4C06ECC5A5BD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C80EAF52-CE78-8E85-B4BC-3F8E799A4802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F3FE17D4-6591-0708-23F1-C1F394493658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44879C78-6FF2-6606-F3C6-83A90623FF00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F2F231AB-B8E4-480A-F29B-C42F711ED739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5223E1E7-AAB1-A2F0-A4F1-ED2790936CEB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ECCB3F3-93E1-38D8-A7BC-E69094BD1F27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FD17CF58-F73F-F453-C4DD-BAF922E17EBB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95550D9F-8251-17CC-F830-EABA97399134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7A9A71E9-A7C1-9476-1BAE-33268CB0B6E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DA31D430-7109-1D0F-7CF2-BC4A6E8089B0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A47EF3C1-10D9-B82B-7896-46F4A8B26295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140F2313-DC3E-1E01-EB6F-24964C0BE9F3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0E8B52F1-D815-64B5-9271-8F620B66D58C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CAA0C5B-40A1-6850-601B-67320B86731C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2682819F-0C1E-0988-0609-AF9500552F59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69B37798-8CB8-4FC9-88EF-25D97DB013AC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660CD348-8761-CF62-F931-7DB4F9B194E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D56480F2-4226-D780-BC92-E64BFB467724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79F24469-64B2-43E8-773F-4D5ADEB17442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8EE70568-0C3E-63A2-AD88-F185B6C4D1FA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7A550F84-60A2-10D1-EA99-B311E56C76E0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BD3F87F9-1DD9-B6DC-116A-35A86621D1E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BDB0A37-0AD0-7784-40A7-B8671F1476D7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91E309E6-4F47-5CCF-FBC0-F265FE0CED75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A5ECFE44-6315-9C7B-3070-A303B3113A53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F338B9BC-E606-B463-EDB7-AD593ED25F1A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CCD0A23C-9FDC-AFA7-5F2E-71404478775D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6DD4FC84-9012-1C88-7F32-D9CFE192B172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33A85317-1366-9FC6-3B19-38A41A7EAF16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B1590B0D-693C-4B54-2295-3966AEB4A2D3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3D7FE263-C8A0-8B8A-2EFC-6EDB766E705D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72906DFA-A40B-A20C-0126-9768BDEA3636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92278138-D4CB-1845-0D8A-3C72640B62F5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78B9A9E6-3D00-A0FF-AF7E-BAB085371123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9C97B799-92C3-A8D0-A2E0-BC915FAB0EFD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493EB845-864F-128F-3271-AE04A394F25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FB391BA6-D3D8-26C2-A45B-8F70EF16EB4C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188D8E74-1F8B-7ECF-7F6A-FF0879528CC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01E52848-8114-E885-1BCD-5ED4469F349E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ACF599BF-260C-74C6-D3BD-9AF308C2F3CA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2175E5BF-2AFC-7A61-92B1-CD35644A2D96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ACFCD91A-E3A8-120D-A38E-36ECAD48696B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3B71CD60-F04A-6821-8D4E-535E64E54E6A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B32F2CDC-DD7C-ADA9-3FF1-FD1A1CC7A404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C36ED839-7DAC-2AC8-47CC-2B400DF18CC6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1E594F63-993E-817F-A668-069D4A7E4AE4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7E36C57A-C2FB-C18C-3520-5B01DE2247BB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F92CCEB7-A38D-3CE1-60CD-B186E3924A30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08DAAA4B-7D95-8B25-F982-2677B4649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F9DB3B35-B25A-F47D-892D-09F0F654B061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CF6E1826-FFDD-57D0-1191-75DB5E6CC313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F20D36-6C1F-CFFD-B008-E5A620AB7F56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88B14E1E-1954-D9D2-58C7-95A8776CFA41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DD6F972A-A1F2-E9D0-B45C-D5B66C11DE3C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57E864FB-6C8D-B4C1-74F0-D17C4F469BE2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826FC104-38FD-0A1C-260A-82E932038468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087C38EB-8FDF-A0D1-3B24-85FF9AC80EAA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CC770634-D82B-88C2-054A-720DED89DAB4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B95DD9F4-D20F-3855-9566-3808C514B092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FDAB2AE0-79BC-A862-69FD-1D2ACEF47045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9850C6B7-1203-22E0-26BB-F665B087581B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DDDE3AB0-471C-5B77-BC61-09B4038B2F71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3BFB56D3-7403-70CA-4851-E079E34F50E6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214F1C99-F521-9889-A2E6-28444AF1B506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42A95D41-4C87-512D-7C44-8D701873DB30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48E8FC97-B0E9-2466-A9D2-B07F5BBE021E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3F0A8985-B3A2-D425-198A-641EDCE4BD18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7E610B6B-5964-1CC0-38AD-34C00FF7421C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DB860761-CF0B-DE93-0294-E4F5AEF86968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71EF66EC-FB3F-8712-F6C5-4FFE534B1E97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E87BA047-41BF-CC2A-BBFE-97594BA1A893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32807E32-77FA-9B01-6E29-4DF8DA0774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0CE1A38C-7F93-BB6E-9CBD-EF0D28FE3A82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507169F3-D067-98DC-47E5-F8A8742717EE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2562BDCC-D422-11B6-F05D-A10E2BFA4034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C0E71AAA-3D22-15E3-AF62-88188C3C5394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11438C17-F2FA-7B7D-C2C7-75FE2FC330C0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E9F53096-8254-809B-41FF-C1953ECE66C5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2F16C27C-6BE2-920B-6FC1-10A9B7F4D47A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407C2E1E-7007-E0F9-6141-1E4CD8B0D6A5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24FDB40-8856-A988-1029-99D7185D6CFB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11E7FF1E-2243-6497-351F-31F4CDF06C6A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3BDC0624-40FB-4AB6-C113-BCD87E18B57D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C87EDE3D-1008-8FF1-2232-BCA6FEF379B2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2A5640C1-7FD3-A3E0-6E3E-5BC8EB2414D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50C9E3A5-47AA-0A11-33DC-9507B0C9B6CF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1206A78E-7CB4-7B34-84D4-6335A134075D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C6AF223D-537E-1454-E3E9-51856430FB90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B389A23E-EF6B-F702-F846-761EA2DAE8B2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BC5D5FF7-D6B2-F3BD-172A-E265CAD561C3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D86965FC-12E6-9E8E-C414-27F1E4E3DA22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5731D47A-35DF-5181-1D49-8C389BB3E86E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79E96F3B-9F27-DBD8-B432-68A93A93AC02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BCFD5AC5-A0FC-7322-1B28-E68805DB9F4F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40139F77-4B1B-4FFC-4CCE-538BBF428A90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289580E8-1C6F-5206-5012-36141134CD05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763D1F3E-1C6F-7802-A0DC-A6C4B96C089D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D7F34EA1-DD9F-1B26-7944-0F975CAD818B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6C8E0F3C-2122-CB49-EE03-5D46DA4131F1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F84704BA-D475-C7F1-ECD7-4C15817AF7E7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A2B03799-0EC9-46B7-2387-71B940EC7A1A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B003DED6-852F-FEDC-B8F7-6568C3996B4D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FE3D858B-04E8-68D4-C0C1-E0129B0D89E0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317A97F0-4B6B-7277-3414-84F22FD00FBC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848B36E4-9C4E-DDF5-E66A-D44EBC372D52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451D3773-2C55-55C3-2E72-607F2F1ABD85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26074B6C-6691-C8E2-1FB7-8178C3A33518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261FBF4A-67B3-CBE8-C309-07367F3EB4E5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6B81FE6B-C916-A1E4-76BF-15F2A7FFC20E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A44427EF-9967-25AC-4871-940C7AFD1FB1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24F6656A-FE01-C162-65BD-191943AA50EA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092CF905-1F78-553F-F671-0B3983D57BC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945BCB21-55B1-F41A-CC5C-0C0447FFF68B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D3AC49C7-9B99-B2CD-D68E-EB8026F29250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D2C0688E-BB49-CB6A-9EDA-7037F5F60186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540A5023-B094-891F-4DF4-614622CA9F48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8D0FB662-A155-A43D-1BEA-FFC7BC6FD106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435B898F-53B3-8866-FC23-A6628A83729A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F37F6AF2-09AC-4165-DD50-76F0149E5D8C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B185DAF4-53B2-FD69-EC83-5BDDDFD39240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1A66B382-5C01-DB16-3B83-FE455121ECCA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0D9CEF64-C597-04DA-8C79-BC5A34E952D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5496B8A8-7715-5C51-D86E-50108DDC0A19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F1690059-0ED3-F63D-BCD3-03192B6799F6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C7B7358F-4B1D-E9A1-85D9-ECC44F19F3AF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11712CEF-95C0-A83E-76B9-3D949E5E68B7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079085D3-95E3-B10C-A76F-55EF2A1D48F5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731635BD-6938-6099-1FED-023E31463232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004EC0F8-0FF6-DBC4-2174-2A587CEDDF93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A438D8C1-F626-775F-22F6-DCAFB3B23FE3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208E6F15-17E6-4578-EE84-268C5BBA2DA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06A4338-0B8D-33F0-5F06-E45A23AE8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791FA835-A3C4-CFAF-14ED-3913D74561A9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886549C1-D683-E254-8AD9-ED6DF9247751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195A3E3B-D998-5287-573F-49E8021C0B7E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E61CFDE9-10C4-F64B-7B2A-3C84AEC03F60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34B1E65C-A9FB-3144-4BB7-9386565B665D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AD40CE65-0130-57F2-AA0E-8BD4C46DFBB1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02E11929-CA3C-C97A-9BB4-A2E92C4A4608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53F1AFAC-93BB-2026-F430-2BB0FBB7020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86AE24B5-9E1E-898D-2316-F8C34884583E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F6D70699-42B5-56E4-9164-7D3D8E3CBFE5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C6FCD4FD-E762-D584-47B0-EA6F0255DDCE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F15F0327-DDDC-FB95-D12D-6D4F226032CF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C7F01F04-06E7-11DB-A02C-2EAC5DC462C3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5FB01C1D-CF11-306C-9310-2420CAC00182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E7B90999-81EA-222A-D9D2-4C55E890560F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FD01DC7-D2EC-E5BE-4A29-0D317292161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19F41C4D-7A2C-A8D1-ADCD-0E1462D4828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8B88B690-DD43-7736-3539-588C9A2BA17F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DEA053C5-56EF-9515-F788-2B9011558BCC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1BF5C907-F18F-5F76-0C13-86A304E5D35F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934D4AE2-79FF-5B28-584B-E397D47F12E6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044A4A52-1BCE-2AE6-C954-54A3B5FD420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3DC456B7-5B5D-B022-6FEF-46E68936D9AC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3B88A06B-3970-0945-40B0-7A954549DBAD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902E0667-83ED-0951-FF64-16F0DE559F7C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A3E0FAEB-C083-1F50-D97F-6717939989C2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186FDC1C-A0EA-7FD7-54AA-A980003A354C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F65213EC-61E4-29E0-A0DD-ADE43BA783B5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13932528-3DF8-A668-B2B8-B0816597FBF5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9DE43580-CFCE-F8D6-DC29-6376E2320630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B079E564-BBE9-B6FD-45E9-58B0FD70550D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A71697B1-F131-F171-FB6A-087D78BA2E9A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0159F28-2342-D0CD-767D-A6F24382D954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9BC946DF-343D-24C1-3C2B-32A3E27EF907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24C46DCF-BD11-B450-A5BA-3073694BB355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C3CE49FA-0B80-ADD2-6ACA-98CE8AC687CB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C4530814-D9B3-70BD-DF16-1C7FEFB543AF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DDC5A185-6B28-F00F-05CC-AFAF71D2F93A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DEA0B285-E188-0724-B215-6ADD9FD3F183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07F34573-869E-0FC6-4FE9-E5C10C6EE77C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DF7B8640-2B2A-56F1-B9A4-D8D20FF7A58B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4AA484CE-54A6-BE66-ADF2-13FDC28A8D89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D784DBAC-3D2E-6E37-175A-C1AC429BDD80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A52DA3F1-D4C0-4CF7-2F42-C2FBD983EE70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3A6B62A4-E83B-78B3-CC66-44ECF3CB1200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FEA6486B-ECC4-5C0A-90F5-FB574EF46A75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500994B4-64BE-F390-A346-B40028FC762C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031FFC07-8A0A-09DD-DCDA-C834CF5C187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9BDE0760-339A-806A-3879-CE25CBAFCA79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CE82699E-DD4D-D3BD-517D-31D2157E42DB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3C7D5A62-B666-88CB-3104-26A7B8FEBD22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18BEDE4E-8C72-C4EB-90C9-D1AF6D928116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CF540133-66A9-3FB5-E7EA-BC4337427D53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192CDA97-373E-C78C-ED7D-206A1C430A6E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ED4D6F70-9AD6-14C1-AC3E-94EB2A18E14E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5EB51973-0220-E468-4133-9110A62201F8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9AD52D75-51BF-160E-5D69-A10CE9B3BC77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B1FFAB07-E70D-0F94-FA3C-A0D536E65BE2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82F18833-67A5-B927-B293-9F4DBA5AADCA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B045C059-65C0-4FED-4857-F40C52C6C6D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3013EDB8-3D8A-E382-4D38-0498C9B4EC6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14896117-3A54-D543-521D-13215EBF0120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CD9AE085-F5AA-D6A8-7FC2-740AE0E5CDB8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E71F6CDC-20C0-4A45-5A48-CBEDA3C42B91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CB26BAB-BD35-1FAA-CE3A-E8220F84CAEA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55DC1F48-E0CD-FD85-4347-D3969E850965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F2F4AB37-AA2A-E839-3C7B-EEA9167C065D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CA4133B3-9D60-EDCF-1452-6321B4360214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4888B902-6FA2-FFC2-C41D-7D98B84F9A8E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4D76AE2E-183F-8ABB-15E8-E834640B6C11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F7319ABE-D914-4B45-A0AC-EA578207187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383B7C6E-D042-D388-35EC-40FDBF97C98A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3B84E1E0-908F-F7DA-6BB5-BC28AE83B9F9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155F6EFB-0E4B-2EA8-92DC-151A1D6E436D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AB8D6DA3-39DD-91A7-2338-EDF6F9BAAC38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811729A4-C182-2838-9EF8-10962710E1EA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FE4FFA4-F990-4F67-9EED-6BD10AC42FC3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209AC47C-60C1-E1BA-965E-3590FB9A5DB2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B1DE8374-22E4-D6A3-71F7-5F52C2108CEA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D33D3412-0CB9-9CDA-546E-73247807BD31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B892E858-243A-D5E5-B119-E81B47186A09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E4FAB958-2DCC-0942-2AEE-0972DA47CC4B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BF8F7D47-E6F7-E0EC-B51E-F617F71FF2BA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13D83AC-4EAD-9246-C9AE-519E8923D1D2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591B2EFD-766E-8099-8003-39E4CA0D8546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89B9CC20-EA88-F937-0542-798BB0116E3A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D49CB8DA-3793-9DDF-C3EC-ABDB9FE28E8A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0C62C1B8-1E82-9677-E7D5-CCCDA4706FF1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D0C72AA9-02A2-15AC-1E6F-656D627E5D2C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B888DAF6-0D3B-4F94-FDA2-9D260B2885DF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716000B3-2A48-A55E-1AA4-970BEEE33992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A497D463-3E1B-B7E9-5649-8186376DB103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EC5C13D6-5EAF-467E-F058-83A994A91AC2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F90A5D1D-BC44-9556-87D9-EA0073A2EB8C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0755673-3D68-28BB-EFA4-99310C59EE7D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958C3A37-F3B4-ADA1-96E5-E593AB17982F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910157A4-1E89-ED92-0B11-21902A91D669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62E8D8AA-6EA3-750D-D932-3B67110F96E3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4F7C590A-1B0A-1166-B2C1-A88D10B6F3A4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A30DDED6-1386-8AF8-3540-61A151C846FE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3F2A01B1-3787-764D-0C45-60CEB99202F2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9ECDE232-7745-889D-5A5D-CF3E55EC9B2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DC94ACAE-6020-33DF-3E60-3034A12AA471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E5C69803-A558-1DAA-8772-BB79F06E3498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71FAD656-957C-F122-0F64-DB32224A0A9F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3A999B6A-3449-2B17-72EE-66B797A720CD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5AE9E293-422A-AB0E-8EB3-CC98A4B54598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088C3CA5-D8B6-561C-6C5E-5D6FFD6F88A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CECB6433-99B1-6AC4-59E8-CE46C6A25E93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177EFF47-B176-9A99-33FC-03FC614AFB80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F072258F-03E3-BE6E-306B-DF4178B56F23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521CF3D-6D0A-B640-8D92-035317639FA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939EE9AB-6E7D-0B25-D2DC-11501C405957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BB0CD8D-78DF-B4A4-B240-897F60327DA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B4D6C069-5694-A113-3219-324516423E9F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38413F4A-7F17-9049-78EC-661D111EB749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37DD7F1B-03E3-F45E-3DC1-3C99A1C9910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2C364CB6-1772-AD6F-5CA5-EEFA2EA386DF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B1CE2FCB-DE44-C439-8A92-0682CBB79E97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B8741DB8-114E-C001-E618-4CC39CC3A0AF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7B75D970-9758-A4F2-413F-ED35E6719F9E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13956BB9-510C-5555-D20A-80CDC066F16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A1D2FCCE-3A2A-8652-5919-427112A5298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4D711688-0A0A-7409-5196-21F951AAB093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44938420-4F65-26F4-998F-4639EF85C387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E9988F2-279D-DFBB-CA02-70295EF7A268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6ED67301-4EC4-96DD-BA5F-53EEDD1CE151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C61E446B-8747-BE68-0F9E-B9AF1ABE55F3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25C2F911-46F7-67CE-FF4E-7B09E2EFD7DA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DFC18689-D5CE-2E66-3863-46B47C33CDB6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DC245B51-65CC-EA16-52ED-FA05C45C05E1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E024921A-E3DA-4908-3AEB-AE7C12B9A84A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C9CF5D84-8A31-8B94-B717-CED5988B5EBB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7A5F0A0-9ACF-5CC2-2CD0-8171352F1DE1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05A49C00-DEF0-5FF3-3107-B49C1DF5EECB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7189C7FF-D420-F7E5-EB60-FDD06EBFFC2C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71690D52-CF73-E432-E331-64973A2F16C0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001F0E13-2241-6EBF-9408-F555DFAEB006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402309AE-A366-892C-9D25-21F89B0DFFAD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0B5FFDD3-7F06-3A2C-22BB-CF265A34F08B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DDB02A69-5658-917C-03E9-7F6EF2C6C289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DA0A91EC-F958-7F15-FA10-099220BC5CB3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5C8B9272-1DA4-0083-54D9-C7D7A254DFE0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7BD71663-F739-ADA1-E95E-FA126842272F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9AD1057D-FCC7-ACBB-3186-85346882F8B7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DE98954E-3215-A4B9-725B-966FF2994C9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5FD00C26-B9C9-E110-2789-195F72AE9462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888FB3FD-7E29-91E5-9DFD-6C662DCE8CD0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B59C218B-9B3E-65E3-B63D-640B0B39C4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EE071D72-C3F1-7C99-307C-7EE0AD933452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1A212890-ABE4-BF36-C7FA-9CF8A408A493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A7FE207A-39CB-D049-C8A9-3A7B19D94E98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16F8B45B-74EC-0059-684D-B24B82EF8A8D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ED7109CC-4658-5A19-9DB3-31381C5CB545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AA125B07-9978-55A0-2BE6-058E2689B33C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436181C5-72FD-2381-BC48-C832F9635543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6FB13E4E-F392-BB8E-B377-4ACA11437B91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E1C94E8A-3500-8E3D-F068-35E7884C3F77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11115F91-D666-28CF-374D-DB20A9E85AD5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C12873BE-6DB5-E3AD-D966-D50E5A5AFA6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2F268D91-809B-008F-0273-A8300A8870BF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2A5C8A6C-AC5C-6441-EB3C-5A70C1A8641E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2BFC32DC-0999-B345-5F5B-85F9B91DDBDA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5AA882B3-5879-0E01-8AA3-9A44870816BF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EAB307C6-1BA6-D1F4-70FC-8E7192B3462A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5AC8B16A-C25B-268C-0AC2-92D61CCF2BF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041621BE-9A92-4369-88D3-7BA53667E08C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191DED2B-0055-92A2-E5C9-282A7047619A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9AEF0838-D7C1-4F2C-C84A-A3CC7E4D93D1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4D8AD24A-31A4-405E-8A8D-674F3790CDAC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D890F5D2-A01B-9C10-0248-3D4B9D9E625E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C2D98036-3F7C-5EFB-4163-41E6BBD04E84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01E2C16B-F2B8-7657-3384-F3044106C5DA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E9F58EB9-65D0-85D0-92AB-8201033E504C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E48207B5-D06B-2784-8774-E936F0F035B5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3BDBE4F1-76FE-6165-9305-F1FDC2B9BA4A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9F44053F-8C74-7943-B21C-CED33065AF3F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2BAD629E-88C0-24EE-0A34-0CE3940B99F3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B42E682A-1C9B-38A3-43CE-961B6747E1DC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4D02C4DD-9FDD-A52B-5724-9FBBF9623119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A90E90D6-8811-7A7C-0EF5-2CC71BFB3187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7BDD9C60-D128-19D6-D955-7E89F10DEA66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B96C1111-8521-17F0-D58A-76ECBEE75959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E0481D29-A046-FA45-FB66-2648304DD55D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89D91EFC-F1A9-E17D-6E35-F6B4C62AF44E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89E8A4C1-1E27-B622-A6A8-B8DDB182F3D0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09AA0E8A-BB8B-07F3-C15F-1B004551723E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ED2057AB-0FC4-84F1-926D-F531F0BC996F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5AE220E2-958B-41C4-59D5-B3A68233DE25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D444F326-5EAC-4157-586C-3A2A570D349F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9420708B-FB2D-84BE-CBC3-2E8AA976789B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BD457A62-2CD8-77BD-3065-B4775A33CAEC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161E3402-D1D1-4ED2-C11F-FE55EF5E9C6D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61829EA4-2ED8-7CB7-69BF-D117D5DF1DA9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817EEFC9-F18D-B9AC-CEDA-AB320D164EEC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E0603939-E151-9290-02AE-514825419F3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482FD45C-E18D-5CC2-7DD7-D216CDB4106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1E0DD366-6BD0-119D-960C-93AC4FB1B961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13739D71-DEFC-EBFB-3753-B811EB7CEFCD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36A169EA-DB8C-DE69-2454-C345050811AD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66561594-C935-8EA0-C51A-2C4B28DDC4BA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CFF893B-A7AF-18A0-92E9-5117F5420A3B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E1615008-78A5-00F0-C9C5-F23863A7D332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E78F5BCD-E340-E01A-B628-E642304EC949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CDA2F998-9BC4-486A-3117-03B3A1741D01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52B58FC3-EE0A-FFC4-FBCE-A84E07395EEB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0C317EB2-E3C6-CA86-F94A-57A19B16E5ED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F1D7E1C-0A44-E59E-6007-27C3542E99D5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3AF2772B-90CB-C2DA-4C2E-AB2E85E42837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E428D941-9492-477C-A2CC-FFDB81C4A327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6FF1E547-3E8E-3505-47D8-E5C2107EC3EC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D0AACE26-27FC-2447-0547-AE09186E08FD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E795C398-E493-8324-AE11-367628700CDA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1072B2CB-9C10-3EB2-6A42-D2E093032729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085C9B3B-29B2-07A3-EC9C-648EBC6F072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DC14CCAF-A834-93DD-F0AA-E72DAACFE2F2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F9486497-1B14-0B02-98A1-41C821877AD0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573C7538-9AA2-6004-C511-63C79D27D51E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5EB17A3C-75D0-E61A-C7C0-BA362758B512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BD20883D-D0C1-9CC8-9B4A-43087A4A3BA7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6A7D876F-9B88-78DC-32A4-C0076420AE7B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F29751C7-DD60-E0E3-FFCE-846CFF0FC1D9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2699C69F-FACC-5E0A-F7AE-3E6F1FE8C229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03608807-2C51-B080-C5B6-D6425E8C4193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A04F46A4-E925-C5B1-9124-DA289A34F294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28B41FA-715E-6861-D2A1-090A2FC770D8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A98326B6-ADE5-A376-4527-6079E776F1B1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96537BB2-7CDA-C97D-4769-455D1DE69D29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473CE71F-D6BF-CFD7-5C91-C879D682FE76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4F41BCC4-04EA-31C7-49C0-1AC063C8D214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56C09D92-CF2F-E9D6-2171-33E79672DF94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C80ABF41-B250-30FE-EC63-6FB7CBC83938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2EF7BF4-9C9A-A5DA-71E9-6DEC653B7B0F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6B7F0388-4352-97F3-F812-ADCD95392B4F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3FF558E7-5159-13D3-82F4-DEF372358B46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588E4CBD-7A76-E9C2-7FE5-F473777F9CDE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24EC63-CDC5-27B7-3DCE-830FEC5339FC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97BA1D44-CC16-373E-AD74-34E7B1BD5992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C0C7CB7-DC2E-AE33-59DA-843C10E533D3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8C1FF469-6D7A-DA3E-9E6E-6281530095A3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C6AE14B7-4D24-A80D-A6F1-ACCCFD2FD48F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F05D5987-35B1-E676-E4B0-6458C5CB21EA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EBE17C6C-3B82-9034-A4DE-D2BE4D3D457E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0CBC0FC3-48D1-FDB1-E48D-1090E91C975F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AF557608-CE02-9707-41A1-41EB680F68C2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A3A81961-ADC1-B9F1-7700-98DFD95A112B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6E6016C-B435-E29C-93A3-858228D247A1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76ADEBAE-2089-BAEA-C65B-6CCE93F2091D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F3C582AC-46E5-8441-1092-9E9F61084965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A45B9E7B-BF87-93E3-7B9D-78F60E9EEA15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D60F4D3A-C904-77B3-4241-8344776D7DA4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BFBB0E37-E781-D25E-855C-F36FE0BC9C1F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D1D07EA6-4742-651A-0A64-BE57893D36A1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02670CDF-EF71-7AB0-EB7E-6575664BB040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FD002E65-F7EB-733E-F091-2EF19BADB8B6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B9332E1E-B70A-1ED4-9D8C-0BAEF696C4CD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90FB8DA8-E318-4297-5544-5D650CDF68B1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E1653D5E-252D-FCA2-951F-3662D8DCAA4F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B7147B11-4357-59D5-F939-B64162960FEF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F72C30B2-BCBD-423E-EBAB-701C6D50E60F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588F063B-1DF6-C6EB-EFF3-F6833C2C73D8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1F9EBDA3-7DA7-BA5E-BA34-63888E8C51F5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8DF7DD4F-863C-E5BD-E775-52F860FE8561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1A36E4C8-6065-4597-59E8-88F23C7E4FB0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5C793C85-673F-FBA0-A2DF-8169A49DEACB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A7778BA7-A2DB-B439-9243-675EA1477763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FF63F5B-471D-35E9-CEF1-A3E076F03BE6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2F314CC-0508-90C3-31AC-FFB6B4173E37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0EC61BB7-EC23-2873-2088-038165376B6E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29F20049-5087-C751-2196-EFE60947211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C180ADDD-1C2E-5EFE-B88C-1F07C5C64752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02BE6B5A-71E3-AA02-4017-FEF65AB7B07C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1ABC9CFD-5D53-21ED-DFBE-D25BC05FE0FA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99A41137-2F21-A84A-3B74-BE99FC532B6C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DE4E858-7D74-AFFB-F08C-3447DCA9673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25846AAA-210C-7164-83D2-4CA96A61E228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91FDBF1A-E584-C691-2A26-179F4D0C3ACB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896445C4-B7AE-6771-FB0F-CDB17A5C1A80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9846DFB7-BEED-AB34-2F3B-3C9A4D04262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4898383F-9059-968E-9710-2F4E0BD38A11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52E6A4BD-7CC5-1B58-B691-0BA2F88CAD8F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B9D31DD6-3D30-85D6-9A5B-3D452548D3E5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6BDDA6FE-334C-F7CE-BC9D-DDCEAA28EB6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E682EF83-CECF-75EA-38D4-558BF8DFE8C3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23E02E62-21A9-93A6-3C62-1EE5BC856E3F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733539DB-2145-AB13-E678-99DA778DF433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CBC880FA-D8BF-BB7E-2C9F-1434F4D4F22F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249F8DF0-C9B3-8068-040F-689F485E1D8E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F652718A-6CC4-756C-9968-913643BEDD00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9CBD2406-8A6A-B8CA-4422-CAF1A7F6C83E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5D448ADB-3914-17DF-82E1-E50BCA116860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90E64BF3-8631-90EF-8BAB-373F4C98AA9E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61255372-857E-B9C7-E112-6AD8F6D50673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767F5844-BF9F-1B8A-C25B-9F69FDEA6833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FCA62A2E-1A97-75F9-A51A-F85F0ABFF466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0D51544B-8B64-C5D3-A39F-656030A2C537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6C45B70E-F56E-DF14-6B5C-8AF8DACDD6EF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B1F085D7-C2DC-B307-0EBA-2BBBAB2345C8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D40FCA31-7D73-5C35-F33B-880605260A7A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22C0D147-E3AB-79E8-0BA3-F6D92FA18123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ACC4DF97-5B93-D505-F92E-5C4BC4FDFFE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BB686874-7EC7-037F-62D9-62EE076DC3DA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132B2934-DD67-2FCE-206E-B44DF923DC59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3B29001F-52E8-50C0-015F-A6854A061B15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2199BDFE-816D-8CE8-CFD1-9A2617B7D6C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B170CF40-C7AE-556D-AE99-4322AE95B0EC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D45C503B-E6DF-04D9-8943-3614553C2E50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8CC43635-77F6-56E9-25E7-BFE94624FEAE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255E1967-C699-A3F1-120B-945D69CE1D4C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E37552D7-F01B-2D30-5FB8-4C3AEEC51290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A6994F01-0D20-8CBE-27C3-C171D58CCAC3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97B202C4-5680-3C68-4873-BA613D464DF6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07256E63-FBF2-1D52-175A-BE734286F4C7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12A7575D-2C32-6C36-F1BA-696654C1398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549E95A3-53F9-BEEB-2F79-087D94B7037E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8C7577E2-6C7B-11AB-9626-167D185BF55E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BA4DAB0F-8772-FE2A-3B27-1223BB53782B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DF3F6080-ACF7-B334-655E-55BCC572CD96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B071D8E3-CD29-83B3-5024-B46DA5DA7906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B86423DB-BE01-1FDC-E24A-0DC1ABE4E63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D8F3929B-BF68-FD58-3045-5752D212C7A7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5BE800BD-3145-1107-20C5-32273A7B59B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4E7B1411-433E-16F1-847F-1F6D2DDD495B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1CDB4CB3-E3EC-663A-86B9-897A34D22244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B2C57A41-644D-9E1D-ECE9-4C1DF40D3B26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C5B58B22-CCF2-8FD4-3E00-A3BBE6EFCFA6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483460CC-CFD8-69FE-7606-9CE4BF943EF0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004FAC8E-8533-76F4-B7D6-8131264B6491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8F652014-583E-9F25-E58F-794CCFD033EA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1E108C13-9D33-F1F8-BD14-7CC1DA32E042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EFD8276D-59DD-138F-97AA-8A8EF20214A1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E5AE371A-4E83-0C69-8F05-278DEA642FDC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0CE312F-CB0C-3EBF-7E7B-565CBF230713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A382E857-9D57-E1F6-1E20-6E70BDD84BFC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8E75E211-E073-63E2-488D-8235BCC339D4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506DEDA3-0671-44FF-439E-55A467496D14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190889F5-C68B-B837-528F-A3F45657FB1B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608C1F79-DCFF-3BA5-9102-E063B9FEFD87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AD488824-1F11-C8D2-7830-46DB6EFA1C39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640C4F39-9D6D-F676-A164-A61C32B1EE82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5B5B4C46-3EBC-E8A0-8005-00D26351A213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8AE4308D-5AD7-8850-118B-9950728E78AE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D3A631BC-0039-1A1E-E5E4-A76D4BEBA4F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060B9598-796C-2C34-FE66-7C636DAC3439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2A0CC164-21E9-6216-38AD-B65B1FA2218B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AEFA515B-0057-EEDD-C98B-ED824160B201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BED04E18-FE90-837C-7E2E-343CDD982EA0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6A645DFE-CF7F-8824-5C1F-B7146930E3A9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6DD13297-EB7C-C6F0-6663-DDBB9E7213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C992CC1B-ED1B-594E-BEF2-7869228F003A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B8CCA487-B102-5537-0832-32CBAE77555E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A618079B-0489-90B9-6830-CB42F3922CBF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56E924A7-6939-F11E-62BC-57DE58230CA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F5C7C686-A4FB-35CE-D6C0-55F74DF7612E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64DEF7AA-A7D4-EAA8-3733-BA4486EBA016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3F91001B-E0FA-EE62-5C79-6146B7853BEF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74D0CE19-EADD-3001-4153-762A4E332A62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8D35F56F-444C-D63C-4F5C-01D50507661F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07E320E9-EB39-4889-ED8C-F65DB50BB18C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3614A127-5C5F-ED8C-FFA5-577B6AB50CEF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6573744B-E2A2-CF42-948F-9690E8F175D0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8494263E-26DB-3428-3AAA-E9E61F5CFD28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FE23F08B-1104-E9F1-8017-0806A6E8DBA1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F7484463-8368-31A7-19B7-D5960675C5AA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0394BE97-AF42-0CBC-5F77-F1977249CCB0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E474FADA-EC56-192A-BFA5-034587B164B4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0B165178-90BC-9C68-67FB-474CF971CC17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3CD7538A-3578-1404-4C0C-7D698226C663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7B2BE697-4E40-E42E-50D7-14D647DDD0EC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CDE2950C-C85E-F85E-CA10-F6D434310E0B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E10471DF-F264-6B61-3AA9-E891D299A1CE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12632BC4-00F5-A938-043F-A7C8974A2A8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28B08DE4-3FBC-4862-3193-E079D33629AB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AE191675-054B-EB7E-6159-6C529EB53AC7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EF97F62D-65ED-018D-9724-63B4B550E968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55B29D07-883B-40F3-7CE4-573A398EADAB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FC4A02FD-3DE4-36A5-A836-937D620C1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FF3E4C4C-94D2-D1A4-70A4-E89E52DF2E41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290FA88A-52A6-CF75-17D1-3F671003B727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E867DD5A-99FF-04C8-BB7B-96D2E71AC17D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151613DB-4326-B04A-62CC-B151E94DADE9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38AEE742-7772-DFFF-7B2E-934FC74198C8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6E2B6759-31D5-D7A7-0B19-2126A9600BF6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6891B86F-5B73-CAE8-A2CF-FE6A19ABD700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12429DC3-F67D-8635-56A5-CBAC65F7733D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1A1C83CD-9AD7-2E89-E87C-78D77F8427C2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F4758E36-348D-FD21-1503-1439B10B665E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E8474A28-30C2-42CA-A907-6E1621007D7E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96BA1C1-FB9C-42F5-BC13-D50059860D40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6F56EAB1-0B54-5A18-B81E-7CD2516E2FB0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343960B6-E205-FF1C-5542-7CFB94F35E6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786C14FA-083F-D2EF-6D74-E6539B595DA5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8F3E1D7C-252E-080D-8CCE-8B0B435F1F32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809DAC62-7E60-DA15-0F4B-A5BB1F9A4C9B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ECC45FAC-4757-AA1C-7AE5-93AE9B86A797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9C6A01DF-9AA3-E311-757B-48D38DE41417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D587F4BC-86F5-2E77-D9CE-6F4479EFD23B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7AA0C362-BC02-8EF7-E3BD-F814F8DE87DA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8BE74A3C-44C2-3A9B-2C2A-259FB76ABFC3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5C905CC0-1937-2589-96D5-B6B94C757A33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212A9009-F5DE-4FB6-B519-34DB7E42E3E0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0CB36CBF-CD39-8417-43F4-D0DA2EABE72E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ADA3C1C7-828F-9189-5172-EFA50E43D7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6C101DA1-1DD3-ABFB-B1B1-410DF2ADDC0A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5A5EEFC6-2333-6BAD-7EEE-14DAE292AF11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544B80D0-0933-B647-D961-7EB1186990A8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3317A532-4B30-0C02-5202-ED8E0B5E64C3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D75197C9-4E9C-8BCA-E22D-4CE542835AC0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096FA926-8759-62BE-B998-B3ABF1BB6D91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24D11091-DA00-65D5-DD27-311598927F36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D50E1FC6-4D3A-F1E4-55A3-C8A17925C744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650EDD0E-E29D-D187-997D-36C61C3CB4A2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977EDC9C-C434-75D8-C7EC-FB2DC37407D0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C1B8EACB-3CBF-6C1E-0BC3-26D6A6C3076B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4E09D59F-6612-B655-F97C-0F0EECCDBBE0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04EC9DEE-8723-889C-E3E5-5F985E4F3D1A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22AED941-9DFD-06E9-1D01-570C294E9060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323D4CF4-4215-5E68-6E86-308F5C49C72C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69EEDD0A-83AF-75A9-CBA6-C7CEA53033C1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5EBE91D8-DDAB-E6CA-3BF1-36063A304907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11FF6CF7-23BF-F9D6-1316-7DF50AD041CF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A93B49B8-B380-6F91-D6C5-D94F83877D48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4EF07642-1501-EFA1-DA9F-E2E37CC362B5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37F16F91-AFA2-46CE-8433-84EAB436B8A4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592F6161-953A-B3A9-AE74-502D6C6852AA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96EE22FB-2A77-0F73-7B52-C310013DA950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E2994130-A067-5DFD-29AF-5BB2CBCB2790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B0B911F8-855D-554F-B2E1-DDB150A6A88C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50F054D1-6658-54F0-924B-7115046AFC66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0698E98C-92DC-AB73-654C-854E9ADDE87F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F9C7DC33-A645-B49B-9B45-873DF881A7D0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F9CC5000-8FBA-6A0B-A435-B08C1BA16E66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A653D81B-E179-9867-22AE-B15C86506698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DBF6B030-D020-F465-09E2-EF442094857A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E24FA3B8-9D45-DF54-4215-881697482730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8A034F7-7768-0387-C2EE-F7D547CF7C4D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B673BFE6-7D86-4F28-2FAF-FB5F73BEF31D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0F79D1CE-4CDD-10CB-65E8-69A9B9FC845D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471A8166-B41E-76C5-5B9B-0965C7A7D01E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F4C85689-D1C3-DEE7-F7D6-185ECE5F0514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CBFFEEE7-57E4-4F6B-D6DA-66873EE6DB85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2A52AD29-D267-F8F1-9DE6-4462F5A7C83D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91ECDAB3-E17A-F80E-729B-6981CEABD98D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3ECCEA8B-FF55-0A5F-6A05-FCEA865BFA3B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1DE20AAD-197A-D528-E2BE-07CD9B3755C6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8F86F416-AC1E-A078-0B5F-E5511B953469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A9C796C1-4888-3EEA-0A3B-A75D610AA2A8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77C3EA3C-EE9C-35E9-0153-5DDBA2AC0E5D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D7DA310-7537-B5B6-40B5-0F038DB93A83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58250053-C960-770B-92FE-C4BFAF909326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D618C60C-179E-DDE0-CE6E-244ECAF7429C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0BCF5347-3DBC-BB90-355D-5360D881CBD8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2386B33C-C812-A451-3393-EC816D61B289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05B3428E-7418-CAD5-69B4-ECC7E8AE9786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2BD38CFF-A150-242F-F55F-75643C9288A7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8CD1F55E-330D-3B78-E720-77515F5A1824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39E91FAB-DF7F-F58B-8A6A-CC497B0F60E4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C71B2F01-2761-D78B-0C41-058C26B13DB3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BD6F5D4C-C279-4D34-DEA0-E6EC5656D2B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12095599-F608-3040-7290-3F4F83835F31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1414610-2FBD-D407-09CF-022131508C3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A8A64C9D-591C-1944-9ED5-E9CC8A621C5F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2FA0A174-C5D0-3F71-F114-BA88F55DF1B1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7EA9CF7A-0DE1-5955-CA07-45C2258FC5F6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775ACC94-717F-D860-B817-E4E5D7BEA4A7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81A0A192-A26D-3BC3-111C-06BCB8BA635A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AD7F53C8-E87E-86B7-85A5-4AE3E91ADE80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5E6E67C9-446C-C316-97BB-C0747893E46D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07BB067B-7F3F-0DF2-0D13-89FB8ADD962C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672BB2BF-9D6F-FB47-3DCA-5BA557EBB303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9460A6CB-BF14-BFA7-ACD2-FA4EC311F03E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DC5D7D2D-7202-D6B0-D495-72D7F559F873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026FEB08-0662-6C3C-EBA7-1CF8221840E4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3B0BF029-C727-5F8D-36E4-A47384E492A5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6755A300-305C-8D10-1F91-0A2CDA70C695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8A92CFFC-3BAF-75CD-818C-F571BBF81B21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646ED1E1-DCEF-EA11-EB2D-07CC1E1ACAAF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033A9791-9C47-1278-097B-1C6B959B41E2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0A689D9-635F-F0FF-ED65-1650D3B46980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61C88321-C61C-A86D-98D5-D43BB56C18F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A2DBDEBA-97ED-89E2-6878-A79545868073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C33FA34F-C0A8-392C-DF25-947532F85510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5EFB3345-0163-94C7-B39A-46C9181D7A2F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674E5021-B185-C5FC-DB22-F70F5EF9078B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2C1355CC-1634-3250-40CB-E9173621F8E6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BCD8904D-41B2-5768-B324-7C46442DB514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6E601FF7-E4D5-2DEA-1E9B-1D224DA5381E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E9E217DA-68C5-36FD-282B-2480417E02DC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74086F92-3798-1BF6-2D9E-499B54EA6898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70FFC694-6835-7313-BD52-7BADA0AF4685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EB33A6BB-50BA-113C-63A8-6FB2E41E3E67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6E0567AD-5A30-1E90-C20B-C8DB6937290A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4E201CB3-0D78-327E-3403-F202816230F4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4199EFFC-5BA4-0764-0B5C-5E85BCF155BB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D2FAD10B-2636-D00B-C4E3-72F79FB19F9E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AB50AE7A-15A0-E36B-DBEE-9DB9A4FC38C1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6DC5ADEC-21B3-7839-300E-A604ACB8AAA8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8AB1A1F0-0F0A-C3E8-A048-B6B739BBEF8E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CFBD749C-FF77-F9B7-D6A5-6F60CC035D2F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D8CA0484-CCB6-4935-941D-97A482C155ED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34B2B7F2-3182-151B-48BC-1C84717CA3E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7A49F61D-4ADE-BAE3-0E11-D5CBD660B247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44394D3D-EF23-863A-CA88-12F39CF01A3E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628CA367-5C79-7F03-D3DD-AAADBA15CA2F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29BA5066-0FAA-CAC0-5D15-7BDE41D9F8E7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78080807-7272-124E-5B47-A4B301A8F81E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498D258-47F5-C89E-8110-51E7E6FBF102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DC90CBE6-57C1-BAC9-AC75-744DCEE92454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06CE1634-0BE3-DA82-20C4-3BED80362EF0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BEC92A0B-929D-3BC1-A9FB-C2469389CDF8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84622AD4-08BA-3667-E99B-0C70C6D97130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A093CBCC-C9F2-3DD7-5AAD-A40521D1CFB3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E58D43B2-3686-384B-C773-248929BE337C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55ADE79A-C244-EBCF-BDE2-F12796821CB6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D8B304D8-5AB7-E253-208E-1CE815D04E2D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05EFB9EF-279F-002A-76DD-6F2D6A1AAA62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D3CFB16F-EC5C-BD02-C2E2-04DB737E2F9F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4A580454-1DBD-BDD2-AD2D-756B9B86DD05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72FD4317-0261-22B6-0DBD-F0466CA0A216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77190D5D-9B4A-94B9-3B6E-05DFE7B3FC17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8FA5EAF0-F4C1-6CF8-AB70-08E5759A0FA3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25141E66-7560-B5C2-0D0E-394BA3C7861E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A3D8BFAD-63D6-7D1D-D0F6-DB2BF4465BE5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504162C-A07C-ABB7-518F-3328D2ED57DB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001C0471-1228-940D-09EF-0DBD1F03D6D2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39D9B884-B781-370A-9591-2F1815EA2A02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A1048C9A-4C03-DA6A-0CAD-1116B76EC035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F57335B7-5E31-A93F-1644-7D19EB5D5B3F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482B9231-4CE0-42BB-C731-0D32501119F7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D8C59CB6-5C6A-D30A-A7AB-8163DE31966D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A9C74619-2EAD-8BE6-DA80-58FEC3BD0EB0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9F1819D2-99C9-48D9-D7C5-DC0609360537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2F97442F-25EB-60DE-3899-E40DB6A04FF4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D2179839-0C0B-FBF7-8C46-4C7B0A7FA1B6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8FE48976-B1DA-378A-44BA-587F2FC60F6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AF0D531A-9123-4B59-2D8B-C1CD0718FD89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F97FE52F-47BF-3B73-CEF6-39DE5459CC86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4344E340-C56F-7D49-2E7B-AF3C684E158E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3D801542-3419-2A7B-1CE3-BE530048AAC0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9C195C45-41DC-F2F2-056B-CBB4A02F662B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8C81EF4A-73C3-CFAF-9E4F-C665EDA4C4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FB4B33D8-5263-A2FF-3C4C-FC580EDA3F3D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F0AA67CF-F9D5-093B-8AF5-CB976A5D5EE6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5921F096-5420-377C-C318-9F242B2A2F05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FDFE1B81-5B87-0F0E-7461-61EB331A1E93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9F354516-BE4D-90D8-7B7C-4D2A12144133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A719DC6F-698F-86F4-3197-33F9C18E0459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F205BB27-F1F4-302C-479F-F4C1CFAC5777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84DBF428-1315-E69B-85DB-C791A647E919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5237DE41-78E1-443F-80AE-C8B49E8038F1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C13E8774-9F46-A971-0CDB-3373816E6331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538B95D0-EA90-F868-65F3-D88E402A7EA4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155A02D5-2B2E-96DF-BCE7-4A6C7FA176AB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9F8F663-5112-11EC-1728-DA59D1E6F2A9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462761E9-6698-DF23-F8A0-1CFFEEBB715A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36F911C0-0196-6F37-E865-3FB79BF3BA87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50CDD366-1D4B-2751-3145-129ABABCF388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7BCAEF0D-323A-C154-797B-E5B1773307C9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0F6FC64B-0F04-C826-F338-4176FECAE29F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D085FE32-2E19-BD63-5540-1B8FD310FD2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421D5550-B67B-2485-01FF-C2F93143C302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04366924-0E28-5CA8-4823-01D2786B9E37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A28A3704-53B2-D7FD-470C-3411C8460918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77CD5B36-D7AD-AB1C-24D3-A7385702FC6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FC99EA04-97DE-A0F9-54BB-044F39AAFF65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F3C1638A-1292-7E81-50FE-F12F54DB2978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7D6A4CF0-8D24-9ED4-E371-0CB056D9A57A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240A0FB1-09EA-E40A-8462-BE36DB79B7CC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7ABFDB9A-3C4D-2261-773C-618DE6F0D977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D8C1D61A-1C98-52EC-FA19-FADC5198555B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606FD262-3C6A-6010-18DE-BDCE8D051FB4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AD4D96D3-316B-46D3-B14E-75D036E33647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0776D4AD-C58B-7BCE-623D-286525EE9C67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E764BF80-FC7B-A4D5-3E2A-7A91D3745E21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098285CB-C1EF-A6A8-DB63-39F1ED34854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E0D77039-4F3B-08DC-6AFB-E59C6A98AEC1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E5FD1004-6CB5-C4F0-30FF-3D9CC2FA8DEE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C6FDE70C-0819-EBA9-69AB-4C447836ED8D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B6DD418A-A4C2-6385-CF34-AEAD7392FFA3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B91FFBD2-88FC-2D2D-1922-1A8C228225CD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B9129B44-EF05-0AF3-448A-20FE3607B892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70791EA9-3EB3-0137-ECC3-577503E0D15C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3846EF5C-FE83-5F0F-36B0-220E07867DE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73EBF900-0FBD-9088-1A0A-5E8588D7E1D7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D86A9FA4-FF5C-4F8D-5405-847825E77D8D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7A2F5FDE-1E62-1FB7-C3A2-7079997008E2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B9F16CF9-D666-7CEF-6D02-D36761AFD67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E7BDF1B2-B796-DE14-7DF4-E61C6B870D6B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1E8521C6-81DB-059F-F5CD-693E3C52AB32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0940AC8-74C9-F62D-F843-AEF780BB8A5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69619BDA-A693-3876-B84D-C47CD716758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248EC6D8-D862-47A7-FC14-CBA73AB9FCA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F8822672-930E-0432-AC84-7E8C1AB6345F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07128C7B-B14C-E7FE-7F9C-7CB74B443462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21961998-D436-EF7E-7E1F-C7CE83CBA71A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EF0CAAE8-0B31-C03E-FA4B-CC194301FCB6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EDDEA21A-F810-221E-C376-DA6C759FE73F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89982579-ECFB-5CD7-AB2C-1D7896206018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735EF216-6C44-ECE2-52AD-9E03A319D1F8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E15BBD2C-0ED8-A02B-9892-759D447F3DB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CB9BEE43-ACD8-3DCC-D8A9-71DBF2A8B867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D15D2845-FA20-43B9-2E2B-73758D8175C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FE90E925-C081-4E7E-16A0-9599E4DC0BC7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3F6AD54-622E-079D-6906-C95CFE9E57A1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3E6945D3-FED4-32AF-2FC9-90EF91815DDF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23820084-2D85-47C7-A8BC-DB2B3BCDF218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833E76CA-4D65-A463-BBA3-878B8961DD43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8DE3B0AB-FEA1-A82B-3310-96444D1BB468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F364647-EA3B-EB03-1687-6AB881F004EC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ACA3A0F5-705E-3517-FE35-2EEE18687754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587DD3EB-83D5-78DD-94B3-0A623506CB9A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5F89A4D0-7BB4-DE4A-5240-04ED4AE4176E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F203C5C3-2DD6-0A7A-95B1-5847DC1C1750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476BE16D-07A7-6913-D0D7-D646ED7FBB7E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1497EAAA-DABD-C56A-6E2B-D763829CC2BD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D36B49B1-97EC-BAF7-C786-569C03FEB58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27185DB-2B06-3D41-C627-94A2FE9B42BE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86D7540B-E20C-0808-6177-255743560981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1C4E1F1C-6AD7-CCF7-743C-33867204C8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3B0F2C3C-C96A-95D7-7947-4A680134B29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026B7CF9-B32C-31F2-AFC0-06DD85486730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9684DB54-97DB-B010-CB7D-F2E7B7BE66D7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F44530D-0120-FE1E-DB30-EAFFBA707DA1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FD7A331-4059-0822-78FD-F690D0C06032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610E1EFA-FEAD-26D6-6DF8-190BA0FCFBF7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F0DC2CC0-BC91-3D08-0F8D-610A1149E1EF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C5FA30F7-8D10-D887-6799-13702C19A517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70BAFB87-6BC8-127A-3168-5F4DF5C7105B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8D64B308-5408-0BBC-7768-BE9F81D65561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E2BF47D-2888-BBEA-E2C0-CF5333F35905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CA81AA96-1DB0-1933-AB34-79CA952BD133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54AE6673-4A63-85E0-278D-370217A27A68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A1313F93-214F-B527-F404-00AAFAB64264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4F9EE77F-E672-DB26-7BF0-564F444F4707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E3ED0732-0186-E905-8BDA-84B14208CEDF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3E969C96-37FA-1DCF-3BB2-5085B7CF2085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51F53800-4635-F9DC-5684-68ADB956DD82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5DF8D837-8013-A8ED-C501-35857D73DF14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CB13210A-A369-3226-4F8D-B9429F9973EC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EAF24DEC-B38B-6658-C1F6-18522CFD49B5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3CFB691F-0B2F-3DE5-3284-601E28863510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83956EC2-0A2A-9BD2-FEC5-A0622B9BA5BE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92ACE1F2-CFC7-046E-497B-34BBC7CE067E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4ED8C48F-888F-F67C-A54F-90A836E74A12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61FF236C-9D69-F442-5896-6934C69E3B32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21AABAE5-3CE2-828E-90D9-E9E6EA41069E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0B4A1833-D567-BDBE-446C-FEE9B64B408B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A61A2E03-03A0-62FD-9222-2F52E7A9C53A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A8B02D8-2B2E-67C5-2553-B0C4E9D5A523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EE1A3B3C-288D-4E70-70F2-7478C2C3C8A0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1E522F74-2CC3-05A3-F40B-56DC08785F66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9B190CE7-EFA7-4BA2-4342-4D5317808418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62AC826F-8B54-5F17-5AA5-8936C0B144D5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3F8E31B6-D5AA-65DF-6B5E-EBFD25AC4DAB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F3255FE7-FEC2-EAAA-1510-E0700CBA779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2AB5E7C9-992A-2891-462C-A30F5D24BFE6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928687CE-7BC9-EBD0-FA2C-C91FEC7B401C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C11F45C8-DC80-B75F-2D94-76B74BD4B704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11B135F8-2DBB-2F9C-484D-C3A715B487EE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94A1AB0C-85E4-89D5-4512-8958AEBF5297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1F574A41-9926-8CFF-A0C0-AF79920846CB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4D127E57-962B-7BB8-80FA-B3CE8A354583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558907DE-4F81-0285-0F3C-D431847B002B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4479B79D-F034-2FC0-0C21-3FA92984D448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E744E1FE-5592-912C-53B7-5E14AE986F3B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5370B3B3-E7E8-D8B2-D83F-628F95F34A2D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FD606604-267A-04A9-0089-087C3F8C7E97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D1251E2B-385A-D24F-25B8-E0F5DEAC327E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E6BB42C-0BA1-93A7-73B6-0AED003A8474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A193163A-60EC-80AF-4989-A8AA2DC31DD2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66038C77-3943-ED5C-F63F-8FA849C00D00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A12BEA4A-B57C-17A4-5954-3F9B8E7F517C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178A63AA-FD40-091D-BEE2-EB37F40A46A2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6D8E2C7C-E47D-D9ED-40EE-AF28894F0652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60F621E1-5032-17CD-66DC-5606A82C97E9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16E4E762-0B65-C298-B99F-37983598F3BE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9DF0322A-A7C7-0D14-841B-48BE2EF9C417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D9D50285-AC9F-E7AE-8921-3CF29ABC7F01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4C183EC5-54EC-7315-1F44-9A28D073E522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6025F66F-F0CF-3F10-3CAE-933BA36C56F9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22F5EA01-6695-986F-B0D1-C3DBAC6D77AC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913E9F58-4492-4B52-A007-55709C682F66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EFB597E2-9539-5404-B2C3-DC964E16FDC1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5390C6B5-1691-81CF-B86E-256E51D6B414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437228E8-CB2C-772E-3AAD-2C0DD4BF6A3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04EBF847-5058-F94C-BAFA-7B14A78CED0E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6C7876-6542-05C7-A796-3D8F3A05563A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EF1B25CA-330D-F9E8-5F67-3317F1869A58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D686C12C-DB8E-5D49-8C80-F67026950FE7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8A5B1D6D-21B3-1556-E7E1-C65C54836F7F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05913A2B-1967-1090-0BC2-2DA045165024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BBBFE822-94DD-8F3D-44CE-EAFDB147B864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23F1B5A2-D9CE-EDF8-BCE0-FE9941EFBBBE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5B1AD45E-862D-E5F1-BB51-D64735E98981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833AC5CA-C8FA-CFC0-6E0C-778CDC14C5F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55B68EEE-B74D-9AF2-BF7D-80D8CBF7D45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699E76FA-71AD-7424-484A-AA2257F21036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047AE59D-85FE-B47A-5A41-E630003BAA19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7BA93479-A776-DA4C-7194-BC2F54E58036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5CE35569-4427-CAA7-96DB-89A80B7AF1E2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3202E5CA-F273-E07A-C61C-300BBDCD3D14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7743BF0F-2E0B-DA56-2D63-E2F5A187E99E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800CF6B8-402E-1A4A-F0FF-4D6ACD3377E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7E129994-4A2C-E405-E14C-9FD70DA862C8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B6A60FD3-F70F-FEFE-8B22-2F5315BE29E8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D30C2470-4C2A-8A7E-0187-823ABC79EA09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5AFF9095-EE12-4AE8-C3EA-4F3BA64DE21A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B82B0E3-2BE3-397D-D8B3-1D2349236246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5903EE71-A4A7-4189-8C54-B64B632C3892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9BF418D9-F32A-4585-05BA-74CCD665245E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F3EB24A6-9C2B-ACF4-9CF9-FBFDC7BFA44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00E59D35-B5E5-F52B-D82E-8739D674BE53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925D97CE-42A4-31B4-F4C8-A914FDC88F29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CA1A0B53-680C-4569-60C3-249AC3BDD31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B866995C-3442-944F-1119-50A46AC213E6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7D022D67-C6CC-497F-BB03-C96747E2E684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1B3BF69A-65AD-D18B-3EB0-111C9F5AC972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51934EAD-E5B2-7BF9-203B-265867588FD3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214E2941-EF0D-85B7-216F-9E82E7A13B52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FFCB0CF2-5339-58F2-BABD-B5D127A7C627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52D4648D-7621-3F42-195A-43AF957197EB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43D236BA-5608-1BA5-F5CE-35EE30DDF371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9DDC5A20-2164-3C44-1651-E07C222DEFA5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7547758A-6CE6-8DD5-B5F1-69E4DAA5FE18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C34D7F72-4BC9-42C4-1C70-121A112A077C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EC44F77D-6350-53B3-2409-C3A5286BD38F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F16552CE-207E-FA4D-71AA-38C857AE80E1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B203A215-C2D1-396D-C860-A20FA4C0608F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6374D4A6-90C9-0E48-3B95-2F6F96E8A966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6888AA21-F23B-8C65-EC84-704C18F40E51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E573FE25-FE7B-447B-C503-3823B57D91F6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4691DC21-F29B-A851-1DC0-F799FD2C120F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F69EF5F2-D56B-C0DB-C42D-5DE6FC79518E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8384E3F3-39F2-4D66-FADC-12ADB7163C3B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563BC666-8706-1207-87C2-6E2E4355ACD1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BF86158F-C661-ED0F-8593-0F7E309F9C3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3405ECB6-28C3-633A-4896-A721882745E2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9B25B043-DF00-B195-3EE9-7304E9E9FACB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F29FC399-30A4-8551-1775-801C005C07CD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CFF4F800-6D1B-2E3F-89E9-A630A4D0DA7F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BEE1C2F8-C804-EB66-2C7E-5AA22DB04B1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670AEE2-B8B8-0319-46CC-24B3A4832AE5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A189F0CD-8D65-B288-B67C-5CB5A9C4A575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A017696E-B9C3-C66A-DB62-F07243FC3FF5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ABE11255-F6EC-2A41-355D-88EDC639CE1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C23812D1-5AC9-BA74-C86B-594B8AC2E06F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ED600FD7-E4FB-44EE-0251-82F98CFD8892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2F463B1F-70DA-F9CE-1983-B4EEABD135C8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C4F514D4-A3C5-9F00-0C4C-42E690F474AC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ED307859-474F-17AF-AD0A-AB3C406AF39A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97F80B4C-BEAB-4683-65F9-A8B725949D25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0942AE07-01A7-0EB9-39CE-C8102139227D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84E6B648-06C9-FEE2-1779-EDC1C192B2F3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3862CBD8-E0F8-C00F-E4A1-3DD45FB54E3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BE944677-8A0A-10DB-846C-D1F5C013011E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5D20EC7E-790D-EECF-C664-57A9BE98616E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21CD5281-D29E-E6F4-1872-93E0E0ED77B3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1E92AA20-8985-68DF-9772-67C027D56863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2A4B1DC4-F793-4C16-B7F8-5FD86D5D9375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E39D69D5-0ACB-C511-5304-A98D60BD5402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54CDFB1E-393F-BAE8-305D-D0CF85294C30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F68DE6D0-F712-708D-EC35-E852989E847A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C9FBDBBD-44EA-45E0-406C-101C0FCC7BB2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492F2DCE-D8F1-5640-D65D-EF24178BC450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90C2022-144E-1F88-E1D1-F0C2756CD85D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6E96F89E-640C-178E-9EFE-4BFF59FF4F73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ADFAF5DE-E700-B553-6C5A-E1DB5F4CCE3E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14B149E7-2383-10C0-23CE-7D29111B7CE0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F6AAD293-DBF9-E94C-0C48-9277CCCA8A3A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6D22AF7-51A3-7AC3-0D36-806FE3C6844C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2EEE2FF6-83E6-7AFC-0A1F-3D60C78B3F7C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76DEA76E-B395-34FD-91D3-C3AF9F791F9F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2F33A1E9-A343-9AB1-747A-3CA553226E0C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BFE33A92-19BB-583B-F55A-21EFD0362D69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56C8B38F-A9C1-1AD3-9967-B7A537116D34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B6271CF0-86FF-13BD-62D4-CE2F5613B018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BBB98190-AB2E-5FA9-C051-8BA4D0BAAE59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8847BC8A-78BB-1E50-B631-BCB0F967F5C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46BCB0D6-ADE2-A758-C662-72BB9841C0F5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346F9928-8874-4C49-305D-54A981400BB3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39647A37-D6BB-D0E8-4880-BBACA218305C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7D7B5EB2-6128-B417-6964-DA86BDB8965B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5B511D56-47B8-DBEF-93FE-90A5B66663A2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19BD53E2-7A34-A69B-EA43-F197AAF4E480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7CBC3ED2-48A2-D88F-A570-96E206ABA4DE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74868984-A02A-DFC0-52A6-3C613CC11970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00A615C4-296A-5BF4-7B6C-D8A332C0AA44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B327AB26-727A-CEA2-D908-4C783565244F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D9BD799E-5DBA-761C-3477-78626CF1937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8D38929B-9703-FAC2-D8EA-B1DD26ED2A70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90D5F19B-0BA0-66D7-7D7A-1798990851B3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1A1A7854-E4ED-79B5-5396-79D28EB146FA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488E7A93-D182-E55D-6A14-5794E51B0740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47E61A8C-8C93-1ECB-3D97-4ABAB569006C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8A452195-FA5C-461C-C9FB-A13F0AA76EB7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2A8DD3C4-3C32-1073-D81C-7335ED420B22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3490D938-94CF-FFEC-4578-74B0FE93C5E6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C950E61D-62E2-A63C-BDA3-4EA660530005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EBAB5242-BB7E-A6D5-62B7-44C0216B0EDC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424E4810-7019-FEA2-C78C-0150A4595024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4955DB31-4896-03E1-FD32-8D8CB482220A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233BDB7F-7089-6335-520C-D40DEFCD43EB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C819F99A-37D0-F99A-1222-4ECE2635D306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8524D8CE-985F-0203-73F5-7C54645E98FD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55050DCC-8253-2EEF-3C3E-495252854AB0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7C7A5942-08A4-966A-63B5-C6E60E4B7377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D95B235-A73E-D1D6-FD4A-DFEF357BEC3C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CF10BB71-2EA5-E7A9-FACA-69EE7EC98E4F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CC3E45FE-F4DE-556B-FA38-206395C64F00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D7DCDE80-1058-DBA0-C9FA-0D6A007B5A42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51A3B878-2307-FA9B-5183-772DA94595D6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75A1AEBB-D377-4E20-3E87-D9B1307973D8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9FCE20F1-C5F0-EC19-5DA4-DD2DB277690A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CBEFD9E1-6F6A-15F3-4BE5-5562AF68A6A1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4F067568-B9DC-733D-414D-32978BD8081C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F580B183-1190-306F-6B8D-73EB2347D2B3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E8D43E64-AD1A-AF51-4B4D-5DB6F91C96B6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BD73C768-CDEB-E211-D2C3-50FF5444C018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4CBC9B87-A71B-7112-52FF-D670BC540A75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70DC4542-C8DC-BCE2-0699-71ACE85C1280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70C16068-D0A4-10AE-BDD5-603A8FB595B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F50AAF2C-7453-A438-17A5-B348BA70D834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57E69A6-29E4-CF2D-76BC-F470D4388BC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1E1C7E78-3CF7-0C68-AEBA-D0AB84C2F9B1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44E04A7D-F3C1-38B9-DF62-39063E06A067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C4222F98-10C6-930B-D33A-DBA034EAF65A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56EEB7E4-3257-D84A-B111-F4732BBCCF37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66B70C-D51A-AF88-199B-BC3AC1C3733F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C7E6D5B8-6B44-F14F-6275-448C3C55407A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394A6F87-7E23-BBA9-E0F1-2371E380105F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31EC4638-68F2-47C5-CFC1-2BF7B9A035F6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6ECF1A39-6BFF-4D0C-DB46-EE20BF2D5FCE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A8089448-944C-26CC-FEB2-EE101A7B812F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A574F02E-4F67-B459-2380-00DF20BA56E6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8121FC86-83AF-EFD1-5954-7AB40F62080B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2A4D61D9-9981-EFB9-97DE-D3FCA5A2C12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05A15E1C-27A7-E96C-4D91-C9CBC566CA84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87384AA9-A386-A668-8027-0D3C36E78BAB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2D7F3E4E-1278-FDD1-CFB3-F8C02E5020F6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1658FDFE-1EF1-FA77-BCE5-D85151A79098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657B87EA-5108-2E31-F2B6-B93961AFF13A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AE93A5F-AD92-BF17-6AC9-520C781C3B3A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19E1DB0E-3CB0-B2A0-D79F-A5F7B01C438A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C0423A3B-D021-013F-BA23-32728AE7DF3C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1112D1B5-D854-C8EF-3B6E-518415A13F47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22D9BE11-3FBA-15A0-833C-D8F7EB42C362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9B9385-54D1-0E74-E161-25D61B7BD9DE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B930F16B-82C4-979A-4006-5C93D1E33037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D7DE07A4-9C1C-F02C-899B-9E08F59FC934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DC4EBC6C-15ED-A699-2DED-99178688E686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7C555DFA-47F6-23F6-6258-88746B3DE74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202FA1F8-422E-3F50-66A7-6B5B3E2BE393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E3BF0D71-687C-E4D5-B8B6-6FD963F050A2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E5213B3C-9801-FA17-4767-425EFAFEE6B5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9374C308-2EDF-B60C-5E05-52C88D639FE1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79456FAA-3B59-83D4-9EB0-85191D1AF4FA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5A798CE8-B272-8016-BCFC-1D09F0C00FBB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EA47347A-983E-D6CA-8965-F28D1D8701D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7E8B4475-6E2A-0100-B899-29C4CCBE5686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9DC371D0-0881-FA45-C40F-F1FD0FEBEB7B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AED7EB73-3A07-A74F-F523-6F23267588B2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F1606F10-809D-E879-64BC-9040EBCC2C8C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D05E7BD5-B82A-4F66-4A90-4DA2DAFDA8EF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15920BB3-E6AB-8771-AD56-0C7E4C5BE8ED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5F040391-A458-FE55-C80C-40889876D9F4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23AB4B2F-9D01-2ED4-E7FE-253277AA23BC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C7383D16-4358-E3F3-5537-45BB88A61D25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B8562CCA-838E-2061-384B-7AA6A7428008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057BB7F7-19B8-F9C5-AB73-AE09708908C5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607645E-9444-4BAA-ED03-DBEA3EF98640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06A361D8-140F-A300-6D70-C63340BE64EF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EDC0160E-5182-DE45-6D1E-1249881F423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D6D2587B-9A3C-592F-B3FB-C4752D16BD19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F98FA76F-BEDD-968C-6C77-0C06111454A9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3879A498-B6B0-4CC2-46D6-F2F7964C20BB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BC3248B5-7A0D-6621-BBDA-521518A569AD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DDF8D8C-A156-0995-6FC6-22E70462F4CC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6F5434E-BA63-02B5-88D5-492DF8AF1E12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E88457AD-ADEC-D449-0A07-8ADBBA865EA6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597050F7-41AE-2BF6-E6D9-27BE74F8A73A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9F00039B-060F-904A-18F3-6B4BB023EAD0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C3D300C7-CC49-09DD-80C2-C826A3578E17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7D5CF001-6957-9CCD-4496-2FD03C624C0F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AD251E10-642B-EA9A-2DC7-5C2D671D5F0E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5C3F27B-2E52-B529-597F-70F2874F9D3F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2AB7DEE6-A097-DF2F-4176-B694E509BC7A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A99360EB-6B49-FB61-EE01-F1C47807297C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EB738119-B0AC-802B-E6A0-7FEAB3435D7B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79443BF7-5A0E-DF8D-34D1-DCD6A5E462D4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3DE5E25B-D093-A930-1C49-0DC7E765E64B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3A8F4BA-C906-B0A4-EBC6-E73C52607DF4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8A67F410-6847-E3F9-60DD-1715ED3CB796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5A08537D-6740-8582-8BBA-85C16064BBF1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171FCB62-EC0E-4B4E-5808-A45C8B7F2FB2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F9897412-E699-29C8-5962-B91B9489A28C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A4DE21A5-2348-0BCC-9020-BCACC42AEA59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559D8FB8-2398-3479-6589-FB1F3D9BFE24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60568B50-9924-42C4-6453-1418703D9A62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726CAA80-942D-1833-3E6C-1FEFEC787C06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4FC26768-2E41-D60A-48B3-59B6D536A76A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69FD8268-167F-D3BC-5148-EEF3E6F77F68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1C2CD4E7-C7FD-FEEA-A8DB-C77A79143583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D2A5074C-950F-AA45-EA01-46DE1D19CCCE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68422008-537A-F9B1-3019-70373B25526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EC7278B4-6B88-BC00-503B-A3117BB4D3CD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7E514422-DCB9-9C05-4644-EBF0FFC0A4F4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AEA276C5-E02E-212E-0656-9B5419063574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57013608-15A5-44D9-E147-3B914607D2A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6D1CE5C0-1206-CF22-A0C2-B8E383C73BC5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A39BDC18-1EF9-1AF1-9958-20AE29A8ED6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E066125A-5E93-1E64-2DA0-2578B5E7E085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D0167309-CF41-91BB-E496-F2489ED45DE4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9C5DB841-BE4E-1191-3C46-4EC22EAAD266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93A2E9BF-BA24-4702-B1D2-BB2EBC3EE5F9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E50B4836-E19C-0DA0-07B0-B4AEBC94E0C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DA98A7AA-29D2-61F2-A703-46A2DC654DB5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D0503BCD-03E5-C197-2387-C82880805F8C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110E2DAA-842A-87C2-77FF-5565023FC1CF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16F7678E-1696-5360-5272-0E8AAF344D6E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9CF1A4E3-4625-9B07-E572-76F77EDEEB7A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C1400F2C-844C-F512-4064-0E54151F98B2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8538E95-755E-34F4-C657-7E47C8EBA5BA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AEF304AF-B188-2D64-3055-BC676B43B983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B1571D20-6A06-2715-C345-3D53EEA11C12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CDD046D9-B820-46DA-22F7-E429221CD6DB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02B9C818-9817-369F-E21A-0FC6E5249E9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4D7491F0-0284-1B41-730C-6DC8FEEA9F8B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631A9E7B-6BF8-8E99-BC55-410370C7029F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2EFC32A5-69EF-8B2C-E526-4574F0850953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C5B72D56-ABDF-37B7-713A-7373EE71F4C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A0946EF1-1624-AAB5-37D8-8C2DBCBC323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D2309D3E-C9E3-5BA7-8CCF-84E6AA509740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DB4C0807-B9AD-5DD5-DE1C-DE87E9CF768F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01B370AE-8259-9A9B-7E7A-D5099D294961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EC30A98B-DC80-743B-50CF-75200EA9D473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90D94DCA-8356-F9AB-379A-C5A8A853C896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1D03E76F-D079-785D-F6C6-9A5E665CC648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CC0CC1B9-39A7-0383-4D85-F3812B8866F4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5CD188D0-0FA9-A527-E322-8F2AA3ED3CA2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9E99AF41-776D-F580-333F-F0A086D1CDC1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BD49CC00-F750-1C5C-27C1-60905DA9C57E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71DACA7B-2CA7-0C21-9230-BBAED4C294FC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ED09CC2-CABC-DAC2-580E-F586AE190226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20072956-7B0C-1F31-0452-C8F63CCF8266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B97FC1B6-B356-B102-570D-A7D86E99A339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BF4A7CD7-890E-C7AA-1ADC-65C405EFA3FF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BF0491E3-0E22-0CE6-0747-58C2EAFF39FA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50474296-7659-2A74-91B0-9FBDAE3F2887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C8EBF897-98B4-DD84-AD98-522977BE4E18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C9E57B69-B56B-8C9C-2E46-4E00EEB4D6F2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9F9A56D1-958E-0FDA-DF40-62E0AA3FE45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8FA0AF1C-0C3B-EAD1-018D-C41E86F12B2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BDB3E3BC-D21E-ADBC-E451-D0E15D39B40F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2E6F52DD-BBF8-3AFC-9E82-B39A45A8AEB6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E1EE437E-6674-BD1B-D2D5-DD7B475A1FA4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16777C4F-9847-1E05-F647-25A02F17BE8C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0F621FDC-27D3-85C8-4312-0EE966182489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A2BFF38A-D424-416B-C77A-5FF859E765A1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40A43340-C82E-7EB4-314A-7B98052B1FF4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B2121301-11D5-D5FE-629F-4460C739A89D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A6E370AB-92AF-5AAC-8457-C66541C9BCEC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9CC09B19-FDCB-7BC9-0358-E0B54C0B57CF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25E8A0A9-8D0D-EFC4-D46D-A03459460EC6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2DA7DA1-3DED-5A19-DD8A-43319E7CA977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EAF1DA27-59BB-79EB-6E9A-FBB47F2ED1FD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768E4542-D5A3-44BD-E4DB-55ED2EF1C810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D72A9BC9-9A4D-EDDF-9EBA-468FA29425A3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AA11FB7B-E1A4-1D2F-9236-7F3BEEDDB9D9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95715920-5B96-D7DF-ABB3-F738DD673CA9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3D7F0FA4-4B07-B7E9-FE0E-436ACD9DA79A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E759BFCE-5CD3-62CD-6DBD-E296993BCEE9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DB14878A-126E-173B-FEFE-2995A43831D0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319FD331-3E98-5BE7-AB8C-4DD211165ED4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C93E27AE-064B-A903-D417-D24703B78016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C86A4BE3-500A-CCDC-5F79-EA580546E5C8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9637CCB4-5525-C9B2-DE5D-4DF5F019CE3F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C744F59C-4B15-7952-A269-722B9D8FC773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39C9A994-C812-74BF-D6B3-EBE98D350DD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CD98E39-567E-226A-C60B-85A8850C5B95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E6E25430-7689-DE4C-DABA-14748BF015CA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133B0B17-205C-A0EB-20FC-008BAE99D2C8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11D65247-B8FE-ED07-57EB-23FDD16167B6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18AC77EF-1FFC-C6EE-E081-090DF3C73E99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A9ABE6FB-5308-E124-ABA6-FE9749143B63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25413153-2E8D-26DA-901C-DB30F407F562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E46E1523-1CEF-4912-D0B5-5479BBBA84E8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F75EAB06-155A-5D53-0E2B-89E6828F19C9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B163B8CA-E643-C8BD-2435-C8CD09D82F92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E7AF3A09-C636-6960-B67A-190B778F5EB6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92DDA47C-51AE-D8F2-8B15-21A1E76FC152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E77F5096-7655-F262-5566-C24171D69148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20ED85E1-AC65-EDD6-9B41-7A99B31B1BCE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86F744D-04B8-9081-2E59-06CD865938EA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2C179B78-BEAF-4D2F-6B24-D924FAC2129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355828FE-76EB-C474-3816-E472940D2DF7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804E9843-9D8D-E719-F3FE-DE68C7CBF92C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D6DA36E3-7918-7570-B72F-2DC8862798FC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01B5A141-EFDA-1CA0-4835-DA2E27BB1F8A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CFFE46B0-5A9D-BF4D-5827-B3847534C45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C1D6AC24-D339-42B1-AA32-D5A5294354FE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C204155E-2B7F-C58E-7CA2-1DC5CCB88862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C86B7A87-8EA1-0C7B-FD40-6B6D5354D9B2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20DB42AE-D183-59E0-C917-53EB7EBF75B8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E65B18EC-26B7-B8F6-77AC-88786C91E80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A2E34E8F-4ABA-919E-07DF-F43D9EE0C48B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869D688B-257C-881D-DD98-685D4883F302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4F5CC53C-A6F8-3AB4-9AF6-5783D4E0F616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291AE100-5F31-FB49-5327-0324D42BE412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8146A12-1934-6398-22A1-FC79C3C5A2BB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9C2D791C-56EC-2975-CBF5-6623117664C3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D9283F23-9768-04D2-ECA6-0D0D1485D713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1B568F45-9E27-0933-BB34-ED8E07AB1FB3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6E8E6F67-B85F-C123-04EB-3EE6E3BF5C7F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C1CB32A9-55BE-6AB1-C783-27A272BFF127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CB8451EB-5CB0-0AFC-CAFA-EC9D358939A3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D77E75B5-ADD5-AF20-64A5-173455BFE690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A85D2F07-5004-A89C-190E-B041BDA71849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645096CB-698B-961D-399E-89D7965901C5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BC0FD40A-C495-8D37-7743-B04B241549A6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E23FF858-C179-3C16-87DC-5FF54A0F3172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9165AFD9-575E-DA96-8179-02939283238C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D9FE0F53-4C68-6632-3693-139ED0CBEF85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4DB3984E-081F-7F1D-0F63-47BA1BC4133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F58CC61B-7996-BF78-168A-1AC72DB3E9D6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1B0EABA6-A7C2-C0C5-DB4F-FE1F29522AE6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D436C9F8-B46E-E222-DF71-4BF84734D3C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0CAEA7E1-82A9-B3F2-0B59-96532E8B7877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193FC36F-F9A2-0FBE-858E-CD6AF39E927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BF8EAAD0-9254-3A3F-C73F-A1D7A17D74C8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D52156DA-E2B2-38A3-6C8D-A61E2E349AF1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F07B94B9-E56F-4EA2-30FD-525FDFB582DA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0885979A-CAD1-0987-B491-60CF7A11401C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A9CC3C5D-542D-1813-BC99-55BAA53BBD2B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8F4CC82B-F5F8-9A80-36B9-AB7141581B91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7740E21D-6C11-27E0-003B-4B7CFB666EB3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BB9E3DCF-941B-B330-3FB4-6FA31060DC66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66016B43-7B33-A16B-46A4-087AD173B2F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60BC47C1-9ECE-2F5A-2ADA-93D691A3C75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0BABC456-21FF-20BF-9494-84C8F91FC8CD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0338C643-3A36-DE01-61E5-328411C4BB25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256A3584-4CED-ECE6-BB0C-F99BCA1B2F4A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08EC34B5-BA47-1FEB-4E31-92C275A22636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77D54691-24A7-BA10-B948-529515787C5D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920E9F06-1730-8176-6653-5219F7E289E5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3F9BC93A-00F4-9A76-2932-8C5AFA78BD89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8EC6D637-730D-E763-E490-3AF6067D9B8B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A6B59728-3BD6-1055-5F3A-78676EDE2686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98D1B827-6387-18A2-A802-025AB8CF5274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0CD8EB1B-ED80-A369-10CB-FD3D07C2D237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8751E7F0-F668-DCEA-09AF-4A39F49F0D61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1A33A676-8B9D-12F7-B22B-AF8E793AA195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D3EF2323-161D-CEDE-898D-CCCBFCD92FCC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67F66F1-745B-41D4-C849-A61CDF106F78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19197B5A-72D7-1CBC-104B-A4D16535430E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2A8DF28E-07C3-5441-7BC5-C4AB19C27214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228C270E-8898-CD3A-4811-E884D4AAB7A9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2D65FB9E-6658-BB3A-26A7-CAF4B3EFB51C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46A3738B-7E7A-0FE8-3D55-844D921843DF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B0553216-3AC8-37B0-98EF-8D1C0DBD18A7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031AA2BB-577E-A146-C10C-7F18C34A8F40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702354D2-C141-BFA6-064E-7E5E4207AAE2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525AA721-485D-F2CB-8111-73EE461CDA22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F63A62AF-8656-AA7C-9119-D506E9B2622B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6BADA247-583F-2FB5-4C87-2CB7575A78A1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BA6C7A9D-DCC1-76C9-6993-D7EA6AC45DAB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91524EC7-C4F3-7269-757D-93B44C3DEF2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9DE77550-3D7F-50F1-40BF-25CDDEC80638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4DE07BE5-8E50-7A6D-A9C9-717C456BDA93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3E5593AD-7349-EDF3-33E1-2FD508919B65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CFB77969-EA02-E1CC-2C12-0BAE32CCED4A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13F7EFE8-42F0-4371-A180-6D90C14ACE8A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DCCA1465-71D7-C1AE-D4A5-8A2F161C6685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25FDB67E-E272-BFF2-AD57-CEB249061829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FB270E35-C5DC-5A6F-F40E-FF1CDFE46D58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A773F2CB-682A-6A3B-5A99-53FB8A0B1598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7BC28E9A-DA02-FAAB-02C8-64AC2355A301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2D72DA7A-E9D9-B5E0-0A44-23FE80B9E750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FE80DE3A-DE0C-33C2-A9C0-69D465B4109B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207FE305-BF38-9855-D4B1-920CCB405D89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95F714DC-CFCC-F047-3BD0-2C3646BF6E5B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65B09880-5097-2339-29E7-B1A4229A54B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4A30A170-9A70-AB88-98DE-7EAF96E2E315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8D73B3D-B2C2-C874-921C-5B9781AE7DD6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8E2AA812-148C-89C3-9FAC-71C35C80BAAA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04F25D40-D968-4BEE-2FF2-59952CC91F92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245857EC-99E4-B5C6-6BE1-CE5966EC722A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FE3C8200-B253-4F18-9BA8-3F61D102BEA9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30342186-B5EA-44CE-B99E-B455B1BBB5A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BF3756BC-77D9-D25F-7625-B4243376ED11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70F66CB9-3E08-41A0-7294-08999D009DCE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EB0C94A4-46BE-79CA-B864-F15B7FB4168A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7691C19-5024-B617-6492-050103862DFC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DEE89853-BB11-43AF-2D27-126662745423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D3C728AB-3120-25A6-FD68-B60D0FFF6C49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5FC1CCC0-9B8E-0C27-826F-7AC5A18F21AC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4C8D67DE-7040-B396-2CAE-073E3EEB3312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4AC92C32-ED03-A209-0F66-7A5EB3113149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7081AAE6-1C0D-B71C-47E9-ADC333A70348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3870D5A-CDC8-A8A0-6B15-F6981289B903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0C933D0A-7547-01C2-69B4-5A2F7B0A4CE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FAC4C57D-A027-DCE3-1B3C-10C610BE3FF0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1F6EF395-2C92-654E-6EF9-9D295A074AE5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902962A1-AFBA-7890-E62A-2751FC0F65ED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C04861B2-C9EC-B7A1-A135-4E734889133B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EA8E8036-BE5A-C31E-FC2E-1DB662BBB326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E2DD2F6-E98C-03B1-CB64-C22B63200FA4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5587BBAB-0327-8848-6811-2A45917C34F8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FF8F100B-8CD7-04C0-6A49-90ACBEFAAD50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38117FB7-5C4E-BDEF-F135-03CDD653D103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F0DE29B-7FB3-4AD5-DE23-F11A82629F1F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EAB56DEC-8BB2-B74B-97DA-E606116CCF08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D549252C-3B0B-D3A9-227D-0DA9A07E3FE2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FA2BCB74-0C67-F3C8-D85B-BB1FAA6F3472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DBC09EB9-1FCC-85F1-B728-C341441C3B4C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82248491-7046-4601-168F-1D9E10291594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CF52F43-7520-6EC5-D0F7-15DEB72049A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3C949A31-1CA7-4996-7D9B-BC34E69150AA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B43D482-CA4F-32DE-443C-C95DE8FDBE74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C6A33077-C438-3270-F030-70DA4BB87F7D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E4CA3196-AB6B-202C-71D5-B57034C06657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F86EF74F-34EC-544D-A11E-897A707C052F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17683DE0-3DD8-6474-6C73-9F9999E5B42B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2DDA699F-6B23-E269-5047-1F2C29A24158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617231A-54E5-4835-EFDB-4672025F01AE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F0084DF8-A979-EE3B-5B76-1F9929F0468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C14320E5-388B-84A1-7BFA-3E81F60D76B5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E295353D-BF84-9C4C-E67A-6B32E02232AA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6F75B568-6102-3860-3008-9987A291E21D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EF557D74-768B-AEC3-9B99-A3DA79C060D3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63EBD7CB-8D3E-5EE8-205E-37DEC44B48CF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684B9463-2FE0-DBBF-2830-E51038C6A6EA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0165AD54-E55C-525D-724E-4DCE1F5D3F45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80B3896D-1F17-98E1-C7ED-9A7DB2D174FA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A17C93AD-7906-CC45-16E6-617514922125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E45CBA0-C59D-7C3A-CD5C-2A5AD84CFDC6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E2F70FEA-AC86-AFD5-9926-74E84F2C9D72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9CCECDBE-E07C-0B64-6972-4E8B9770D5AD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CB68E8A-5C74-95B0-9535-28240F364D7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42AB83DC-4CC1-2D0B-C84E-CC06B862A578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018C2A18-25DD-A141-414F-717247BE3C55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3F795725-429C-66E6-F4A0-D4A4E9474FC8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941CD061-2AAE-4858-7081-00FE678CDA11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6FCC0FC9-D65D-7BD5-850C-0E19DF7C8889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71C84246-B9D8-5B34-C103-EA255EB92D69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33357E5C-1AC6-8A81-0856-C3834D417B90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214264E-C77E-801E-61D7-43887CDF8BFB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FCC97B64-2CD3-2163-7FA5-D600E4FE40E0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86BAE6A4-0226-9159-6C1F-024AE7CDF74D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52D9243C-C879-2052-89FE-8F034DB2C003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466F77FF-42DF-9A60-AF74-5721DAE0C002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198F603B-F058-6BFB-ECC0-499C4BEBB440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DBC91DD0-2271-28BA-307F-A2D207A3CE68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9138C569-ADAA-0424-E3BD-359912778CA4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31657FA8-5601-FE2F-0E9C-01EFF416F1F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1CBB070F-8C7D-9C26-1BEB-7840BFC14CBA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1C9802BE-5901-1DF2-1D25-8D622158B947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4C06A076-9BCD-8B1E-55C9-8E31189C2FC9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174F7C27-D8D1-7DD3-C531-11E84E4727DB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BFC1BDB6-58D9-99FF-C5E8-70EB784071B1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4A0707B4-75B3-EAF1-F93F-16DBA3892299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4ACDA3B0-C604-C022-1E24-FE78607DFDBC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8A6C5F53-0734-745C-A929-968320A22F23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7CA8AEA1-E672-891C-71EC-E08D3526E809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6A49610A-7F35-757B-E74E-084EE0851139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709B8DAE-CDA6-A103-6AE5-D238810DA313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72" name="label__1971">
            <a:extLst>
              <a:ext uri="{FF2B5EF4-FFF2-40B4-BE49-F238E27FC236}">
                <a16:creationId xmlns:a16="http://schemas.microsoft.com/office/drawing/2014/main" id="{B0A9CD38-95C3-6199-7764-6BB2921D9839}"/>
              </a:ext>
            </a:extLst>
          </p:cNvPr>
          <p:cNvSpPr>
            <a:spLocks noGrp="1"/>
          </p:cNvSpPr>
          <p:nvPr/>
        </p:nvSpPr>
        <p:spPr>
          <a:xfrm>
            <a:off x="95250" y="5747660"/>
            <a:ext cx="1195917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63442"/>
                </a:solidFill>
                <a:latin typeface="Arial"/>
                <a:ea typeface="Arial"/>
                <a:cs typeface="Arial"/>
              </a:rPr>
              <a:t>Receptor structure</a:t>
            </a:r>
          </a:p>
        </p:txBody>
      </p: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49354F6F-ADA4-8BD9-5E88-B33B15466B1B}"/>
              </a:ext>
            </a:extLst>
          </p:cNvPr>
          <p:cNvGrpSpPr/>
          <p:nvPr/>
        </p:nvGrpSpPr>
        <p:grpSpPr>
          <a:xfrm>
            <a:off x="1280583" y="4384675"/>
            <a:ext cx="444500" cy="63500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96EEA140-454D-D232-5FF3-515B5F0475E5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AFFC6C0A-30B6-914C-4C55-DCECF466F87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1976" name="label__1975">
            <a:extLst>
              <a:ext uri="{FF2B5EF4-FFF2-40B4-BE49-F238E27FC236}">
                <a16:creationId xmlns:a16="http://schemas.microsoft.com/office/drawing/2014/main" id="{CB83DAF6-F85B-1932-6EAA-7E56B1C7EADF}"/>
              </a:ext>
            </a:extLst>
          </p:cNvPr>
          <p:cNvSpPr>
            <a:spLocks noGrp="1"/>
          </p:cNvSpPr>
          <p:nvPr/>
        </p:nvSpPr>
        <p:spPr>
          <a:xfrm>
            <a:off x="1227667" y="4188884"/>
            <a:ext cx="550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F0D9487F-C379-42E1-04EC-404A91AB0697}"/>
              </a:ext>
            </a:extLst>
          </p:cNvPr>
          <p:cNvGrpSpPr/>
          <p:nvPr/>
        </p:nvGrpSpPr>
        <p:grpSpPr>
          <a:xfrm>
            <a:off x="1855339" y="3432175"/>
            <a:ext cx="1890934" cy="2248958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5C980954-AF88-873F-DA6A-CB846422F96A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A1638ABA-7760-6C05-5C20-C8F487258EA5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9B0709C3-0749-A9CC-7378-0C228B0A86ED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F462AA45-3AF0-FAE6-968A-3A1CEB7AF655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96D06784-92EE-B259-1EEB-28F4F5A47946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86C24F4C-2F85-681B-2CEE-08BD4D816BAE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42AC71B6-2554-EED2-821D-C8A5EBEDC1C6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B6EE1F1D-D952-7C9A-2AF4-B72545CC6A5A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A450F4C-8456-17E5-C017-EA3D8F6DEB0C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91634E0C-EB21-91DB-1254-9AC1A2DDF613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9A3A2F57-7A40-53C2-979E-9B93F38D4B65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F07D5C66-EB76-59D8-E34D-0F1D10F9A121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412C2C29-7A06-D8A8-28EE-CE39EB0B8C24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9B62563A-25F1-A4EC-1523-463F7DD0D9CA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48583FD7-3FBB-236D-7E3A-1BFDF06665D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56443E60-EA89-8A45-4007-17D6BA3D4DCF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6D343D78-C641-B7FF-2C00-672DC6D98DB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4757A150-03E5-7B24-DE41-14267C78E8FC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AE7B9503-CD80-2DA4-E930-3295C8E4062A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CA5293E7-4627-DAEF-9628-7A3A346D9AA2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6FEDBFA6-A205-6BCD-7541-94BF35E39147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C95CE7A5-5DA4-9717-1629-92B01FD4156D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DD41BA8E-F657-66C7-B6BE-1D8AEF044DD8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ED387BCF-6EDC-4F03-8308-5F4D8BB6FE01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C23C994E-94DD-AF1B-D468-7586DE65B8FF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29FF1C3F-BFBE-FAE8-AFA5-80CD6CB46596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D9A68663-475A-E148-C13B-A297060E31B9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769353B4-4CAE-0D94-DF64-F7DA4921D413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DA1CE566-1DD3-AB5A-4A50-5233AE05BB4A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4666381D-EED3-BE3E-0E27-137B9B110881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0C11BDCE-2F37-A69B-B373-8FCFB05C3659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2D973483-44F1-1F06-4CC0-0D07D343E08A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7FD42331-125C-FA18-567F-4929D8A928B4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7AD8000C-180D-D8EC-3DE7-949A7B7EF836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55DB0442-4051-76B5-E67C-80D22904290F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3F4AD5E8-B1DA-788F-66A3-D1C26C1694A1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77A18CE5-FF98-B386-14BF-9E8199FB387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243CE179-F9F9-5D45-3E23-0300CF2252E7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A44DF5A2-E838-3142-5131-8B96A72F5A6D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08A92A11-F173-51E8-3CFC-CDEB478581F2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E46DF082-06EC-DC49-FE52-479F41B3A70C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DED20C4B-8202-D46F-5C88-38B5BE89989C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CDFA31A7-6F9B-FE20-1DFC-0C9D761A01DA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B9DC576D-0A1D-AC81-59A3-8FBC56D4917B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48047946-5F51-BD45-5327-4DBE47E7CE48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84CE2E80-F559-9E69-CE7C-3C2F72AA8521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A8E57FE8-95F3-3F75-253A-3FB7AB8E0928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AEBBA937-2EB2-BA1E-053A-CB95929CB9E9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72428F9A-1E9A-32F6-395F-CDB62296C402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5712B2F6-F18D-07E7-E534-7D0C7BE387B9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F533B7E5-EE1A-BA99-27D4-97155B6B2F6E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CC9F8E41-94EB-9D4D-0947-488DA225C12A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9616A5C2-D00C-46CD-14DF-51FA4606C0F6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A44A0D00-8F74-DD51-A682-9DF92B22ECEB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F0138CA5-0AA4-EF87-1577-E40432A73515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64581A49-8419-9123-6AA0-0C6C85B5B808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13FBB564-5A6C-B73D-ED07-DCAE8C9E219A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3D47AE39-CEED-A046-05B0-A1A072D72F9C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5C766DA1-72A6-5C6D-3F6C-C6619AF1CFAA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21C56836-4D50-5A97-3080-C3A83B792B7C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D4BE3FDA-B078-969F-2EB6-2B3ABEF6DB55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25F1B5C8-3171-BA43-363B-E5D6C8AB0963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6AAE24DF-9FB4-4005-A666-26ADCA1C4C9B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459E4960-F914-2645-E381-791E251FBB36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489BF6A2-FEF3-1406-97F0-351F541EDDC9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C10143F8-EFF4-24B7-DB07-53F0F577F9D9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5848DAE5-1203-C619-0CCD-5288CB92654C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B051C88D-524F-FFDD-3CCC-9D6CD7512965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3A608403-9271-6AD7-6591-2E2BEEE478A8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7A624B27-252F-9D30-3BAF-B13BEB72F304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C50323EC-8480-4DF0-9EAF-29D8105FAD1F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E7075F2B-2988-1F71-2445-C5DC2A2555F4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062E2D6E-7DD4-57FA-DE8D-DCDC1F4625D4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EB7E00F8-F4A2-8D3A-FFC3-3C7AB91157B5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3553FBF5-C644-45E1-80A4-639812312114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691C5AC7-6CB3-9D63-4EB6-D0A6AA96B78D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E4BBB8E1-0DB3-FFD1-DBA7-A8BFAB8DDBC0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A49C913A-C8DC-B7A9-6A22-B1F7AB00884C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E5535A6B-2810-40FC-0D4F-6EA0925AD96B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6BAAF54D-485A-60F3-895D-A45C8599A94F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AA09D815-77F4-9BB5-AA74-0BBB994A481C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BFB293E0-9082-8CEF-A438-727327F4C4EC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B4F4C52D-7EA9-DAEF-A512-AD10AF8FBA9A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DAF09EA1-A2FB-178D-9E45-47436AF4F2FE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708AEC55-C4A3-DBD4-C5D4-BA908551573C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904335C6-7148-E638-F6E7-C326A9532B5E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896122C3-5D97-1D25-A543-64B5FE36BE54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85121F16-396B-A251-676A-947A506055A3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6CF05DE-5299-CC80-E174-735859E590BE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220BAE65-86DC-6653-F7EC-ED5633CA4D16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B460B226-9839-1435-1BA6-13E60C33CE47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B589EA72-DBF4-B4C2-BB1E-B2B26EC997F9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61F1D797-8AC9-E19A-22B8-661656DC434C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4F67F2D6-5C69-CFAC-EC43-FAC6E720C8B7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1C17B84-BECE-F446-E903-ABC4C683B7ED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91AC81C4-6651-00AA-5CF1-786BA5030E08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D1274C70-78F7-318C-2F8C-095D3EA1177C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869F941C-9862-B71D-948B-6C7A56ADBE69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B30A0A09-B59B-A7F5-59C9-47AB79E820AF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C15A8FDC-F7EA-3FA9-ABEA-2AC40F409715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8B7EC0E1-C591-8A87-E5A3-86BC6E2562D5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31B0ED8C-028A-A57C-5ED2-0B89EB628D4D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4194A1D1-923C-63F0-6F20-031440527C99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26648B0C-6F24-DA6A-1D0F-27858232C9EF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77E326A1-2766-0A51-A940-2F6DC1DBDD4A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A9B2C97C-69F4-52B0-A0C2-4D09ED2D7E00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7358BFBC-E6C9-5894-C588-E474575CC0EF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A278174D-21D4-F8B9-5593-5CD5C98770FB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17305B4C-E53F-9F0D-71B7-961B52ED5EA5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4616B333-6939-8091-4B4A-7A87E5350D0B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9446048C-2894-0210-DABF-D837E9C62064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0DF0A6F3-0D01-ACE8-DD1B-FF610FDD6CBE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4BB7459D-8C83-8C58-1753-58944B95D2FF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FFC18A05-0C16-D33D-37D4-C74FAA862AD6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6697E2D9-0ADE-3014-86FF-7F6E80FEF85B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B33FDBD5-3034-DB35-CF3E-C41B0DD29ACF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75012975-04B5-13A2-562A-0CA40FD446A9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7DC6DCD2-B3E0-0290-7049-69B8A0649BD2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13C37869-C4D7-8CEF-CA18-6ADA87AF6F1B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3E60805A-4BBF-D8CF-2C8E-8795E15F0515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40546465-884D-8D62-1F2D-3233CFE35E5E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D989DC25-03D8-A7AF-D4E6-DB401DC62A64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68991B28-4F4D-87A3-EBE9-ADD279145495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E2994BE2-4929-8576-7038-C77DFCEC03E5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48A20F83-6CB6-1CFF-EC00-9190CAABEE02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B64EA6EF-513F-5BF4-4060-341B7D93362F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152FD63C-75D3-53B1-8ABD-359A2F8EDDC2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151467D1-1C94-FCCA-5B33-86DFF0F8B3F7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1BC92789-9E94-9567-BABC-F0447164F3E3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0A55C4D-874C-0925-1170-E7251259BF5F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9847388B-B22A-B38C-6CC9-510DEF00BBEB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7DEBB0E5-9330-EBC8-2784-65CA1A9984A7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A6134D7E-8505-2DFE-4E6E-4DAC8950FB7F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A0B2A2D5-D046-DF1F-05F7-7FDB400BE06D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73004005-7C33-267B-3983-F7C190287A10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A4700F3D-09D6-9415-53CC-CABF747DF4FA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C0C7A80E-8A15-458E-698C-39A34719F77F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3A2EB1A3-7A36-155E-A424-15B211B68C3F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033BE570-5E3F-5DBC-8843-3DE42CD9A275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7B336F68-FA74-FF60-96D5-602FD8402BC7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247E2D98-1B02-1213-AA0F-DA03179B4A8E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9C13A0DA-3F55-4148-CB68-3FD194002B8F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62D4F3F-B2FB-4783-04AF-3033555471CE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04FB8A58-960B-E304-4606-8E839DB9D411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C50FC29F-CCC4-6C41-6425-AC640E1760A9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0EBE6073-D9F4-196C-7F33-B23598156063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2E76F771-D903-1AFA-21C7-086B26657D53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82101E10-DF9C-2C5C-CECE-9A5B5DE3ABF0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FC2CB2D3-8DAB-D175-EA57-3E1049AE4338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2031D39E-FB90-D86F-B58C-34AB4AA339F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554CADBD-0A75-A85E-3F0E-5431D3B71AC7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E0FC3114-073E-4502-D6D2-861B13D37497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FB88AC28-D452-A2BD-71BB-FDAC960E77E2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30ACEC0C-B19A-A707-3B17-876ABD358606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CC624802-DEDA-C468-1E6A-441E75CA17F4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02B06290-AA50-D5E8-ACFE-32023412C9E9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E1680D1B-4767-ED2D-C806-3D94E97D3AD4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2F21988A-01ED-3AA9-64FE-A157AFF5333B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17A593AA-9343-3B84-30C3-9E0072F1F769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E4357DB8-758A-2D9D-0B2F-56807C8B2BAC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442EA854-DF4D-7B6F-07C4-BE26A03C97A1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C1511DB1-FF71-D045-AC44-9377DED41C6E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5B9E3270-F52B-EC8E-AF84-B6D85227672A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55A5F482-6B37-B473-93B4-CD31D6A09506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9A5546F8-6C2A-AB3F-50DC-1DDDDB8897CC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39052407-B1CE-3C42-2C44-E8A8B1B0774D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144B00D3-7297-BA15-F6F6-E30362DCA5AB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10FE01E3-AF63-0A53-2232-809BA7478BF8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A978AB92-0ABE-143D-FDC4-0B67778F2EC2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E4AA5067-1D9C-E795-AA08-E452FC567DCF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F3C34EC1-55B3-827C-86CA-DEF7AFC8C034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49E795B1-CF4C-E485-6E42-D8538569712A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A386273E-A26B-D0A5-FC93-5DC0B84E5568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5DAB52C2-0590-77FE-E975-BD8C442D3DE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CFCC8D47-15E9-E2D3-B9CF-E57669E223D3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F95A5E4-1C2F-E77B-46EE-4A3E952F38DD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DC1A91E-F498-F468-31A9-D99B9F994389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815C5D9-5D4C-547E-3159-36028FECFFD9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2EB45218-D435-26B6-134D-867B85E5FF5B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7FF639F2-9099-B6CC-0DAA-D332ECC5B76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D4AA247-3FAB-5B0E-BE52-B7B00AAF300F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9FF3793E-D2EA-FE02-E4EC-BDB5A19AFEAF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7E3525ED-6D23-E215-14F0-31F0C4B1F6D4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C996727F-FB3D-BC1F-0A7E-D16B381A68DE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1EB5D499-ED3C-F1DB-16F1-69F8CBECEE9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B17D0A2E-943D-B144-EA0D-B503DA3F9ED3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4E5FFA5C-F809-3A53-E6B3-934DEFAF3D3F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A36110C5-5FC4-2B38-9672-77A62D250A15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52288B8E-3AD3-FBB8-8CB5-BB5AC4401CE7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2413B998-E658-FCF4-CFC6-EFCDC2F08DE2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4B94A50F-8ECE-7DE1-6198-42AF3D83BF76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100638C1-D86C-72CC-21B1-90FB28078A09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852B90BB-7D3B-C0F9-12EA-190B2447DE05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9E89B179-A956-7953-CD7E-3555355DDC8C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A3BAF5DE-D2DA-9976-BBFB-76B7598B17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B621A8D9-BE3F-DF50-DA05-AA321A2AB094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3F149E53-D1E5-5DB9-717E-1C784A0A75E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1D4C250C-309E-E482-E50F-5E0253F4FE5A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51B53BBB-E890-0E1C-8DA3-D3A7773137B2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A33AB936-BAAE-8D3B-06AE-18AD06111317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C4A1A566-0E6F-21F5-F52B-EE1623FA7FB1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AFAD6E10-85F4-AB2D-D228-2F7BDC149359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8A16D6D5-44F1-7F89-5213-F10A24E4DA15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24498BC3-3C86-9CDF-4A57-3BDA504FC7FF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F75687BB-18A2-33CE-CC5C-ADC65F62B565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08BF5D7A-507B-643E-4A2C-B0AFCB876909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33160EEE-5D15-0076-3205-DFDB0400634B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83DB4CDB-E4A9-BD8B-AF96-B2094D255083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AFF1F70D-7456-5854-92F7-3E99EABCC802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54D6DCF3-7450-8B48-EC14-473B7EFED403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619CB51-E5A2-F443-94A8-464E4B176455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56A2107-3066-157C-E354-CC55F1686297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3055BC54-80BB-F3F2-6F83-71A02A1EC6CE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F0D58CD1-5B24-36A1-55D8-6CE6E8A69C62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528E8C9C-B929-081D-0412-6BD987F1F464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AAB1C414-8007-9296-6AF4-3083F2454E58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2E2378B7-FC7D-B1B4-3894-860A0590F846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C9257907-6013-0F7C-4CB2-7204E645A90E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F1C14C19-3A98-68CE-B26D-E21F89CEB42F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BF239063-4710-A41E-43F0-B090BF6AAB62}"/>
              </a:ext>
            </a:extLst>
          </p:cNvPr>
          <p:cNvGrpSpPr/>
          <p:nvPr/>
        </p:nvGrpSpPr>
        <p:grpSpPr>
          <a:xfrm>
            <a:off x="1928222" y="3452400"/>
            <a:ext cx="1789525" cy="2217722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4F79CC38-CDFF-79BF-B08D-2C0C1BDFBF15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DF317F14-66DF-86A5-9D12-75A162305047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FB9EA88C-30A7-C51E-997C-A62A0B7852AE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2C70F93C-F80E-ACB9-F5A7-52EF095C03AB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3F393001-D4FF-E1D8-37A0-80397A3D80AC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3A2F16B1-A52E-3AA5-C669-D12407A95754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40A50BA2-5DB3-F8FD-5009-C158A330DC33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74F2A853-A3D0-B9E8-6EB9-726920083B67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67329A79-C70B-8C0E-C3CF-BCFF7A32CE6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AFA84347-143B-64C8-FA18-AFC37CAB979F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8CF56A3B-1C56-D359-1710-64CA290FD291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1517AAAF-1D4D-C783-9BE8-9027677233B7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BCE6C4E6-1AEF-D054-BD56-BA576BE8F614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8485D2A6-2ECF-14DC-7B8E-E0AB75B7FA7E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50E3E94F-5228-5649-5483-3AE23D8E86D8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30BAF5BA-8235-6E47-9FD9-485010BEFE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C3B198F3-7D2C-1DAB-A588-E88250E82668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F987409E-DAA9-2832-86C6-DDD58109965B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C5270D8-3F09-2C6C-8A1A-B4569AB771AC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1D5A9A94-DF15-1FEC-29A7-A152D161AC2B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03B0D405-7987-8B9E-CA74-4200F7D83150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3D691EE5-47BF-7B50-14CE-68DC0B483716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5A216063-C504-E58A-6149-E314F7B5427E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3B1DD61A-A281-2742-E674-379753FC0A71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4C9991A1-6D58-198E-6B29-7BC6A8C1DFE9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79E39629-3425-4BC3-551A-6AF6B6540A38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E5771888-12B2-3806-2398-160A43A242E8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ED11F6FC-FDFE-AF4C-528C-A454C649A4FB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08140CB6-6F2C-CBAD-C5C2-BB811C404136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FD597A30-950B-BDB3-D099-8E9189FDD208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C2B82BFE-DD6B-C2CC-A371-8C24504B4E9A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25D7552B-522E-3BB4-1B04-32071F12783B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691E964A-7E2C-A5E5-9B8B-028804BB216A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7DCAEFCB-5998-DB71-5C16-0BAFB4E32F39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F99B244D-F5E1-8C3B-CFDF-74F37E123342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6705A463-7A82-A38C-6685-F35B40C947E0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6520E549-9374-B7E3-C056-9F8F3861F9B1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F4AC7EB0-C996-B50B-B856-F31A3A22B119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9F3AEFC1-0603-452F-FD24-1CE3B63ACA6E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6B46D42F-B7A1-8EB4-CC15-9923B8A92C5E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6E41B762-229F-D5D0-CB09-B39B603A1260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7A9F0DF2-7F50-0AD2-8148-5E7657B09842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0B9406F3-58B4-8D85-7159-8B9272E266B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F2A29EF2-8172-DA8E-7B07-CF51AEEC48ED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29935DFE-32FB-0ABF-7B1A-7E78CCC87C4C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63A39A60-6F4F-A5E6-366F-3BA4D3C4FDF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02C45E1C-300A-C15B-F796-80AB56191DC2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3885AD8D-05E3-2004-C0A2-D898CE2400A2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3D5E4BD5-C232-9B0E-9973-F61A8BDCFB21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4DBB9230-B50C-E7D9-031D-FFF69B852D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51CCC395-0861-0054-5A07-4CF9753D7389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481BE88-1374-98B6-8865-5B979D6296EA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B1CBDBE-9CB9-A71E-020B-8AF2B440794D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439E915F-C305-9B04-DF3A-96E377E4A0F9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7100CD53-52F1-CC40-5378-223D93F1B524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9BD93F1-1515-38A0-29A3-6A19494C5EBF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E8BE855C-D5AF-EF28-0E31-2C61504707D1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80556D01-21CF-690B-C50F-56B30A31B0DD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53E8E250-2811-36E5-6542-7AEA8E1ED270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DBF7FD07-D932-AE1E-5347-0A9B43BEC48A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1D23AFC-DB37-44BD-8657-AA0DAECEE29C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3A8C942A-1631-2DC6-7712-F18D8B5A8848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BD33C5BA-AC75-A5D2-E65E-5F0EBCD35463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DDFF0068-0D1C-25BC-D6FB-8BBBF526B4DD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B9C7F54D-4C04-B667-19AA-651713B1AF14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EA8EE1B7-00BB-1FCC-1397-01654246EDF8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E1978169-2F63-1E16-9DD5-672AB7D56710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A0E91021-FD31-CDC3-F370-6CE9855CA24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6B37396B-2BB2-4D6A-0D4C-BE6ABC508F5C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3FCB89D0-21B7-5F8E-894F-E5760398D5E8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C9B63001-335F-2BFB-B618-33682B78C669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369C3998-ADFE-3840-A0B4-C20AF3D213F7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39703FAA-CF2F-E8C1-BC4A-C54284EA9625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0ADAA2A7-1A6C-903F-446B-1BD28EB090EB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03B4BD7F-A98B-8D94-E590-EA166EA77C53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213A0E98-0787-20FB-FEC2-81A2EFB43686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42AADA64-A1BE-8C8A-6F83-EECE53722F6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D97F23E4-8D17-839C-8A53-4FC6808C6072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DA43E1FB-329E-D451-9874-05E7E1B794B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B27C08DE-77DF-0528-9267-91CCDD2BDDC9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F2B21DC8-7EB3-5037-DC41-DAA9FE72396D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A4024058-3F65-96DF-DBAB-FFD81B567EA6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1838DA0B-76F4-27BA-C398-08BE9AFB5457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B06A1084-D23F-87D3-F79C-AA533D89AEC5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E2A63E45-A8D2-B742-8AB8-FFA29E81CF76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16C1D92A-92DE-D314-EA6C-7A44A28A4AA6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3842E92D-EA2D-2029-3B44-428128B2ADC7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9250305C-5521-E5EC-AF36-2D8FAE6BDD9E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4F1B154-8942-23A5-43EF-4D2D34A0FEF7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1F862F35-8559-6F6F-6791-2250016A1D22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196D7F76-D919-9228-0511-AF01A0927617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AE5FDEBC-DE07-9F59-2C75-52C0B07CB862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63488CB4-11EE-1B13-CC14-40722332A5B5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E98CC875-F1FB-EFCA-ED95-0AEF041899CA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FB7E4C8-270E-F112-C5F2-0D529F64A692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2FA8918-9D0D-B186-2640-7C101AFC9EAB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7AB96910-FB4E-0DED-9C4F-3BFDC2AF4C90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C03655AE-4D65-46BF-DAAF-70D531B2B61E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36C335EA-5FA7-508E-9988-F0CA8A046182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D903E5A9-CA0E-5066-93DE-E36A456E634C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BCD505F1-56DA-C71C-F04A-EB47AE52D3A1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AFF406CC-5DB7-A9F3-343D-EB9752688B7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4378F4ED-23CC-3745-BE33-4ED4F2FB38F8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F0169904-81E0-8CF1-DB6B-7E2EC64609CF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8948D684-91BF-AA21-3407-963365681FCE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F255B6A-13CB-4F7D-38A6-E568146B66C4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386DC6E7-6F8F-3C92-B151-5615B0E06B4E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42FBAB97-7E34-51D7-185E-D184DD54E07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12F83509-23B1-F7EB-D198-FF8727A1CFF5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8A77E080-CE4E-746E-8D3A-7885CE73E66B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C95CBE6C-377C-E375-A5B2-2FE52E818DAE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33F04AA4-A00D-59DE-3056-8F1E9DE0D000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5156424B-C9CC-03A8-DDB9-D4E64D3CF2BE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FB0B1425-E109-B112-9F35-1C83EBA7617F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4DF17886-7279-BFC9-C176-BACB26DB5D60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8640B1BB-AFC3-1D39-30DD-AA7101B4DB37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F9D5B866-6EE7-C1CD-7644-9F9C105B834E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78AEEE01-5A79-0E3C-5EC2-A277D029E4F7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22550C-1783-3CC2-6406-1DD99D054B82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FBA7D1ED-48FB-A2BC-4F4C-22CCACAF234F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7A1CAF49-64D3-9E34-8006-1B34BE54CA58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F37338A4-F4DE-5214-F2A8-BBEA0C8EB549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772D427D-B5B3-7176-80D9-873F1CEA27C0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E26FF080-59A4-E955-6C88-5784B543F778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6B76F81A-8BC6-7BD0-833D-FFFAF6CC0EC5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C9711C77-77D2-4B61-566B-A68070F851D2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9A196043-6BF7-EE61-18F3-2C42DFE2C11E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9BE0E78F-1B24-A42C-B90C-E54D653FE725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B565AD1C-0A17-020D-4D67-0DA9E0AD41D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B707F147-7CE1-DA9C-F56F-32DB0D0587E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625A382E-3289-4762-9C05-069F86FA16D3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CD348A7A-A606-97AF-B337-9BAA0FFF97C7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16C2E93E-B086-398D-E24D-EDD4CAE5CD5E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3608A74B-B414-6519-4528-474B84DC40B7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367CA088-684B-F756-C8F7-BFCE6D576136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D7D1E356-9E07-4419-A87E-EEAFCCA98F15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C40A347A-AD11-59B3-6623-5B9286A2F334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56DB8E57-9EDF-95E0-4234-761D623AD279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5A73053B-7369-6742-FEAF-5C2D3CDF98B4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87DA949D-C42D-7510-E696-DCA13B01B6A1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1CFAA8F4-9C32-9C79-E186-3607F9751083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008C6FC9-ADD6-C748-5A93-599602A9E6E2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8BF6D085-2D6A-BD47-FC61-1D853020F0A5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48FE13EA-96ED-5D19-EA2B-84E1AFCFF58F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01D69AF5-540F-6790-443F-79A1331DC60E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4363C24B-4FFC-39B1-B92E-3468824F6CE0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8CE47F7D-9BA6-2481-B954-0548D2A6502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CB6CB964-54F2-5117-DEC1-01A548A281DC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BC8BC298-7AA4-EF15-7AD2-F040980783E4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60B344AD-67DF-AEFA-0A03-D925640E3114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89B98077-2BD9-44A0-3F57-E8DAA87E10BB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D31C4BE2-4521-D747-5CC6-5744B71D086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D456F69F-7872-95FA-7AF1-DA568493247A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9A264407-05F1-65F1-50D5-05AD0B3474C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6F1ED326-1D45-F8F1-C0F3-615F61E67F21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60F6D8F9-C226-B277-9E42-8562FD63CC9A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690933F2-5F3F-A8E4-5C47-9193A169D1AE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C93898E6-DF51-D458-D42B-301B183F78EC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ECC543F7-D72A-6D8C-979E-DC1AB5840E0B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85F8DDD5-307B-0342-A245-5C67FACAC599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5DAA42E2-E179-C275-3250-47FBAAFA81C0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6880BB34-BDA9-1120-C439-07771AE6F56A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CCBBF734-BA1C-8FE6-1D2C-22A7C08272BF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3ADC2414-78F0-E71F-FBBB-C58060DACD06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19F1E891-001A-5E08-3B1E-4381CA54CC06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E7C8CF7A-2FFA-0C3F-4145-4C68E6CF4B5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43939434-F952-A657-02E3-A6CF028E1F1D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DEDADDDE-300B-25FD-FF03-73BBC0553748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AAD2C1AF-AB20-23BE-1840-C515721A5A30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8201AFC7-A9BA-440D-5648-CE5C16D16008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6DA045B4-3F52-0D19-1448-00DB1F619C42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9FA07036-AB27-647D-0BE6-E79885F828B0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A402D8BF-B787-973E-A856-4C3D53D2DB8B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4EF705D-DF39-E03F-1905-884FFDDB8549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4C30F56F-5092-6A7E-DFE5-77D5ECAD3FEF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CA0738FC-804F-75A2-EB80-FC9961A8B5E3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D58EF60B-3150-FFD9-0028-4C12C069F1B3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B47FA889-F716-BEAD-8F8D-C6F8A30213C5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D0F7E692-4578-E087-7E77-B227FDC67B02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5FE86C54-155A-2AAD-54DC-3C0AF1703DB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342F82AA-C096-71E1-699A-B6D1641AEE13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8AF04084-3A8A-F84F-5E4F-3419D7C26450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44E69D96-BFCC-66A2-0BBA-D3749E0702B4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299E8C87-2917-92B1-210F-824A02A9977D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66B99E8-0893-1E50-3726-B83E1D395F38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AB20F492-522D-904C-7127-ECF694671D41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9A93112A-8507-72BF-592A-1F37D8831312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B414204E-5206-218E-B9FF-0F5122C64538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33ED27C0-F53B-9E39-D8A3-4E9F79BC72CD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A7699DD5-3C62-15B3-556A-59144EE943B6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424863F-D7A9-AD3E-EE78-32D23ED8B97F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31CCD55-243D-C658-A038-C739706484E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ECB82F3F-3B8B-5B94-CCDB-722E48A1E543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CF59D7A4-3CE5-DD18-782E-FA78F42A0E66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23E8C45C-A8F8-57F0-DBD4-45413316008C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3CB115B3-FF47-4859-0335-1E2A90136942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B57D415E-4F5D-8A9C-3114-7B97616B8C7E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844AD6BE-A5CB-7357-A7DA-166E66950C29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DA46AE1-F97D-483A-EE24-37F15DAB98C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0F97A3A-0EAA-84A9-C33F-2FC52ADD1D94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A3E7F507-BEB4-6833-1965-C16D244C4B1A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36104838-443D-1D88-6722-82CB79E2BAF0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C73D32A9-C72C-49F4-C180-5D0A40002B98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E39D6DF7-1F12-901F-090E-86685B444D30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A712CB97-35E3-D6F8-2A02-FDDB119C94FF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65C5F44F-849A-8A0F-131E-DFE7251963AC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83F40411-E429-044C-89C0-484FE465C2CF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15FD0319-D9C2-6DA1-637C-9BF8691DA9A1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221AD615-4809-8C5E-7C54-17814CF037FC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FA5689D2-7695-5862-6462-45CCF8701B3A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A96D3DB3-5CE5-2FE5-3FA6-4645D770446D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9D00D6DB-E702-4F56-6FD4-9F6A84C3831B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3D8D550E-85AD-7091-DF2F-01EA4082229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1B917410-5597-FFC5-07DD-7419A1E679AD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EB0F468A-918E-547F-23E4-B31C4C703C8A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EE494FF2-4FEB-9D7E-A4FB-A73F6BC5AFCC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C9FF4C7D-3AE7-CF36-22E6-95987206881D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A17D00F7-8F17-B397-F559-4F412D7BDD70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72BC4E2-DA16-4B9D-D479-42965A1257E6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2AFA8D2C-DCC3-FBB9-948A-1BAE766809C0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A3CE39D6-3DFB-B081-A1B8-56AA06E840C1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DAEAED8E-E6D6-F937-05A0-A3A225439E9A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016B9312-1EDC-A949-D483-F9636A07E773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E219A9F0-68EC-0412-490F-96D9CD8DBD6B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5A91420D-036E-FA56-9A30-4F5BFC13F24A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E3607C4C-B711-AC2F-FDAC-8EA6FB543C2D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6B7906EC-E963-C2BE-2F16-CCE7209BE6F0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555E4049-DB10-636A-A5E5-D0C0C000BA62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2214B3DF-5AA8-B2B5-155D-EFAFE2463851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26AEBF5C-0C14-9493-F5D0-F445DE38BC7D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805FBDDE-968D-7799-1516-1A1824AB8628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BEF6BEDE-FE0E-E81D-173D-289292FE594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D7F668B-F26B-3EB4-5820-0BB4A4F63BD0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BC7F6664-EC88-8AE1-ED94-B9ED4622AD45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8E7E0E15-FAA1-5331-313B-203A86215B8B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8F1B9470-1167-2489-D98D-33E2B60E910F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28571CB0-8C91-3D31-6F7D-A19D3CF82FCF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FF5CC3B9-F2DF-A80A-3D53-5E4CF1ED034F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8D2338B5-1627-DF58-6AF8-FD7E5DCF526A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2C171807-1D8B-7380-4D1A-ED5A8030A876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A0CAF40A-67F0-E22F-09A7-9B7B9EEB11EE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268B76DB-87AD-0EE4-BBF8-A13B7F3D9B6C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2B8F0B77-CE82-5AFE-F335-445ECE39CCB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08B38668-5E36-50CB-602E-0A916FF9E08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EF585FE-FBD0-11BC-E160-87731CFCA467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F4BFF9B3-AA90-6A47-07B8-4588730FAC70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ADEE2D1D-1C94-232C-4FA5-90A3F398ED4D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0E330953-88B9-84A9-6343-08F23B9C9D0D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BC409456-2FBE-24D9-CD0B-8A07F54B17C9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67CC6BB3-8DA3-BB0D-1EAE-5D603F457A8C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4E38572-2354-0E98-AA99-002D10415B2D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F142047D-E20C-39D1-8671-CEDA944D6305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3DBFF116-6A9D-8A5B-A00B-C16BC6E2B9AF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30E76918-5988-6C7F-4C50-8FEF76AAA56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0C34DF24-2A36-521F-F332-6082E30FAA1C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30206A9F-DB1C-6045-56BE-FDCF0D4789F5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259D57CF-8DB4-FA34-A919-022719D37BF4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2408CEF9-7F42-DD4E-DE2B-B62BBE9C87DC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F2311782-0A91-C3E8-B83D-1AD5F551229A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FAFC623A-AA45-4A88-7815-3CDBD2B69405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1B1ADFB1-19B9-A328-A8CA-623379A1BD17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514505F3-4FC4-1799-28C4-AC07566AD87F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BB694BC5-C778-7DFF-AB81-4723AC5DD525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51A77ABC-DB54-2087-4F99-B67CE672859F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03E3EC1A-2BDD-14F3-6C5F-058156921366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08DC5B2D-3CA4-80CE-501D-CE1268B32F7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CB8DF8CB-0176-34AD-D0E8-56C27782A9E3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9C24670B-1760-28DA-4E5E-1B2A905D6B15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8E829467-AE1E-0616-7D84-333DD62D1CC1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B22BDF5E-6F95-D503-BF61-98D3DD167750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B94B21AC-CF57-A0FD-29B9-DE4F33E69DD1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0405D966-D50E-46C7-ACF6-3D82465A9C47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4CA5F9AD-E81F-8C9E-F9AF-580913F6C03C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931B171-0084-B98B-3F5A-D161C4964007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BAFF546E-10E2-FAE6-8B49-0FC2AA77F5F5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0556F386-49C4-2A27-A512-AFDD262C65E1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2EDE4BD8-0DF8-432B-4F79-22293FD36369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770B4687-856A-3850-3F23-8F07DAD6C57A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62A924B6-9925-055B-E0F9-2E8A1691E222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96391DDB-DF43-E25D-05AC-664C82E23958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1A58C00-FEE3-F307-6413-F635938E87D8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D1B4FDBF-68D7-6AEC-06ED-92B8035B77D8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B6178F27-8474-4EF0-E4A5-BB26136E187F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830A0382-94D2-9AA9-B25B-576AFD902861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D89B898-9236-C88F-7DD4-61A0958C8190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E2A89CD0-6CF6-2094-161E-8328FC7D864B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0BC3E8B2-25FF-C0E6-B14A-E64EFBC1BC2A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C59855E5-D67F-D16B-9798-AB3D160B3BCB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88A845B5-80FE-68F4-8B53-57E0F0610219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8652BFE6-DA58-582F-6F72-8876BAF53C36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676C2C81-8195-77DA-1E8E-2A612D2E1CA4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9D428D2E-D809-484F-D61C-046A471E0797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93D2AC8A-BE51-FB68-0D2B-0C5B09FC9621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44BFDAAD-23D6-507D-506D-DA9D6072F7E7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991CB1D2-0001-2D23-BA60-623CD36D58DE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93198397-CD41-1175-46CA-5D8129B6592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E8F645F3-B4F0-014C-B571-A606451CB46B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A0D3B3CA-5CB5-AEFE-E32E-26D8C4E1EEF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DB6CF80C-F17F-1758-EE3B-338FCFA7528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0CEB2FDD-5639-A0C9-9262-94F05E5D4304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A9A009AF-A7DF-275C-D534-157F09FA3F12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6F91F27B-9844-EA13-676F-02B5009C6592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A70DB874-0666-248B-98E7-74AEC1CFF13F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AD40DF3F-C59B-2AF4-E949-8F50E57E6815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EA070F09-10AC-183A-22C2-764588C9C655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A42DDD74-9B0F-68C9-8670-DDBE425153C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C9A73506-7B0E-EFA0-29DF-E8549D56B12C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FAA0EBCD-2EAE-9575-8F4B-7C1F43C25E16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BB9A1F9C-7A64-CFC5-9F1D-C6DB62BF51AA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A2DA74E-0D9F-4641-6F86-50A662F9D545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D5A41F65-346D-747E-086D-C3F415AAA23B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056C14AC-525B-AAA1-17D8-E2F0F635251A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C13DA80F-4666-6085-D12D-E34DF7FE3CEA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2C625258-32CA-BBDD-9987-FF72D7D46A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42885F4D-94E3-E71D-5D08-BCB62EC5CA7B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2E1A1BAD-C47B-367C-7B8F-FB423C62231E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5C17AD4-0051-039F-0DBF-0E6AB784886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1725FF81-B8A7-CCDD-F57D-451D3F730D92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D0E34BC5-33C1-3F24-A29E-2E467EDBF102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7BC82CE3-C0A4-1CE3-FB79-701A9E3A078C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5C0991BB-A2E7-0219-F686-EF200FEDAE7C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D3D736DF-4BD2-29E9-A360-DA48AA85A4E1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651EBCD6-22C8-EEAC-54DC-A0F628FA505E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05B759C2-9880-B085-AB1F-E7E8D65F617A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24C6B74E-9824-6DA9-8014-42FF12405938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7E0E8295-1C9A-7643-8648-2A0945B70CD3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0808C1B9-F919-BA8A-1ED2-4E37DDEEA1FA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3554143D-5E1F-A125-ADDB-3534BBDCDC08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3D88E64A-C754-63AA-E002-A665459D4901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A5A0B770-3C74-0A24-21D1-78FDB1AA8F56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F00E4A19-9697-0321-38D3-EE33901C7BC3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4BF652A3-13AC-F784-7487-E4734B2F78A7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9E690E71-B206-F9F5-783E-83B12A888300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44EF58BD-9910-4B66-4905-D0150AF3DA3B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AB75998-4833-B75B-E108-8FA48648A73F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5369B6C2-7CAD-7ACF-E2CD-3F9262B2E896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3B1012F3-DFDE-7BFC-5782-6F412467C7B2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788F255C-7CED-6442-FF2F-C638DC5F1FA7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B563675A-6778-4180-F6C3-4AB373EBE81E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813F2777-0B4F-B5EB-4B90-DA8497D2BAB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8FB7E65F-FB23-4A9E-70B9-252BBF9308E5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3FE045AF-D331-78E1-42B1-8EF5322703CD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B5FBE6A0-AFAF-7566-8383-5D93411B9515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DBEFCBCB-67EF-1190-06E3-B8136D7EEC61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8399778F-2DC9-58D3-9512-3301ADCD28F3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BAB04B51-6D30-944F-1069-E27625411AF9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815FEB31-FE2A-777D-9070-70BDC06E835E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9BFB6289-923E-90C3-F14A-26B377B7449F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0801E0B3-23C8-299D-D996-919A6580F418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327A7C8F-39BD-9E35-BC3D-A6CF370CC1B1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6945E2AB-6995-1962-703A-1D8373BA242B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E6BEFD9-05E7-BCC3-C9FF-96283578360D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017D36A8-9CAB-7CAD-E059-D29B37AC1E99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71ECD66E-DC74-3B2C-3629-C720E4C14FEA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3E8AB477-963B-5BB0-1C24-F80DF3AF488E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4C0FC6DC-BD5C-01FE-4A66-137638D0FFD7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8F6C60BC-046C-BA49-9E2F-108DC2844F3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307B2E3C-B624-E518-A3B4-1D52422A78A5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04257BB5-85D6-FD39-4DCF-BA8CC162C4A8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C7C1AE82-68A0-E0CC-032B-3E68C39F294A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5CCC84D7-C35B-3B5D-32F1-2979E86D34B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F9220888-53F4-02DA-4974-C8B3402D188D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A91DE95F-5F4D-20AE-45FE-C78FDE97F37F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9C66FE91-CF9D-6343-3ADA-9B01E04F5F5E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DE1F9BEE-B43E-D197-B0FA-BA5759A2D7CB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6B8320E4-3E02-07DB-045D-50D431B7CDD8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852278FF-EA91-D29A-1ED7-C9A6FF45A6A8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7A9E2CB9-0715-9C12-B608-08201F9B5229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2F69CDF0-C10C-3DF0-2E32-786DF1411EC3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201EBEDB-424A-D2DC-AF10-6E245952D572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F4E10D66-40BD-162E-FF05-A8E451651C89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8E5B771B-8AD9-DAC4-6EDC-20B2D667A147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8BD83949-F468-E312-E22B-F5A6079A16C7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120103C0-4538-59E3-E120-CDEEC5D299C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ECB3F1D0-2228-AEDD-8BEA-A779178BD0D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3DE08695-802C-D65D-A709-16AA8EF0919C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F6DB34D3-7C5A-0921-F509-1683ED49666F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3B035EA6-E8D9-EE37-A060-FD6BEEE5273D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93A04208-C790-D047-3986-6F471A4DACA1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AF4B8530-3F1F-AA90-C2AA-41642B320A9D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A130364C-0BC0-28AC-FBD6-2669CBD1994B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463E9F62-C32F-55DA-0616-9CF8CDE41F3F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1F87E3C6-ED21-1F35-F486-9A5FA2ECB155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684FCC89-5A00-797E-ACDC-C9307CAE98D3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83D2D7CA-E668-3C96-5AA4-9CCD38560B68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76F2822A-1097-BD78-B6E0-9BE1620C71AF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8E975DE2-B1E0-6CB6-B561-94A89FE5219B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AF34809-5A10-BFA2-1434-E7C3FD4B350F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2B1E596A-BCD8-90EF-95F9-0F6F25D203E0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84DE581F-B05D-F344-7EB6-D64AD4272108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18D8E52-71F6-E8F6-1306-C291025B9E66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A1DC4323-0532-108F-8023-C5B180A25C87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6546CB43-3CC1-2E46-080E-99215034B635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55488136-F067-D291-AA00-5E979EA025ED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B720B58C-EB2C-60BC-8329-93977421B295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0922ADB-6477-3FF8-8444-7D86C0E2A97B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8F17C5FF-1894-D39E-847E-576D8646FB15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2C1EEF4F-A522-0076-79EC-849D53744CC3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80ECE5E2-50CC-EA06-FF4D-A3B2242AE73D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50945DD1-19EC-3278-59B3-3D89415D28DC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C6DBD000-9AC8-A69C-CBCC-91FAF278174C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795EDF49-8BDE-A708-23B0-20285FE9F78E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9EAD0F97-A670-DF54-5B81-1A5DF7F88D9E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FCADEE9-34F2-137E-ACCB-0B753BEBA214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C5EA4F0A-7F83-374B-E56A-1640FF67E39C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84F3B4D3-D972-17C5-516E-43ED5C0EAF47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0CC7E1BB-87D1-98EF-1F15-EB7CDA0BF76A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28EE6F3B-6BFE-606E-F7EF-FFD80311304B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D4FE407-EC99-ED7F-1A4F-4552B593247D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F9EB0F9C-728E-9E51-D075-C25C13D0A7F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0215A114-BE39-0E7C-C0F7-FA47296995A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EB4A2DA1-02C5-C9B2-F3B7-42119E20E942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3CB5CE6F-4979-9A70-BF98-336FF9C82CA5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5C655AEF-42F7-B962-EAEC-B5DA4F6448F5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AB379BB0-50B6-EFB4-1306-8800DB97505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DA5FDB2F-4EAF-599D-4B7D-106502ECAAED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857E5E3C-4323-C728-5F04-D5DC0CB6D69E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299E6A16-21E2-5E65-F099-698CF000B95F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30B0F5BD-98FD-7104-DADC-4C9C243CBCB2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0DBB87D6-1CA1-CE62-C512-28564FCFC431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44DB5FCE-1F21-1E11-1FAF-FF1F781BD419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068E5D53-F6D9-7841-0AE3-3792CD5AF3A6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87ABAB32-C25D-9941-5E22-2A172FD17C38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C865C846-DB77-14EF-7F2B-71F2BC82DAD4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6322FD0C-DAD4-50E3-4E82-BC5C300124B5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21E58F76-AD70-7383-8CCE-D608F5B6E7D5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73A37B49-C56E-0178-95B7-4BA9BAE7C852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AF6F24D0-A5A9-0721-ED7E-51706662768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1F6F0648-6B0F-2420-A689-E574BFF21403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FA519C0E-ECD2-EBEC-34F8-30BDE3DD4954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22F1BD4F-111A-551B-0850-2EFDD8ABDA18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6D8A5217-8668-3469-17D1-4299FA86CD9B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F1D74AA-0E7A-D21E-41E1-533BF7679067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6BF6A0A6-EEFD-E23D-0C26-106956B5AC9B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4F64FE2D-14D7-D4CA-CC1C-06BC787EAA3A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F1B3B36A-350F-53FD-5C34-CF4DE6440673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994B503E-15FA-B12A-47C6-27A141DD90EA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3AF2D3E1-D0EA-AFF4-E588-B35C3DA99627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24CC7B3B-9D6B-F9AA-7907-5FABE66C8AA4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CDCAB644-7F45-CCF1-3851-5B480C27816D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70645A06-13F0-489A-4C6E-878EC5371C67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E19C35B6-7F2A-1D12-1A45-67C02F324C90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7B15FAA9-FBAE-4A77-5E03-C449F09ED356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05DB57C-9731-D766-DD7C-40E0EE47E204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A1412F15-81BA-99D2-689C-B99FCEE5AC8E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A7C30BA5-3FE2-752C-F54B-49333E100E0A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DBC1334-B777-3EFE-BAC0-B4DE548F6F18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C59EFEC1-E34E-005A-EC2E-4CD3E35CFE7F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2A7F446B-C6BD-42A1-1950-75B7AEC0C1FC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6BF2CE01-5932-3CFF-9113-CD1888DE7627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F196F472-7E90-D261-9D51-AC569968B1E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7AF10703-1423-3A8C-0DA9-298A3875B0F9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FB96A875-9FA7-73AC-4D7C-AAFE21F3A0F1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0F5F0FC0-944C-071C-D9CB-F43EE831FA22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D310D3E3-4E19-A962-8AC4-A5CCC99D8382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95250F50-5341-AA3B-23BE-D13A83CCC4F8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C9C536C4-208A-3763-19AD-7E26AC797D42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D2B1405C-D1EC-2293-9915-61AE73ABED3F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A3E66F23-3F5F-9DEA-DA9E-7769C3B243A5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CCBC9739-4524-DB4E-D824-EB4BC5762DD8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124BF921-445A-7262-46C1-C99498004498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44A0B2D0-0AAE-F681-71A8-B7DFC1369692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4AFCC424-481F-2EC6-3772-7A7BBED1E70E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BDC8559B-3860-1147-4A24-C890C5F56CE9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3D1EF980-DE38-E923-F361-4161A4D686C8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D7626FD6-9137-0104-8D0C-0C9A007F46FF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3B7D7E83-81CD-1A96-40E4-0D9865957150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86825824-BF90-44FD-1790-D39BE77AE9A7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74A2E71B-3F5C-30DA-A3C2-04A43FB0E217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C47C7092-2FC5-408E-E559-3746976F42CF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C3E7BB17-C7A7-1315-050F-4C6DBB36241B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AAB7D509-8751-3D0F-2719-A4132FE94DDB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22E6726A-4D63-FF78-6CEE-97200151C683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C571B92D-5017-40D1-BB09-FB66E970F3C1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C78AB93D-4974-419E-1796-56AB0712D22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CEC2E5B8-DDED-6149-1ABE-1384075B82AB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981CA9B4-2C23-0DE2-A9F9-8E5881F399FC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0283C389-CF4B-3C46-3D7A-F8BAA0685BF5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7556EEBF-42F8-099A-0C7F-9FB7BCA0CB93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472707EC-CE92-1D54-D5D8-C8188D3AB695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C8BBFF46-FDB2-7AAE-F092-38ACD07564F5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F823470A-D78B-6CCD-FEC7-8F28D17C3A2B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CA17A9F-1969-9187-5119-91F8DCD7F7F5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47FD137D-E4E6-C02B-9605-97B332EDCFFA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7B442918-2413-902E-124B-A8F29E11D3D6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F1556736-CA80-7F90-6C33-A9FC4D41C9F2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F97149BD-CF36-19DC-6B77-B2DC6AFFC362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824D6FE3-0E38-C02C-E1ED-92E9A0B16A6E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AE4ED7D8-3997-1C2E-8198-B29450CFB781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3668DBBC-E237-76A8-93C2-F1E0B292FC97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C9CDBA31-3DB1-6F70-542D-693E000DC58C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1A82E05E-8A23-7BFE-E657-C5CB632B1B0B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FE81BE12-0937-76FA-D286-2E2F68CC4251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165971C1-E9A3-0EE1-D6C1-6BA85A732D5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865DC7D3-CDBC-93E8-CB5C-3B6DCFD2EFC8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A365A94C-159D-BD90-9CE5-9468256F2163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3992FF19-A20C-18A8-9618-4988D7F354A9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C33DECC6-5DD9-4409-72F4-9882E58771F5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8FDBD298-7F83-E33A-3FFA-A412C67A3DE1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BA4C7206-A049-B5CD-7EC5-5C5F53920F6F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150BDB80-3E33-B7B4-3C19-8854104BCBC2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C2776420-0A71-2D6E-F673-FED4A65AE578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70150468-3FBA-1E3A-B601-E5C181EBCA86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16558652-3BD7-88B4-3EF8-D52783BE046B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FE9C7D98-69E5-7357-C34B-CAD58BC0582A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51C2A84A-9EF3-AB0A-DB62-ECFD691BA940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EEC144C0-633E-546B-EBBE-E89FF8243E3C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0A52E558-52A3-B460-741E-F54AE4356672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FE47D77-EF01-92EC-B8F6-13DE9755DB09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C7183D24-C38A-8664-1353-1C097811E0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5C45054A-3C52-EE5A-9F82-B713A3F3B212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965A010F-3A12-35C6-CDBB-771B3AA5DAEC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1A8BEBC8-CC1A-FA53-0768-10B8E4322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58A12F46-E07C-87A5-FCD4-534EA78B93E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294DA2AE-CE69-6F35-2388-131A4687E40B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7901B8C0-1331-F587-DEAE-301776A82AA9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0FE4F192-3DC4-D0EF-C512-A7477356A8C3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99C5F59-3F4D-DE21-BCA2-FB7F9EF3C561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C10285AD-A0A4-86E1-9DD7-D455B026CAEB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5FFC039C-3F84-B0BF-5775-46C6B38556BF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B2476600-59B8-6C0A-665E-23DEC437E24C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676E48DD-DABE-B480-A393-038AC7F22F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9BC17C25-7351-57D1-2F5F-89E4F0424439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520A472A-DFED-465A-CF66-49B873178881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036C321E-A652-BF8B-1633-808DBE5A5CE1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C55AA3A7-8FDA-8923-5046-2C7AF3017173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97E3CAC0-1E62-7620-C308-6951E83590F7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19DA15AA-223C-972C-476C-2050797D1057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56C4AAC5-34C0-A058-66E9-8601BCC4BD5C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7DB5EAFA-53A5-6598-B380-89832F3F6C1C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5D97A2E0-A28B-F0E0-D98D-56892FD70ACE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1E4BC315-29CE-5AEE-2EDC-422E922A38EB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1EE156A0-6F8D-227F-E44A-D14D0C1B8026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A3C00737-B9E8-46B1-D297-B2C9FC27DD72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0AA3E135-F518-FCB0-56CC-6571FF4EC30B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A51509A5-D156-1A9C-9D69-02C5B3BCD232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BA7B69B3-7569-C308-C509-09F058CC458D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5C4CDDC9-D778-1EA1-1EDB-063938EF2BBF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8168E50C-1AAB-AA91-0238-AED2D0F92829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F422985E-2885-C4CA-20D4-AA5B29E9FE2B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AED1E109-FDBE-30CA-9DF2-619DEFAC326B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CAF3341F-DC49-74D3-F24D-1C4854D24AAB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335F1391-F803-D47C-3249-424B799CFC47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C00F049D-8161-9CC9-E6B8-3E644F058A0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7E107C31-7DE2-06FF-3020-DAA7E090C2B3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DE73EF5A-1F73-7D4C-4704-E7191ED1A65B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EF12A117-91BF-6457-E799-A8CE58473667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DA79359A-CACC-A962-2D59-04B95156B4EF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D9BD817F-1D11-FAB8-DCDA-5ADB14FE419F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E8C96A51-3DE1-BF5F-44DA-0A498E5E0C85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DFDC3888-297D-00FF-339B-2E9D63A5866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C164BD0F-2D17-0D58-2ED8-E5BF45FCA808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96AC9155-363D-EB84-C528-524F505EBEB2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277C4DAB-BAA5-4021-FAF6-44B4202FACC4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BD4CC970-EE64-5D02-E106-EDDEA2A5B1F4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652E325A-10F0-1805-B48D-8B0A8938D5C3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56BD0DD8-FC5B-9654-FECC-F878618F6EBC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059D1144-064D-C9A6-991F-15D7DFBAFB05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BFB7FF68-0750-6FFE-ABD9-A5E1ADD2046A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C085D451-3737-6C7D-2393-F25451021970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E20D53B5-6D72-5E85-C54E-95BD337716B1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B436A446-1C43-3D94-58C9-A83F734EE614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6B15A820-F566-A3E6-B99B-2ECF236C544C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F4F338BF-88C8-C47D-F8D2-342C6D9A8BA6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DBD49698-84DA-D0EA-7EC8-D1C6538C6C57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3733D49-CF66-E498-BE65-29E2131E2196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613133E2-F74C-3D77-494A-A7CB5F0F7798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B7DE7933-6C53-27E6-C745-82AAFBBF033D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386B5595-86E1-1D41-EE61-A02C5C25CA31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BCE35C9-1962-E4FF-5B3E-C6794B11E62F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ECBD04CD-A8A8-B51A-F292-F36C7DEC2D2D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28D5F440-0EEB-C7B1-8151-1D67A3318AAD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C994ACA0-A61E-2E8A-59FA-78ABFF8E2C5F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A18A599D-AF96-D654-87E7-0C8F6D13581F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682BB725-F339-C0EB-D8F9-5EF2749DA28D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03FA1F02-5110-B570-1DDF-FFCBC34736A3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919E012-EA3C-E75D-C012-EA2CC3DB3F7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BED884A1-5FAB-78AC-F6DF-D789BB27BFF6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BC37E1B2-350D-3BDD-296F-D363767D42C8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8D6A7395-2779-C9A9-C683-FF1203260B81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39CA7B6D-A58C-5712-8E9C-BBA4D3312B51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D209F7D4-81F1-7070-3A6A-73536276515E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D1680702-77DB-A561-089C-3B2A5F342048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63538C7E-44A5-9BB7-3D67-93AA8E64FAF1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4EC7C711-A002-98B0-5C59-7FF9E953DFF6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8E421178-70A7-2DC6-1669-7A1B52269268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35EC36A1-D8CA-061E-C4A3-B02CA8EA96A0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3D4BD2C3-B7C1-9D92-B893-EE7E530EECC5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95B170BB-503C-498F-A50B-B74794AEB69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4C2EAED7-B79F-50E9-A607-57C9D6066913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611DFCF5-3A08-8F81-79A6-7CD8E1B5E670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47AA2FE6-D657-0D63-3091-7B12F9CD1C5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25872146-ABD8-B903-FFFE-4C1DD8C6879F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CB16BF81-B7A9-53AA-32C1-A77EDF34D121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AAA7DB30-F2E3-D566-1BD2-78B700E0C7E1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BB606E49-AC34-C9C0-46CC-C1F90540AF62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617BCBD6-0893-E357-96FA-FDBE4C2BDF2D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6FAB9364-7C20-4A2D-C146-C5A8CA43F08E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88FF0508-2894-4709-346D-6F872DDFFB02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C14BFE75-325A-9367-DFA6-88E174AEE9DB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BBD1040D-FD9D-92CD-C9AC-7B2019B322E2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D2E9C1C-48F7-4AC8-5795-0A3F70C6E4DB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7702020E-9130-34C4-64DD-DB0FB1788F06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C1E62E0A-37BA-6D2D-212B-F361882CF38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5F523F58-7833-77EA-1048-4E9EE616F3EB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2F3382E-2AF3-4958-5A9A-FC6620CC1675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8D04CE91-D088-154C-8B50-50C5CBC38055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9298C4A7-62CA-EE61-89E6-10CA3B8C8BA6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2F248E50-67E9-FBA0-0BFF-FCF24BF34481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9CE01500-E301-CC9F-0F08-1CB1958B9A0C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5ECE29D9-47D1-E6A4-60D8-FDF3A971FA5D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4EC59E78-1A25-70A6-7C7D-2E9D8C27EA7F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9F8C3F2E-154A-26BF-C002-2860BBD27B88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47FB960E-A1D9-13CA-4016-1EFC1E709EB0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0E250A74-62A9-6EBB-D4F5-9CC20D8793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0448CEC2-4C7F-B7FD-76D6-E7C10CB3E3E9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B2144700-1239-B933-FFD9-92C2F0E71319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22EC33F2-CCA1-BCA4-682C-77637659BA62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F0978A07-6F2A-D794-83B2-D0D61D3D1136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F826E9D7-16B3-5E81-CDDE-D2078209D64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36A78E48-1D62-6CAE-5AF1-44B50E577320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DE898444-1C6C-C445-EF90-04D507E76D2B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8A690C66-33D9-FC3A-C5D3-0541EDAB9806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8F7E3494-AEFB-8967-ABF7-614C136AECEC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A68AD87B-A7EA-7985-5CAC-C541223F38F7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DA39A6F0-6E40-F328-69D2-B07A1FFB7FD6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098A5F4-942F-C3B6-3555-FB624E0CFB5D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51CEA5C2-81CD-2147-F7EE-5F3230A2130D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03A739C5-1842-BA09-384C-0DFA068148B1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4BC4477C-9D0D-7980-15F7-CB49744851D6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9DCAF2C4-2D64-DB0F-CC3C-6ECC777D9771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F1D9F7A1-C707-4A89-F15A-7A0C219DCC87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BC7B9077-1BF7-D1BE-5ABB-24D98EE9CE89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DE960205-28F7-FE20-00BC-22BB3EDEACFD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87CD028D-148E-5631-1ED8-37F478151EC7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97036C0D-FF34-C6F1-BCA8-5852F4B94B06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98EF8CCA-54B9-26E8-B826-A238391F5599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BFBC0BCE-6A37-6CFD-8085-E1EAFD5378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72B01755-405B-FC8C-1136-8D30C206858A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F058A0A9-A74F-E830-3B57-A9B080D1ECA8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097EDDCD-9A06-88C2-A7F7-23C9ECED3428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B8D6C30C-D005-A412-6987-644D8893071C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FA4A8D4D-F700-8E57-8841-64B48078FBF2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0D022A35-70ED-02D1-EFB3-8BACD804893F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36552A0D-5E66-35CD-7A22-C407C13BE958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A97EA870-80ED-E41D-5896-58D4FB0DBD12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4DC79C39-3F7F-E306-07ED-F1535CC4476D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8A6986B0-5422-1B42-E787-675F3DF8CCEF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7E84EA9D-4DA0-1B68-6215-265A60C6BCF6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19BC3101-A864-D26E-1890-A6A8A6EA2828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D836929B-EEB0-C4E1-1F28-EDF6816E6022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AD0E113F-DD5F-2239-F321-55B19C50D6D3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2218A0EA-1155-3504-FFE4-BD34E799E04C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65B72374-C87A-7FE5-5648-08BC121CE22F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DFD9D9E0-8434-3304-C31A-87E64C542139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276C5E51-75C9-5BB7-A58D-3240DD26AD78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949D96F2-78A8-4163-5A3F-B787D36F333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953693A5-E3EB-0D3A-A661-DBEA444B78A6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AB687E2-4B50-37E0-F57B-BC8CD7671D88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5CDFED6A-3E4E-2CF2-CAD6-FB600F421B4D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E891124-7FE0-1C8F-5368-4C9738A474F2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A30FF80A-1B27-056F-B34A-FB48B3EF8653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34BADC12-189A-ACBA-B2B8-68D6198F37FE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E1CBA903-5E94-E21F-2718-9792F63C6F4C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35594A6B-F633-2165-5A06-821282A24B23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A5F5CDA8-ED60-4001-AEF0-729196E66646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1174FBB4-ABCB-0FBC-839A-180498BF9B39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5383D60A-8CFE-E897-7DD6-17A5F80098E9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B77E2E37-0499-A952-AB60-6283DD3FEEEE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D6D1CA0F-7AB8-106D-EC89-302D811A4D45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4D1ECD81-2DAD-BC0A-B76C-2FA019ABFFA8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828B9A77-6D31-DD05-6551-1350797DB317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0C230422-D5C4-D030-0044-3F6AEE0FB551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53D456CD-EA4B-ADBF-BCBE-C02638ED05BA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DC3B9659-E743-B6BC-C200-8FAE708004EC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CDA00D-B547-24F9-C5AF-6BFFFC5C2641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AEE8E367-20D9-D56C-B20A-88A842B5013C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769A2FB-EA75-7297-2083-2B43EC54EDF2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DFF1F98D-4A71-7402-4159-AF5DC6A1D1C9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C81665D1-633D-E530-5BD6-7A5628A75C4B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C989EE94-D2DE-174F-27E0-ED5D1316E3CF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6745059-19A1-3C76-693D-3DAFE656B0B8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6FC986A8-510B-52F7-505D-34C6FA1F7A02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5526D367-6AFB-B7BA-EF01-D25680720E7B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5F82E4DC-28B2-1112-6543-8A3B07B444AF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9126632F-CB49-B0CD-F52E-1524B5FED631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5C6D1A6E-D5D3-714B-F416-8A569A52C58C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8E201CCC-6746-7091-F426-48E4851A014E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6E51AFE9-7299-5501-FA42-5A02950BED8B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B859172F-E869-2C80-40B4-12AFA5BB684B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E3674D6E-9056-6B50-D07D-4AA04C58DE60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4558C96B-C40F-5E53-0CB3-AFEDBC53E38C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9E90AEBC-A092-3046-2958-AEBD1C54548E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143966F2-A3FC-DD88-B5D4-4696AE7BE89C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E26AC950-9D52-03FB-AC34-FDEA64E166C3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8C4FFF43-49B5-4767-A28C-7A86268EFCEA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05F50299-7BED-C3EF-2307-C2E2B6DE4442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AE50DBD3-F5E1-9B1E-E1A0-D19A73160310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5C066963-B167-11DF-7E33-5F413281FADA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2ECF7EC8-2D1C-D7D1-8F69-F7DB0484ECE4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7A0E2919-4698-38E3-6B8C-B544BFF663CA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F07D18EA-5011-857D-4FF6-60EB4F5E0A3F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FD84F78C-4156-8C2B-7A03-022CEA740696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8D5BBBC8-14FF-D523-EE91-771B5DEAC37E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6DCD8F1D-E1D3-B711-0CB9-C988E3D85E4A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3EB2487C-FE8C-6ED1-BD3C-C5A1C7EBB23A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67F83B8-9E22-FD4C-AC55-E3D227896E7E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C0E1C958-6CBE-0A13-861F-64AE7FDA1026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034E5296-E267-9F81-7C65-00CA1E734A9A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BCF17B78-38DD-5EE1-652F-BD98F0D32510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BFA96977-D495-5299-2264-1896FD2051E7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CD345390-DB31-ABBC-CDE5-45D851C34BD8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266D23A2-1110-B4D1-5C95-B27EAA303A58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37DE4064-6F92-3E44-63AA-81E9E5BAD107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CFE95909-2253-C112-63F5-E6640222E301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7E9B9AF1-1291-E29E-B20E-65E10957880F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3E420D38-3B66-6D41-808C-41ADB16C0BBB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1E459832-5E9F-F252-B5D2-8F4B83DE38A3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215167B4-C2EA-5146-5BE5-6A02D19CE805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0BCBB627-1C79-57C3-20E7-33965A9D419C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68D13725-22D1-72E8-8C4B-1A62225AC19B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AE2E83FA-C465-67AD-905A-FE517F659F8E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FC7FA51D-0D5D-8E77-9986-A21FEA165489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CF0EB37E-5C92-833E-1A5E-A05ACAA4D91B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4CF66351-B496-2A5C-B420-C2322B6DDDB8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EBE31E6C-0585-05F7-EBCA-06E76AFA7B0D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0B5365B7-E38A-EBBE-1B75-2E7163C42FE0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FA4882A0-1471-97CD-8A6E-98B7AEDC5516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39BBB7B1-1920-E9E8-C83E-C3EA415757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2D8A2BED-F605-FF41-1678-B1D0B3F49E9B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848AC073-3268-8D34-5667-B704760E6AF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30F7AB09-12C7-BCA2-CB35-9300034D237B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3228DA7-DD5C-4898-0041-1CB6A9A54D12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F6703747-8ED7-0DE5-C52A-BE40F7784EB3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6D3A57F7-9A02-5CC8-E98C-1573F46CDE79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5312E2F6-7D6D-71B6-20D5-1047283C8998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15FD27DE-00CD-7139-385A-F73764E8FE4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CF25426D-CB0F-D550-396F-35AFA89F0A47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075F78FD-057C-6FE3-14CB-2ABE498CD4ED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851F636F-D821-7B0C-1C57-B750825A88AC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0042FC45-8C67-75F2-F4D6-C68FF1C22E83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06FBA2DD-EB77-7DC8-AD58-825BF4A8175F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856C6EE7-A5DE-B7BE-B7C9-A21BC16F4564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47F26A71-99F9-312C-F115-82EEA8AE34CF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DC3724DC-ED7E-843E-14D0-A62010124AFB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3B96B689-8956-FBE2-CE0C-7E82B19B8927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07F88ABC-C08E-CCA2-51EF-1D8744B62890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44033088-3CA5-1431-4CD1-8A183B8373CE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5CC016BB-3487-3C15-3757-66DA8FCA0A28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28C1DDAF-A4DE-A49B-1CB8-183DE7CAC01D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4FB93990-C59B-CC6E-F75A-8F8372434EE8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672578A0-9BC7-7E0F-373C-DE8E8BC1E883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18DED35B-F56E-48FE-8FCE-E917BDEB577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CF0020B6-C610-D294-7D7B-05757219AD58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BD40BE93-756E-172B-9FD4-4D070394F27E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9E7988B3-3453-FBBC-3DE8-061E67C60C30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C1E99AB4-BCBC-B305-4F78-807559B91C33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F97F430B-77A6-FD76-1A8E-C62689467666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8820933F-BA74-8F6A-AE0C-049A23AF35B2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D706D19-5218-ADB8-E079-BA6E172430C3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10FFB73A-C79D-45FB-CB80-C6B5662003FF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14FAAA87-D69E-8A4F-EBEA-18AA2734AC1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EBBEF448-30E0-8C6B-D137-87919AF8869C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2BD3D6ED-3FB7-0570-FAA2-B11CC7159D95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5D47D332-1AD0-C4EE-DCA0-93FD7F606B2C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F73CFA92-DDE5-CB60-F47D-2305D5861859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BD4BD89A-7EB6-6AF7-F150-6DDA42431F1A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23ACDF94-B4F7-A132-074A-EA94990F2F54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85241141-B744-1055-2963-2382978C72F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BBAB297E-7F00-32C6-CCC3-EE3D90941FB5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20D541C1-4B0E-6E38-ED15-B27C083AE4E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51DCA321-E757-154F-F5A4-5CBC972471D3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2B54BB70-008B-7DD2-A9DE-4F3693BA11E3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1D165E54-2E43-D8F0-1A7D-104D23882932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54FEBBD6-7866-968A-D9BE-42D9EA979A01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03048EA2-6A6A-7492-EC37-70804B268280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43F7993A-62EE-0A63-C434-15963F996488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540873FA-C463-318F-3F4B-A3308419C478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F0B7FEC4-C46F-70CD-AE7F-113E2D86E35E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4935E2E6-04B2-6D3B-A0CA-0DC82DDEA64A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DC4EB3B3-0AF9-ADDA-1225-850AC1DB8BF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638549EE-3B3F-3122-32DB-D026E1702DA3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63B013-FE3B-9D64-171F-0844466EFE2A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FF274705-1711-AE8D-98CD-873F86A6E16A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0EA30E6A-CD11-D941-1832-7BD94203414C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90F41518-8B56-41C6-FA9C-FFAA0B1C3667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6D3B5D78-FC05-4D58-7D9D-B527F56A2D87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5F0668DB-317A-5975-FDFB-128AAD02883D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212F5831-804B-65E5-EBBB-F93AF935049E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E0F2409D-C786-CB83-7128-9BAEE0313ACD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5A09EFE-05D1-F116-A812-F7E476494D88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0B0AF5DF-70C2-2CA7-29FB-C81540704E8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D70D1239-6E60-22B1-E87F-FA70C90D255E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124FE7DD-A734-12FE-8794-E1625EA172FC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DDAEDDF3-3135-874A-3BD4-0833562DFA78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459B7703-547C-FA7B-094A-049410B7E62C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9E8489AB-8238-F985-6A49-F3AB9F180BA7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EF827F19-9760-AC49-18AD-89258B58862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BD21E21E-6C1D-F465-1D76-48385A09FCAE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36F76AD3-C429-B74F-BE17-168632C52C36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68C3736B-4F80-6311-5D76-AAF40521FBAC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D73DDD42-CF8A-9DB8-D91B-8520A6C78414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7982D6B7-E500-B213-33E6-2EF27CB997F8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19D76BAE-0E66-1B3C-DFA0-01CAC7CD761F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8B38FB8D-9958-1911-61B0-071515936832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2FFDD082-B02F-CF61-CA0C-724E9E760A62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3A54A4A7-3838-CDB6-23AC-B29998AD56C8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EEC37DB3-20AC-3950-3752-A5ED8319FBE7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8C075D76-604E-C28B-AF81-23387109D440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6A42FEB5-B29E-0988-7B05-4BBC04586E09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22FF1B0E-E4C7-EFF4-F72D-C973B6FAFF01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2434EE02-1FE7-547C-DB4C-77EFBD28F376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215B8C85-AA4E-B5F2-5949-C6622FAB8934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2E1C3A2B-AC1F-1726-49E2-0E754DBDDE47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367E18C1-8DC9-6B9B-5FCD-E38FB62FAD21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E172B3D5-8374-2A2E-B6F5-593D4E792A90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425C6FE2-3D92-FF4B-50A7-9256C8283A41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D2809871-BB66-4DC3-5E50-5D9944687C69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6A90C6CE-92CE-1F3F-9159-49A3F726E5D5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9192F890-FCF2-D3BD-7270-39A59A23D575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EB9FD6A3-2FE1-E21C-2559-22020DF82CCC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DE022B53-5E4D-764D-54E3-B30C2446722F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6005DB90-0FD9-11CA-9699-DCB3DDDF95C2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6043FFF3-B97E-6B2D-2302-8F9BFD060CF4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C6C52EB-BD61-FD7B-9AF0-801F3F73C66B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5C6DD45C-DC1F-FF81-B293-6085C836962E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E0A9DB1-DC58-191C-D0D8-D2D4CB1584DF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F113FCA5-6621-3BC5-B4DC-F4E13F7BCD90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2E9E2F83-DF02-5AE2-6176-B7C339BA4FA8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F2896A0B-EC89-62F1-E142-C271AF46ED3E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6977D449-FB71-E108-785D-AD55C6335606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893B5611-0F84-4124-7097-D72AA36A4872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A0FB115B-5459-A2BD-91D4-F9AFC95780A5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57C855B5-2FC7-55F5-CED6-285ED74A0844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692FBED4-2E71-D61E-0C17-E9E637E5A8FE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CF6F51E4-3AA2-4A36-8A4E-2ACBE5C4EE6F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ED8BC4C6-124A-98C7-1C84-8AFDA9FDE171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5C6140FC-D2B1-9318-D010-92C1F43F9503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B32399F0-27D7-BB39-DD1B-7D8383A11D0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1581BE55-25D1-7523-955F-A0C29485870E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4B8EE09C-DC54-F01C-E38E-1D5FC0DBF77B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596CAFA3-B65C-BC9E-B987-F9805B04B5FE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4AEA6F35-FCAD-5EB8-6432-6E9B2D5CF564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89DEDE5B-FCA5-BDD7-B4EF-8B60EABD9CCF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32ED4720-A38F-DF0B-FE04-20653C1A5C7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B250096-2D9F-D8FE-6BA8-57982AF55A0E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A8863B3E-3C0B-4AC0-B526-28A0CF00BEC4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E87D82D-A7D8-F829-BAA1-F20DC43EF3A9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78CC6F3-FEAF-2B22-93E5-AA69A6D0DAEE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B2C43F-BAA5-1DA8-03E4-6FFE110A8526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0B734288-AB14-ECC4-711C-A7BC2101896E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AE9C1347-4F8B-204B-E019-23D24DBFE16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D7027408-D3DE-2082-ABF5-9B8A5C3876A9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FC484C24-AB01-CB88-FC86-435BCA7076A5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B552805C-3A7D-8F9C-D30D-41A749EEBAB4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BE38F628-3ECE-2BCB-6448-DDBB11774F3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22281F2B-6A2B-CA0B-AB34-D683CB03221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CC8782FE-D25B-D9F4-16A5-522D59C3E85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2AE2357C-36D1-8976-2FA6-4A446614ABD4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368047F-9C9C-FD6D-A848-066F68C95ACA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170AC6AB-D312-4788-DA3C-B05928C652AD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CA36AF04-EA88-4F7E-F58D-0F672F2A9521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6C10B014-C46D-79A7-2964-E2143899E019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BA5CEE15-ED01-487B-FDDF-CEFC685AB3C5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478EEED8-7AE4-249B-CD9A-955B751F61FC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5C354819-D96B-66DE-1A94-240BF4FE9B5F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97DE7D79-748A-D22D-CC4A-F26DCB6640E8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CA311209-6AC8-58F0-F17F-4F8E68A8D47A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5DF3BB10-4F2E-E17E-31CF-F3CF6C66EE17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5AAAB905-5A7B-0C5F-2753-9C8D69E46A68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119E77F2-505B-4813-E649-A32C2981766D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AE14A7C-51B5-07F8-996F-A675B48E9C7E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8FF02C06-BFF4-CF9D-338C-0F355CB47A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72AE7C2F-07F3-7E84-BFF2-7A7AE9B0A677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7E20BDDA-A9CB-53E6-CD55-66D9BCB955C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7D2E08D9-BD02-8562-0A14-BD797E4CE82A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BD6790D3-232B-95E7-4A65-971FEAEFD157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61ACA642-7E1C-BBFE-72F3-1037F9891D2A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0552C525-9887-B16D-5F54-A3B24328FD7E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82376C03-B6A5-C247-BC03-BC6E86F8EE34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021817D3-3388-8258-D521-78C849B93A11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EAA9454-6F5B-03EA-F805-F7A4E0C8E939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11E15363-D7C6-9E95-96F8-5E9C7A69CE32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AE66BD81-6615-E8B1-93C3-552D5BC3A9E7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867A5C33-3B34-2337-BAD3-D63AF67B15E5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C30F3552-164B-F07B-35DF-8E4855828798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1104693F-A530-5930-3154-DBC3241F5AEA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2711814-C9AF-3348-E0BC-84E6A0ED68A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2E5B7C2C-9CBE-E3A3-4DE0-50B430848970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BB76832D-89DA-425C-EA28-06FEA092A5B9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E8641194-A9E1-758F-8231-3BF049C56C4D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4966A2B4-4558-B359-5132-B9301160B3DE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9E1ECD64-3DBD-23C7-F5E7-05FC3EC67692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CF44D48A-D85E-1FED-6335-2272230A70B7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7D9F8E1C-83C7-1725-DE06-91303E0E8EF2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56DAF3B2-498F-4108-CA8D-24CE83A9B9F6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E62D41A4-08C1-F179-DF21-95E4806B183B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F12DDCB-9921-280F-0E7C-3707F7052FD0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F9E99FB5-99EA-BB0C-88E4-6976122EF24A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38FBD19B-8F2E-E420-0706-CC81193BFEDE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1846E896-221C-DFBA-0D4A-088F9A6A307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7B372EA7-4669-0FD3-E9E1-0B112A108F42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9AB6C701-A1DD-ADCA-F427-B38AF015C2A3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8000C9DC-CEA2-C89C-0B53-816C2E027D5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0EE5EC0A-1CBB-C388-732B-E47119EFDDFE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7B94BF6C-83F0-7378-E28A-C2E395BACFD4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FFC20F3C-8D0D-188F-D9F7-3A0083A1373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1A5BA012-DBEC-659A-E177-EE9BAA9B41A2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855A65FC-5BCB-9AB5-45EE-41624DBDBFF1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CC75174-76CE-EFBC-A371-BE201176C15B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F5854481-CF04-1749-302E-AEBC091C91BE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429385F6-9E46-59E7-EE9A-9B7A013892AD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35B966E5-A61E-CC42-B316-AA8B6D4BCE03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CC7714D6-C543-9CA6-D869-33E2751AAA72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FB483424-2D3B-4A07-8D7A-11DF8EF94D47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534B63A8-64E0-E3AA-545C-AF2E54D49FA6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41373D7C-635E-3DAF-3256-E1E629214028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674B7A97-00AD-9C6F-CB98-E45A223C0BA7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A0A5C7B7-869D-2EE9-7453-80B2016FCA0C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446B8E44-58B3-8423-BD94-CEAD8EEE8E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1801D302-62E6-9325-2A80-84228D3BBE7B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4E20D0B4-6454-3802-E0E9-8866D54667FD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A960971B-6805-AADB-F055-51E4A1EB713D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7D371A5C-5184-8284-A2D7-932CC06014CF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E5CE8249-8D44-71B1-8B47-122D9923993B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D1B3616-EF73-F276-C3DA-9968C2E23B4F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836573F6-F182-504C-75D2-88A460A1D70F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E8A53017-B1EB-D47C-0CAA-8941C4879B50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2B164135-0901-2DDB-D5EC-0F550011E8FC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651C7009-3898-7BB5-67D9-376075C4E85C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C2D9E0D0-E723-327C-C48B-61FE0A8FF600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F92B6E42-27B3-440A-6605-7046D02B929A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5B03212F-0E76-AA01-DEBC-0635A1DA3A64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0F57920D-3E36-B2C1-65E3-9D5E897ECF28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0AED985D-ABE5-5D08-9804-2D74065DB693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088F2AEE-E9C5-0DD1-64A8-A7C83E8C3252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DB360C52-C8D3-12BC-9A61-8B07F0531541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AEF3D54-EDF3-DA32-96A3-B70351F946C5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188153CE-91BE-C3FC-FA96-EF7A94A601B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0D31C657-D6A6-01BB-C64C-58DF4E063979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E5A6A1B5-6843-2397-5479-9DD9F549A9B3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2E878DB0-B401-08D2-4888-96BD868423A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220260EE-4004-0D17-8B5D-4CB8B1ADA4E3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827E6D3C-4C75-0A0E-7857-CD87129EF20F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4658DF2B-9CE8-2B3D-E785-E7F6CC11DBF9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D0F79A4F-4707-9445-3B75-4DA64D04223E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30870774-4DDC-D744-8424-F5B60317644A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AFC00F43-0B97-D284-7441-E4159D3A6916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09EB8865-2C8C-02E4-FA74-F1C9ECC519E5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23A9B2C9-BE3C-6A04-366B-C5D09617BF9E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EAF0D4A8-7F22-399B-BFB7-A50CCF4311E2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CEC8AD33-AF0E-CF5C-F370-0B96C61B6A20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7A9B60DE-FD1A-D12A-16FF-E631BC4F96B2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6B9FA447-1339-AAF9-B180-B0CC3C817BB2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1B55019A-559F-35CA-EEFB-0E3BCBBEA664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DA4BF429-7BA8-0C1E-CC33-B868313D6253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BF775928-5CA0-9988-6E64-DD868DD131E0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F353827F-5CED-AE02-052E-496FFAEC8478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44A3FBBD-8C47-9158-C316-D31EFF5526EC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086DB6D9-51B5-2355-405F-6D61FD04C07F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C9FD24D3-5DA6-D183-2EEF-90B307F3AA1F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C0135BEF-BD09-4B64-1634-AA5AB2D7596E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C655AE83-2C27-BC86-996D-6ED451FB9ED3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E8932993-1B16-6AAE-B816-F122669A5935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E1B3EA91-BBE0-2D07-C9A6-81D02C1A2E4C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B7F955BF-47F1-A149-476C-673AF9F7B2CA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7EA7DCE9-BA00-641F-CC02-18297B74E032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DFE52EE7-3404-FB0C-6E39-65A6096B88F2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C6E97D57-13E7-757A-066C-FDEFCED9225D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71C0786F-A22C-E2FE-C443-29B79924643E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D6C5441-D8EA-3D3E-1810-8E191DC2E8FD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FB20C315-7B28-183F-8B32-9355FB644C60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5A638319-0C34-1BE4-E319-E11AC7895E32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D43D5D99-DA30-7522-A445-585165E3AFCC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9CD3329C-D182-A69E-4A42-038077A80F66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AAC928ED-3D28-63F0-2E19-C0B1123315C5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9B34ED2C-5579-F688-2573-523946366A15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7B9A95A3-73F7-270B-8902-E9FE4BD1F221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1435F657-8B9F-80F8-8B1B-9C79A8F745D4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12FB96E-4C1C-2FF8-BF44-A49A0B64E9C6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DEE9F2D7-43B8-9D50-8C9F-03471D2A36F9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35B1E1C0-FADD-9DD3-2F05-54C6C14567DE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94CB85F8-66F5-4C26-86D8-12EC90D2AC5E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B28185F4-289F-EE8E-159A-C68C8800095A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E9B6CAE4-8FAC-0A3A-6F4C-C1636F338684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88F89480-C731-951E-AFD2-32BA9C4FB0A0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D31B3CEF-C9A9-DA29-CFAD-80ADA4151DE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A8BD80D0-1118-50F5-2736-C7FA4CF0434D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EE69A583-C14D-5171-9FC8-2FBF4E855C73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94CC63A9-8A86-1E5C-67ED-0CF8227641BC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A11EF155-9672-1058-F0BC-60363559E887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75CBB9F9-FA23-BB5A-931E-F9319FC24A5D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FA7F6CB9-887E-C654-573B-3FD99FDBCCFF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EF2550CE-A36B-40C1-C0E4-0A96DB736CBE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F8A1E790-418E-7582-7B9C-EC7F5A9AC139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3207CD85-AFCE-8C90-FAAE-3F8E50F83C07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8D605DBA-F377-5CDA-937B-2B5F5AFB7355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DCFC7C07-650B-04E9-D40A-68AA40C19E48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F0D9C266-4B07-9AA6-026C-2E9A0D7E582F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9C3163D1-EDF6-CEE8-1B9F-CD25079B7EDE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8685451B-1636-DAFB-82CE-75E4BD2F88BD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7BDD2DC0-3D69-F00A-B053-7C8AE7C909C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1B032944-0C22-AF69-99F0-68FC21A0226A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C6969BA0-4F82-61F1-6C6D-B27B31E31D55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B3D6AE76-F08B-A5EC-6A34-5E1D65BE0B0A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36BC3557-1F22-4CE4-C2AA-4C8053FFE124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C9B94899-EA11-9296-E12C-FDBCE5D5C681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91819AD4-9F9A-0720-C361-4E6122C18E57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571CDA37-E40D-7307-49E8-DF35069DD217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92B2BE5D-680A-0EB0-9E6D-7D02DC07EAAF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E96DDF62-69AA-3E0E-5372-5DE4C9A4D31D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B7B5A8BA-B7C2-9121-A210-78255595CF02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0EDCE168-B669-32B1-BDCA-54382E395E93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BB9741AA-D3C0-5817-C18F-9A851979D71F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8969FDE2-8A14-2500-A005-D02111B992CA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1C24F856-7054-2B91-768A-E478DF8DC267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B4A6A2A1-053E-8622-2F00-434B4578DB32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8C69E712-150C-B7D6-1645-E86E4FEAD137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679CE7E9-BC2B-77BA-D808-3F75166DC76E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FEEE9774-AA45-8FED-A34B-818C916C452E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52BEA4C2-D582-FE73-AC12-29B743DF739E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E28BF66C-311D-855F-EDC4-2A383B91EF19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A5D833A9-F72D-2521-378A-7010D79CAB6F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CEB2F530-857B-22DD-5A40-3555144557C7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D7FFF064-1335-6D47-B19C-89DC448706AA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7C895324-4DEE-2AC0-CD30-5F82EB9F2FBE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0020B758-08AB-C8F8-1424-67E1516B7942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039B5C59-0F41-CBB5-B50F-57AF1FE28CDF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14655FA-521B-2237-1117-AFF5F6520354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87A16ED7-3091-360A-FD82-57C2A5D2EE33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83CC271B-053C-1842-6A5D-10AB9C3E3F57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1B6846CF-6D80-20C8-E301-49E54E877052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43082B-E51A-0A3A-0A2E-E26E306027F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AADD3900-4A7D-CF25-5F6B-36820A71CA7C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AE11921C-A67A-6BC2-E1A4-D08CE9314200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B90741CE-7685-4E9E-45EE-EAC0EE33BEDB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444D915E-0E66-596B-DE32-B98F79D25D4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58320B96-B61D-E498-AA08-161B93529ED0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90A74B55-7A3C-1CDE-9D86-6CC9D011DCA0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63616B72-9C6E-81E6-73F1-429A86BC8BA8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40B82719-AB5D-5FAE-567A-0B618CBD5F9D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CB98EB98-8319-2F5C-31AE-2D4BFE867A6E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A6DDFFBD-E02E-CBB4-EB88-FEA6314C48B7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C4D5A66D-73CF-CB40-5236-ABE849A04216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4879970D-6353-5601-2814-A782F2E35A93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2E8C6B78-CCDD-CB3E-07B6-828DE9FD8F20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DDCCA45F-6552-71DE-2EB8-0DB2DAB13C5B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EB91A3EB-ED56-E5CD-70C7-8759D280D4CD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F44D3D6E-4C8A-11D4-F44B-46BFB59953F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52B6317E-93F0-ED98-508C-797CA4EE2719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800574E4-B903-F427-E4F8-765C58D7F1C2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0AACE321-E442-0B7E-4DAB-D29E7031099F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E4C5C53C-4F28-328F-EAF0-250137B721A1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A84C690-327E-AC84-F786-3A4D63256773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F8D6B010-CEA8-3391-648E-A554E2293C45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C37D63F3-60DF-F864-B2B8-32236ED5AFEB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13BFBA05-C077-9420-0EB9-C816EE3961B0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4903D41F-1444-1B08-9D32-46908369A59D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EF504460-A85D-0B20-E6A1-E15A5E630A03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450DB4B8-F9B0-9189-F2DE-D7B19BB8C393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3D4093FC-A7A8-1CD7-43EA-2CBC5F1019A9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EAB702B0-ECEB-7238-F34F-EBEA0B62E936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562F6CC9-46BB-2A2C-DA35-B454EB862B71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118E458E-A65C-6702-F7EC-2820D40DDBB3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C1DC49A4-B5AF-98EA-1097-F852BAD7AE16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A5F224D-C362-FAC2-51FF-2AE52B1B5B39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49FBA2BB-350D-3D70-7271-F8A1C7A7A202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3A1DBB3E-A265-9AAA-0500-559C2B97BD67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621FCE74-DA91-A181-C896-C5189700637F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B4DEF915-B259-5CAD-91E2-C88A1AD86070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27082F76-1744-A5F6-3A40-35332134AEA0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BFAA1725-169B-FE42-991C-234F9E18B118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632486B3-26CA-A5A5-6E24-6E34BC8D7C76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8DADF854-667F-C006-4AF3-67D6CA37BCB1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9DDCD523-2812-0F5A-4290-24186DEFEF4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196B6427-1393-9EF0-0920-EF8CE14347DF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DD58CA80-6C6F-BEA8-3E78-170055C4547E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79449C64-1923-2096-16D9-4FFBBEB154A6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6398975D-BC26-C490-3988-0C74BD71FF6A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765592BF-3D11-21BA-8B08-242F358082E6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B4A33FC5-0686-B093-1A0E-09475C2FAB38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CD67FA9C-5389-724F-18C4-CBD4FE70B067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21D25FF0-6BB3-29F4-1C7C-AC5D2780D290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0AF7BFBC-6210-B629-9AFE-D6943B489810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FF475F42-3126-FBF5-27B7-D0FA87DAEDC7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8A44746A-C277-6EB5-314F-182CEA82EA66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E377EBF3-DCCB-08F7-7F6E-61174737DB5F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AC070BAC-E9F4-8D64-FBDE-168AE527E9F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06E225D6-097B-A167-0B8F-4E0DDA91F30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EAEFF24F-C2F7-AD41-D0C3-A653E4905541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36C58324-C892-9D2E-2E61-5E174CE13898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27451D01-D597-241B-7B0C-3292CE83072A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B164996-99BE-5B18-DBAA-DCA51B274FFD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5D4B6F8E-A439-092E-010A-B6D6E65BDBED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99EAE14B-6F46-3ED7-CAA4-E5B6C5F6DC3F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1F3E5B75-CFE4-7C24-EF94-A9762B11C720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E7239B7F-E68C-3084-0DF8-4F7D2DE47BAE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39C45075-8278-CEB9-9BEE-B189DC1D4144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50D4B8CE-2462-D47A-716D-2076B2590642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0F5BCEE0-2D8D-1E3F-1F1C-4A0FF03A3D72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68E56977-EB83-3348-1C78-5E50E7164AAA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359252C7-D65D-35E4-E263-8E9E7EF9AB69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A042338-6F06-D55B-7637-B5CDA0BFB12E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CCEEF63-0DCB-16D3-7B0B-3DEE28CDA56F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F62087B0-BAC9-8830-3726-D29E64E3D859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A977542F-6B66-084D-B16A-77683A9C6157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522DADA1-FD22-CEBA-7B62-6CCADA50D476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FCD06F2B-2210-8B79-5E3A-C7D47768194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0322A5D3-BDDC-9005-0314-F8CD02CEE80A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45334482-B6FE-A59C-0992-2384F92FF083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7BFC4E1B-90C0-731D-5F5F-2BE5189BBFC0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022EB1DC-BC01-7011-182D-BD1153D55506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30831425-02F6-06AA-E676-FECE1456412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CFED2008-1D44-1CD7-786E-AB0478067CF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EBF6D1B8-DE2E-54AE-4EAD-474A798FCA3C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EAFB988A-5933-0607-CDDB-C08717C41471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6505AFC1-BE69-C31B-6577-346AD38C4D94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47E89A53-0973-D47D-0D34-E55CBF878881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E2FD7ABB-5C3A-14DA-24E1-227A63E9AF5A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93F4DD1C-52C6-FCA8-0F6D-1DCB5074801A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C4511D74-89E9-7AC4-1556-179CC4181FA5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9E4B253-3CDA-DDD6-7CAD-8FDB8B1BE48B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E29E6D22-D95E-550A-F811-CE9CE629434D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D7A3EC55-B169-5650-CC3F-2A8BDC759B76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28767F88-D13D-A0CA-0377-781BB6F47EBA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E0F51D00-446D-B176-77BC-28E312DB2EAD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A35AB220-8565-A6F4-3B3E-D39BB88BC035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356D7F66-9563-4E5A-AF84-221798EFA69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B039C5B2-DE2D-D0A8-2F0E-940A25569608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45387BBE-0FCE-0FFB-F16D-B6D50352954C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FD304AE3-11A0-9F02-FA19-3A505FCF54A6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20E28D11-90C1-3C7A-83BC-FBC018E0E4F1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663BD731-95F9-6B48-193A-926B4D41D2F6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004A65E7-C19E-8BA3-4A8F-D1B7859F2B03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D40DA7C3-78F5-18A7-19DD-D5C7618168CE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A12A1B85-A811-CD9E-9A11-4AC9F8A5E73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2B0618B3-B8AC-1DB5-717B-E1A9D25FAAA0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94E523EE-1D52-3F89-6C32-5CCB693CCBCC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BCAC570E-5814-DA8F-7E81-21B10B97B12D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DBADA63C-DA59-5D23-448C-EACF4A0167F8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61C1D664-8F35-43B9-A9B4-E40C142F4174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48CB59EA-AE53-019C-ABFB-F03C5B402680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9C84D316-6871-AB15-97EF-4F5B9533462B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1002890-E78A-15CF-4429-2A2B0F7C157E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6947E324-91A6-3F75-762A-8959FE9DFEE9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2AE1C330-B819-AB92-CBEC-4C7CE31C39C0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D6423317-B7DB-D4CC-6218-D2EBC6222317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B8DAC167-AA0D-FABC-21B8-3260F0A9690C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B394344A-5FF0-9C97-E034-D70FB78BCD44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FC0A83E-ABDD-C07C-9EA3-7182548C1CD1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F5A62EED-FD59-6D76-8646-234F36516564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E8053695-E89D-0786-4463-66FE1B5638AA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096B5826-C06D-4B29-9E00-CE1DBD7A7BFD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7B37B638-8C9D-B031-FDC9-FE430F86E2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CBB1A39D-106B-4905-2707-6E6ADA918C2C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AEB7572-9E4D-B525-3D37-9B151650ECA7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C239BEAD-6BC1-7CAC-071C-A3DA7D2238E8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E935A017-BC93-C3A6-EBD3-16D0CDC9CB92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717ABF9-F528-55D1-41A3-8D1145A02F6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2A12994-D995-5C89-0BE1-5991291446CF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E1CB1AC3-039E-F342-DE6F-B33475956D97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F5F03499-D7D5-5BAC-CB53-2C0A1A99D15D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9F876C7-F653-360C-8C51-342346DF274E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380A0833-87DE-1A94-1D82-CC291A28DB7C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3D3C924-A117-7737-6B0A-2770465E09B9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3FE7DB1F-DE7C-C88D-BFA2-986C713F75A6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6AAB47CC-4693-EDF0-4C5D-579C1851F5D1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672AB1C4-E906-9339-2F98-F84EDC9A7532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7919D161-5F30-B484-6CD5-0D25D5AB1332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98A60DB6-C9DE-7435-C9D8-1E41906B7CA8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932372E6-21E0-CBEA-23C1-6EE3DB45637A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9E9F003A-D6BB-64FD-6302-B7D27DD26F2D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876AE05-C9E6-CF4D-ED81-C174508C60BB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111C1FD0-520A-015C-4820-B422CD0732CF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A6EEE66-087A-F75E-8214-37BEF2E7AB81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22FC975A-2AC9-E8EB-3051-92B2CCCC33A0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B7753AB8-D491-A2CA-98DC-7578196CF155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6CB2DB77-BA68-7BF9-3064-791A046C9C05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FDD67C8C-055C-E468-5F90-08209882A649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062F68D1-4ECE-B880-6A75-FE7A8194CF77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AAE5F7D-01FE-7A5D-1E77-35232730B92D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CC2B4652-1E59-4C8C-CCD7-A89536982594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0A803FD2-8E28-038F-E835-9EEF9CD639FD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A8C78092-622A-5E43-189F-6539FBC09BF1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563DCE69-762B-B6D1-016F-246084BDF664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090253AF-EB63-2715-67AA-967ABF5329E4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3A98B272-E98C-EA44-8F21-451DB9656ADC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B83A6018-D9DF-6809-0525-D8B2F810B3F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3E37FC7A-C1F0-0EAF-5CBD-BC116E4FE4AE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EAFDB495-E9E4-46AF-5D72-A94DD40A9A30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DD090ADE-5B7E-58CE-28B1-32113C39FF08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C897522A-0F31-DBBC-A6D7-D8AEA2FBD819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7EC7CA0E-6967-0597-B475-2EA79F4718EB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5B6624C2-50F7-995F-F628-3CD3C1CFB93C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BA63748A-ECD3-85BF-BC08-C71F37C7445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3A109FA6-1374-7D01-FEB2-138BAB153F3E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44DC3CCF-D732-3678-AC4E-81B6DE95F5F3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D9BC1CFB-D255-339D-029A-74603C862249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31FD1E01-3A35-C621-64D1-C7F7EF30EA56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707A0724-5F82-3F37-F7EF-AA2AC8043F76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1201F477-D7DF-A30A-48DE-EDB68FE9FBAD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EB2A2D0F-E86F-4EBC-77A7-7AC1D02D087E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7652483-2A3E-9FC3-41FB-BBF2D5864C26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5F2E5458-C9F5-E3D2-E367-345E681CE6DA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B73E247F-D31B-1A83-6952-1B3EB6FE0ABE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3C835C9C-2E3B-9406-8430-47D9FDAF8EFC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E5EA501F-4409-C532-A0CE-0209CAFE6A0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A138D-92C2-CB5F-8C02-6219B56CC269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E6BEE066-1EF2-E591-43E2-EBA731091E14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D0DC5C8A-D422-CCE4-E4ED-09048CB6A681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7D139021-17FA-CE2C-7363-6C2072719DB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B5CDDC44-8EDB-F715-FC90-3FDDA2142AD4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78D52027-A3A1-0E94-87D8-38001CD4616D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DEAFA75F-15A3-86DA-974E-076F51573363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11486CC9-4B6B-54DF-5B31-06EC7291416A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3EF2F08B-9409-2C28-70FF-13D55ACE0F43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FAD76E29-C768-2A3E-72BB-F86A214BDD0C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D459D0A8-AA8A-46EB-AD79-97B9FF8CE816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BCDB38BD-1ECF-6E7E-1DE5-A87E7724F6EA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9F65F9F3-B935-ACF6-C86E-E8BD938AAAD8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B386A1EF-40C0-A889-757A-CC0329D8C956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A8B9D17B-0A22-3FDC-75A0-A7DF86EB0283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B4281ABE-BDBC-4856-6560-29FE11DC3400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AEE42B97-01F6-0894-11B9-F41CA241CDFD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BE15C0A3-0029-E894-6BF5-16F446DE4F47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60131D6-1E12-C345-5CBC-1C7D206F4949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028F0F19-2165-A223-A17E-3CA4D46D2370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0BC8DA66-9C8C-5CC8-DF20-0DFD203320D6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623F59E4-B4A5-4B64-B02C-EDB27CF2BAC7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3237921B-B053-D25D-9563-BB69F44D1825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671FD8D8-C722-7A8B-7F37-9D6D9D153BB1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CF4B5327-D39F-09BE-DB62-DF9014F30E9D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417736DE-CC84-2FD7-BB8A-3568823F14FF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BF916D7E-6413-5777-60AE-FFF3821BF236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D9AB72C-8FC4-EC15-6948-551A681CBEEA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B297C16C-C51B-9C7B-1D91-C909E15B3028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8C1FD7A3-7DA9-15E2-1138-2B2BBDA97376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AD9814F0-0F69-B792-D2DD-552FCF69652D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FD7DFBBB-BCA9-2939-D2D8-952FDE8A75BF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96515231-1EB9-81D1-C256-2FC56D5A777D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6383E9EB-91F6-01E5-0320-AC9E67C4F7B1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D32C3AEE-3C0F-D3DD-0075-C5EA62EEB8B6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C6299E1A-E6C2-1FE3-C548-FD5D77CF7456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DB69BCE0-EFF6-2C40-C000-92C0E6A14FBD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8CD64E4E-9F08-49D0-6206-D8C7639C5E6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D766FAF4-0EE7-E3C5-0EAE-FF4FE352C253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4949AB6B-62D6-F90C-23FA-0F60045929C5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D32A6031-E39C-2D7C-C8F0-12589AC8980D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8790C5F8-9783-0B4D-66AA-8F5DA3D2E305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62BACDC6-6E9D-8B44-45FD-25C83CE29A22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0324CF32-77BE-48DB-26F6-794618425215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832E7A27-D86D-F2F8-1AA2-7E02991DEF92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9365205A-E54A-28BC-9819-04DB687CA31F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247F1A53-AFFE-9635-54E4-1E42FB31A9C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1958AF21-98CB-4E5F-1742-80DE46AF6EB4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6205E226-044F-8BB4-2166-2DB7A20F07CA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187D92EE-4750-669E-9A8E-4EDF8185513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7CFC8AB5-8BF8-A9B9-0E33-1445996A1822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9A3A82D0-1093-E10C-5EC3-736A6480BBF5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491DAC13-0E98-DC9A-1DF1-1159A4A0D679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38B7E8F0-F699-E635-D0B3-16617981EC97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A24BF86C-00BE-E0EF-D7C6-F2CB2CB98932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A9C39C9A-66F6-65C7-E2E0-7F8DD57CD09D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92128B55-BC5D-C29E-FAD6-31E607E1CFD1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E1683EE5-EE02-1E59-385A-6EA12412D42B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813CCA6F-9B4D-F58D-9183-B1F4E2DF34B2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75076E0E-A2B9-5B2F-F823-ED600AA93DB9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4C3310BD-368D-48CB-1A1C-9B996DABBFDF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9C496749-1167-9781-3EE2-8A816E9B836D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03579391-83B4-DF72-C2DC-05E501B57A35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D50982D7-7C83-14AD-56D7-7F9D4B765B79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4175E5B1-E733-F39E-F9E7-D26DD23BE277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9308423D-E018-60A4-82D9-9E7E5DC22156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BE8F1891-A52D-0A73-62ED-E3AEEDEB93FB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7D85AC9F-6479-01DC-BD2F-85D3F078C6E4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BC7C5BEC-7DBA-8299-DB0A-95FE26604F48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A12A5F19-39D4-16D6-95C5-3B300B0A6C2D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03AE0F6C-9A08-BF80-73E1-39872E3D1CB7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9C26B2EC-0C3D-9EC3-827E-F31E1398D713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C89B504E-73D4-CF70-AB73-5316DA378679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B8C84A12-1116-B2E8-F9E8-C25496CBEB2E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C27C3EDE-B730-4724-9D57-FB3EBC0A7655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223BDE9B-23FA-4B89-C754-BE2F09B9A867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3869F489-2846-FB2B-02F7-6D399EC1ADE4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DA0D521D-6620-5D71-0823-86FC9FEB5212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46771287-AAB4-3300-B142-187925DD5490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A66E5FAF-1883-40E9-DA09-26E2CE1873F6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42F4AA87-5282-C572-3721-741FD73AC933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B98769C9-0871-DDF9-F96B-8E9F195533B6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C7B10EF1-BBE2-14BE-E3BE-F0CAA058D1DD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6D03B5B8-ADDF-27CC-F547-CE0858C0DA44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4BAB3AD7-61BF-4A48-E068-0A2422A6B95C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8B8BEEA2-D6DC-575C-96C4-813220FC2D0C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B4489C13-6441-6D76-AC1E-DC85C15DEA70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7D159B3E-1A64-1220-B5B4-6A8C01998805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6B9CB3EA-4AEC-678E-AE8F-8C22028CC8A1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F21AEB7F-7418-0F55-DCA1-2AF686C5882D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B7FB76C2-E4F5-F681-3E4E-610F73B7AD07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3C854FFE-AC1A-F318-246B-A4D1869B60DF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66FDEDE2-0DAB-DCC0-3BFE-FEE6BF124C99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9CD0133F-A56D-DD91-7D2E-E413C2B1BD6E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A62B4A7D-836A-1844-4526-3C1F0AB4CBCE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6DEB7959-7B9A-7D24-1C48-04DD9068155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9534CEA3-71E3-DBE0-506F-DF0C6FFFF1CD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5C704F57-9CD9-A127-B2F6-E6AAAC8C5103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335F57B2-8978-1D67-EC70-B22ABE11A8CA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773F32EA-E9A4-F146-324D-EE500E124CB0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A9773748-9B68-652B-0A3E-2A64033CD0A5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01D27F3E-30E1-2A5A-5F11-690514AABDC8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1359EC9C-FC23-7253-516C-09A31E4C483C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44443282-6443-3583-0E05-C481E4158681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5FD72F86-8922-90A2-60C1-BB111DA3EF06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E60D32BB-AF38-D8A4-BE66-E9EFA4C74A54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10E7129-9C8F-3ADB-39EE-47640E4FAA4A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83D2C2B2-933E-D7C4-5BA5-5CDA8F864B75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3E0364A7-57B4-B247-3259-09CCBC7EE75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DDA67C22-66AC-2A4D-DD05-A95BA6D7FC3F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0AA3AFA4-AF47-F19B-6AD3-56DE28E7CE6D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C67D7EA4-B74E-7870-EB87-DC24E007287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A8E38D80-72B1-F72B-CE8B-DC1E6B850EE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D31FE8D3-45D3-5BD8-0062-B9E584697327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131DCE17-9B4C-DEF2-B3A4-C09E85940FCB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356CD052-D728-187B-D89E-F5C707B3EFA6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0F53EBDD-C122-1346-381C-A13E1A2C260A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D3291AF-132B-1AE8-0BC7-C597B7B691C2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147FD838-A839-5170-D8D1-6708872C6E73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8835872C-E9EB-D501-D1AD-04E02DE7D6C3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75505674-B48D-1382-807C-A0CDF97C3E77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4A04F2D-EAD4-2178-5D5A-68252272D16E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C6451E9D-CC7C-2425-09F7-374ACAC41CA3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FABADBAF-5E6F-EEDA-3C80-E11B32F838D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47BE17D7-2ED5-669E-FA91-7A4C1DF36819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A38AC051-D648-D304-DE61-2CE86E1D1B87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07F930A6-15F9-0B65-0138-19FA36AAAD74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3D4ED53B-8B32-16AD-597B-F4D394E04B0E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EF85469A-CA74-A273-0E71-37A5063F96FC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06DF021F-BBBA-697F-D767-65EEE1DD7A94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FBFF6E55-2E42-3AB1-CAC5-ED4ED7155E62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988CEBE4-DE5E-B190-7B0D-6F91DC196533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0493CD3A-D657-9288-30E2-378CF9152665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8F157BD0-F52D-2238-2323-1AF9B9D0CBED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05350B9-C191-C4F7-BE0D-EA99A45BF155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A3694423-CCD9-674B-EE84-1504DC0671CE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32E25D8F-D93A-632E-8EAB-9C45671CA8B5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DA0CF76F-1DAE-4ED9-F06B-C2733A808D2A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8BD56110-1D41-BDEA-ED10-FF075ACA2EA3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497F1077-C138-6242-4B01-94DB9C532CAC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DF7F73E3-53BA-7A0E-7A17-B57391D35DB0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CB5D2AF9-6573-49DD-5F7B-41C077D41756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CB2D4F03-D597-FA92-170F-4FDE8C69D54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8C503F9B-9A4E-2024-3C43-190A9390BBBF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F19BE973-C6B1-B245-D6F8-1593C3AE636B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BF04C374-E366-55F8-13E2-D08B4A747B1D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24E017C8-338D-1A56-C0E4-1D1108B89A9C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2E8F4ECC-1EC0-31AD-F075-8F8644798823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0309370A-24A1-C011-43C5-BDD1F7B3D498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877206-6939-D7AE-F308-0D783C6CC306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FF0D2F8A-D6E3-3540-D055-FE53FFAC9FD2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AE8B064C-280D-4480-3E3C-B091D5D1E7ED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93AE7669-9297-4B75-8D25-C614E2C64AEE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084AB390-29D0-6FE0-C4C1-420ED9EC8EB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8BDACF4A-4C98-0D57-950E-E4CAB368627F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777DF83B-C96C-B1DD-20D5-8A5CFF4EC991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7F647E1E-8BF2-A4B7-CCD2-7F5E5131D890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2539F8AE-7788-6E47-20F3-16D93CBE9FE4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BA497255-78CE-3421-C6A3-95E302483230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0AD604D2-2774-BF0B-598F-9BC3519DFD79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7DC98CF7-7FDA-045B-C526-455BD34D10B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344ABE69-AA34-2355-9679-E87FC1634ECE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FE658450-669E-E947-911B-688DFBBA338A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4CACE74D-F3AE-36CF-69C4-4902A33FC16B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51C4F65E-730E-2432-9B7F-CA99F36A79B0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4D84C36D-4E1E-1F34-FCEE-E424A045453D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43BFCE2B-9ABB-E0EB-AEC8-C5B4AD76D343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E11D7B23-1615-CAFC-717A-E7163AD92F47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09FAFA46-9D08-348E-8424-75DCCA1C33A7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93BED9EA-F384-568D-713A-A510F249436F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198C5F9B-B32F-1109-8ADF-51118D6E002C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A20EEF29-A92D-30D8-ECC5-0B3A49E52B61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FCABB2A5-41A9-76EC-6D29-889D85FFAB7C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03736D19-A80C-15A5-1B4C-27988D0992B4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DBAC6343-D40C-D524-953C-E7E14F143AF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8EFE76A9-9717-B239-34E9-AB0B2CB91A0E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A2A6422B-0ED8-373E-9550-947100B3D805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103C441B-11A2-DF5C-1550-FB5FE33172B3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15D3B6E2-AC4D-AA72-0FF8-972A2B852CBC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A5EC2CC4-A79E-A44E-FEC7-B0A212848B55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5CAA654A-1D01-21E2-7A70-2C92740F5B3A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39F53613-91B2-BB47-5086-A56B81CFC906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05177717-F313-4C2E-048F-0E4B2A92EF9D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8553867B-A0B1-FFE5-D3BF-71943EDEC54D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3E64D38E-64EA-A66B-BCDF-03C3E740B27C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3B499624-6946-98DD-D0E3-604B2BC253DB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883A809C-D825-88CE-50BA-DF1DD5EB77C3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F33310D6-938A-FF97-7105-D57CB5E91E3E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8D032635-941E-A6FC-B47D-EDE82379E56F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049254D5-6B71-0DBE-DACF-422C6C440BB5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B64E9B71-E2C7-908D-EE20-2AA8FFBF69B2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E751888C-D866-8063-206B-0BC2D041B527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096C732-BC08-10BD-01BC-B50E7D2CEF9E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4C2D5117-7AFE-66E4-9253-95878D6160A1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78F58A5C-3759-A55F-D324-D6632E2F0E22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4CCD58A9-CD7D-3919-C1BD-5D7CACEFC591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1EAF2941-B9D8-90F8-25D2-DEEA60311746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F745EF7F-F2C5-28F3-E472-1BB6610280A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F23779C6-85E7-D8A8-ACA0-01F34606CA56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102EE981-87E6-CEE8-F7A9-727AB0EF6693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1CA063C5-1E1A-443D-86C4-2E39719FD2C4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0F446053-4E9F-A2E2-DD00-B3CCE4412B9A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E1167B2C-C3A4-AE06-3663-A23C3A368E7F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E43512B7-BDA0-5CFB-D23C-6B5ED209DF75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89CD6D77-3815-0592-FABE-A92C22E53A94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D425E72A-187B-E2A5-DCE5-F49812A15CA5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2F28374C-C525-32F5-5C71-12257DAF2652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A53462C2-A29F-AE02-8284-1BC130AA6B8C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E40D3B3D-92C1-6F96-04B2-3B08956C5F1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8E67ABAE-1FFA-A04A-2F1C-89C528C71F4E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26D68DC5-A9F2-610A-2291-8D2A02C4160A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2E10E017-D234-6B10-085B-1B8EAE7D4940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2F85917-3ACC-8743-40F0-8DB6D3DF5108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1E08D05F-CF58-3949-DFA5-9D387E72060E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24FFB788-95FA-C3FA-FBB4-AE72A18B07B3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F6072F60-944E-0C1E-407F-98B3AE8C340C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9FE4CE13-914C-DB10-5169-80700F07A0FC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D318B37B-0F66-C9F2-7AA1-DE9300EC4AE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BF58DD4D-E42D-0952-CA7F-BC234AD4D83B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8F17790D-539E-538A-0088-1182FCB37073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B11B2EA2-99E1-4921-55D0-C555FEBCD73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A743C1FE-BD06-7B35-1A16-BCE21E7D17BA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319C2F99-06B9-2C3E-19EA-013C434FBA62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167E5E90-6831-FD57-C73F-8ECEAEEC22D5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6EA314AC-46A5-93B1-A214-08DB399BD660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E752D037-FCB2-1503-419E-8DCF8A90390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71B774CD-41C1-7A02-5BCD-A55D113A1B5B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ABA9AB06-9C0C-15C2-00D2-B69DD5FF9E72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E977DFD9-93E4-6F55-DFAB-0A1123A028B5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F4EE1689-1A2E-16B8-E32D-62F8D1554875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9FAD959-BF9A-CA79-BE44-DC7D328C61AE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333C5F16-4CCB-DEAB-1B01-7319995C3EB5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C1C4D4FA-F0FD-135B-55CF-BF13ABD90AC5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8E34906B-0181-7B5D-1D83-73020AAC719B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81EDA7D1-D883-98C6-C693-73B091564DCB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4790044F-5956-02FB-3D53-3B208087B56B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5EAF5C37-CC28-4038-8B88-622372E08E49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D634C022-E6E8-C580-EB1E-009EC49C0638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C24781F7-7F68-8B01-EB51-2AF5EC5E8F3B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392BE486-5007-5476-517A-FB206021A0F9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FCA4EAD5-EFCE-AA8B-32DC-717A47FD1D21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44CED6F-0C6C-372C-16A9-A87F3AEAECB1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573F6C89-A1C3-AE12-B08E-2FC532B5BABE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0D9C96E0-A707-37E2-7092-BF78BB6030E1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B59BA65-9547-8EBC-573E-D42C170B9DA1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6DD22DCD-396D-F8FB-23F5-E610241E1520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48F567C7-82AB-8B1C-33F6-BF7120200144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020B25A8-535E-306B-FA41-6F72F7DE4D8C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E3703310-4E12-0565-187A-DAA5E8554369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08488FDD-7266-9E36-CC76-C11767BF15DC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4AEB5077-A9F4-2EB2-CF8D-C36D26936571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6142211-89A5-2D8E-9491-3FC1679CE5B6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B5A57334-4C51-CCC5-A125-7B7353BAA12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31FD91A6-9E52-F4F9-70B2-B8BF247DFF8A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C327FE59-B525-05DB-346F-20CCD31CA315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7A3C4AD4-FFBD-3AAA-7D18-B1A2DEB484F6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B0F0E15F-FAC7-F7C0-BB67-5BF061D10275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D8ABC0E3-7BF6-3DB4-924E-30C6ADD6FE99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2CA09CEE-185D-C83A-BE70-80F541156481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E14960CB-6EF9-D008-400B-E61E237EA25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48575204-7430-4055-0515-A6204620E6CB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869638AF-3864-A888-B0B0-CD1CD3B025DB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72FFF606-4900-7B0A-FB7A-C4F92AC3E851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22B08D1E-B390-FE20-5AA8-510D58D369A3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4131A21-85C8-93CB-67DB-7644AFEFE74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1792E9AA-B0A1-2D2D-F072-6CD444937C10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3039CE4B-95B1-4A41-4A7A-1AFECF6A3120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C6C36EF6-52A4-5087-DB21-CD9FB68BA618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F96186D9-73A2-5B23-EDE0-DA9527231E54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D65D185C-37A5-04A6-CBD8-5CE243861FC2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7581DA48-4F71-FD11-20F8-E1FDC4089ADC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FBC58F2E-ADEF-7197-D1A2-6E2BAFB1949D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A00DDF53-095F-3265-F575-0B1C4E5E4E40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953AB8A-7F2F-99D4-D4A4-19075FBD6B8B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A606A6AF-3F8A-A552-C60E-E8BF663397D9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AD41A697-27EE-E98C-9287-E26849FCFADF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00625116-653C-9175-32D2-D27A072A9667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3D9657C5-A669-571C-9A06-65CFDAF210D8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F79D2A15-B99D-E03D-7C85-F31AA82798AC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54896A55-5D7F-C9AA-76A5-D3C7784DB11D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A2E43CD0-F6C7-2FE0-CAE0-D5E48035FDAA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E5C71A88-2E3A-065B-E980-FF3B29957DAD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E8E48E36-17F5-CEE7-C274-408C83CD18FA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1011DB5C-DD39-25C6-165A-351E298BFBFE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5D720612-13C0-BF8D-8B81-401BD27B0E73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AC8A6128-136F-2CDB-3664-34C721480AB5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CAC23E32-D2A2-C126-3C72-BCE864290F60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FD2E34B2-A21A-6126-7232-3C19D606A403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2072ABA9-F89B-0C33-7411-65AC428EFCCF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53356B0A-C62A-BA01-849F-2AF286E70293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E1178B9D-4F91-E967-0D7F-47975B824EF8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D9AF5812-7E1E-ABBF-D349-904015304C3B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A5425FAE-931C-D376-BDEA-3EDDFB20F660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9C16ADD5-66C0-1ED2-7BE4-D4E074A3279F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04B6CD6C-3738-FECD-5506-A48031B9A803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530CB6DE-9EE2-4B93-2790-10738E950C39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5E66742-FBCF-23F1-D8A5-6AE5E1865739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955BCE0-B4C4-66F7-0CDA-8517F2FB2FBE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699246DF-FE08-4C9E-96C5-63C6905B8CFD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82C5F184-B655-3FC5-9A61-0448DDBB2C98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FB72BCFA-BA67-3994-5B97-12E627CC8122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6DE466F8-1A22-9309-1E13-D94E4B1B5F3C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E148CD64-D752-8F18-77BC-333EDF5D17F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9E94E77F-EEC2-B6B5-FEFC-8B50E4D61BA8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19157DAF-5B21-F2D5-9791-947DCF2B131E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B9BDD46F-01F4-76B5-86C2-CBB8CDB80862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1B341B7D-7DAF-EE65-FA31-3A970DC4DCEC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BEE2FF23-134E-3AF8-1932-082D30EED2C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259B501C-8754-8805-DC87-01F361097382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0559C3B1-D2F8-6DAD-22CB-775AC7560C08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D7F27408-5683-90E2-83CC-4C0715356F4A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A4F03A55-25E8-FF00-36BA-3C349407F3C6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57F7F7CB-CDE7-1DFB-7588-304D6EC62FCC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06D3A9C2-046D-86CB-4129-2A6F893EE707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F9CFB5B0-7F6F-58FE-D752-A88F5A54FD43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50BD8347-311C-D3F0-077A-3036B5FB5F91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B95287A-AE9C-A010-E5B9-5224A99A15F8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F408B206-7490-DDCE-F0E4-2236ACE940D7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093A743F-5469-E0C2-A407-54044CCCE028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7D0B2484-EC70-48E8-A0CD-301D6C3ABB92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887058AA-5653-0F64-C2F0-615334630B2A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84E55AC5-28F6-9A83-F1D7-A8C820663F12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4358E1A4-9DE1-3261-2FE6-A224909DFB56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C13C570A-64AB-0E9D-8F1A-7B90DE976793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7E2237DA-C50A-E1A3-029F-0567BA7EA611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B136F1AA-BB31-A6C0-0B74-01F0A18FEC8D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7505595C-0EA6-8A92-0448-23DBE0FAE236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EA99E47B-85C6-F3B2-635B-500E70B40E6D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57CF604-454C-2C08-0B48-0C7795144B7C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B3D96E50-9359-E838-7862-DFDEE2C43754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E446270B-BA81-96C4-3492-CA6B17D64D2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FEDD4997-8054-D6CE-4A86-B62A98478263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B8F08D70-C598-C295-D1C7-22BC9CE01A96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76CC9175-BB24-A4ED-BA08-3C88B495E273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23D19E4A-1F7F-F880-388E-AED63046F6F2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85406411-A039-045F-08BE-6D7E3A6A7D33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F5065A8C-3484-ABDC-A124-3BC642183A20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9AA4C4DE-C60B-27FC-4F94-30A7A415BFFB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FFB3759B-A458-D5D8-3822-7FD3CED8077E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E49763BD-7098-8A6C-5E5E-5DD58EA9946D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166B0187-D33E-6420-2025-2EFBC5EBFE8F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6A7326DE-53F8-08D1-0420-6B88067C5886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63D07ADE-3E44-D9E3-F0C2-9285D52CAC64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9CA8860A-FD99-579A-D33C-8AE3B7BAEE4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FB7C10DA-75AD-120E-D571-1ABEA60E4AD4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0C562664-C9FD-D2D8-5BC5-8589F11B3AE4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EA90B967-3C49-6B95-D080-292B4426DD1A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B00BC4AD-406A-507D-91D4-DB9095F362D4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18192E06-D1D8-35F3-346B-F84E7D8D3020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B58C5A00-39E1-31DF-5084-E614AAB22D00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FB3E6548-39A4-9474-0B8F-E23B4BB5A409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DE8CFF7E-0BC5-D084-D11A-3DFD7C663776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82FAEA6A-4802-0698-D219-7493F305F1A9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BABA2D5F-4F33-AE60-2A70-BEE112B8C2E7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BF33A84D-4C71-F4B7-D522-35743DEB5118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CAD46A1B-7455-1695-4880-DC421CC44AC8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45EA4738-A1D3-7254-24A9-2CD28D2DC79F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908D5A8E-684D-9FB4-C5B4-73290F00ED29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208FBB26-0DDC-C9AD-262A-0DF337DB8BEB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8BEF0DF6-9A4F-9E5D-8F90-75814C4F4A07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19208871-DB73-17E2-9FAB-3E68847E1E39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731C8294-BA73-2A38-AC23-86E4E59FB895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23FDB34D-433C-337E-382B-D38B2CE6516F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D35DB4A8-7900-D31F-676F-011C152D9AA9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72C8A311-E773-45E8-86E5-56224F0D35FF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D6F8E2CC-E9CD-327A-C3B4-337A5F82417A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FF9A010-C448-2616-3B6E-A33BB6E26AD9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BF2ECF19-B316-8887-26BF-54E3C1EE0D21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1F82FFCC-B7FB-B72C-C507-DB8693C29B7D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A0303D7A-AE61-5336-7E10-75EF8BFD8AD6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8459673A-A5AB-BEAF-4EF7-89310F586963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98C2090D-E830-6BB0-96E8-4278CA51B56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77255611-3C14-789D-1346-E8F866FFAD6D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DF45A85C-544F-76C4-51EE-1226D628AC0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78EC20AB-7BD1-9FC8-637C-78929A2AED70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0F4A88C2-ECE1-7115-9421-C122BC774ED1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6D2F236C-78F2-6F87-4136-81E34CFC000C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5E673AC9-AA85-D18A-777D-160E08170D49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CC4D24FE-F495-F186-6259-8907CB154C5D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410D52AA-1DFB-2948-589F-5D2EDC7797C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726A8E68-F110-F836-9E29-90ADC839C553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40E5F3A8-6080-73FC-D20F-E0AA4F7F44E6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553D2F64-166B-23FB-09B7-1E529BE32209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C435EB47-F60B-A487-2537-3340A530B646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31AC8D40-ABB5-362C-CF51-7035F508CF93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4C092BA3-36FD-32B9-E49F-311E92CCEADA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E353A145-7B16-6ADC-4A9B-9F8D1E048514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B875B76E-808F-F48B-0928-B5B948A22477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7405A721-3E82-464C-D608-B4C9A60E1D2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B9EFA56D-B984-FE3E-9F07-0D66AC07A8C8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51EC742E-328E-5694-E6C4-66AE55363D77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F58CEA36-F624-5B1C-2E6A-254E05855C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DFC88E2F-4014-8D96-1589-C74BDB4E5566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83E3E801-7EB7-B5A2-62B0-88C9BA1702E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AC877479-7C78-F3A3-BDAA-EDE423DDBF1E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8B4C5E38-5E52-913B-A1B8-B01A94964EDB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895507C6-A5AB-83B6-0D99-CC75E588A45C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90EC1280-78C9-67B9-F61A-712C8A35A6B4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EC62C45E-195C-897B-DD71-181B930EF89A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10C20F09-EDEA-86AE-3E08-37A655BEF46E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07B2BF03-0873-38D5-63C0-6631F469CC4B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2F40FBC6-AD22-AD7D-63E2-FD998F49BA44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A3EB68CC-A217-FEE5-6B80-73B0CC05931B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932A119D-94D4-C10F-B540-187528DB5EC5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9FAE8833-5188-771F-51D7-8A51A33D87D8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BC59C1B9-049F-9E07-D81E-A8759D92265A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7D43FE21-F5CD-30B4-CB86-2590E925E57E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6CCA4B86-7F58-A560-4C9E-6183871140A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DDF9DDFF-9625-442E-2C8F-D3E199E96608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1B324C98-A115-39FE-50EE-D858CE4C5A57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11257557-82E5-4820-BF02-77339165744E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1423C228-AD10-CFB0-E2E4-4E1DC1650242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852FD769-CCBC-4690-A6F6-3640A8DC7EAF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88D386D4-30C8-CEE9-2ACA-C13EC42EBF85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8270380B-9C7D-6155-D44E-E7714378499D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B219DAC3-3E56-87AA-7A9F-64E98DCD9A7A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EB5E2B1C-BF20-89E5-DC55-5903CBD9C481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0B0354C9-6F17-DA80-FBB2-E825193AA146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C5D085A5-D1E5-CB84-0EB6-6E12D469ADA9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18F75EF2-7DE5-FC25-1AE9-418FE38F3336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71790DC3-03AA-18A5-4253-0C66A6DE1E02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742C0C51-B43F-203E-03CB-83E974B7D982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0968D7EC-9C45-3148-713F-28D9EECF10E1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79FACE7-A1C2-CA0D-6604-FE334AE72972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7EEA068C-BC13-17B5-9D7F-A2AA6574C92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90F33D48-2907-80EB-90F0-ED2FB43DE14D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48D661E2-C70D-1B0B-1BC0-E32D60699B88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6B49DAC9-47D9-DFC8-AF41-F7881350D58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8F1F9DC-AD9C-E4BD-2BE2-7E24221E524F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067E8CD5-374B-B485-09BB-454A822758E5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AC1F1BC9-47ED-3C94-0072-6713DD2B2AA4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4A7944B2-1554-B503-DB6F-C26C9160D10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0A460C8F-25F3-76DD-94D5-3241B2E1C518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427FDF30-7AB6-5509-ABA8-02345B738783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DF96FC5D-A216-ABD3-685B-248869181D14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9D2D6553-7D8B-524E-68F2-7A65DC10D1F4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BFC5EADC-9A25-8759-D1F4-3B2FD7296015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07EC370-CF22-2DEF-5010-2BAD4A3391D4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7268A109-F639-4629-2BB3-FFCBE750BF7D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1DFCBE7E-D963-65A7-799B-416B4F4DA960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DA56575C-CD3D-F507-D5A6-C17091F177AD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C020EC59-0647-7B0F-A02E-64873B3A38D1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11640E5C-1CAF-747D-4322-15D1A8CEAA89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2DFD9239-BB49-FB2A-D545-1A8777859EF3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87E52CC7-FE4F-A672-4317-B8B64DEE9879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62EAD1D6-623B-9A6D-7F57-237D97A76ED0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D723F2F0-5532-9036-9715-6436CC435BE5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47BE1EEF-BB17-6584-AA2F-84C980A70398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B60EDEA9-56CF-07D2-3784-CCCC7EFC6F75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1E873744-17DC-2747-D96E-2197314FEE3C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0A1F3D3-FDD1-8C76-84FD-595617308287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B91A8558-8E74-0C52-7649-38149E0301C3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EA086F64-E85F-04DD-C540-A07F40B6612B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E772B91-FE06-5BB4-3ED8-ACEEA5A4BA39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CA012037-7D7F-F5EA-7950-B6B5948D36D4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429AF078-47EC-83F8-2566-7F3CC3FC588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AE1B5EA2-9C87-E5DB-C819-19CCDF5CE1EE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65207E9D-50DF-F55C-9898-78FCF0AED679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9E7DE420-5208-DF91-221B-1B10F7443FEA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971FDCA9-58DF-E4FE-CD0B-AC591EAD5D30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3A6F33BE-108A-F0B2-FEF8-9607C43F5047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89F734FD-10A8-49A2-651D-C3903311FEB8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A149428-12A8-B93B-8A63-36F1C0B5C435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E83B12B9-9DC1-78F4-47DD-9601C7FB1D7E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EDE7D9DF-AF1B-BDF3-E779-AE7FFFB01698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F3AF6CA-62CE-0294-1600-5BAF3EE4A4D5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77F752B7-BD1B-1D20-0AD1-55E560EC08C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84402E60-6A42-D6CE-988C-5BAE7687E677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9A52FBFA-43B7-B3C8-2016-F1986D7CF27B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4BA6F959-74CC-E722-03CA-DBB23C8DD7E3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88D02B44-D1D9-B4E5-0E76-EB57549831DD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5492DCDE-4F0A-507F-666E-C821327CB384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9A1A5756-21CA-1D12-5FF1-DD61D19C0204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F4FC3529-A5FA-B1BF-D8C8-61A041843BC9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0527DABF-B5C5-82E0-3F02-70D962D623DE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316A9AC9-76AD-D3DC-D48D-C7FE6EB0451C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0F0D8617-CDA5-F073-E67C-C079BCC3400F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DE8D90B8-6BBE-559E-43AE-91AA48858181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352971E4-81E0-1497-DC61-E0BD72600050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26D7F110-0F4D-DBE4-F00C-F1CE0BDA0E3B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767AB6EB-0881-B2B8-FAAD-6BA3B1C8F522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411B820D-73F5-504A-7DCE-555ABA09BE3F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03A4864C-CCCE-3BB2-BEDD-F962F4ABC4A6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0E220364-42E9-102D-7171-D5024BB1F5D5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1E67FC-2699-5784-C365-57E50462E6C4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A8A8DB83-A808-0A77-7A37-07C3ACB65A6E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F001C88C-847E-2DFD-58CA-A7AE2374E64D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E726D240-2F02-3873-712E-6D01C2F44F44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09FC99D1-68FB-90BD-34C8-AB90CF1F88E4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DE446832-5AC9-133F-FDCA-DD14639321AC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A04A8F6D-0264-DDF2-28BB-F2CB0F9CE8FE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AC79D4A8-A0C5-EE8D-E743-00EE7560C98A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4940087E-1F34-5C1E-4175-5C83FA86BBC5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CBD1B048-7A71-DF00-BE31-617488288419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B52D660E-84EB-E431-8AC1-55E0532F8F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A6AC2612-28D8-A0E6-C56E-5CFC5C3F8E29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3EDAF094-81BC-F9C1-2F0D-C840CBDE1012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C072FF99-BA6F-EF2B-331A-9D56BDC1CF7D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30DE94C5-D830-FD36-EA9A-EF575914B6B0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D90FC8AD-5E7B-E0A4-7968-5D2C4759CC2B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24A7D5E3-672D-5E33-6C97-751214F8E766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79A4672F-7B41-FBF2-0C8C-C7BEDF7BC52B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B6169773-0008-AFC7-71F6-F8A4E702897C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3A171C36-8EF8-DEFE-27B4-4EE6E16A1969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0A3EEDD0-E208-0222-C881-1FF24BF4B7DE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97D9288B-356A-379F-38AE-322F82ED9505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DB32A390-A7DA-4F7E-51D8-9867E59FFBDF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8259C729-C6B4-E92D-C4AE-5C0676887723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632B3C89-EADD-F6C1-7E71-2265F2755CE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7912CDD9-22DF-3CEA-6F1E-BB34E36E94F8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740D8389-E53B-ED11-CCEE-0CB9B2803775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A9E59CCA-A1DF-EA84-6EB9-F0222011F28A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F4F992F-8EAA-4466-19D4-E0C1BB8A42DF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02B08466-4661-A05A-2E71-CEEB4D2C2880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C9E10BE9-1049-BBFA-9574-91F3DF4911E3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373CFF62-0AE6-3058-531C-5C31FBD43207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A8224E3A-6CCA-B227-26C8-0FCFBA170058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5ED25C79-AFB5-1330-CBAB-AD31B2E70993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4D68AFAB-1FB6-9007-3F21-B430F674014E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495C85BF-EA48-9F03-E438-B143A04A05A4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C7E51108-8ED4-35B5-D99A-64CAFA2E6EC9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6DE680D1-AD57-F866-5E2B-BE2E180F09C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25B1E5D2-7132-EF92-6A22-76842613B5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9181B380-0220-8FFF-515F-C8C0BE9C724C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119F7E1D-C5D1-D76E-3E6F-28EEC28B7D05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4A3D6F4B-28CB-0D44-0FEF-C6498328D548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47A2C07F-1B39-7CD0-B68E-D5BE48C77C2E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A50F4F49-CC82-27DE-C4BE-7D7DFF943D68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95AD8A1-DF21-D68A-087B-376704FC17F8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9D29D297-0905-B3A1-809E-B91CF3421AFD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7FBA6E25-029B-9D49-BBBE-B0115DB5DDC5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756DEAAC-36A5-5CE6-49D7-8AB8FDC77B35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A918D6C-0088-7DAD-9AB4-117B07A0944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0335921E-6BC3-4DC1-CD11-2AA1367FC8EB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334D58BE-1F2D-C734-8B60-AE98AB82FB76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CB64CBEF-DACB-A4A4-D716-C9073443FB1A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2EFDD760-F0A9-B49F-C6A5-5A50763C8362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0F50C80B-05F6-04D0-8A45-A661C9A4862B}"/>
              </a:ext>
            </a:extLst>
          </p:cNvPr>
          <p:cNvGrpSpPr/>
          <p:nvPr/>
        </p:nvGrpSpPr>
        <p:grpSpPr>
          <a:xfrm>
            <a:off x="2205494" y="3855509"/>
            <a:ext cx="259292" cy="39158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F463507E-0AC4-29D0-4985-40339B80FE14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546234DF-5706-8B85-D77A-9BB6E628BAE9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5F37003D-4150-B8AF-E158-E325C928D890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EC9F2694-05C5-4B58-F1EE-086A76DBF844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9123E2B9-3173-4D5C-402F-0ADBEBEBD38F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CDE0D696-7903-3380-EA67-250BA14F0351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4EF28D67-9DAA-128D-3068-A76683B79E31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DC4D048F-3FCF-3730-1C4C-9454AC82DDAE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CF39E8BF-AF0B-7C63-6AE8-3524307A110A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BC413DE-C41B-2230-52AE-2944AED37322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A2606A3C-5BEF-EC42-B133-0F42E24719AC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51" name="label__3950">
            <a:extLst>
              <a:ext uri="{FF2B5EF4-FFF2-40B4-BE49-F238E27FC236}">
                <a16:creationId xmlns:a16="http://schemas.microsoft.com/office/drawing/2014/main" id="{B0715E0C-794C-23E6-0AA1-A54D1C310F13}"/>
              </a:ext>
            </a:extLst>
          </p:cNvPr>
          <p:cNvSpPr>
            <a:spLocks noGrp="1"/>
          </p:cNvSpPr>
          <p:nvPr/>
        </p:nvSpPr>
        <p:spPr>
          <a:xfrm>
            <a:off x="2454732" y="39878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469872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18" name="Candidate_B2">
            <a:extLst>
              <a:ext uri="{FF2B5EF4-FFF2-40B4-BE49-F238E27FC236}">
                <a16:creationId xmlns:a16="http://schemas.microsoft.com/office/drawing/2014/main" id="{D5075CE6-FABB-4FB9-3A4F-65803CF71000}"/>
              </a:ext>
            </a:extLst>
          </p:cNvPr>
          <p:cNvGrpSpPr/>
          <p:nvPr/>
        </p:nvGrpSpPr>
        <p:grpSpPr>
          <a:xfrm>
            <a:off x="3152702" y="4681009"/>
            <a:ext cx="259292" cy="391583"/>
            <a:chOff x="5805488" y="3743325"/>
            <a:chExt cx="466725" cy="704850"/>
          </a:xfrm>
        </p:grpSpPr>
        <p:sp>
          <p:nvSpPr>
            <p:cNvPr id="3952" name="Candidate_B2__3951">
              <a:extLst>
                <a:ext uri="{FF2B5EF4-FFF2-40B4-BE49-F238E27FC236}">
                  <a16:creationId xmlns:a16="http://schemas.microsoft.com/office/drawing/2014/main" id="{E5DF0363-2F12-42A2-4AC1-C32BC20623D8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53" name="Candidate_B2__3952">
              <a:extLst>
                <a:ext uri="{FF2B5EF4-FFF2-40B4-BE49-F238E27FC236}">
                  <a16:creationId xmlns:a16="http://schemas.microsoft.com/office/drawing/2014/main" id="{D5CF2A8E-D4AD-EF99-555E-4C008C2EE247}"/>
                </a:ext>
              </a:extLst>
            </p:cNvPr>
            <p:cNvSpPr>
              <a:spLocks noGrp="1"/>
            </p:cNvSpPr>
            <p:nvPr/>
          </p:nvSpPr>
          <p:spPr>
            <a:xfrm>
              <a:off x="5830434" y="37516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54" name="Candidate_B2__3953">
              <a:extLst>
                <a:ext uri="{FF2B5EF4-FFF2-40B4-BE49-F238E27FC236}">
                  <a16:creationId xmlns:a16="http://schemas.microsoft.com/office/drawing/2014/main" id="{AA83AA49-6059-DEA0-40CA-C52E474F7C92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55" name="Candidate_B2__3954">
              <a:extLst>
                <a:ext uri="{FF2B5EF4-FFF2-40B4-BE49-F238E27FC236}">
                  <a16:creationId xmlns:a16="http://schemas.microsoft.com/office/drawing/2014/main" id="{816F2985-57A7-F7E6-3050-597ABB95B0D1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57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56" name="Candidate_B2__3955">
              <a:extLst>
                <a:ext uri="{FF2B5EF4-FFF2-40B4-BE49-F238E27FC236}">
                  <a16:creationId xmlns:a16="http://schemas.microsoft.com/office/drawing/2014/main" id="{C8CC2D29-8A88-879E-0893-BE05EE934145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486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57" name="Candidate_B2__3956">
              <a:extLst>
                <a:ext uri="{FF2B5EF4-FFF2-40B4-BE49-F238E27FC236}">
                  <a16:creationId xmlns:a16="http://schemas.microsoft.com/office/drawing/2014/main" id="{D05A43BF-81C5-239C-62F1-33D0EDC5CDFB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537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58" name="Candidate_B2__3957">
              <a:extLst>
                <a:ext uri="{FF2B5EF4-FFF2-40B4-BE49-F238E27FC236}">
                  <a16:creationId xmlns:a16="http://schemas.microsoft.com/office/drawing/2014/main" id="{B2729F28-6DD0-B569-5D36-C4E60D6679A0}"/>
                </a:ext>
              </a:extLst>
            </p:cNvPr>
            <p:cNvSpPr>
              <a:spLocks noGrp="1"/>
            </p:cNvSpPr>
            <p:nvPr/>
          </p:nvSpPr>
          <p:spPr>
            <a:xfrm>
              <a:off x="5822446" y="37662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59" name="Candidate_B2__3958">
              <a:extLst>
                <a:ext uri="{FF2B5EF4-FFF2-40B4-BE49-F238E27FC236}">
                  <a16:creationId xmlns:a16="http://schemas.microsoft.com/office/drawing/2014/main" id="{75BEFDFF-738A-76ED-F318-9DB0FA3F423A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662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60" name="Candidate_B2__3959">
              <a:extLst>
                <a:ext uri="{FF2B5EF4-FFF2-40B4-BE49-F238E27FC236}">
                  <a16:creationId xmlns:a16="http://schemas.microsoft.com/office/drawing/2014/main" id="{2E03043B-516F-D3E5-B2AD-A5D8B215FCDE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896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61" name="Candidate_B2__3960">
              <a:extLst>
                <a:ext uri="{FF2B5EF4-FFF2-40B4-BE49-F238E27FC236}">
                  <a16:creationId xmlns:a16="http://schemas.microsoft.com/office/drawing/2014/main" id="{CB5AAD35-2881-43E3-2BA7-6A970C01DFC0}"/>
                </a:ext>
              </a:extLst>
            </p:cNvPr>
            <p:cNvSpPr>
              <a:spLocks noGrp="1"/>
            </p:cNvSpPr>
            <p:nvPr/>
          </p:nvSpPr>
          <p:spPr>
            <a:xfrm>
              <a:off x="5861888" y="38255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62" name="Candidate_B2__3961">
              <a:extLst>
                <a:ext uri="{FF2B5EF4-FFF2-40B4-BE49-F238E27FC236}">
                  <a16:creationId xmlns:a16="http://schemas.microsoft.com/office/drawing/2014/main" id="{9B2670EA-44A4-C888-569A-561C0997D6E9}"/>
                </a:ext>
              </a:extLst>
            </p:cNvPr>
            <p:cNvSpPr>
              <a:spLocks noGrp="1"/>
            </p:cNvSpPr>
            <p:nvPr/>
          </p:nvSpPr>
          <p:spPr>
            <a:xfrm>
              <a:off x="5935320" y="38972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63" name="label__3962">
            <a:extLst>
              <a:ext uri="{FF2B5EF4-FFF2-40B4-BE49-F238E27FC236}">
                <a16:creationId xmlns:a16="http://schemas.microsoft.com/office/drawing/2014/main" id="{4F303453-3011-C830-0247-F60BC9BA633C}"/>
              </a:ext>
            </a:extLst>
          </p:cNvPr>
          <p:cNvSpPr>
            <a:spLocks noGrp="1"/>
          </p:cNvSpPr>
          <p:nvPr/>
        </p:nvSpPr>
        <p:spPr>
          <a:xfrm>
            <a:off x="3401940" y="48133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469872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727A6850-60A1-5D7A-2AC9-51639003327E}"/>
              </a:ext>
            </a:extLst>
          </p:cNvPr>
          <p:cNvGrpSpPr/>
          <p:nvPr/>
        </p:nvGrpSpPr>
        <p:grpSpPr>
          <a:xfrm>
            <a:off x="2528286" y="4863572"/>
            <a:ext cx="259292" cy="312208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C69417A3-D450-4548-AD29-58C3FAC4E279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076FB037-132F-7F16-6D81-70D99780199D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76648CC3-EE8D-CF27-4DFD-2E5952B931D5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EDD8391F-221D-2808-B2D4-FF1CC485DE54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0281C73-CCF6-E921-1963-A81447350AA8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B30F7DC1-8205-4264-0BDB-0D727C70ABC8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C2369543-B297-1D43-2803-513CE798853B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21C882B4-CDC4-BA5E-D217-4EEED31E3A90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C87435BE-F1BF-A9A2-35BE-5487AB2F4E0C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06269185-FD4D-255F-5B3E-957FE82CD27E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3974" name="label__3973">
            <a:extLst>
              <a:ext uri="{FF2B5EF4-FFF2-40B4-BE49-F238E27FC236}">
                <a16:creationId xmlns:a16="http://schemas.microsoft.com/office/drawing/2014/main" id="{D5CA061C-FE45-394C-605C-8A65A58F0A30}"/>
              </a:ext>
            </a:extLst>
          </p:cNvPr>
          <p:cNvSpPr>
            <a:spLocks noGrp="1"/>
          </p:cNvSpPr>
          <p:nvPr/>
        </p:nvSpPr>
        <p:spPr>
          <a:xfrm>
            <a:off x="2777523" y="4956175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AF9039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AF9039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5880AF5E-5CBF-A46A-2D99-ECB7871DD4B8}"/>
              </a:ext>
            </a:extLst>
          </p:cNvPr>
          <p:cNvGrpSpPr/>
          <p:nvPr/>
        </p:nvGrpSpPr>
        <p:grpSpPr>
          <a:xfrm>
            <a:off x="2996598" y="3647893"/>
            <a:ext cx="232833" cy="363719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90685A5D-2C44-50ED-C60D-A7BDE763080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852055B6-0F0C-6EE3-C57F-263050772110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49C2BA66-BC61-DA66-E6ED-8811D8410528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F78165FB-F713-F0BD-AA2D-96CA478289C4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1C61A013-F23B-AA8E-76DE-06508896AA0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ED5B393A-0104-DCF3-083C-95F824A8B6BE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DA4F2992-588F-1D0F-587F-4941506256AC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EB3DE6D8-9707-8BC5-65C3-1D25FCD4B4A8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A1B028EB-7838-AF1F-9F39-3E3C1516981A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70D8998-DF75-951D-F50C-D3DD4E5676DD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0B048BE4-2D51-392D-E1FD-4A04159A8104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3986" name="label__3985">
            <a:extLst>
              <a:ext uri="{FF2B5EF4-FFF2-40B4-BE49-F238E27FC236}">
                <a16:creationId xmlns:a16="http://schemas.microsoft.com/office/drawing/2014/main" id="{05ABD9EF-DA07-DE77-1288-672AE11CCF97}"/>
              </a:ext>
            </a:extLst>
          </p:cNvPr>
          <p:cNvSpPr>
            <a:spLocks noGrp="1"/>
          </p:cNvSpPr>
          <p:nvPr/>
        </p:nvSpPr>
        <p:spPr>
          <a:xfrm>
            <a:off x="3222023" y="376555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B45D6E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B45D6E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1CC85B10-0BF2-E126-1A5D-DED971738FBC}"/>
              </a:ext>
            </a:extLst>
          </p:cNvPr>
          <p:cNvGrpSpPr/>
          <p:nvPr/>
        </p:nvGrpSpPr>
        <p:grpSpPr>
          <a:xfrm>
            <a:off x="2144640" y="4556655"/>
            <a:ext cx="232833" cy="269875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295166E0-7559-0CA7-EC25-D325C120673A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AFB757D3-D7F3-A9CB-D384-3DE9CBED1391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B06750D2-8DBB-0012-C4B7-0121A906807B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A98992E4-5A72-6D26-839E-923331922339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28D45705-4B54-4512-2F5D-2638D913793F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9C76DFD2-7DEF-9FA0-2E12-388D062714B1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C08B36A5-4F95-4A34-6FC7-658EEDBD293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87A84A22-6E12-A212-4D97-5885819A7D00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6B374FBD-D3DF-1352-BD27-0BE37B1372A2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2CC4A3C6-9308-B699-ADA7-840B5E03FDA1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22" name="label">
            <a:extLst>
              <a:ext uri="{FF2B5EF4-FFF2-40B4-BE49-F238E27FC236}">
                <a16:creationId xmlns:a16="http://schemas.microsoft.com/office/drawing/2014/main" id="{DBD67FC0-3C41-4B8C-84AA-1F776B5CBBF3}"/>
              </a:ext>
            </a:extLst>
          </p:cNvPr>
          <p:cNvGrpSpPr/>
          <p:nvPr/>
        </p:nvGrpSpPr>
        <p:grpSpPr>
          <a:xfrm>
            <a:off x="1727352" y="4628092"/>
            <a:ext cx="2275417" cy="1307042"/>
            <a:chOff x="3109233" y="3648075"/>
            <a:chExt cx="4095750" cy="2352675"/>
          </a:xfrm>
        </p:grpSpPr>
        <p:sp>
          <p:nvSpPr>
            <p:cNvPr id="3997" name="label__3996">
              <a:extLst>
                <a:ext uri="{FF2B5EF4-FFF2-40B4-BE49-F238E27FC236}">
                  <a16:creationId xmlns:a16="http://schemas.microsoft.com/office/drawing/2014/main" id="{919F88E4-5844-A345-D59D-412154703858}"/>
                </a:ext>
              </a:extLst>
            </p:cNvPr>
            <p:cNvSpPr>
              <a:spLocks noGrp="1"/>
            </p:cNvSpPr>
            <p:nvPr/>
          </p:nvSpPr>
          <p:spPr>
            <a:xfrm>
              <a:off x="4396740" y="3648075"/>
              <a:ext cx="333375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200" b="1">
                  <a:solidFill>
                    <a:srgbClr val="4F5965"/>
                  </a:solidFill>
                  <a:latin typeface="Arial"/>
                  <a:ea typeface="Arial"/>
                  <a:cs typeface="Arial"/>
                </a:defRPr>
              </a:pPr>
              <a:r>
                <a:rPr sz="667" b="1">
                  <a:solidFill>
                    <a:srgbClr val="4F5965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  <p:sp>
          <p:nvSpPr>
            <p:cNvPr id="3998" name="label__3997">
              <a:extLst>
                <a:ext uri="{FF2B5EF4-FFF2-40B4-BE49-F238E27FC236}">
                  <a16:creationId xmlns:a16="http://schemas.microsoft.com/office/drawing/2014/main" id="{EDE538D6-714C-4092-6609-8E9D3E29DDD2}"/>
                </a:ext>
              </a:extLst>
            </p:cNvPr>
            <p:cNvSpPr>
              <a:spLocks noGrp="1"/>
            </p:cNvSpPr>
            <p:nvPr/>
          </p:nvSpPr>
          <p:spPr>
            <a:xfrm>
              <a:off x="3109233" y="5734050"/>
              <a:ext cx="4095750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Map + receptor + predicted blobs</a:t>
              </a:r>
            </a:p>
          </p:txBody>
        </p:sp>
      </p:grp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CFB545BA-F467-0612-7E75-1CC76094C7C3}"/>
              </a:ext>
            </a:extLst>
          </p:cNvPr>
          <p:cNvGrpSpPr/>
          <p:nvPr/>
        </p:nvGrpSpPr>
        <p:grpSpPr>
          <a:xfrm>
            <a:off x="3797909" y="4389211"/>
            <a:ext cx="470958" cy="63500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EF8ECEB3-17E7-46C0-C2EE-DB60AFDB8134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74CF9525-E111-7756-9946-D0BCC3603C48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4001" name="label__4000">
            <a:extLst>
              <a:ext uri="{FF2B5EF4-FFF2-40B4-BE49-F238E27FC236}">
                <a16:creationId xmlns:a16="http://schemas.microsoft.com/office/drawing/2014/main" id="{805DD852-96C0-844F-7C5D-0EBCD56B6B05}"/>
              </a:ext>
            </a:extLst>
          </p:cNvPr>
          <p:cNvSpPr>
            <a:spLocks noGrp="1"/>
          </p:cNvSpPr>
          <p:nvPr/>
        </p:nvSpPr>
        <p:spPr>
          <a:xfrm>
            <a:off x="3744992" y="4193419"/>
            <a:ext cx="576792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4004" name="Matching_B1__4003">
            <a:extLst>
              <a:ext uri="{FF2B5EF4-FFF2-40B4-BE49-F238E27FC236}">
                <a16:creationId xmlns:a16="http://schemas.microsoft.com/office/drawing/2014/main" id="{BC75E552-42A6-E719-31D3-3387F84087AD}"/>
              </a:ext>
            </a:extLst>
          </p:cNvPr>
          <p:cNvSpPr>
            <a:spLocks noGrp="1"/>
          </p:cNvSpPr>
          <p:nvPr/>
        </p:nvSpPr>
        <p:spPr>
          <a:xfrm>
            <a:off x="4843388" y="3717925"/>
            <a:ext cx="703792" cy="555467"/>
          </a:xfrm>
          <a:custGeom>
            <a:avLst/>
            <a:gdLst/>
            <a:ahLst/>
            <a:cxnLst/>
            <a:rect l="0" t="0" r="0" b="0"/>
            <a:pathLst>
              <a:path w="1266825" h="904875">
                <a:moveTo>
                  <a:pt x="0" y="0"/>
                </a:moveTo>
                <a:lnTo>
                  <a:pt x="504825" y="452438"/>
                </a:lnTo>
                <a:lnTo>
                  <a:pt x="1266825" y="904875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5" name="Matching_B4__4004">
            <a:extLst>
              <a:ext uri="{FF2B5EF4-FFF2-40B4-BE49-F238E27FC236}">
                <a16:creationId xmlns:a16="http://schemas.microsoft.com/office/drawing/2014/main" id="{5919A757-C3EB-9DE7-7DEC-26C43BE5A671}"/>
              </a:ext>
            </a:extLst>
          </p:cNvPr>
          <p:cNvSpPr>
            <a:spLocks noGrp="1"/>
          </p:cNvSpPr>
          <p:nvPr/>
        </p:nvSpPr>
        <p:spPr>
          <a:xfrm>
            <a:off x="4843388" y="4114800"/>
            <a:ext cx="703792" cy="841216"/>
          </a:xfrm>
          <a:custGeom>
            <a:avLst/>
            <a:gdLst/>
            <a:ahLst/>
            <a:cxnLst/>
            <a:rect l="0" t="0" r="0" b="0"/>
            <a:pathLst>
              <a:path w="1266825" h="1714500">
                <a:moveTo>
                  <a:pt x="0" y="0"/>
                </a:moveTo>
                <a:lnTo>
                  <a:pt x="504825" y="857250"/>
                </a:lnTo>
                <a:lnTo>
                  <a:pt x="1266825" y="1714500"/>
                </a:lnTo>
              </a:path>
            </a:pathLst>
          </a:custGeom>
          <a:noFill/>
          <a:ln w="20955">
            <a:solidFill>
              <a:srgbClr val="E67C8C"/>
            </a:solidFill>
          </a:ln>
        </p:spPr>
      </p:sp>
      <p:sp>
        <p:nvSpPr>
          <p:cNvPr id="4006" name="Matching_B3__4005">
            <a:extLst>
              <a:ext uri="{FF2B5EF4-FFF2-40B4-BE49-F238E27FC236}">
                <a16:creationId xmlns:a16="http://schemas.microsoft.com/office/drawing/2014/main" id="{538726FE-0A42-C04B-B688-F78DBB8688BC}"/>
              </a:ext>
            </a:extLst>
          </p:cNvPr>
          <p:cNvSpPr>
            <a:spLocks noGrp="1"/>
          </p:cNvSpPr>
          <p:nvPr/>
        </p:nvSpPr>
        <p:spPr>
          <a:xfrm>
            <a:off x="4843388" y="3754967"/>
            <a:ext cx="703792" cy="809625"/>
          </a:xfrm>
          <a:custGeom>
            <a:avLst/>
            <a:gdLst/>
            <a:ahLst/>
            <a:cxnLst/>
            <a:rect l="0" t="0" r="0" b="0"/>
            <a:pathLst>
              <a:path w="1266825" h="1457325">
                <a:moveTo>
                  <a:pt x="0" y="1457325"/>
                </a:moveTo>
                <a:lnTo>
                  <a:pt x="504825" y="728663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E1B94E"/>
            </a:solidFill>
          </a:ln>
        </p:spPr>
      </p:sp>
      <p:sp>
        <p:nvSpPr>
          <p:cNvPr id="4007" name="Matching_B2__4006">
            <a:extLst>
              <a:ext uri="{FF2B5EF4-FFF2-40B4-BE49-F238E27FC236}">
                <a16:creationId xmlns:a16="http://schemas.microsoft.com/office/drawing/2014/main" id="{A2D0C38F-BA54-91DB-EBD0-03A59E9ACF72}"/>
              </a:ext>
            </a:extLst>
          </p:cNvPr>
          <p:cNvSpPr>
            <a:spLocks noGrp="1"/>
          </p:cNvSpPr>
          <p:nvPr/>
        </p:nvSpPr>
        <p:spPr>
          <a:xfrm>
            <a:off x="4843388" y="4273391"/>
            <a:ext cx="703792" cy="740992"/>
          </a:xfrm>
          <a:custGeom>
            <a:avLst/>
            <a:gdLst/>
            <a:ahLst/>
            <a:cxnLst/>
            <a:rect l="0" t="0" r="0" b="0"/>
            <a:pathLst>
              <a:path w="1266825" h="1428750">
                <a:moveTo>
                  <a:pt x="0" y="1428750"/>
                </a:moveTo>
                <a:lnTo>
                  <a:pt x="676275" y="714375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8" name="Matching_B5__4007">
            <a:extLst>
              <a:ext uri="{FF2B5EF4-FFF2-40B4-BE49-F238E27FC236}">
                <a16:creationId xmlns:a16="http://schemas.microsoft.com/office/drawing/2014/main" id="{3D594D59-923D-A8B4-8E7C-697304EA1A5A}"/>
              </a:ext>
            </a:extLst>
          </p:cNvPr>
          <p:cNvSpPr>
            <a:spLocks noGrp="1"/>
          </p:cNvSpPr>
          <p:nvPr/>
        </p:nvSpPr>
        <p:spPr>
          <a:xfrm>
            <a:off x="4843388" y="5501217"/>
            <a:ext cx="703792" cy="53"/>
          </a:xfrm>
          <a:custGeom>
            <a:avLst/>
            <a:gdLst/>
            <a:ahLst/>
            <a:cxnLst/>
            <a:rect l="0" t="0" r="0" b="0"/>
            <a:pathLst>
              <a:path w="1266825" h="95">
                <a:moveTo>
                  <a:pt x="0" y="0"/>
                </a:moveTo>
                <a:lnTo>
                  <a:pt x="504825" y="0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707781"/>
            </a:solidFill>
          </a:ln>
        </p:spPr>
      </p: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33581A19-04C7-114E-E74A-2ADEC88C4C1D}"/>
              </a:ext>
            </a:extLst>
          </p:cNvPr>
          <p:cNvGrpSpPr/>
          <p:nvPr/>
        </p:nvGrpSpPr>
        <p:grpSpPr>
          <a:xfrm>
            <a:off x="4618492" y="3572405"/>
            <a:ext cx="195792" cy="291042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AA970BF5-9685-502D-9AB5-298E3026A74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FA0F035A-3D4E-765D-7367-3679ACD141F3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549234A2-E576-889A-6F6F-2F7591D3D06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AF1C2B85-7691-68BC-7F7F-9CC4EDB63088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D00ABFD9-FAFA-9627-2240-98BDC4D2EFB1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A6D087D-8D86-1333-46C4-89C05820F480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38F64477-75AC-3758-576E-F07AE77D3D84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37117AF3-CB56-74EA-E991-078B5C0A5C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8EC49FF7-C27A-8216-A2BE-EBC8688DFA0B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8F48545C-BC22-00F8-E140-20DD9C6832A4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F2F5AFE7-0E69-F2B6-5992-71C9C5F4D4E6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20" name="label__4019">
            <a:extLst>
              <a:ext uri="{FF2B5EF4-FFF2-40B4-BE49-F238E27FC236}">
                <a16:creationId xmlns:a16="http://schemas.microsoft.com/office/drawing/2014/main" id="{A750E9D0-5F01-AD23-5701-811B7FB314DB}"/>
              </a:ext>
            </a:extLst>
          </p:cNvPr>
          <p:cNvSpPr>
            <a:spLocks noGrp="1"/>
          </p:cNvSpPr>
          <p:nvPr/>
        </p:nvSpPr>
        <p:spPr>
          <a:xfrm>
            <a:off x="4457096" y="3654425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5B1E02C3-BF66-416C-5522-944D307AF96D}"/>
              </a:ext>
            </a:extLst>
          </p:cNvPr>
          <p:cNvGrpSpPr/>
          <p:nvPr/>
        </p:nvGrpSpPr>
        <p:grpSpPr>
          <a:xfrm>
            <a:off x="4618492" y="3970400"/>
            <a:ext cx="195792" cy="289921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49AF0FC2-9A21-6358-330D-B078FE895F10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ED72B14F-1718-A4C9-3FA4-32989D0F3FE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B8AD618F-91C6-992D-B802-E29D835514D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D5DD3708-023A-B488-4734-2BEA21B8A5F9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92CF19C4-528A-B0B2-C293-BB64691C5755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A9BCA040-5939-71E6-9E8E-F07A98EAAC17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66C2B180-84CA-87CC-3BE8-1207B99AE701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128840B8-1464-1851-FFEB-2FD4C0C45893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16321758-AD5E-5A2F-C070-94DC61581436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E253424-1B73-CF0B-C8ED-58300B68CF7E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DA12A687-FE12-B0F5-3E04-7D0390675F10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4032" name="label__4031">
            <a:extLst>
              <a:ext uri="{FF2B5EF4-FFF2-40B4-BE49-F238E27FC236}">
                <a16:creationId xmlns:a16="http://schemas.microsoft.com/office/drawing/2014/main" id="{CBAE1CB5-2C52-CA7B-5CE7-F21CFB8CBDD4}"/>
              </a:ext>
            </a:extLst>
          </p:cNvPr>
          <p:cNvSpPr>
            <a:spLocks noGrp="1"/>
          </p:cNvSpPr>
          <p:nvPr/>
        </p:nvSpPr>
        <p:spPr>
          <a:xfrm>
            <a:off x="4457096" y="4051300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218561C1-BC20-BB94-A06F-20C14FBD2049}"/>
              </a:ext>
            </a:extLst>
          </p:cNvPr>
          <p:cNvGrpSpPr/>
          <p:nvPr/>
        </p:nvGrpSpPr>
        <p:grpSpPr>
          <a:xfrm>
            <a:off x="4618492" y="4450821"/>
            <a:ext cx="195792" cy="227542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853F27A3-77F8-F1D6-FBCC-D4B0547015A8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0B24FE5C-52F7-30D2-B70F-B6C086B7F70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EE513643-4976-B08A-5ED7-36BE0E91C109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8FB9222-A313-B400-5B51-746C71C61A01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31CBE3B7-3E06-8914-D4EC-1A3FF9282AA1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6099CF8E-8ECC-7C65-ED65-E0C20B92E3D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E31BA3F7-CD5B-7851-0EC5-761330A3205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FA9E37C9-F875-6A88-8142-E4089226B7B4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20D141FB-F0C6-FE22-4ABD-0CB3DC73210D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109F53B5-38AD-82D6-F6C1-874431C8436C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4043" name="label__4042">
            <a:extLst>
              <a:ext uri="{FF2B5EF4-FFF2-40B4-BE49-F238E27FC236}">
                <a16:creationId xmlns:a16="http://schemas.microsoft.com/office/drawing/2014/main" id="{390157D2-6316-E1E2-9FB9-4446DBAB5BD8}"/>
              </a:ext>
            </a:extLst>
          </p:cNvPr>
          <p:cNvSpPr>
            <a:spLocks noGrp="1"/>
          </p:cNvSpPr>
          <p:nvPr/>
        </p:nvSpPr>
        <p:spPr>
          <a:xfrm>
            <a:off x="4457096" y="4501092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8" name="Match_B2">
            <a:extLst>
              <a:ext uri="{FF2B5EF4-FFF2-40B4-BE49-F238E27FC236}">
                <a16:creationId xmlns:a16="http://schemas.microsoft.com/office/drawing/2014/main" id="{E0E2584A-9E7F-E0E7-AD22-A5C417E80225}"/>
              </a:ext>
            </a:extLst>
          </p:cNvPr>
          <p:cNvGrpSpPr/>
          <p:nvPr/>
        </p:nvGrpSpPr>
        <p:grpSpPr>
          <a:xfrm>
            <a:off x="4618492" y="4868863"/>
            <a:ext cx="195792" cy="291042"/>
            <a:chOff x="8386763" y="4081463"/>
            <a:chExt cx="352425" cy="523875"/>
          </a:xfrm>
        </p:grpSpPr>
        <p:sp>
          <p:nvSpPr>
            <p:cNvPr id="4044" name="Match_B2__4043">
              <a:extLst>
                <a:ext uri="{FF2B5EF4-FFF2-40B4-BE49-F238E27FC236}">
                  <a16:creationId xmlns:a16="http://schemas.microsoft.com/office/drawing/2014/main" id="{AB63650E-F177-63EC-F1CC-D708B99B444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45" name="Match_B2__4044">
              <a:extLst>
                <a:ext uri="{FF2B5EF4-FFF2-40B4-BE49-F238E27FC236}">
                  <a16:creationId xmlns:a16="http://schemas.microsoft.com/office/drawing/2014/main" id="{A31A5EBC-4F62-7785-E348-FA0306ED630E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4087674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46" name="Match_B2__4045">
              <a:extLst>
                <a:ext uri="{FF2B5EF4-FFF2-40B4-BE49-F238E27FC236}">
                  <a16:creationId xmlns:a16="http://schemas.microsoft.com/office/drawing/2014/main" id="{4B981AA2-0345-5590-7EC9-A2675EC67CF9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47" name="Match_B2__4046">
              <a:extLst>
                <a:ext uri="{FF2B5EF4-FFF2-40B4-BE49-F238E27FC236}">
                  <a16:creationId xmlns:a16="http://schemas.microsoft.com/office/drawing/2014/main" id="{79C047F2-21B2-500B-06EE-EFA6221D286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3244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48" name="Match_B2__4047">
              <a:extLst>
                <a:ext uri="{FF2B5EF4-FFF2-40B4-BE49-F238E27FC236}">
                  <a16:creationId xmlns:a16="http://schemas.microsoft.com/office/drawing/2014/main" id="{F7404B1C-49F0-C6B0-D724-110B12E6980A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5400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49" name="Match_B2__4048">
              <a:extLst>
                <a:ext uri="{FF2B5EF4-FFF2-40B4-BE49-F238E27FC236}">
                  <a16:creationId xmlns:a16="http://schemas.microsoft.com/office/drawing/2014/main" id="{4D401FFD-D4CD-E787-B024-B94BD349E9EB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9211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50" name="Match_B2__4049">
              <a:extLst>
                <a:ext uri="{FF2B5EF4-FFF2-40B4-BE49-F238E27FC236}">
                  <a16:creationId xmlns:a16="http://schemas.microsoft.com/office/drawing/2014/main" id="{273F5405-DF5A-A1B1-3963-5CC37EC6CBAA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4098509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51" name="Match_B2__4050">
              <a:extLst>
                <a:ext uri="{FF2B5EF4-FFF2-40B4-BE49-F238E27FC236}">
                  <a16:creationId xmlns:a16="http://schemas.microsoft.com/office/drawing/2014/main" id="{E4FCADA1-BE6F-5E2E-6E68-E61D0CBE9F35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098509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52" name="Match_B2__4051">
              <a:extLst>
                <a:ext uri="{FF2B5EF4-FFF2-40B4-BE49-F238E27FC236}">
                  <a16:creationId xmlns:a16="http://schemas.microsoft.com/office/drawing/2014/main" id="{95BAAE36-E90C-E99F-A8D8-C7BFAB1F9BDF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115882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53" name="Match_B2__4052">
              <a:extLst>
                <a:ext uri="{FF2B5EF4-FFF2-40B4-BE49-F238E27FC236}">
                  <a16:creationId xmlns:a16="http://schemas.microsoft.com/office/drawing/2014/main" id="{DC63C63D-A73C-36D0-1B6F-73B3F0880853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4142553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54" name="Match_B2__4053">
              <a:extLst>
                <a:ext uri="{FF2B5EF4-FFF2-40B4-BE49-F238E27FC236}">
                  <a16:creationId xmlns:a16="http://schemas.microsoft.com/office/drawing/2014/main" id="{B44D0D5B-6796-1F9B-1F0D-97410AE0553D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4195894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55" name="label__4054">
            <a:extLst>
              <a:ext uri="{FF2B5EF4-FFF2-40B4-BE49-F238E27FC236}">
                <a16:creationId xmlns:a16="http://schemas.microsoft.com/office/drawing/2014/main" id="{14A8901E-602F-4021-FA51-7F2C4C39F83B}"/>
              </a:ext>
            </a:extLst>
          </p:cNvPr>
          <p:cNvSpPr>
            <a:spLocks noGrp="1"/>
          </p:cNvSpPr>
          <p:nvPr/>
        </p:nvSpPr>
        <p:spPr>
          <a:xfrm>
            <a:off x="4457096" y="4950883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DC4D329A-13A4-6EC3-11B0-2E230BA62F30}"/>
              </a:ext>
            </a:extLst>
          </p:cNvPr>
          <p:cNvGrpSpPr/>
          <p:nvPr/>
        </p:nvGrpSpPr>
        <p:grpSpPr>
          <a:xfrm>
            <a:off x="4618492" y="5387446"/>
            <a:ext cx="195792" cy="227542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9F92D583-1223-A143-ED93-C86314FC5EE0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894C7FB6-7717-32FB-AC0A-EB9E9D60271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3201CB3C-04C1-CC5E-01A3-B4550A381B4D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0C92CE19-7887-1C61-9B48-64D229DA9AD2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919E760C-2211-988F-7784-2E77D3BF7474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61A50DAE-1C1C-6899-7871-56DBEF2460EB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5FD383F7-FB3C-B395-81C3-3ACF9C9797C0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A01E5146-7668-D2B4-50D2-89A2E0D1F2B1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A774DC3F-ED0D-E9E4-971E-7DB7EAD4EC14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1F12D750-C9D5-2E9A-B30F-097C65FC47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30" name="label">
            <a:extLst>
              <a:ext uri="{FF2B5EF4-FFF2-40B4-BE49-F238E27FC236}">
                <a16:creationId xmlns:a16="http://schemas.microsoft.com/office/drawing/2014/main" id="{E64EF85A-FDD1-180A-07E3-3766A4EAF5F1}"/>
              </a:ext>
            </a:extLst>
          </p:cNvPr>
          <p:cNvGrpSpPr/>
          <p:nvPr/>
        </p:nvGrpSpPr>
        <p:grpSpPr>
          <a:xfrm>
            <a:off x="4457096" y="3384550"/>
            <a:ext cx="2135564" cy="2180167"/>
            <a:chOff x="8096250" y="1409700"/>
            <a:chExt cx="3844015" cy="392430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1D2A22B2-2D1B-A5BB-A3FA-A8B769E60476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5105400"/>
              <a:ext cx="3048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275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08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  <p:sp>
          <p:nvSpPr>
            <p:cNvPr id="4067" name="label__4066">
              <a:extLst>
                <a:ext uri="{FF2B5EF4-FFF2-40B4-BE49-F238E27FC236}">
                  <a16:creationId xmlns:a16="http://schemas.microsoft.com/office/drawing/2014/main" id="{61EC6C2C-35B6-BBC2-8499-8271F2F342C7}"/>
                </a:ext>
              </a:extLst>
            </p:cNvPr>
            <p:cNvSpPr>
              <a:spLocks noGrp="1"/>
            </p:cNvSpPr>
            <p:nvPr/>
          </p:nvSpPr>
          <p:spPr>
            <a:xfrm>
              <a:off x="9825715" y="1409700"/>
              <a:ext cx="211455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identities</a:t>
              </a:r>
              <a:r>
                <a:rPr lang="en-US"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(SMILES)</a:t>
              </a:r>
              <a:endParaRPr sz="792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231" name="Identity_yellow">
            <a:extLst>
              <a:ext uri="{FF2B5EF4-FFF2-40B4-BE49-F238E27FC236}">
                <a16:creationId xmlns:a16="http://schemas.microsoft.com/office/drawing/2014/main" id="{0B380C1C-D61F-6766-5DFA-19512793FA5D}"/>
              </a:ext>
            </a:extLst>
          </p:cNvPr>
          <p:cNvGrpSpPr/>
          <p:nvPr/>
        </p:nvGrpSpPr>
        <p:grpSpPr>
          <a:xfrm>
            <a:off x="5670211" y="3639185"/>
            <a:ext cx="655108" cy="297286"/>
            <a:chOff x="10279856" y="1868043"/>
            <a:chExt cx="1179195" cy="535115"/>
          </a:xfrm>
        </p:grpSpPr>
        <p:sp>
          <p:nvSpPr>
            <p:cNvPr id="4068" name="Identity_yellow__4067">
              <a:extLst>
                <a:ext uri="{FF2B5EF4-FFF2-40B4-BE49-F238E27FC236}">
                  <a16:creationId xmlns:a16="http://schemas.microsoft.com/office/drawing/2014/main" id="{EE31D291-1462-1678-0B1A-DC7C6DD358E6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188405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69" name="Identity_yellow__4068">
              <a:extLst>
                <a:ext uri="{FF2B5EF4-FFF2-40B4-BE49-F238E27FC236}">
                  <a16:creationId xmlns:a16="http://schemas.microsoft.com/office/drawing/2014/main" id="{6CF91447-5C91-9825-F932-FC06F01F788E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18880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0" name="Identity_yellow__4069">
              <a:extLst>
                <a:ext uri="{FF2B5EF4-FFF2-40B4-BE49-F238E27FC236}">
                  <a16:creationId xmlns:a16="http://schemas.microsoft.com/office/drawing/2014/main" id="{74BF1FBD-562F-1A3E-93FF-C06C73371816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0"/>
                  </a:moveTo>
                  <a:lnTo>
                    <a:pt x="109538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1" name="Identity_yellow__4070">
              <a:extLst>
                <a:ext uri="{FF2B5EF4-FFF2-40B4-BE49-F238E27FC236}">
                  <a16:creationId xmlns:a16="http://schemas.microsoft.com/office/drawing/2014/main" id="{2C162C27-4CDA-3C13-A627-5CABDB5828DE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0"/>
                  </a:moveTo>
                  <a:lnTo>
                    <a:pt x="0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2" name="Identity_yellow__4071">
              <a:extLst>
                <a:ext uri="{FF2B5EF4-FFF2-40B4-BE49-F238E27FC236}">
                  <a16:creationId xmlns:a16="http://schemas.microsoft.com/office/drawing/2014/main" id="{39E4B7FE-72EA-0ED8-0F61-452243E2D0E6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264855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3" name="Identity_yellow__4072">
              <a:extLst>
                <a:ext uri="{FF2B5EF4-FFF2-40B4-BE49-F238E27FC236}">
                  <a16:creationId xmlns:a16="http://schemas.microsoft.com/office/drawing/2014/main" id="{0573ED4E-3BF9-E35F-DD4F-F54BB3753446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188405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4" name="Identity_yellow__4073">
              <a:extLst>
                <a:ext uri="{FF2B5EF4-FFF2-40B4-BE49-F238E27FC236}">
                  <a16:creationId xmlns:a16="http://schemas.microsoft.com/office/drawing/2014/main" id="{9C2A9C9D-64CF-7C47-0725-73811B809F55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109538"/>
                  </a:moveTo>
                  <a:lnTo>
                    <a:pt x="17526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5" name="Identity_yellow__4074">
              <a:extLst>
                <a:ext uri="{FF2B5EF4-FFF2-40B4-BE49-F238E27FC236}">
                  <a16:creationId xmlns:a16="http://schemas.microsoft.com/office/drawing/2014/main" id="{C4A09031-F01E-87DC-BB27-0B6994BFBE5E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1966913"/>
              <a:ext cx="186214" cy="109538"/>
            </a:xfrm>
            <a:custGeom>
              <a:avLst/>
              <a:gdLst/>
              <a:ahLst/>
              <a:cxnLst/>
              <a:rect l="0" t="0" r="0" b="0"/>
              <a:pathLst>
                <a:path w="186214" h="109538">
                  <a:moveTo>
                    <a:pt x="0" y="0"/>
                  </a:moveTo>
                  <a:lnTo>
                    <a:pt x="186214" y="109538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6" name="Identity_yellow__4075">
              <a:extLst>
                <a:ext uri="{FF2B5EF4-FFF2-40B4-BE49-F238E27FC236}">
                  <a16:creationId xmlns:a16="http://schemas.microsoft.com/office/drawing/2014/main" id="{E35A3442-86F4-A026-0CD9-77D925BA43F3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076450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7" name="Identity_yellow__4076">
              <a:extLst>
                <a:ext uri="{FF2B5EF4-FFF2-40B4-BE49-F238E27FC236}">
                  <a16:creationId xmlns:a16="http://schemas.microsoft.com/office/drawing/2014/main" id="{F5B43CB3-C215-3285-A52E-CE3B57E50827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2295525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186214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8" name="Identity_yellow__4077">
              <a:extLst>
                <a:ext uri="{FF2B5EF4-FFF2-40B4-BE49-F238E27FC236}">
                  <a16:creationId xmlns:a16="http://schemas.microsoft.com/office/drawing/2014/main" id="{2B57D44C-CF73-CF76-6A71-929E5E631A7A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264855"/>
              <a:ext cx="284798" cy="118300"/>
            </a:xfrm>
            <a:custGeom>
              <a:avLst/>
              <a:gdLst/>
              <a:ahLst/>
              <a:cxnLst/>
              <a:rect l="0" t="0" r="0" b="0"/>
              <a:pathLst>
                <a:path w="284798" h="118300">
                  <a:moveTo>
                    <a:pt x="284798" y="11830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9" name="Identity_yellow__4078">
              <a:extLst>
                <a:ext uri="{FF2B5EF4-FFF2-40B4-BE49-F238E27FC236}">
                  <a16:creationId xmlns:a16="http://schemas.microsoft.com/office/drawing/2014/main" id="{AB046972-5110-E633-73E2-ED193BE2F254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0" name="Identity_yellow__4079">
              <a:extLst>
                <a:ext uri="{FF2B5EF4-FFF2-40B4-BE49-F238E27FC236}">
                  <a16:creationId xmlns:a16="http://schemas.microsoft.com/office/drawing/2014/main" id="{605AC754-C1F7-7F26-74E3-466DB548528E}"/>
                </a:ext>
              </a:extLst>
            </p:cNvPr>
            <p:cNvSpPr>
              <a:spLocks noGrp="1"/>
            </p:cNvSpPr>
            <p:nvPr/>
          </p:nvSpPr>
          <p:spPr>
            <a:xfrm>
              <a:off x="10299859" y="1966913"/>
              <a:ext cx="164306" cy="87630"/>
            </a:xfrm>
            <a:custGeom>
              <a:avLst/>
              <a:gdLst/>
              <a:ahLst/>
              <a:cxnLst/>
              <a:rect l="0" t="0" r="0" b="0"/>
              <a:pathLst>
                <a:path w="164306" h="87630">
                  <a:moveTo>
                    <a:pt x="164306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1" name="Identity_yellow__4080">
              <a:extLst>
                <a:ext uri="{FF2B5EF4-FFF2-40B4-BE49-F238E27FC236}">
                  <a16:creationId xmlns:a16="http://schemas.microsoft.com/office/drawing/2014/main" id="{ED98C336-AFB2-8DB9-4991-D5470F1F22CB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056448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2" name="Identity_yellow__4081">
              <a:extLst>
                <a:ext uri="{FF2B5EF4-FFF2-40B4-BE49-F238E27FC236}">
                  <a16:creationId xmlns:a16="http://schemas.microsoft.com/office/drawing/2014/main" id="{D5E221B2-0FF9-F693-0A2D-54E55D356528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3" name="Identity_yellow__4082">
              <a:extLst>
                <a:ext uri="{FF2B5EF4-FFF2-40B4-BE49-F238E27FC236}">
                  <a16:creationId xmlns:a16="http://schemas.microsoft.com/office/drawing/2014/main" id="{06586963-101A-6D7B-769D-4FD038D0BF26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4" name="Identity_yellow__4083">
              <a:extLst>
                <a:ext uri="{FF2B5EF4-FFF2-40B4-BE49-F238E27FC236}">
                  <a16:creationId xmlns:a16="http://schemas.microsoft.com/office/drawing/2014/main" id="{2FB1C35E-FBE8-3D78-FBD4-D2CABA902F57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5" name="Identity_yellow__4084">
              <a:extLst>
                <a:ext uri="{FF2B5EF4-FFF2-40B4-BE49-F238E27FC236}">
                  <a16:creationId xmlns:a16="http://schemas.microsoft.com/office/drawing/2014/main" id="{B1DC82B2-440A-CE46-F156-57B2454F0A52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244852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6" name="Identity_yellow__4085">
              <a:extLst>
                <a:ext uri="{FF2B5EF4-FFF2-40B4-BE49-F238E27FC236}">
                  <a16:creationId xmlns:a16="http://schemas.microsoft.com/office/drawing/2014/main" id="{D6EE037E-6D19-A9ED-125A-A1C621B026A4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244852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7" name="Identity_yellow__4086">
              <a:extLst>
                <a:ext uri="{FF2B5EF4-FFF2-40B4-BE49-F238E27FC236}">
                  <a16:creationId xmlns:a16="http://schemas.microsoft.com/office/drawing/2014/main" id="{3EFF329F-7485-65CA-2852-75A79A4E43E4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194691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8" name="Identity_yellow__4087">
              <a:extLst>
                <a:ext uri="{FF2B5EF4-FFF2-40B4-BE49-F238E27FC236}">
                  <a16:creationId xmlns:a16="http://schemas.microsoft.com/office/drawing/2014/main" id="{A9BE5892-BA1C-08F9-2E87-967E899D162A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9" name="Identity_yellow__4088">
              <a:extLst>
                <a:ext uri="{FF2B5EF4-FFF2-40B4-BE49-F238E27FC236}">
                  <a16:creationId xmlns:a16="http://schemas.microsoft.com/office/drawing/2014/main" id="{40F05601-8379-3924-04FD-1DCBE4A1BC20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27552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0" name="Identity_yellow__4089">
              <a:extLst>
                <a:ext uri="{FF2B5EF4-FFF2-40B4-BE49-F238E27FC236}">
                  <a16:creationId xmlns:a16="http://schemas.microsoft.com/office/drawing/2014/main" id="{C65CDBE2-4A4B-1990-5F0A-D9BF6B54CAC2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236315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1" name="Identity_yellow__4090">
              <a:extLst>
                <a:ext uri="{FF2B5EF4-FFF2-40B4-BE49-F238E27FC236}">
                  <a16:creationId xmlns:a16="http://schemas.microsoft.com/office/drawing/2014/main" id="{495B7E57-996E-144B-6AF1-81398E5BE28D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1946910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92" name="Identity_yellow__4091">
              <a:extLst>
                <a:ext uri="{FF2B5EF4-FFF2-40B4-BE49-F238E27FC236}">
                  <a16:creationId xmlns:a16="http://schemas.microsoft.com/office/drawing/2014/main" id="{A82F8953-F74D-5552-0FF6-ADF2562FB316}"/>
                </a:ext>
              </a:extLst>
            </p:cNvPr>
            <p:cNvSpPr>
              <a:spLocks noGrp="1"/>
            </p:cNvSpPr>
            <p:nvPr/>
          </p:nvSpPr>
          <p:spPr>
            <a:xfrm>
              <a:off x="10279856" y="203454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2" name="Identity_green">
            <a:extLst>
              <a:ext uri="{FF2B5EF4-FFF2-40B4-BE49-F238E27FC236}">
                <a16:creationId xmlns:a16="http://schemas.microsoft.com/office/drawing/2014/main" id="{632832DD-F485-C309-8B93-7DB0E4633B42}"/>
              </a:ext>
            </a:extLst>
          </p:cNvPr>
          <p:cNvGrpSpPr/>
          <p:nvPr/>
        </p:nvGrpSpPr>
        <p:grpSpPr>
          <a:xfrm>
            <a:off x="5685367" y="4168350"/>
            <a:ext cx="728133" cy="231563"/>
            <a:chOff x="10290810" y="2706243"/>
            <a:chExt cx="1310640" cy="416814"/>
          </a:xfrm>
        </p:grpSpPr>
        <p:sp>
          <p:nvSpPr>
            <p:cNvPr id="4093" name="Identity_green__4092">
              <a:extLst>
                <a:ext uri="{FF2B5EF4-FFF2-40B4-BE49-F238E27FC236}">
                  <a16:creationId xmlns:a16="http://schemas.microsoft.com/office/drawing/2014/main" id="{6DF0591C-C28D-7F82-5539-880BF8A9BD21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188404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4" name="Identity_green__4093">
              <a:extLst>
                <a:ext uri="{FF2B5EF4-FFF2-40B4-BE49-F238E27FC236}">
                  <a16:creationId xmlns:a16="http://schemas.microsoft.com/office/drawing/2014/main" id="{120153F1-DAC6-D6E6-B5F8-8D54B04399B4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7262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5" name="Identity_green__4094">
              <a:extLst>
                <a:ext uri="{FF2B5EF4-FFF2-40B4-BE49-F238E27FC236}">
                  <a16:creationId xmlns:a16="http://schemas.microsoft.com/office/drawing/2014/main" id="{46D93F66-288F-F881-9893-B6703F648839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0"/>
                  </a:moveTo>
                  <a:lnTo>
                    <a:pt x="109538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6" name="Identity_green__4095">
              <a:extLst>
                <a:ext uri="{FF2B5EF4-FFF2-40B4-BE49-F238E27FC236}">
                  <a16:creationId xmlns:a16="http://schemas.microsoft.com/office/drawing/2014/main" id="{B3987341-AE03-836A-D513-97BDCDAD7535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0"/>
                  </a:moveTo>
                  <a:lnTo>
                    <a:pt x="0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7" name="Identity_green__4096">
              <a:extLst>
                <a:ext uri="{FF2B5EF4-FFF2-40B4-BE49-F238E27FC236}">
                  <a16:creationId xmlns:a16="http://schemas.microsoft.com/office/drawing/2014/main" id="{66B5EBF4-43C1-A758-606C-193F8FCB7E8F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3103054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8" name="Identity_green__4097">
              <a:extLst>
                <a:ext uri="{FF2B5EF4-FFF2-40B4-BE49-F238E27FC236}">
                  <a16:creationId xmlns:a16="http://schemas.microsoft.com/office/drawing/2014/main" id="{4F75DA50-F7C5-D36F-E4FE-6853E171CE5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188404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9" name="Identity_green__4098">
              <a:extLst>
                <a:ext uri="{FF2B5EF4-FFF2-40B4-BE49-F238E27FC236}">
                  <a16:creationId xmlns:a16="http://schemas.microsoft.com/office/drawing/2014/main" id="{1A7CD18C-A443-B280-219C-F1A4E75B7D79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2827020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0" y="87630"/>
                  </a:moveTo>
                  <a:lnTo>
                    <a:pt x="186214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0" name="Identity_green__4099">
              <a:extLst>
                <a:ext uri="{FF2B5EF4-FFF2-40B4-BE49-F238E27FC236}">
                  <a16:creationId xmlns:a16="http://schemas.microsoft.com/office/drawing/2014/main" id="{CAFE3C9C-2652-85A4-5079-B1C0E57F17A2}"/>
                </a:ext>
              </a:extLst>
            </p:cNvPr>
            <p:cNvSpPr>
              <a:spLocks noGrp="1"/>
            </p:cNvSpPr>
            <p:nvPr/>
          </p:nvSpPr>
          <p:spPr>
            <a:xfrm>
              <a:off x="11263789" y="282702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0"/>
                  </a:moveTo>
                  <a:lnTo>
                    <a:pt x="17526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1" name="Identity_green__4100">
              <a:extLst>
                <a:ext uri="{FF2B5EF4-FFF2-40B4-BE49-F238E27FC236}">
                  <a16:creationId xmlns:a16="http://schemas.microsoft.com/office/drawing/2014/main" id="{55C362D1-9A62-4C50-2ACB-B4E579ADB871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794159"/>
              <a:ext cx="142399" cy="142399"/>
            </a:xfrm>
            <a:custGeom>
              <a:avLst/>
              <a:gdLst/>
              <a:ahLst/>
              <a:cxnLst/>
              <a:rect l="0" t="0" r="0" b="0"/>
              <a:pathLst>
                <a:path w="142399" h="142399">
                  <a:moveTo>
                    <a:pt x="0" y="142399"/>
                  </a:moveTo>
                  <a:lnTo>
                    <a:pt x="142399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2" name="Identity_green__4101">
              <a:extLst>
                <a:ext uri="{FF2B5EF4-FFF2-40B4-BE49-F238E27FC236}">
                  <a16:creationId xmlns:a16="http://schemas.microsoft.com/office/drawing/2014/main" id="{3A66E850-0B31-86C8-DF1F-55B6E1371879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291465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0"/>
                  </a:moveTo>
                  <a:lnTo>
                    <a:pt x="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3" name="Identity_green__4102">
              <a:extLst>
                <a:ext uri="{FF2B5EF4-FFF2-40B4-BE49-F238E27FC236}">
                  <a16:creationId xmlns:a16="http://schemas.microsoft.com/office/drawing/2014/main" id="{DABB9210-B680-E001-B71B-30E664E7B41D}"/>
                </a:ext>
              </a:extLst>
            </p:cNvPr>
            <p:cNvSpPr>
              <a:spLocks noGrp="1"/>
            </p:cNvSpPr>
            <p:nvPr/>
          </p:nvSpPr>
          <p:spPr>
            <a:xfrm>
              <a:off x="10310813" y="2936558"/>
              <a:ext cx="153352" cy="87630"/>
            </a:xfrm>
            <a:custGeom>
              <a:avLst/>
              <a:gdLst/>
              <a:ahLst/>
              <a:cxnLst/>
              <a:rect l="0" t="0" r="0" b="0"/>
              <a:pathLst>
                <a:path w="153352" h="87630">
                  <a:moveTo>
                    <a:pt x="153352" y="8763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4" name="Identity_green__4103">
              <a:extLst>
                <a:ext uri="{FF2B5EF4-FFF2-40B4-BE49-F238E27FC236}">
                  <a16:creationId xmlns:a16="http://schemas.microsoft.com/office/drawing/2014/main" id="{98AD72D3-A7E5-1893-60BD-2060D4C08359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894648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05" name="Identity_green__4104">
              <a:extLst>
                <a:ext uri="{FF2B5EF4-FFF2-40B4-BE49-F238E27FC236}">
                  <a16:creationId xmlns:a16="http://schemas.microsoft.com/office/drawing/2014/main" id="{04A28F62-3FCA-FA17-2FD4-47C8D8BE0110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6" name="Identity_green__4105">
              <a:extLst>
                <a:ext uri="{FF2B5EF4-FFF2-40B4-BE49-F238E27FC236}">
                  <a16:creationId xmlns:a16="http://schemas.microsoft.com/office/drawing/2014/main" id="{DAA0D5E6-4B93-2A6E-9B39-D52D2E0748B1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7" name="Identity_green__4106">
              <a:extLst>
                <a:ext uri="{FF2B5EF4-FFF2-40B4-BE49-F238E27FC236}">
                  <a16:creationId xmlns:a16="http://schemas.microsoft.com/office/drawing/2014/main" id="{83D86260-5C3F-B706-AF5A-3A476CF6E0F6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89464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8" name="Identity_green__4107">
              <a:extLst>
                <a:ext uri="{FF2B5EF4-FFF2-40B4-BE49-F238E27FC236}">
                  <a16:creationId xmlns:a16="http://schemas.microsoft.com/office/drawing/2014/main" id="{686C2F24-67C9-40E5-2EF6-515410D5DE8F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3083052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9" name="Identity_green__4108">
              <a:extLst>
                <a:ext uri="{FF2B5EF4-FFF2-40B4-BE49-F238E27FC236}">
                  <a16:creationId xmlns:a16="http://schemas.microsoft.com/office/drawing/2014/main" id="{8CB07BBB-DB43-F14C-D36D-AF73F667358E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3083052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10" name="Identity_green__4109">
              <a:extLst>
                <a:ext uri="{FF2B5EF4-FFF2-40B4-BE49-F238E27FC236}">
                  <a16:creationId xmlns:a16="http://schemas.microsoft.com/office/drawing/2014/main" id="{D98E5565-BC94-1DD5-3EA3-D86CE118E01E}"/>
                </a:ext>
              </a:extLst>
            </p:cNvPr>
            <p:cNvSpPr>
              <a:spLocks noGrp="1"/>
            </p:cNvSpPr>
            <p:nvPr/>
          </p:nvSpPr>
          <p:spPr>
            <a:xfrm>
              <a:off x="11243786" y="280701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1" name="Identity_green__4110">
              <a:extLst>
                <a:ext uri="{FF2B5EF4-FFF2-40B4-BE49-F238E27FC236}">
                  <a16:creationId xmlns:a16="http://schemas.microsoft.com/office/drawing/2014/main" id="{3A2AFB23-A196-2537-6683-0B0739DA4E3D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91655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2" name="Identity_green__4111">
              <a:extLst>
                <a:ext uri="{FF2B5EF4-FFF2-40B4-BE49-F238E27FC236}">
                  <a16:creationId xmlns:a16="http://schemas.microsoft.com/office/drawing/2014/main" id="{0F7FBB9B-66A6-CF47-1C4D-5DF69B305FE4}"/>
                </a:ext>
              </a:extLst>
            </p:cNvPr>
            <p:cNvSpPr>
              <a:spLocks noGrp="1"/>
            </p:cNvSpPr>
            <p:nvPr/>
          </p:nvSpPr>
          <p:spPr>
            <a:xfrm>
              <a:off x="11561445" y="2774156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3" name="Identity_green__4112">
              <a:extLst>
                <a:ext uri="{FF2B5EF4-FFF2-40B4-BE49-F238E27FC236}">
                  <a16:creationId xmlns:a16="http://schemas.microsoft.com/office/drawing/2014/main" id="{A8588A4A-320B-D02D-2EFB-A00F7812AC7A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300418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4" name="Identity_green__4113">
              <a:extLst>
                <a:ext uri="{FF2B5EF4-FFF2-40B4-BE49-F238E27FC236}">
                  <a16:creationId xmlns:a16="http://schemas.microsoft.com/office/drawing/2014/main" id="{8EB6C249-7668-1A8E-96A0-4968541130E6}"/>
                </a:ext>
              </a:extLst>
            </p:cNvPr>
            <p:cNvSpPr>
              <a:spLocks noGrp="1"/>
            </p:cNvSpPr>
            <p:nvPr/>
          </p:nvSpPr>
          <p:spPr>
            <a:xfrm>
              <a:off x="10290810" y="2916555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3" name="Identity_red">
            <a:extLst>
              <a:ext uri="{FF2B5EF4-FFF2-40B4-BE49-F238E27FC236}">
                <a16:creationId xmlns:a16="http://schemas.microsoft.com/office/drawing/2014/main" id="{1CDDD842-CE0C-E5B0-9153-EF1B2D77B595}"/>
              </a:ext>
            </a:extLst>
          </p:cNvPr>
          <p:cNvGrpSpPr/>
          <p:nvPr/>
        </p:nvGrpSpPr>
        <p:grpSpPr>
          <a:xfrm>
            <a:off x="5676294" y="4887647"/>
            <a:ext cx="630767" cy="253471"/>
            <a:chOff x="10268903" y="4221480"/>
            <a:chExt cx="1135380" cy="456248"/>
          </a:xfrm>
        </p:grpSpPr>
        <p:sp>
          <p:nvSpPr>
            <p:cNvPr id="4115" name="Identity_red__4114">
              <a:extLst>
                <a:ext uri="{FF2B5EF4-FFF2-40B4-BE49-F238E27FC236}">
                  <a16:creationId xmlns:a16="http://schemas.microsoft.com/office/drawing/2014/main" id="{834C8115-AB0B-A448-964C-D5673217442E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26339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0" y="175260"/>
                  </a:moveTo>
                  <a:lnTo>
                    <a:pt x="153352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6" name="Identity_red__4115">
              <a:extLst>
                <a:ext uri="{FF2B5EF4-FFF2-40B4-BE49-F238E27FC236}">
                  <a16:creationId xmlns:a16="http://schemas.microsoft.com/office/drawing/2014/main" id="{4B7AA99F-4284-B0C9-7EDA-B7F2A120078D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263390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0" y="0"/>
                  </a:moveTo>
                  <a:lnTo>
                    <a:pt x="197168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7" name="Identity_red__4116">
              <a:extLst>
                <a:ext uri="{FF2B5EF4-FFF2-40B4-BE49-F238E27FC236}">
                  <a16:creationId xmlns:a16="http://schemas.microsoft.com/office/drawing/2014/main" id="{CF6D57CF-D8D9-ED65-E32D-E64647DE6807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329113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8" name="Identity_red__4117">
              <a:extLst>
                <a:ext uri="{FF2B5EF4-FFF2-40B4-BE49-F238E27FC236}">
                  <a16:creationId xmlns:a16="http://schemas.microsoft.com/office/drawing/2014/main" id="{A296D354-0F6B-BE05-0F14-CE6EAEA9278B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548188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197168" y="0"/>
                  </a:moveTo>
                  <a:lnTo>
                    <a:pt x="0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9" name="Identity_red__4118">
              <a:extLst>
                <a:ext uri="{FF2B5EF4-FFF2-40B4-BE49-F238E27FC236}">
                  <a16:creationId xmlns:a16="http://schemas.microsoft.com/office/drawing/2014/main" id="{14D9FDD1-D1DE-2493-16DC-6F6EB28F30AE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43865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153352" y="17526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0" name="Identity_red__4119">
              <a:extLst>
                <a:ext uri="{FF2B5EF4-FFF2-40B4-BE49-F238E27FC236}">
                  <a16:creationId xmlns:a16="http://schemas.microsoft.com/office/drawing/2014/main" id="{30A08977-EBFB-5C37-5C84-2C980803B918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241483"/>
              <a:ext cx="208121" cy="87630"/>
            </a:xfrm>
            <a:custGeom>
              <a:avLst/>
              <a:gdLst/>
              <a:ahLst/>
              <a:cxnLst/>
              <a:rect l="0" t="0" r="0" b="0"/>
              <a:pathLst>
                <a:path w="208121" h="87630">
                  <a:moveTo>
                    <a:pt x="0" y="87630"/>
                  </a:moveTo>
                  <a:lnTo>
                    <a:pt x="208121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1" name="Identity_red__4120">
              <a:extLst>
                <a:ext uri="{FF2B5EF4-FFF2-40B4-BE49-F238E27FC236}">
                  <a16:creationId xmlns:a16="http://schemas.microsoft.com/office/drawing/2014/main" id="{6E084B83-0B93-6766-33DA-2E867B3EFFF2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241483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0" y="0"/>
                  </a:moveTo>
                  <a:lnTo>
                    <a:pt x="186214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2" name="Identity_red__4121">
              <a:extLst>
                <a:ext uri="{FF2B5EF4-FFF2-40B4-BE49-F238E27FC236}">
                  <a16:creationId xmlns:a16="http://schemas.microsoft.com/office/drawing/2014/main" id="{97AE9D86-611B-9E74-CFE8-285DDEBCA79D}"/>
                </a:ext>
              </a:extLst>
            </p:cNvPr>
            <p:cNvSpPr>
              <a:spLocks noGrp="1"/>
            </p:cNvSpPr>
            <p:nvPr/>
          </p:nvSpPr>
          <p:spPr>
            <a:xfrm>
              <a:off x="11384280" y="4340066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3" name="Identity_red__4122">
              <a:extLst>
                <a:ext uri="{FF2B5EF4-FFF2-40B4-BE49-F238E27FC236}">
                  <a16:creationId xmlns:a16="http://schemas.microsoft.com/office/drawing/2014/main" id="{9E87C404-B868-DBCC-AA70-04E1C5495E71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559141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186214" y="0"/>
                  </a:moveTo>
                  <a:lnTo>
                    <a:pt x="0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4" name="Identity_red__4123">
              <a:extLst>
                <a:ext uri="{FF2B5EF4-FFF2-40B4-BE49-F238E27FC236}">
                  <a16:creationId xmlns:a16="http://schemas.microsoft.com/office/drawing/2014/main" id="{A9656E18-B4CC-A703-0C53-D3DF93FF0872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548188"/>
              <a:ext cx="208121" cy="109538"/>
            </a:xfrm>
            <a:custGeom>
              <a:avLst/>
              <a:gdLst/>
              <a:ahLst/>
              <a:cxnLst/>
              <a:rect l="0" t="0" r="0" b="0"/>
              <a:pathLst>
                <a:path w="208121" h="109538">
                  <a:moveTo>
                    <a:pt x="208121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5" name="Identity_red__4124">
              <a:extLst>
                <a:ext uri="{FF2B5EF4-FFF2-40B4-BE49-F238E27FC236}">
                  <a16:creationId xmlns:a16="http://schemas.microsoft.com/office/drawing/2014/main" id="{C34CE732-B274-938A-B1F6-DD04BC7894CE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4438650"/>
              <a:ext cx="175260" cy="131445"/>
            </a:xfrm>
            <a:custGeom>
              <a:avLst/>
              <a:gdLst/>
              <a:ahLst/>
              <a:cxnLst/>
              <a:rect l="0" t="0" r="0" b="0"/>
              <a:pathLst>
                <a:path w="175260" h="131445">
                  <a:moveTo>
                    <a:pt x="175260" y="0"/>
                  </a:moveTo>
                  <a:lnTo>
                    <a:pt x="0" y="13144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6" name="Identity_red__4125">
              <a:extLst>
                <a:ext uri="{FF2B5EF4-FFF2-40B4-BE49-F238E27FC236}">
                  <a16:creationId xmlns:a16="http://schemas.microsoft.com/office/drawing/2014/main" id="{A26A92C0-D858-2763-55BE-BC0720889A8A}"/>
                </a:ext>
              </a:extLst>
            </p:cNvPr>
            <p:cNvSpPr>
              <a:spLocks noGrp="1"/>
            </p:cNvSpPr>
            <p:nvPr/>
          </p:nvSpPr>
          <p:spPr>
            <a:xfrm>
              <a:off x="10288905" y="4460558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7" name="Identity_red__4126">
              <a:extLst>
                <a:ext uri="{FF2B5EF4-FFF2-40B4-BE49-F238E27FC236}">
                  <a16:creationId xmlns:a16="http://schemas.microsoft.com/office/drawing/2014/main" id="{5F293F26-CB90-0ACF-EF42-3C4771EF2F6F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4418648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28" name="Identity_red__4127">
              <a:extLst>
                <a:ext uri="{FF2B5EF4-FFF2-40B4-BE49-F238E27FC236}">
                  <a16:creationId xmlns:a16="http://schemas.microsoft.com/office/drawing/2014/main" id="{E419AA5F-2AD2-1F48-FA61-4827BEDFBB53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24338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29" name="Identity_red__4128">
              <a:extLst>
                <a:ext uri="{FF2B5EF4-FFF2-40B4-BE49-F238E27FC236}">
                  <a16:creationId xmlns:a16="http://schemas.microsoft.com/office/drawing/2014/main" id="{5A5F2F22-4B01-9DC4-A3FB-C5F3DA683526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309110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0" name="Identity_red__4129">
              <a:extLst>
                <a:ext uri="{FF2B5EF4-FFF2-40B4-BE49-F238E27FC236}">
                  <a16:creationId xmlns:a16="http://schemas.microsoft.com/office/drawing/2014/main" id="{7E0812A9-481C-25D2-197E-89808912469D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528185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1" name="Identity_red__4130">
              <a:extLst>
                <a:ext uri="{FF2B5EF4-FFF2-40B4-BE49-F238E27FC236}">
                  <a16:creationId xmlns:a16="http://schemas.microsoft.com/office/drawing/2014/main" id="{FA59D692-42D9-38AC-98FD-420D86E63F05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59390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2" name="Identity_red__4131">
              <a:extLst>
                <a:ext uri="{FF2B5EF4-FFF2-40B4-BE49-F238E27FC236}">
                  <a16:creationId xmlns:a16="http://schemas.microsoft.com/office/drawing/2014/main" id="{37DAF136-E5FA-4D43-0957-B59AC28357F3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221480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33" name="Identity_red__4132">
              <a:extLst>
                <a:ext uri="{FF2B5EF4-FFF2-40B4-BE49-F238E27FC236}">
                  <a16:creationId xmlns:a16="http://schemas.microsoft.com/office/drawing/2014/main" id="{C828A4EB-6698-C82D-F5F9-4F96DCBE7E83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320064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4" name="Identity_red__4133">
              <a:extLst>
                <a:ext uri="{FF2B5EF4-FFF2-40B4-BE49-F238E27FC236}">
                  <a16:creationId xmlns:a16="http://schemas.microsoft.com/office/drawing/2014/main" id="{21220837-6B98-E69B-9542-56F59BBEE1D4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539139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5" name="Identity_red__4134">
              <a:extLst>
                <a:ext uri="{FF2B5EF4-FFF2-40B4-BE49-F238E27FC236}">
                  <a16:creationId xmlns:a16="http://schemas.microsoft.com/office/drawing/2014/main" id="{68835806-6FCA-2370-6F01-AF2146917D27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63772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6" name="Identity_red__4135">
              <a:extLst>
                <a:ext uri="{FF2B5EF4-FFF2-40B4-BE49-F238E27FC236}">
                  <a16:creationId xmlns:a16="http://schemas.microsoft.com/office/drawing/2014/main" id="{8F8EBA76-6A3D-FB51-15C2-2EEA2413875B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455009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7" name="Identity_red__4136">
              <a:extLst>
                <a:ext uri="{FF2B5EF4-FFF2-40B4-BE49-F238E27FC236}">
                  <a16:creationId xmlns:a16="http://schemas.microsoft.com/office/drawing/2014/main" id="{97B02B10-5E91-22C8-6BA2-AC8E20A464BC}"/>
                </a:ext>
              </a:extLst>
            </p:cNvPr>
            <p:cNvSpPr>
              <a:spLocks noGrp="1"/>
            </p:cNvSpPr>
            <p:nvPr/>
          </p:nvSpPr>
          <p:spPr>
            <a:xfrm>
              <a:off x="10268903" y="4440555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4" name="label">
            <a:extLst>
              <a:ext uri="{FF2B5EF4-FFF2-40B4-BE49-F238E27FC236}">
                <a16:creationId xmlns:a16="http://schemas.microsoft.com/office/drawing/2014/main" id="{49C41911-57A7-6278-5640-D15DC8C58E7E}"/>
              </a:ext>
            </a:extLst>
          </p:cNvPr>
          <p:cNvGrpSpPr/>
          <p:nvPr/>
        </p:nvGrpSpPr>
        <p:grpSpPr>
          <a:xfrm>
            <a:off x="4393596" y="4450441"/>
            <a:ext cx="2143125" cy="1590526"/>
            <a:chOff x="7981950" y="3328303"/>
            <a:chExt cx="3857625" cy="2862947"/>
          </a:xfrm>
        </p:grpSpPr>
        <p:sp>
          <p:nvSpPr>
            <p:cNvPr id="4138" name="label__4137">
              <a:extLst>
                <a:ext uri="{FF2B5EF4-FFF2-40B4-BE49-F238E27FC236}">
                  <a16:creationId xmlns:a16="http://schemas.microsoft.com/office/drawing/2014/main" id="{F6F5A8EA-44A4-EAFB-617B-18ED62B6D2C8}"/>
                </a:ext>
              </a:extLst>
            </p:cNvPr>
            <p:cNvSpPr>
              <a:spLocks noGrp="1"/>
            </p:cNvSpPr>
            <p:nvPr/>
          </p:nvSpPr>
          <p:spPr>
            <a:xfrm>
              <a:off x="10210798" y="3328303"/>
              <a:ext cx="142875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50B98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(</a:t>
              </a:r>
              <a:r>
                <a:rPr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Same identity</a:t>
              </a:r>
              <a:r>
                <a:rPr lang="en-US"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)</a:t>
              </a:r>
              <a:endParaRPr sz="750" dirty="0">
                <a:solidFill>
                  <a:srgbClr val="50B98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39" name="label__4138">
              <a:extLst>
                <a:ext uri="{FF2B5EF4-FFF2-40B4-BE49-F238E27FC236}">
                  <a16:creationId xmlns:a16="http://schemas.microsoft.com/office/drawing/2014/main" id="{863D4C65-A2BF-87D9-E3BF-FB6B0674ABCF}"/>
                </a:ext>
              </a:extLst>
            </p:cNvPr>
            <p:cNvSpPr>
              <a:spLocks noGrp="1"/>
            </p:cNvSpPr>
            <p:nvPr/>
          </p:nvSpPr>
          <p:spPr>
            <a:xfrm>
              <a:off x="9752317" y="4501663"/>
              <a:ext cx="1801842" cy="143607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700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sz="15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∅</a:t>
              </a:r>
            </a:p>
          </p:txBody>
        </p:sp>
        <p:sp>
          <p:nvSpPr>
            <p:cNvPr id="4140" name="label__4139">
              <a:extLst>
                <a:ext uri="{FF2B5EF4-FFF2-40B4-BE49-F238E27FC236}">
                  <a16:creationId xmlns:a16="http://schemas.microsoft.com/office/drawing/2014/main" id="{79113A7A-74F6-EF48-71DE-EE15A635F3A2}"/>
                </a:ext>
              </a:extLst>
            </p:cNvPr>
            <p:cNvSpPr>
              <a:spLocks noGrp="1"/>
            </p:cNvSpPr>
            <p:nvPr/>
          </p:nvSpPr>
          <p:spPr>
            <a:xfrm>
              <a:off x="10420350" y="5377548"/>
              <a:ext cx="762000" cy="2857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5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(False positive)</a:t>
              </a:r>
              <a:endParaRPr sz="750" dirty="0">
                <a:solidFill>
                  <a:srgbClr val="5C657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42" name="label__4141">
              <a:extLst>
                <a:ext uri="{FF2B5EF4-FFF2-40B4-BE49-F238E27FC236}">
                  <a16:creationId xmlns:a16="http://schemas.microsoft.com/office/drawing/2014/main" id="{C1DA7AD9-0A0E-FEB4-EA9D-D1A441F9AFE2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5915025"/>
              <a:ext cx="3857625" cy="2762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Assign identities and reject false positives</a:t>
              </a:r>
            </a:p>
          </p:txBody>
        </p:sp>
      </p:grpSp>
      <p:grpSp>
        <p:nvGrpSpPr>
          <p:cNvPr id="6235" name="flow_Build">
            <a:extLst>
              <a:ext uri="{FF2B5EF4-FFF2-40B4-BE49-F238E27FC236}">
                <a16:creationId xmlns:a16="http://schemas.microsoft.com/office/drawing/2014/main" id="{8F6EBBCE-8999-8069-6637-B1CA51136C11}"/>
              </a:ext>
            </a:extLst>
          </p:cNvPr>
          <p:cNvGrpSpPr/>
          <p:nvPr/>
        </p:nvGrpSpPr>
        <p:grpSpPr>
          <a:xfrm>
            <a:off x="6566202" y="4384675"/>
            <a:ext cx="317500" cy="63500"/>
            <a:chOff x="11811000" y="3209925"/>
            <a:chExt cx="571500" cy="114300"/>
          </a:xfrm>
        </p:grpSpPr>
        <p:sp>
          <p:nvSpPr>
            <p:cNvPr id="4143" name="flow_Build__4142">
              <a:extLst>
                <a:ext uri="{FF2B5EF4-FFF2-40B4-BE49-F238E27FC236}">
                  <a16:creationId xmlns:a16="http://schemas.microsoft.com/office/drawing/2014/main" id="{55BF830D-C228-A4C2-125F-665C9D255FA1}"/>
                </a:ext>
              </a:extLst>
            </p:cNvPr>
            <p:cNvSpPr>
              <a:spLocks noGrp="1"/>
            </p:cNvSpPr>
            <p:nvPr/>
          </p:nvSpPr>
          <p:spPr>
            <a:xfrm>
              <a:off x="11811000" y="3267075"/>
              <a:ext cx="476250" cy="95"/>
            </a:xfrm>
            <a:custGeom>
              <a:avLst/>
              <a:gdLst/>
              <a:ahLst/>
              <a:cxnLst/>
              <a:rect l="0" t="0" r="0" b="0"/>
              <a:pathLst>
                <a:path w="476250" h="9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144" name="flow_Build__4143">
              <a:extLst>
                <a:ext uri="{FF2B5EF4-FFF2-40B4-BE49-F238E27FC236}">
                  <a16:creationId xmlns:a16="http://schemas.microsoft.com/office/drawing/2014/main" id="{52E7EB5D-86BE-CB89-C54E-7F04F98B1133}"/>
                </a:ext>
              </a:extLst>
            </p:cNvPr>
            <p:cNvSpPr>
              <a:spLocks noGrp="1"/>
            </p:cNvSpPr>
            <p:nvPr/>
          </p:nvSpPr>
          <p:spPr>
            <a:xfrm>
              <a:off x="1226820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236" name="label">
            <a:extLst>
              <a:ext uri="{FF2B5EF4-FFF2-40B4-BE49-F238E27FC236}">
                <a16:creationId xmlns:a16="http://schemas.microsoft.com/office/drawing/2014/main" id="{3E382DB6-C6E0-8AD0-83A9-754717BD523D}"/>
              </a:ext>
            </a:extLst>
          </p:cNvPr>
          <p:cNvGrpSpPr/>
          <p:nvPr/>
        </p:nvGrpSpPr>
        <p:grpSpPr>
          <a:xfrm>
            <a:off x="6508750" y="3754967"/>
            <a:ext cx="1474862" cy="603250"/>
            <a:chOff x="11715750" y="2076450"/>
            <a:chExt cx="2654751" cy="1085850"/>
          </a:xfrm>
        </p:grpSpPr>
        <p:sp>
          <p:nvSpPr>
            <p:cNvPr id="4145" name="label__4144">
              <a:extLst>
                <a:ext uri="{FF2B5EF4-FFF2-40B4-BE49-F238E27FC236}">
                  <a16:creationId xmlns:a16="http://schemas.microsoft.com/office/drawing/2014/main" id="{7FCD806B-1E59-6DA0-807D-612D06594F19}"/>
                </a:ext>
              </a:extLst>
            </p:cNvPr>
            <p:cNvSpPr>
              <a:spLocks noGrp="1"/>
            </p:cNvSpPr>
            <p:nvPr/>
          </p:nvSpPr>
          <p:spPr>
            <a:xfrm>
              <a:off x="11715750" y="2857500"/>
              <a:ext cx="7620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9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Build</a:t>
              </a:r>
            </a:p>
          </p:txBody>
        </p:sp>
        <p:sp>
          <p:nvSpPr>
            <p:cNvPr id="4146" name="label__4145">
              <a:extLst>
                <a:ext uri="{FF2B5EF4-FFF2-40B4-BE49-F238E27FC236}">
                  <a16:creationId xmlns:a16="http://schemas.microsoft.com/office/drawing/2014/main" id="{0BEA2D25-5835-7AFE-C554-428B2BAD0007}"/>
                </a:ext>
              </a:extLst>
            </p:cNvPr>
            <p:cNvSpPr>
              <a:spLocks noGrp="1"/>
            </p:cNvSpPr>
            <p:nvPr/>
          </p:nvSpPr>
          <p:spPr>
            <a:xfrm>
              <a:off x="12589326" y="2076450"/>
              <a:ext cx="1781175" cy="638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altLang="zh-CN" sz="792" dirty="0">
                  <a:solidFill>
                    <a:srgbClr val="263442"/>
                  </a:solidFill>
                  <a:latin typeface="Arial"/>
                  <a:cs typeface="Arial"/>
                </a:rPr>
                <a:t>Downstream</a:t>
              </a:r>
              <a:r>
                <a:rPr lang="en-US" altLang="zh-CN"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 </a:t>
              </a:r>
            </a:p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altLang="zh-CN" sz="792" b="1" dirty="0">
                  <a:solidFill>
                    <a:srgbClr val="263442"/>
                  </a:solidFill>
                  <a:latin typeface="Arial"/>
                  <a:cs typeface="Arial"/>
                </a:rPr>
                <a:t>docking</a:t>
              </a:r>
              <a:endParaRPr sz="792" b="1" dirty="0">
                <a:solidFill>
                  <a:srgbClr val="263442"/>
                </a:solidFill>
                <a:latin typeface="Arial"/>
                <a:cs typeface="Arial"/>
              </a:endParaRPr>
            </a:p>
          </p:txBody>
        </p:sp>
      </p:grpSp>
      <p:sp>
        <p:nvSpPr>
          <p:cNvPr id="4147" name="Builder_divider__4146">
            <a:extLst>
              <a:ext uri="{FF2B5EF4-FFF2-40B4-BE49-F238E27FC236}">
                <a16:creationId xmlns:a16="http://schemas.microsoft.com/office/drawing/2014/main" id="{945DA338-DE89-6848-E80D-B41C9D50764D}"/>
              </a:ext>
            </a:extLst>
          </p:cNvPr>
          <p:cNvSpPr>
            <a:spLocks noGrp="1"/>
          </p:cNvSpPr>
          <p:nvPr/>
        </p:nvSpPr>
        <p:spPr>
          <a:xfrm>
            <a:off x="7028844" y="4210050"/>
            <a:ext cx="878417" cy="53"/>
          </a:xfrm>
          <a:custGeom>
            <a:avLst/>
            <a:gdLst/>
            <a:ahLst/>
            <a:cxnLst/>
            <a:rect l="0" t="0" r="0" b="0"/>
            <a:pathLst>
              <a:path w="1581150" h="95">
                <a:moveTo>
                  <a:pt x="0" y="0"/>
                </a:moveTo>
                <a:lnTo>
                  <a:pt x="1581150" y="0"/>
                </a:lnTo>
              </a:path>
            </a:pathLst>
          </a:custGeom>
          <a:noFill/>
          <a:ln w="9525">
            <a:solidFill>
              <a:srgbClr val="D2D9DE"/>
            </a:solidFill>
          </a:ln>
        </p:spPr>
      </p:sp>
      <p:grpSp>
        <p:nvGrpSpPr>
          <p:cNvPr id="6237" name="label">
            <a:extLst>
              <a:ext uri="{FF2B5EF4-FFF2-40B4-BE49-F238E27FC236}">
                <a16:creationId xmlns:a16="http://schemas.microsoft.com/office/drawing/2014/main" id="{638482C8-5F7D-6063-395B-A5DD9FA51C15}"/>
              </a:ext>
            </a:extLst>
          </p:cNvPr>
          <p:cNvGrpSpPr/>
          <p:nvPr/>
        </p:nvGrpSpPr>
        <p:grpSpPr>
          <a:xfrm>
            <a:off x="6891261" y="4222150"/>
            <a:ext cx="1174750" cy="1460500"/>
            <a:chOff x="12363450" y="3162300"/>
            <a:chExt cx="2114550" cy="2628900"/>
          </a:xfrm>
        </p:grpSpPr>
        <p:sp>
          <p:nvSpPr>
            <p:cNvPr id="4148" name="label__4147">
              <a:extLst>
                <a:ext uri="{FF2B5EF4-FFF2-40B4-BE49-F238E27FC236}">
                  <a16:creationId xmlns:a16="http://schemas.microsoft.com/office/drawing/2014/main" id="{6F10A3EB-19C8-7AF8-634B-DFF3392F0AF4}"/>
                </a:ext>
              </a:extLst>
            </p:cNvPr>
            <p:cNvSpPr>
              <a:spLocks noGrp="1"/>
            </p:cNvSpPr>
            <p:nvPr/>
          </p:nvSpPr>
          <p:spPr>
            <a:xfrm>
              <a:off x="12496800" y="3162300"/>
              <a:ext cx="1819275" cy="1724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 err="1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PocketXMol</a:t>
              </a:r>
              <a:endParaRPr sz="833" dirty="0">
                <a:solidFill>
                  <a:srgbClr val="687780"/>
                </a:solidFill>
                <a:latin typeface="Arial"/>
                <a:ea typeface="Arial"/>
                <a:cs typeface="Arial"/>
              </a:endParaRP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 err="1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Surflex</a:t>
              </a: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-Dock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EMERALD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Vina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4149" name="label__4148">
              <a:extLst>
                <a:ext uri="{FF2B5EF4-FFF2-40B4-BE49-F238E27FC236}">
                  <a16:creationId xmlns:a16="http://schemas.microsoft.com/office/drawing/2014/main" id="{C83A1EFE-FF44-FBDF-97CA-353F41407995}"/>
                </a:ext>
              </a:extLst>
            </p:cNvPr>
            <p:cNvSpPr>
              <a:spLocks noGrp="1"/>
            </p:cNvSpPr>
            <p:nvPr/>
          </p:nvSpPr>
          <p:spPr>
            <a:xfrm>
              <a:off x="12363450" y="5219700"/>
              <a:ext cx="2114550" cy="5715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Site + identity</a:t>
              </a:r>
            </a:p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+ receptor pocket</a:t>
              </a:r>
            </a:p>
          </p:txBody>
        </p:sp>
      </p:grpSp>
      <p:grpSp>
        <p:nvGrpSpPr>
          <p:cNvPr id="6239" name="Build：输出背景密度">
            <a:extLst>
              <a:ext uri="{FF2B5EF4-FFF2-40B4-BE49-F238E27FC236}">
                <a16:creationId xmlns:a16="http://schemas.microsoft.com/office/drawing/2014/main" id="{E5FF83F0-D42F-BB84-9F23-709EB26D550A}"/>
              </a:ext>
            </a:extLst>
          </p:cNvPr>
          <p:cNvGrpSpPr/>
          <p:nvPr/>
        </p:nvGrpSpPr>
        <p:grpSpPr>
          <a:xfrm>
            <a:off x="7988905" y="3825315"/>
            <a:ext cx="1185333" cy="1409762"/>
            <a:chOff x="14763750" y="2203077"/>
            <a:chExt cx="2133600" cy="2537571"/>
          </a:xfrm>
        </p:grpSpPr>
        <p:sp>
          <p:nvSpPr>
            <p:cNvPr id="4152" name="Output_density__4151">
              <a:extLst>
                <a:ext uri="{FF2B5EF4-FFF2-40B4-BE49-F238E27FC236}">
                  <a16:creationId xmlns:a16="http://schemas.microsoft.com/office/drawing/2014/main" id="{F83E1A42-2BF1-550E-0019-6C6BC071D774}"/>
                </a:ext>
              </a:extLst>
            </p:cNvPr>
            <p:cNvSpPr>
              <a:spLocks noGrp="1"/>
            </p:cNvSpPr>
            <p:nvPr/>
          </p:nvSpPr>
          <p:spPr>
            <a:xfrm>
              <a:off x="15779168" y="4413937"/>
              <a:ext cx="64603" cy="34371"/>
            </a:xfrm>
            <a:custGeom>
              <a:avLst/>
              <a:gdLst/>
              <a:ahLst/>
              <a:cxnLst/>
              <a:rect l="0" t="0" r="0" b="0"/>
              <a:pathLst>
                <a:path w="64603" h="34371">
                  <a:moveTo>
                    <a:pt x="0" y="2953"/>
                  </a:moveTo>
                  <a:lnTo>
                    <a:pt x="8841" y="3472"/>
                  </a:lnTo>
                  <a:lnTo>
                    <a:pt x="9876" y="4434"/>
                  </a:lnTo>
                  <a:close/>
                  <a:moveTo>
                    <a:pt x="64603" y="34371"/>
                  </a:moveTo>
                  <a:lnTo>
                    <a:pt x="44771" y="0"/>
                  </a:lnTo>
                  <a:lnTo>
                    <a:pt x="9876" y="443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53" name="Output_density__4152">
              <a:extLst>
                <a:ext uri="{FF2B5EF4-FFF2-40B4-BE49-F238E27FC236}">
                  <a16:creationId xmlns:a16="http://schemas.microsoft.com/office/drawing/2014/main" id="{2F96A2EA-6EF8-029F-E534-DE7F4F9FC9AE}"/>
                </a:ext>
              </a:extLst>
            </p:cNvPr>
            <p:cNvSpPr>
              <a:spLocks noGrp="1"/>
            </p:cNvSpPr>
            <p:nvPr/>
          </p:nvSpPr>
          <p:spPr>
            <a:xfrm>
              <a:off x="15717360" y="4374121"/>
              <a:ext cx="70649" cy="43289"/>
            </a:xfrm>
            <a:custGeom>
              <a:avLst/>
              <a:gdLst/>
              <a:ahLst/>
              <a:cxnLst/>
              <a:rect l="0" t="0" r="0" b="0"/>
              <a:pathLst>
                <a:path w="70649" h="43289">
                  <a:moveTo>
                    <a:pt x="0" y="0"/>
                  </a:moveTo>
                  <a:lnTo>
                    <a:pt x="61808" y="42769"/>
                  </a:lnTo>
                  <a:lnTo>
                    <a:pt x="23044" y="37068"/>
                  </a:lnTo>
                  <a:close/>
                  <a:moveTo>
                    <a:pt x="70649" y="43289"/>
                  </a:moveTo>
                  <a:lnTo>
                    <a:pt x="61808" y="42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4" name="Output_density__4153">
              <a:extLst>
                <a:ext uri="{FF2B5EF4-FFF2-40B4-BE49-F238E27FC236}">
                  <a16:creationId xmlns:a16="http://schemas.microsoft.com/office/drawing/2014/main" id="{BE1463EF-FC18-D60C-9758-6B0D45B9327A}"/>
                </a:ext>
              </a:extLst>
            </p:cNvPr>
            <p:cNvSpPr>
              <a:spLocks noGrp="1"/>
            </p:cNvSpPr>
            <p:nvPr/>
          </p:nvSpPr>
          <p:spPr>
            <a:xfrm>
              <a:off x="15870597" y="4270840"/>
              <a:ext cx="44588" cy="54666"/>
            </a:xfrm>
            <a:custGeom>
              <a:avLst/>
              <a:gdLst/>
              <a:ahLst/>
              <a:cxnLst/>
              <a:rect l="0" t="0" r="0" b="0"/>
              <a:pathLst>
                <a:path w="44588" h="54666">
                  <a:moveTo>
                    <a:pt x="44588" y="0"/>
                  </a:moveTo>
                  <a:lnTo>
                    <a:pt x="0" y="54666"/>
                  </a:lnTo>
                  <a:lnTo>
                    <a:pt x="37662" y="4632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5" name="Output_density__4154">
              <a:extLst>
                <a:ext uri="{FF2B5EF4-FFF2-40B4-BE49-F238E27FC236}">
                  <a16:creationId xmlns:a16="http://schemas.microsoft.com/office/drawing/2014/main" id="{BBD459AA-9DBF-CF20-9D36-12B227BED457}"/>
                </a:ext>
              </a:extLst>
            </p:cNvPr>
            <p:cNvSpPr>
              <a:spLocks noGrp="1"/>
            </p:cNvSpPr>
            <p:nvPr/>
          </p:nvSpPr>
          <p:spPr>
            <a:xfrm>
              <a:off x="15701780" y="4049656"/>
              <a:ext cx="908187" cy="368715"/>
            </a:xfrm>
            <a:custGeom>
              <a:avLst/>
              <a:gdLst/>
              <a:ahLst/>
              <a:cxnLst/>
              <a:rect l="0" t="0" r="0" b="0"/>
              <a:pathLst>
                <a:path w="908187" h="368715">
                  <a:moveTo>
                    <a:pt x="15580" y="324465"/>
                  </a:moveTo>
                  <a:lnTo>
                    <a:pt x="38623" y="361533"/>
                  </a:lnTo>
                  <a:lnTo>
                    <a:pt x="0" y="315697"/>
                  </a:lnTo>
                  <a:close/>
                  <a:moveTo>
                    <a:pt x="106377" y="343140"/>
                  </a:moveTo>
                  <a:lnTo>
                    <a:pt x="77388" y="367234"/>
                  </a:lnTo>
                  <a:lnTo>
                    <a:pt x="87264" y="368715"/>
                  </a:lnTo>
                  <a:close/>
                  <a:moveTo>
                    <a:pt x="77388" y="367234"/>
                  </a:moveTo>
                  <a:lnTo>
                    <a:pt x="106377" y="343140"/>
                  </a:lnTo>
                  <a:lnTo>
                    <a:pt x="38623" y="361533"/>
                  </a:lnTo>
                  <a:close/>
                  <a:moveTo>
                    <a:pt x="908187" y="32668"/>
                  </a:moveTo>
                  <a:lnTo>
                    <a:pt x="852730" y="0"/>
                  </a:lnTo>
                  <a:lnTo>
                    <a:pt x="869592" y="2326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6" name="Output_density__4155">
              <a:extLst>
                <a:ext uri="{FF2B5EF4-FFF2-40B4-BE49-F238E27FC236}">
                  <a16:creationId xmlns:a16="http://schemas.microsoft.com/office/drawing/2014/main" id="{17FD093C-CC18-EB81-46C0-F5922C47C482}"/>
                </a:ext>
              </a:extLst>
            </p:cNvPr>
            <p:cNvSpPr>
              <a:spLocks noGrp="1"/>
            </p:cNvSpPr>
            <p:nvPr/>
          </p:nvSpPr>
          <p:spPr>
            <a:xfrm>
              <a:off x="15691457" y="3997247"/>
              <a:ext cx="879821" cy="447086"/>
            </a:xfrm>
            <a:custGeom>
              <a:avLst/>
              <a:gdLst/>
              <a:ahLst/>
              <a:cxnLst/>
              <a:rect l="0" t="0" r="0" b="0"/>
              <a:pathLst>
                <a:path w="879821" h="447086">
                  <a:moveTo>
                    <a:pt x="17680" y="345577"/>
                  </a:moveTo>
                  <a:lnTo>
                    <a:pt x="36409" y="419643"/>
                  </a:lnTo>
                  <a:lnTo>
                    <a:pt x="0" y="405613"/>
                  </a:lnTo>
                  <a:close/>
                  <a:moveTo>
                    <a:pt x="17680" y="345577"/>
                  </a:moveTo>
                  <a:lnTo>
                    <a:pt x="10324" y="368106"/>
                  </a:lnTo>
                  <a:lnTo>
                    <a:pt x="48947" y="413943"/>
                  </a:lnTo>
                  <a:close/>
                  <a:moveTo>
                    <a:pt x="48947" y="413943"/>
                  </a:moveTo>
                  <a:lnTo>
                    <a:pt x="69651" y="356451"/>
                  </a:lnTo>
                  <a:lnTo>
                    <a:pt x="17680" y="345577"/>
                  </a:lnTo>
                  <a:close/>
                  <a:moveTo>
                    <a:pt x="116700" y="395549"/>
                  </a:moveTo>
                  <a:lnTo>
                    <a:pt x="97588" y="421124"/>
                  </a:lnTo>
                  <a:lnTo>
                    <a:pt x="132482" y="416691"/>
                  </a:lnTo>
                  <a:close/>
                  <a:moveTo>
                    <a:pt x="116700" y="395549"/>
                  </a:moveTo>
                  <a:lnTo>
                    <a:pt x="69651" y="356451"/>
                  </a:lnTo>
                  <a:lnTo>
                    <a:pt x="48947" y="413943"/>
                  </a:lnTo>
                  <a:close/>
                  <a:moveTo>
                    <a:pt x="23005" y="316487"/>
                  </a:moveTo>
                  <a:lnTo>
                    <a:pt x="10324" y="368106"/>
                  </a:lnTo>
                  <a:lnTo>
                    <a:pt x="17680" y="345577"/>
                  </a:lnTo>
                  <a:close/>
                  <a:moveTo>
                    <a:pt x="200725" y="373454"/>
                  </a:moveTo>
                  <a:lnTo>
                    <a:pt x="149414" y="377187"/>
                  </a:lnTo>
                  <a:lnTo>
                    <a:pt x="170559" y="447086"/>
                  </a:lnTo>
                  <a:close/>
                  <a:moveTo>
                    <a:pt x="170559" y="447086"/>
                  </a:moveTo>
                  <a:lnTo>
                    <a:pt x="149414" y="377187"/>
                  </a:lnTo>
                  <a:lnTo>
                    <a:pt x="132482" y="416691"/>
                  </a:lnTo>
                  <a:close/>
                  <a:moveTo>
                    <a:pt x="157752" y="376269"/>
                  </a:moveTo>
                  <a:lnTo>
                    <a:pt x="204188" y="375208"/>
                  </a:lnTo>
                  <a:lnTo>
                    <a:pt x="170559" y="447086"/>
                  </a:lnTo>
                  <a:close/>
                  <a:moveTo>
                    <a:pt x="204188" y="375208"/>
                  </a:moveTo>
                  <a:lnTo>
                    <a:pt x="218422" y="395549"/>
                  </a:lnTo>
                  <a:lnTo>
                    <a:pt x="200725" y="373454"/>
                  </a:lnTo>
                  <a:close/>
                  <a:moveTo>
                    <a:pt x="204188" y="375208"/>
                  </a:moveTo>
                  <a:lnTo>
                    <a:pt x="207256" y="371455"/>
                  </a:lnTo>
                  <a:lnTo>
                    <a:pt x="221499" y="394547"/>
                  </a:lnTo>
                  <a:close/>
                  <a:moveTo>
                    <a:pt x="179141" y="328259"/>
                  </a:moveTo>
                  <a:lnTo>
                    <a:pt x="200725" y="373454"/>
                  </a:lnTo>
                  <a:lnTo>
                    <a:pt x="217993" y="387046"/>
                  </a:lnTo>
                  <a:close/>
                  <a:moveTo>
                    <a:pt x="81684" y="268782"/>
                  </a:moveTo>
                  <a:lnTo>
                    <a:pt x="120001" y="275614"/>
                  </a:lnTo>
                  <a:lnTo>
                    <a:pt x="94685" y="275372"/>
                  </a:lnTo>
                  <a:close/>
                  <a:moveTo>
                    <a:pt x="207660" y="253289"/>
                  </a:moveTo>
                  <a:lnTo>
                    <a:pt x="200283" y="244288"/>
                  </a:lnTo>
                  <a:lnTo>
                    <a:pt x="201941" y="246980"/>
                  </a:lnTo>
                  <a:close/>
                  <a:moveTo>
                    <a:pt x="201941" y="246980"/>
                  </a:moveTo>
                  <a:lnTo>
                    <a:pt x="223729" y="273593"/>
                  </a:lnTo>
                  <a:lnTo>
                    <a:pt x="253427" y="295825"/>
                  </a:lnTo>
                  <a:close/>
                  <a:moveTo>
                    <a:pt x="200283" y="244288"/>
                  </a:moveTo>
                  <a:lnTo>
                    <a:pt x="186783" y="196561"/>
                  </a:lnTo>
                  <a:lnTo>
                    <a:pt x="201941" y="246980"/>
                  </a:lnTo>
                  <a:close/>
                  <a:moveTo>
                    <a:pt x="879821" y="75631"/>
                  </a:moveTo>
                  <a:lnTo>
                    <a:pt x="861539" y="46747"/>
                  </a:lnTo>
                  <a:lnTo>
                    <a:pt x="85727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57" name="Output_density__4156">
              <a:extLst>
                <a:ext uri="{FF2B5EF4-FFF2-40B4-BE49-F238E27FC236}">
                  <a16:creationId xmlns:a16="http://schemas.microsoft.com/office/drawing/2014/main" id="{E56C006B-DD86-C55B-35C9-F8D8115E2205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44226"/>
              <a:ext cx="183776" cy="200106"/>
            </a:xfrm>
            <a:custGeom>
              <a:avLst/>
              <a:gdLst/>
              <a:ahLst/>
              <a:cxnLst/>
              <a:rect l="0" t="0" r="0" b="0"/>
              <a:pathLst>
                <a:path w="183776" h="200106">
                  <a:moveTo>
                    <a:pt x="134537" y="128229"/>
                  </a:moveTo>
                  <a:lnTo>
                    <a:pt x="131074" y="126474"/>
                  </a:lnTo>
                  <a:lnTo>
                    <a:pt x="100908" y="200106"/>
                  </a:lnTo>
                  <a:close/>
                  <a:moveTo>
                    <a:pt x="47050" y="148569"/>
                  </a:moveTo>
                  <a:lnTo>
                    <a:pt x="62832" y="169711"/>
                  </a:lnTo>
                  <a:lnTo>
                    <a:pt x="79763" y="130207"/>
                  </a:lnTo>
                  <a:close/>
                  <a:moveTo>
                    <a:pt x="0" y="109471"/>
                  </a:moveTo>
                  <a:lnTo>
                    <a:pt x="47050" y="148569"/>
                  </a:lnTo>
                  <a:lnTo>
                    <a:pt x="59473" y="72939"/>
                  </a:lnTo>
                  <a:close/>
                  <a:moveTo>
                    <a:pt x="84725" y="116667"/>
                  </a:moveTo>
                  <a:lnTo>
                    <a:pt x="47050" y="148569"/>
                  </a:lnTo>
                  <a:lnTo>
                    <a:pt x="79763" y="130207"/>
                  </a:lnTo>
                  <a:close/>
                  <a:moveTo>
                    <a:pt x="109490" y="81279"/>
                  </a:moveTo>
                  <a:lnTo>
                    <a:pt x="84725" y="116667"/>
                  </a:lnTo>
                  <a:lnTo>
                    <a:pt x="79763" y="130207"/>
                  </a:lnTo>
                  <a:close/>
                  <a:moveTo>
                    <a:pt x="2952" y="91928"/>
                  </a:moveTo>
                  <a:lnTo>
                    <a:pt x="63398" y="36929"/>
                  </a:lnTo>
                  <a:lnTo>
                    <a:pt x="50350" y="28634"/>
                  </a:lnTo>
                  <a:close/>
                  <a:moveTo>
                    <a:pt x="2952" y="91928"/>
                  </a:moveTo>
                  <a:lnTo>
                    <a:pt x="50350" y="28634"/>
                  </a:lnTo>
                  <a:lnTo>
                    <a:pt x="12033" y="21802"/>
                  </a:lnTo>
                  <a:close/>
                  <a:moveTo>
                    <a:pt x="63398" y="36929"/>
                  </a:moveTo>
                  <a:lnTo>
                    <a:pt x="92480" y="72939"/>
                  </a:lnTo>
                  <a:lnTo>
                    <a:pt x="50350" y="28634"/>
                  </a:lnTo>
                  <a:close/>
                  <a:moveTo>
                    <a:pt x="92480" y="72939"/>
                  </a:moveTo>
                  <a:lnTo>
                    <a:pt x="109490" y="81279"/>
                  </a:lnTo>
                  <a:lnTo>
                    <a:pt x="50350" y="28634"/>
                  </a:lnTo>
                  <a:close/>
                  <a:moveTo>
                    <a:pt x="147152" y="72939"/>
                  </a:moveTo>
                  <a:lnTo>
                    <a:pt x="172479" y="100381"/>
                  </a:lnTo>
                  <a:lnTo>
                    <a:pt x="183776" y="48845"/>
                  </a:lnTo>
                  <a:close/>
                  <a:moveTo>
                    <a:pt x="183776" y="48845"/>
                  </a:moveTo>
                  <a:lnTo>
                    <a:pt x="154078" y="26613"/>
                  </a:lnTo>
                  <a:lnTo>
                    <a:pt x="147152" y="72939"/>
                  </a:lnTo>
                  <a:close/>
                  <a:moveTo>
                    <a:pt x="183776" y="48845"/>
                  </a:moveTo>
                  <a:lnTo>
                    <a:pt x="138009" y="6309"/>
                  </a:lnTo>
                  <a:lnTo>
                    <a:pt x="132290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8" name="Output_density__4157">
              <a:extLst>
                <a:ext uri="{FF2B5EF4-FFF2-40B4-BE49-F238E27FC236}">
                  <a16:creationId xmlns:a16="http://schemas.microsoft.com/office/drawing/2014/main" id="{E248B11C-3AD6-315E-97F2-B1AF87325D4E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50536"/>
              <a:ext cx="221290" cy="142260"/>
            </a:xfrm>
            <a:custGeom>
              <a:avLst/>
              <a:gdLst/>
              <a:ahLst/>
              <a:cxnLst/>
              <a:rect l="0" t="0" r="0" b="0"/>
              <a:pathLst>
                <a:path w="221290" h="142260">
                  <a:moveTo>
                    <a:pt x="2952" y="85619"/>
                  </a:moveTo>
                  <a:lnTo>
                    <a:pt x="0" y="103162"/>
                  </a:lnTo>
                  <a:lnTo>
                    <a:pt x="59473" y="66630"/>
                  </a:lnTo>
                  <a:close/>
                  <a:moveTo>
                    <a:pt x="59473" y="66630"/>
                  </a:moveTo>
                  <a:lnTo>
                    <a:pt x="47050" y="142260"/>
                  </a:lnTo>
                  <a:lnTo>
                    <a:pt x="84725" y="110358"/>
                  </a:lnTo>
                  <a:close/>
                  <a:moveTo>
                    <a:pt x="92480" y="66630"/>
                  </a:moveTo>
                  <a:lnTo>
                    <a:pt x="84725" y="110358"/>
                  </a:lnTo>
                  <a:lnTo>
                    <a:pt x="109490" y="74970"/>
                  </a:lnTo>
                  <a:close/>
                  <a:moveTo>
                    <a:pt x="109490" y="74970"/>
                  </a:moveTo>
                  <a:lnTo>
                    <a:pt x="79763" y="123898"/>
                  </a:lnTo>
                  <a:lnTo>
                    <a:pt x="131074" y="120165"/>
                  </a:lnTo>
                  <a:close/>
                  <a:moveTo>
                    <a:pt x="59473" y="66630"/>
                  </a:moveTo>
                  <a:lnTo>
                    <a:pt x="63398" y="30619"/>
                  </a:lnTo>
                  <a:lnTo>
                    <a:pt x="2952" y="85619"/>
                  </a:lnTo>
                  <a:close/>
                  <a:moveTo>
                    <a:pt x="134537" y="121919"/>
                  </a:moveTo>
                  <a:lnTo>
                    <a:pt x="164072" y="97447"/>
                  </a:lnTo>
                  <a:lnTo>
                    <a:pt x="137605" y="118166"/>
                  </a:lnTo>
                  <a:close/>
                  <a:moveTo>
                    <a:pt x="147152" y="66630"/>
                  </a:moveTo>
                  <a:lnTo>
                    <a:pt x="137605" y="118166"/>
                  </a:lnTo>
                  <a:lnTo>
                    <a:pt x="172479" y="94072"/>
                  </a:lnTo>
                  <a:close/>
                  <a:moveTo>
                    <a:pt x="63398" y="30619"/>
                  </a:moveTo>
                  <a:lnTo>
                    <a:pt x="117413" y="42535"/>
                  </a:lnTo>
                  <a:lnTo>
                    <a:pt x="92480" y="66630"/>
                  </a:lnTo>
                  <a:close/>
                  <a:moveTo>
                    <a:pt x="183776" y="42535"/>
                  </a:moveTo>
                  <a:lnTo>
                    <a:pt x="221290" y="18442"/>
                  </a:lnTo>
                  <a:lnTo>
                    <a:pt x="13800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59" name="Output_density__4158">
              <a:extLst>
                <a:ext uri="{FF2B5EF4-FFF2-40B4-BE49-F238E27FC236}">
                  <a16:creationId xmlns:a16="http://schemas.microsoft.com/office/drawing/2014/main" id="{68950BD7-0722-518B-9A49-1A3B33E4DEFD}"/>
                </a:ext>
              </a:extLst>
            </p:cNvPr>
            <p:cNvSpPr>
              <a:spLocks noGrp="1"/>
            </p:cNvSpPr>
            <p:nvPr/>
          </p:nvSpPr>
          <p:spPr>
            <a:xfrm>
              <a:off x="16035208" y="4382688"/>
              <a:ext cx="28774" cy="27319"/>
            </a:xfrm>
            <a:custGeom>
              <a:avLst/>
              <a:gdLst/>
              <a:ahLst/>
              <a:cxnLst/>
              <a:rect l="0" t="0" r="0" b="0"/>
              <a:pathLst>
                <a:path w="28774" h="27319">
                  <a:moveTo>
                    <a:pt x="11632" y="13457"/>
                  </a:moveTo>
                  <a:lnTo>
                    <a:pt x="28774" y="0"/>
                  </a:lnTo>
                  <a:lnTo>
                    <a:pt x="0" y="2731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0" name="Output_density__4159">
              <a:extLst>
                <a:ext uri="{FF2B5EF4-FFF2-40B4-BE49-F238E27FC236}">
                  <a16:creationId xmlns:a16="http://schemas.microsoft.com/office/drawing/2014/main" id="{F754A9D9-8037-1004-1F37-51D8AB433BE7}"/>
                </a:ext>
              </a:extLst>
            </p:cNvPr>
            <p:cNvSpPr>
              <a:spLocks noGrp="1"/>
            </p:cNvSpPr>
            <p:nvPr/>
          </p:nvSpPr>
          <p:spPr>
            <a:xfrm>
              <a:off x="15710752" y="4055104"/>
              <a:ext cx="977313" cy="413322"/>
            </a:xfrm>
            <a:custGeom>
              <a:avLst/>
              <a:gdLst/>
              <a:ahLst/>
              <a:cxnLst/>
              <a:rect l="0" t="0" r="0" b="0"/>
              <a:pathLst>
                <a:path w="977313" h="413322">
                  <a:moveTo>
                    <a:pt x="17114" y="361786"/>
                  </a:moveTo>
                  <a:lnTo>
                    <a:pt x="18327" y="337692"/>
                  </a:lnTo>
                  <a:lnTo>
                    <a:pt x="0" y="413322"/>
                  </a:lnTo>
                  <a:close/>
                  <a:moveTo>
                    <a:pt x="309313" y="338064"/>
                  </a:moveTo>
                  <a:lnTo>
                    <a:pt x="284358" y="379660"/>
                  </a:lnTo>
                  <a:lnTo>
                    <a:pt x="353230" y="327584"/>
                  </a:lnTo>
                  <a:close/>
                  <a:moveTo>
                    <a:pt x="336088" y="341041"/>
                  </a:moveTo>
                  <a:lnTo>
                    <a:pt x="359860" y="316947"/>
                  </a:lnTo>
                  <a:lnTo>
                    <a:pt x="353230" y="327584"/>
                  </a:lnTo>
                  <a:close/>
                  <a:moveTo>
                    <a:pt x="392740" y="241316"/>
                  </a:moveTo>
                  <a:lnTo>
                    <a:pt x="370865" y="258619"/>
                  </a:lnTo>
                  <a:lnTo>
                    <a:pt x="359860" y="316947"/>
                  </a:lnTo>
                  <a:close/>
                  <a:moveTo>
                    <a:pt x="370865" y="258619"/>
                  </a:moveTo>
                  <a:lnTo>
                    <a:pt x="392740" y="241316"/>
                  </a:lnTo>
                  <a:lnTo>
                    <a:pt x="448083" y="237747"/>
                  </a:lnTo>
                  <a:close/>
                  <a:moveTo>
                    <a:pt x="467762" y="176425"/>
                  </a:moveTo>
                  <a:lnTo>
                    <a:pt x="460790" y="217222"/>
                  </a:lnTo>
                  <a:lnTo>
                    <a:pt x="478387" y="176374"/>
                  </a:lnTo>
                  <a:close/>
                  <a:moveTo>
                    <a:pt x="942143" y="13044"/>
                  </a:moveTo>
                  <a:lnTo>
                    <a:pt x="977313" y="21122"/>
                  </a:lnTo>
                  <a:lnTo>
                    <a:pt x="928016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1" name="Output_density__4160">
              <a:extLst>
                <a:ext uri="{FF2B5EF4-FFF2-40B4-BE49-F238E27FC236}">
                  <a16:creationId xmlns:a16="http://schemas.microsoft.com/office/drawing/2014/main" id="{350012B4-9AC4-960C-320B-E04136A2C610}"/>
                </a:ext>
              </a:extLst>
            </p:cNvPr>
            <p:cNvSpPr>
              <a:spLocks noGrp="1"/>
            </p:cNvSpPr>
            <p:nvPr/>
          </p:nvSpPr>
          <p:spPr>
            <a:xfrm>
              <a:off x="15633971" y="3845986"/>
              <a:ext cx="1004797" cy="556874"/>
            </a:xfrm>
            <a:custGeom>
              <a:avLst/>
              <a:gdLst/>
              <a:ahLst/>
              <a:cxnLst/>
              <a:rect l="0" t="0" r="0" b="0"/>
              <a:pathLst>
                <a:path w="1004797" h="556874">
                  <a:moveTo>
                    <a:pt x="70960" y="495273"/>
                  </a:moveTo>
                  <a:lnTo>
                    <a:pt x="75166" y="496838"/>
                  </a:lnTo>
                  <a:lnTo>
                    <a:pt x="33786" y="508040"/>
                  </a:lnTo>
                  <a:close/>
                  <a:moveTo>
                    <a:pt x="75166" y="496838"/>
                  </a:moveTo>
                  <a:lnTo>
                    <a:pt x="57486" y="556874"/>
                  </a:lnTo>
                  <a:lnTo>
                    <a:pt x="33786" y="508040"/>
                  </a:lnTo>
                  <a:close/>
                  <a:moveTo>
                    <a:pt x="11190" y="448124"/>
                  </a:moveTo>
                  <a:lnTo>
                    <a:pt x="70960" y="495273"/>
                  </a:lnTo>
                  <a:lnTo>
                    <a:pt x="24402" y="472957"/>
                  </a:lnTo>
                  <a:close/>
                  <a:moveTo>
                    <a:pt x="75166" y="496838"/>
                  </a:moveTo>
                  <a:lnTo>
                    <a:pt x="70960" y="495273"/>
                  </a:lnTo>
                  <a:lnTo>
                    <a:pt x="11190" y="448124"/>
                  </a:lnTo>
                  <a:close/>
                  <a:moveTo>
                    <a:pt x="70960" y="495273"/>
                  </a:moveTo>
                  <a:lnTo>
                    <a:pt x="77637" y="494829"/>
                  </a:lnTo>
                  <a:lnTo>
                    <a:pt x="24402" y="472957"/>
                  </a:lnTo>
                  <a:close/>
                  <a:moveTo>
                    <a:pt x="24402" y="472957"/>
                  </a:moveTo>
                  <a:lnTo>
                    <a:pt x="77637" y="494829"/>
                  </a:lnTo>
                  <a:lnTo>
                    <a:pt x="95730" y="430063"/>
                  </a:lnTo>
                  <a:close/>
                  <a:moveTo>
                    <a:pt x="24402" y="472957"/>
                  </a:moveTo>
                  <a:lnTo>
                    <a:pt x="95730" y="430063"/>
                  </a:lnTo>
                  <a:lnTo>
                    <a:pt x="48331" y="427522"/>
                  </a:lnTo>
                  <a:close/>
                  <a:moveTo>
                    <a:pt x="136799" y="419643"/>
                  </a:moveTo>
                  <a:lnTo>
                    <a:pt x="95730" y="430063"/>
                  </a:lnTo>
                  <a:lnTo>
                    <a:pt x="139170" y="420043"/>
                  </a:lnTo>
                  <a:close/>
                  <a:moveTo>
                    <a:pt x="139170" y="420043"/>
                  </a:moveTo>
                  <a:lnTo>
                    <a:pt x="95730" y="430063"/>
                  </a:lnTo>
                  <a:lnTo>
                    <a:pt x="77637" y="494829"/>
                  </a:lnTo>
                  <a:close/>
                  <a:moveTo>
                    <a:pt x="139170" y="420043"/>
                  </a:moveTo>
                  <a:lnTo>
                    <a:pt x="77637" y="494829"/>
                  </a:lnTo>
                  <a:lnTo>
                    <a:pt x="130089" y="490169"/>
                  </a:lnTo>
                  <a:close/>
                  <a:moveTo>
                    <a:pt x="40252" y="419643"/>
                  </a:moveTo>
                  <a:lnTo>
                    <a:pt x="0" y="443737"/>
                  </a:lnTo>
                  <a:lnTo>
                    <a:pt x="24402" y="472957"/>
                  </a:lnTo>
                  <a:close/>
                  <a:moveTo>
                    <a:pt x="215862" y="521162"/>
                  </a:moveTo>
                  <a:lnTo>
                    <a:pt x="215238" y="527530"/>
                  </a:lnTo>
                  <a:lnTo>
                    <a:pt x="209080" y="544283"/>
                  </a:lnTo>
                  <a:close/>
                  <a:moveTo>
                    <a:pt x="186610" y="471179"/>
                  </a:moveTo>
                  <a:lnTo>
                    <a:pt x="211862" y="514908"/>
                  </a:lnTo>
                  <a:lnTo>
                    <a:pt x="200937" y="498622"/>
                  </a:lnTo>
                  <a:close/>
                  <a:moveTo>
                    <a:pt x="219341" y="447085"/>
                  </a:moveTo>
                  <a:lnTo>
                    <a:pt x="186610" y="471179"/>
                  </a:lnTo>
                  <a:lnTo>
                    <a:pt x="200937" y="498622"/>
                  </a:lnTo>
                  <a:close/>
                  <a:moveTo>
                    <a:pt x="286983" y="498622"/>
                  </a:moveTo>
                  <a:lnTo>
                    <a:pt x="215862" y="521162"/>
                  </a:lnTo>
                  <a:lnTo>
                    <a:pt x="219617" y="471179"/>
                  </a:lnTo>
                  <a:close/>
                  <a:moveTo>
                    <a:pt x="244550" y="447085"/>
                  </a:moveTo>
                  <a:lnTo>
                    <a:pt x="286983" y="498622"/>
                  </a:lnTo>
                  <a:lnTo>
                    <a:pt x="219617" y="471179"/>
                  </a:lnTo>
                  <a:close/>
                  <a:moveTo>
                    <a:pt x="226964" y="436471"/>
                  </a:moveTo>
                  <a:lnTo>
                    <a:pt x="244550" y="447085"/>
                  </a:lnTo>
                  <a:lnTo>
                    <a:pt x="190535" y="435169"/>
                  </a:lnTo>
                  <a:close/>
                  <a:moveTo>
                    <a:pt x="98815" y="414869"/>
                  </a:moveTo>
                  <a:lnTo>
                    <a:pt x="95730" y="430063"/>
                  </a:lnTo>
                  <a:lnTo>
                    <a:pt x="136799" y="419643"/>
                  </a:lnTo>
                  <a:close/>
                  <a:moveTo>
                    <a:pt x="310913" y="447085"/>
                  </a:moveTo>
                  <a:lnTo>
                    <a:pt x="299616" y="498622"/>
                  </a:lnTo>
                  <a:lnTo>
                    <a:pt x="325498" y="474528"/>
                  </a:lnTo>
                  <a:close/>
                  <a:moveTo>
                    <a:pt x="310913" y="447085"/>
                  </a:moveTo>
                  <a:lnTo>
                    <a:pt x="325498" y="474528"/>
                  </a:lnTo>
                  <a:lnTo>
                    <a:pt x="348427" y="422992"/>
                  </a:lnTo>
                  <a:close/>
                  <a:moveTo>
                    <a:pt x="257770" y="395549"/>
                  </a:moveTo>
                  <a:lnTo>
                    <a:pt x="265146" y="404550"/>
                  </a:lnTo>
                  <a:lnTo>
                    <a:pt x="297369" y="390126"/>
                  </a:lnTo>
                  <a:close/>
                  <a:moveTo>
                    <a:pt x="257770" y="395549"/>
                  </a:moveTo>
                  <a:lnTo>
                    <a:pt x="297369" y="390126"/>
                  </a:lnTo>
                  <a:lnTo>
                    <a:pt x="269453" y="371455"/>
                  </a:lnTo>
                  <a:close/>
                  <a:moveTo>
                    <a:pt x="348427" y="422992"/>
                  </a:moveTo>
                  <a:lnTo>
                    <a:pt x="297369" y="390126"/>
                  </a:lnTo>
                  <a:lnTo>
                    <a:pt x="265146" y="404550"/>
                  </a:lnTo>
                  <a:close/>
                  <a:moveTo>
                    <a:pt x="244183" y="344012"/>
                  </a:moveTo>
                  <a:lnTo>
                    <a:pt x="257770" y="395549"/>
                  </a:lnTo>
                  <a:lnTo>
                    <a:pt x="269453" y="371455"/>
                  </a:lnTo>
                  <a:close/>
                  <a:moveTo>
                    <a:pt x="244183" y="344012"/>
                  </a:moveTo>
                  <a:lnTo>
                    <a:pt x="269453" y="371455"/>
                  </a:lnTo>
                  <a:lnTo>
                    <a:pt x="236202" y="319918"/>
                  </a:lnTo>
                  <a:close/>
                  <a:moveTo>
                    <a:pt x="430341" y="403035"/>
                  </a:moveTo>
                  <a:lnTo>
                    <a:pt x="444431" y="422992"/>
                  </a:lnTo>
                  <a:lnTo>
                    <a:pt x="428666" y="399360"/>
                  </a:lnTo>
                  <a:close/>
                  <a:moveTo>
                    <a:pt x="269453" y="371455"/>
                  </a:moveTo>
                  <a:lnTo>
                    <a:pt x="297369" y="390126"/>
                  </a:lnTo>
                  <a:lnTo>
                    <a:pt x="306138" y="360266"/>
                  </a:lnTo>
                  <a:close/>
                  <a:moveTo>
                    <a:pt x="306138" y="360266"/>
                  </a:moveTo>
                  <a:lnTo>
                    <a:pt x="297369" y="390126"/>
                  </a:lnTo>
                  <a:lnTo>
                    <a:pt x="357702" y="419070"/>
                  </a:lnTo>
                  <a:close/>
                  <a:moveTo>
                    <a:pt x="269453" y="371455"/>
                  </a:moveTo>
                  <a:lnTo>
                    <a:pt x="306138" y="360266"/>
                  </a:lnTo>
                  <a:lnTo>
                    <a:pt x="236202" y="319918"/>
                  </a:lnTo>
                  <a:close/>
                  <a:moveTo>
                    <a:pt x="347080" y="302220"/>
                  </a:moveTo>
                  <a:lnTo>
                    <a:pt x="306138" y="360266"/>
                  </a:lnTo>
                  <a:lnTo>
                    <a:pt x="362827" y="352160"/>
                  </a:lnTo>
                  <a:close/>
                  <a:moveTo>
                    <a:pt x="501700" y="440710"/>
                  </a:moveTo>
                  <a:lnTo>
                    <a:pt x="430341" y="403035"/>
                  </a:lnTo>
                  <a:lnTo>
                    <a:pt x="431077" y="397400"/>
                  </a:lnTo>
                  <a:close/>
                  <a:moveTo>
                    <a:pt x="431077" y="397400"/>
                  </a:moveTo>
                  <a:lnTo>
                    <a:pt x="448755" y="398898"/>
                  </a:lnTo>
                  <a:lnTo>
                    <a:pt x="501700" y="440710"/>
                  </a:lnTo>
                  <a:close/>
                  <a:moveTo>
                    <a:pt x="1004797" y="209118"/>
                  </a:moveTo>
                  <a:lnTo>
                    <a:pt x="964334" y="178704"/>
                  </a:lnTo>
                  <a:lnTo>
                    <a:pt x="920540" y="203670"/>
                  </a:lnTo>
                  <a:close/>
                  <a:moveTo>
                    <a:pt x="914587" y="81961"/>
                  </a:moveTo>
                  <a:lnTo>
                    <a:pt x="945215" y="121247"/>
                  </a:lnTo>
                  <a:lnTo>
                    <a:pt x="942521" y="127167"/>
                  </a:lnTo>
                  <a:close/>
                  <a:moveTo>
                    <a:pt x="942521" y="127167"/>
                  </a:moveTo>
                  <a:lnTo>
                    <a:pt x="945215" y="121247"/>
                  </a:lnTo>
                  <a:lnTo>
                    <a:pt x="914763" y="151261"/>
                  </a:lnTo>
                  <a:close/>
                  <a:moveTo>
                    <a:pt x="914845" y="47479"/>
                  </a:moveTo>
                  <a:lnTo>
                    <a:pt x="914587" y="81961"/>
                  </a:lnTo>
                  <a:lnTo>
                    <a:pt x="913622" y="75631"/>
                  </a:lnTo>
                  <a:close/>
                  <a:moveTo>
                    <a:pt x="920550" y="0"/>
                  </a:moveTo>
                  <a:lnTo>
                    <a:pt x="915752" y="18272"/>
                  </a:lnTo>
                  <a:lnTo>
                    <a:pt x="913622" y="756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62" name="Output_density__4161">
              <a:extLst>
                <a:ext uri="{FF2B5EF4-FFF2-40B4-BE49-F238E27FC236}">
                  <a16:creationId xmlns:a16="http://schemas.microsoft.com/office/drawing/2014/main" id="{2B4ECD53-8D45-63DA-C2BD-9C608C7FC717}"/>
                </a:ext>
              </a:extLst>
            </p:cNvPr>
            <p:cNvSpPr>
              <a:spLocks noGrp="1"/>
            </p:cNvSpPr>
            <p:nvPr/>
          </p:nvSpPr>
          <p:spPr>
            <a:xfrm>
              <a:off x="15698453" y="4052132"/>
              <a:ext cx="997006" cy="364758"/>
            </a:xfrm>
            <a:custGeom>
              <a:avLst/>
              <a:gdLst/>
              <a:ahLst/>
              <a:cxnLst/>
              <a:rect l="0" t="0" r="0" b="0"/>
              <a:pathLst>
                <a:path w="997006" h="364758">
                  <a:moveTo>
                    <a:pt x="30627" y="340664"/>
                  </a:moveTo>
                  <a:lnTo>
                    <a:pt x="29413" y="364758"/>
                  </a:lnTo>
                  <a:lnTo>
                    <a:pt x="10684" y="290692"/>
                  </a:lnTo>
                  <a:close/>
                  <a:moveTo>
                    <a:pt x="29565" y="338085"/>
                  </a:moveTo>
                  <a:lnTo>
                    <a:pt x="6478" y="289127"/>
                  </a:lnTo>
                  <a:lnTo>
                    <a:pt x="0" y="281762"/>
                  </a:lnTo>
                  <a:close/>
                  <a:moveTo>
                    <a:pt x="29565" y="338085"/>
                  </a:moveTo>
                  <a:lnTo>
                    <a:pt x="30627" y="340664"/>
                  </a:lnTo>
                  <a:lnTo>
                    <a:pt x="65607" y="284023"/>
                  </a:lnTo>
                  <a:close/>
                  <a:moveTo>
                    <a:pt x="19675" y="157897"/>
                  </a:moveTo>
                  <a:lnTo>
                    <a:pt x="72317" y="213497"/>
                  </a:lnTo>
                  <a:lnTo>
                    <a:pt x="22993" y="161960"/>
                  </a:lnTo>
                  <a:close/>
                  <a:moveTo>
                    <a:pt x="365859" y="196889"/>
                  </a:moveTo>
                  <a:lnTo>
                    <a:pt x="405039" y="244288"/>
                  </a:lnTo>
                  <a:lnTo>
                    <a:pt x="379949" y="216845"/>
                  </a:lnTo>
                  <a:close/>
                  <a:moveTo>
                    <a:pt x="280042" y="89678"/>
                  </a:moveTo>
                  <a:lnTo>
                    <a:pt x="250725" y="115773"/>
                  </a:lnTo>
                  <a:lnTo>
                    <a:pt x="282598" y="96074"/>
                  </a:lnTo>
                  <a:close/>
                  <a:moveTo>
                    <a:pt x="258752" y="14735"/>
                  </a:moveTo>
                  <a:lnTo>
                    <a:pt x="256408" y="79384"/>
                  </a:lnTo>
                  <a:lnTo>
                    <a:pt x="280042" y="89678"/>
                  </a:lnTo>
                  <a:close/>
                  <a:moveTo>
                    <a:pt x="989613" y="24094"/>
                  </a:moveTo>
                  <a:lnTo>
                    <a:pt x="997006" y="0"/>
                  </a:lnTo>
                  <a:lnTo>
                    <a:pt x="940315" y="297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3" name="Output_density__4162">
              <a:extLst>
                <a:ext uri="{FF2B5EF4-FFF2-40B4-BE49-F238E27FC236}">
                  <a16:creationId xmlns:a16="http://schemas.microsoft.com/office/drawing/2014/main" id="{9DD59C3C-950D-F693-E5E5-73AA11C28CB1}"/>
                </a:ext>
              </a:extLst>
            </p:cNvPr>
            <p:cNvSpPr>
              <a:spLocks noGrp="1"/>
            </p:cNvSpPr>
            <p:nvPr/>
          </p:nvSpPr>
          <p:spPr>
            <a:xfrm>
              <a:off x="15595341" y="4043993"/>
              <a:ext cx="1043427" cy="348803"/>
            </a:xfrm>
            <a:custGeom>
              <a:avLst/>
              <a:gdLst/>
              <a:ahLst/>
              <a:cxnLst/>
              <a:rect l="0" t="0" r="0" b="0"/>
              <a:pathLst>
                <a:path w="1043427" h="348803">
                  <a:moveTo>
                    <a:pt x="165767" y="309705"/>
                  </a:moveTo>
                  <a:lnTo>
                    <a:pt x="133739" y="348803"/>
                  </a:lnTo>
                  <a:lnTo>
                    <a:pt x="113796" y="298830"/>
                  </a:lnTo>
                  <a:close/>
                  <a:moveTo>
                    <a:pt x="77258" y="265792"/>
                  </a:moveTo>
                  <a:lnTo>
                    <a:pt x="113796" y="298830"/>
                  </a:lnTo>
                  <a:lnTo>
                    <a:pt x="49820" y="250117"/>
                  </a:lnTo>
                  <a:close/>
                  <a:moveTo>
                    <a:pt x="38630" y="245729"/>
                  </a:moveTo>
                  <a:lnTo>
                    <a:pt x="49820" y="250117"/>
                  </a:lnTo>
                  <a:lnTo>
                    <a:pt x="63032" y="274950"/>
                  </a:lnTo>
                  <a:close/>
                  <a:moveTo>
                    <a:pt x="116267" y="296822"/>
                  </a:moveTo>
                  <a:lnTo>
                    <a:pt x="109590" y="297266"/>
                  </a:lnTo>
                  <a:lnTo>
                    <a:pt x="132677" y="346224"/>
                  </a:lnTo>
                  <a:close/>
                  <a:moveTo>
                    <a:pt x="168719" y="292162"/>
                  </a:moveTo>
                  <a:lnTo>
                    <a:pt x="133739" y="348803"/>
                  </a:lnTo>
                  <a:lnTo>
                    <a:pt x="165767" y="309705"/>
                  </a:lnTo>
                  <a:close/>
                  <a:moveTo>
                    <a:pt x="116267" y="296822"/>
                  </a:moveTo>
                  <a:lnTo>
                    <a:pt x="132677" y="346224"/>
                  </a:lnTo>
                  <a:lnTo>
                    <a:pt x="168719" y="292162"/>
                  </a:lnTo>
                  <a:close/>
                  <a:moveTo>
                    <a:pt x="78881" y="221636"/>
                  </a:moveTo>
                  <a:lnTo>
                    <a:pt x="0" y="189895"/>
                  </a:lnTo>
                  <a:lnTo>
                    <a:pt x="8102" y="194193"/>
                  </a:lnTo>
                  <a:close/>
                  <a:moveTo>
                    <a:pt x="78881" y="221636"/>
                  </a:moveTo>
                  <a:lnTo>
                    <a:pt x="8102" y="194193"/>
                  </a:lnTo>
                  <a:lnTo>
                    <a:pt x="38630" y="245729"/>
                  </a:lnTo>
                  <a:close/>
                  <a:moveTo>
                    <a:pt x="175429" y="221636"/>
                  </a:moveTo>
                  <a:lnTo>
                    <a:pt x="177800" y="222036"/>
                  </a:lnTo>
                  <a:lnTo>
                    <a:pt x="126105" y="170099"/>
                  </a:lnTo>
                  <a:close/>
                  <a:moveTo>
                    <a:pt x="86929" y="219947"/>
                  </a:moveTo>
                  <a:lnTo>
                    <a:pt x="137445" y="216862"/>
                  </a:lnTo>
                  <a:lnTo>
                    <a:pt x="122787" y="166036"/>
                  </a:lnTo>
                  <a:close/>
                  <a:moveTo>
                    <a:pt x="122787" y="166036"/>
                  </a:moveTo>
                  <a:lnTo>
                    <a:pt x="137445" y="216862"/>
                  </a:lnTo>
                  <a:lnTo>
                    <a:pt x="175429" y="221636"/>
                  </a:lnTo>
                  <a:close/>
                  <a:moveTo>
                    <a:pt x="385710" y="104213"/>
                  </a:moveTo>
                  <a:lnTo>
                    <a:pt x="353836" y="123912"/>
                  </a:lnTo>
                  <a:lnTo>
                    <a:pt x="344768" y="162258"/>
                  </a:lnTo>
                  <a:close/>
                  <a:moveTo>
                    <a:pt x="401457" y="154153"/>
                  </a:moveTo>
                  <a:lnTo>
                    <a:pt x="449106" y="153397"/>
                  </a:lnTo>
                  <a:lnTo>
                    <a:pt x="385710" y="104213"/>
                  </a:lnTo>
                  <a:close/>
                  <a:moveTo>
                    <a:pt x="274832" y="121911"/>
                  </a:moveTo>
                  <a:lnTo>
                    <a:pt x="275944" y="117486"/>
                  </a:lnTo>
                  <a:lnTo>
                    <a:pt x="269372" y="60086"/>
                  </a:lnTo>
                  <a:close/>
                  <a:moveTo>
                    <a:pt x="353836" y="123912"/>
                  </a:moveTo>
                  <a:lnTo>
                    <a:pt x="383153" y="97817"/>
                  </a:lnTo>
                  <a:lnTo>
                    <a:pt x="359520" y="87522"/>
                  </a:lnTo>
                  <a:close/>
                  <a:moveTo>
                    <a:pt x="959170" y="5663"/>
                  </a:moveTo>
                  <a:lnTo>
                    <a:pt x="958236" y="5359"/>
                  </a:lnTo>
                  <a:lnTo>
                    <a:pt x="976032" y="28930"/>
                  </a:lnTo>
                  <a:close/>
                  <a:moveTo>
                    <a:pt x="958236" y="5359"/>
                  </a:moveTo>
                  <a:lnTo>
                    <a:pt x="957655" y="0"/>
                  </a:lnTo>
                  <a:lnTo>
                    <a:pt x="975937" y="28884"/>
                  </a:lnTo>
                  <a:close/>
                  <a:moveTo>
                    <a:pt x="1014627" y="38330"/>
                  </a:moveTo>
                  <a:lnTo>
                    <a:pt x="1043427" y="11111"/>
                  </a:lnTo>
                  <a:lnTo>
                    <a:pt x="959170" y="566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4" name="Output_density__4163">
              <a:extLst>
                <a:ext uri="{FF2B5EF4-FFF2-40B4-BE49-F238E27FC236}">
                  <a16:creationId xmlns:a16="http://schemas.microsoft.com/office/drawing/2014/main" id="{5488E9ED-9898-EBE1-2E35-9B8FFBABC474}"/>
                </a:ext>
              </a:extLst>
            </p:cNvPr>
            <p:cNvSpPr>
              <a:spLocks noGrp="1"/>
            </p:cNvSpPr>
            <p:nvPr/>
          </p:nvSpPr>
          <p:spPr>
            <a:xfrm>
              <a:off x="15820580" y="3897522"/>
              <a:ext cx="777725" cy="469626"/>
            </a:xfrm>
            <a:custGeom>
              <a:avLst/>
              <a:gdLst/>
              <a:ahLst/>
              <a:cxnLst/>
              <a:rect l="0" t="0" r="0" b="0"/>
              <a:pathLst>
                <a:path w="777725" h="469626">
                  <a:moveTo>
                    <a:pt x="40354" y="384934"/>
                  </a:moveTo>
                  <a:lnTo>
                    <a:pt x="0" y="419643"/>
                  </a:lnTo>
                  <a:lnTo>
                    <a:pt x="32732" y="395549"/>
                  </a:lnTo>
                  <a:close/>
                  <a:moveTo>
                    <a:pt x="40354" y="384934"/>
                  </a:moveTo>
                  <a:lnTo>
                    <a:pt x="3925" y="383633"/>
                  </a:lnTo>
                  <a:lnTo>
                    <a:pt x="0" y="419643"/>
                  </a:lnTo>
                  <a:close/>
                  <a:moveTo>
                    <a:pt x="33007" y="419643"/>
                  </a:moveTo>
                  <a:lnTo>
                    <a:pt x="29252" y="469626"/>
                  </a:lnTo>
                  <a:lnTo>
                    <a:pt x="25253" y="463371"/>
                  </a:lnTo>
                  <a:close/>
                  <a:moveTo>
                    <a:pt x="171092" y="367534"/>
                  </a:moveTo>
                  <a:lnTo>
                    <a:pt x="110759" y="338590"/>
                  </a:lnTo>
                  <a:lnTo>
                    <a:pt x="161817" y="371455"/>
                  </a:lnTo>
                  <a:close/>
                  <a:moveTo>
                    <a:pt x="176218" y="300624"/>
                  </a:moveTo>
                  <a:lnTo>
                    <a:pt x="119529" y="308729"/>
                  </a:lnTo>
                  <a:lnTo>
                    <a:pt x="171092" y="367534"/>
                  </a:lnTo>
                  <a:close/>
                  <a:moveTo>
                    <a:pt x="171092" y="367534"/>
                  </a:moveTo>
                  <a:lnTo>
                    <a:pt x="242057" y="347824"/>
                  </a:lnTo>
                  <a:lnTo>
                    <a:pt x="223867" y="299868"/>
                  </a:lnTo>
                  <a:close/>
                  <a:moveTo>
                    <a:pt x="171092" y="367534"/>
                  </a:moveTo>
                  <a:lnTo>
                    <a:pt x="223867" y="299868"/>
                  </a:lnTo>
                  <a:lnTo>
                    <a:pt x="176218" y="300624"/>
                  </a:lnTo>
                  <a:close/>
                  <a:moveTo>
                    <a:pt x="243732" y="351499"/>
                  </a:moveTo>
                  <a:lnTo>
                    <a:pt x="248169" y="323267"/>
                  </a:lnTo>
                  <a:lnTo>
                    <a:pt x="244467" y="345864"/>
                  </a:lnTo>
                  <a:close/>
                  <a:moveTo>
                    <a:pt x="262146" y="347361"/>
                  </a:moveTo>
                  <a:lnTo>
                    <a:pt x="244467" y="345864"/>
                  </a:lnTo>
                  <a:lnTo>
                    <a:pt x="231631" y="293556"/>
                  </a:lnTo>
                  <a:close/>
                  <a:moveTo>
                    <a:pt x="231631" y="293556"/>
                  </a:moveTo>
                  <a:lnTo>
                    <a:pt x="244467" y="345864"/>
                  </a:lnTo>
                  <a:lnTo>
                    <a:pt x="203711" y="278273"/>
                  </a:lnTo>
                  <a:close/>
                  <a:moveTo>
                    <a:pt x="501468" y="211727"/>
                  </a:moveTo>
                  <a:lnTo>
                    <a:pt x="471663" y="223543"/>
                  </a:lnTo>
                  <a:lnTo>
                    <a:pt x="512281" y="217321"/>
                  </a:lnTo>
                  <a:close/>
                  <a:moveTo>
                    <a:pt x="733930" y="152134"/>
                  </a:moveTo>
                  <a:lnTo>
                    <a:pt x="732236" y="151261"/>
                  </a:lnTo>
                  <a:lnTo>
                    <a:pt x="732997" y="151830"/>
                  </a:lnTo>
                  <a:close/>
                  <a:moveTo>
                    <a:pt x="732416" y="146471"/>
                  </a:moveTo>
                  <a:lnTo>
                    <a:pt x="732997" y="151830"/>
                  </a:lnTo>
                  <a:lnTo>
                    <a:pt x="732236" y="151261"/>
                  </a:lnTo>
                  <a:close/>
                  <a:moveTo>
                    <a:pt x="732236" y="151261"/>
                  </a:moveTo>
                  <a:lnTo>
                    <a:pt x="733930" y="152134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2236" y="151261"/>
                  </a:lnTo>
                  <a:lnTo>
                    <a:pt x="734340" y="150738"/>
                  </a:lnTo>
                  <a:close/>
                  <a:moveTo>
                    <a:pt x="733930" y="152134"/>
                  </a:moveTo>
                  <a:lnTo>
                    <a:pt x="777725" y="127167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4340" y="150738"/>
                  </a:lnTo>
                  <a:lnTo>
                    <a:pt x="728153" y="99724"/>
                  </a:lnTo>
                  <a:close/>
                  <a:moveTo>
                    <a:pt x="728153" y="99724"/>
                  </a:moveTo>
                  <a:lnTo>
                    <a:pt x="734340" y="150738"/>
                  </a:lnTo>
                  <a:lnTo>
                    <a:pt x="777725" y="127167"/>
                  </a:lnTo>
                  <a:close/>
                  <a:moveTo>
                    <a:pt x="728153" y="99724"/>
                  </a:moveTo>
                  <a:lnTo>
                    <a:pt x="777725" y="127167"/>
                  </a:lnTo>
                  <a:lnTo>
                    <a:pt x="755911" y="75630"/>
                  </a:lnTo>
                  <a:close/>
                  <a:moveTo>
                    <a:pt x="755911" y="75630"/>
                  </a:moveTo>
                  <a:lnTo>
                    <a:pt x="742257" y="48367"/>
                  </a:lnTo>
                  <a:lnTo>
                    <a:pt x="727978" y="30425"/>
                  </a:lnTo>
                  <a:close/>
                  <a:moveTo>
                    <a:pt x="727013" y="24094"/>
                  </a:moveTo>
                  <a:lnTo>
                    <a:pt x="727978" y="30425"/>
                  </a:lnTo>
                  <a:lnTo>
                    <a:pt x="742257" y="48367"/>
                  </a:lnTo>
                  <a:close/>
                  <a:moveTo>
                    <a:pt x="755703" y="0"/>
                  </a:moveTo>
                  <a:lnTo>
                    <a:pt x="727013" y="24094"/>
                  </a:lnTo>
                  <a:lnTo>
                    <a:pt x="742257" y="48367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65" name="Output_density__4164">
              <a:extLst>
                <a:ext uri="{FF2B5EF4-FFF2-40B4-BE49-F238E27FC236}">
                  <a16:creationId xmlns:a16="http://schemas.microsoft.com/office/drawing/2014/main" id="{08E8EE14-5854-3ED1-CD30-5A0092FBEAB1}"/>
                </a:ext>
              </a:extLst>
            </p:cNvPr>
            <p:cNvSpPr>
              <a:spLocks noGrp="1"/>
            </p:cNvSpPr>
            <p:nvPr/>
          </p:nvSpPr>
          <p:spPr>
            <a:xfrm>
              <a:off x="15733887" y="3748173"/>
              <a:ext cx="961572" cy="644995"/>
            </a:xfrm>
            <a:custGeom>
              <a:avLst/>
              <a:gdLst/>
              <a:ahLst/>
              <a:cxnLst/>
              <a:rect l="0" t="0" r="0" b="0"/>
              <a:pathLst>
                <a:path w="961572" h="644995">
                  <a:moveTo>
                    <a:pt x="334935" y="617630"/>
                  </a:moveTo>
                  <a:lnTo>
                    <a:pt x="286179" y="644995"/>
                  </a:lnTo>
                  <a:lnTo>
                    <a:pt x="330095" y="634515"/>
                  </a:lnTo>
                  <a:close/>
                  <a:moveTo>
                    <a:pt x="334935" y="617630"/>
                  </a:moveTo>
                  <a:lnTo>
                    <a:pt x="292849" y="613863"/>
                  </a:lnTo>
                  <a:lnTo>
                    <a:pt x="286179" y="644995"/>
                  </a:lnTo>
                  <a:close/>
                  <a:moveTo>
                    <a:pt x="334935" y="617630"/>
                  </a:moveTo>
                  <a:lnTo>
                    <a:pt x="330095" y="634515"/>
                  </a:lnTo>
                  <a:lnTo>
                    <a:pt x="336725" y="623878"/>
                  </a:lnTo>
                  <a:close/>
                  <a:moveTo>
                    <a:pt x="336725" y="623878"/>
                  </a:moveTo>
                  <a:lnTo>
                    <a:pt x="347730" y="565550"/>
                  </a:lnTo>
                  <a:lnTo>
                    <a:pt x="334935" y="617630"/>
                  </a:lnTo>
                  <a:close/>
                  <a:moveTo>
                    <a:pt x="369605" y="548247"/>
                  </a:moveTo>
                  <a:lnTo>
                    <a:pt x="330425" y="500848"/>
                  </a:lnTo>
                  <a:lnTo>
                    <a:pt x="401784" y="538523"/>
                  </a:lnTo>
                  <a:close/>
                  <a:moveTo>
                    <a:pt x="19710" y="135955"/>
                  </a:moveTo>
                  <a:lnTo>
                    <a:pt x="16712" y="121743"/>
                  </a:lnTo>
                  <a:lnTo>
                    <a:pt x="0" y="138828"/>
                  </a:lnTo>
                  <a:close/>
                  <a:moveTo>
                    <a:pt x="919008" y="319975"/>
                  </a:moveTo>
                  <a:lnTo>
                    <a:pt x="904881" y="306931"/>
                  </a:lnTo>
                  <a:lnTo>
                    <a:pt x="876081" y="334151"/>
                  </a:lnTo>
                  <a:close/>
                  <a:moveTo>
                    <a:pt x="961572" y="303959"/>
                  </a:moveTo>
                  <a:lnTo>
                    <a:pt x="954178" y="328053"/>
                  </a:lnTo>
                  <a:lnTo>
                    <a:pt x="957785" y="330054"/>
                  </a:lnTo>
                  <a:close/>
                  <a:moveTo>
                    <a:pt x="932517" y="149350"/>
                  </a:moveTo>
                  <a:lnTo>
                    <a:pt x="940631" y="125256"/>
                  </a:lnTo>
                  <a:lnTo>
                    <a:pt x="947636" y="200886"/>
                  </a:lnTo>
                  <a:close/>
                  <a:moveTo>
                    <a:pt x="928168" y="0"/>
                  </a:moveTo>
                  <a:lnTo>
                    <a:pt x="941248" y="73719"/>
                  </a:lnTo>
                  <a:lnTo>
                    <a:pt x="928829" y="22183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66" name="Output_density__4165">
              <a:extLst>
                <a:ext uri="{FF2B5EF4-FFF2-40B4-BE49-F238E27FC236}">
                  <a16:creationId xmlns:a16="http://schemas.microsoft.com/office/drawing/2014/main" id="{1F44D25E-DE38-E63B-C5B1-7A476FFE7BA0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5346"/>
              <a:ext cx="81915" cy="23632"/>
            </a:xfrm>
            <a:custGeom>
              <a:avLst/>
              <a:gdLst/>
              <a:ahLst/>
              <a:cxnLst/>
              <a:rect l="0" t="0" r="0" b="0"/>
              <a:pathLst>
                <a:path w="81915" h="23632">
                  <a:moveTo>
                    <a:pt x="0" y="23632"/>
                  </a:moveTo>
                  <a:lnTo>
                    <a:pt x="40100" y="22013"/>
                  </a:lnTo>
                  <a:lnTo>
                    <a:pt x="9275" y="19710"/>
                  </a:lnTo>
                  <a:close/>
                  <a:moveTo>
                    <a:pt x="80240" y="0"/>
                  </a:moveTo>
                  <a:lnTo>
                    <a:pt x="9275" y="19710"/>
                  </a:lnTo>
                  <a:lnTo>
                    <a:pt x="81915" y="3675"/>
                  </a:lnTo>
                  <a:close/>
                  <a:moveTo>
                    <a:pt x="9275" y="19710"/>
                  </a:moveTo>
                  <a:lnTo>
                    <a:pt x="40100" y="22013"/>
                  </a:lnTo>
                  <a:lnTo>
                    <a:pt x="81915" y="367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67" name="Output_density__4166">
              <a:extLst>
                <a:ext uri="{FF2B5EF4-FFF2-40B4-BE49-F238E27FC236}">
                  <a16:creationId xmlns:a16="http://schemas.microsoft.com/office/drawing/2014/main" id="{44A6BEB7-BE06-E671-13AE-B05BE033B1C3}"/>
                </a:ext>
              </a:extLst>
            </p:cNvPr>
            <p:cNvSpPr>
              <a:spLocks noGrp="1"/>
            </p:cNvSpPr>
            <p:nvPr/>
          </p:nvSpPr>
          <p:spPr>
            <a:xfrm>
              <a:off x="15539140" y="3564719"/>
              <a:ext cx="1188640" cy="1052081"/>
            </a:xfrm>
            <a:custGeom>
              <a:avLst/>
              <a:gdLst/>
              <a:ahLst/>
              <a:cxnLst/>
              <a:rect l="0" t="0" r="0" b="0"/>
              <a:pathLst>
                <a:path w="1188640" h="1052081">
                  <a:moveTo>
                    <a:pt x="206057" y="1034223"/>
                  </a:moveTo>
                  <a:lnTo>
                    <a:pt x="204946" y="1034911"/>
                  </a:lnTo>
                  <a:lnTo>
                    <a:pt x="218877" y="1052081"/>
                  </a:lnTo>
                  <a:close/>
                  <a:moveTo>
                    <a:pt x="0" y="614135"/>
                  </a:moveTo>
                  <a:lnTo>
                    <a:pt x="44437" y="649373"/>
                  </a:lnTo>
                  <a:lnTo>
                    <a:pt x="31683" y="641343"/>
                  </a:lnTo>
                  <a:close/>
                  <a:moveTo>
                    <a:pt x="347443" y="1010130"/>
                  </a:moveTo>
                  <a:lnTo>
                    <a:pt x="359338" y="951110"/>
                  </a:lnTo>
                  <a:lnTo>
                    <a:pt x="338173" y="934499"/>
                  </a:lnTo>
                  <a:close/>
                  <a:moveTo>
                    <a:pt x="359338" y="951110"/>
                  </a:moveTo>
                  <a:lnTo>
                    <a:pt x="391006" y="958593"/>
                  </a:lnTo>
                  <a:lnTo>
                    <a:pt x="370992" y="901679"/>
                  </a:lnTo>
                  <a:close/>
                  <a:moveTo>
                    <a:pt x="153135" y="628346"/>
                  </a:moveTo>
                  <a:lnTo>
                    <a:pt x="142410" y="625279"/>
                  </a:lnTo>
                  <a:lnTo>
                    <a:pt x="115657" y="645731"/>
                  </a:lnTo>
                  <a:close/>
                  <a:moveTo>
                    <a:pt x="143131" y="699222"/>
                  </a:moveTo>
                  <a:lnTo>
                    <a:pt x="178988" y="645310"/>
                  </a:lnTo>
                  <a:lnTo>
                    <a:pt x="153135" y="628346"/>
                  </a:lnTo>
                  <a:close/>
                  <a:moveTo>
                    <a:pt x="153135" y="628346"/>
                  </a:moveTo>
                  <a:lnTo>
                    <a:pt x="116188" y="607939"/>
                  </a:lnTo>
                  <a:lnTo>
                    <a:pt x="142410" y="625279"/>
                  </a:lnTo>
                  <a:close/>
                  <a:moveTo>
                    <a:pt x="454508" y="882962"/>
                  </a:moveTo>
                  <a:lnTo>
                    <a:pt x="455877" y="858869"/>
                  </a:lnTo>
                  <a:lnTo>
                    <a:pt x="444754" y="867887"/>
                  </a:lnTo>
                  <a:close/>
                  <a:moveTo>
                    <a:pt x="487596" y="797317"/>
                  </a:moveTo>
                  <a:lnTo>
                    <a:pt x="455877" y="858869"/>
                  </a:lnTo>
                  <a:lnTo>
                    <a:pt x="480926" y="828449"/>
                  </a:lnTo>
                  <a:close/>
                  <a:moveTo>
                    <a:pt x="487596" y="797317"/>
                  </a:moveTo>
                  <a:lnTo>
                    <a:pt x="529682" y="801084"/>
                  </a:lnTo>
                  <a:lnTo>
                    <a:pt x="500670" y="767370"/>
                  </a:lnTo>
                  <a:close/>
                  <a:moveTo>
                    <a:pt x="529682" y="801084"/>
                  </a:moveTo>
                  <a:lnTo>
                    <a:pt x="542478" y="749005"/>
                  </a:lnTo>
                  <a:lnTo>
                    <a:pt x="500670" y="767370"/>
                  </a:lnTo>
                  <a:close/>
                  <a:moveTo>
                    <a:pt x="542478" y="749005"/>
                  </a:moveTo>
                  <a:lnTo>
                    <a:pt x="575693" y="738291"/>
                  </a:lnTo>
                  <a:lnTo>
                    <a:pt x="500670" y="767370"/>
                  </a:lnTo>
                  <a:close/>
                  <a:moveTo>
                    <a:pt x="418065" y="502148"/>
                  </a:moveTo>
                  <a:lnTo>
                    <a:pt x="377525" y="521406"/>
                  </a:lnTo>
                  <a:lnTo>
                    <a:pt x="364796" y="570216"/>
                  </a:lnTo>
                  <a:close/>
                  <a:moveTo>
                    <a:pt x="418065" y="502148"/>
                  </a:moveTo>
                  <a:lnTo>
                    <a:pt x="364796" y="570216"/>
                  </a:lnTo>
                  <a:lnTo>
                    <a:pt x="415721" y="566797"/>
                  </a:lnTo>
                  <a:close/>
                  <a:moveTo>
                    <a:pt x="316931" y="525555"/>
                  </a:moveTo>
                  <a:lnTo>
                    <a:pt x="317380" y="508039"/>
                  </a:lnTo>
                  <a:lnTo>
                    <a:pt x="289327" y="468103"/>
                  </a:lnTo>
                  <a:close/>
                  <a:moveTo>
                    <a:pt x="185499" y="319409"/>
                  </a:moveTo>
                  <a:lnTo>
                    <a:pt x="194747" y="322282"/>
                  </a:lnTo>
                  <a:lnTo>
                    <a:pt x="211459" y="305198"/>
                  </a:lnTo>
                  <a:close/>
                  <a:moveTo>
                    <a:pt x="192533" y="314002"/>
                  </a:moveTo>
                  <a:lnTo>
                    <a:pt x="185499" y="319409"/>
                  </a:lnTo>
                  <a:lnTo>
                    <a:pt x="211459" y="305198"/>
                  </a:lnTo>
                  <a:close/>
                  <a:moveTo>
                    <a:pt x="586271" y="692335"/>
                  </a:moveTo>
                  <a:lnTo>
                    <a:pt x="575693" y="738291"/>
                  </a:lnTo>
                  <a:lnTo>
                    <a:pt x="630845" y="694080"/>
                  </a:lnTo>
                  <a:close/>
                  <a:moveTo>
                    <a:pt x="630845" y="694080"/>
                  </a:moveTo>
                  <a:lnTo>
                    <a:pt x="639375" y="666810"/>
                  </a:lnTo>
                  <a:lnTo>
                    <a:pt x="593446" y="669768"/>
                  </a:lnTo>
                  <a:close/>
                  <a:moveTo>
                    <a:pt x="1180866" y="463319"/>
                  </a:moveTo>
                  <a:lnTo>
                    <a:pt x="1156319" y="487413"/>
                  </a:lnTo>
                  <a:lnTo>
                    <a:pt x="1188640" y="513610"/>
                  </a:lnTo>
                  <a:close/>
                  <a:moveTo>
                    <a:pt x="1122915" y="183454"/>
                  </a:moveTo>
                  <a:lnTo>
                    <a:pt x="1129873" y="240540"/>
                  </a:lnTo>
                  <a:lnTo>
                    <a:pt x="1135995" y="257173"/>
                  </a:lnTo>
                  <a:close/>
                  <a:moveTo>
                    <a:pt x="1129960" y="114983"/>
                  </a:moveTo>
                  <a:lnTo>
                    <a:pt x="1128795" y="59836"/>
                  </a:lnTo>
                  <a:lnTo>
                    <a:pt x="1087634" y="80618"/>
                  </a:lnTo>
                  <a:close/>
                  <a:moveTo>
                    <a:pt x="1129139" y="52908"/>
                  </a:moveTo>
                  <a:lnTo>
                    <a:pt x="1087634" y="80618"/>
                  </a:lnTo>
                  <a:lnTo>
                    <a:pt x="1128795" y="59836"/>
                  </a:lnTo>
                  <a:close/>
                  <a:moveTo>
                    <a:pt x="1091068" y="45877"/>
                  </a:moveTo>
                  <a:lnTo>
                    <a:pt x="1129139" y="52908"/>
                  </a:lnTo>
                  <a:lnTo>
                    <a:pt x="1117042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8" name="Output_density__4167">
              <a:extLst>
                <a:ext uri="{FF2B5EF4-FFF2-40B4-BE49-F238E27FC236}">
                  <a16:creationId xmlns:a16="http://schemas.microsoft.com/office/drawing/2014/main" id="{32DE261E-8068-C669-4530-EDE0ED62E528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83883"/>
              <a:ext cx="1115651" cy="1015746"/>
            </a:xfrm>
            <a:custGeom>
              <a:avLst/>
              <a:gdLst/>
              <a:ahLst/>
              <a:cxnLst/>
              <a:rect l="0" t="0" r="0" b="0"/>
              <a:pathLst>
                <a:path w="1115651" h="1015746">
                  <a:moveTo>
                    <a:pt x="142523" y="987616"/>
                  </a:moveTo>
                  <a:lnTo>
                    <a:pt x="160509" y="1015746"/>
                  </a:lnTo>
                  <a:lnTo>
                    <a:pt x="161620" y="1015059"/>
                  </a:lnTo>
                  <a:close/>
                  <a:moveTo>
                    <a:pt x="109594" y="922167"/>
                  </a:moveTo>
                  <a:lnTo>
                    <a:pt x="140854" y="942262"/>
                  </a:lnTo>
                  <a:lnTo>
                    <a:pt x="138803" y="963522"/>
                  </a:lnTo>
                  <a:close/>
                  <a:moveTo>
                    <a:pt x="107753" y="911986"/>
                  </a:moveTo>
                  <a:lnTo>
                    <a:pt x="99797" y="867389"/>
                  </a:lnTo>
                  <a:lnTo>
                    <a:pt x="109594" y="922167"/>
                  </a:lnTo>
                  <a:close/>
                  <a:moveTo>
                    <a:pt x="114876" y="750011"/>
                  </a:moveTo>
                  <a:lnTo>
                    <a:pt x="121354" y="757376"/>
                  </a:lnTo>
                  <a:lnTo>
                    <a:pt x="84180" y="770143"/>
                  </a:lnTo>
                  <a:close/>
                  <a:moveTo>
                    <a:pt x="44629" y="662047"/>
                  </a:moveTo>
                  <a:lnTo>
                    <a:pt x="11764" y="650004"/>
                  </a:lnTo>
                  <a:lnTo>
                    <a:pt x="90646" y="681745"/>
                  </a:lnTo>
                  <a:close/>
                  <a:moveTo>
                    <a:pt x="0" y="630209"/>
                  </a:moveTo>
                  <a:lnTo>
                    <a:pt x="11764" y="650004"/>
                  </a:lnTo>
                  <a:lnTo>
                    <a:pt x="44629" y="662047"/>
                  </a:lnTo>
                  <a:close/>
                  <a:moveTo>
                    <a:pt x="248987" y="902074"/>
                  </a:moveTo>
                  <a:lnTo>
                    <a:pt x="233707" y="887892"/>
                  </a:lnTo>
                  <a:lnTo>
                    <a:pt x="287169" y="909932"/>
                  </a:lnTo>
                  <a:close/>
                  <a:moveTo>
                    <a:pt x="248987" y="902074"/>
                  </a:moveTo>
                  <a:lnTo>
                    <a:pt x="287169" y="909932"/>
                  </a:lnTo>
                  <a:lnTo>
                    <a:pt x="314901" y="931945"/>
                  </a:lnTo>
                  <a:close/>
                  <a:moveTo>
                    <a:pt x="314901" y="931945"/>
                  </a:moveTo>
                  <a:lnTo>
                    <a:pt x="326556" y="882515"/>
                  </a:lnTo>
                  <a:lnTo>
                    <a:pt x="305120" y="863798"/>
                  </a:lnTo>
                  <a:close/>
                  <a:moveTo>
                    <a:pt x="44629" y="662047"/>
                  </a:moveTo>
                  <a:lnTo>
                    <a:pt x="90646" y="681745"/>
                  </a:lnTo>
                  <a:lnTo>
                    <a:pt x="71220" y="626566"/>
                  </a:lnTo>
                  <a:close/>
                  <a:moveTo>
                    <a:pt x="71220" y="626566"/>
                  </a:moveTo>
                  <a:lnTo>
                    <a:pt x="90646" y="681745"/>
                  </a:lnTo>
                  <a:lnTo>
                    <a:pt x="108698" y="609181"/>
                  </a:lnTo>
                  <a:close/>
                  <a:moveTo>
                    <a:pt x="108698" y="609181"/>
                  </a:moveTo>
                  <a:lnTo>
                    <a:pt x="90646" y="681745"/>
                  </a:lnTo>
                  <a:lnTo>
                    <a:pt x="98694" y="680057"/>
                  </a:lnTo>
                  <a:close/>
                  <a:moveTo>
                    <a:pt x="149209" y="676971"/>
                  </a:moveTo>
                  <a:lnTo>
                    <a:pt x="98725" y="689625"/>
                  </a:lnTo>
                  <a:lnTo>
                    <a:pt x="146124" y="692165"/>
                  </a:lnTo>
                  <a:close/>
                  <a:moveTo>
                    <a:pt x="400318" y="848722"/>
                  </a:moveTo>
                  <a:lnTo>
                    <a:pt x="380653" y="839704"/>
                  </a:lnTo>
                  <a:lnTo>
                    <a:pt x="326556" y="882515"/>
                  </a:lnTo>
                  <a:close/>
                  <a:moveTo>
                    <a:pt x="379173" y="904566"/>
                  </a:moveTo>
                  <a:lnTo>
                    <a:pt x="400318" y="848722"/>
                  </a:lnTo>
                  <a:lnTo>
                    <a:pt x="326556" y="882515"/>
                  </a:lnTo>
                  <a:close/>
                  <a:moveTo>
                    <a:pt x="290814" y="788167"/>
                  </a:moveTo>
                  <a:lnTo>
                    <a:pt x="248802" y="759472"/>
                  </a:lnTo>
                  <a:lnTo>
                    <a:pt x="251331" y="760725"/>
                  </a:lnTo>
                  <a:close/>
                  <a:moveTo>
                    <a:pt x="401887" y="836467"/>
                  </a:moveTo>
                  <a:lnTo>
                    <a:pt x="400318" y="848722"/>
                  </a:lnTo>
                  <a:lnTo>
                    <a:pt x="411440" y="839704"/>
                  </a:lnTo>
                  <a:close/>
                  <a:moveTo>
                    <a:pt x="401887" y="836467"/>
                  </a:moveTo>
                  <a:lnTo>
                    <a:pt x="411440" y="839704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401887" y="836467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371939" y="742618"/>
                  </a:lnTo>
                  <a:lnTo>
                    <a:pt x="358327" y="771155"/>
                  </a:lnTo>
                  <a:close/>
                  <a:moveTo>
                    <a:pt x="443159" y="778153"/>
                  </a:moveTo>
                  <a:lnTo>
                    <a:pt x="456233" y="748205"/>
                  </a:lnTo>
                  <a:lnTo>
                    <a:pt x="400627" y="774748"/>
                  </a:lnTo>
                  <a:close/>
                  <a:moveTo>
                    <a:pt x="400627" y="774748"/>
                  </a:moveTo>
                  <a:lnTo>
                    <a:pt x="456233" y="748205"/>
                  </a:lnTo>
                  <a:lnTo>
                    <a:pt x="375892" y="736631"/>
                  </a:lnTo>
                  <a:close/>
                  <a:moveTo>
                    <a:pt x="375892" y="736631"/>
                  </a:moveTo>
                  <a:lnTo>
                    <a:pt x="371939" y="742618"/>
                  </a:lnTo>
                  <a:lnTo>
                    <a:pt x="400627" y="774748"/>
                  </a:lnTo>
                  <a:close/>
                  <a:moveTo>
                    <a:pt x="300391" y="557927"/>
                  </a:moveTo>
                  <a:lnTo>
                    <a:pt x="272494" y="506390"/>
                  </a:lnTo>
                  <a:lnTo>
                    <a:pt x="281136" y="520196"/>
                  </a:lnTo>
                  <a:close/>
                  <a:moveTo>
                    <a:pt x="531256" y="719126"/>
                  </a:moveTo>
                  <a:lnTo>
                    <a:pt x="490673" y="688443"/>
                  </a:lnTo>
                  <a:lnTo>
                    <a:pt x="456233" y="748205"/>
                  </a:lnTo>
                  <a:close/>
                  <a:moveTo>
                    <a:pt x="272494" y="506390"/>
                  </a:moveTo>
                  <a:lnTo>
                    <a:pt x="320359" y="551051"/>
                  </a:lnTo>
                  <a:lnTo>
                    <a:pt x="282452" y="487598"/>
                  </a:lnTo>
                  <a:close/>
                  <a:moveTo>
                    <a:pt x="541834" y="673171"/>
                  </a:moveTo>
                  <a:lnTo>
                    <a:pt x="586408" y="674915"/>
                  </a:lnTo>
                  <a:lnTo>
                    <a:pt x="549010" y="650603"/>
                  </a:lnTo>
                  <a:close/>
                  <a:moveTo>
                    <a:pt x="485173" y="636906"/>
                  </a:moveTo>
                  <a:lnTo>
                    <a:pt x="511673" y="612812"/>
                  </a:lnTo>
                  <a:lnTo>
                    <a:pt x="451981" y="597408"/>
                  </a:lnTo>
                  <a:close/>
                  <a:moveTo>
                    <a:pt x="488592" y="599390"/>
                  </a:moveTo>
                  <a:lnTo>
                    <a:pt x="436195" y="585369"/>
                  </a:lnTo>
                  <a:lnTo>
                    <a:pt x="451981" y="597408"/>
                  </a:lnTo>
                  <a:close/>
                  <a:moveTo>
                    <a:pt x="1111882" y="468249"/>
                  </a:moveTo>
                  <a:lnTo>
                    <a:pt x="1081927" y="436280"/>
                  </a:lnTo>
                  <a:lnTo>
                    <a:pt x="1055191" y="471220"/>
                  </a:lnTo>
                  <a:close/>
                  <a:moveTo>
                    <a:pt x="1097946" y="365175"/>
                  </a:moveTo>
                  <a:lnTo>
                    <a:pt x="1090811" y="342491"/>
                  </a:lnTo>
                  <a:lnTo>
                    <a:pt x="1115651" y="387693"/>
                  </a:lnTo>
                  <a:close/>
                  <a:moveTo>
                    <a:pt x="1090941" y="289545"/>
                  </a:moveTo>
                  <a:lnTo>
                    <a:pt x="1089881" y="331118"/>
                  </a:lnTo>
                  <a:lnTo>
                    <a:pt x="1097946" y="365175"/>
                  </a:lnTo>
                  <a:close/>
                  <a:moveTo>
                    <a:pt x="1021324" y="235516"/>
                  </a:moveTo>
                  <a:lnTo>
                    <a:pt x="1100711" y="236711"/>
                  </a:lnTo>
                  <a:lnTo>
                    <a:pt x="1085436" y="221376"/>
                  </a:lnTo>
                  <a:close/>
                  <a:moveTo>
                    <a:pt x="1021324" y="235516"/>
                  </a:moveTo>
                  <a:lnTo>
                    <a:pt x="1085436" y="221376"/>
                  </a:lnTo>
                  <a:lnTo>
                    <a:pt x="1078478" y="164289"/>
                  </a:lnTo>
                  <a:close/>
                  <a:moveTo>
                    <a:pt x="1078478" y="164289"/>
                  </a:moveTo>
                  <a:lnTo>
                    <a:pt x="1078824" y="154880"/>
                  </a:lnTo>
                  <a:lnTo>
                    <a:pt x="1031484" y="152562"/>
                  </a:lnTo>
                  <a:close/>
                  <a:moveTo>
                    <a:pt x="959068" y="83399"/>
                  </a:moveTo>
                  <a:lnTo>
                    <a:pt x="966630" y="134935"/>
                  </a:lnTo>
                  <a:lnTo>
                    <a:pt x="993971" y="110841"/>
                  </a:lnTo>
                  <a:close/>
                  <a:moveTo>
                    <a:pt x="943960" y="0"/>
                  </a:moveTo>
                  <a:lnTo>
                    <a:pt x="970186" y="26118"/>
                  </a:lnTo>
                  <a:lnTo>
                    <a:pt x="944290" y="9188"/>
                  </a:lnTo>
                  <a:close/>
                  <a:moveTo>
                    <a:pt x="1085524" y="95819"/>
                  </a:moveTo>
                  <a:lnTo>
                    <a:pt x="1031484" y="152562"/>
                  </a:lnTo>
                  <a:lnTo>
                    <a:pt x="1078824" y="15488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9" name="Output_density__4168">
              <a:extLst>
                <a:ext uri="{FF2B5EF4-FFF2-40B4-BE49-F238E27FC236}">
                  <a16:creationId xmlns:a16="http://schemas.microsoft.com/office/drawing/2014/main" id="{941F4A61-BDEE-E9B6-6B47-4EBD17420648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74301"/>
              <a:ext cx="1129586" cy="1124641"/>
            </a:xfrm>
            <a:custGeom>
              <a:avLst/>
              <a:gdLst/>
              <a:ahLst/>
              <a:cxnLst/>
              <a:rect l="0" t="0" r="0" b="0"/>
              <a:pathLst>
                <a:path w="1129586" h="1124641">
                  <a:moveTo>
                    <a:pt x="131960" y="1073104"/>
                  </a:moveTo>
                  <a:lnTo>
                    <a:pt x="135680" y="1097198"/>
                  </a:lnTo>
                  <a:lnTo>
                    <a:pt x="154778" y="1124641"/>
                  </a:lnTo>
                  <a:close/>
                  <a:moveTo>
                    <a:pt x="100911" y="1021568"/>
                  </a:moveTo>
                  <a:lnTo>
                    <a:pt x="102752" y="1031749"/>
                  </a:lnTo>
                  <a:lnTo>
                    <a:pt x="126470" y="1063423"/>
                  </a:lnTo>
                  <a:close/>
                  <a:moveTo>
                    <a:pt x="72001" y="918494"/>
                  </a:moveTo>
                  <a:lnTo>
                    <a:pt x="94382" y="970031"/>
                  </a:lnTo>
                  <a:lnTo>
                    <a:pt x="96967" y="945937"/>
                  </a:lnTo>
                  <a:close/>
                  <a:moveTo>
                    <a:pt x="83803" y="791327"/>
                  </a:moveTo>
                  <a:lnTo>
                    <a:pt x="67954" y="844642"/>
                  </a:lnTo>
                  <a:lnTo>
                    <a:pt x="91883" y="799207"/>
                  </a:lnTo>
                  <a:close/>
                  <a:moveTo>
                    <a:pt x="262028" y="997474"/>
                  </a:moveTo>
                  <a:lnTo>
                    <a:pt x="242144" y="1011656"/>
                  </a:lnTo>
                  <a:lnTo>
                    <a:pt x="308059" y="1041527"/>
                  </a:lnTo>
                  <a:close/>
                  <a:moveTo>
                    <a:pt x="298278" y="973380"/>
                  </a:moveTo>
                  <a:lnTo>
                    <a:pt x="262028" y="997474"/>
                  </a:lnTo>
                  <a:lnTo>
                    <a:pt x="308059" y="1041527"/>
                  </a:lnTo>
                  <a:close/>
                  <a:moveTo>
                    <a:pt x="252684" y="921843"/>
                  </a:moveTo>
                  <a:lnTo>
                    <a:pt x="253720" y="922236"/>
                  </a:lnTo>
                  <a:lnTo>
                    <a:pt x="254499" y="922950"/>
                  </a:lnTo>
                  <a:close/>
                  <a:moveTo>
                    <a:pt x="254499" y="922950"/>
                  </a:moveTo>
                  <a:lnTo>
                    <a:pt x="253720" y="922236"/>
                  </a:lnTo>
                  <a:lnTo>
                    <a:pt x="298278" y="973380"/>
                  </a:lnTo>
                  <a:close/>
                  <a:moveTo>
                    <a:pt x="298278" y="973380"/>
                  </a:moveTo>
                  <a:lnTo>
                    <a:pt x="253720" y="922236"/>
                  </a:lnTo>
                  <a:lnTo>
                    <a:pt x="249112" y="945937"/>
                  </a:lnTo>
                  <a:close/>
                  <a:moveTo>
                    <a:pt x="298278" y="973380"/>
                  </a:moveTo>
                  <a:lnTo>
                    <a:pt x="249112" y="945937"/>
                  </a:lnTo>
                  <a:lnTo>
                    <a:pt x="262028" y="997474"/>
                  </a:lnTo>
                  <a:close/>
                  <a:moveTo>
                    <a:pt x="252631" y="915967"/>
                  </a:moveTo>
                  <a:lnTo>
                    <a:pt x="253720" y="922236"/>
                  </a:lnTo>
                  <a:lnTo>
                    <a:pt x="252684" y="921843"/>
                  </a:lnTo>
                  <a:close/>
                  <a:moveTo>
                    <a:pt x="252631" y="915967"/>
                  </a:moveTo>
                  <a:lnTo>
                    <a:pt x="258790" y="899214"/>
                  </a:lnTo>
                  <a:lnTo>
                    <a:pt x="253720" y="922236"/>
                  </a:lnTo>
                  <a:close/>
                  <a:moveTo>
                    <a:pt x="253720" y="922236"/>
                  </a:moveTo>
                  <a:lnTo>
                    <a:pt x="258790" y="899214"/>
                  </a:lnTo>
                  <a:lnTo>
                    <a:pt x="249112" y="945937"/>
                  </a:lnTo>
                  <a:close/>
                  <a:moveTo>
                    <a:pt x="91883" y="799207"/>
                  </a:moveTo>
                  <a:lnTo>
                    <a:pt x="91851" y="789639"/>
                  </a:lnTo>
                  <a:lnTo>
                    <a:pt x="83803" y="791327"/>
                  </a:lnTo>
                  <a:close/>
                  <a:moveTo>
                    <a:pt x="91851" y="789639"/>
                  </a:moveTo>
                  <a:lnTo>
                    <a:pt x="91883" y="799207"/>
                  </a:lnTo>
                  <a:lnTo>
                    <a:pt x="142367" y="786553"/>
                  </a:lnTo>
                  <a:close/>
                  <a:moveTo>
                    <a:pt x="298278" y="973380"/>
                  </a:moveTo>
                  <a:lnTo>
                    <a:pt x="319713" y="992097"/>
                  </a:lnTo>
                  <a:lnTo>
                    <a:pt x="331374" y="959830"/>
                  </a:lnTo>
                  <a:close/>
                  <a:moveTo>
                    <a:pt x="369049" y="846213"/>
                  </a:moveTo>
                  <a:lnTo>
                    <a:pt x="449391" y="857787"/>
                  </a:lnTo>
                  <a:lnTo>
                    <a:pt x="413710" y="822119"/>
                  </a:lnTo>
                  <a:close/>
                  <a:moveTo>
                    <a:pt x="308782" y="681428"/>
                  </a:moveTo>
                  <a:lnTo>
                    <a:pt x="349690" y="731950"/>
                  </a:lnTo>
                  <a:lnTo>
                    <a:pt x="358758" y="693604"/>
                  </a:lnTo>
                  <a:close/>
                  <a:moveTo>
                    <a:pt x="279753" y="691603"/>
                  </a:moveTo>
                  <a:lnTo>
                    <a:pt x="349690" y="731950"/>
                  </a:lnTo>
                  <a:lnTo>
                    <a:pt x="308782" y="681428"/>
                  </a:lnTo>
                  <a:close/>
                  <a:moveTo>
                    <a:pt x="280865" y="687178"/>
                  </a:moveTo>
                  <a:lnTo>
                    <a:pt x="279753" y="691603"/>
                  </a:lnTo>
                  <a:lnTo>
                    <a:pt x="308782" y="681428"/>
                  </a:lnTo>
                  <a:close/>
                  <a:moveTo>
                    <a:pt x="26369" y="459139"/>
                  </a:moveTo>
                  <a:lnTo>
                    <a:pt x="0" y="485457"/>
                  </a:lnTo>
                  <a:lnTo>
                    <a:pt x="39911" y="480169"/>
                  </a:lnTo>
                  <a:close/>
                  <a:moveTo>
                    <a:pt x="39911" y="480169"/>
                  </a:moveTo>
                  <a:lnTo>
                    <a:pt x="45335" y="485457"/>
                  </a:lnTo>
                  <a:lnTo>
                    <a:pt x="26369" y="459139"/>
                  </a:lnTo>
                  <a:close/>
                  <a:moveTo>
                    <a:pt x="293549" y="667509"/>
                  </a:moveTo>
                  <a:lnTo>
                    <a:pt x="280865" y="687178"/>
                  </a:lnTo>
                  <a:lnTo>
                    <a:pt x="308782" y="681428"/>
                  </a:lnTo>
                  <a:close/>
                  <a:moveTo>
                    <a:pt x="293549" y="667509"/>
                  </a:moveTo>
                  <a:lnTo>
                    <a:pt x="274293" y="629778"/>
                  </a:lnTo>
                  <a:lnTo>
                    <a:pt x="280865" y="687178"/>
                  </a:lnTo>
                  <a:close/>
                  <a:moveTo>
                    <a:pt x="293549" y="667509"/>
                  </a:moveTo>
                  <a:lnTo>
                    <a:pt x="308782" y="681428"/>
                  </a:lnTo>
                  <a:lnTo>
                    <a:pt x="313517" y="660633"/>
                  </a:lnTo>
                  <a:close/>
                  <a:moveTo>
                    <a:pt x="293549" y="667509"/>
                  </a:moveTo>
                  <a:lnTo>
                    <a:pt x="313517" y="660633"/>
                  </a:lnTo>
                  <a:lnTo>
                    <a:pt x="265652" y="615972"/>
                  </a:lnTo>
                  <a:close/>
                  <a:moveTo>
                    <a:pt x="364441" y="657214"/>
                  </a:moveTo>
                  <a:lnTo>
                    <a:pt x="308782" y="681428"/>
                  </a:lnTo>
                  <a:lnTo>
                    <a:pt x="358758" y="693604"/>
                  </a:lnTo>
                  <a:close/>
                  <a:moveTo>
                    <a:pt x="364441" y="657214"/>
                  </a:moveTo>
                  <a:lnTo>
                    <a:pt x="313517" y="660633"/>
                  </a:lnTo>
                  <a:lnTo>
                    <a:pt x="308782" y="681428"/>
                  </a:lnTo>
                  <a:close/>
                  <a:moveTo>
                    <a:pt x="439533" y="686032"/>
                  </a:moveTo>
                  <a:lnTo>
                    <a:pt x="433872" y="701493"/>
                  </a:lnTo>
                  <a:lnTo>
                    <a:pt x="429353" y="694951"/>
                  </a:lnTo>
                  <a:close/>
                  <a:moveTo>
                    <a:pt x="433872" y="701493"/>
                  </a:moveTo>
                  <a:lnTo>
                    <a:pt x="478330" y="746488"/>
                  </a:lnTo>
                  <a:lnTo>
                    <a:pt x="445139" y="706990"/>
                  </a:lnTo>
                  <a:close/>
                  <a:moveTo>
                    <a:pt x="429353" y="694951"/>
                  </a:moveTo>
                  <a:lnTo>
                    <a:pt x="433872" y="701493"/>
                  </a:lnTo>
                  <a:lnTo>
                    <a:pt x="445139" y="706990"/>
                  </a:lnTo>
                  <a:close/>
                  <a:moveTo>
                    <a:pt x="524413" y="828708"/>
                  </a:moveTo>
                  <a:lnTo>
                    <a:pt x="534992" y="782753"/>
                  </a:lnTo>
                  <a:lnTo>
                    <a:pt x="483831" y="798025"/>
                  </a:lnTo>
                  <a:close/>
                  <a:moveTo>
                    <a:pt x="478330" y="746488"/>
                  </a:moveTo>
                  <a:lnTo>
                    <a:pt x="483831" y="798025"/>
                  </a:lnTo>
                  <a:lnTo>
                    <a:pt x="504831" y="722394"/>
                  </a:lnTo>
                  <a:close/>
                  <a:moveTo>
                    <a:pt x="201032" y="437268"/>
                  </a:moveTo>
                  <a:lnTo>
                    <a:pt x="226872" y="361638"/>
                  </a:lnTo>
                  <a:lnTo>
                    <a:pt x="179616" y="385732"/>
                  </a:lnTo>
                  <a:close/>
                  <a:moveTo>
                    <a:pt x="219824" y="310101"/>
                  </a:moveTo>
                  <a:lnTo>
                    <a:pt x="223462" y="319406"/>
                  </a:lnTo>
                  <a:lnTo>
                    <a:pt x="179616" y="385732"/>
                  </a:lnTo>
                  <a:close/>
                  <a:moveTo>
                    <a:pt x="727693" y="660010"/>
                  </a:moveTo>
                  <a:lnTo>
                    <a:pt x="746545" y="661968"/>
                  </a:lnTo>
                  <a:lnTo>
                    <a:pt x="805488" y="641294"/>
                  </a:lnTo>
                  <a:close/>
                  <a:moveTo>
                    <a:pt x="1059299" y="526294"/>
                  </a:moveTo>
                  <a:lnTo>
                    <a:pt x="1048349" y="580803"/>
                  </a:lnTo>
                  <a:lnTo>
                    <a:pt x="1075084" y="545862"/>
                  </a:lnTo>
                  <a:close/>
                  <a:moveTo>
                    <a:pt x="1059299" y="526294"/>
                  </a:moveTo>
                  <a:lnTo>
                    <a:pt x="1007886" y="550388"/>
                  </a:lnTo>
                  <a:lnTo>
                    <a:pt x="1048349" y="580803"/>
                  </a:lnTo>
                  <a:close/>
                  <a:moveTo>
                    <a:pt x="1105039" y="577831"/>
                  </a:moveTo>
                  <a:lnTo>
                    <a:pt x="1129586" y="553737"/>
                  </a:lnTo>
                  <a:lnTo>
                    <a:pt x="1075084" y="545862"/>
                  </a:lnTo>
                  <a:close/>
                  <a:moveTo>
                    <a:pt x="1108808" y="497275"/>
                  </a:moveTo>
                  <a:lnTo>
                    <a:pt x="1083969" y="452073"/>
                  </a:lnTo>
                  <a:lnTo>
                    <a:pt x="1088500" y="461122"/>
                  </a:lnTo>
                  <a:close/>
                  <a:moveTo>
                    <a:pt x="1000652" y="442251"/>
                  </a:moveTo>
                  <a:lnTo>
                    <a:pt x="1028202" y="474757"/>
                  </a:lnTo>
                  <a:lnTo>
                    <a:pt x="1061358" y="399127"/>
                  </a:lnTo>
                  <a:close/>
                  <a:moveTo>
                    <a:pt x="1061358" y="399127"/>
                  </a:moveTo>
                  <a:lnTo>
                    <a:pt x="1028202" y="474757"/>
                  </a:lnTo>
                  <a:lnTo>
                    <a:pt x="1083038" y="440700"/>
                  </a:lnTo>
                  <a:close/>
                  <a:moveTo>
                    <a:pt x="1091104" y="474757"/>
                  </a:moveTo>
                  <a:lnTo>
                    <a:pt x="1083038" y="440700"/>
                  </a:lnTo>
                  <a:lnTo>
                    <a:pt x="1083969" y="452073"/>
                  </a:lnTo>
                  <a:close/>
                  <a:moveTo>
                    <a:pt x="975496" y="296054"/>
                  </a:moveTo>
                  <a:lnTo>
                    <a:pt x="959787" y="244517"/>
                  </a:lnTo>
                  <a:lnTo>
                    <a:pt x="952418" y="320148"/>
                  </a:lnTo>
                  <a:close/>
                  <a:moveTo>
                    <a:pt x="1061358" y="399127"/>
                  </a:moveTo>
                  <a:lnTo>
                    <a:pt x="1093868" y="346293"/>
                  </a:lnTo>
                  <a:lnTo>
                    <a:pt x="1014481" y="345098"/>
                  </a:lnTo>
                  <a:close/>
                  <a:moveTo>
                    <a:pt x="1061358" y="399127"/>
                  </a:moveTo>
                  <a:lnTo>
                    <a:pt x="1014481" y="345098"/>
                  </a:lnTo>
                  <a:lnTo>
                    <a:pt x="1012342" y="351057"/>
                  </a:lnTo>
                  <a:close/>
                  <a:moveTo>
                    <a:pt x="1087242" y="449412"/>
                  </a:moveTo>
                  <a:lnTo>
                    <a:pt x="1083038" y="440700"/>
                  </a:lnTo>
                  <a:lnTo>
                    <a:pt x="1084099" y="399127"/>
                  </a:lnTo>
                  <a:close/>
                  <a:moveTo>
                    <a:pt x="1014481" y="345098"/>
                  </a:moveTo>
                  <a:lnTo>
                    <a:pt x="1071636" y="273871"/>
                  </a:lnTo>
                  <a:lnTo>
                    <a:pt x="1020881" y="277152"/>
                  </a:lnTo>
                  <a:close/>
                  <a:moveTo>
                    <a:pt x="1020881" y="277152"/>
                  </a:moveTo>
                  <a:lnTo>
                    <a:pt x="1071636" y="273871"/>
                  </a:lnTo>
                  <a:lnTo>
                    <a:pt x="1024642" y="262144"/>
                  </a:lnTo>
                  <a:close/>
                  <a:moveTo>
                    <a:pt x="952225" y="192981"/>
                  </a:moveTo>
                  <a:lnTo>
                    <a:pt x="987129" y="220423"/>
                  </a:lnTo>
                  <a:lnTo>
                    <a:pt x="972638" y="168887"/>
                  </a:lnTo>
                  <a:close/>
                  <a:moveTo>
                    <a:pt x="937447" y="118770"/>
                  </a:moveTo>
                  <a:lnTo>
                    <a:pt x="964523" y="172271"/>
                  </a:lnTo>
                  <a:lnTo>
                    <a:pt x="972638" y="168887"/>
                  </a:lnTo>
                  <a:close/>
                  <a:moveTo>
                    <a:pt x="972302" y="66454"/>
                  </a:moveTo>
                  <a:lnTo>
                    <a:pt x="937117" y="109582"/>
                  </a:lnTo>
                  <a:lnTo>
                    <a:pt x="980801" y="93256"/>
                  </a:lnTo>
                  <a:close/>
                  <a:moveTo>
                    <a:pt x="946348" y="48792"/>
                  </a:moveTo>
                  <a:lnTo>
                    <a:pt x="972459" y="65547"/>
                  </a:lnTo>
                  <a:lnTo>
                    <a:pt x="980801" y="93256"/>
                  </a:lnTo>
                  <a:close/>
                  <a:moveTo>
                    <a:pt x="949836" y="22234"/>
                  </a:moveTo>
                  <a:lnTo>
                    <a:pt x="972459" y="65547"/>
                  </a:lnTo>
                  <a:lnTo>
                    <a:pt x="946348" y="48792"/>
                  </a:lnTo>
                  <a:close/>
                  <a:moveTo>
                    <a:pt x="949836" y="22234"/>
                  </a:moveTo>
                  <a:lnTo>
                    <a:pt x="965549" y="33182"/>
                  </a:lnTo>
                  <a:lnTo>
                    <a:pt x="99060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0" name="Output_density__4169">
              <a:extLst>
                <a:ext uri="{FF2B5EF4-FFF2-40B4-BE49-F238E27FC236}">
                  <a16:creationId xmlns:a16="http://schemas.microsoft.com/office/drawing/2014/main" id="{747C7F1F-D741-AB3C-97D6-649241EE1D88}"/>
                </a:ext>
              </a:extLst>
            </p:cNvPr>
            <p:cNvSpPr>
              <a:spLocks noGrp="1"/>
            </p:cNvSpPr>
            <p:nvPr/>
          </p:nvSpPr>
          <p:spPr>
            <a:xfrm>
              <a:off x="15504659" y="3617627"/>
              <a:ext cx="1256156" cy="1006948"/>
            </a:xfrm>
            <a:custGeom>
              <a:avLst/>
              <a:gdLst/>
              <a:ahLst/>
              <a:cxnLst/>
              <a:rect l="0" t="0" r="0" b="0"/>
              <a:pathLst>
                <a:path w="1256156" h="1006948">
                  <a:moveTo>
                    <a:pt x="328898" y="1006948"/>
                  </a:moveTo>
                  <a:lnTo>
                    <a:pt x="281751" y="1005351"/>
                  </a:lnTo>
                  <a:lnTo>
                    <a:pt x="253357" y="999173"/>
                  </a:lnTo>
                  <a:close/>
                  <a:moveTo>
                    <a:pt x="66164" y="588434"/>
                  </a:moveTo>
                  <a:lnTo>
                    <a:pt x="0" y="551276"/>
                  </a:lnTo>
                  <a:lnTo>
                    <a:pt x="34480" y="561226"/>
                  </a:lnTo>
                  <a:close/>
                  <a:moveTo>
                    <a:pt x="392542" y="935327"/>
                  </a:moveTo>
                  <a:lnTo>
                    <a:pt x="393818" y="898202"/>
                  </a:lnTo>
                  <a:lnTo>
                    <a:pt x="381923" y="957221"/>
                  </a:lnTo>
                  <a:close/>
                  <a:moveTo>
                    <a:pt x="405473" y="848771"/>
                  </a:moveTo>
                  <a:lnTo>
                    <a:pt x="425486" y="905685"/>
                  </a:lnTo>
                  <a:lnTo>
                    <a:pt x="430831" y="903807"/>
                  </a:lnTo>
                  <a:close/>
                  <a:moveTo>
                    <a:pt x="405473" y="848771"/>
                  </a:moveTo>
                  <a:lnTo>
                    <a:pt x="430831" y="903807"/>
                  </a:lnTo>
                  <a:lnTo>
                    <a:pt x="458090" y="870823"/>
                  </a:lnTo>
                  <a:close/>
                  <a:moveTo>
                    <a:pt x="488989" y="830054"/>
                  </a:moveTo>
                  <a:lnTo>
                    <a:pt x="479235" y="814979"/>
                  </a:lnTo>
                  <a:lnTo>
                    <a:pt x="458090" y="870823"/>
                  </a:lnTo>
                  <a:close/>
                  <a:moveTo>
                    <a:pt x="490357" y="805960"/>
                  </a:moveTo>
                  <a:lnTo>
                    <a:pt x="488989" y="830054"/>
                  </a:lnTo>
                  <a:lnTo>
                    <a:pt x="515406" y="775541"/>
                  </a:lnTo>
                  <a:close/>
                  <a:moveTo>
                    <a:pt x="610173" y="685382"/>
                  </a:moveTo>
                  <a:lnTo>
                    <a:pt x="576958" y="696096"/>
                  </a:lnTo>
                  <a:lnTo>
                    <a:pt x="654176" y="675224"/>
                  </a:lnTo>
                  <a:close/>
                  <a:moveTo>
                    <a:pt x="452971" y="448553"/>
                  </a:moveTo>
                  <a:lnTo>
                    <a:pt x="412005" y="468498"/>
                  </a:lnTo>
                  <a:lnTo>
                    <a:pt x="452545" y="449240"/>
                  </a:lnTo>
                  <a:close/>
                  <a:moveTo>
                    <a:pt x="412005" y="468498"/>
                  </a:moveTo>
                  <a:lnTo>
                    <a:pt x="452971" y="448553"/>
                  </a:lnTo>
                  <a:lnTo>
                    <a:pt x="424357" y="434174"/>
                  </a:lnTo>
                  <a:close/>
                  <a:moveTo>
                    <a:pt x="831173" y="582935"/>
                  </a:moveTo>
                  <a:lnTo>
                    <a:pt x="879999" y="590810"/>
                  </a:lnTo>
                  <a:lnTo>
                    <a:pt x="910881" y="571373"/>
                  </a:lnTo>
                  <a:close/>
                  <a:moveTo>
                    <a:pt x="910881" y="571373"/>
                  </a:moveTo>
                  <a:lnTo>
                    <a:pt x="879999" y="590810"/>
                  </a:lnTo>
                  <a:lnTo>
                    <a:pt x="962734" y="590569"/>
                  </a:lnTo>
                  <a:close/>
                  <a:moveTo>
                    <a:pt x="1190799" y="434505"/>
                  </a:moveTo>
                  <a:lnTo>
                    <a:pt x="1187012" y="460600"/>
                  </a:lnTo>
                  <a:lnTo>
                    <a:pt x="1223120" y="460701"/>
                  </a:lnTo>
                  <a:close/>
                  <a:moveTo>
                    <a:pt x="1215346" y="410411"/>
                  </a:moveTo>
                  <a:lnTo>
                    <a:pt x="1223120" y="460701"/>
                  </a:lnTo>
                  <a:lnTo>
                    <a:pt x="1256156" y="449318"/>
                  </a:lnTo>
                  <a:close/>
                  <a:moveTo>
                    <a:pt x="1158056" y="152728"/>
                  </a:moveTo>
                  <a:lnTo>
                    <a:pt x="1157741" y="121136"/>
                  </a:lnTo>
                  <a:lnTo>
                    <a:pt x="1157395" y="130546"/>
                  </a:lnTo>
                  <a:close/>
                  <a:moveTo>
                    <a:pt x="1164441" y="62075"/>
                  </a:moveTo>
                  <a:lnTo>
                    <a:pt x="1157741" y="121136"/>
                  </a:lnTo>
                  <a:lnTo>
                    <a:pt x="1162383" y="77098"/>
                  </a:lnTo>
                  <a:close/>
                  <a:moveTo>
                    <a:pt x="1162383" y="77098"/>
                  </a:moveTo>
                  <a:lnTo>
                    <a:pt x="1163275" y="6927"/>
                  </a:lnTo>
                  <a:lnTo>
                    <a:pt x="1164441" y="62075"/>
                  </a:lnTo>
                  <a:close/>
                  <a:moveTo>
                    <a:pt x="1163519" y="1467"/>
                  </a:moveTo>
                  <a:lnTo>
                    <a:pt x="1163275" y="6927"/>
                  </a:lnTo>
                  <a:lnTo>
                    <a:pt x="1162383" y="77098"/>
                  </a:lnTo>
                  <a:close/>
                  <a:moveTo>
                    <a:pt x="1163619" y="0"/>
                  </a:moveTo>
                  <a:lnTo>
                    <a:pt x="1163275" y="6927"/>
                  </a:lnTo>
                  <a:lnTo>
                    <a:pt x="1163519" y="146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1" name="Output_density__4170">
              <a:extLst>
                <a:ext uri="{FF2B5EF4-FFF2-40B4-BE49-F238E27FC236}">
                  <a16:creationId xmlns:a16="http://schemas.microsoft.com/office/drawing/2014/main" id="{63E3C302-C380-00D6-CA33-4F327009E498}"/>
                </a:ext>
              </a:extLst>
            </p:cNvPr>
            <p:cNvSpPr>
              <a:spLocks noGrp="1"/>
            </p:cNvSpPr>
            <p:nvPr/>
          </p:nvSpPr>
          <p:spPr>
            <a:xfrm>
              <a:off x="15833557" y="3811845"/>
              <a:ext cx="423905" cy="812729"/>
            </a:xfrm>
            <a:custGeom>
              <a:avLst/>
              <a:gdLst/>
              <a:ahLst/>
              <a:cxnLst/>
              <a:rect l="0" t="0" r="0" b="0"/>
              <a:pathLst>
                <a:path w="423905" h="812729">
                  <a:moveTo>
                    <a:pt x="27547" y="780822"/>
                  </a:moveTo>
                  <a:lnTo>
                    <a:pt x="51305" y="777795"/>
                  </a:lnTo>
                  <a:lnTo>
                    <a:pt x="53025" y="763003"/>
                  </a:lnTo>
                  <a:close/>
                  <a:moveTo>
                    <a:pt x="0" y="812729"/>
                  </a:moveTo>
                  <a:lnTo>
                    <a:pt x="41091" y="791684"/>
                  </a:lnTo>
                  <a:lnTo>
                    <a:pt x="27547" y="780822"/>
                  </a:lnTo>
                  <a:close/>
                  <a:moveTo>
                    <a:pt x="53025" y="763003"/>
                  </a:moveTo>
                  <a:lnTo>
                    <a:pt x="51305" y="777795"/>
                  </a:lnTo>
                  <a:lnTo>
                    <a:pt x="63645" y="741109"/>
                  </a:lnTo>
                  <a:close/>
                  <a:moveTo>
                    <a:pt x="64921" y="703983"/>
                  </a:moveTo>
                  <a:lnTo>
                    <a:pt x="63645" y="741109"/>
                  </a:lnTo>
                  <a:lnTo>
                    <a:pt x="96588" y="711466"/>
                  </a:lnTo>
                  <a:close/>
                  <a:moveTo>
                    <a:pt x="336428" y="446953"/>
                  </a:moveTo>
                  <a:lnTo>
                    <a:pt x="281275" y="491164"/>
                  </a:lnTo>
                  <a:lnTo>
                    <a:pt x="325278" y="481006"/>
                  </a:lnTo>
                  <a:close/>
                  <a:moveTo>
                    <a:pt x="336428" y="446953"/>
                  </a:moveTo>
                  <a:lnTo>
                    <a:pt x="325278" y="481006"/>
                  </a:lnTo>
                  <a:lnTo>
                    <a:pt x="337985" y="460481"/>
                  </a:lnTo>
                  <a:close/>
                  <a:moveTo>
                    <a:pt x="336428" y="446953"/>
                  </a:moveTo>
                  <a:lnTo>
                    <a:pt x="337985" y="460481"/>
                  </a:lnTo>
                  <a:lnTo>
                    <a:pt x="344957" y="419683"/>
                  </a:lnTo>
                  <a:close/>
                  <a:moveTo>
                    <a:pt x="344957" y="419683"/>
                  </a:moveTo>
                  <a:lnTo>
                    <a:pt x="387299" y="403314"/>
                  </a:lnTo>
                  <a:lnTo>
                    <a:pt x="423905" y="405280"/>
                  </a:lnTo>
                  <a:close/>
                  <a:moveTo>
                    <a:pt x="377400" y="406083"/>
                  </a:moveTo>
                  <a:lnTo>
                    <a:pt x="344957" y="419683"/>
                  </a:lnTo>
                  <a:lnTo>
                    <a:pt x="423905" y="405280"/>
                  </a:lnTo>
                  <a:close/>
                  <a:moveTo>
                    <a:pt x="98020" y="0"/>
                  </a:moveTo>
                  <a:lnTo>
                    <a:pt x="86302" y="16424"/>
                  </a:lnTo>
                  <a:lnTo>
                    <a:pt x="80507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72" name="Output_density__4171">
              <a:extLst>
                <a:ext uri="{FF2B5EF4-FFF2-40B4-BE49-F238E27FC236}">
                  <a16:creationId xmlns:a16="http://schemas.microsoft.com/office/drawing/2014/main" id="{34E7104C-B991-67E1-9112-86FA28DF3E87}"/>
                </a:ext>
              </a:extLst>
            </p:cNvPr>
            <p:cNvSpPr>
              <a:spLocks noGrp="1"/>
            </p:cNvSpPr>
            <p:nvPr/>
          </p:nvSpPr>
          <p:spPr>
            <a:xfrm>
              <a:off x="15573165" y="3496535"/>
              <a:ext cx="1111123" cy="835553"/>
            </a:xfrm>
            <a:custGeom>
              <a:avLst/>
              <a:gdLst/>
              <a:ahLst/>
              <a:cxnLst/>
              <a:rect l="0" t="0" r="0" b="0"/>
              <a:pathLst>
                <a:path w="1111123" h="835553">
                  <a:moveTo>
                    <a:pt x="7201" y="475407"/>
                  </a:moveTo>
                  <a:lnTo>
                    <a:pt x="17254" y="463223"/>
                  </a:lnTo>
                  <a:lnTo>
                    <a:pt x="0" y="487316"/>
                  </a:lnTo>
                  <a:close/>
                  <a:moveTo>
                    <a:pt x="386303" y="823979"/>
                  </a:moveTo>
                  <a:lnTo>
                    <a:pt x="430964" y="799885"/>
                  </a:lnTo>
                  <a:lnTo>
                    <a:pt x="409232" y="772442"/>
                  </a:lnTo>
                  <a:close/>
                  <a:moveTo>
                    <a:pt x="430964" y="799885"/>
                  </a:moveTo>
                  <a:lnTo>
                    <a:pt x="466645" y="835553"/>
                  </a:lnTo>
                  <a:lnTo>
                    <a:pt x="481747" y="779851"/>
                  </a:lnTo>
                  <a:close/>
                  <a:moveTo>
                    <a:pt x="466645" y="835553"/>
                  </a:moveTo>
                  <a:lnTo>
                    <a:pt x="501084" y="775791"/>
                  </a:lnTo>
                  <a:lnTo>
                    <a:pt x="481747" y="779851"/>
                  </a:lnTo>
                  <a:close/>
                  <a:moveTo>
                    <a:pt x="491147" y="752486"/>
                  </a:moveTo>
                  <a:lnTo>
                    <a:pt x="481747" y="779851"/>
                  </a:lnTo>
                  <a:lnTo>
                    <a:pt x="495584" y="724254"/>
                  </a:lnTo>
                  <a:close/>
                  <a:moveTo>
                    <a:pt x="495584" y="724254"/>
                  </a:moveTo>
                  <a:lnTo>
                    <a:pt x="481747" y="779851"/>
                  </a:lnTo>
                  <a:lnTo>
                    <a:pt x="501084" y="775791"/>
                  </a:lnTo>
                  <a:close/>
                  <a:moveTo>
                    <a:pt x="491882" y="746851"/>
                  </a:moveTo>
                  <a:lnTo>
                    <a:pt x="495584" y="724254"/>
                  </a:lnTo>
                  <a:lnTo>
                    <a:pt x="451126" y="679259"/>
                  </a:lnTo>
                  <a:close/>
                  <a:moveTo>
                    <a:pt x="244126" y="339404"/>
                  </a:moveTo>
                  <a:lnTo>
                    <a:pt x="237077" y="287867"/>
                  </a:lnTo>
                  <a:lnTo>
                    <a:pt x="196870" y="363498"/>
                  </a:lnTo>
                  <a:close/>
                  <a:moveTo>
                    <a:pt x="744947" y="637776"/>
                  </a:moveTo>
                  <a:lnTo>
                    <a:pt x="786004" y="616603"/>
                  </a:lnTo>
                  <a:lnTo>
                    <a:pt x="707361" y="632148"/>
                  </a:lnTo>
                  <a:close/>
                  <a:moveTo>
                    <a:pt x="822742" y="619060"/>
                  </a:moveTo>
                  <a:lnTo>
                    <a:pt x="763798" y="639734"/>
                  </a:lnTo>
                  <a:lnTo>
                    <a:pt x="809091" y="627878"/>
                  </a:lnTo>
                  <a:close/>
                  <a:moveTo>
                    <a:pt x="786004" y="616603"/>
                  </a:moveTo>
                  <a:lnTo>
                    <a:pt x="744947" y="637776"/>
                  </a:lnTo>
                  <a:lnTo>
                    <a:pt x="822742" y="619060"/>
                  </a:lnTo>
                  <a:close/>
                  <a:moveTo>
                    <a:pt x="861053" y="587620"/>
                  </a:moveTo>
                  <a:lnTo>
                    <a:pt x="786004" y="616603"/>
                  </a:lnTo>
                  <a:lnTo>
                    <a:pt x="822742" y="619060"/>
                  </a:lnTo>
                  <a:close/>
                  <a:moveTo>
                    <a:pt x="847213" y="575653"/>
                  </a:moveTo>
                  <a:lnTo>
                    <a:pt x="861053" y="587620"/>
                  </a:lnTo>
                  <a:lnTo>
                    <a:pt x="822742" y="619060"/>
                  </a:lnTo>
                  <a:close/>
                  <a:moveTo>
                    <a:pt x="1003326" y="476617"/>
                  </a:moveTo>
                  <a:lnTo>
                    <a:pt x="1025140" y="528154"/>
                  </a:lnTo>
                  <a:lnTo>
                    <a:pt x="1076553" y="504060"/>
                  </a:lnTo>
                  <a:close/>
                  <a:moveTo>
                    <a:pt x="1003326" y="476617"/>
                  </a:moveTo>
                  <a:lnTo>
                    <a:pt x="1076553" y="504060"/>
                  </a:lnTo>
                  <a:lnTo>
                    <a:pt x="1045456" y="452523"/>
                  </a:lnTo>
                  <a:close/>
                  <a:moveTo>
                    <a:pt x="1003326" y="476617"/>
                  </a:moveTo>
                  <a:lnTo>
                    <a:pt x="1045456" y="452523"/>
                  </a:lnTo>
                  <a:lnTo>
                    <a:pt x="989672" y="449353"/>
                  </a:lnTo>
                  <a:close/>
                  <a:moveTo>
                    <a:pt x="1045456" y="452523"/>
                  </a:moveTo>
                  <a:lnTo>
                    <a:pt x="1017906" y="420017"/>
                  </a:lnTo>
                  <a:lnTo>
                    <a:pt x="989672" y="449353"/>
                  </a:lnTo>
                  <a:close/>
                  <a:moveTo>
                    <a:pt x="1003118" y="400987"/>
                  </a:moveTo>
                  <a:lnTo>
                    <a:pt x="989672" y="449353"/>
                  </a:lnTo>
                  <a:lnTo>
                    <a:pt x="1017906" y="420017"/>
                  </a:lnTo>
                  <a:close/>
                  <a:moveTo>
                    <a:pt x="1003118" y="400987"/>
                  </a:moveTo>
                  <a:lnTo>
                    <a:pt x="981355" y="349450"/>
                  </a:lnTo>
                  <a:lnTo>
                    <a:pt x="974428" y="425081"/>
                  </a:lnTo>
                  <a:close/>
                  <a:moveTo>
                    <a:pt x="1111123" y="479966"/>
                  </a:moveTo>
                  <a:lnTo>
                    <a:pt x="1076553" y="504060"/>
                  </a:lnTo>
                  <a:lnTo>
                    <a:pt x="1092338" y="523628"/>
                  </a:lnTo>
                  <a:close/>
                  <a:moveTo>
                    <a:pt x="1045456" y="452523"/>
                  </a:moveTo>
                  <a:lnTo>
                    <a:pt x="1105754" y="438888"/>
                  </a:lnTo>
                  <a:lnTo>
                    <a:pt x="1101223" y="429839"/>
                  </a:lnTo>
                  <a:close/>
                  <a:moveTo>
                    <a:pt x="1111123" y="479966"/>
                  </a:moveTo>
                  <a:lnTo>
                    <a:pt x="1105754" y="438888"/>
                  </a:lnTo>
                  <a:lnTo>
                    <a:pt x="1045456" y="452523"/>
                  </a:lnTo>
                  <a:close/>
                  <a:moveTo>
                    <a:pt x="1076553" y="504060"/>
                  </a:moveTo>
                  <a:lnTo>
                    <a:pt x="1111123" y="479966"/>
                  </a:lnTo>
                  <a:lnTo>
                    <a:pt x="1045456" y="452523"/>
                  </a:lnTo>
                  <a:close/>
                  <a:moveTo>
                    <a:pt x="1021959" y="393554"/>
                  </a:moveTo>
                  <a:lnTo>
                    <a:pt x="1017906" y="420017"/>
                  </a:lnTo>
                  <a:lnTo>
                    <a:pt x="1078612" y="376893"/>
                  </a:lnTo>
                  <a:close/>
                  <a:moveTo>
                    <a:pt x="1100292" y="418466"/>
                  </a:moveTo>
                  <a:lnTo>
                    <a:pt x="1045456" y="452523"/>
                  </a:lnTo>
                  <a:lnTo>
                    <a:pt x="1101223" y="429839"/>
                  </a:lnTo>
                  <a:close/>
                  <a:moveTo>
                    <a:pt x="1003118" y="400987"/>
                  </a:moveTo>
                  <a:lnTo>
                    <a:pt x="1017906" y="420017"/>
                  </a:lnTo>
                  <a:lnTo>
                    <a:pt x="1021959" y="393554"/>
                  </a:lnTo>
                  <a:close/>
                  <a:moveTo>
                    <a:pt x="1026911" y="325356"/>
                  </a:moveTo>
                  <a:lnTo>
                    <a:pt x="1021959" y="393554"/>
                  </a:lnTo>
                  <a:lnTo>
                    <a:pt x="1029596" y="328823"/>
                  </a:lnTo>
                  <a:close/>
                  <a:moveTo>
                    <a:pt x="1003118" y="400987"/>
                  </a:moveTo>
                  <a:lnTo>
                    <a:pt x="1021959" y="393554"/>
                  </a:lnTo>
                  <a:lnTo>
                    <a:pt x="1026911" y="325356"/>
                  </a:lnTo>
                  <a:close/>
                  <a:moveTo>
                    <a:pt x="981355" y="349450"/>
                  </a:moveTo>
                  <a:lnTo>
                    <a:pt x="1003118" y="400987"/>
                  </a:lnTo>
                  <a:lnTo>
                    <a:pt x="1026911" y="325356"/>
                  </a:lnTo>
                  <a:close/>
                  <a:moveTo>
                    <a:pt x="1021959" y="393554"/>
                  </a:moveTo>
                  <a:lnTo>
                    <a:pt x="1078612" y="376893"/>
                  </a:lnTo>
                  <a:lnTo>
                    <a:pt x="1029596" y="328823"/>
                  </a:lnTo>
                  <a:close/>
                  <a:moveTo>
                    <a:pt x="969672" y="297914"/>
                  </a:moveTo>
                  <a:lnTo>
                    <a:pt x="981355" y="349450"/>
                  </a:lnTo>
                  <a:lnTo>
                    <a:pt x="1026911" y="325356"/>
                  </a:lnTo>
                  <a:close/>
                  <a:moveTo>
                    <a:pt x="969672" y="297914"/>
                  </a:moveTo>
                  <a:lnTo>
                    <a:pt x="1026911" y="325356"/>
                  </a:lnTo>
                  <a:lnTo>
                    <a:pt x="992749" y="273820"/>
                  </a:lnTo>
                  <a:close/>
                  <a:moveTo>
                    <a:pt x="1026911" y="325356"/>
                  </a:moveTo>
                  <a:lnTo>
                    <a:pt x="1029596" y="328823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1735" y="322864"/>
                  </a:lnTo>
                  <a:lnTo>
                    <a:pt x="1038135" y="254918"/>
                  </a:lnTo>
                  <a:close/>
                  <a:moveTo>
                    <a:pt x="992749" y="273820"/>
                  </a:moveTo>
                  <a:lnTo>
                    <a:pt x="1026911" y="325356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8135" y="254918"/>
                  </a:lnTo>
                  <a:lnTo>
                    <a:pt x="1004382" y="198189"/>
                  </a:lnTo>
                  <a:close/>
                  <a:moveTo>
                    <a:pt x="977041" y="222283"/>
                  </a:moveTo>
                  <a:lnTo>
                    <a:pt x="992749" y="273820"/>
                  </a:lnTo>
                  <a:lnTo>
                    <a:pt x="1004382" y="198189"/>
                  </a:lnTo>
                  <a:close/>
                  <a:moveTo>
                    <a:pt x="989892" y="146653"/>
                  </a:moveTo>
                  <a:lnTo>
                    <a:pt x="957028" y="97280"/>
                  </a:lnTo>
                  <a:lnTo>
                    <a:pt x="954701" y="96536"/>
                  </a:lnTo>
                  <a:close/>
                  <a:moveTo>
                    <a:pt x="955077" y="95116"/>
                  </a:moveTo>
                  <a:lnTo>
                    <a:pt x="954701" y="96536"/>
                  </a:lnTo>
                  <a:lnTo>
                    <a:pt x="957028" y="97280"/>
                  </a:lnTo>
                  <a:close/>
                  <a:moveTo>
                    <a:pt x="954371" y="87348"/>
                  </a:moveTo>
                  <a:lnTo>
                    <a:pt x="954701" y="96536"/>
                  </a:lnTo>
                  <a:lnTo>
                    <a:pt x="955077" y="95116"/>
                  </a:lnTo>
                  <a:close/>
                  <a:moveTo>
                    <a:pt x="958726" y="93264"/>
                  </a:moveTo>
                  <a:lnTo>
                    <a:pt x="957028" y="97280"/>
                  </a:lnTo>
                  <a:lnTo>
                    <a:pt x="998055" y="71022"/>
                  </a:lnTo>
                  <a:close/>
                  <a:moveTo>
                    <a:pt x="998055" y="71022"/>
                  </a:moveTo>
                  <a:lnTo>
                    <a:pt x="957028" y="97280"/>
                  </a:lnTo>
                  <a:lnTo>
                    <a:pt x="989892" y="146653"/>
                  </a:lnTo>
                  <a:close/>
                  <a:moveTo>
                    <a:pt x="955077" y="95116"/>
                  </a:moveTo>
                  <a:lnTo>
                    <a:pt x="957028" y="97280"/>
                  </a:lnTo>
                  <a:lnTo>
                    <a:pt x="958726" y="93264"/>
                  </a:lnTo>
                  <a:close/>
                  <a:moveTo>
                    <a:pt x="955077" y="95116"/>
                  </a:moveTo>
                  <a:lnTo>
                    <a:pt x="958726" y="93264"/>
                  </a:lnTo>
                  <a:lnTo>
                    <a:pt x="954371" y="87348"/>
                  </a:lnTo>
                  <a:close/>
                  <a:moveTo>
                    <a:pt x="998055" y="71022"/>
                  </a:moveTo>
                  <a:lnTo>
                    <a:pt x="954371" y="87348"/>
                  </a:lnTo>
                  <a:lnTo>
                    <a:pt x="958726" y="93264"/>
                  </a:lnTo>
                  <a:close/>
                  <a:moveTo>
                    <a:pt x="967089" y="0"/>
                  </a:moveTo>
                  <a:lnTo>
                    <a:pt x="963601" y="26558"/>
                  </a:lnTo>
                  <a:lnTo>
                    <a:pt x="969769" y="1948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3" name="Output_density__4172">
              <a:extLst>
                <a:ext uri="{FF2B5EF4-FFF2-40B4-BE49-F238E27FC236}">
                  <a16:creationId xmlns:a16="http://schemas.microsoft.com/office/drawing/2014/main" id="{B10A61F9-3700-F63A-DE73-F95D579A71B6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9021"/>
              <a:ext cx="81915" cy="47399"/>
            </a:xfrm>
            <a:custGeom>
              <a:avLst/>
              <a:gdLst/>
              <a:ahLst/>
              <a:cxnLst/>
              <a:rect l="0" t="0" r="0" b="0"/>
              <a:pathLst>
                <a:path w="81915" h="47399">
                  <a:moveTo>
                    <a:pt x="21732" y="47399"/>
                  </a:moveTo>
                  <a:lnTo>
                    <a:pt x="40100" y="18338"/>
                  </a:lnTo>
                  <a:lnTo>
                    <a:pt x="0" y="19956"/>
                  </a:lnTo>
                  <a:close/>
                  <a:moveTo>
                    <a:pt x="40100" y="18338"/>
                  </a:moveTo>
                  <a:lnTo>
                    <a:pt x="21732" y="47399"/>
                  </a:lnTo>
                  <a:lnTo>
                    <a:pt x="72515" y="27365"/>
                  </a:lnTo>
                  <a:close/>
                  <a:moveTo>
                    <a:pt x="40100" y="18338"/>
                  </a:moveTo>
                  <a:lnTo>
                    <a:pt x="72515" y="2736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74" name="Output_density__4173">
              <a:extLst>
                <a:ext uri="{FF2B5EF4-FFF2-40B4-BE49-F238E27FC236}">
                  <a16:creationId xmlns:a16="http://schemas.microsoft.com/office/drawing/2014/main" id="{8844D9FD-8A83-54BF-1094-AC0AB14674D2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24816"/>
              <a:ext cx="1155122" cy="1174126"/>
            </a:xfrm>
            <a:custGeom>
              <a:avLst/>
              <a:gdLst/>
              <a:ahLst/>
              <a:cxnLst/>
              <a:rect l="0" t="0" r="0" b="0"/>
              <a:pathLst>
                <a:path w="1155122" h="1174126">
                  <a:moveTo>
                    <a:pt x="131960" y="1122589"/>
                  </a:moveTo>
                  <a:lnTo>
                    <a:pt x="126470" y="1112908"/>
                  </a:lnTo>
                  <a:lnTo>
                    <a:pt x="102752" y="1081234"/>
                  </a:lnTo>
                  <a:close/>
                  <a:moveTo>
                    <a:pt x="160405" y="1098495"/>
                  </a:moveTo>
                  <a:lnTo>
                    <a:pt x="212836" y="1155206"/>
                  </a:lnTo>
                  <a:lnTo>
                    <a:pt x="217008" y="1141836"/>
                  </a:lnTo>
                  <a:close/>
                  <a:moveTo>
                    <a:pt x="154778" y="1174126"/>
                  </a:moveTo>
                  <a:lnTo>
                    <a:pt x="212836" y="1155206"/>
                  </a:lnTo>
                  <a:lnTo>
                    <a:pt x="160405" y="1098495"/>
                  </a:lnTo>
                  <a:close/>
                  <a:moveTo>
                    <a:pt x="131960" y="1122589"/>
                  </a:moveTo>
                  <a:lnTo>
                    <a:pt x="154778" y="1174126"/>
                  </a:lnTo>
                  <a:lnTo>
                    <a:pt x="160405" y="1098495"/>
                  </a:lnTo>
                  <a:close/>
                  <a:moveTo>
                    <a:pt x="212836" y="1155206"/>
                  </a:moveTo>
                  <a:lnTo>
                    <a:pt x="231337" y="1150032"/>
                  </a:lnTo>
                  <a:lnTo>
                    <a:pt x="217008" y="1141836"/>
                  </a:lnTo>
                  <a:close/>
                  <a:moveTo>
                    <a:pt x="131960" y="1122589"/>
                  </a:moveTo>
                  <a:lnTo>
                    <a:pt x="160405" y="1098495"/>
                  </a:lnTo>
                  <a:lnTo>
                    <a:pt x="126470" y="1112908"/>
                  </a:lnTo>
                  <a:close/>
                  <a:moveTo>
                    <a:pt x="160405" y="1098495"/>
                  </a:moveTo>
                  <a:lnTo>
                    <a:pt x="158209" y="1096677"/>
                  </a:lnTo>
                  <a:lnTo>
                    <a:pt x="126470" y="1112908"/>
                  </a:lnTo>
                  <a:close/>
                  <a:moveTo>
                    <a:pt x="94382" y="1019516"/>
                  </a:moveTo>
                  <a:lnTo>
                    <a:pt x="100911" y="1071053"/>
                  </a:lnTo>
                  <a:lnTo>
                    <a:pt x="124447" y="1046959"/>
                  </a:lnTo>
                  <a:close/>
                  <a:moveTo>
                    <a:pt x="94382" y="1019516"/>
                  </a:moveTo>
                  <a:lnTo>
                    <a:pt x="124447" y="1046959"/>
                  </a:lnTo>
                  <a:lnTo>
                    <a:pt x="96967" y="995422"/>
                  </a:lnTo>
                  <a:close/>
                  <a:moveTo>
                    <a:pt x="72001" y="967979"/>
                  </a:moveTo>
                  <a:lnTo>
                    <a:pt x="96967" y="995422"/>
                  </a:lnTo>
                  <a:lnTo>
                    <a:pt x="92037" y="943885"/>
                  </a:lnTo>
                  <a:close/>
                  <a:moveTo>
                    <a:pt x="265206" y="1074401"/>
                  </a:moveTo>
                  <a:lnTo>
                    <a:pt x="231337" y="1150032"/>
                  </a:lnTo>
                  <a:lnTo>
                    <a:pt x="291746" y="1125938"/>
                  </a:lnTo>
                  <a:close/>
                  <a:moveTo>
                    <a:pt x="160405" y="1098495"/>
                  </a:moveTo>
                  <a:lnTo>
                    <a:pt x="217008" y="1141836"/>
                  </a:lnTo>
                  <a:lnTo>
                    <a:pt x="230160" y="1078378"/>
                  </a:lnTo>
                  <a:close/>
                  <a:moveTo>
                    <a:pt x="230160" y="1078378"/>
                  </a:moveTo>
                  <a:lnTo>
                    <a:pt x="265206" y="1074401"/>
                  </a:lnTo>
                  <a:lnTo>
                    <a:pt x="280327" y="1068999"/>
                  </a:lnTo>
                  <a:close/>
                  <a:moveTo>
                    <a:pt x="191857" y="984032"/>
                  </a:moveTo>
                  <a:lnTo>
                    <a:pt x="168260" y="999356"/>
                  </a:lnTo>
                  <a:lnTo>
                    <a:pt x="167662" y="1028463"/>
                  </a:lnTo>
                  <a:close/>
                  <a:moveTo>
                    <a:pt x="149058" y="971328"/>
                  </a:moveTo>
                  <a:lnTo>
                    <a:pt x="96582" y="922782"/>
                  </a:lnTo>
                  <a:lnTo>
                    <a:pt x="92037" y="943885"/>
                  </a:lnTo>
                  <a:close/>
                  <a:moveTo>
                    <a:pt x="149058" y="971328"/>
                  </a:moveTo>
                  <a:lnTo>
                    <a:pt x="92037" y="943885"/>
                  </a:lnTo>
                  <a:lnTo>
                    <a:pt x="96967" y="995422"/>
                  </a:lnTo>
                  <a:close/>
                  <a:moveTo>
                    <a:pt x="97222" y="919792"/>
                  </a:moveTo>
                  <a:lnTo>
                    <a:pt x="72030" y="868255"/>
                  </a:lnTo>
                  <a:lnTo>
                    <a:pt x="66961" y="884120"/>
                  </a:lnTo>
                  <a:close/>
                  <a:moveTo>
                    <a:pt x="280327" y="1068999"/>
                  </a:moveTo>
                  <a:lnTo>
                    <a:pt x="265206" y="1074401"/>
                  </a:lnTo>
                  <a:lnTo>
                    <a:pt x="307940" y="1037341"/>
                  </a:lnTo>
                  <a:close/>
                  <a:moveTo>
                    <a:pt x="275844" y="953734"/>
                  </a:moveTo>
                  <a:lnTo>
                    <a:pt x="254499" y="972435"/>
                  </a:lnTo>
                  <a:lnTo>
                    <a:pt x="283972" y="947234"/>
                  </a:lnTo>
                  <a:close/>
                  <a:moveTo>
                    <a:pt x="254499" y="972435"/>
                  </a:moveTo>
                  <a:lnTo>
                    <a:pt x="298278" y="1022865"/>
                  </a:lnTo>
                  <a:lnTo>
                    <a:pt x="283972" y="947234"/>
                  </a:lnTo>
                  <a:close/>
                  <a:moveTo>
                    <a:pt x="283972" y="947234"/>
                  </a:moveTo>
                  <a:lnTo>
                    <a:pt x="298278" y="1022865"/>
                  </a:lnTo>
                  <a:lnTo>
                    <a:pt x="342572" y="992148"/>
                  </a:lnTo>
                  <a:close/>
                  <a:moveTo>
                    <a:pt x="342572" y="992148"/>
                  </a:moveTo>
                  <a:lnTo>
                    <a:pt x="298278" y="1022865"/>
                  </a:lnTo>
                  <a:lnTo>
                    <a:pt x="331374" y="1009315"/>
                  </a:lnTo>
                  <a:close/>
                  <a:moveTo>
                    <a:pt x="331374" y="1009315"/>
                  </a:moveTo>
                  <a:lnTo>
                    <a:pt x="373810" y="998771"/>
                  </a:lnTo>
                  <a:lnTo>
                    <a:pt x="342572" y="992148"/>
                  </a:lnTo>
                  <a:close/>
                  <a:moveTo>
                    <a:pt x="252684" y="971328"/>
                  </a:moveTo>
                  <a:lnTo>
                    <a:pt x="254499" y="972435"/>
                  </a:lnTo>
                  <a:lnTo>
                    <a:pt x="275844" y="953734"/>
                  </a:lnTo>
                  <a:close/>
                  <a:moveTo>
                    <a:pt x="252684" y="971328"/>
                  </a:moveTo>
                  <a:lnTo>
                    <a:pt x="275844" y="953734"/>
                  </a:lnTo>
                  <a:lnTo>
                    <a:pt x="252631" y="965452"/>
                  </a:lnTo>
                  <a:close/>
                  <a:moveTo>
                    <a:pt x="241959" y="918539"/>
                  </a:moveTo>
                  <a:lnTo>
                    <a:pt x="283804" y="947100"/>
                  </a:lnTo>
                  <a:lnTo>
                    <a:pt x="227655" y="895698"/>
                  </a:lnTo>
                  <a:close/>
                  <a:moveTo>
                    <a:pt x="283804" y="947100"/>
                  </a:moveTo>
                  <a:lnTo>
                    <a:pt x="241959" y="918539"/>
                  </a:lnTo>
                  <a:lnTo>
                    <a:pt x="283972" y="947234"/>
                  </a:lnTo>
                  <a:close/>
                  <a:moveTo>
                    <a:pt x="252631" y="965452"/>
                  </a:moveTo>
                  <a:lnTo>
                    <a:pt x="275844" y="953734"/>
                  </a:lnTo>
                  <a:lnTo>
                    <a:pt x="283972" y="947234"/>
                  </a:lnTo>
                  <a:close/>
                  <a:moveTo>
                    <a:pt x="244488" y="919792"/>
                  </a:moveTo>
                  <a:lnTo>
                    <a:pt x="252631" y="965452"/>
                  </a:lnTo>
                  <a:lnTo>
                    <a:pt x="283972" y="947234"/>
                  </a:lnTo>
                  <a:close/>
                  <a:moveTo>
                    <a:pt x="395044" y="995534"/>
                  </a:moveTo>
                  <a:lnTo>
                    <a:pt x="342572" y="992148"/>
                  </a:lnTo>
                  <a:lnTo>
                    <a:pt x="373810" y="998771"/>
                  </a:lnTo>
                  <a:close/>
                  <a:moveTo>
                    <a:pt x="351485" y="930222"/>
                  </a:moveTo>
                  <a:lnTo>
                    <a:pt x="342572" y="992148"/>
                  </a:lnTo>
                  <a:lnTo>
                    <a:pt x="395044" y="995534"/>
                  </a:lnTo>
                  <a:close/>
                  <a:moveTo>
                    <a:pt x="393785" y="933815"/>
                  </a:moveTo>
                  <a:lnTo>
                    <a:pt x="351485" y="930222"/>
                  </a:lnTo>
                  <a:lnTo>
                    <a:pt x="395044" y="995534"/>
                  </a:lnTo>
                  <a:close/>
                  <a:moveTo>
                    <a:pt x="283972" y="947234"/>
                  </a:moveTo>
                  <a:lnTo>
                    <a:pt x="342572" y="992148"/>
                  </a:lnTo>
                  <a:lnTo>
                    <a:pt x="351485" y="930222"/>
                  </a:lnTo>
                  <a:close/>
                  <a:moveTo>
                    <a:pt x="283972" y="947234"/>
                  </a:moveTo>
                  <a:lnTo>
                    <a:pt x="351485" y="930222"/>
                  </a:lnTo>
                  <a:lnTo>
                    <a:pt x="283804" y="947100"/>
                  </a:lnTo>
                  <a:close/>
                  <a:moveTo>
                    <a:pt x="283804" y="947100"/>
                  </a:moveTo>
                  <a:lnTo>
                    <a:pt x="351485" y="930222"/>
                  </a:lnTo>
                  <a:lnTo>
                    <a:pt x="347780" y="876718"/>
                  </a:lnTo>
                  <a:close/>
                  <a:moveTo>
                    <a:pt x="275498" y="871604"/>
                  </a:moveTo>
                  <a:lnTo>
                    <a:pt x="227655" y="895698"/>
                  </a:lnTo>
                  <a:lnTo>
                    <a:pt x="283804" y="947100"/>
                  </a:lnTo>
                  <a:close/>
                  <a:moveTo>
                    <a:pt x="275498" y="871604"/>
                  </a:moveTo>
                  <a:lnTo>
                    <a:pt x="223803" y="844161"/>
                  </a:lnTo>
                  <a:lnTo>
                    <a:pt x="227655" y="895698"/>
                  </a:lnTo>
                  <a:close/>
                  <a:moveTo>
                    <a:pt x="39911" y="529654"/>
                  </a:moveTo>
                  <a:lnTo>
                    <a:pt x="0" y="534942"/>
                  </a:lnTo>
                  <a:lnTo>
                    <a:pt x="73466" y="549811"/>
                  </a:lnTo>
                  <a:close/>
                  <a:moveTo>
                    <a:pt x="483831" y="847510"/>
                  </a:moveTo>
                  <a:lnTo>
                    <a:pt x="534992" y="832238"/>
                  </a:lnTo>
                  <a:lnTo>
                    <a:pt x="504831" y="771879"/>
                  </a:lnTo>
                  <a:close/>
                  <a:moveTo>
                    <a:pt x="481750" y="758457"/>
                  </a:moveTo>
                  <a:lnTo>
                    <a:pt x="502121" y="699724"/>
                  </a:lnTo>
                  <a:lnTo>
                    <a:pt x="438123" y="709540"/>
                  </a:lnTo>
                  <a:close/>
                  <a:moveTo>
                    <a:pt x="438123" y="709540"/>
                  </a:moveTo>
                  <a:lnTo>
                    <a:pt x="502121" y="699724"/>
                  </a:lnTo>
                  <a:lnTo>
                    <a:pt x="497680" y="696249"/>
                  </a:lnTo>
                  <a:close/>
                  <a:moveTo>
                    <a:pt x="558892" y="747785"/>
                  </a:moveTo>
                  <a:lnTo>
                    <a:pt x="504831" y="771879"/>
                  </a:lnTo>
                  <a:lnTo>
                    <a:pt x="542167" y="809670"/>
                  </a:lnTo>
                  <a:close/>
                  <a:moveTo>
                    <a:pt x="559987" y="686431"/>
                  </a:moveTo>
                  <a:lnTo>
                    <a:pt x="538314" y="660364"/>
                  </a:lnTo>
                  <a:lnTo>
                    <a:pt x="537681" y="672155"/>
                  </a:lnTo>
                  <a:close/>
                  <a:moveTo>
                    <a:pt x="538314" y="660364"/>
                  </a:moveTo>
                  <a:lnTo>
                    <a:pt x="559987" y="686431"/>
                  </a:lnTo>
                  <a:lnTo>
                    <a:pt x="620564" y="658308"/>
                  </a:lnTo>
                  <a:close/>
                  <a:moveTo>
                    <a:pt x="335270" y="378719"/>
                  </a:moveTo>
                  <a:lnTo>
                    <a:pt x="302715" y="311399"/>
                  </a:lnTo>
                  <a:lnTo>
                    <a:pt x="289388" y="315295"/>
                  </a:lnTo>
                  <a:close/>
                  <a:moveTo>
                    <a:pt x="358061" y="287305"/>
                  </a:moveTo>
                  <a:lnTo>
                    <a:pt x="346663" y="332943"/>
                  </a:lnTo>
                  <a:lnTo>
                    <a:pt x="373741" y="299287"/>
                  </a:lnTo>
                  <a:close/>
                  <a:moveTo>
                    <a:pt x="358061" y="287305"/>
                  </a:moveTo>
                  <a:lnTo>
                    <a:pt x="302715" y="311399"/>
                  </a:lnTo>
                  <a:lnTo>
                    <a:pt x="346663" y="332943"/>
                  </a:lnTo>
                  <a:close/>
                  <a:moveTo>
                    <a:pt x="834134" y="740969"/>
                  </a:moveTo>
                  <a:lnTo>
                    <a:pt x="848473" y="716592"/>
                  </a:lnTo>
                  <a:lnTo>
                    <a:pt x="790496" y="738464"/>
                  </a:lnTo>
                  <a:close/>
                  <a:moveTo>
                    <a:pt x="790496" y="738464"/>
                  </a:moveTo>
                  <a:lnTo>
                    <a:pt x="848473" y="716592"/>
                  </a:lnTo>
                  <a:lnTo>
                    <a:pt x="791837" y="699597"/>
                  </a:lnTo>
                  <a:close/>
                  <a:moveTo>
                    <a:pt x="857462" y="727040"/>
                  </a:moveTo>
                  <a:lnTo>
                    <a:pt x="834134" y="740969"/>
                  </a:lnTo>
                  <a:lnTo>
                    <a:pt x="825122" y="764184"/>
                  </a:lnTo>
                  <a:close/>
                  <a:moveTo>
                    <a:pt x="857462" y="727040"/>
                  </a:moveTo>
                  <a:lnTo>
                    <a:pt x="919218" y="702946"/>
                  </a:lnTo>
                  <a:lnTo>
                    <a:pt x="848473" y="716592"/>
                  </a:lnTo>
                  <a:close/>
                  <a:moveTo>
                    <a:pt x="848045" y="580092"/>
                  </a:moveTo>
                  <a:lnTo>
                    <a:pt x="838113" y="612249"/>
                  </a:lnTo>
                  <a:lnTo>
                    <a:pt x="839183" y="599873"/>
                  </a:lnTo>
                  <a:close/>
                  <a:moveTo>
                    <a:pt x="1129586" y="603222"/>
                  </a:moveTo>
                  <a:lnTo>
                    <a:pt x="1103816" y="567869"/>
                  </a:lnTo>
                  <a:lnTo>
                    <a:pt x="1075084" y="595347"/>
                  </a:lnTo>
                  <a:close/>
                  <a:moveTo>
                    <a:pt x="1129586" y="603222"/>
                  </a:moveTo>
                  <a:lnTo>
                    <a:pt x="1155122" y="579128"/>
                  </a:lnTo>
                  <a:lnTo>
                    <a:pt x="1103816" y="567869"/>
                  </a:lnTo>
                  <a:close/>
                  <a:moveTo>
                    <a:pt x="1087242" y="498897"/>
                  </a:moveTo>
                  <a:lnTo>
                    <a:pt x="1088500" y="510607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8500" y="510607"/>
                  </a:lnTo>
                  <a:lnTo>
                    <a:pt x="1110848" y="527591"/>
                  </a:lnTo>
                  <a:close/>
                  <a:moveTo>
                    <a:pt x="1061358" y="448612"/>
                  </a:moveTo>
                  <a:lnTo>
                    <a:pt x="1083038" y="490185"/>
                  </a:lnTo>
                  <a:lnTo>
                    <a:pt x="1063856" y="424518"/>
                  </a:lnTo>
                  <a:close/>
                  <a:moveTo>
                    <a:pt x="1063856" y="424518"/>
                  </a:moveTo>
                  <a:lnTo>
                    <a:pt x="1083038" y="490185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3038" y="490185"/>
                  </a:lnTo>
                  <a:lnTo>
                    <a:pt x="1087242" y="498897"/>
                  </a:lnTo>
                  <a:close/>
                  <a:moveTo>
                    <a:pt x="1017445" y="194278"/>
                  </a:moveTo>
                  <a:lnTo>
                    <a:pt x="1036608" y="251108"/>
                  </a:lnTo>
                  <a:lnTo>
                    <a:pt x="1036354" y="220521"/>
                  </a:lnTo>
                  <a:close/>
                  <a:moveTo>
                    <a:pt x="980801" y="142741"/>
                  </a:moveTo>
                  <a:lnTo>
                    <a:pt x="1039788" y="185780"/>
                  </a:lnTo>
                  <a:lnTo>
                    <a:pt x="1038321" y="124229"/>
                  </a:lnTo>
                  <a:close/>
                  <a:moveTo>
                    <a:pt x="1041740" y="105758"/>
                  </a:moveTo>
                  <a:lnTo>
                    <a:pt x="980801" y="142741"/>
                  </a:lnTo>
                  <a:lnTo>
                    <a:pt x="1038321" y="124229"/>
                  </a:lnTo>
                  <a:close/>
                  <a:moveTo>
                    <a:pt x="1022918" y="43016"/>
                  </a:moveTo>
                  <a:lnTo>
                    <a:pt x="990252" y="67110"/>
                  </a:lnTo>
                  <a:lnTo>
                    <a:pt x="1041740" y="105758"/>
                  </a:lnTo>
                  <a:close/>
                  <a:moveTo>
                    <a:pt x="1022918" y="43016"/>
                  </a:moveTo>
                  <a:lnTo>
                    <a:pt x="990056" y="0"/>
                  </a:lnTo>
                  <a:lnTo>
                    <a:pt x="989848" y="15574"/>
                  </a:lnTo>
                  <a:close/>
                  <a:moveTo>
                    <a:pt x="1022918" y="43016"/>
                  </a:moveTo>
                  <a:lnTo>
                    <a:pt x="989848" y="15574"/>
                  </a:lnTo>
                  <a:lnTo>
                    <a:pt x="990252" y="671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5" name="Output_density__4174">
              <a:extLst>
                <a:ext uri="{FF2B5EF4-FFF2-40B4-BE49-F238E27FC236}">
                  <a16:creationId xmlns:a16="http://schemas.microsoft.com/office/drawing/2014/main" id="{DD3B1133-19AC-40B8-87BE-CF933738923D}"/>
                </a:ext>
              </a:extLst>
            </p:cNvPr>
            <p:cNvSpPr>
              <a:spLocks noGrp="1"/>
            </p:cNvSpPr>
            <p:nvPr/>
          </p:nvSpPr>
          <p:spPr>
            <a:xfrm>
              <a:off x="15424217" y="3490171"/>
              <a:ext cx="1421812" cy="1132807"/>
            </a:xfrm>
            <a:custGeom>
              <a:avLst/>
              <a:gdLst/>
              <a:ahLst/>
              <a:cxnLst/>
              <a:rect l="0" t="0" r="0" b="0"/>
              <a:pathLst>
                <a:path w="1421812" h="1132807">
                  <a:moveTo>
                    <a:pt x="320980" y="1108771"/>
                  </a:moveTo>
                  <a:lnTo>
                    <a:pt x="333799" y="1126629"/>
                  </a:lnTo>
                  <a:lnTo>
                    <a:pt x="362194" y="1132807"/>
                  </a:lnTo>
                  <a:close/>
                  <a:moveTo>
                    <a:pt x="436887" y="1102497"/>
                  </a:moveTo>
                  <a:lnTo>
                    <a:pt x="397539" y="1084678"/>
                  </a:lnTo>
                  <a:lnTo>
                    <a:pt x="362194" y="1132807"/>
                  </a:lnTo>
                  <a:close/>
                  <a:moveTo>
                    <a:pt x="0" y="643405"/>
                  </a:moveTo>
                  <a:lnTo>
                    <a:pt x="62856" y="672385"/>
                  </a:lnTo>
                  <a:lnTo>
                    <a:pt x="37792" y="658410"/>
                  </a:lnTo>
                  <a:close/>
                  <a:moveTo>
                    <a:pt x="0" y="643405"/>
                  </a:moveTo>
                  <a:lnTo>
                    <a:pt x="80442" y="678732"/>
                  </a:lnTo>
                  <a:lnTo>
                    <a:pt x="62856" y="672385"/>
                  </a:lnTo>
                  <a:close/>
                  <a:moveTo>
                    <a:pt x="62856" y="672385"/>
                  </a:moveTo>
                  <a:lnTo>
                    <a:pt x="80442" y="678732"/>
                  </a:lnTo>
                  <a:lnTo>
                    <a:pt x="92486" y="688222"/>
                  </a:lnTo>
                  <a:close/>
                  <a:moveTo>
                    <a:pt x="146606" y="715891"/>
                  </a:moveTo>
                  <a:lnTo>
                    <a:pt x="92486" y="688222"/>
                  </a:lnTo>
                  <a:lnTo>
                    <a:pt x="80442" y="678732"/>
                  </a:lnTo>
                  <a:close/>
                  <a:moveTo>
                    <a:pt x="397539" y="1084678"/>
                  </a:moveTo>
                  <a:lnTo>
                    <a:pt x="436887" y="1102497"/>
                  </a:lnTo>
                  <a:lnTo>
                    <a:pt x="455968" y="1112120"/>
                  </a:lnTo>
                  <a:close/>
                  <a:moveTo>
                    <a:pt x="159359" y="723921"/>
                  </a:moveTo>
                  <a:lnTo>
                    <a:pt x="211358" y="699827"/>
                  </a:lnTo>
                  <a:lnTo>
                    <a:pt x="146606" y="715891"/>
                  </a:lnTo>
                  <a:close/>
                  <a:moveTo>
                    <a:pt x="211358" y="699827"/>
                  </a:moveTo>
                  <a:lnTo>
                    <a:pt x="172256" y="676894"/>
                  </a:lnTo>
                  <a:lnTo>
                    <a:pt x="146606" y="715891"/>
                  </a:lnTo>
                  <a:close/>
                  <a:moveTo>
                    <a:pt x="92486" y="688222"/>
                  </a:moveTo>
                  <a:lnTo>
                    <a:pt x="62224" y="655561"/>
                  </a:lnTo>
                  <a:lnTo>
                    <a:pt x="62856" y="672385"/>
                  </a:lnTo>
                  <a:close/>
                  <a:moveTo>
                    <a:pt x="37792" y="658410"/>
                  </a:moveTo>
                  <a:lnTo>
                    <a:pt x="62856" y="672385"/>
                  </a:lnTo>
                  <a:lnTo>
                    <a:pt x="62224" y="655561"/>
                  </a:lnTo>
                  <a:close/>
                  <a:moveTo>
                    <a:pt x="92486" y="688222"/>
                  </a:moveTo>
                  <a:lnTo>
                    <a:pt x="146606" y="715891"/>
                  </a:lnTo>
                  <a:lnTo>
                    <a:pt x="172256" y="676894"/>
                  </a:lnTo>
                  <a:close/>
                  <a:moveTo>
                    <a:pt x="124881" y="674441"/>
                  </a:moveTo>
                  <a:lnTo>
                    <a:pt x="92486" y="688222"/>
                  </a:lnTo>
                  <a:lnTo>
                    <a:pt x="172256" y="676894"/>
                  </a:lnTo>
                  <a:close/>
                  <a:moveTo>
                    <a:pt x="344220" y="854437"/>
                  </a:moveTo>
                  <a:lnTo>
                    <a:pt x="330384" y="783856"/>
                  </a:lnTo>
                  <a:lnTo>
                    <a:pt x="335942" y="835933"/>
                  </a:lnTo>
                  <a:close/>
                  <a:moveTo>
                    <a:pt x="211358" y="699827"/>
                  </a:moveTo>
                  <a:lnTo>
                    <a:pt x="223769" y="675733"/>
                  </a:lnTo>
                  <a:lnTo>
                    <a:pt x="172256" y="676894"/>
                  </a:lnTo>
                  <a:close/>
                  <a:moveTo>
                    <a:pt x="249236" y="742956"/>
                  </a:moveTo>
                  <a:lnTo>
                    <a:pt x="230580" y="720279"/>
                  </a:lnTo>
                  <a:lnTo>
                    <a:pt x="257332" y="699827"/>
                  </a:lnTo>
                  <a:close/>
                  <a:moveTo>
                    <a:pt x="517821" y="806249"/>
                  </a:moveTo>
                  <a:lnTo>
                    <a:pt x="484335" y="766497"/>
                  </a:lnTo>
                  <a:lnTo>
                    <a:pt x="509256" y="793697"/>
                  </a:lnTo>
                  <a:close/>
                  <a:moveTo>
                    <a:pt x="515464" y="803932"/>
                  </a:moveTo>
                  <a:lnTo>
                    <a:pt x="509256" y="793697"/>
                  </a:lnTo>
                  <a:lnTo>
                    <a:pt x="475951" y="735330"/>
                  </a:lnTo>
                  <a:close/>
                  <a:moveTo>
                    <a:pt x="515464" y="803932"/>
                  </a:moveTo>
                  <a:lnTo>
                    <a:pt x="513982" y="811364"/>
                  </a:lnTo>
                  <a:lnTo>
                    <a:pt x="517821" y="806249"/>
                  </a:lnTo>
                  <a:close/>
                  <a:moveTo>
                    <a:pt x="515464" y="803932"/>
                  </a:moveTo>
                  <a:lnTo>
                    <a:pt x="517821" y="806249"/>
                  </a:lnTo>
                  <a:lnTo>
                    <a:pt x="509256" y="793697"/>
                  </a:lnTo>
                  <a:close/>
                  <a:moveTo>
                    <a:pt x="432302" y="582587"/>
                  </a:moveTo>
                  <a:lnTo>
                    <a:pt x="431854" y="600103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32302" y="582587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04249" y="542651"/>
                  </a:lnTo>
                  <a:lnTo>
                    <a:pt x="432302" y="582587"/>
                  </a:lnTo>
                  <a:close/>
                  <a:moveTo>
                    <a:pt x="425786" y="576009"/>
                  </a:moveTo>
                  <a:lnTo>
                    <a:pt x="441812" y="581310"/>
                  </a:lnTo>
                  <a:lnTo>
                    <a:pt x="448209" y="569656"/>
                  </a:lnTo>
                  <a:close/>
                  <a:moveTo>
                    <a:pt x="504800" y="561630"/>
                  </a:moveTo>
                  <a:lnTo>
                    <a:pt x="441812" y="581310"/>
                  </a:lnTo>
                  <a:lnTo>
                    <a:pt x="492448" y="595954"/>
                  </a:lnTo>
                  <a:close/>
                  <a:moveTo>
                    <a:pt x="504800" y="561630"/>
                  </a:moveTo>
                  <a:lnTo>
                    <a:pt x="448209" y="569656"/>
                  </a:lnTo>
                  <a:lnTo>
                    <a:pt x="441812" y="581310"/>
                  </a:lnTo>
                  <a:close/>
                  <a:moveTo>
                    <a:pt x="708369" y="744316"/>
                  </a:moveTo>
                  <a:lnTo>
                    <a:pt x="754297" y="741358"/>
                  </a:lnTo>
                  <a:lnTo>
                    <a:pt x="786741" y="727758"/>
                  </a:lnTo>
                  <a:close/>
                  <a:moveTo>
                    <a:pt x="703883" y="606801"/>
                  </a:moveTo>
                  <a:lnTo>
                    <a:pt x="704516" y="595010"/>
                  </a:lnTo>
                  <a:lnTo>
                    <a:pt x="697064" y="579358"/>
                  </a:lnTo>
                  <a:close/>
                  <a:moveTo>
                    <a:pt x="703883" y="606801"/>
                  </a:moveTo>
                  <a:lnTo>
                    <a:pt x="697064" y="579358"/>
                  </a:lnTo>
                  <a:lnTo>
                    <a:pt x="711648" y="555264"/>
                  </a:lnTo>
                  <a:close/>
                  <a:moveTo>
                    <a:pt x="1000336" y="675615"/>
                  </a:moveTo>
                  <a:lnTo>
                    <a:pt x="952964" y="730088"/>
                  </a:lnTo>
                  <a:lnTo>
                    <a:pt x="991324" y="698830"/>
                  </a:lnTo>
                  <a:close/>
                  <a:moveTo>
                    <a:pt x="1000336" y="675615"/>
                  </a:moveTo>
                  <a:lnTo>
                    <a:pt x="956698" y="673110"/>
                  </a:lnTo>
                  <a:lnTo>
                    <a:pt x="952964" y="730088"/>
                  </a:lnTo>
                  <a:close/>
                  <a:moveTo>
                    <a:pt x="1064838" y="713222"/>
                  </a:moveTo>
                  <a:lnTo>
                    <a:pt x="1066076" y="722894"/>
                  </a:lnTo>
                  <a:lnTo>
                    <a:pt x="1080931" y="724280"/>
                  </a:lnTo>
                  <a:close/>
                  <a:moveTo>
                    <a:pt x="1124294" y="561961"/>
                  </a:moveTo>
                  <a:lnTo>
                    <a:pt x="1112118" y="534519"/>
                  </a:lnTo>
                  <a:lnTo>
                    <a:pt x="1129075" y="510425"/>
                  </a:lnTo>
                  <a:close/>
                  <a:moveTo>
                    <a:pt x="1321324" y="513773"/>
                  </a:moveTo>
                  <a:lnTo>
                    <a:pt x="1336599" y="576774"/>
                  </a:lnTo>
                  <a:lnTo>
                    <a:pt x="1366767" y="554667"/>
                  </a:lnTo>
                  <a:close/>
                  <a:moveTo>
                    <a:pt x="1421812" y="498113"/>
                  </a:moveTo>
                  <a:lnTo>
                    <a:pt x="1379672" y="494389"/>
                  </a:lnTo>
                  <a:lnTo>
                    <a:pt x="1366767" y="554667"/>
                  </a:lnTo>
                  <a:close/>
                  <a:moveTo>
                    <a:pt x="1409241" y="445590"/>
                  </a:moveTo>
                  <a:lnTo>
                    <a:pt x="1383102" y="480842"/>
                  </a:lnTo>
                  <a:lnTo>
                    <a:pt x="1379672" y="494389"/>
                  </a:lnTo>
                  <a:close/>
                  <a:moveTo>
                    <a:pt x="1207942" y="40403"/>
                  </a:moveTo>
                  <a:lnTo>
                    <a:pt x="1204523" y="58875"/>
                  </a:lnTo>
                  <a:lnTo>
                    <a:pt x="1227790" y="1756"/>
                  </a:lnTo>
                  <a:close/>
                  <a:moveTo>
                    <a:pt x="1227790" y="1756"/>
                  </a:moveTo>
                  <a:lnTo>
                    <a:pt x="1233217" y="0"/>
                  </a:lnTo>
                  <a:lnTo>
                    <a:pt x="1207942" y="4040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76" name="Output_density__4175">
              <a:extLst>
                <a:ext uri="{FF2B5EF4-FFF2-40B4-BE49-F238E27FC236}">
                  <a16:creationId xmlns:a16="http://schemas.microsoft.com/office/drawing/2014/main" id="{B233945C-26A7-98B2-3C09-659881777D85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49046"/>
              <a:ext cx="1177239" cy="1073932"/>
            </a:xfrm>
            <a:custGeom>
              <a:avLst/>
              <a:gdLst/>
              <a:ahLst/>
              <a:cxnLst/>
              <a:rect l="0" t="0" r="0" b="0"/>
              <a:pathLst>
                <a:path w="1177239" h="1073932">
                  <a:moveTo>
                    <a:pt x="161620" y="1049896"/>
                  </a:moveTo>
                  <a:lnTo>
                    <a:pt x="202834" y="1073932"/>
                  </a:lnTo>
                  <a:lnTo>
                    <a:pt x="219678" y="1030976"/>
                  </a:lnTo>
                  <a:close/>
                  <a:moveTo>
                    <a:pt x="202834" y="1073932"/>
                  </a:moveTo>
                  <a:lnTo>
                    <a:pt x="238180" y="1025803"/>
                  </a:lnTo>
                  <a:lnTo>
                    <a:pt x="219678" y="1030976"/>
                  </a:lnTo>
                  <a:close/>
                  <a:moveTo>
                    <a:pt x="287169" y="944770"/>
                  </a:moveTo>
                  <a:lnTo>
                    <a:pt x="233707" y="922729"/>
                  </a:lnTo>
                  <a:lnTo>
                    <a:pt x="237003" y="954149"/>
                  </a:lnTo>
                  <a:close/>
                  <a:moveTo>
                    <a:pt x="237003" y="954149"/>
                  </a:moveTo>
                  <a:lnTo>
                    <a:pt x="233707" y="922729"/>
                  </a:lnTo>
                  <a:lnTo>
                    <a:pt x="225276" y="900940"/>
                  </a:lnTo>
                  <a:close/>
                  <a:moveTo>
                    <a:pt x="314901" y="966783"/>
                  </a:moveTo>
                  <a:lnTo>
                    <a:pt x="287169" y="944770"/>
                  </a:lnTo>
                  <a:lnTo>
                    <a:pt x="293736" y="950172"/>
                  </a:lnTo>
                  <a:close/>
                  <a:moveTo>
                    <a:pt x="185467" y="847099"/>
                  </a:moveTo>
                  <a:lnTo>
                    <a:pt x="175103" y="875127"/>
                  </a:lnTo>
                  <a:lnTo>
                    <a:pt x="198700" y="859803"/>
                  </a:lnTo>
                  <a:close/>
                  <a:moveTo>
                    <a:pt x="198700" y="859803"/>
                  </a:moveTo>
                  <a:lnTo>
                    <a:pt x="174504" y="904234"/>
                  </a:lnTo>
                  <a:lnTo>
                    <a:pt x="225276" y="900940"/>
                  </a:lnTo>
                  <a:close/>
                  <a:moveTo>
                    <a:pt x="233707" y="922729"/>
                  </a:moveTo>
                  <a:lnTo>
                    <a:pt x="198700" y="859803"/>
                  </a:lnTo>
                  <a:lnTo>
                    <a:pt x="225276" y="900940"/>
                  </a:lnTo>
                  <a:close/>
                  <a:moveTo>
                    <a:pt x="198700" y="859803"/>
                  </a:moveTo>
                  <a:lnTo>
                    <a:pt x="180135" y="854163"/>
                  </a:lnTo>
                  <a:lnTo>
                    <a:pt x="185467" y="847099"/>
                  </a:lnTo>
                  <a:close/>
                  <a:moveTo>
                    <a:pt x="51999" y="640952"/>
                  </a:moveTo>
                  <a:lnTo>
                    <a:pt x="44629" y="696885"/>
                  </a:lnTo>
                  <a:lnTo>
                    <a:pt x="71220" y="661404"/>
                  </a:lnTo>
                  <a:close/>
                  <a:moveTo>
                    <a:pt x="51999" y="640952"/>
                  </a:moveTo>
                  <a:lnTo>
                    <a:pt x="0" y="665046"/>
                  </a:lnTo>
                  <a:lnTo>
                    <a:pt x="44629" y="696885"/>
                  </a:lnTo>
                  <a:close/>
                  <a:moveTo>
                    <a:pt x="326556" y="917352"/>
                  </a:moveTo>
                  <a:lnTo>
                    <a:pt x="380653" y="874541"/>
                  </a:lnTo>
                  <a:lnTo>
                    <a:pt x="338216" y="885086"/>
                  </a:lnTo>
                  <a:close/>
                  <a:moveTo>
                    <a:pt x="176583" y="777058"/>
                  </a:moveTo>
                  <a:lnTo>
                    <a:pt x="185467" y="847099"/>
                  </a:lnTo>
                  <a:lnTo>
                    <a:pt x="184861" y="795562"/>
                  </a:lnTo>
                  <a:close/>
                  <a:moveTo>
                    <a:pt x="51999" y="640952"/>
                  </a:moveTo>
                  <a:lnTo>
                    <a:pt x="71220" y="661404"/>
                  </a:lnTo>
                  <a:lnTo>
                    <a:pt x="79818" y="668395"/>
                  </a:lnTo>
                  <a:close/>
                  <a:moveTo>
                    <a:pt x="380653" y="874541"/>
                  </a:moveTo>
                  <a:lnTo>
                    <a:pt x="400318" y="883560"/>
                  </a:lnTo>
                  <a:lnTo>
                    <a:pt x="401887" y="871305"/>
                  </a:lnTo>
                  <a:close/>
                  <a:moveTo>
                    <a:pt x="290646" y="822871"/>
                  </a:moveTo>
                  <a:lnTo>
                    <a:pt x="354622" y="752489"/>
                  </a:lnTo>
                  <a:lnTo>
                    <a:pt x="311930" y="767547"/>
                  </a:lnTo>
                  <a:close/>
                  <a:moveTo>
                    <a:pt x="358327" y="805993"/>
                  </a:moveTo>
                  <a:lnTo>
                    <a:pt x="371939" y="777456"/>
                  </a:lnTo>
                  <a:lnTo>
                    <a:pt x="358461" y="747374"/>
                  </a:lnTo>
                  <a:close/>
                  <a:moveTo>
                    <a:pt x="354622" y="752489"/>
                  </a:moveTo>
                  <a:lnTo>
                    <a:pt x="358327" y="805993"/>
                  </a:lnTo>
                  <a:lnTo>
                    <a:pt x="358461" y="747374"/>
                  </a:lnTo>
                  <a:close/>
                  <a:moveTo>
                    <a:pt x="356105" y="745057"/>
                  </a:moveTo>
                  <a:lnTo>
                    <a:pt x="311930" y="767547"/>
                  </a:lnTo>
                  <a:lnTo>
                    <a:pt x="354622" y="752489"/>
                  </a:lnTo>
                  <a:close/>
                  <a:moveTo>
                    <a:pt x="282452" y="522435"/>
                  </a:moveTo>
                  <a:lnTo>
                    <a:pt x="320359" y="585889"/>
                  </a:lnTo>
                  <a:lnTo>
                    <a:pt x="333088" y="537079"/>
                  </a:lnTo>
                  <a:close/>
                  <a:moveTo>
                    <a:pt x="266427" y="517134"/>
                  </a:moveTo>
                  <a:lnTo>
                    <a:pt x="234204" y="465597"/>
                  </a:lnTo>
                  <a:lnTo>
                    <a:pt x="244890" y="483776"/>
                  </a:lnTo>
                  <a:close/>
                  <a:moveTo>
                    <a:pt x="511673" y="647650"/>
                  </a:moveTo>
                  <a:lnTo>
                    <a:pt x="541834" y="708008"/>
                  </a:lnTo>
                  <a:lnTo>
                    <a:pt x="549010" y="685441"/>
                  </a:lnTo>
                  <a:close/>
                  <a:moveTo>
                    <a:pt x="511673" y="647650"/>
                  </a:moveTo>
                  <a:lnTo>
                    <a:pt x="488592" y="634228"/>
                  </a:lnTo>
                  <a:lnTo>
                    <a:pt x="451981" y="632246"/>
                  </a:lnTo>
                  <a:close/>
                  <a:moveTo>
                    <a:pt x="234204" y="465597"/>
                  </a:moveTo>
                  <a:lnTo>
                    <a:pt x="288849" y="510781"/>
                  </a:lnTo>
                  <a:lnTo>
                    <a:pt x="253076" y="452379"/>
                  </a:lnTo>
                  <a:close/>
                  <a:moveTo>
                    <a:pt x="266427" y="517134"/>
                  </a:moveTo>
                  <a:lnTo>
                    <a:pt x="288849" y="510781"/>
                  </a:lnTo>
                  <a:lnTo>
                    <a:pt x="234204" y="465597"/>
                  </a:lnTo>
                  <a:close/>
                  <a:moveTo>
                    <a:pt x="234204" y="465597"/>
                  </a:moveTo>
                  <a:lnTo>
                    <a:pt x="237804" y="451555"/>
                  </a:lnTo>
                  <a:lnTo>
                    <a:pt x="214871" y="407456"/>
                  </a:lnTo>
                  <a:close/>
                  <a:moveTo>
                    <a:pt x="477690" y="647650"/>
                  </a:moveTo>
                  <a:lnTo>
                    <a:pt x="488592" y="634228"/>
                  </a:lnTo>
                  <a:lnTo>
                    <a:pt x="444966" y="585311"/>
                  </a:lnTo>
                  <a:close/>
                  <a:moveTo>
                    <a:pt x="511673" y="647650"/>
                  </a:moveTo>
                  <a:lnTo>
                    <a:pt x="565734" y="623556"/>
                  </a:lnTo>
                  <a:lnTo>
                    <a:pt x="488592" y="634228"/>
                  </a:lnTo>
                  <a:close/>
                  <a:moveTo>
                    <a:pt x="565734" y="623556"/>
                  </a:moveTo>
                  <a:lnTo>
                    <a:pt x="508964" y="575495"/>
                  </a:lnTo>
                  <a:lnTo>
                    <a:pt x="488592" y="634228"/>
                  </a:lnTo>
                  <a:close/>
                  <a:moveTo>
                    <a:pt x="570304" y="630160"/>
                  </a:moveTo>
                  <a:lnTo>
                    <a:pt x="549010" y="685441"/>
                  </a:lnTo>
                  <a:lnTo>
                    <a:pt x="627381" y="668883"/>
                  </a:lnTo>
                  <a:close/>
                  <a:moveTo>
                    <a:pt x="627381" y="668883"/>
                  </a:moveTo>
                  <a:lnTo>
                    <a:pt x="604803" y="624243"/>
                  </a:lnTo>
                  <a:lnTo>
                    <a:pt x="570304" y="630160"/>
                  </a:lnTo>
                  <a:close/>
                  <a:moveTo>
                    <a:pt x="353505" y="208714"/>
                  </a:moveTo>
                  <a:lnTo>
                    <a:pt x="309558" y="187169"/>
                  </a:lnTo>
                  <a:lnTo>
                    <a:pt x="342112" y="254490"/>
                  </a:lnTo>
                  <a:close/>
                  <a:moveTo>
                    <a:pt x="342112" y="254490"/>
                  </a:moveTo>
                  <a:lnTo>
                    <a:pt x="296230" y="191066"/>
                  </a:lnTo>
                  <a:lnTo>
                    <a:pt x="312106" y="240902"/>
                  </a:lnTo>
                  <a:close/>
                  <a:moveTo>
                    <a:pt x="734536" y="585265"/>
                  </a:moveTo>
                  <a:lnTo>
                    <a:pt x="760718" y="575368"/>
                  </a:lnTo>
                  <a:lnTo>
                    <a:pt x="753387" y="587223"/>
                  </a:lnTo>
                  <a:close/>
                  <a:moveTo>
                    <a:pt x="753387" y="587223"/>
                  </a:moveTo>
                  <a:lnTo>
                    <a:pt x="774567" y="600034"/>
                  </a:lnTo>
                  <a:lnTo>
                    <a:pt x="798679" y="575368"/>
                  </a:lnTo>
                  <a:close/>
                  <a:moveTo>
                    <a:pt x="864305" y="602811"/>
                  </a:moveTo>
                  <a:lnTo>
                    <a:pt x="906717" y="664019"/>
                  </a:lnTo>
                  <a:lnTo>
                    <a:pt x="905478" y="654347"/>
                  </a:lnTo>
                  <a:close/>
                  <a:moveTo>
                    <a:pt x="831964" y="639955"/>
                  </a:moveTo>
                  <a:lnTo>
                    <a:pt x="906717" y="664019"/>
                  </a:lnTo>
                  <a:lnTo>
                    <a:pt x="864305" y="602811"/>
                  </a:lnTo>
                  <a:close/>
                  <a:moveTo>
                    <a:pt x="864305" y="602811"/>
                  </a:moveTo>
                  <a:lnTo>
                    <a:pt x="905478" y="654347"/>
                  </a:lnTo>
                  <a:lnTo>
                    <a:pt x="926060" y="578717"/>
                  </a:lnTo>
                  <a:close/>
                  <a:moveTo>
                    <a:pt x="1161965" y="454898"/>
                  </a:moveTo>
                  <a:lnTo>
                    <a:pt x="1136429" y="478992"/>
                  </a:lnTo>
                  <a:lnTo>
                    <a:pt x="1177239" y="517899"/>
                  </a:lnTo>
                  <a:close/>
                  <a:moveTo>
                    <a:pt x="1070699" y="300288"/>
                  </a:moveTo>
                  <a:lnTo>
                    <a:pt x="1069011" y="357070"/>
                  </a:lnTo>
                  <a:lnTo>
                    <a:pt x="1065360" y="314057"/>
                  </a:lnTo>
                  <a:close/>
                  <a:moveTo>
                    <a:pt x="1070699" y="300288"/>
                  </a:moveTo>
                  <a:lnTo>
                    <a:pt x="1100711" y="271549"/>
                  </a:lnTo>
                  <a:lnTo>
                    <a:pt x="1068201" y="324383"/>
                  </a:lnTo>
                  <a:close/>
                  <a:moveTo>
                    <a:pt x="1085524" y="130656"/>
                  </a:moveTo>
                  <a:lnTo>
                    <a:pt x="1043450" y="126879"/>
                  </a:lnTo>
                  <a:lnTo>
                    <a:pt x="1031484" y="187400"/>
                  </a:lnTo>
                  <a:close/>
                  <a:moveTo>
                    <a:pt x="1043450" y="126879"/>
                  </a:moveTo>
                  <a:lnTo>
                    <a:pt x="1085524" y="130656"/>
                  </a:lnTo>
                  <a:lnTo>
                    <a:pt x="1043197" y="96291"/>
                  </a:lnTo>
                  <a:close/>
                  <a:moveTo>
                    <a:pt x="1084702" y="68581"/>
                  </a:moveTo>
                  <a:lnTo>
                    <a:pt x="1046631" y="61550"/>
                  </a:lnTo>
                  <a:lnTo>
                    <a:pt x="1043197" y="96291"/>
                  </a:lnTo>
                  <a:close/>
                  <a:moveTo>
                    <a:pt x="1046631" y="61550"/>
                  </a:moveTo>
                  <a:lnTo>
                    <a:pt x="1072605" y="15673"/>
                  </a:lnTo>
                  <a:lnTo>
                    <a:pt x="10451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77" name="Output_density__4176">
              <a:extLst>
                <a:ext uri="{FF2B5EF4-FFF2-40B4-BE49-F238E27FC236}">
                  <a16:creationId xmlns:a16="http://schemas.microsoft.com/office/drawing/2014/main" id="{17BA8E15-8E7D-8BB1-52BC-D8406F8BF528}"/>
                </a:ext>
              </a:extLst>
            </p:cNvPr>
            <p:cNvSpPr>
              <a:spLocks noGrp="1"/>
            </p:cNvSpPr>
            <p:nvPr/>
          </p:nvSpPr>
          <p:spPr>
            <a:xfrm>
              <a:off x="15754601" y="3757759"/>
              <a:ext cx="1091428" cy="866815"/>
            </a:xfrm>
            <a:custGeom>
              <a:avLst/>
              <a:gdLst/>
              <a:ahLst/>
              <a:cxnLst/>
              <a:rect l="0" t="0" r="0" b="0"/>
              <a:pathLst>
                <a:path w="1091428" h="866815">
                  <a:moveTo>
                    <a:pt x="78956" y="866815"/>
                  </a:moveTo>
                  <a:lnTo>
                    <a:pt x="106503" y="834908"/>
                  </a:lnTo>
                  <a:lnTo>
                    <a:pt x="31809" y="865218"/>
                  </a:lnTo>
                  <a:close/>
                  <a:moveTo>
                    <a:pt x="3142" y="511218"/>
                  </a:moveTo>
                  <a:lnTo>
                    <a:pt x="0" y="516267"/>
                  </a:lnTo>
                  <a:lnTo>
                    <a:pt x="13836" y="586849"/>
                  </a:lnTo>
                  <a:close/>
                  <a:moveTo>
                    <a:pt x="317567" y="425514"/>
                  </a:moveTo>
                  <a:lnTo>
                    <a:pt x="306665" y="438936"/>
                  </a:lnTo>
                  <a:lnTo>
                    <a:pt x="254691" y="454990"/>
                  </a:lnTo>
                  <a:close/>
                  <a:moveTo>
                    <a:pt x="166245" y="237941"/>
                  </a:moveTo>
                  <a:lnTo>
                    <a:pt x="133182" y="260160"/>
                  </a:lnTo>
                  <a:lnTo>
                    <a:pt x="117824" y="302067"/>
                  </a:lnTo>
                  <a:close/>
                  <a:moveTo>
                    <a:pt x="166245" y="237941"/>
                  </a:moveTo>
                  <a:lnTo>
                    <a:pt x="117824" y="302067"/>
                  </a:lnTo>
                  <a:lnTo>
                    <a:pt x="174415" y="294041"/>
                  </a:lnTo>
                  <a:close/>
                  <a:moveTo>
                    <a:pt x="176975" y="54086"/>
                  </a:moveTo>
                  <a:lnTo>
                    <a:pt x="182480" y="0"/>
                  </a:lnTo>
                  <a:lnTo>
                    <a:pt x="171087" y="45776"/>
                  </a:lnTo>
                  <a:close/>
                  <a:moveTo>
                    <a:pt x="712792" y="450436"/>
                  </a:moveTo>
                  <a:lnTo>
                    <a:pt x="735692" y="455305"/>
                  </a:lnTo>
                  <a:lnTo>
                    <a:pt x="660939" y="431241"/>
                  </a:lnTo>
                  <a:close/>
                  <a:moveTo>
                    <a:pt x="797797" y="458678"/>
                  </a:moveTo>
                  <a:lnTo>
                    <a:pt x="750546" y="456691"/>
                  </a:lnTo>
                  <a:lnTo>
                    <a:pt x="735692" y="455305"/>
                  </a:lnTo>
                  <a:close/>
                  <a:moveTo>
                    <a:pt x="1083472" y="170554"/>
                  </a:moveTo>
                  <a:lnTo>
                    <a:pt x="1052717" y="213253"/>
                  </a:lnTo>
                  <a:lnTo>
                    <a:pt x="1078857" y="178001"/>
                  </a:lnTo>
                  <a:close/>
                  <a:moveTo>
                    <a:pt x="1078857" y="178001"/>
                  </a:moveTo>
                  <a:lnTo>
                    <a:pt x="1049288" y="226801"/>
                  </a:lnTo>
                  <a:lnTo>
                    <a:pt x="1091428" y="23052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8" name="Output_density__4177">
              <a:extLst>
                <a:ext uri="{FF2B5EF4-FFF2-40B4-BE49-F238E27FC236}">
                  <a16:creationId xmlns:a16="http://schemas.microsoft.com/office/drawing/2014/main" id="{FDB76DB3-E379-D82D-0452-1B19E38FF9BA}"/>
                </a:ext>
              </a:extLst>
            </p:cNvPr>
            <p:cNvSpPr>
              <a:spLocks noGrp="1"/>
            </p:cNvSpPr>
            <p:nvPr/>
          </p:nvSpPr>
          <p:spPr>
            <a:xfrm>
              <a:off x="15580366" y="3440390"/>
              <a:ext cx="1165175" cy="1134458"/>
            </a:xfrm>
            <a:custGeom>
              <a:avLst/>
              <a:gdLst/>
              <a:ahLst/>
              <a:cxnLst/>
              <a:rect l="0" t="0" r="0" b="0"/>
              <a:pathLst>
                <a:path w="1165175" h="1134458">
                  <a:moveTo>
                    <a:pt x="134500" y="1031385"/>
                  </a:moveTo>
                  <a:lnTo>
                    <a:pt x="136523" y="1097334"/>
                  </a:lnTo>
                  <a:lnTo>
                    <a:pt x="168262" y="1081103"/>
                  </a:lnTo>
                  <a:close/>
                  <a:moveTo>
                    <a:pt x="134500" y="1031385"/>
                  </a:moveTo>
                  <a:lnTo>
                    <a:pt x="110963" y="1055479"/>
                  </a:lnTo>
                  <a:lnTo>
                    <a:pt x="136523" y="1097334"/>
                  </a:lnTo>
                  <a:close/>
                  <a:moveTo>
                    <a:pt x="240213" y="1062804"/>
                  </a:moveTo>
                  <a:lnTo>
                    <a:pt x="227060" y="1126262"/>
                  </a:lnTo>
                  <a:lnTo>
                    <a:pt x="275258" y="1058827"/>
                  </a:lnTo>
                  <a:close/>
                  <a:moveTo>
                    <a:pt x="275258" y="1058827"/>
                  </a:moveTo>
                  <a:lnTo>
                    <a:pt x="227060" y="1126262"/>
                  </a:lnTo>
                  <a:lnTo>
                    <a:pt x="241390" y="1134458"/>
                  </a:lnTo>
                  <a:close/>
                  <a:moveTo>
                    <a:pt x="107019" y="979848"/>
                  </a:moveTo>
                  <a:lnTo>
                    <a:pt x="134500" y="1031385"/>
                  </a:lnTo>
                  <a:lnTo>
                    <a:pt x="159111" y="955754"/>
                  </a:lnTo>
                  <a:close/>
                  <a:moveTo>
                    <a:pt x="83518" y="534237"/>
                  </a:moveTo>
                  <a:lnTo>
                    <a:pt x="10053" y="519368"/>
                  </a:lnTo>
                  <a:lnTo>
                    <a:pt x="0" y="531552"/>
                  </a:lnTo>
                  <a:close/>
                  <a:moveTo>
                    <a:pt x="414199" y="721589"/>
                  </a:moveTo>
                  <a:lnTo>
                    <a:pt x="398207" y="742298"/>
                  </a:lnTo>
                  <a:lnTo>
                    <a:pt x="418630" y="704768"/>
                  </a:lnTo>
                  <a:close/>
                  <a:moveTo>
                    <a:pt x="418630" y="704768"/>
                  </a:moveTo>
                  <a:lnTo>
                    <a:pt x="409756" y="662458"/>
                  </a:lnTo>
                  <a:lnTo>
                    <a:pt x="414199" y="721589"/>
                  </a:lnTo>
                  <a:close/>
                  <a:moveTo>
                    <a:pt x="418630" y="704768"/>
                  </a:moveTo>
                  <a:lnTo>
                    <a:pt x="407152" y="653232"/>
                  </a:lnTo>
                  <a:lnTo>
                    <a:pt x="409756" y="662458"/>
                  </a:lnTo>
                  <a:close/>
                  <a:moveTo>
                    <a:pt x="568945" y="732211"/>
                  </a:moveTo>
                  <a:lnTo>
                    <a:pt x="552220" y="794096"/>
                  </a:lnTo>
                  <a:lnTo>
                    <a:pt x="573515" y="738816"/>
                  </a:lnTo>
                  <a:close/>
                  <a:moveTo>
                    <a:pt x="418630" y="704768"/>
                  </a:moveTo>
                  <a:lnTo>
                    <a:pt x="448176" y="693966"/>
                  </a:lnTo>
                  <a:lnTo>
                    <a:pt x="407152" y="653232"/>
                  </a:lnTo>
                  <a:close/>
                  <a:moveTo>
                    <a:pt x="226957" y="316478"/>
                  </a:moveTo>
                  <a:lnTo>
                    <a:pt x="229876" y="344012"/>
                  </a:lnTo>
                  <a:lnTo>
                    <a:pt x="223426" y="323537"/>
                  </a:lnTo>
                  <a:close/>
                  <a:moveTo>
                    <a:pt x="226957" y="316478"/>
                  </a:moveTo>
                  <a:lnTo>
                    <a:pt x="223426" y="323537"/>
                  </a:lnTo>
                  <a:lnTo>
                    <a:pt x="223364" y="319918"/>
                  </a:lnTo>
                  <a:close/>
                  <a:moveTo>
                    <a:pt x="592152" y="708117"/>
                  </a:moveTo>
                  <a:lnTo>
                    <a:pt x="568945" y="732211"/>
                  </a:lnTo>
                  <a:lnTo>
                    <a:pt x="573515" y="738816"/>
                  </a:lnTo>
                  <a:close/>
                  <a:moveTo>
                    <a:pt x="568945" y="732211"/>
                  </a:moveTo>
                  <a:lnTo>
                    <a:pt x="592152" y="708117"/>
                  </a:lnTo>
                  <a:lnTo>
                    <a:pt x="570040" y="670857"/>
                  </a:lnTo>
                  <a:close/>
                  <a:moveTo>
                    <a:pt x="512174" y="684150"/>
                  </a:moveTo>
                  <a:lnTo>
                    <a:pt x="568945" y="732211"/>
                  </a:lnTo>
                  <a:lnTo>
                    <a:pt x="570040" y="670857"/>
                  </a:lnTo>
                  <a:close/>
                  <a:moveTo>
                    <a:pt x="630617" y="642734"/>
                  </a:moveTo>
                  <a:lnTo>
                    <a:pt x="570040" y="670857"/>
                  </a:lnTo>
                  <a:lnTo>
                    <a:pt x="609802" y="656581"/>
                  </a:lnTo>
                  <a:close/>
                  <a:moveTo>
                    <a:pt x="570040" y="670857"/>
                  </a:moveTo>
                  <a:lnTo>
                    <a:pt x="597708" y="694369"/>
                  </a:lnTo>
                  <a:lnTo>
                    <a:pt x="609802" y="656581"/>
                  </a:lnTo>
                  <a:close/>
                  <a:moveTo>
                    <a:pt x="231896" y="316651"/>
                  </a:moveTo>
                  <a:lnTo>
                    <a:pt x="315316" y="349557"/>
                  </a:lnTo>
                  <a:lnTo>
                    <a:pt x="299440" y="299721"/>
                  </a:lnTo>
                  <a:close/>
                  <a:moveTo>
                    <a:pt x="226957" y="316478"/>
                  </a:moveTo>
                  <a:lnTo>
                    <a:pt x="223364" y="319918"/>
                  </a:lnTo>
                  <a:lnTo>
                    <a:pt x="231896" y="316651"/>
                  </a:lnTo>
                  <a:close/>
                  <a:moveTo>
                    <a:pt x="231896" y="316651"/>
                  </a:moveTo>
                  <a:lnTo>
                    <a:pt x="268466" y="296996"/>
                  </a:lnTo>
                  <a:lnTo>
                    <a:pt x="226957" y="316478"/>
                  </a:lnTo>
                  <a:close/>
                  <a:moveTo>
                    <a:pt x="231896" y="316651"/>
                  </a:moveTo>
                  <a:lnTo>
                    <a:pt x="299440" y="299721"/>
                  </a:lnTo>
                  <a:lnTo>
                    <a:pt x="268466" y="296996"/>
                  </a:lnTo>
                  <a:close/>
                  <a:moveTo>
                    <a:pt x="346639" y="279694"/>
                  </a:moveTo>
                  <a:lnTo>
                    <a:pt x="299440" y="299721"/>
                  </a:lnTo>
                  <a:lnTo>
                    <a:pt x="312768" y="295825"/>
                  </a:lnTo>
                  <a:close/>
                  <a:moveTo>
                    <a:pt x="268466" y="296996"/>
                  </a:moveTo>
                  <a:lnTo>
                    <a:pt x="299440" y="299721"/>
                  </a:lnTo>
                  <a:lnTo>
                    <a:pt x="346639" y="279694"/>
                  </a:lnTo>
                  <a:close/>
                  <a:moveTo>
                    <a:pt x="379482" y="267592"/>
                  </a:moveTo>
                  <a:lnTo>
                    <a:pt x="346639" y="279694"/>
                  </a:lnTo>
                  <a:lnTo>
                    <a:pt x="312768" y="295825"/>
                  </a:lnTo>
                  <a:close/>
                  <a:moveTo>
                    <a:pt x="801889" y="684023"/>
                  </a:moveTo>
                  <a:lnTo>
                    <a:pt x="858526" y="701018"/>
                  </a:lnTo>
                  <a:lnTo>
                    <a:pt x="831518" y="659930"/>
                  </a:lnTo>
                  <a:close/>
                  <a:moveTo>
                    <a:pt x="844187" y="725395"/>
                  </a:moveTo>
                  <a:lnTo>
                    <a:pt x="867515" y="711466"/>
                  </a:lnTo>
                  <a:lnTo>
                    <a:pt x="858526" y="701018"/>
                  </a:lnTo>
                  <a:close/>
                  <a:moveTo>
                    <a:pt x="840012" y="631798"/>
                  </a:moveTo>
                  <a:lnTo>
                    <a:pt x="815541" y="675205"/>
                  </a:lnTo>
                  <a:lnTo>
                    <a:pt x="801889" y="684023"/>
                  </a:lnTo>
                  <a:close/>
                  <a:moveTo>
                    <a:pt x="831518" y="659930"/>
                  </a:moveTo>
                  <a:lnTo>
                    <a:pt x="848166" y="596675"/>
                  </a:lnTo>
                  <a:lnTo>
                    <a:pt x="840012" y="631798"/>
                  </a:lnTo>
                  <a:close/>
                  <a:moveTo>
                    <a:pt x="849236" y="584299"/>
                  </a:moveTo>
                  <a:lnTo>
                    <a:pt x="848166" y="596675"/>
                  </a:lnTo>
                  <a:lnTo>
                    <a:pt x="831518" y="659930"/>
                  </a:lnTo>
                  <a:close/>
                  <a:moveTo>
                    <a:pt x="1103922" y="536111"/>
                  </a:moveTo>
                  <a:lnTo>
                    <a:pt x="1085137" y="579773"/>
                  </a:lnTo>
                  <a:lnTo>
                    <a:pt x="1113868" y="552295"/>
                  </a:lnTo>
                  <a:close/>
                  <a:moveTo>
                    <a:pt x="1165175" y="563554"/>
                  </a:moveTo>
                  <a:lnTo>
                    <a:pt x="1149258" y="5497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113868" y="552295"/>
                  </a:lnTo>
                  <a:lnTo>
                    <a:pt x="1149258" y="549711"/>
                  </a:lnTo>
                  <a:close/>
                  <a:moveTo>
                    <a:pt x="1120901" y="512017"/>
                  </a:moveTo>
                  <a:lnTo>
                    <a:pt x="1103922" y="5361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098553" y="495033"/>
                  </a:lnTo>
                  <a:lnTo>
                    <a:pt x="1103922" y="536111"/>
                  </a:lnTo>
                  <a:close/>
                  <a:moveTo>
                    <a:pt x="997181" y="254334"/>
                  </a:moveTo>
                  <a:lnTo>
                    <a:pt x="1030933" y="311063"/>
                  </a:lnTo>
                  <a:lnTo>
                    <a:pt x="1034695" y="296055"/>
                  </a:lnTo>
                  <a:close/>
                  <a:moveTo>
                    <a:pt x="997181" y="254334"/>
                  </a:moveTo>
                  <a:lnTo>
                    <a:pt x="1034695" y="296055"/>
                  </a:lnTo>
                  <a:lnTo>
                    <a:pt x="1046660" y="235534"/>
                  </a:lnTo>
                  <a:close/>
                  <a:moveTo>
                    <a:pt x="997181" y="254334"/>
                  </a:moveTo>
                  <a:lnTo>
                    <a:pt x="1046660" y="235534"/>
                  </a:lnTo>
                  <a:lnTo>
                    <a:pt x="1027497" y="178704"/>
                  </a:lnTo>
                  <a:close/>
                  <a:moveTo>
                    <a:pt x="982690" y="202798"/>
                  </a:moveTo>
                  <a:lnTo>
                    <a:pt x="997181" y="254334"/>
                  </a:lnTo>
                  <a:lnTo>
                    <a:pt x="1027497" y="178704"/>
                  </a:lnTo>
                  <a:close/>
                  <a:moveTo>
                    <a:pt x="990854" y="127167"/>
                  </a:moveTo>
                  <a:lnTo>
                    <a:pt x="982690" y="202798"/>
                  </a:lnTo>
                  <a:lnTo>
                    <a:pt x="1027497" y="178704"/>
                  </a:lnTo>
                  <a:close/>
                  <a:moveTo>
                    <a:pt x="956400" y="82703"/>
                  </a:moveTo>
                  <a:lnTo>
                    <a:pt x="967349" y="84038"/>
                  </a:lnTo>
                  <a:lnTo>
                    <a:pt x="962568" y="75630"/>
                  </a:lnTo>
                  <a:close/>
                  <a:moveTo>
                    <a:pt x="990854" y="127167"/>
                  </a:moveTo>
                  <a:lnTo>
                    <a:pt x="967349" y="84038"/>
                  </a:lnTo>
                  <a:lnTo>
                    <a:pt x="956400" y="82703"/>
                  </a:lnTo>
                  <a:close/>
                  <a:moveTo>
                    <a:pt x="1027497" y="178704"/>
                  </a:moveTo>
                  <a:lnTo>
                    <a:pt x="1046407" y="204947"/>
                  </a:lnTo>
                  <a:lnTo>
                    <a:pt x="1049841" y="170206"/>
                  </a:lnTo>
                  <a:close/>
                  <a:moveTo>
                    <a:pt x="990854" y="127167"/>
                  </a:moveTo>
                  <a:lnTo>
                    <a:pt x="1027497" y="178704"/>
                  </a:lnTo>
                  <a:lnTo>
                    <a:pt x="1049841" y="170206"/>
                  </a:lnTo>
                  <a:close/>
                  <a:moveTo>
                    <a:pt x="975602" y="67093"/>
                  </a:moveTo>
                  <a:lnTo>
                    <a:pt x="967349" y="84038"/>
                  </a:lnTo>
                  <a:lnTo>
                    <a:pt x="1000304" y="51536"/>
                  </a:lnTo>
                  <a:close/>
                  <a:moveTo>
                    <a:pt x="967349" y="84038"/>
                  </a:moveTo>
                  <a:lnTo>
                    <a:pt x="990854" y="127167"/>
                  </a:lnTo>
                  <a:lnTo>
                    <a:pt x="1000304" y="51536"/>
                  </a:lnTo>
                  <a:close/>
                  <a:moveTo>
                    <a:pt x="1000304" y="51536"/>
                  </a:moveTo>
                  <a:lnTo>
                    <a:pt x="990854" y="127167"/>
                  </a:lnTo>
                  <a:lnTo>
                    <a:pt x="1051793" y="90184"/>
                  </a:lnTo>
                  <a:close/>
                  <a:moveTo>
                    <a:pt x="962568" y="75630"/>
                  </a:moveTo>
                  <a:lnTo>
                    <a:pt x="967349" y="84038"/>
                  </a:lnTo>
                  <a:lnTo>
                    <a:pt x="975602" y="67093"/>
                  </a:lnTo>
                  <a:close/>
                  <a:moveTo>
                    <a:pt x="959888" y="56145"/>
                  </a:moveTo>
                  <a:lnTo>
                    <a:pt x="962568" y="75630"/>
                  </a:lnTo>
                  <a:lnTo>
                    <a:pt x="975602" y="67093"/>
                  </a:lnTo>
                  <a:close/>
                  <a:moveTo>
                    <a:pt x="999901" y="0"/>
                  </a:moveTo>
                  <a:lnTo>
                    <a:pt x="975602" y="67093"/>
                  </a:lnTo>
                  <a:lnTo>
                    <a:pt x="1000304" y="51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9" name="Output_density__4178">
              <a:extLst>
                <a:ext uri="{FF2B5EF4-FFF2-40B4-BE49-F238E27FC236}">
                  <a16:creationId xmlns:a16="http://schemas.microsoft.com/office/drawing/2014/main" id="{6911B142-3AA5-2912-C464-E8C28E6F594F}"/>
                </a:ext>
              </a:extLst>
            </p:cNvPr>
            <p:cNvSpPr>
              <a:spLocks noGrp="1"/>
            </p:cNvSpPr>
            <p:nvPr/>
          </p:nvSpPr>
          <p:spPr>
            <a:xfrm>
              <a:off x="15861104" y="3603108"/>
              <a:ext cx="984925" cy="1005777"/>
            </a:xfrm>
            <a:custGeom>
              <a:avLst/>
              <a:gdLst/>
              <a:ahLst/>
              <a:cxnLst/>
              <a:rect l="0" t="0" r="0" b="0"/>
              <a:pathLst>
                <a:path w="984925" h="1005777">
                  <a:moveTo>
                    <a:pt x="25479" y="971740"/>
                  </a:moveTo>
                  <a:lnTo>
                    <a:pt x="30544" y="1005777"/>
                  </a:lnTo>
                  <a:lnTo>
                    <a:pt x="0" y="989560"/>
                  </a:lnTo>
                  <a:close/>
                  <a:moveTo>
                    <a:pt x="64585" y="200427"/>
                  </a:moveTo>
                  <a:lnTo>
                    <a:pt x="58756" y="225161"/>
                  </a:lnTo>
                  <a:lnTo>
                    <a:pt x="70473" y="208737"/>
                  </a:lnTo>
                  <a:close/>
                  <a:moveTo>
                    <a:pt x="516077" y="617151"/>
                  </a:moveTo>
                  <a:lnTo>
                    <a:pt x="474728" y="597454"/>
                  </a:lnTo>
                  <a:lnTo>
                    <a:pt x="554437" y="585892"/>
                  </a:lnTo>
                  <a:close/>
                  <a:moveTo>
                    <a:pt x="449699" y="4053"/>
                  </a:moveTo>
                  <a:lnTo>
                    <a:pt x="417636" y="19075"/>
                  </a:lnTo>
                  <a:lnTo>
                    <a:pt x="495335" y="0"/>
                  </a:lnTo>
                  <a:close/>
                  <a:moveTo>
                    <a:pt x="929880" y="441729"/>
                  </a:moveTo>
                  <a:lnTo>
                    <a:pt x="899712" y="463837"/>
                  </a:lnTo>
                  <a:lnTo>
                    <a:pt x="972454" y="426230"/>
                  </a:lnTo>
                  <a:close/>
                  <a:moveTo>
                    <a:pt x="984925" y="385175"/>
                  </a:moveTo>
                  <a:lnTo>
                    <a:pt x="929880" y="441729"/>
                  </a:lnTo>
                  <a:lnTo>
                    <a:pt x="972454" y="42623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0" name="Output_density__4179">
              <a:extLst>
                <a:ext uri="{FF2B5EF4-FFF2-40B4-BE49-F238E27FC236}">
                  <a16:creationId xmlns:a16="http://schemas.microsoft.com/office/drawing/2014/main" id="{2FD2EE2E-082D-A79A-2C82-F2B8557F89F3}"/>
                </a:ext>
              </a:extLst>
            </p:cNvPr>
            <p:cNvSpPr>
              <a:spLocks noGrp="1"/>
            </p:cNvSpPr>
            <p:nvPr/>
          </p:nvSpPr>
          <p:spPr>
            <a:xfrm>
              <a:off x="16382256" y="4072188"/>
              <a:ext cx="38122" cy="52226"/>
            </a:xfrm>
            <a:custGeom>
              <a:avLst/>
              <a:gdLst/>
              <a:ahLst/>
              <a:cxnLst/>
              <a:rect l="0" t="0" r="0" b="0"/>
              <a:pathLst>
                <a:path w="38122" h="52226">
                  <a:moveTo>
                    <a:pt x="38122" y="0"/>
                  </a:moveTo>
                  <a:lnTo>
                    <a:pt x="0" y="52226"/>
                  </a:lnTo>
                  <a:lnTo>
                    <a:pt x="29629" y="281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81" name="Output_density__4180">
              <a:extLst>
                <a:ext uri="{FF2B5EF4-FFF2-40B4-BE49-F238E27FC236}">
                  <a16:creationId xmlns:a16="http://schemas.microsoft.com/office/drawing/2014/main" id="{ED9AA8E2-BF09-EF13-FBDA-6E7C1B56DB8F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88559"/>
              <a:ext cx="1462394" cy="1213731"/>
            </a:xfrm>
            <a:custGeom>
              <a:avLst/>
              <a:gdLst/>
              <a:ahLst/>
              <a:cxnLst/>
              <a:rect l="0" t="0" r="0" b="0"/>
              <a:pathLst>
                <a:path w="1462394" h="1213731">
                  <a:moveTo>
                    <a:pt x="506486" y="1162195"/>
                  </a:moveTo>
                  <a:lnTo>
                    <a:pt x="446077" y="1186289"/>
                  </a:lnTo>
                  <a:lnTo>
                    <a:pt x="504505" y="1213731"/>
                  </a:lnTo>
                  <a:close/>
                  <a:moveTo>
                    <a:pt x="122174" y="759135"/>
                  </a:moveTo>
                  <a:lnTo>
                    <a:pt x="110762" y="757172"/>
                  </a:lnTo>
                  <a:lnTo>
                    <a:pt x="141023" y="789834"/>
                  </a:lnTo>
                  <a:close/>
                  <a:moveTo>
                    <a:pt x="34700" y="718284"/>
                  </a:moveTo>
                  <a:lnTo>
                    <a:pt x="108538" y="749902"/>
                  </a:lnTo>
                  <a:lnTo>
                    <a:pt x="66917" y="727216"/>
                  </a:lnTo>
                  <a:close/>
                  <a:moveTo>
                    <a:pt x="34700" y="718284"/>
                  </a:moveTo>
                  <a:lnTo>
                    <a:pt x="110762" y="757172"/>
                  </a:lnTo>
                  <a:lnTo>
                    <a:pt x="108538" y="749902"/>
                  </a:lnTo>
                  <a:close/>
                  <a:moveTo>
                    <a:pt x="35174" y="722460"/>
                  </a:moveTo>
                  <a:lnTo>
                    <a:pt x="110762" y="757172"/>
                  </a:lnTo>
                  <a:lnTo>
                    <a:pt x="34700" y="718284"/>
                  </a:lnTo>
                  <a:close/>
                  <a:moveTo>
                    <a:pt x="108538" y="749902"/>
                  </a:moveTo>
                  <a:lnTo>
                    <a:pt x="110762" y="757172"/>
                  </a:lnTo>
                  <a:lnTo>
                    <a:pt x="122174" y="759135"/>
                  </a:lnTo>
                  <a:close/>
                  <a:moveTo>
                    <a:pt x="66917" y="727216"/>
                  </a:moveTo>
                  <a:lnTo>
                    <a:pt x="0" y="708513"/>
                  </a:lnTo>
                  <a:lnTo>
                    <a:pt x="34700" y="718284"/>
                  </a:lnTo>
                  <a:close/>
                  <a:moveTo>
                    <a:pt x="504505" y="1213731"/>
                  </a:moveTo>
                  <a:lnTo>
                    <a:pt x="493420" y="1200674"/>
                  </a:lnTo>
                  <a:lnTo>
                    <a:pt x="478596" y="1149983"/>
                  </a:lnTo>
                  <a:close/>
                  <a:moveTo>
                    <a:pt x="506486" y="1162195"/>
                  </a:moveTo>
                  <a:lnTo>
                    <a:pt x="478596" y="1149983"/>
                  </a:lnTo>
                  <a:lnTo>
                    <a:pt x="452767" y="1108240"/>
                  </a:lnTo>
                  <a:close/>
                  <a:moveTo>
                    <a:pt x="452690" y="1045559"/>
                  </a:moveTo>
                  <a:lnTo>
                    <a:pt x="479945" y="1110658"/>
                  </a:lnTo>
                  <a:lnTo>
                    <a:pt x="452767" y="1108240"/>
                  </a:lnTo>
                  <a:close/>
                  <a:moveTo>
                    <a:pt x="296053" y="880418"/>
                  </a:moveTo>
                  <a:lnTo>
                    <a:pt x="320428" y="951635"/>
                  </a:lnTo>
                  <a:lnTo>
                    <a:pt x="339556" y="912961"/>
                  </a:lnTo>
                  <a:close/>
                  <a:moveTo>
                    <a:pt x="384480" y="937544"/>
                  </a:moveTo>
                  <a:lnTo>
                    <a:pt x="378922" y="885467"/>
                  </a:lnTo>
                  <a:lnTo>
                    <a:pt x="339556" y="912961"/>
                  </a:lnTo>
                  <a:close/>
                  <a:moveTo>
                    <a:pt x="272307" y="777345"/>
                  </a:moveTo>
                  <a:lnTo>
                    <a:pt x="259896" y="801438"/>
                  </a:lnTo>
                  <a:lnTo>
                    <a:pt x="287715" y="828881"/>
                  </a:lnTo>
                  <a:close/>
                  <a:moveTo>
                    <a:pt x="272307" y="777345"/>
                  </a:moveTo>
                  <a:lnTo>
                    <a:pt x="245045" y="734277"/>
                  </a:lnTo>
                  <a:lnTo>
                    <a:pt x="220794" y="778505"/>
                  </a:lnTo>
                  <a:close/>
                  <a:moveTo>
                    <a:pt x="108538" y="749902"/>
                  </a:moveTo>
                  <a:lnTo>
                    <a:pt x="122174" y="759135"/>
                  </a:lnTo>
                  <a:lnTo>
                    <a:pt x="123556" y="746771"/>
                  </a:lnTo>
                  <a:close/>
                  <a:moveTo>
                    <a:pt x="108538" y="749902"/>
                  </a:moveTo>
                  <a:lnTo>
                    <a:pt x="123556" y="746771"/>
                  </a:lnTo>
                  <a:lnTo>
                    <a:pt x="66917" y="727216"/>
                  </a:lnTo>
                  <a:close/>
                  <a:moveTo>
                    <a:pt x="187434" y="732821"/>
                  </a:moveTo>
                  <a:lnTo>
                    <a:pt x="122174" y="759135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123556" y="746771"/>
                  </a:lnTo>
                  <a:lnTo>
                    <a:pt x="122174" y="759135"/>
                  </a:lnTo>
                  <a:close/>
                  <a:moveTo>
                    <a:pt x="123556" y="746771"/>
                  </a:moveTo>
                  <a:lnTo>
                    <a:pt x="187434" y="732821"/>
                  </a:lnTo>
                  <a:lnTo>
                    <a:pt x="142920" y="701803"/>
                  </a:lnTo>
                  <a:close/>
                  <a:moveTo>
                    <a:pt x="187434" y="732821"/>
                  </a:moveTo>
                  <a:lnTo>
                    <a:pt x="191801" y="709885"/>
                  </a:lnTo>
                  <a:lnTo>
                    <a:pt x="142920" y="701803"/>
                  </a:lnTo>
                  <a:close/>
                  <a:moveTo>
                    <a:pt x="173418" y="776052"/>
                  </a:moveTo>
                  <a:lnTo>
                    <a:pt x="230811" y="725808"/>
                  </a:lnTo>
                  <a:lnTo>
                    <a:pt x="187434" y="732821"/>
                  </a:lnTo>
                  <a:close/>
                  <a:moveTo>
                    <a:pt x="245045" y="734277"/>
                  </a:moveTo>
                  <a:lnTo>
                    <a:pt x="230811" y="725808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230811" y="725808"/>
                  </a:lnTo>
                  <a:lnTo>
                    <a:pt x="191801" y="709885"/>
                  </a:lnTo>
                  <a:close/>
                  <a:moveTo>
                    <a:pt x="475484" y="1138101"/>
                  </a:moveTo>
                  <a:lnTo>
                    <a:pt x="452767" y="1108240"/>
                  </a:lnTo>
                  <a:lnTo>
                    <a:pt x="478596" y="1149983"/>
                  </a:lnTo>
                  <a:close/>
                  <a:moveTo>
                    <a:pt x="452767" y="1108240"/>
                  </a:moveTo>
                  <a:lnTo>
                    <a:pt x="448860" y="1086565"/>
                  </a:lnTo>
                  <a:lnTo>
                    <a:pt x="399105" y="1051141"/>
                  </a:lnTo>
                  <a:close/>
                  <a:moveTo>
                    <a:pt x="452690" y="1045559"/>
                  </a:moveTo>
                  <a:lnTo>
                    <a:pt x="452767" y="1108240"/>
                  </a:lnTo>
                  <a:lnTo>
                    <a:pt x="399105" y="1051141"/>
                  </a:lnTo>
                  <a:close/>
                  <a:moveTo>
                    <a:pt x="463186" y="890941"/>
                  </a:moveTo>
                  <a:lnTo>
                    <a:pt x="430384" y="875465"/>
                  </a:lnTo>
                  <a:lnTo>
                    <a:pt x="490238" y="907861"/>
                  </a:lnTo>
                  <a:close/>
                  <a:moveTo>
                    <a:pt x="341350" y="871883"/>
                  </a:moveTo>
                  <a:lnTo>
                    <a:pt x="339556" y="912961"/>
                  </a:lnTo>
                  <a:lnTo>
                    <a:pt x="379602" y="878767"/>
                  </a:lnTo>
                  <a:close/>
                  <a:moveTo>
                    <a:pt x="419930" y="856324"/>
                  </a:moveTo>
                  <a:lnTo>
                    <a:pt x="430384" y="875465"/>
                  </a:lnTo>
                  <a:lnTo>
                    <a:pt x="463186" y="890941"/>
                  </a:lnTo>
                  <a:close/>
                  <a:moveTo>
                    <a:pt x="309426" y="804787"/>
                  </a:moveTo>
                  <a:lnTo>
                    <a:pt x="272307" y="777345"/>
                  </a:lnTo>
                  <a:lnTo>
                    <a:pt x="287715" y="828881"/>
                  </a:lnTo>
                  <a:close/>
                  <a:moveTo>
                    <a:pt x="245045" y="734277"/>
                  </a:moveTo>
                  <a:lnTo>
                    <a:pt x="272307" y="777345"/>
                  </a:lnTo>
                  <a:lnTo>
                    <a:pt x="280195" y="758134"/>
                  </a:lnTo>
                  <a:close/>
                  <a:moveTo>
                    <a:pt x="463186" y="890941"/>
                  </a:moveTo>
                  <a:lnTo>
                    <a:pt x="490238" y="907861"/>
                  </a:lnTo>
                  <a:lnTo>
                    <a:pt x="490974" y="859934"/>
                  </a:lnTo>
                  <a:close/>
                  <a:moveTo>
                    <a:pt x="524489" y="836941"/>
                  </a:moveTo>
                  <a:lnTo>
                    <a:pt x="490238" y="907861"/>
                  </a:lnTo>
                  <a:lnTo>
                    <a:pt x="526504" y="898046"/>
                  </a:lnTo>
                  <a:close/>
                  <a:moveTo>
                    <a:pt x="564002" y="905543"/>
                  </a:moveTo>
                  <a:lnTo>
                    <a:pt x="526504" y="898046"/>
                  </a:lnTo>
                  <a:lnTo>
                    <a:pt x="519827" y="928033"/>
                  </a:lnTo>
                  <a:close/>
                  <a:moveTo>
                    <a:pt x="437931" y="832230"/>
                  </a:moveTo>
                  <a:lnTo>
                    <a:pt x="410666" y="804787"/>
                  </a:lnTo>
                  <a:lnTo>
                    <a:pt x="419930" y="856324"/>
                  </a:lnTo>
                  <a:close/>
                  <a:moveTo>
                    <a:pt x="445701" y="612041"/>
                  </a:moveTo>
                  <a:lnTo>
                    <a:pt x="442102" y="626084"/>
                  </a:lnTo>
                  <a:lnTo>
                    <a:pt x="460973" y="612865"/>
                  </a:lnTo>
                  <a:close/>
                  <a:moveTo>
                    <a:pt x="445701" y="612041"/>
                  </a:moveTo>
                  <a:lnTo>
                    <a:pt x="460973" y="612865"/>
                  </a:lnTo>
                  <a:lnTo>
                    <a:pt x="440478" y="601990"/>
                  </a:lnTo>
                  <a:close/>
                  <a:moveTo>
                    <a:pt x="440478" y="601990"/>
                  </a:moveTo>
                  <a:lnTo>
                    <a:pt x="422768" y="567942"/>
                  </a:lnTo>
                  <a:lnTo>
                    <a:pt x="445701" y="612041"/>
                  </a:lnTo>
                  <a:close/>
                  <a:moveTo>
                    <a:pt x="440478" y="601990"/>
                  </a:moveTo>
                  <a:lnTo>
                    <a:pt x="398394" y="550453"/>
                  </a:lnTo>
                  <a:lnTo>
                    <a:pt x="422768" y="567942"/>
                  </a:lnTo>
                  <a:close/>
                  <a:moveTo>
                    <a:pt x="692050" y="784042"/>
                  </a:moveTo>
                  <a:lnTo>
                    <a:pt x="685587" y="808136"/>
                  </a:lnTo>
                  <a:lnTo>
                    <a:pt x="652863" y="745797"/>
                  </a:lnTo>
                  <a:close/>
                  <a:moveTo>
                    <a:pt x="608068" y="681489"/>
                  </a:moveTo>
                  <a:lnTo>
                    <a:pt x="611838" y="705063"/>
                  </a:lnTo>
                  <a:lnTo>
                    <a:pt x="609093" y="682410"/>
                  </a:lnTo>
                  <a:close/>
                  <a:moveTo>
                    <a:pt x="440478" y="601990"/>
                  </a:moveTo>
                  <a:lnTo>
                    <a:pt x="460973" y="612865"/>
                  </a:lnTo>
                  <a:lnTo>
                    <a:pt x="476933" y="586650"/>
                  </a:lnTo>
                  <a:close/>
                  <a:moveTo>
                    <a:pt x="440478" y="601990"/>
                  </a:moveTo>
                  <a:lnTo>
                    <a:pt x="476933" y="586650"/>
                  </a:lnTo>
                  <a:lnTo>
                    <a:pt x="398394" y="550453"/>
                  </a:lnTo>
                  <a:close/>
                  <a:moveTo>
                    <a:pt x="398248" y="549894"/>
                  </a:moveTo>
                  <a:lnTo>
                    <a:pt x="398394" y="550453"/>
                  </a:lnTo>
                  <a:lnTo>
                    <a:pt x="432579" y="546483"/>
                  </a:lnTo>
                  <a:close/>
                  <a:moveTo>
                    <a:pt x="516010" y="577896"/>
                  </a:moveTo>
                  <a:lnTo>
                    <a:pt x="546448" y="630860"/>
                  </a:lnTo>
                  <a:lnTo>
                    <a:pt x="546664" y="629433"/>
                  </a:lnTo>
                  <a:close/>
                  <a:moveTo>
                    <a:pt x="460973" y="612865"/>
                  </a:moveTo>
                  <a:lnTo>
                    <a:pt x="546448" y="630860"/>
                  </a:lnTo>
                  <a:lnTo>
                    <a:pt x="516010" y="577896"/>
                  </a:lnTo>
                  <a:close/>
                  <a:moveTo>
                    <a:pt x="516010" y="577896"/>
                  </a:moveTo>
                  <a:lnTo>
                    <a:pt x="476933" y="586650"/>
                  </a:lnTo>
                  <a:lnTo>
                    <a:pt x="460973" y="612865"/>
                  </a:lnTo>
                  <a:close/>
                  <a:moveTo>
                    <a:pt x="476933" y="586650"/>
                  </a:moveTo>
                  <a:lnTo>
                    <a:pt x="516010" y="577896"/>
                  </a:lnTo>
                  <a:lnTo>
                    <a:pt x="486114" y="571962"/>
                  </a:lnTo>
                  <a:close/>
                  <a:moveTo>
                    <a:pt x="398394" y="550453"/>
                  </a:moveTo>
                  <a:lnTo>
                    <a:pt x="398248" y="549894"/>
                  </a:lnTo>
                  <a:lnTo>
                    <a:pt x="386341" y="496832"/>
                  </a:lnTo>
                  <a:close/>
                  <a:moveTo>
                    <a:pt x="606378" y="680969"/>
                  </a:moveTo>
                  <a:lnTo>
                    <a:pt x="608068" y="681489"/>
                  </a:lnTo>
                  <a:lnTo>
                    <a:pt x="609093" y="682410"/>
                  </a:lnTo>
                  <a:close/>
                  <a:moveTo>
                    <a:pt x="546448" y="630860"/>
                  </a:moveTo>
                  <a:lnTo>
                    <a:pt x="606378" y="680969"/>
                  </a:lnTo>
                  <a:lnTo>
                    <a:pt x="549187" y="633105"/>
                  </a:lnTo>
                  <a:close/>
                  <a:moveTo>
                    <a:pt x="608068" y="681489"/>
                  </a:moveTo>
                  <a:lnTo>
                    <a:pt x="606378" y="680969"/>
                  </a:lnTo>
                  <a:lnTo>
                    <a:pt x="546448" y="630860"/>
                  </a:lnTo>
                  <a:close/>
                  <a:moveTo>
                    <a:pt x="386501" y="526359"/>
                  </a:moveTo>
                  <a:lnTo>
                    <a:pt x="386341" y="496832"/>
                  </a:lnTo>
                  <a:lnTo>
                    <a:pt x="398248" y="549894"/>
                  </a:lnTo>
                  <a:close/>
                  <a:moveTo>
                    <a:pt x="743174" y="708412"/>
                  </a:moveTo>
                  <a:lnTo>
                    <a:pt x="716861" y="735981"/>
                  </a:lnTo>
                  <a:lnTo>
                    <a:pt x="747004" y="713783"/>
                  </a:lnTo>
                  <a:close/>
                  <a:moveTo>
                    <a:pt x="712420" y="732506"/>
                  </a:moveTo>
                  <a:lnTo>
                    <a:pt x="716861" y="735981"/>
                  </a:lnTo>
                  <a:lnTo>
                    <a:pt x="743174" y="708412"/>
                  </a:lnTo>
                  <a:close/>
                  <a:moveTo>
                    <a:pt x="696872" y="656875"/>
                  </a:moveTo>
                  <a:lnTo>
                    <a:pt x="712420" y="732506"/>
                  </a:lnTo>
                  <a:lnTo>
                    <a:pt x="743174" y="708412"/>
                  </a:lnTo>
                  <a:close/>
                  <a:moveTo>
                    <a:pt x="606378" y="680969"/>
                  </a:moveTo>
                  <a:lnTo>
                    <a:pt x="609093" y="682410"/>
                  </a:lnTo>
                  <a:lnTo>
                    <a:pt x="612034" y="678266"/>
                  </a:lnTo>
                  <a:close/>
                  <a:moveTo>
                    <a:pt x="606378" y="680969"/>
                  </a:moveTo>
                  <a:lnTo>
                    <a:pt x="612034" y="678266"/>
                  </a:lnTo>
                  <a:lnTo>
                    <a:pt x="549187" y="633105"/>
                  </a:lnTo>
                  <a:close/>
                  <a:moveTo>
                    <a:pt x="679252" y="661600"/>
                  </a:moveTo>
                  <a:lnTo>
                    <a:pt x="612034" y="678266"/>
                  </a:lnTo>
                  <a:lnTo>
                    <a:pt x="609093" y="682410"/>
                  </a:lnTo>
                  <a:close/>
                  <a:moveTo>
                    <a:pt x="612034" y="678266"/>
                  </a:moveTo>
                  <a:lnTo>
                    <a:pt x="679252" y="661600"/>
                  </a:lnTo>
                  <a:lnTo>
                    <a:pt x="636929" y="651580"/>
                  </a:lnTo>
                  <a:close/>
                  <a:moveTo>
                    <a:pt x="695358" y="623746"/>
                  </a:moveTo>
                  <a:lnTo>
                    <a:pt x="681102" y="642059"/>
                  </a:lnTo>
                  <a:lnTo>
                    <a:pt x="679252" y="661600"/>
                  </a:lnTo>
                  <a:close/>
                  <a:moveTo>
                    <a:pt x="696872" y="656875"/>
                  </a:moveTo>
                  <a:lnTo>
                    <a:pt x="723859" y="627246"/>
                  </a:lnTo>
                  <a:lnTo>
                    <a:pt x="695358" y="623746"/>
                  </a:lnTo>
                  <a:close/>
                  <a:moveTo>
                    <a:pt x="679252" y="661600"/>
                  </a:moveTo>
                  <a:lnTo>
                    <a:pt x="696872" y="656875"/>
                  </a:lnTo>
                  <a:lnTo>
                    <a:pt x="695358" y="623746"/>
                  </a:lnTo>
                  <a:close/>
                  <a:moveTo>
                    <a:pt x="812700" y="784730"/>
                  </a:moveTo>
                  <a:lnTo>
                    <a:pt x="827909" y="811485"/>
                  </a:lnTo>
                  <a:lnTo>
                    <a:pt x="823900" y="808197"/>
                  </a:lnTo>
                  <a:close/>
                  <a:moveTo>
                    <a:pt x="747004" y="713783"/>
                  </a:moveTo>
                  <a:lnTo>
                    <a:pt x="752420" y="708412"/>
                  </a:lnTo>
                  <a:lnTo>
                    <a:pt x="780610" y="742666"/>
                  </a:lnTo>
                  <a:close/>
                  <a:moveTo>
                    <a:pt x="780610" y="742666"/>
                  </a:moveTo>
                  <a:lnTo>
                    <a:pt x="752420" y="708412"/>
                  </a:lnTo>
                  <a:lnTo>
                    <a:pt x="803619" y="699199"/>
                  </a:lnTo>
                  <a:close/>
                  <a:moveTo>
                    <a:pt x="752534" y="640005"/>
                  </a:moveTo>
                  <a:lnTo>
                    <a:pt x="760185" y="656875"/>
                  </a:lnTo>
                  <a:lnTo>
                    <a:pt x="723859" y="627246"/>
                  </a:lnTo>
                  <a:close/>
                  <a:moveTo>
                    <a:pt x="1113375" y="814833"/>
                  </a:moveTo>
                  <a:lnTo>
                    <a:pt x="1129468" y="825891"/>
                  </a:lnTo>
                  <a:lnTo>
                    <a:pt x="1153717" y="792716"/>
                  </a:lnTo>
                  <a:close/>
                  <a:moveTo>
                    <a:pt x="1113375" y="814833"/>
                  </a:moveTo>
                  <a:lnTo>
                    <a:pt x="1153717" y="792716"/>
                  </a:lnTo>
                  <a:lnTo>
                    <a:pt x="1133957" y="739203"/>
                  </a:lnTo>
                  <a:close/>
                  <a:moveTo>
                    <a:pt x="1210885" y="820719"/>
                  </a:moveTo>
                  <a:lnTo>
                    <a:pt x="1163689" y="784609"/>
                  </a:lnTo>
                  <a:lnTo>
                    <a:pt x="1157530" y="790740"/>
                  </a:lnTo>
                  <a:close/>
                  <a:moveTo>
                    <a:pt x="1186852" y="770640"/>
                  </a:moveTo>
                  <a:lnTo>
                    <a:pt x="1163689" y="784609"/>
                  </a:lnTo>
                  <a:lnTo>
                    <a:pt x="1210885" y="820719"/>
                  </a:lnTo>
                  <a:close/>
                  <a:moveTo>
                    <a:pt x="1139177" y="715109"/>
                  </a:moveTo>
                  <a:lnTo>
                    <a:pt x="1133957" y="739203"/>
                  </a:lnTo>
                  <a:lnTo>
                    <a:pt x="1181653" y="766646"/>
                  </a:lnTo>
                  <a:close/>
                  <a:moveTo>
                    <a:pt x="1142257" y="663573"/>
                  </a:moveTo>
                  <a:lnTo>
                    <a:pt x="1133957" y="739203"/>
                  </a:lnTo>
                  <a:lnTo>
                    <a:pt x="1139177" y="715109"/>
                  </a:lnTo>
                  <a:close/>
                  <a:moveTo>
                    <a:pt x="1107257" y="647722"/>
                  </a:moveTo>
                  <a:lnTo>
                    <a:pt x="1142257" y="663573"/>
                  </a:lnTo>
                  <a:lnTo>
                    <a:pt x="1156686" y="587942"/>
                  </a:lnTo>
                  <a:close/>
                  <a:moveTo>
                    <a:pt x="1156686" y="587942"/>
                  </a:moveTo>
                  <a:lnTo>
                    <a:pt x="1142257" y="663573"/>
                  </a:lnTo>
                  <a:lnTo>
                    <a:pt x="1175782" y="594352"/>
                  </a:lnTo>
                  <a:close/>
                  <a:moveTo>
                    <a:pt x="1175782" y="594352"/>
                  </a:moveTo>
                  <a:lnTo>
                    <a:pt x="1142257" y="663573"/>
                  </a:lnTo>
                  <a:lnTo>
                    <a:pt x="1166408" y="656913"/>
                  </a:lnTo>
                  <a:close/>
                  <a:moveTo>
                    <a:pt x="1172832" y="663573"/>
                  </a:moveTo>
                  <a:lnTo>
                    <a:pt x="1175782" y="594352"/>
                  </a:lnTo>
                  <a:lnTo>
                    <a:pt x="1166408" y="656913"/>
                  </a:lnTo>
                  <a:close/>
                  <a:moveTo>
                    <a:pt x="1274977" y="512311"/>
                  </a:moveTo>
                  <a:lnTo>
                    <a:pt x="1276908" y="517556"/>
                  </a:lnTo>
                  <a:lnTo>
                    <a:pt x="1285539" y="520461"/>
                  </a:lnTo>
                  <a:close/>
                  <a:moveTo>
                    <a:pt x="1273258" y="474543"/>
                  </a:moveTo>
                  <a:lnTo>
                    <a:pt x="1276908" y="517556"/>
                  </a:lnTo>
                  <a:lnTo>
                    <a:pt x="1274977" y="512311"/>
                  </a:lnTo>
                  <a:close/>
                  <a:moveTo>
                    <a:pt x="1369862" y="615385"/>
                  </a:moveTo>
                  <a:lnTo>
                    <a:pt x="1415304" y="656278"/>
                  </a:lnTo>
                  <a:lnTo>
                    <a:pt x="1428210" y="596001"/>
                  </a:lnTo>
                  <a:close/>
                  <a:moveTo>
                    <a:pt x="1274977" y="512311"/>
                  </a:moveTo>
                  <a:lnTo>
                    <a:pt x="1273032" y="457965"/>
                  </a:lnTo>
                  <a:lnTo>
                    <a:pt x="1273258" y="474543"/>
                  </a:lnTo>
                  <a:close/>
                  <a:moveTo>
                    <a:pt x="1421334" y="464124"/>
                  </a:moveTo>
                  <a:lnTo>
                    <a:pt x="1399654" y="502640"/>
                  </a:lnTo>
                  <a:lnTo>
                    <a:pt x="1430552" y="468611"/>
                  </a:lnTo>
                  <a:close/>
                  <a:moveTo>
                    <a:pt x="1430552" y="468611"/>
                  </a:moveTo>
                  <a:lnTo>
                    <a:pt x="1399654" y="502640"/>
                  </a:lnTo>
                  <a:lnTo>
                    <a:pt x="1393217" y="523724"/>
                  </a:lnTo>
                  <a:close/>
                  <a:moveTo>
                    <a:pt x="1441907" y="515660"/>
                  </a:moveTo>
                  <a:lnTo>
                    <a:pt x="1448054" y="508923"/>
                  </a:lnTo>
                  <a:lnTo>
                    <a:pt x="1430552" y="468611"/>
                  </a:lnTo>
                  <a:close/>
                  <a:moveTo>
                    <a:pt x="1393217" y="523724"/>
                  </a:moveTo>
                  <a:lnTo>
                    <a:pt x="1441907" y="515660"/>
                  </a:lnTo>
                  <a:lnTo>
                    <a:pt x="1430552" y="468611"/>
                  </a:lnTo>
                  <a:close/>
                  <a:moveTo>
                    <a:pt x="1462394" y="539754"/>
                  </a:moveTo>
                  <a:lnTo>
                    <a:pt x="1452212" y="524469"/>
                  </a:lnTo>
                  <a:lnTo>
                    <a:pt x="1431639" y="582453"/>
                  </a:lnTo>
                  <a:close/>
                  <a:moveTo>
                    <a:pt x="1462394" y="539754"/>
                  </a:moveTo>
                  <a:lnTo>
                    <a:pt x="1452895" y="515660"/>
                  </a:lnTo>
                  <a:lnTo>
                    <a:pt x="1452212" y="524469"/>
                  </a:lnTo>
                  <a:close/>
                  <a:moveTo>
                    <a:pt x="1452895" y="515660"/>
                  </a:moveTo>
                  <a:lnTo>
                    <a:pt x="1430552" y="468611"/>
                  </a:lnTo>
                  <a:lnTo>
                    <a:pt x="1448054" y="508923"/>
                  </a:lnTo>
                  <a:close/>
                  <a:moveTo>
                    <a:pt x="1298840" y="412587"/>
                  </a:moveTo>
                  <a:lnTo>
                    <a:pt x="1270460" y="385145"/>
                  </a:lnTo>
                  <a:lnTo>
                    <a:pt x="1282795" y="436681"/>
                  </a:lnTo>
                  <a:close/>
                  <a:moveTo>
                    <a:pt x="1397961" y="394382"/>
                  </a:moveTo>
                  <a:lnTo>
                    <a:pt x="1421334" y="464124"/>
                  </a:lnTo>
                  <a:lnTo>
                    <a:pt x="1405378" y="412587"/>
                  </a:lnTo>
                  <a:close/>
                  <a:moveTo>
                    <a:pt x="1237657" y="79273"/>
                  </a:moveTo>
                  <a:lnTo>
                    <a:pt x="1256480" y="142015"/>
                  </a:lnTo>
                  <a:lnTo>
                    <a:pt x="1281754" y="101611"/>
                  </a:lnTo>
                  <a:close/>
                  <a:moveTo>
                    <a:pt x="1281173" y="55180"/>
                  </a:moveTo>
                  <a:lnTo>
                    <a:pt x="1281754" y="101611"/>
                  </a:lnTo>
                  <a:lnTo>
                    <a:pt x="1313816" y="86584"/>
                  </a:lnTo>
                  <a:close/>
                  <a:moveTo>
                    <a:pt x="1281173" y="55180"/>
                  </a:moveTo>
                  <a:lnTo>
                    <a:pt x="1237657" y="79273"/>
                  </a:lnTo>
                  <a:lnTo>
                    <a:pt x="1281754" y="101611"/>
                  </a:lnTo>
                  <a:close/>
                  <a:moveTo>
                    <a:pt x="1339750" y="31086"/>
                  </a:moveTo>
                  <a:lnTo>
                    <a:pt x="1354817" y="53000"/>
                  </a:lnTo>
                  <a:lnTo>
                    <a:pt x="1296113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2" name="Output_density__4181">
              <a:extLst>
                <a:ext uri="{FF2B5EF4-FFF2-40B4-BE49-F238E27FC236}">
                  <a16:creationId xmlns:a16="http://schemas.microsoft.com/office/drawing/2014/main" id="{CB7207E7-3585-C220-9642-4E8BDCE2188E}"/>
                </a:ext>
              </a:extLst>
            </p:cNvPr>
            <p:cNvSpPr>
              <a:spLocks noGrp="1"/>
            </p:cNvSpPr>
            <p:nvPr/>
          </p:nvSpPr>
          <p:spPr>
            <a:xfrm>
              <a:off x="15567481" y="3387959"/>
              <a:ext cx="1261093" cy="1162795"/>
            </a:xfrm>
            <a:custGeom>
              <a:avLst/>
              <a:gdLst/>
              <a:ahLst/>
              <a:cxnLst/>
              <a:rect l="0" t="0" r="0" b="0"/>
              <a:pathLst>
                <a:path w="1261093" h="1162795">
                  <a:moveTo>
                    <a:pt x="253099" y="1115236"/>
                  </a:moveTo>
                  <a:lnTo>
                    <a:pt x="181148" y="1133535"/>
                  </a:lnTo>
                  <a:lnTo>
                    <a:pt x="183343" y="1135353"/>
                  </a:lnTo>
                  <a:close/>
                  <a:moveTo>
                    <a:pt x="190600" y="1065321"/>
                  </a:moveTo>
                  <a:lnTo>
                    <a:pt x="181148" y="1133535"/>
                  </a:lnTo>
                  <a:lnTo>
                    <a:pt x="253099" y="1115236"/>
                  </a:lnTo>
                  <a:close/>
                  <a:moveTo>
                    <a:pt x="241372" y="1062027"/>
                  </a:moveTo>
                  <a:lnTo>
                    <a:pt x="190600" y="1065321"/>
                  </a:lnTo>
                  <a:lnTo>
                    <a:pt x="253099" y="1115236"/>
                  </a:lnTo>
                  <a:close/>
                  <a:moveTo>
                    <a:pt x="171997" y="1008185"/>
                  </a:moveTo>
                  <a:lnTo>
                    <a:pt x="190600" y="1065321"/>
                  </a:lnTo>
                  <a:lnTo>
                    <a:pt x="191199" y="1036213"/>
                  </a:lnTo>
                  <a:close/>
                  <a:moveTo>
                    <a:pt x="147385" y="1083816"/>
                  </a:moveTo>
                  <a:lnTo>
                    <a:pt x="190600" y="1065321"/>
                  </a:lnTo>
                  <a:lnTo>
                    <a:pt x="171997" y="1008185"/>
                  </a:lnTo>
                  <a:close/>
                  <a:moveTo>
                    <a:pt x="124624" y="961977"/>
                  </a:moveTo>
                  <a:lnTo>
                    <a:pt x="119521" y="959639"/>
                  </a:lnTo>
                  <a:lnTo>
                    <a:pt x="171997" y="1008185"/>
                  </a:lnTo>
                  <a:close/>
                  <a:moveTo>
                    <a:pt x="120160" y="956649"/>
                  </a:moveTo>
                  <a:lnTo>
                    <a:pt x="119521" y="959639"/>
                  </a:lnTo>
                  <a:lnTo>
                    <a:pt x="124624" y="961977"/>
                  </a:lnTo>
                  <a:close/>
                  <a:moveTo>
                    <a:pt x="120160" y="956649"/>
                  </a:moveTo>
                  <a:lnTo>
                    <a:pt x="89899" y="920978"/>
                  </a:lnTo>
                  <a:lnTo>
                    <a:pt x="119521" y="959639"/>
                  </a:lnTo>
                  <a:close/>
                  <a:moveTo>
                    <a:pt x="288144" y="1111259"/>
                  </a:moveTo>
                  <a:lnTo>
                    <a:pt x="314684" y="1162795"/>
                  </a:lnTo>
                  <a:lnTo>
                    <a:pt x="260965" y="1108840"/>
                  </a:lnTo>
                  <a:close/>
                  <a:moveTo>
                    <a:pt x="171997" y="1008185"/>
                  </a:moveTo>
                  <a:lnTo>
                    <a:pt x="191199" y="1036213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24624" y="961977"/>
                  </a:lnTo>
                  <a:lnTo>
                    <a:pt x="171997" y="1008185"/>
                  </a:lnTo>
                  <a:close/>
                  <a:moveTo>
                    <a:pt x="128627" y="952236"/>
                  </a:moveTo>
                  <a:lnTo>
                    <a:pt x="124624" y="961977"/>
                  </a:lnTo>
                  <a:lnTo>
                    <a:pt x="195156" y="998874"/>
                  </a:lnTo>
                  <a:close/>
                  <a:moveTo>
                    <a:pt x="192679" y="938145"/>
                  </a:moveTo>
                  <a:lnTo>
                    <a:pt x="128627" y="952236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91199" y="1036213"/>
                  </a:lnTo>
                  <a:lnTo>
                    <a:pt x="201563" y="1008185"/>
                  </a:lnTo>
                  <a:close/>
                  <a:moveTo>
                    <a:pt x="192679" y="938145"/>
                  </a:moveTo>
                  <a:lnTo>
                    <a:pt x="195156" y="998874"/>
                  </a:lnTo>
                  <a:lnTo>
                    <a:pt x="201563" y="1008185"/>
                  </a:lnTo>
                  <a:close/>
                  <a:moveTo>
                    <a:pt x="120160" y="956649"/>
                  </a:moveTo>
                  <a:lnTo>
                    <a:pt x="124624" y="961977"/>
                  </a:lnTo>
                  <a:lnTo>
                    <a:pt x="128627" y="952236"/>
                  </a:lnTo>
                  <a:close/>
                  <a:moveTo>
                    <a:pt x="120160" y="956649"/>
                  </a:moveTo>
                  <a:lnTo>
                    <a:pt x="128627" y="952236"/>
                  </a:lnTo>
                  <a:lnTo>
                    <a:pt x="104252" y="881018"/>
                  </a:lnTo>
                  <a:close/>
                  <a:moveTo>
                    <a:pt x="94968" y="905112"/>
                  </a:moveTo>
                  <a:lnTo>
                    <a:pt x="120160" y="956649"/>
                  </a:lnTo>
                  <a:lnTo>
                    <a:pt x="104252" y="881018"/>
                  </a:lnTo>
                  <a:close/>
                  <a:moveTo>
                    <a:pt x="128627" y="952236"/>
                  </a:moveTo>
                  <a:lnTo>
                    <a:pt x="192679" y="938145"/>
                  </a:lnTo>
                  <a:lnTo>
                    <a:pt x="147755" y="913561"/>
                  </a:lnTo>
                  <a:close/>
                  <a:moveTo>
                    <a:pt x="104252" y="881018"/>
                  </a:moveTo>
                  <a:lnTo>
                    <a:pt x="95913" y="829482"/>
                  </a:lnTo>
                  <a:lnTo>
                    <a:pt x="94968" y="905112"/>
                  </a:lnTo>
                  <a:close/>
                  <a:moveTo>
                    <a:pt x="298437" y="908461"/>
                  </a:moveTo>
                  <a:lnTo>
                    <a:pt x="306742" y="983958"/>
                  </a:lnTo>
                  <a:lnTo>
                    <a:pt x="328026" y="928634"/>
                  </a:lnTo>
                  <a:close/>
                  <a:moveTo>
                    <a:pt x="39010" y="726409"/>
                  </a:moveTo>
                  <a:lnTo>
                    <a:pt x="53244" y="734877"/>
                  </a:lnTo>
                  <a:lnTo>
                    <a:pt x="44781" y="702315"/>
                  </a:lnTo>
                  <a:close/>
                  <a:moveTo>
                    <a:pt x="39010" y="726409"/>
                  </a:moveTo>
                  <a:lnTo>
                    <a:pt x="44781" y="702315"/>
                  </a:lnTo>
                  <a:lnTo>
                    <a:pt x="0" y="710485"/>
                  </a:lnTo>
                  <a:close/>
                  <a:moveTo>
                    <a:pt x="298437" y="908461"/>
                  </a:moveTo>
                  <a:lnTo>
                    <a:pt x="328026" y="928634"/>
                  </a:lnTo>
                  <a:lnTo>
                    <a:pt x="334703" y="898646"/>
                  </a:lnTo>
                  <a:close/>
                  <a:moveTo>
                    <a:pt x="246130" y="832831"/>
                  </a:moveTo>
                  <a:lnTo>
                    <a:pt x="228129" y="856924"/>
                  </a:lnTo>
                  <a:lnTo>
                    <a:pt x="271385" y="891541"/>
                  </a:lnTo>
                  <a:close/>
                  <a:moveTo>
                    <a:pt x="488263" y="773681"/>
                  </a:moveTo>
                  <a:lnTo>
                    <a:pt x="431516" y="757200"/>
                  </a:lnTo>
                  <a:lnTo>
                    <a:pt x="411092" y="794729"/>
                  </a:lnTo>
                  <a:close/>
                  <a:moveTo>
                    <a:pt x="461062" y="746397"/>
                  </a:moveTo>
                  <a:lnTo>
                    <a:pt x="488263" y="773681"/>
                  </a:lnTo>
                  <a:lnTo>
                    <a:pt x="500249" y="784643"/>
                  </a:lnTo>
                  <a:close/>
                  <a:moveTo>
                    <a:pt x="417292" y="683010"/>
                  </a:moveTo>
                  <a:lnTo>
                    <a:pt x="461062" y="746397"/>
                  </a:lnTo>
                  <a:lnTo>
                    <a:pt x="472029" y="712983"/>
                  </a:lnTo>
                  <a:close/>
                  <a:moveTo>
                    <a:pt x="420037" y="705663"/>
                  </a:moveTo>
                  <a:lnTo>
                    <a:pt x="461062" y="746397"/>
                  </a:lnTo>
                  <a:lnTo>
                    <a:pt x="417292" y="683010"/>
                  </a:lnTo>
                  <a:close/>
                  <a:moveTo>
                    <a:pt x="605038" y="760549"/>
                  </a:moveTo>
                  <a:lnTo>
                    <a:pt x="586400" y="791247"/>
                  </a:lnTo>
                  <a:lnTo>
                    <a:pt x="620899" y="785330"/>
                  </a:lnTo>
                  <a:close/>
                  <a:moveTo>
                    <a:pt x="582926" y="723288"/>
                  </a:moveTo>
                  <a:lnTo>
                    <a:pt x="560619" y="709012"/>
                  </a:lnTo>
                  <a:lnTo>
                    <a:pt x="555203" y="714384"/>
                  </a:lnTo>
                  <a:close/>
                  <a:moveTo>
                    <a:pt x="555203" y="714384"/>
                  </a:moveTo>
                  <a:lnTo>
                    <a:pt x="525060" y="736582"/>
                  </a:lnTo>
                  <a:lnTo>
                    <a:pt x="582926" y="723288"/>
                  </a:lnTo>
                  <a:close/>
                  <a:moveTo>
                    <a:pt x="487451" y="662201"/>
                  </a:moveTo>
                  <a:lnTo>
                    <a:pt x="472029" y="712983"/>
                  </a:lnTo>
                  <a:lnTo>
                    <a:pt x="505070" y="657475"/>
                  </a:lnTo>
                  <a:close/>
                  <a:moveTo>
                    <a:pt x="505070" y="657475"/>
                  </a:moveTo>
                  <a:lnTo>
                    <a:pt x="472029" y="712983"/>
                  </a:lnTo>
                  <a:lnTo>
                    <a:pt x="520619" y="733106"/>
                  </a:lnTo>
                  <a:close/>
                  <a:moveTo>
                    <a:pt x="487451" y="662201"/>
                  </a:moveTo>
                  <a:lnTo>
                    <a:pt x="417292" y="683010"/>
                  </a:lnTo>
                  <a:lnTo>
                    <a:pt x="472029" y="712983"/>
                  </a:lnTo>
                  <a:close/>
                  <a:moveTo>
                    <a:pt x="487451" y="662201"/>
                  </a:moveTo>
                  <a:lnTo>
                    <a:pt x="489300" y="642660"/>
                  </a:lnTo>
                  <a:lnTo>
                    <a:pt x="445127" y="652181"/>
                  </a:lnTo>
                  <a:close/>
                  <a:moveTo>
                    <a:pt x="605038" y="760549"/>
                  </a:moveTo>
                  <a:lnTo>
                    <a:pt x="632099" y="808797"/>
                  </a:lnTo>
                  <a:lnTo>
                    <a:pt x="588809" y="743266"/>
                  </a:lnTo>
                  <a:close/>
                  <a:moveTo>
                    <a:pt x="620899" y="785330"/>
                  </a:moveTo>
                  <a:lnTo>
                    <a:pt x="632099" y="808797"/>
                  </a:lnTo>
                  <a:lnTo>
                    <a:pt x="605038" y="760549"/>
                  </a:lnTo>
                  <a:close/>
                  <a:moveTo>
                    <a:pt x="610593" y="746801"/>
                  </a:moveTo>
                  <a:lnTo>
                    <a:pt x="605038" y="760549"/>
                  </a:lnTo>
                  <a:lnTo>
                    <a:pt x="588809" y="743266"/>
                  </a:lnTo>
                  <a:close/>
                  <a:moveTo>
                    <a:pt x="551373" y="709012"/>
                  </a:moveTo>
                  <a:lnTo>
                    <a:pt x="571178" y="684918"/>
                  </a:lnTo>
                  <a:lnTo>
                    <a:pt x="505070" y="657475"/>
                  </a:lnTo>
                  <a:close/>
                  <a:moveTo>
                    <a:pt x="575865" y="656736"/>
                  </a:moveTo>
                  <a:lnTo>
                    <a:pt x="568384" y="657475"/>
                  </a:lnTo>
                  <a:lnTo>
                    <a:pt x="560733" y="640606"/>
                  </a:lnTo>
                  <a:close/>
                  <a:moveTo>
                    <a:pt x="560733" y="640606"/>
                  </a:moveTo>
                  <a:lnTo>
                    <a:pt x="532058" y="627846"/>
                  </a:lnTo>
                  <a:lnTo>
                    <a:pt x="505070" y="657475"/>
                  </a:lnTo>
                  <a:close/>
                  <a:moveTo>
                    <a:pt x="392368" y="320023"/>
                  </a:moveTo>
                  <a:lnTo>
                    <a:pt x="380999" y="324162"/>
                  </a:lnTo>
                  <a:lnTo>
                    <a:pt x="416762" y="305230"/>
                  </a:lnTo>
                  <a:close/>
                  <a:moveTo>
                    <a:pt x="942156" y="739804"/>
                  </a:moveTo>
                  <a:lnTo>
                    <a:pt x="961915" y="793316"/>
                  </a:lnTo>
                  <a:lnTo>
                    <a:pt x="962497" y="784426"/>
                  </a:lnTo>
                  <a:close/>
                  <a:moveTo>
                    <a:pt x="937667" y="826492"/>
                  </a:moveTo>
                  <a:lnTo>
                    <a:pt x="965729" y="791340"/>
                  </a:lnTo>
                  <a:lnTo>
                    <a:pt x="961915" y="793316"/>
                  </a:lnTo>
                  <a:close/>
                  <a:moveTo>
                    <a:pt x="942156" y="739804"/>
                  </a:moveTo>
                  <a:lnTo>
                    <a:pt x="891355" y="693116"/>
                  </a:lnTo>
                  <a:lnTo>
                    <a:pt x="871411" y="753449"/>
                  </a:lnTo>
                  <a:close/>
                  <a:moveTo>
                    <a:pt x="989851" y="767246"/>
                  </a:moveTo>
                  <a:lnTo>
                    <a:pt x="962497" y="784426"/>
                  </a:lnTo>
                  <a:lnTo>
                    <a:pt x="971887" y="785209"/>
                  </a:lnTo>
                  <a:close/>
                  <a:moveTo>
                    <a:pt x="942156" y="739804"/>
                  </a:moveTo>
                  <a:lnTo>
                    <a:pt x="962497" y="784426"/>
                  </a:lnTo>
                  <a:lnTo>
                    <a:pt x="989851" y="767246"/>
                  </a:lnTo>
                  <a:close/>
                  <a:moveTo>
                    <a:pt x="950455" y="664173"/>
                  </a:moveTo>
                  <a:lnTo>
                    <a:pt x="891355" y="693116"/>
                  </a:lnTo>
                  <a:lnTo>
                    <a:pt x="942156" y="739804"/>
                  </a:lnTo>
                  <a:close/>
                  <a:moveTo>
                    <a:pt x="876495" y="612637"/>
                  </a:moveTo>
                  <a:lnTo>
                    <a:pt x="886861" y="688267"/>
                  </a:lnTo>
                  <a:lnTo>
                    <a:pt x="915455" y="648323"/>
                  </a:lnTo>
                  <a:close/>
                  <a:moveTo>
                    <a:pt x="893578" y="685405"/>
                  </a:moveTo>
                  <a:lnTo>
                    <a:pt x="950455" y="664173"/>
                  </a:lnTo>
                  <a:lnTo>
                    <a:pt x="915455" y="648323"/>
                  </a:lnTo>
                  <a:close/>
                  <a:moveTo>
                    <a:pt x="876495" y="612637"/>
                  </a:moveTo>
                  <a:lnTo>
                    <a:pt x="866862" y="561100"/>
                  </a:lnTo>
                  <a:lnTo>
                    <a:pt x="862121" y="636730"/>
                  </a:lnTo>
                  <a:close/>
                  <a:moveTo>
                    <a:pt x="1047255" y="656848"/>
                  </a:moveTo>
                  <a:lnTo>
                    <a:pt x="981030" y="664173"/>
                  </a:lnTo>
                  <a:lnTo>
                    <a:pt x="1007338" y="693646"/>
                  </a:lnTo>
                  <a:close/>
                  <a:moveTo>
                    <a:pt x="1133787" y="564448"/>
                  </a:moveTo>
                  <a:lnTo>
                    <a:pt x="1093738" y="521062"/>
                  </a:lnTo>
                  <a:lnTo>
                    <a:pt x="1085107" y="518157"/>
                  </a:lnTo>
                  <a:close/>
                  <a:moveTo>
                    <a:pt x="1178060" y="615985"/>
                  </a:moveTo>
                  <a:lnTo>
                    <a:pt x="1236409" y="596601"/>
                  </a:lnTo>
                  <a:lnTo>
                    <a:pt x="1162144" y="602143"/>
                  </a:lnTo>
                  <a:close/>
                  <a:moveTo>
                    <a:pt x="1162144" y="602143"/>
                  </a:moveTo>
                  <a:lnTo>
                    <a:pt x="1236409" y="596601"/>
                  </a:lnTo>
                  <a:lnTo>
                    <a:pt x="1239838" y="583053"/>
                  </a:lnTo>
                  <a:close/>
                  <a:moveTo>
                    <a:pt x="1162144" y="602143"/>
                  </a:moveTo>
                  <a:lnTo>
                    <a:pt x="1239838" y="58305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62144" y="60214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33787" y="564448"/>
                  </a:lnTo>
                  <a:lnTo>
                    <a:pt x="1162144" y="602143"/>
                  </a:lnTo>
                  <a:close/>
                  <a:moveTo>
                    <a:pt x="1133787" y="564448"/>
                  </a:moveTo>
                  <a:lnTo>
                    <a:pt x="1170814" y="540355"/>
                  </a:lnTo>
                  <a:lnTo>
                    <a:pt x="1093738" y="521062"/>
                  </a:lnTo>
                  <a:close/>
                  <a:moveTo>
                    <a:pt x="1170814" y="540355"/>
                  </a:moveTo>
                  <a:lnTo>
                    <a:pt x="1123753" y="498386"/>
                  </a:lnTo>
                  <a:lnTo>
                    <a:pt x="1093738" y="521062"/>
                  </a:lnTo>
                  <a:close/>
                  <a:moveTo>
                    <a:pt x="1109000" y="488818"/>
                  </a:moveTo>
                  <a:lnTo>
                    <a:pt x="1093738" y="521062"/>
                  </a:lnTo>
                  <a:lnTo>
                    <a:pt x="1123753" y="498386"/>
                  </a:lnTo>
                  <a:close/>
                  <a:moveTo>
                    <a:pt x="1109000" y="488818"/>
                  </a:moveTo>
                  <a:lnTo>
                    <a:pt x="1083176" y="512912"/>
                  </a:lnTo>
                  <a:lnTo>
                    <a:pt x="1093738" y="521062"/>
                  </a:lnTo>
                  <a:close/>
                  <a:moveTo>
                    <a:pt x="1090993" y="437281"/>
                  </a:moveTo>
                  <a:lnTo>
                    <a:pt x="1081230" y="458565"/>
                  </a:lnTo>
                  <a:lnTo>
                    <a:pt x="1083176" y="512912"/>
                  </a:lnTo>
                  <a:close/>
                  <a:moveTo>
                    <a:pt x="1109000" y="488818"/>
                  </a:moveTo>
                  <a:lnTo>
                    <a:pt x="1090993" y="437281"/>
                  </a:lnTo>
                  <a:lnTo>
                    <a:pt x="1083176" y="512912"/>
                  </a:lnTo>
                  <a:close/>
                  <a:moveTo>
                    <a:pt x="1090993" y="437281"/>
                  </a:moveTo>
                  <a:lnTo>
                    <a:pt x="1079557" y="397183"/>
                  </a:lnTo>
                  <a:lnTo>
                    <a:pt x="1081230" y="458565"/>
                  </a:lnTo>
                  <a:close/>
                  <a:moveTo>
                    <a:pt x="1170814" y="540355"/>
                  </a:moveTo>
                  <a:lnTo>
                    <a:pt x="1185466" y="554442"/>
                  </a:lnTo>
                  <a:lnTo>
                    <a:pt x="1201415" y="524325"/>
                  </a:lnTo>
                  <a:close/>
                  <a:moveTo>
                    <a:pt x="1170814" y="540355"/>
                  </a:moveTo>
                  <a:lnTo>
                    <a:pt x="1201415" y="524325"/>
                  </a:lnTo>
                  <a:lnTo>
                    <a:pt x="1123753" y="498386"/>
                  </a:lnTo>
                  <a:close/>
                  <a:moveTo>
                    <a:pt x="1185466" y="554442"/>
                  </a:moveTo>
                  <a:lnTo>
                    <a:pt x="1250106" y="516261"/>
                  </a:lnTo>
                  <a:lnTo>
                    <a:pt x="1201415" y="524325"/>
                  </a:lnTo>
                  <a:close/>
                  <a:moveTo>
                    <a:pt x="1260410" y="525070"/>
                  </a:moveTo>
                  <a:lnTo>
                    <a:pt x="1250106" y="516261"/>
                  </a:lnTo>
                  <a:lnTo>
                    <a:pt x="1185466" y="554442"/>
                  </a:lnTo>
                  <a:close/>
                  <a:moveTo>
                    <a:pt x="1239838" y="583053"/>
                  </a:moveTo>
                  <a:lnTo>
                    <a:pt x="1260410" y="525070"/>
                  </a:lnTo>
                  <a:lnTo>
                    <a:pt x="1185466" y="554442"/>
                  </a:lnTo>
                  <a:close/>
                  <a:moveTo>
                    <a:pt x="1250106" y="516261"/>
                  </a:moveTo>
                  <a:lnTo>
                    <a:pt x="1260410" y="525070"/>
                  </a:lnTo>
                  <a:lnTo>
                    <a:pt x="1260551" y="514231"/>
                  </a:lnTo>
                  <a:close/>
                  <a:moveTo>
                    <a:pt x="1260551" y="514231"/>
                  </a:moveTo>
                  <a:lnTo>
                    <a:pt x="1256252" y="509523"/>
                  </a:lnTo>
                  <a:lnTo>
                    <a:pt x="1250106" y="516261"/>
                  </a:lnTo>
                  <a:close/>
                  <a:moveTo>
                    <a:pt x="1260551" y="514231"/>
                  </a:moveTo>
                  <a:lnTo>
                    <a:pt x="1260410" y="525070"/>
                  </a:lnTo>
                  <a:lnTo>
                    <a:pt x="1261093" y="516261"/>
                  </a:lnTo>
                  <a:close/>
                  <a:moveTo>
                    <a:pt x="1260551" y="514231"/>
                  </a:moveTo>
                  <a:lnTo>
                    <a:pt x="1261093" y="516261"/>
                  </a:lnTo>
                  <a:lnTo>
                    <a:pt x="1256252" y="509523"/>
                  </a:lnTo>
                  <a:close/>
                  <a:moveTo>
                    <a:pt x="1045856" y="79874"/>
                  </a:moveTo>
                  <a:lnTo>
                    <a:pt x="1089371" y="55780"/>
                  </a:lnTo>
                  <a:lnTo>
                    <a:pt x="1028689" y="47834"/>
                  </a:lnTo>
                  <a:close/>
                  <a:moveTo>
                    <a:pt x="1058330" y="0"/>
                  </a:moveTo>
                  <a:lnTo>
                    <a:pt x="1141974" y="26910"/>
                  </a:lnTo>
                  <a:lnTo>
                    <a:pt x="1104312" y="600"/>
                  </a:lnTo>
                  <a:close/>
                  <a:moveTo>
                    <a:pt x="1058330" y="0"/>
                  </a:moveTo>
                  <a:lnTo>
                    <a:pt x="1098926" y="862"/>
                  </a:lnTo>
                  <a:lnTo>
                    <a:pt x="1052234" y="963"/>
                  </a:lnTo>
                  <a:close/>
                  <a:moveTo>
                    <a:pt x="1058330" y="0"/>
                  </a:moveTo>
                  <a:lnTo>
                    <a:pt x="1104312" y="600"/>
                  </a:lnTo>
                  <a:lnTo>
                    <a:pt x="1098926" y="86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3" name="Output_density__4182">
              <a:extLst>
                <a:ext uri="{FF2B5EF4-FFF2-40B4-BE49-F238E27FC236}">
                  <a16:creationId xmlns:a16="http://schemas.microsoft.com/office/drawing/2014/main" id="{EE82D58D-8963-25A0-0F44-EB0029D293FA}"/>
                </a:ext>
              </a:extLst>
            </p:cNvPr>
            <p:cNvSpPr>
              <a:spLocks noGrp="1"/>
            </p:cNvSpPr>
            <p:nvPr/>
          </p:nvSpPr>
          <p:spPr>
            <a:xfrm>
              <a:off x="15714866" y="3388821"/>
              <a:ext cx="951541" cy="1132673"/>
            </a:xfrm>
            <a:custGeom>
              <a:avLst/>
              <a:gdLst/>
              <a:ahLst/>
              <a:cxnLst/>
              <a:rect l="0" t="0" r="0" b="0"/>
              <a:pathLst>
                <a:path w="951541" h="1132673">
                  <a:moveTo>
                    <a:pt x="0" y="1082954"/>
                  </a:moveTo>
                  <a:lnTo>
                    <a:pt x="33762" y="1132673"/>
                  </a:lnTo>
                  <a:lnTo>
                    <a:pt x="43215" y="1064459"/>
                  </a:lnTo>
                  <a:close/>
                  <a:moveTo>
                    <a:pt x="313676" y="745536"/>
                  </a:moveTo>
                  <a:lnTo>
                    <a:pt x="284131" y="756338"/>
                  </a:lnTo>
                  <a:lnTo>
                    <a:pt x="340878" y="772820"/>
                  </a:lnTo>
                  <a:close/>
                  <a:moveTo>
                    <a:pt x="313676" y="745536"/>
                  </a:moveTo>
                  <a:lnTo>
                    <a:pt x="373233" y="732244"/>
                  </a:lnTo>
                  <a:lnTo>
                    <a:pt x="324643" y="712122"/>
                  </a:lnTo>
                  <a:close/>
                  <a:moveTo>
                    <a:pt x="485049" y="827598"/>
                  </a:moveTo>
                  <a:lnTo>
                    <a:pt x="457120" y="858078"/>
                  </a:lnTo>
                  <a:lnTo>
                    <a:pt x="445164" y="853155"/>
                  </a:lnTo>
                  <a:close/>
                  <a:moveTo>
                    <a:pt x="435540" y="722427"/>
                  </a:moveTo>
                  <a:lnTo>
                    <a:pt x="457652" y="759687"/>
                  </a:lnTo>
                  <a:lnTo>
                    <a:pt x="463208" y="745939"/>
                  </a:lnTo>
                  <a:close/>
                  <a:moveTo>
                    <a:pt x="357685" y="656614"/>
                  </a:moveTo>
                  <a:lnTo>
                    <a:pt x="428480" y="655875"/>
                  </a:lnTo>
                  <a:lnTo>
                    <a:pt x="413348" y="639744"/>
                  </a:lnTo>
                  <a:close/>
                  <a:moveTo>
                    <a:pt x="244982" y="319161"/>
                  </a:moveTo>
                  <a:lnTo>
                    <a:pt x="178268" y="347394"/>
                  </a:lnTo>
                  <a:lnTo>
                    <a:pt x="233614" y="323300"/>
                  </a:lnTo>
                  <a:close/>
                  <a:moveTo>
                    <a:pt x="814530" y="792455"/>
                  </a:moveTo>
                  <a:lnTo>
                    <a:pt x="818344" y="790479"/>
                  </a:lnTo>
                  <a:lnTo>
                    <a:pt x="815111" y="783565"/>
                  </a:lnTo>
                  <a:close/>
                  <a:moveTo>
                    <a:pt x="739476" y="687406"/>
                  </a:moveTo>
                  <a:lnTo>
                    <a:pt x="724026" y="752587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697019" y="711499"/>
                  </a:lnTo>
                  <a:lnTo>
                    <a:pt x="724026" y="752587"/>
                  </a:lnTo>
                  <a:close/>
                  <a:moveTo>
                    <a:pt x="739476" y="687406"/>
                  </a:moveTo>
                  <a:lnTo>
                    <a:pt x="714736" y="635869"/>
                  </a:lnTo>
                  <a:lnTo>
                    <a:pt x="697019" y="711499"/>
                  </a:lnTo>
                  <a:close/>
                  <a:moveTo>
                    <a:pt x="815111" y="783565"/>
                  </a:moveTo>
                  <a:lnTo>
                    <a:pt x="818344" y="790479"/>
                  </a:lnTo>
                  <a:lnTo>
                    <a:pt x="824502" y="784347"/>
                  </a:lnTo>
                  <a:close/>
                  <a:moveTo>
                    <a:pt x="746193" y="684543"/>
                  </a:moveTo>
                  <a:lnTo>
                    <a:pt x="743969" y="692254"/>
                  </a:lnTo>
                  <a:lnTo>
                    <a:pt x="803070" y="663311"/>
                  </a:lnTo>
                  <a:close/>
                  <a:moveTo>
                    <a:pt x="746193" y="684543"/>
                  </a:moveTo>
                  <a:lnTo>
                    <a:pt x="739476" y="687406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746193" y="684543"/>
                  </a:lnTo>
                  <a:lnTo>
                    <a:pt x="768070" y="647461"/>
                  </a:lnTo>
                  <a:close/>
                  <a:moveTo>
                    <a:pt x="714736" y="635869"/>
                  </a:moveTo>
                  <a:lnTo>
                    <a:pt x="739476" y="687406"/>
                  </a:lnTo>
                  <a:lnTo>
                    <a:pt x="729109" y="611775"/>
                  </a:lnTo>
                  <a:close/>
                  <a:moveTo>
                    <a:pt x="803070" y="663311"/>
                  </a:moveTo>
                  <a:lnTo>
                    <a:pt x="859952" y="692784"/>
                  </a:lnTo>
                  <a:lnTo>
                    <a:pt x="827221" y="656651"/>
                  </a:lnTo>
                  <a:close/>
                  <a:moveTo>
                    <a:pt x="859952" y="692784"/>
                  </a:moveTo>
                  <a:lnTo>
                    <a:pt x="833645" y="663311"/>
                  </a:lnTo>
                  <a:lnTo>
                    <a:pt x="827221" y="656651"/>
                  </a:lnTo>
                  <a:close/>
                  <a:moveTo>
                    <a:pt x="881304" y="46972"/>
                  </a:moveTo>
                  <a:lnTo>
                    <a:pt x="865609" y="35996"/>
                  </a:lnTo>
                  <a:lnTo>
                    <a:pt x="898470" y="79012"/>
                  </a:lnTo>
                  <a:close/>
                  <a:moveTo>
                    <a:pt x="870531" y="27476"/>
                  </a:moveTo>
                  <a:lnTo>
                    <a:pt x="865609" y="35996"/>
                  </a:lnTo>
                  <a:lnTo>
                    <a:pt x="881304" y="46972"/>
                  </a:lnTo>
                  <a:close/>
                  <a:moveTo>
                    <a:pt x="875200" y="24153"/>
                  </a:moveTo>
                  <a:lnTo>
                    <a:pt x="865609" y="35996"/>
                  </a:lnTo>
                  <a:lnTo>
                    <a:pt x="870531" y="27476"/>
                  </a:lnTo>
                  <a:close/>
                  <a:moveTo>
                    <a:pt x="941986" y="54918"/>
                  </a:moveTo>
                  <a:lnTo>
                    <a:pt x="908597" y="14117"/>
                  </a:lnTo>
                  <a:lnTo>
                    <a:pt x="881304" y="46972"/>
                  </a:lnTo>
                  <a:close/>
                  <a:moveTo>
                    <a:pt x="908597" y="14117"/>
                  </a:moveTo>
                  <a:lnTo>
                    <a:pt x="870531" y="27476"/>
                  </a:lnTo>
                  <a:lnTo>
                    <a:pt x="881304" y="46972"/>
                  </a:lnTo>
                  <a:close/>
                  <a:moveTo>
                    <a:pt x="951541" y="0"/>
                  </a:moveTo>
                  <a:lnTo>
                    <a:pt x="875200" y="24153"/>
                  </a:lnTo>
                  <a:lnTo>
                    <a:pt x="904848" y="10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84" name="Output_density__4183">
              <a:extLst>
                <a:ext uri="{FF2B5EF4-FFF2-40B4-BE49-F238E27FC236}">
                  <a16:creationId xmlns:a16="http://schemas.microsoft.com/office/drawing/2014/main" id="{A92829E2-05FC-9450-3003-5E48A09B55BB}"/>
                </a:ext>
              </a:extLst>
            </p:cNvPr>
            <p:cNvSpPr>
              <a:spLocks noGrp="1"/>
            </p:cNvSpPr>
            <p:nvPr/>
          </p:nvSpPr>
          <p:spPr>
            <a:xfrm>
              <a:off x="15410854" y="3424620"/>
              <a:ext cx="1417720" cy="876900"/>
            </a:xfrm>
            <a:custGeom>
              <a:avLst/>
              <a:gdLst/>
              <a:ahLst/>
              <a:cxnLst/>
              <a:rect l="0" t="0" r="0" b="0"/>
              <a:pathLst>
                <a:path w="1417720" h="876900">
                  <a:moveTo>
                    <a:pt x="138244" y="739992"/>
                  </a:moveTo>
                  <a:lnTo>
                    <a:pt x="86999" y="723075"/>
                  </a:lnTo>
                  <a:lnTo>
                    <a:pt x="105849" y="753773"/>
                  </a:lnTo>
                  <a:close/>
                  <a:moveTo>
                    <a:pt x="51156" y="723961"/>
                  </a:moveTo>
                  <a:lnTo>
                    <a:pt x="75587" y="721112"/>
                  </a:lnTo>
                  <a:lnTo>
                    <a:pt x="0" y="686399"/>
                  </a:lnTo>
                  <a:close/>
                  <a:moveTo>
                    <a:pt x="185620" y="742445"/>
                  </a:moveTo>
                  <a:lnTo>
                    <a:pt x="209871" y="698217"/>
                  </a:lnTo>
                  <a:lnTo>
                    <a:pt x="138244" y="739992"/>
                  </a:lnTo>
                  <a:close/>
                  <a:moveTo>
                    <a:pt x="344428" y="842707"/>
                  </a:moveTo>
                  <a:lnTo>
                    <a:pt x="304382" y="876900"/>
                  </a:lnTo>
                  <a:lnTo>
                    <a:pt x="343747" y="849406"/>
                  </a:lnTo>
                  <a:close/>
                  <a:moveTo>
                    <a:pt x="343747" y="849406"/>
                  </a:moveTo>
                  <a:lnTo>
                    <a:pt x="346889" y="844358"/>
                  </a:lnTo>
                  <a:lnTo>
                    <a:pt x="344428" y="842707"/>
                  </a:lnTo>
                  <a:close/>
                  <a:moveTo>
                    <a:pt x="455800" y="823874"/>
                  </a:moveTo>
                  <a:lnTo>
                    <a:pt x="455063" y="871800"/>
                  </a:lnTo>
                  <a:lnTo>
                    <a:pt x="489314" y="800881"/>
                  </a:lnTo>
                  <a:close/>
                  <a:moveTo>
                    <a:pt x="489314" y="800881"/>
                  </a:moveTo>
                  <a:lnTo>
                    <a:pt x="484270" y="796170"/>
                  </a:lnTo>
                  <a:lnTo>
                    <a:pt x="455800" y="823874"/>
                  </a:lnTo>
                  <a:close/>
                  <a:moveTo>
                    <a:pt x="491330" y="861986"/>
                  </a:moveTo>
                  <a:lnTo>
                    <a:pt x="528827" y="869483"/>
                  </a:lnTo>
                  <a:lnTo>
                    <a:pt x="489314" y="800881"/>
                  </a:lnTo>
                  <a:close/>
                  <a:moveTo>
                    <a:pt x="425799" y="576805"/>
                  </a:moveTo>
                  <a:lnTo>
                    <a:pt x="461572" y="635207"/>
                  </a:lnTo>
                  <a:lnTo>
                    <a:pt x="476930" y="593299"/>
                  </a:lnTo>
                  <a:close/>
                  <a:moveTo>
                    <a:pt x="476930" y="593299"/>
                  </a:moveTo>
                  <a:lnTo>
                    <a:pt x="511274" y="594800"/>
                  </a:lnTo>
                  <a:lnTo>
                    <a:pt x="425799" y="576805"/>
                  </a:lnTo>
                  <a:close/>
                  <a:moveTo>
                    <a:pt x="540432" y="609077"/>
                  </a:moveTo>
                  <a:lnTo>
                    <a:pt x="572894" y="645429"/>
                  </a:lnTo>
                  <a:lnTo>
                    <a:pt x="511274" y="594800"/>
                  </a:lnTo>
                  <a:close/>
                  <a:moveTo>
                    <a:pt x="660928" y="569278"/>
                  </a:moveTo>
                  <a:lnTo>
                    <a:pt x="645927" y="605999"/>
                  </a:lnTo>
                  <a:lnTo>
                    <a:pt x="660183" y="587686"/>
                  </a:lnTo>
                  <a:close/>
                  <a:moveTo>
                    <a:pt x="645927" y="605999"/>
                  </a:moveTo>
                  <a:lnTo>
                    <a:pt x="660928" y="569278"/>
                  </a:lnTo>
                  <a:lnTo>
                    <a:pt x="653294" y="555305"/>
                  </a:lnTo>
                  <a:close/>
                  <a:moveTo>
                    <a:pt x="1175710" y="784658"/>
                  </a:moveTo>
                  <a:lnTo>
                    <a:pt x="1122356" y="754679"/>
                  </a:lnTo>
                  <a:lnTo>
                    <a:pt x="1094294" y="789831"/>
                  </a:lnTo>
                  <a:close/>
                  <a:moveTo>
                    <a:pt x="1142291" y="551882"/>
                  </a:moveTo>
                  <a:lnTo>
                    <a:pt x="1140608" y="558292"/>
                  </a:lnTo>
                  <a:lnTo>
                    <a:pt x="1137657" y="627512"/>
                  </a:lnTo>
                  <a:close/>
                  <a:moveTo>
                    <a:pt x="1142438" y="575976"/>
                  </a:moveTo>
                  <a:lnTo>
                    <a:pt x="1142291" y="551882"/>
                  </a:lnTo>
                  <a:lnTo>
                    <a:pt x="1137657" y="627512"/>
                  </a:lnTo>
                  <a:close/>
                  <a:moveTo>
                    <a:pt x="1142159" y="549227"/>
                  </a:moveTo>
                  <a:lnTo>
                    <a:pt x="1140608" y="558292"/>
                  </a:lnTo>
                  <a:lnTo>
                    <a:pt x="1142291" y="551882"/>
                  </a:lnTo>
                  <a:close/>
                  <a:moveTo>
                    <a:pt x="1405159" y="452157"/>
                  </a:moveTo>
                  <a:lnTo>
                    <a:pt x="1395378" y="432550"/>
                  </a:lnTo>
                  <a:lnTo>
                    <a:pt x="1417720" y="479600"/>
                  </a:lnTo>
                  <a:close/>
                  <a:moveTo>
                    <a:pt x="1395378" y="432550"/>
                  </a:moveTo>
                  <a:lnTo>
                    <a:pt x="1369549" y="390806"/>
                  </a:lnTo>
                  <a:lnTo>
                    <a:pt x="1386159" y="428063"/>
                  </a:lnTo>
                  <a:close/>
                  <a:moveTo>
                    <a:pt x="1369549" y="390806"/>
                  </a:moveTo>
                  <a:lnTo>
                    <a:pt x="1370203" y="376527"/>
                  </a:lnTo>
                  <a:lnTo>
                    <a:pt x="1386159" y="428063"/>
                  </a:lnTo>
                  <a:close/>
                  <a:moveTo>
                    <a:pt x="1331957" y="320642"/>
                  </a:moveTo>
                  <a:lnTo>
                    <a:pt x="1362786" y="358322"/>
                  </a:lnTo>
                  <a:lnTo>
                    <a:pt x="1370203" y="376527"/>
                  </a:lnTo>
                  <a:close/>
                  <a:moveTo>
                    <a:pt x="1278641" y="50523"/>
                  </a:moveTo>
                  <a:lnTo>
                    <a:pt x="1246580" y="65551"/>
                  </a:lnTo>
                  <a:lnTo>
                    <a:pt x="1320804" y="33488"/>
                  </a:lnTo>
                  <a:close/>
                  <a:moveTo>
                    <a:pt x="1278641" y="50523"/>
                  </a:moveTo>
                  <a:lnTo>
                    <a:pt x="1320804" y="33488"/>
                  </a:lnTo>
                  <a:lnTo>
                    <a:pt x="130120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85" name="Output_density__4184">
              <a:extLst>
                <a:ext uri="{FF2B5EF4-FFF2-40B4-BE49-F238E27FC236}">
                  <a16:creationId xmlns:a16="http://schemas.microsoft.com/office/drawing/2014/main" id="{8CD72191-A1D4-EF7F-4CE8-6F01FAD536F9}"/>
                </a:ext>
              </a:extLst>
            </p:cNvPr>
            <p:cNvSpPr>
              <a:spLocks noGrp="1"/>
            </p:cNvSpPr>
            <p:nvPr/>
          </p:nvSpPr>
          <p:spPr>
            <a:xfrm>
              <a:off x="15717030" y="3424620"/>
              <a:ext cx="1014629" cy="842707"/>
            </a:xfrm>
            <a:custGeom>
              <a:avLst/>
              <a:gdLst/>
              <a:ahLst/>
              <a:cxnLst/>
              <a:rect l="0" t="0" r="0" b="0"/>
              <a:pathLst>
                <a:path w="1014629" h="842707">
                  <a:moveTo>
                    <a:pt x="31251" y="785656"/>
                  </a:moveTo>
                  <a:lnTo>
                    <a:pt x="11162" y="790442"/>
                  </a:lnTo>
                  <a:lnTo>
                    <a:pt x="0" y="835823"/>
                  </a:lnTo>
                  <a:close/>
                  <a:moveTo>
                    <a:pt x="31251" y="785656"/>
                  </a:moveTo>
                  <a:lnTo>
                    <a:pt x="0" y="835823"/>
                  </a:lnTo>
                  <a:lnTo>
                    <a:pt x="38252" y="842707"/>
                  </a:lnTo>
                  <a:close/>
                  <a:moveTo>
                    <a:pt x="350700" y="747982"/>
                  </a:moveTo>
                  <a:lnTo>
                    <a:pt x="385405" y="799519"/>
                  </a:lnTo>
                  <a:lnTo>
                    <a:pt x="344237" y="772076"/>
                  </a:lnTo>
                  <a:close/>
                  <a:moveTo>
                    <a:pt x="170754" y="593299"/>
                  </a:moveTo>
                  <a:lnTo>
                    <a:pt x="200516" y="565929"/>
                  </a:lnTo>
                  <a:lnTo>
                    <a:pt x="205098" y="594800"/>
                  </a:lnTo>
                  <a:close/>
                  <a:moveTo>
                    <a:pt x="302406" y="314944"/>
                  </a:moveTo>
                  <a:lnTo>
                    <a:pt x="274988" y="324991"/>
                  </a:lnTo>
                  <a:lnTo>
                    <a:pt x="274990" y="268743"/>
                  </a:lnTo>
                  <a:close/>
                  <a:moveTo>
                    <a:pt x="903880" y="778171"/>
                  </a:moveTo>
                  <a:lnTo>
                    <a:pt x="845502" y="734580"/>
                  </a:lnTo>
                  <a:lnTo>
                    <a:pt x="869535" y="784658"/>
                  </a:lnTo>
                  <a:close/>
                  <a:moveTo>
                    <a:pt x="938137" y="731573"/>
                  </a:moveTo>
                  <a:lnTo>
                    <a:pt x="931622" y="746993"/>
                  </a:lnTo>
                  <a:lnTo>
                    <a:pt x="903880" y="778171"/>
                  </a:lnTo>
                  <a:close/>
                  <a:moveTo>
                    <a:pt x="852954" y="500345"/>
                  </a:moveTo>
                  <a:lnTo>
                    <a:pt x="856468" y="476251"/>
                  </a:lnTo>
                  <a:lnTo>
                    <a:pt x="836115" y="551882"/>
                  </a:lnTo>
                  <a:close/>
                  <a:moveTo>
                    <a:pt x="593774" y="182541"/>
                  </a:moveTo>
                  <a:lnTo>
                    <a:pt x="619195" y="167031"/>
                  </a:lnTo>
                  <a:lnTo>
                    <a:pt x="578771" y="166225"/>
                  </a:lnTo>
                  <a:close/>
                  <a:moveTo>
                    <a:pt x="593774" y="182541"/>
                  </a:moveTo>
                  <a:lnTo>
                    <a:pt x="578771" y="166225"/>
                  </a:lnTo>
                  <a:lnTo>
                    <a:pt x="547689" y="184915"/>
                  </a:lnTo>
                  <a:close/>
                  <a:moveTo>
                    <a:pt x="1014629" y="33488"/>
                  </a:moveTo>
                  <a:lnTo>
                    <a:pt x="1013467" y="16939"/>
                  </a:lnTo>
                  <a:lnTo>
                    <a:pt x="99503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86" name="Output_density__4185">
              <a:extLst>
                <a:ext uri="{FF2B5EF4-FFF2-40B4-BE49-F238E27FC236}">
                  <a16:creationId xmlns:a16="http://schemas.microsoft.com/office/drawing/2014/main" id="{F398402C-90AE-57E6-D7B2-CF3F6B5A54D4}"/>
                </a:ext>
              </a:extLst>
            </p:cNvPr>
            <p:cNvSpPr>
              <a:spLocks noGrp="1"/>
            </p:cNvSpPr>
            <p:nvPr/>
          </p:nvSpPr>
          <p:spPr>
            <a:xfrm>
              <a:off x="16231326" y="3583346"/>
              <a:ext cx="191989" cy="36238"/>
            </a:xfrm>
            <a:custGeom>
              <a:avLst/>
              <a:gdLst/>
              <a:ahLst/>
              <a:cxnLst/>
              <a:rect l="0" t="0" r="0" b="0"/>
              <a:pathLst>
                <a:path w="191989" h="36238">
                  <a:moveTo>
                    <a:pt x="33393" y="26189"/>
                  </a:moveTo>
                  <a:lnTo>
                    <a:pt x="0" y="36238"/>
                  </a:lnTo>
                  <a:lnTo>
                    <a:pt x="79478" y="23815"/>
                  </a:lnTo>
                  <a:close/>
                  <a:moveTo>
                    <a:pt x="110255" y="9244"/>
                  </a:moveTo>
                  <a:lnTo>
                    <a:pt x="104899" y="8305"/>
                  </a:lnTo>
                  <a:lnTo>
                    <a:pt x="79478" y="23815"/>
                  </a:lnTo>
                  <a:close/>
                  <a:moveTo>
                    <a:pt x="113016" y="8305"/>
                  </a:moveTo>
                  <a:lnTo>
                    <a:pt x="110255" y="9244"/>
                  </a:lnTo>
                  <a:lnTo>
                    <a:pt x="156429" y="1947"/>
                  </a:lnTo>
                  <a:close/>
                  <a:moveTo>
                    <a:pt x="156429" y="1947"/>
                  </a:moveTo>
                  <a:lnTo>
                    <a:pt x="110255" y="9244"/>
                  </a:lnTo>
                  <a:lnTo>
                    <a:pt x="79478" y="23815"/>
                  </a:lnTo>
                  <a:close/>
                  <a:moveTo>
                    <a:pt x="156429" y="1947"/>
                  </a:moveTo>
                  <a:lnTo>
                    <a:pt x="79478" y="23815"/>
                  </a:lnTo>
                  <a:lnTo>
                    <a:pt x="125113" y="19762"/>
                  </a:lnTo>
                  <a:close/>
                  <a:moveTo>
                    <a:pt x="104899" y="8305"/>
                  </a:moveTo>
                  <a:lnTo>
                    <a:pt x="110255" y="9244"/>
                  </a:lnTo>
                  <a:lnTo>
                    <a:pt x="111459" y="8487"/>
                  </a:lnTo>
                  <a:close/>
                  <a:moveTo>
                    <a:pt x="113016" y="8305"/>
                  </a:moveTo>
                  <a:lnTo>
                    <a:pt x="111459" y="8487"/>
                  </a:lnTo>
                  <a:lnTo>
                    <a:pt x="110255" y="9244"/>
                  </a:lnTo>
                  <a:close/>
                  <a:moveTo>
                    <a:pt x="191989" y="0"/>
                  </a:moveTo>
                  <a:lnTo>
                    <a:pt x="113016" y="8305"/>
                  </a:lnTo>
                  <a:lnTo>
                    <a:pt x="163192" y="4190"/>
                  </a:lnTo>
                  <a:close/>
                  <a:moveTo>
                    <a:pt x="163192" y="4190"/>
                  </a:moveTo>
                  <a:lnTo>
                    <a:pt x="113016" y="8305"/>
                  </a:lnTo>
                  <a:lnTo>
                    <a:pt x="156429" y="194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7" name="Output_density__4186">
              <a:extLst>
                <a:ext uri="{FF2B5EF4-FFF2-40B4-BE49-F238E27FC236}">
                  <a16:creationId xmlns:a16="http://schemas.microsoft.com/office/drawing/2014/main" id="{3D03C376-D8C0-046E-1DA1-4A15C6C8EEC7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68109"/>
              <a:ext cx="1413907" cy="1221125"/>
            </a:xfrm>
            <a:custGeom>
              <a:avLst/>
              <a:gdLst/>
              <a:ahLst/>
              <a:cxnLst/>
              <a:rect l="0" t="0" r="0" b="0"/>
              <a:pathLst>
                <a:path w="1413907" h="1221125">
                  <a:moveTo>
                    <a:pt x="3581" y="718816"/>
                  </a:moveTo>
                  <a:lnTo>
                    <a:pt x="0" y="728963"/>
                  </a:lnTo>
                  <a:lnTo>
                    <a:pt x="18047" y="739626"/>
                  </a:lnTo>
                  <a:close/>
                  <a:moveTo>
                    <a:pt x="3528" y="685340"/>
                  </a:moveTo>
                  <a:lnTo>
                    <a:pt x="0" y="728963"/>
                  </a:lnTo>
                  <a:lnTo>
                    <a:pt x="3581" y="718816"/>
                  </a:lnTo>
                  <a:close/>
                  <a:moveTo>
                    <a:pt x="24394" y="694722"/>
                  </a:moveTo>
                  <a:lnTo>
                    <a:pt x="3581" y="718816"/>
                  </a:lnTo>
                  <a:lnTo>
                    <a:pt x="18047" y="739626"/>
                  </a:lnTo>
                  <a:close/>
                  <a:moveTo>
                    <a:pt x="3581" y="718816"/>
                  </a:moveTo>
                  <a:lnTo>
                    <a:pt x="1966" y="664623"/>
                  </a:lnTo>
                  <a:lnTo>
                    <a:pt x="3528" y="685340"/>
                  </a:lnTo>
                  <a:close/>
                  <a:moveTo>
                    <a:pt x="2458" y="667280"/>
                  </a:moveTo>
                  <a:lnTo>
                    <a:pt x="3528" y="685340"/>
                  </a:lnTo>
                  <a:lnTo>
                    <a:pt x="1966" y="664623"/>
                  </a:lnTo>
                  <a:close/>
                  <a:moveTo>
                    <a:pt x="498041" y="1210088"/>
                  </a:moveTo>
                  <a:lnTo>
                    <a:pt x="478596" y="1170434"/>
                  </a:lnTo>
                  <a:lnTo>
                    <a:pt x="493420" y="1221125"/>
                  </a:lnTo>
                  <a:close/>
                  <a:moveTo>
                    <a:pt x="498041" y="1210088"/>
                  </a:moveTo>
                  <a:lnTo>
                    <a:pt x="475484" y="1158551"/>
                  </a:lnTo>
                  <a:lnTo>
                    <a:pt x="478596" y="1170434"/>
                  </a:lnTo>
                  <a:close/>
                  <a:moveTo>
                    <a:pt x="475484" y="1158551"/>
                  </a:moveTo>
                  <a:lnTo>
                    <a:pt x="498041" y="1210088"/>
                  </a:lnTo>
                  <a:lnTo>
                    <a:pt x="533889" y="1185994"/>
                  </a:lnTo>
                  <a:close/>
                  <a:moveTo>
                    <a:pt x="497459" y="1134458"/>
                  </a:moveTo>
                  <a:lnTo>
                    <a:pt x="452930" y="1090575"/>
                  </a:lnTo>
                  <a:lnTo>
                    <a:pt x="448860" y="1107015"/>
                  </a:lnTo>
                  <a:close/>
                  <a:moveTo>
                    <a:pt x="497459" y="1134458"/>
                  </a:moveTo>
                  <a:lnTo>
                    <a:pt x="448860" y="1107015"/>
                  </a:lnTo>
                  <a:lnTo>
                    <a:pt x="475484" y="1158551"/>
                  </a:lnTo>
                  <a:close/>
                  <a:moveTo>
                    <a:pt x="236583" y="722165"/>
                  </a:moveTo>
                  <a:lnTo>
                    <a:pt x="225513" y="785058"/>
                  </a:lnTo>
                  <a:lnTo>
                    <a:pt x="229861" y="737734"/>
                  </a:lnTo>
                  <a:close/>
                  <a:moveTo>
                    <a:pt x="142920" y="722254"/>
                  </a:moveTo>
                  <a:lnTo>
                    <a:pt x="197649" y="670628"/>
                  </a:lnTo>
                  <a:lnTo>
                    <a:pt x="147184" y="685270"/>
                  </a:lnTo>
                  <a:close/>
                  <a:moveTo>
                    <a:pt x="191801" y="730335"/>
                  </a:moveTo>
                  <a:lnTo>
                    <a:pt x="219917" y="700554"/>
                  </a:lnTo>
                  <a:lnTo>
                    <a:pt x="142920" y="722254"/>
                  </a:lnTo>
                  <a:close/>
                  <a:moveTo>
                    <a:pt x="592443" y="1115861"/>
                  </a:moveTo>
                  <a:lnTo>
                    <a:pt x="556606" y="1085995"/>
                  </a:lnTo>
                  <a:lnTo>
                    <a:pt x="537133" y="1060102"/>
                  </a:lnTo>
                  <a:close/>
                  <a:moveTo>
                    <a:pt x="556606" y="1085995"/>
                  </a:moveTo>
                  <a:lnTo>
                    <a:pt x="592443" y="1115861"/>
                  </a:lnTo>
                  <a:lnTo>
                    <a:pt x="644710" y="1105824"/>
                  </a:lnTo>
                  <a:close/>
                  <a:moveTo>
                    <a:pt x="290853" y="769919"/>
                  </a:moveTo>
                  <a:lnTo>
                    <a:pt x="291088" y="791975"/>
                  </a:lnTo>
                  <a:lnTo>
                    <a:pt x="338419" y="749608"/>
                  </a:lnTo>
                  <a:close/>
                  <a:moveTo>
                    <a:pt x="257158" y="759331"/>
                  </a:moveTo>
                  <a:lnTo>
                    <a:pt x="309221" y="724872"/>
                  </a:lnTo>
                  <a:lnTo>
                    <a:pt x="236583" y="722165"/>
                  </a:lnTo>
                  <a:close/>
                  <a:moveTo>
                    <a:pt x="236583" y="722165"/>
                  </a:moveTo>
                  <a:lnTo>
                    <a:pt x="309221" y="724872"/>
                  </a:lnTo>
                  <a:lnTo>
                    <a:pt x="282809" y="698071"/>
                  </a:lnTo>
                  <a:close/>
                  <a:moveTo>
                    <a:pt x="290853" y="769919"/>
                  </a:moveTo>
                  <a:lnTo>
                    <a:pt x="338419" y="749608"/>
                  </a:lnTo>
                  <a:lnTo>
                    <a:pt x="309221" y="724872"/>
                  </a:lnTo>
                  <a:close/>
                  <a:moveTo>
                    <a:pt x="282809" y="698071"/>
                  </a:moveTo>
                  <a:lnTo>
                    <a:pt x="249408" y="675916"/>
                  </a:lnTo>
                  <a:lnTo>
                    <a:pt x="219917" y="700554"/>
                  </a:lnTo>
                  <a:close/>
                  <a:moveTo>
                    <a:pt x="211148" y="646534"/>
                  </a:moveTo>
                  <a:lnTo>
                    <a:pt x="219917" y="700554"/>
                  </a:lnTo>
                  <a:lnTo>
                    <a:pt x="249408" y="675916"/>
                  </a:lnTo>
                  <a:close/>
                  <a:moveTo>
                    <a:pt x="437931" y="852681"/>
                  </a:moveTo>
                  <a:lnTo>
                    <a:pt x="500749" y="838710"/>
                  </a:lnTo>
                  <a:lnTo>
                    <a:pt x="436410" y="851056"/>
                  </a:lnTo>
                  <a:close/>
                  <a:moveTo>
                    <a:pt x="766653" y="942595"/>
                  </a:moveTo>
                  <a:lnTo>
                    <a:pt x="761744" y="959103"/>
                  </a:lnTo>
                  <a:lnTo>
                    <a:pt x="776847" y="883472"/>
                  </a:lnTo>
                  <a:close/>
                  <a:moveTo>
                    <a:pt x="776847" y="883472"/>
                  </a:moveTo>
                  <a:lnTo>
                    <a:pt x="761744" y="959103"/>
                  </a:lnTo>
                  <a:lnTo>
                    <a:pt x="773729" y="935009"/>
                  </a:lnTo>
                  <a:close/>
                  <a:moveTo>
                    <a:pt x="823900" y="828648"/>
                  </a:moveTo>
                  <a:lnTo>
                    <a:pt x="860835" y="850250"/>
                  </a:lnTo>
                  <a:lnTo>
                    <a:pt x="825499" y="807842"/>
                  </a:lnTo>
                  <a:close/>
                  <a:moveTo>
                    <a:pt x="780610" y="763116"/>
                  </a:moveTo>
                  <a:lnTo>
                    <a:pt x="825499" y="807842"/>
                  </a:lnTo>
                  <a:lnTo>
                    <a:pt x="791721" y="766523"/>
                  </a:lnTo>
                  <a:close/>
                  <a:moveTo>
                    <a:pt x="780610" y="763116"/>
                  </a:moveTo>
                  <a:lnTo>
                    <a:pt x="823900" y="828648"/>
                  </a:lnTo>
                  <a:lnTo>
                    <a:pt x="825499" y="807842"/>
                  </a:lnTo>
                  <a:close/>
                  <a:moveTo>
                    <a:pt x="762980" y="704768"/>
                  </a:moveTo>
                  <a:lnTo>
                    <a:pt x="767667" y="676587"/>
                  </a:lnTo>
                  <a:lnTo>
                    <a:pt x="696872" y="677326"/>
                  </a:lnTo>
                  <a:close/>
                  <a:moveTo>
                    <a:pt x="782129" y="756305"/>
                  </a:moveTo>
                  <a:lnTo>
                    <a:pt x="780610" y="763116"/>
                  </a:lnTo>
                  <a:lnTo>
                    <a:pt x="791721" y="766523"/>
                  </a:lnTo>
                  <a:close/>
                  <a:moveTo>
                    <a:pt x="825499" y="807842"/>
                  </a:moveTo>
                  <a:lnTo>
                    <a:pt x="872651" y="783748"/>
                  </a:lnTo>
                  <a:lnTo>
                    <a:pt x="791721" y="766523"/>
                  </a:lnTo>
                  <a:close/>
                  <a:moveTo>
                    <a:pt x="761140" y="680674"/>
                  </a:moveTo>
                  <a:lnTo>
                    <a:pt x="767667" y="676587"/>
                  </a:lnTo>
                  <a:lnTo>
                    <a:pt x="762980" y="704768"/>
                  </a:lnTo>
                  <a:close/>
                  <a:moveTo>
                    <a:pt x="884735" y="779190"/>
                  </a:moveTo>
                  <a:lnTo>
                    <a:pt x="935222" y="776127"/>
                  </a:lnTo>
                  <a:lnTo>
                    <a:pt x="924528" y="722079"/>
                  </a:lnTo>
                  <a:close/>
                  <a:moveTo>
                    <a:pt x="1181653" y="787097"/>
                  </a:moveTo>
                  <a:lnTo>
                    <a:pt x="1163689" y="805059"/>
                  </a:lnTo>
                  <a:lnTo>
                    <a:pt x="1186852" y="791091"/>
                  </a:lnTo>
                  <a:close/>
                  <a:moveTo>
                    <a:pt x="1181653" y="787097"/>
                  </a:moveTo>
                  <a:lnTo>
                    <a:pt x="1186852" y="791091"/>
                  </a:lnTo>
                  <a:lnTo>
                    <a:pt x="1192443" y="781683"/>
                  </a:lnTo>
                  <a:close/>
                  <a:moveTo>
                    <a:pt x="1139177" y="735560"/>
                  </a:moveTo>
                  <a:lnTo>
                    <a:pt x="1192443" y="781683"/>
                  </a:lnTo>
                  <a:lnTo>
                    <a:pt x="1199139" y="713496"/>
                  </a:lnTo>
                  <a:close/>
                  <a:moveTo>
                    <a:pt x="1186852" y="791091"/>
                  </a:moveTo>
                  <a:lnTo>
                    <a:pt x="1226164" y="763003"/>
                  </a:lnTo>
                  <a:lnTo>
                    <a:pt x="1192443" y="781683"/>
                  </a:lnTo>
                  <a:close/>
                  <a:moveTo>
                    <a:pt x="1272972" y="803504"/>
                  </a:moveTo>
                  <a:lnTo>
                    <a:pt x="1226164" y="763003"/>
                  </a:lnTo>
                  <a:lnTo>
                    <a:pt x="1186852" y="791091"/>
                  </a:lnTo>
                  <a:close/>
                  <a:moveTo>
                    <a:pt x="1142257" y="684023"/>
                  </a:moveTo>
                  <a:lnTo>
                    <a:pt x="1139177" y="735560"/>
                  </a:lnTo>
                  <a:lnTo>
                    <a:pt x="1199139" y="713496"/>
                  </a:lnTo>
                  <a:close/>
                  <a:moveTo>
                    <a:pt x="1068296" y="632487"/>
                  </a:moveTo>
                  <a:lnTo>
                    <a:pt x="1107257" y="668173"/>
                  </a:lnTo>
                  <a:lnTo>
                    <a:pt x="1123604" y="611437"/>
                  </a:lnTo>
                  <a:close/>
                  <a:moveTo>
                    <a:pt x="1067078" y="556856"/>
                  </a:moveTo>
                  <a:lnTo>
                    <a:pt x="1068296" y="632487"/>
                  </a:lnTo>
                  <a:lnTo>
                    <a:pt x="1125449" y="601291"/>
                  </a:lnTo>
                  <a:close/>
                  <a:moveTo>
                    <a:pt x="1058664" y="580950"/>
                  </a:moveTo>
                  <a:lnTo>
                    <a:pt x="1068296" y="632487"/>
                  </a:lnTo>
                  <a:lnTo>
                    <a:pt x="1067078" y="556856"/>
                  </a:lnTo>
                  <a:close/>
                  <a:moveTo>
                    <a:pt x="755185" y="196100"/>
                  </a:moveTo>
                  <a:lnTo>
                    <a:pt x="766661" y="209771"/>
                  </a:lnTo>
                  <a:lnTo>
                    <a:pt x="790805" y="223498"/>
                  </a:lnTo>
                  <a:close/>
                  <a:moveTo>
                    <a:pt x="1067078" y="556856"/>
                  </a:moveTo>
                  <a:lnTo>
                    <a:pt x="1125449" y="601291"/>
                  </a:lnTo>
                  <a:lnTo>
                    <a:pt x="1124654" y="532762"/>
                  </a:lnTo>
                  <a:close/>
                  <a:moveTo>
                    <a:pt x="1089619" y="505319"/>
                  </a:moveTo>
                  <a:lnTo>
                    <a:pt x="1067078" y="556856"/>
                  </a:lnTo>
                  <a:lnTo>
                    <a:pt x="1124654" y="532762"/>
                  </a:lnTo>
                  <a:close/>
                  <a:moveTo>
                    <a:pt x="776632" y="170506"/>
                  </a:moveTo>
                  <a:lnTo>
                    <a:pt x="797926" y="184353"/>
                  </a:lnTo>
                  <a:lnTo>
                    <a:pt x="822990" y="169154"/>
                  </a:lnTo>
                  <a:close/>
                  <a:moveTo>
                    <a:pt x="845126" y="120469"/>
                  </a:moveTo>
                  <a:lnTo>
                    <a:pt x="797926" y="184353"/>
                  </a:lnTo>
                  <a:lnTo>
                    <a:pt x="822995" y="172006"/>
                  </a:lnTo>
                  <a:close/>
                  <a:moveTo>
                    <a:pt x="1216780" y="687372"/>
                  </a:moveTo>
                  <a:lnTo>
                    <a:pt x="1201335" y="648967"/>
                  </a:lnTo>
                  <a:lnTo>
                    <a:pt x="1205304" y="708484"/>
                  </a:lnTo>
                  <a:close/>
                  <a:moveTo>
                    <a:pt x="1315555" y="518236"/>
                  </a:moveTo>
                  <a:lnTo>
                    <a:pt x="1399654" y="523091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15555" y="518236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00801" y="508668"/>
                  </a:lnTo>
                  <a:lnTo>
                    <a:pt x="1315555" y="518236"/>
                  </a:lnTo>
                  <a:close/>
                  <a:moveTo>
                    <a:pt x="1282795" y="457132"/>
                  </a:moveTo>
                  <a:lnTo>
                    <a:pt x="1341652" y="484574"/>
                  </a:lnTo>
                  <a:lnTo>
                    <a:pt x="1298840" y="433038"/>
                  </a:lnTo>
                  <a:close/>
                  <a:moveTo>
                    <a:pt x="1298840" y="433038"/>
                  </a:moveTo>
                  <a:lnTo>
                    <a:pt x="1344245" y="483263"/>
                  </a:lnTo>
                  <a:lnTo>
                    <a:pt x="1349171" y="416516"/>
                  </a:lnTo>
                  <a:close/>
                  <a:moveTo>
                    <a:pt x="1298840" y="433038"/>
                  </a:moveTo>
                  <a:lnTo>
                    <a:pt x="1341652" y="484574"/>
                  </a:lnTo>
                  <a:lnTo>
                    <a:pt x="1344245" y="483263"/>
                  </a:lnTo>
                  <a:close/>
                  <a:moveTo>
                    <a:pt x="1413907" y="464611"/>
                  </a:moveTo>
                  <a:lnTo>
                    <a:pt x="1343385" y="487388"/>
                  </a:lnTo>
                  <a:lnTo>
                    <a:pt x="1399654" y="523091"/>
                  </a:lnTo>
                  <a:close/>
                  <a:moveTo>
                    <a:pt x="1344245" y="483263"/>
                  </a:moveTo>
                  <a:lnTo>
                    <a:pt x="1413907" y="464611"/>
                  </a:lnTo>
                  <a:lnTo>
                    <a:pt x="1397961" y="414833"/>
                  </a:lnTo>
                  <a:close/>
                  <a:moveTo>
                    <a:pt x="1344245" y="483263"/>
                  </a:moveTo>
                  <a:lnTo>
                    <a:pt x="1397961" y="414833"/>
                  </a:lnTo>
                  <a:lnTo>
                    <a:pt x="1349171" y="416516"/>
                  </a:lnTo>
                  <a:close/>
                  <a:moveTo>
                    <a:pt x="1294082" y="360577"/>
                  </a:moveTo>
                  <a:lnTo>
                    <a:pt x="1276660" y="412593"/>
                  </a:lnTo>
                  <a:lnTo>
                    <a:pt x="1349171" y="416516"/>
                  </a:lnTo>
                  <a:close/>
                  <a:moveTo>
                    <a:pt x="1340607" y="360735"/>
                  </a:moveTo>
                  <a:lnTo>
                    <a:pt x="1294082" y="360577"/>
                  </a:lnTo>
                  <a:lnTo>
                    <a:pt x="1349171" y="416516"/>
                  </a:lnTo>
                  <a:close/>
                  <a:moveTo>
                    <a:pt x="1209316" y="329965"/>
                  </a:moveTo>
                  <a:lnTo>
                    <a:pt x="1247868" y="305871"/>
                  </a:lnTo>
                  <a:lnTo>
                    <a:pt x="1206375" y="324486"/>
                  </a:lnTo>
                  <a:close/>
                  <a:moveTo>
                    <a:pt x="1197463" y="254334"/>
                  </a:moveTo>
                  <a:lnTo>
                    <a:pt x="1179245" y="278428"/>
                  </a:lnTo>
                  <a:lnTo>
                    <a:pt x="1206375" y="324486"/>
                  </a:lnTo>
                  <a:close/>
                  <a:moveTo>
                    <a:pt x="1330057" y="51536"/>
                  </a:moveTo>
                  <a:lnTo>
                    <a:pt x="1313816" y="107034"/>
                  </a:lnTo>
                  <a:lnTo>
                    <a:pt x="1336383" y="56511"/>
                  </a:lnTo>
                  <a:close/>
                  <a:moveTo>
                    <a:pt x="1330057" y="51536"/>
                  </a:moveTo>
                  <a:lnTo>
                    <a:pt x="1333775" y="46760"/>
                  </a:lnTo>
                  <a:lnTo>
                    <a:pt x="1281173" y="75630"/>
                  </a:lnTo>
                  <a:close/>
                  <a:moveTo>
                    <a:pt x="1281173" y="75630"/>
                  </a:moveTo>
                  <a:lnTo>
                    <a:pt x="1333775" y="46760"/>
                  </a:lnTo>
                  <a:lnTo>
                    <a:pt x="1250132" y="19850"/>
                  </a:lnTo>
                  <a:close/>
                  <a:moveTo>
                    <a:pt x="1281173" y="75630"/>
                  </a:moveTo>
                  <a:lnTo>
                    <a:pt x="1250132" y="19850"/>
                  </a:lnTo>
                  <a:lnTo>
                    <a:pt x="1247784" y="34829"/>
                  </a:lnTo>
                  <a:close/>
                  <a:moveTo>
                    <a:pt x="1333775" y="46760"/>
                  </a:moveTo>
                  <a:lnTo>
                    <a:pt x="1339750" y="51536"/>
                  </a:lnTo>
                  <a:lnTo>
                    <a:pt x="1296113" y="20451"/>
                  </a:lnTo>
                  <a:close/>
                  <a:moveTo>
                    <a:pt x="1244035" y="20813"/>
                  </a:moveTo>
                  <a:lnTo>
                    <a:pt x="1236045" y="0"/>
                  </a:lnTo>
                  <a:lnTo>
                    <a:pt x="1250132" y="19850"/>
                  </a:lnTo>
                  <a:close/>
                  <a:moveTo>
                    <a:pt x="1330057" y="51536"/>
                  </a:moveTo>
                  <a:lnTo>
                    <a:pt x="1336383" y="56511"/>
                  </a:lnTo>
                  <a:lnTo>
                    <a:pt x="1339742" y="47724"/>
                  </a:lnTo>
                  <a:close/>
                  <a:moveTo>
                    <a:pt x="1333775" y="46760"/>
                  </a:moveTo>
                  <a:lnTo>
                    <a:pt x="1330057" y="51536"/>
                  </a:lnTo>
                  <a:lnTo>
                    <a:pt x="1339742" y="47724"/>
                  </a:lnTo>
                  <a:close/>
                  <a:moveTo>
                    <a:pt x="1339742" y="47724"/>
                  </a:moveTo>
                  <a:lnTo>
                    <a:pt x="1336383" y="56511"/>
                  </a:lnTo>
                  <a:lnTo>
                    <a:pt x="1339750" y="51536"/>
                  </a:lnTo>
                  <a:close/>
                  <a:moveTo>
                    <a:pt x="1339742" y="47724"/>
                  </a:moveTo>
                  <a:lnTo>
                    <a:pt x="1339750" y="51536"/>
                  </a:lnTo>
                  <a:lnTo>
                    <a:pt x="1333775" y="4676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8" name="Output_density__4187">
              <a:extLst>
                <a:ext uri="{FF2B5EF4-FFF2-40B4-BE49-F238E27FC236}">
                  <a16:creationId xmlns:a16="http://schemas.microsoft.com/office/drawing/2014/main" id="{809A1C7C-667B-8C99-3340-2BC7AA05180B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419645"/>
              <a:ext cx="1421334" cy="1206528"/>
            </a:xfrm>
            <a:custGeom>
              <a:avLst/>
              <a:gdLst/>
              <a:ahLst/>
              <a:cxnLst/>
              <a:rect l="0" t="0" r="0" b="0"/>
              <a:pathLst>
                <a:path w="1421334" h="1206528">
                  <a:moveTo>
                    <a:pt x="66917" y="696131"/>
                  </a:moveTo>
                  <a:lnTo>
                    <a:pt x="18047" y="688090"/>
                  </a:lnTo>
                  <a:lnTo>
                    <a:pt x="0" y="677427"/>
                  </a:lnTo>
                  <a:close/>
                  <a:moveTo>
                    <a:pt x="512598" y="1179497"/>
                  </a:moveTo>
                  <a:lnTo>
                    <a:pt x="493420" y="1169589"/>
                  </a:lnTo>
                  <a:lnTo>
                    <a:pt x="528302" y="1198435"/>
                  </a:lnTo>
                  <a:close/>
                  <a:moveTo>
                    <a:pt x="411809" y="977342"/>
                  </a:moveTo>
                  <a:lnTo>
                    <a:pt x="399105" y="1020055"/>
                  </a:lnTo>
                  <a:lnTo>
                    <a:pt x="405865" y="1003942"/>
                  </a:lnTo>
                  <a:close/>
                  <a:moveTo>
                    <a:pt x="66917" y="696131"/>
                  </a:moveTo>
                  <a:lnTo>
                    <a:pt x="123556" y="715685"/>
                  </a:lnTo>
                  <a:lnTo>
                    <a:pt x="142920" y="670717"/>
                  </a:lnTo>
                  <a:close/>
                  <a:moveTo>
                    <a:pt x="18047" y="688090"/>
                  </a:moveTo>
                  <a:lnTo>
                    <a:pt x="66917" y="696131"/>
                  </a:lnTo>
                  <a:lnTo>
                    <a:pt x="97426" y="675299"/>
                  </a:lnTo>
                  <a:close/>
                  <a:moveTo>
                    <a:pt x="47459" y="663154"/>
                  </a:moveTo>
                  <a:lnTo>
                    <a:pt x="18047" y="688090"/>
                  </a:lnTo>
                  <a:lnTo>
                    <a:pt x="97426" y="675299"/>
                  </a:lnTo>
                  <a:close/>
                  <a:moveTo>
                    <a:pt x="475484" y="1107015"/>
                  </a:moveTo>
                  <a:lnTo>
                    <a:pt x="448860" y="1055479"/>
                  </a:lnTo>
                  <a:lnTo>
                    <a:pt x="452767" y="1077154"/>
                  </a:lnTo>
                  <a:close/>
                  <a:moveTo>
                    <a:pt x="399105" y="1020055"/>
                  </a:moveTo>
                  <a:lnTo>
                    <a:pt x="448860" y="1055479"/>
                  </a:lnTo>
                  <a:lnTo>
                    <a:pt x="424493" y="1024765"/>
                  </a:lnTo>
                  <a:close/>
                  <a:moveTo>
                    <a:pt x="405865" y="1003942"/>
                  </a:moveTo>
                  <a:lnTo>
                    <a:pt x="399105" y="1020055"/>
                  </a:lnTo>
                  <a:lnTo>
                    <a:pt x="424493" y="1024765"/>
                  </a:lnTo>
                  <a:close/>
                  <a:moveTo>
                    <a:pt x="512598" y="1179497"/>
                  </a:moveTo>
                  <a:lnTo>
                    <a:pt x="566548" y="1206528"/>
                  </a:lnTo>
                  <a:lnTo>
                    <a:pt x="590887" y="1162628"/>
                  </a:lnTo>
                  <a:close/>
                  <a:moveTo>
                    <a:pt x="424493" y="1024765"/>
                  </a:moveTo>
                  <a:lnTo>
                    <a:pt x="448860" y="1055479"/>
                  </a:lnTo>
                  <a:lnTo>
                    <a:pt x="452930" y="1039039"/>
                  </a:lnTo>
                  <a:close/>
                  <a:moveTo>
                    <a:pt x="405865" y="1003942"/>
                  </a:moveTo>
                  <a:lnTo>
                    <a:pt x="452930" y="1039039"/>
                  </a:lnTo>
                  <a:lnTo>
                    <a:pt x="399686" y="981600"/>
                  </a:lnTo>
                  <a:close/>
                  <a:moveTo>
                    <a:pt x="424493" y="1024765"/>
                  </a:moveTo>
                  <a:lnTo>
                    <a:pt x="452930" y="1039039"/>
                  </a:lnTo>
                  <a:lnTo>
                    <a:pt x="405865" y="1003942"/>
                  </a:lnTo>
                  <a:close/>
                  <a:moveTo>
                    <a:pt x="339556" y="881875"/>
                  </a:moveTo>
                  <a:lnTo>
                    <a:pt x="341350" y="840798"/>
                  </a:lnTo>
                  <a:lnTo>
                    <a:pt x="296053" y="849332"/>
                  </a:lnTo>
                  <a:close/>
                  <a:moveTo>
                    <a:pt x="287715" y="797796"/>
                  </a:moveTo>
                  <a:lnTo>
                    <a:pt x="296053" y="849332"/>
                  </a:lnTo>
                  <a:lnTo>
                    <a:pt x="309426" y="773702"/>
                  </a:lnTo>
                  <a:close/>
                  <a:moveTo>
                    <a:pt x="291088" y="740439"/>
                  </a:moveTo>
                  <a:lnTo>
                    <a:pt x="280195" y="727048"/>
                  </a:lnTo>
                  <a:lnTo>
                    <a:pt x="309426" y="773702"/>
                  </a:lnTo>
                  <a:close/>
                  <a:moveTo>
                    <a:pt x="309426" y="773702"/>
                  </a:moveTo>
                  <a:lnTo>
                    <a:pt x="280195" y="727048"/>
                  </a:lnTo>
                  <a:lnTo>
                    <a:pt x="272307" y="746259"/>
                  </a:lnTo>
                  <a:close/>
                  <a:moveTo>
                    <a:pt x="236583" y="670629"/>
                  </a:moveTo>
                  <a:lnTo>
                    <a:pt x="245045" y="703191"/>
                  </a:lnTo>
                  <a:lnTo>
                    <a:pt x="225513" y="733521"/>
                  </a:lnTo>
                  <a:close/>
                  <a:moveTo>
                    <a:pt x="225513" y="733521"/>
                  </a:moveTo>
                  <a:lnTo>
                    <a:pt x="245045" y="703191"/>
                  </a:lnTo>
                  <a:lnTo>
                    <a:pt x="280195" y="727048"/>
                  </a:lnTo>
                  <a:close/>
                  <a:moveTo>
                    <a:pt x="147184" y="633733"/>
                  </a:moveTo>
                  <a:lnTo>
                    <a:pt x="97426" y="675299"/>
                  </a:lnTo>
                  <a:lnTo>
                    <a:pt x="142920" y="670717"/>
                  </a:lnTo>
                  <a:close/>
                  <a:moveTo>
                    <a:pt x="197649" y="619092"/>
                  </a:moveTo>
                  <a:lnTo>
                    <a:pt x="174008" y="567556"/>
                  </a:lnTo>
                  <a:lnTo>
                    <a:pt x="147184" y="633733"/>
                  </a:lnTo>
                  <a:close/>
                  <a:moveTo>
                    <a:pt x="174008" y="567556"/>
                  </a:moveTo>
                  <a:lnTo>
                    <a:pt x="148500" y="569921"/>
                  </a:lnTo>
                  <a:lnTo>
                    <a:pt x="147184" y="633733"/>
                  </a:lnTo>
                  <a:close/>
                  <a:moveTo>
                    <a:pt x="108931" y="543637"/>
                  </a:moveTo>
                  <a:lnTo>
                    <a:pt x="141080" y="567556"/>
                  </a:lnTo>
                  <a:lnTo>
                    <a:pt x="148500" y="569921"/>
                  </a:lnTo>
                  <a:close/>
                  <a:moveTo>
                    <a:pt x="96992" y="538777"/>
                  </a:moveTo>
                  <a:lnTo>
                    <a:pt x="141080" y="567556"/>
                  </a:lnTo>
                  <a:lnTo>
                    <a:pt x="108931" y="543637"/>
                  </a:lnTo>
                  <a:close/>
                  <a:moveTo>
                    <a:pt x="537133" y="1008566"/>
                  </a:moveTo>
                  <a:lnTo>
                    <a:pt x="556606" y="1034459"/>
                  </a:lnTo>
                  <a:lnTo>
                    <a:pt x="553077" y="1031385"/>
                  </a:lnTo>
                  <a:close/>
                  <a:moveTo>
                    <a:pt x="515024" y="963797"/>
                  </a:moveTo>
                  <a:lnTo>
                    <a:pt x="537133" y="1008566"/>
                  </a:lnTo>
                  <a:lnTo>
                    <a:pt x="553077" y="1031385"/>
                  </a:lnTo>
                  <a:close/>
                  <a:moveTo>
                    <a:pt x="437931" y="801145"/>
                  </a:moveTo>
                  <a:lnTo>
                    <a:pt x="463186" y="859855"/>
                  </a:lnTo>
                  <a:lnTo>
                    <a:pt x="490974" y="828849"/>
                  </a:lnTo>
                  <a:close/>
                  <a:moveTo>
                    <a:pt x="257158" y="707794"/>
                  </a:moveTo>
                  <a:lnTo>
                    <a:pt x="291088" y="740439"/>
                  </a:lnTo>
                  <a:lnTo>
                    <a:pt x="290853" y="718383"/>
                  </a:lnTo>
                  <a:close/>
                  <a:moveTo>
                    <a:pt x="338419" y="698071"/>
                  </a:moveTo>
                  <a:lnTo>
                    <a:pt x="291088" y="740439"/>
                  </a:lnTo>
                  <a:lnTo>
                    <a:pt x="309426" y="773702"/>
                  </a:lnTo>
                  <a:close/>
                  <a:moveTo>
                    <a:pt x="290853" y="718383"/>
                  </a:moveTo>
                  <a:lnTo>
                    <a:pt x="309221" y="673336"/>
                  </a:lnTo>
                  <a:lnTo>
                    <a:pt x="257158" y="707794"/>
                  </a:lnTo>
                  <a:close/>
                  <a:moveTo>
                    <a:pt x="211148" y="594998"/>
                  </a:moveTo>
                  <a:lnTo>
                    <a:pt x="174008" y="567556"/>
                  </a:lnTo>
                  <a:lnTo>
                    <a:pt x="197649" y="619092"/>
                  </a:lnTo>
                  <a:close/>
                  <a:moveTo>
                    <a:pt x="182482" y="548830"/>
                  </a:moveTo>
                  <a:lnTo>
                    <a:pt x="141080" y="567556"/>
                  </a:lnTo>
                  <a:lnTo>
                    <a:pt x="168385" y="553755"/>
                  </a:lnTo>
                  <a:close/>
                  <a:moveTo>
                    <a:pt x="168385" y="553755"/>
                  </a:moveTo>
                  <a:lnTo>
                    <a:pt x="141080" y="567556"/>
                  </a:lnTo>
                  <a:lnTo>
                    <a:pt x="146109" y="509122"/>
                  </a:lnTo>
                  <a:close/>
                  <a:moveTo>
                    <a:pt x="437931" y="801145"/>
                  </a:moveTo>
                  <a:lnTo>
                    <a:pt x="490974" y="828849"/>
                  </a:lnTo>
                  <a:lnTo>
                    <a:pt x="500749" y="787174"/>
                  </a:lnTo>
                  <a:close/>
                  <a:moveTo>
                    <a:pt x="436410" y="799519"/>
                  </a:moveTo>
                  <a:lnTo>
                    <a:pt x="500749" y="787174"/>
                  </a:lnTo>
                  <a:lnTo>
                    <a:pt x="501707" y="734078"/>
                  </a:lnTo>
                  <a:close/>
                  <a:moveTo>
                    <a:pt x="346347" y="570904"/>
                  </a:moveTo>
                  <a:lnTo>
                    <a:pt x="330349" y="617429"/>
                  </a:lnTo>
                  <a:lnTo>
                    <a:pt x="353228" y="580169"/>
                  </a:lnTo>
                  <a:close/>
                  <a:moveTo>
                    <a:pt x="336241" y="622441"/>
                  </a:moveTo>
                  <a:lnTo>
                    <a:pt x="370024" y="591089"/>
                  </a:lnTo>
                  <a:lnTo>
                    <a:pt x="353228" y="580169"/>
                  </a:lnTo>
                  <a:close/>
                  <a:moveTo>
                    <a:pt x="432579" y="515398"/>
                  </a:moveTo>
                  <a:lnTo>
                    <a:pt x="476933" y="555565"/>
                  </a:lnTo>
                  <a:lnTo>
                    <a:pt x="486114" y="540876"/>
                  </a:lnTo>
                  <a:close/>
                  <a:moveTo>
                    <a:pt x="398394" y="519368"/>
                  </a:moveTo>
                  <a:lnTo>
                    <a:pt x="476933" y="555565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98248" y="518808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75504" y="443737"/>
                  </a:lnTo>
                  <a:lnTo>
                    <a:pt x="386341" y="465746"/>
                  </a:lnTo>
                  <a:close/>
                  <a:moveTo>
                    <a:pt x="720308" y="848108"/>
                  </a:moveTo>
                  <a:lnTo>
                    <a:pt x="718262" y="884810"/>
                  </a:lnTo>
                  <a:lnTo>
                    <a:pt x="743503" y="856030"/>
                  </a:lnTo>
                  <a:close/>
                  <a:moveTo>
                    <a:pt x="714251" y="790290"/>
                  </a:moveTo>
                  <a:lnTo>
                    <a:pt x="743503" y="856030"/>
                  </a:lnTo>
                  <a:lnTo>
                    <a:pt x="726756" y="804493"/>
                  </a:lnTo>
                  <a:close/>
                  <a:moveTo>
                    <a:pt x="720308" y="848108"/>
                  </a:moveTo>
                  <a:lnTo>
                    <a:pt x="743503" y="856030"/>
                  </a:lnTo>
                  <a:lnTo>
                    <a:pt x="714251" y="790290"/>
                  </a:lnTo>
                  <a:close/>
                  <a:moveTo>
                    <a:pt x="720308" y="848108"/>
                  </a:moveTo>
                  <a:lnTo>
                    <a:pt x="714251" y="790290"/>
                  </a:lnTo>
                  <a:lnTo>
                    <a:pt x="712306" y="831936"/>
                  </a:lnTo>
                  <a:close/>
                  <a:moveTo>
                    <a:pt x="664313" y="730163"/>
                  </a:moveTo>
                  <a:lnTo>
                    <a:pt x="714251" y="790290"/>
                  </a:lnTo>
                  <a:lnTo>
                    <a:pt x="687574" y="749235"/>
                  </a:lnTo>
                  <a:close/>
                  <a:moveTo>
                    <a:pt x="664313" y="730163"/>
                  </a:moveTo>
                  <a:lnTo>
                    <a:pt x="687574" y="749235"/>
                  </a:lnTo>
                  <a:lnTo>
                    <a:pt x="680065" y="741995"/>
                  </a:lnTo>
                  <a:close/>
                  <a:moveTo>
                    <a:pt x="549187" y="602020"/>
                  </a:moveTo>
                  <a:lnTo>
                    <a:pt x="612034" y="647180"/>
                  </a:lnTo>
                  <a:lnTo>
                    <a:pt x="636929" y="620495"/>
                  </a:lnTo>
                  <a:close/>
                  <a:moveTo>
                    <a:pt x="549187" y="602020"/>
                  </a:moveTo>
                  <a:lnTo>
                    <a:pt x="636929" y="620495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9187" y="602020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6664" y="598347"/>
                  </a:lnTo>
                  <a:lnTo>
                    <a:pt x="549187" y="602020"/>
                  </a:lnTo>
                  <a:close/>
                  <a:moveTo>
                    <a:pt x="516010" y="546810"/>
                  </a:moveTo>
                  <a:lnTo>
                    <a:pt x="546664" y="598347"/>
                  </a:lnTo>
                  <a:lnTo>
                    <a:pt x="545012" y="574253"/>
                  </a:lnTo>
                  <a:close/>
                  <a:moveTo>
                    <a:pt x="516010" y="546810"/>
                  </a:moveTo>
                  <a:lnTo>
                    <a:pt x="545012" y="574253"/>
                  </a:lnTo>
                  <a:lnTo>
                    <a:pt x="522262" y="522716"/>
                  </a:lnTo>
                  <a:close/>
                  <a:moveTo>
                    <a:pt x="516010" y="546810"/>
                  </a:moveTo>
                  <a:lnTo>
                    <a:pt x="522262" y="522716"/>
                  </a:lnTo>
                  <a:lnTo>
                    <a:pt x="486114" y="540876"/>
                  </a:lnTo>
                  <a:close/>
                  <a:moveTo>
                    <a:pt x="522262" y="522716"/>
                  </a:moveTo>
                  <a:lnTo>
                    <a:pt x="511778" y="501930"/>
                  </a:lnTo>
                  <a:lnTo>
                    <a:pt x="486114" y="540876"/>
                  </a:lnTo>
                  <a:close/>
                  <a:moveTo>
                    <a:pt x="437615" y="471180"/>
                  </a:moveTo>
                  <a:lnTo>
                    <a:pt x="386501" y="495274"/>
                  </a:lnTo>
                  <a:lnTo>
                    <a:pt x="432579" y="515398"/>
                  </a:lnTo>
                  <a:close/>
                  <a:moveTo>
                    <a:pt x="437615" y="471180"/>
                  </a:moveTo>
                  <a:lnTo>
                    <a:pt x="375504" y="443737"/>
                  </a:lnTo>
                  <a:lnTo>
                    <a:pt x="386501" y="495274"/>
                  </a:lnTo>
                  <a:close/>
                  <a:moveTo>
                    <a:pt x="432579" y="515398"/>
                  </a:moveTo>
                  <a:lnTo>
                    <a:pt x="486114" y="540876"/>
                  </a:lnTo>
                  <a:lnTo>
                    <a:pt x="511778" y="501930"/>
                  </a:lnTo>
                  <a:close/>
                  <a:moveTo>
                    <a:pt x="869303" y="830375"/>
                  </a:moveTo>
                  <a:lnTo>
                    <a:pt x="874022" y="831936"/>
                  </a:lnTo>
                  <a:lnTo>
                    <a:pt x="851775" y="817192"/>
                  </a:lnTo>
                  <a:close/>
                  <a:moveTo>
                    <a:pt x="869303" y="830375"/>
                  </a:moveTo>
                  <a:lnTo>
                    <a:pt x="873409" y="807842"/>
                  </a:lnTo>
                  <a:lnTo>
                    <a:pt x="882261" y="830390"/>
                  </a:lnTo>
                  <a:close/>
                  <a:moveTo>
                    <a:pt x="860835" y="798714"/>
                  </a:moveTo>
                  <a:lnTo>
                    <a:pt x="882261" y="830390"/>
                  </a:lnTo>
                  <a:lnTo>
                    <a:pt x="873409" y="807842"/>
                  </a:lnTo>
                  <a:close/>
                  <a:moveTo>
                    <a:pt x="823900" y="777111"/>
                  </a:moveTo>
                  <a:lnTo>
                    <a:pt x="882261" y="830390"/>
                  </a:lnTo>
                  <a:lnTo>
                    <a:pt x="860835" y="798714"/>
                  </a:lnTo>
                  <a:close/>
                  <a:moveTo>
                    <a:pt x="851775" y="817192"/>
                  </a:moveTo>
                  <a:lnTo>
                    <a:pt x="874022" y="831936"/>
                  </a:lnTo>
                  <a:lnTo>
                    <a:pt x="824236" y="796774"/>
                  </a:lnTo>
                  <a:close/>
                  <a:moveTo>
                    <a:pt x="782129" y="704769"/>
                  </a:moveTo>
                  <a:lnTo>
                    <a:pt x="747004" y="682698"/>
                  </a:lnTo>
                  <a:lnTo>
                    <a:pt x="780610" y="711580"/>
                  </a:lnTo>
                  <a:close/>
                  <a:moveTo>
                    <a:pt x="743174" y="677326"/>
                  </a:moveTo>
                  <a:lnTo>
                    <a:pt x="747004" y="682698"/>
                  </a:lnTo>
                  <a:lnTo>
                    <a:pt x="782129" y="704769"/>
                  </a:lnTo>
                  <a:close/>
                  <a:moveTo>
                    <a:pt x="762980" y="653232"/>
                  </a:moveTo>
                  <a:lnTo>
                    <a:pt x="743174" y="677326"/>
                  </a:lnTo>
                  <a:lnTo>
                    <a:pt x="782129" y="704769"/>
                  </a:lnTo>
                  <a:close/>
                  <a:moveTo>
                    <a:pt x="636929" y="620495"/>
                  </a:moveTo>
                  <a:lnTo>
                    <a:pt x="681102" y="610974"/>
                  </a:lnTo>
                  <a:lnTo>
                    <a:pt x="655173" y="553808"/>
                  </a:lnTo>
                  <a:close/>
                  <a:moveTo>
                    <a:pt x="511778" y="501930"/>
                  </a:moveTo>
                  <a:lnTo>
                    <a:pt x="522262" y="522716"/>
                  </a:lnTo>
                  <a:lnTo>
                    <a:pt x="519533" y="520931"/>
                  </a:lnTo>
                  <a:close/>
                  <a:moveTo>
                    <a:pt x="564020" y="397260"/>
                  </a:moveTo>
                  <a:lnTo>
                    <a:pt x="523003" y="369224"/>
                  </a:lnTo>
                  <a:lnTo>
                    <a:pt x="559640" y="395549"/>
                  </a:lnTo>
                  <a:close/>
                  <a:moveTo>
                    <a:pt x="567983" y="402499"/>
                  </a:moveTo>
                  <a:lnTo>
                    <a:pt x="564020" y="397260"/>
                  </a:lnTo>
                  <a:lnTo>
                    <a:pt x="559640" y="395549"/>
                  </a:lnTo>
                  <a:close/>
                  <a:moveTo>
                    <a:pt x="935222" y="724591"/>
                  </a:moveTo>
                  <a:lnTo>
                    <a:pt x="998999" y="710723"/>
                  </a:lnTo>
                  <a:lnTo>
                    <a:pt x="924528" y="670542"/>
                  </a:lnTo>
                  <a:close/>
                  <a:moveTo>
                    <a:pt x="998999" y="710723"/>
                  </a:moveTo>
                  <a:lnTo>
                    <a:pt x="1007095" y="732211"/>
                  </a:lnTo>
                  <a:lnTo>
                    <a:pt x="965883" y="707217"/>
                  </a:lnTo>
                  <a:close/>
                  <a:moveTo>
                    <a:pt x="1139177" y="684024"/>
                  </a:moveTo>
                  <a:lnTo>
                    <a:pt x="1181653" y="735560"/>
                  </a:lnTo>
                  <a:lnTo>
                    <a:pt x="1192443" y="730146"/>
                  </a:lnTo>
                  <a:close/>
                  <a:moveTo>
                    <a:pt x="1245231" y="783146"/>
                  </a:moveTo>
                  <a:lnTo>
                    <a:pt x="1272972" y="751967"/>
                  </a:lnTo>
                  <a:lnTo>
                    <a:pt x="1186852" y="739555"/>
                  </a:lnTo>
                  <a:close/>
                  <a:moveTo>
                    <a:pt x="1123604" y="559901"/>
                  </a:moveTo>
                  <a:lnTo>
                    <a:pt x="1107257" y="616637"/>
                  </a:lnTo>
                  <a:lnTo>
                    <a:pt x="1156686" y="556857"/>
                  </a:lnTo>
                  <a:close/>
                  <a:moveTo>
                    <a:pt x="1068296" y="580951"/>
                  </a:moveTo>
                  <a:lnTo>
                    <a:pt x="1123604" y="559901"/>
                  </a:lnTo>
                  <a:lnTo>
                    <a:pt x="1125449" y="549754"/>
                  </a:lnTo>
                  <a:close/>
                  <a:moveTo>
                    <a:pt x="1124654" y="481226"/>
                  </a:moveTo>
                  <a:lnTo>
                    <a:pt x="1125449" y="549754"/>
                  </a:lnTo>
                  <a:lnTo>
                    <a:pt x="1147476" y="497212"/>
                  </a:lnTo>
                  <a:close/>
                  <a:moveTo>
                    <a:pt x="1118603" y="556857"/>
                  </a:moveTo>
                  <a:lnTo>
                    <a:pt x="1066943" y="505690"/>
                  </a:lnTo>
                  <a:lnTo>
                    <a:pt x="1101320" y="540034"/>
                  </a:lnTo>
                  <a:close/>
                  <a:moveTo>
                    <a:pt x="1089619" y="453783"/>
                  </a:moveTo>
                  <a:lnTo>
                    <a:pt x="1124654" y="481226"/>
                  </a:lnTo>
                  <a:lnTo>
                    <a:pt x="1089374" y="429689"/>
                  </a:lnTo>
                  <a:close/>
                  <a:moveTo>
                    <a:pt x="836702" y="168885"/>
                  </a:moveTo>
                  <a:lnTo>
                    <a:pt x="869858" y="157950"/>
                  </a:lnTo>
                  <a:lnTo>
                    <a:pt x="790805" y="171962"/>
                  </a:lnTo>
                  <a:close/>
                  <a:moveTo>
                    <a:pt x="1152920" y="473324"/>
                  </a:moveTo>
                  <a:lnTo>
                    <a:pt x="1147476" y="497212"/>
                  </a:lnTo>
                  <a:lnTo>
                    <a:pt x="1197356" y="475180"/>
                  </a:lnTo>
                  <a:close/>
                  <a:moveTo>
                    <a:pt x="958471" y="147912"/>
                  </a:moveTo>
                  <a:lnTo>
                    <a:pt x="948434" y="142156"/>
                  </a:lnTo>
                  <a:lnTo>
                    <a:pt x="920121" y="171200"/>
                  </a:lnTo>
                  <a:close/>
                  <a:moveTo>
                    <a:pt x="869858" y="157950"/>
                  </a:moveTo>
                  <a:lnTo>
                    <a:pt x="920121" y="171200"/>
                  </a:lnTo>
                  <a:lnTo>
                    <a:pt x="948434" y="142156"/>
                  </a:lnTo>
                  <a:close/>
                  <a:moveTo>
                    <a:pt x="1315555" y="466700"/>
                  </a:moveTo>
                  <a:lnTo>
                    <a:pt x="1393217" y="492639"/>
                  </a:lnTo>
                  <a:lnTo>
                    <a:pt x="1399654" y="471555"/>
                  </a:lnTo>
                  <a:close/>
                  <a:moveTo>
                    <a:pt x="1298840" y="381501"/>
                  </a:moveTo>
                  <a:lnTo>
                    <a:pt x="1253723" y="341852"/>
                  </a:lnTo>
                  <a:lnTo>
                    <a:pt x="1270460" y="354059"/>
                  </a:lnTo>
                  <a:close/>
                  <a:moveTo>
                    <a:pt x="1180229" y="238133"/>
                  </a:moveTo>
                  <a:lnTo>
                    <a:pt x="1209316" y="278428"/>
                  </a:lnTo>
                  <a:lnTo>
                    <a:pt x="1206375" y="272949"/>
                  </a:lnTo>
                  <a:close/>
                  <a:moveTo>
                    <a:pt x="1179245" y="226892"/>
                  </a:moveTo>
                  <a:lnTo>
                    <a:pt x="1180229" y="238133"/>
                  </a:lnTo>
                  <a:lnTo>
                    <a:pt x="1206375" y="272949"/>
                  </a:lnTo>
                  <a:close/>
                  <a:moveTo>
                    <a:pt x="1399654" y="471555"/>
                  </a:moveTo>
                  <a:lnTo>
                    <a:pt x="1421334" y="433038"/>
                  </a:lnTo>
                  <a:lnTo>
                    <a:pt x="1413907" y="413075"/>
                  </a:lnTo>
                  <a:close/>
                  <a:moveTo>
                    <a:pt x="1397961" y="363296"/>
                  </a:moveTo>
                  <a:lnTo>
                    <a:pt x="1413907" y="413075"/>
                  </a:lnTo>
                  <a:lnTo>
                    <a:pt x="1421334" y="433038"/>
                  </a:lnTo>
                  <a:close/>
                  <a:moveTo>
                    <a:pt x="1349171" y="364979"/>
                  </a:moveTo>
                  <a:lnTo>
                    <a:pt x="1276660" y="361057"/>
                  </a:lnTo>
                  <a:lnTo>
                    <a:pt x="1298840" y="381501"/>
                  </a:lnTo>
                  <a:close/>
                  <a:moveTo>
                    <a:pt x="1349171" y="364979"/>
                  </a:moveTo>
                  <a:lnTo>
                    <a:pt x="1397961" y="363296"/>
                  </a:lnTo>
                  <a:lnTo>
                    <a:pt x="1367132" y="325617"/>
                  </a:lnTo>
                  <a:close/>
                  <a:moveTo>
                    <a:pt x="1349171" y="364979"/>
                  </a:moveTo>
                  <a:lnTo>
                    <a:pt x="1367132" y="325617"/>
                  </a:lnTo>
                  <a:lnTo>
                    <a:pt x="1340607" y="309199"/>
                  </a:lnTo>
                  <a:close/>
                  <a:moveTo>
                    <a:pt x="1323599" y="260283"/>
                  </a:moveTo>
                  <a:lnTo>
                    <a:pt x="1296035" y="298595"/>
                  </a:lnTo>
                  <a:lnTo>
                    <a:pt x="1294082" y="309041"/>
                  </a:lnTo>
                  <a:close/>
                  <a:moveTo>
                    <a:pt x="1197463" y="202798"/>
                  </a:moveTo>
                  <a:lnTo>
                    <a:pt x="1137821" y="171885"/>
                  </a:lnTo>
                  <a:lnTo>
                    <a:pt x="1147447" y="175355"/>
                  </a:lnTo>
                  <a:close/>
                  <a:moveTo>
                    <a:pt x="1197463" y="202798"/>
                  </a:moveTo>
                  <a:lnTo>
                    <a:pt x="1147447" y="175355"/>
                  </a:lnTo>
                  <a:lnTo>
                    <a:pt x="1179245" y="226892"/>
                  </a:lnTo>
                  <a:close/>
                  <a:moveTo>
                    <a:pt x="1330057" y="0"/>
                  </a:moveTo>
                  <a:lnTo>
                    <a:pt x="1281173" y="24094"/>
                  </a:lnTo>
                  <a:lnTo>
                    <a:pt x="1313816" y="55498"/>
                  </a:lnTo>
                  <a:close/>
                  <a:moveTo>
                    <a:pt x="1336383" y="4975"/>
                  </a:moveTo>
                  <a:lnTo>
                    <a:pt x="1354817" y="21914"/>
                  </a:lnTo>
                  <a:lnTo>
                    <a:pt x="133975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9" name="Output_density__4188">
              <a:extLst>
                <a:ext uri="{FF2B5EF4-FFF2-40B4-BE49-F238E27FC236}">
                  <a16:creationId xmlns:a16="http://schemas.microsoft.com/office/drawing/2014/main" id="{1EFFC7F3-DF82-D5C7-F90A-2726D02AB380}"/>
                </a:ext>
              </a:extLst>
            </p:cNvPr>
            <p:cNvSpPr>
              <a:spLocks noGrp="1"/>
            </p:cNvSpPr>
            <p:nvPr/>
          </p:nvSpPr>
          <p:spPr>
            <a:xfrm>
              <a:off x="15442597" y="3567557"/>
              <a:ext cx="1300215" cy="1058616"/>
            </a:xfrm>
            <a:custGeom>
              <a:avLst/>
              <a:gdLst/>
              <a:ahLst/>
              <a:cxnLst/>
              <a:rect l="0" t="0" r="0" b="0"/>
              <a:pathLst>
                <a:path w="1300215" h="1058616">
                  <a:moveTo>
                    <a:pt x="499630" y="1058616"/>
                  </a:moveTo>
                  <a:lnTo>
                    <a:pt x="445681" y="1031584"/>
                  </a:lnTo>
                  <a:lnTo>
                    <a:pt x="461385" y="1050523"/>
                  </a:lnTo>
                  <a:close/>
                  <a:moveTo>
                    <a:pt x="0" y="548219"/>
                  </a:moveTo>
                  <a:lnTo>
                    <a:pt x="76003" y="522805"/>
                  </a:lnTo>
                  <a:lnTo>
                    <a:pt x="30509" y="527386"/>
                  </a:lnTo>
                  <a:close/>
                  <a:moveTo>
                    <a:pt x="523969" y="1014716"/>
                  </a:moveTo>
                  <a:lnTo>
                    <a:pt x="499630" y="1058616"/>
                  </a:lnTo>
                  <a:lnTo>
                    <a:pt x="573920" y="1026797"/>
                  </a:lnTo>
                  <a:close/>
                  <a:moveTo>
                    <a:pt x="229136" y="701420"/>
                  </a:moveTo>
                  <a:lnTo>
                    <a:pt x="274433" y="692886"/>
                  </a:lnTo>
                  <a:lnTo>
                    <a:pt x="285595" y="647504"/>
                  </a:lnTo>
                  <a:close/>
                  <a:moveTo>
                    <a:pt x="242509" y="625789"/>
                  </a:moveTo>
                  <a:lnTo>
                    <a:pt x="229136" y="701420"/>
                  </a:lnTo>
                  <a:lnTo>
                    <a:pt x="285595" y="647504"/>
                  </a:lnTo>
                  <a:close/>
                  <a:moveTo>
                    <a:pt x="42963" y="478166"/>
                  </a:moveTo>
                  <a:lnTo>
                    <a:pt x="30509" y="527386"/>
                  </a:lnTo>
                  <a:lnTo>
                    <a:pt x="80267" y="485821"/>
                  </a:lnTo>
                  <a:close/>
                  <a:moveTo>
                    <a:pt x="74163" y="419643"/>
                  </a:moveTo>
                  <a:lnTo>
                    <a:pt x="46798" y="453389"/>
                  </a:lnTo>
                  <a:lnTo>
                    <a:pt x="81583" y="422008"/>
                  </a:lnTo>
                  <a:close/>
                  <a:moveTo>
                    <a:pt x="81583" y="422008"/>
                  </a:moveTo>
                  <a:lnTo>
                    <a:pt x="42963" y="478166"/>
                  </a:lnTo>
                  <a:lnTo>
                    <a:pt x="80267" y="485821"/>
                  </a:lnTo>
                  <a:close/>
                  <a:moveTo>
                    <a:pt x="213277" y="579136"/>
                  </a:moveTo>
                  <a:lnTo>
                    <a:pt x="224171" y="592526"/>
                  </a:lnTo>
                  <a:lnTo>
                    <a:pt x="175524" y="634589"/>
                  </a:lnTo>
                  <a:close/>
                  <a:moveTo>
                    <a:pt x="573920" y="1026797"/>
                  </a:moveTo>
                  <a:lnTo>
                    <a:pt x="603361" y="1001970"/>
                  </a:lnTo>
                  <a:lnTo>
                    <a:pt x="523969" y="1014716"/>
                  </a:lnTo>
                  <a:close/>
                  <a:moveTo>
                    <a:pt x="242509" y="625789"/>
                  </a:moveTo>
                  <a:lnTo>
                    <a:pt x="285595" y="647504"/>
                  </a:lnTo>
                  <a:lnTo>
                    <a:pt x="315797" y="625525"/>
                  </a:lnTo>
                  <a:close/>
                  <a:moveTo>
                    <a:pt x="369493" y="651607"/>
                  </a:moveTo>
                  <a:lnTo>
                    <a:pt x="331853" y="621443"/>
                  </a:lnTo>
                  <a:lnTo>
                    <a:pt x="371014" y="653232"/>
                  </a:lnTo>
                  <a:close/>
                  <a:moveTo>
                    <a:pt x="315797" y="625525"/>
                  </a:moveTo>
                  <a:lnTo>
                    <a:pt x="285595" y="647504"/>
                  </a:lnTo>
                  <a:lnTo>
                    <a:pt x="369493" y="651607"/>
                  </a:lnTo>
                  <a:close/>
                  <a:moveTo>
                    <a:pt x="144231" y="447086"/>
                  </a:moveTo>
                  <a:lnTo>
                    <a:pt x="101468" y="405842"/>
                  </a:lnTo>
                  <a:lnTo>
                    <a:pt x="107091" y="419643"/>
                  </a:lnTo>
                  <a:close/>
                  <a:moveTo>
                    <a:pt x="369493" y="651607"/>
                  </a:moveTo>
                  <a:lnTo>
                    <a:pt x="434790" y="586166"/>
                  </a:lnTo>
                  <a:lnTo>
                    <a:pt x="396472" y="617579"/>
                  </a:lnTo>
                  <a:close/>
                  <a:moveTo>
                    <a:pt x="424057" y="680936"/>
                  </a:moveTo>
                  <a:lnTo>
                    <a:pt x="452527" y="653232"/>
                  </a:lnTo>
                  <a:lnTo>
                    <a:pt x="433832" y="639261"/>
                  </a:lnTo>
                  <a:close/>
                  <a:moveTo>
                    <a:pt x="452527" y="653232"/>
                  </a:moveTo>
                  <a:lnTo>
                    <a:pt x="434790" y="586166"/>
                  </a:lnTo>
                  <a:lnTo>
                    <a:pt x="433832" y="639261"/>
                  </a:lnTo>
                  <a:close/>
                  <a:moveTo>
                    <a:pt x="396472" y="617579"/>
                  </a:moveTo>
                  <a:lnTo>
                    <a:pt x="315797" y="625525"/>
                  </a:lnTo>
                  <a:lnTo>
                    <a:pt x="369493" y="651607"/>
                  </a:lnTo>
                  <a:close/>
                  <a:moveTo>
                    <a:pt x="256275" y="355951"/>
                  </a:moveTo>
                  <a:lnTo>
                    <a:pt x="279430" y="422992"/>
                  </a:lnTo>
                  <a:lnTo>
                    <a:pt x="264413" y="371455"/>
                  </a:lnTo>
                  <a:close/>
                  <a:moveTo>
                    <a:pt x="651345" y="736897"/>
                  </a:moveTo>
                  <a:lnTo>
                    <a:pt x="653391" y="700196"/>
                  </a:lnTo>
                  <a:lnTo>
                    <a:pt x="649844" y="759654"/>
                  </a:lnTo>
                  <a:close/>
                  <a:moveTo>
                    <a:pt x="620657" y="601323"/>
                  </a:moveTo>
                  <a:lnTo>
                    <a:pt x="647334" y="642377"/>
                  </a:lnTo>
                  <a:lnTo>
                    <a:pt x="659838" y="656581"/>
                  </a:lnTo>
                  <a:close/>
                  <a:moveTo>
                    <a:pt x="370698" y="323267"/>
                  </a:moveTo>
                  <a:lnTo>
                    <a:pt x="310373" y="287209"/>
                  </a:lnTo>
                  <a:lnTo>
                    <a:pt x="308587" y="295825"/>
                  </a:lnTo>
                  <a:close/>
                  <a:moveTo>
                    <a:pt x="393218" y="335611"/>
                  </a:moveTo>
                  <a:lnTo>
                    <a:pt x="365662" y="367485"/>
                  </a:lnTo>
                  <a:lnTo>
                    <a:pt x="444861" y="354017"/>
                  </a:lnTo>
                  <a:close/>
                  <a:moveTo>
                    <a:pt x="519222" y="457367"/>
                  </a:moveTo>
                  <a:lnTo>
                    <a:pt x="570011" y="472582"/>
                  </a:lnTo>
                  <a:lnTo>
                    <a:pt x="588256" y="405896"/>
                  </a:lnTo>
                  <a:close/>
                  <a:moveTo>
                    <a:pt x="614185" y="463061"/>
                  </a:moveTo>
                  <a:lnTo>
                    <a:pt x="621551" y="412367"/>
                  </a:lnTo>
                  <a:lnTo>
                    <a:pt x="588256" y="405896"/>
                  </a:lnTo>
                  <a:close/>
                  <a:moveTo>
                    <a:pt x="497103" y="249348"/>
                  </a:moveTo>
                  <a:lnTo>
                    <a:pt x="501066" y="254586"/>
                  </a:lnTo>
                  <a:lnTo>
                    <a:pt x="529189" y="299174"/>
                  </a:lnTo>
                  <a:close/>
                  <a:moveTo>
                    <a:pt x="549209" y="332472"/>
                  </a:moveTo>
                  <a:lnTo>
                    <a:pt x="582518" y="384442"/>
                  </a:lnTo>
                  <a:lnTo>
                    <a:pt x="567257" y="350710"/>
                  </a:lnTo>
                  <a:close/>
                  <a:moveTo>
                    <a:pt x="513966" y="275079"/>
                  </a:moveTo>
                  <a:lnTo>
                    <a:pt x="501066" y="254586"/>
                  </a:lnTo>
                  <a:lnTo>
                    <a:pt x="492723" y="247637"/>
                  </a:lnTo>
                  <a:close/>
                  <a:moveTo>
                    <a:pt x="549423" y="125805"/>
                  </a:moveTo>
                  <a:lnTo>
                    <a:pt x="549421" y="182053"/>
                  </a:lnTo>
                  <a:lnTo>
                    <a:pt x="545026" y="172006"/>
                  </a:lnTo>
                  <a:close/>
                  <a:moveTo>
                    <a:pt x="932082" y="562811"/>
                  </a:moveTo>
                  <a:lnTo>
                    <a:pt x="960695" y="635835"/>
                  </a:lnTo>
                  <a:lnTo>
                    <a:pt x="940178" y="584299"/>
                  </a:lnTo>
                  <a:close/>
                  <a:moveTo>
                    <a:pt x="868305" y="576679"/>
                  </a:moveTo>
                  <a:lnTo>
                    <a:pt x="936413" y="622032"/>
                  </a:lnTo>
                  <a:lnTo>
                    <a:pt x="932082" y="562811"/>
                  </a:lnTo>
                  <a:close/>
                  <a:moveTo>
                    <a:pt x="857610" y="522630"/>
                  </a:moveTo>
                  <a:lnTo>
                    <a:pt x="898966" y="559305"/>
                  </a:lnTo>
                  <a:lnTo>
                    <a:pt x="868425" y="532763"/>
                  </a:lnTo>
                  <a:close/>
                  <a:moveTo>
                    <a:pt x="932082" y="562811"/>
                  </a:moveTo>
                  <a:lnTo>
                    <a:pt x="898966" y="559305"/>
                  </a:lnTo>
                  <a:lnTo>
                    <a:pt x="857610" y="522630"/>
                  </a:lnTo>
                  <a:close/>
                  <a:moveTo>
                    <a:pt x="826265" y="510131"/>
                  </a:moveTo>
                  <a:lnTo>
                    <a:pt x="838636" y="508419"/>
                  </a:lnTo>
                  <a:lnTo>
                    <a:pt x="829775" y="457132"/>
                  </a:lnTo>
                  <a:close/>
                  <a:moveTo>
                    <a:pt x="857610" y="522630"/>
                  </a:moveTo>
                  <a:lnTo>
                    <a:pt x="838636" y="508419"/>
                  </a:lnTo>
                  <a:lnTo>
                    <a:pt x="826265" y="510131"/>
                  </a:lnTo>
                  <a:close/>
                  <a:moveTo>
                    <a:pt x="549423" y="125805"/>
                  </a:moveTo>
                  <a:lnTo>
                    <a:pt x="545026" y="172006"/>
                  </a:lnTo>
                  <a:lnTo>
                    <a:pt x="573043" y="162850"/>
                  </a:lnTo>
                  <a:close/>
                  <a:moveTo>
                    <a:pt x="1056687" y="411988"/>
                  </a:moveTo>
                  <a:lnTo>
                    <a:pt x="1089769" y="408944"/>
                  </a:lnTo>
                  <a:lnTo>
                    <a:pt x="1058532" y="401842"/>
                  </a:lnTo>
                  <a:close/>
                  <a:moveTo>
                    <a:pt x="723888" y="24050"/>
                  </a:moveTo>
                  <a:lnTo>
                    <a:pt x="699744" y="10323"/>
                  </a:lnTo>
                  <a:lnTo>
                    <a:pt x="741716" y="50929"/>
                  </a:lnTo>
                  <a:close/>
                  <a:moveTo>
                    <a:pt x="769785" y="20972"/>
                  </a:moveTo>
                  <a:lnTo>
                    <a:pt x="723888" y="24050"/>
                  </a:lnTo>
                  <a:lnTo>
                    <a:pt x="741716" y="50929"/>
                  </a:lnTo>
                  <a:close/>
                  <a:moveTo>
                    <a:pt x="1229529" y="615090"/>
                  </a:moveTo>
                  <a:lnTo>
                    <a:pt x="1246410" y="590996"/>
                  </a:lnTo>
                  <a:lnTo>
                    <a:pt x="1206055" y="604055"/>
                  </a:lnTo>
                  <a:close/>
                  <a:moveTo>
                    <a:pt x="1089769" y="408944"/>
                  </a:moveTo>
                  <a:lnTo>
                    <a:pt x="1108865" y="415354"/>
                  </a:lnTo>
                  <a:lnTo>
                    <a:pt x="1110416" y="406289"/>
                  </a:lnTo>
                  <a:close/>
                  <a:moveTo>
                    <a:pt x="1089769" y="408944"/>
                  </a:moveTo>
                  <a:lnTo>
                    <a:pt x="1110416" y="406289"/>
                  </a:lnTo>
                  <a:lnTo>
                    <a:pt x="1058532" y="401842"/>
                  </a:lnTo>
                  <a:close/>
                  <a:moveTo>
                    <a:pt x="1058532" y="401842"/>
                  </a:moveTo>
                  <a:lnTo>
                    <a:pt x="1110416" y="406289"/>
                  </a:lnTo>
                  <a:lnTo>
                    <a:pt x="1125984" y="344458"/>
                  </a:lnTo>
                  <a:close/>
                  <a:moveTo>
                    <a:pt x="1058532" y="401842"/>
                  </a:moveTo>
                  <a:lnTo>
                    <a:pt x="1125984" y="344458"/>
                  </a:lnTo>
                  <a:lnTo>
                    <a:pt x="1080559" y="349300"/>
                  </a:lnTo>
                  <a:close/>
                  <a:moveTo>
                    <a:pt x="1110548" y="408944"/>
                  </a:moveTo>
                  <a:lnTo>
                    <a:pt x="1125984" y="344458"/>
                  </a:lnTo>
                  <a:lnTo>
                    <a:pt x="1110416" y="406289"/>
                  </a:lnTo>
                  <a:close/>
                  <a:moveTo>
                    <a:pt x="1130901" y="333313"/>
                  </a:moveTo>
                  <a:lnTo>
                    <a:pt x="1125984" y="344458"/>
                  </a:lnTo>
                  <a:lnTo>
                    <a:pt x="1110548" y="408944"/>
                  </a:lnTo>
                  <a:close/>
                  <a:moveTo>
                    <a:pt x="802941" y="10038"/>
                  </a:moveTo>
                  <a:lnTo>
                    <a:pt x="769785" y="20972"/>
                  </a:lnTo>
                  <a:lnTo>
                    <a:pt x="853204" y="23288"/>
                  </a:lnTo>
                  <a:close/>
                  <a:moveTo>
                    <a:pt x="1130439" y="327268"/>
                  </a:moveTo>
                  <a:lnTo>
                    <a:pt x="1080559" y="349300"/>
                  </a:lnTo>
                  <a:lnTo>
                    <a:pt x="1125984" y="344458"/>
                  </a:lnTo>
                  <a:close/>
                  <a:moveTo>
                    <a:pt x="1136043" y="257683"/>
                  </a:moveTo>
                  <a:lnTo>
                    <a:pt x="1100415" y="288637"/>
                  </a:lnTo>
                  <a:lnTo>
                    <a:pt x="1135987" y="260014"/>
                  </a:lnTo>
                  <a:close/>
                  <a:moveTo>
                    <a:pt x="1135987" y="260014"/>
                  </a:moveTo>
                  <a:lnTo>
                    <a:pt x="1086003" y="325412"/>
                  </a:lnTo>
                  <a:lnTo>
                    <a:pt x="1130439" y="327268"/>
                  </a:lnTo>
                  <a:close/>
                  <a:moveTo>
                    <a:pt x="1130439" y="327268"/>
                  </a:moveTo>
                  <a:lnTo>
                    <a:pt x="1125984" y="344458"/>
                  </a:lnTo>
                  <a:lnTo>
                    <a:pt x="1130901" y="333313"/>
                  </a:lnTo>
                  <a:close/>
                  <a:moveTo>
                    <a:pt x="891554" y="0"/>
                  </a:moveTo>
                  <a:lnTo>
                    <a:pt x="900188" y="24275"/>
                  </a:lnTo>
                  <a:lnTo>
                    <a:pt x="935235" y="20413"/>
                  </a:lnTo>
                  <a:close/>
                  <a:moveTo>
                    <a:pt x="893628" y="24094"/>
                  </a:moveTo>
                  <a:lnTo>
                    <a:pt x="891554" y="0"/>
                  </a:lnTo>
                  <a:lnTo>
                    <a:pt x="853204" y="23288"/>
                  </a:lnTo>
                  <a:close/>
                  <a:moveTo>
                    <a:pt x="1209743" y="213145"/>
                  </a:moveTo>
                  <a:lnTo>
                    <a:pt x="1186806" y="193939"/>
                  </a:lnTo>
                  <a:lnTo>
                    <a:pt x="1231923" y="233589"/>
                  </a:lnTo>
                  <a:close/>
                  <a:moveTo>
                    <a:pt x="1160348" y="182052"/>
                  </a:moveTo>
                  <a:lnTo>
                    <a:pt x="1209743" y="213145"/>
                  </a:lnTo>
                  <a:lnTo>
                    <a:pt x="1227165" y="161128"/>
                  </a:lnTo>
                  <a:close/>
                  <a:moveTo>
                    <a:pt x="1254758" y="106422"/>
                  </a:moveTo>
                  <a:lnTo>
                    <a:pt x="1229118" y="150683"/>
                  </a:lnTo>
                  <a:lnTo>
                    <a:pt x="1256682" y="112370"/>
                  </a:lnTo>
                  <a:close/>
                  <a:moveTo>
                    <a:pt x="1256682" y="112370"/>
                  </a:moveTo>
                  <a:lnTo>
                    <a:pt x="1227165" y="161128"/>
                  </a:lnTo>
                  <a:lnTo>
                    <a:pt x="1273690" y="161286"/>
                  </a:lnTo>
                  <a:close/>
                  <a:moveTo>
                    <a:pt x="1273690" y="161286"/>
                  </a:moveTo>
                  <a:lnTo>
                    <a:pt x="1300215" y="177705"/>
                  </a:lnTo>
                  <a:lnTo>
                    <a:pt x="1256682" y="11237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0" name="Output_density__4189">
              <a:extLst>
                <a:ext uri="{FF2B5EF4-FFF2-40B4-BE49-F238E27FC236}">
                  <a16:creationId xmlns:a16="http://schemas.microsoft.com/office/drawing/2014/main" id="{B66A2E65-36CF-7A3F-ABDC-2B01522A06D0}"/>
                </a:ext>
              </a:extLst>
            </p:cNvPr>
            <p:cNvSpPr>
              <a:spLocks noGrp="1"/>
            </p:cNvSpPr>
            <p:nvPr/>
          </p:nvSpPr>
          <p:spPr>
            <a:xfrm>
              <a:off x="15377645" y="3538615"/>
              <a:ext cx="1411941" cy="1060527"/>
            </a:xfrm>
            <a:custGeom>
              <a:avLst/>
              <a:gdLst/>
              <a:ahLst/>
              <a:cxnLst/>
              <a:rect l="0" t="0" r="0" b="0"/>
              <a:pathLst>
                <a:path w="1411941" h="1060527">
                  <a:moveTo>
                    <a:pt x="7678" y="472680"/>
                  </a:moveTo>
                  <a:lnTo>
                    <a:pt x="0" y="494116"/>
                  </a:lnTo>
                  <a:lnTo>
                    <a:pt x="1615" y="548310"/>
                  </a:lnTo>
                  <a:close/>
                  <a:moveTo>
                    <a:pt x="491455" y="1050619"/>
                  </a:moveTo>
                  <a:lnTo>
                    <a:pt x="510632" y="1060527"/>
                  </a:lnTo>
                  <a:lnTo>
                    <a:pt x="496075" y="1039582"/>
                  </a:lnTo>
                  <a:close/>
                  <a:moveTo>
                    <a:pt x="20101" y="449246"/>
                  </a:moveTo>
                  <a:lnTo>
                    <a:pt x="0" y="494116"/>
                  </a:lnTo>
                  <a:lnTo>
                    <a:pt x="7678" y="472680"/>
                  </a:lnTo>
                  <a:close/>
                  <a:moveTo>
                    <a:pt x="496075" y="1039582"/>
                  </a:moveTo>
                  <a:lnTo>
                    <a:pt x="510632" y="1060527"/>
                  </a:lnTo>
                  <a:lnTo>
                    <a:pt x="536036" y="1020605"/>
                  </a:lnTo>
                  <a:close/>
                  <a:moveTo>
                    <a:pt x="234617" y="551659"/>
                  </a:moveTo>
                  <a:lnTo>
                    <a:pt x="217951" y="530047"/>
                  </a:lnTo>
                  <a:lnTo>
                    <a:pt x="189836" y="559829"/>
                  </a:lnTo>
                  <a:close/>
                  <a:moveTo>
                    <a:pt x="217951" y="530047"/>
                  </a:moveTo>
                  <a:lnTo>
                    <a:pt x="195683" y="500122"/>
                  </a:lnTo>
                  <a:lnTo>
                    <a:pt x="140955" y="551747"/>
                  </a:lnTo>
                  <a:close/>
                  <a:moveTo>
                    <a:pt x="642744" y="935317"/>
                  </a:moveTo>
                  <a:lnTo>
                    <a:pt x="590477" y="945354"/>
                  </a:lnTo>
                  <a:lnTo>
                    <a:pt x="637665" y="939857"/>
                  </a:lnTo>
                  <a:close/>
                  <a:moveTo>
                    <a:pt x="234617" y="551659"/>
                  </a:moveTo>
                  <a:lnTo>
                    <a:pt x="227896" y="567227"/>
                  </a:lnTo>
                  <a:lnTo>
                    <a:pt x="255192" y="588824"/>
                  </a:lnTo>
                  <a:close/>
                  <a:moveTo>
                    <a:pt x="234617" y="551659"/>
                  </a:moveTo>
                  <a:lnTo>
                    <a:pt x="280844" y="527565"/>
                  </a:lnTo>
                  <a:lnTo>
                    <a:pt x="217951" y="530047"/>
                  </a:lnTo>
                  <a:close/>
                  <a:moveTo>
                    <a:pt x="209182" y="476028"/>
                  </a:moveTo>
                  <a:lnTo>
                    <a:pt x="195683" y="500122"/>
                  </a:lnTo>
                  <a:lnTo>
                    <a:pt x="217951" y="530047"/>
                  </a:lnTo>
                  <a:close/>
                  <a:moveTo>
                    <a:pt x="764687" y="772089"/>
                  </a:moveTo>
                  <a:lnTo>
                    <a:pt x="774881" y="712966"/>
                  </a:lnTo>
                  <a:lnTo>
                    <a:pt x="767976" y="726769"/>
                  </a:lnTo>
                  <a:close/>
                  <a:moveTo>
                    <a:pt x="767976" y="726769"/>
                  </a:moveTo>
                  <a:lnTo>
                    <a:pt x="774881" y="712966"/>
                  </a:lnTo>
                  <a:lnTo>
                    <a:pt x="782386" y="703360"/>
                  </a:lnTo>
                  <a:close/>
                  <a:moveTo>
                    <a:pt x="782386" y="703360"/>
                  </a:moveTo>
                  <a:lnTo>
                    <a:pt x="774881" y="712966"/>
                  </a:lnTo>
                  <a:lnTo>
                    <a:pt x="793488" y="706029"/>
                  </a:lnTo>
                  <a:close/>
                  <a:moveTo>
                    <a:pt x="793488" y="706029"/>
                  </a:moveTo>
                  <a:lnTo>
                    <a:pt x="822270" y="677804"/>
                  </a:lnTo>
                  <a:lnTo>
                    <a:pt x="782386" y="703360"/>
                  </a:lnTo>
                  <a:close/>
                  <a:moveTo>
                    <a:pt x="849809" y="698222"/>
                  </a:moveTo>
                  <a:lnTo>
                    <a:pt x="822270" y="677804"/>
                  </a:lnTo>
                  <a:lnTo>
                    <a:pt x="793488" y="706029"/>
                  </a:lnTo>
                  <a:close/>
                  <a:moveTo>
                    <a:pt x="870685" y="613241"/>
                  </a:moveTo>
                  <a:lnTo>
                    <a:pt x="823533" y="637335"/>
                  </a:lnTo>
                  <a:lnTo>
                    <a:pt x="858869" y="679744"/>
                  </a:lnTo>
                  <a:close/>
                  <a:moveTo>
                    <a:pt x="1224199" y="592496"/>
                  </a:moveTo>
                  <a:lnTo>
                    <a:pt x="1202846" y="540960"/>
                  </a:lnTo>
                  <a:lnTo>
                    <a:pt x="1190477" y="611176"/>
                  </a:lnTo>
                  <a:close/>
                  <a:moveTo>
                    <a:pt x="1202846" y="540960"/>
                  </a:moveTo>
                  <a:lnTo>
                    <a:pt x="1197173" y="542990"/>
                  </a:lnTo>
                  <a:lnTo>
                    <a:pt x="1190477" y="611176"/>
                  </a:lnTo>
                  <a:close/>
                  <a:moveTo>
                    <a:pt x="1197173" y="542990"/>
                  </a:moveTo>
                  <a:lnTo>
                    <a:pt x="1202846" y="540960"/>
                  </a:lnTo>
                  <a:lnTo>
                    <a:pt x="1237091" y="506192"/>
                  </a:lnTo>
                  <a:close/>
                  <a:moveTo>
                    <a:pt x="1250283" y="568402"/>
                  </a:moveTo>
                  <a:lnTo>
                    <a:pt x="1202846" y="540960"/>
                  </a:lnTo>
                  <a:lnTo>
                    <a:pt x="1224199" y="592496"/>
                  </a:lnTo>
                  <a:close/>
                  <a:moveTo>
                    <a:pt x="1252208" y="473487"/>
                  </a:moveTo>
                  <a:lnTo>
                    <a:pt x="1202846" y="540960"/>
                  </a:lnTo>
                  <a:lnTo>
                    <a:pt x="1203338" y="537978"/>
                  </a:lnTo>
                  <a:close/>
                  <a:moveTo>
                    <a:pt x="753219" y="25594"/>
                  </a:moveTo>
                  <a:lnTo>
                    <a:pt x="788840" y="52992"/>
                  </a:lnTo>
                  <a:lnTo>
                    <a:pt x="795961" y="13846"/>
                  </a:lnTo>
                  <a:close/>
                  <a:moveTo>
                    <a:pt x="774666" y="0"/>
                  </a:moveTo>
                  <a:lnTo>
                    <a:pt x="753219" y="25594"/>
                  </a:lnTo>
                  <a:lnTo>
                    <a:pt x="795961" y="13846"/>
                  </a:lnTo>
                  <a:close/>
                  <a:moveTo>
                    <a:pt x="788840" y="52992"/>
                  </a:moveTo>
                  <a:lnTo>
                    <a:pt x="821029" y="1500"/>
                  </a:lnTo>
                  <a:lnTo>
                    <a:pt x="795961" y="13846"/>
                  </a:lnTo>
                  <a:close/>
                  <a:moveTo>
                    <a:pt x="1280829" y="286625"/>
                  </a:moveTo>
                  <a:lnTo>
                    <a:pt x="1298836" y="338162"/>
                  </a:lnTo>
                  <a:lnTo>
                    <a:pt x="1339686" y="314068"/>
                  </a:lnTo>
                  <a:close/>
                  <a:moveTo>
                    <a:pt x="1339686" y="314068"/>
                  </a:moveTo>
                  <a:lnTo>
                    <a:pt x="1341419" y="316882"/>
                  </a:lnTo>
                  <a:lnTo>
                    <a:pt x="1342280" y="312757"/>
                  </a:lnTo>
                  <a:close/>
                  <a:moveTo>
                    <a:pt x="1411941" y="294105"/>
                  </a:moveTo>
                  <a:lnTo>
                    <a:pt x="1342280" y="312757"/>
                  </a:lnTo>
                  <a:lnTo>
                    <a:pt x="1341419" y="31688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1" name="Output_density__4190">
              <a:extLst>
                <a:ext uri="{FF2B5EF4-FFF2-40B4-BE49-F238E27FC236}">
                  <a16:creationId xmlns:a16="http://schemas.microsoft.com/office/drawing/2014/main" id="{3AD1314D-39CA-73AD-06FC-F612DA92C422}"/>
                </a:ext>
              </a:extLst>
            </p:cNvPr>
            <p:cNvSpPr>
              <a:spLocks noGrp="1"/>
            </p:cNvSpPr>
            <p:nvPr/>
          </p:nvSpPr>
          <p:spPr>
            <a:xfrm>
              <a:off x="15942227" y="3551451"/>
              <a:ext cx="793323" cy="1074722"/>
            </a:xfrm>
            <a:custGeom>
              <a:avLst/>
              <a:gdLst/>
              <a:ahLst/>
              <a:cxnLst/>
              <a:rect l="0" t="0" r="0" b="0"/>
              <a:pathLst>
                <a:path w="793323" h="1074722">
                  <a:moveTo>
                    <a:pt x="0" y="1074722"/>
                  </a:moveTo>
                  <a:lnTo>
                    <a:pt x="44119" y="1064997"/>
                  </a:lnTo>
                  <a:lnTo>
                    <a:pt x="74290" y="1042903"/>
                  </a:lnTo>
                  <a:close/>
                  <a:moveTo>
                    <a:pt x="85291" y="859470"/>
                  </a:moveTo>
                  <a:lnTo>
                    <a:pt x="135888" y="828731"/>
                  </a:lnTo>
                  <a:lnTo>
                    <a:pt x="111190" y="851391"/>
                  </a:lnTo>
                  <a:close/>
                  <a:moveTo>
                    <a:pt x="111190" y="851391"/>
                  </a:moveTo>
                  <a:lnTo>
                    <a:pt x="135888" y="828731"/>
                  </a:lnTo>
                  <a:lnTo>
                    <a:pt x="116220" y="834325"/>
                  </a:lnTo>
                  <a:close/>
                  <a:moveTo>
                    <a:pt x="151714" y="753003"/>
                  </a:moveTo>
                  <a:lnTo>
                    <a:pt x="149922" y="782165"/>
                  </a:lnTo>
                  <a:lnTo>
                    <a:pt x="169250" y="799854"/>
                  </a:lnTo>
                  <a:close/>
                  <a:moveTo>
                    <a:pt x="77209" y="188112"/>
                  </a:moveTo>
                  <a:lnTo>
                    <a:pt x="65743" y="201548"/>
                  </a:lnTo>
                  <a:lnTo>
                    <a:pt x="49791" y="198159"/>
                  </a:lnTo>
                  <a:close/>
                  <a:moveTo>
                    <a:pt x="73412" y="178955"/>
                  </a:moveTo>
                  <a:lnTo>
                    <a:pt x="65743" y="201548"/>
                  </a:lnTo>
                  <a:lnTo>
                    <a:pt x="77209" y="188112"/>
                  </a:lnTo>
                  <a:close/>
                  <a:moveTo>
                    <a:pt x="793323" y="635484"/>
                  </a:moveTo>
                  <a:lnTo>
                    <a:pt x="746780" y="607102"/>
                  </a:lnTo>
                  <a:lnTo>
                    <a:pt x="758516" y="640244"/>
                  </a:lnTo>
                  <a:close/>
                  <a:moveTo>
                    <a:pt x="400557" y="40381"/>
                  </a:moveTo>
                  <a:lnTo>
                    <a:pt x="402115" y="40200"/>
                  </a:lnTo>
                  <a:lnTo>
                    <a:pt x="481087" y="31894"/>
                  </a:lnTo>
                  <a:close/>
                  <a:moveTo>
                    <a:pt x="494629" y="16106"/>
                  </a:moveTo>
                  <a:lnTo>
                    <a:pt x="508638" y="0"/>
                  </a:lnTo>
                  <a:lnTo>
                    <a:pt x="481087" y="3189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2" name="Output_density__4191">
              <a:extLst>
                <a:ext uri="{FF2B5EF4-FFF2-40B4-BE49-F238E27FC236}">
                  <a16:creationId xmlns:a16="http://schemas.microsoft.com/office/drawing/2014/main" id="{524C2521-7602-EED8-5DBB-87E5F13C3FFB}"/>
                </a:ext>
              </a:extLst>
            </p:cNvPr>
            <p:cNvSpPr>
              <a:spLocks noGrp="1"/>
            </p:cNvSpPr>
            <p:nvPr/>
          </p:nvSpPr>
          <p:spPr>
            <a:xfrm>
              <a:off x="15485560" y="3551451"/>
              <a:ext cx="1215183" cy="1042903"/>
            </a:xfrm>
            <a:custGeom>
              <a:avLst/>
              <a:gdLst/>
              <a:ahLst/>
              <a:cxnLst/>
              <a:rect l="0" t="0" r="0" b="0"/>
              <a:pathLst>
                <a:path w="1215183" h="1042903">
                  <a:moveTo>
                    <a:pt x="38620" y="438114"/>
                  </a:moveTo>
                  <a:lnTo>
                    <a:pt x="3835" y="469495"/>
                  </a:lnTo>
                  <a:lnTo>
                    <a:pt x="0" y="494272"/>
                  </a:lnTo>
                  <a:close/>
                  <a:moveTo>
                    <a:pt x="574915" y="1032576"/>
                  </a:moveTo>
                  <a:lnTo>
                    <a:pt x="560398" y="1018076"/>
                  </a:lnTo>
                  <a:lnTo>
                    <a:pt x="530957" y="1042903"/>
                  </a:lnTo>
                  <a:close/>
                  <a:moveTo>
                    <a:pt x="242633" y="663610"/>
                  </a:moveTo>
                  <a:lnTo>
                    <a:pt x="273508" y="641895"/>
                  </a:lnTo>
                  <a:lnTo>
                    <a:pt x="326530" y="667713"/>
                  </a:lnTo>
                  <a:close/>
                  <a:moveTo>
                    <a:pt x="395695" y="593707"/>
                  </a:moveTo>
                  <a:lnTo>
                    <a:pt x="391827" y="602272"/>
                  </a:lnTo>
                  <a:lnTo>
                    <a:pt x="409564" y="669338"/>
                  </a:lnTo>
                  <a:close/>
                  <a:moveTo>
                    <a:pt x="580397" y="823050"/>
                  </a:moveTo>
                  <a:lnTo>
                    <a:pt x="592556" y="828731"/>
                  </a:lnTo>
                  <a:lnTo>
                    <a:pt x="606590" y="782165"/>
                  </a:lnTo>
                  <a:close/>
                  <a:moveTo>
                    <a:pt x="608382" y="753003"/>
                  </a:moveTo>
                  <a:lnTo>
                    <a:pt x="625695" y="777956"/>
                  </a:lnTo>
                  <a:lnTo>
                    <a:pt x="633623" y="724223"/>
                  </a:lnTo>
                  <a:close/>
                  <a:moveTo>
                    <a:pt x="606881" y="775760"/>
                  </a:moveTo>
                  <a:lnTo>
                    <a:pt x="606590" y="782165"/>
                  </a:lnTo>
                  <a:lnTo>
                    <a:pt x="608382" y="753003"/>
                  </a:lnTo>
                  <a:close/>
                  <a:moveTo>
                    <a:pt x="395517" y="588845"/>
                  </a:moveTo>
                  <a:lnTo>
                    <a:pt x="387551" y="586283"/>
                  </a:lnTo>
                  <a:lnTo>
                    <a:pt x="392673" y="569613"/>
                  </a:lnTo>
                  <a:close/>
                  <a:moveTo>
                    <a:pt x="204835" y="316205"/>
                  </a:moveTo>
                  <a:lnTo>
                    <a:pt x="213312" y="372057"/>
                  </a:lnTo>
                  <a:lnTo>
                    <a:pt x="221450" y="387561"/>
                  </a:lnTo>
                  <a:close/>
                  <a:moveTo>
                    <a:pt x="776954" y="751666"/>
                  </a:moveTo>
                  <a:lnTo>
                    <a:pt x="764142" y="700129"/>
                  </a:lnTo>
                  <a:lnTo>
                    <a:pt x="759423" y="698569"/>
                  </a:lnTo>
                  <a:close/>
                  <a:moveTo>
                    <a:pt x="808893" y="731643"/>
                  </a:moveTo>
                  <a:lnTo>
                    <a:pt x="776954" y="751666"/>
                  </a:lnTo>
                  <a:lnTo>
                    <a:pt x="759423" y="698569"/>
                  </a:lnTo>
                  <a:close/>
                  <a:moveTo>
                    <a:pt x="772381" y="698584"/>
                  </a:moveTo>
                  <a:lnTo>
                    <a:pt x="808893" y="731643"/>
                  </a:lnTo>
                  <a:lnTo>
                    <a:pt x="759423" y="698569"/>
                  </a:lnTo>
                  <a:close/>
                  <a:moveTo>
                    <a:pt x="545293" y="422002"/>
                  </a:moveTo>
                  <a:lnTo>
                    <a:pt x="578588" y="428473"/>
                  </a:lnTo>
                  <a:lnTo>
                    <a:pt x="552701" y="418352"/>
                  </a:lnTo>
                  <a:close/>
                  <a:moveTo>
                    <a:pt x="539555" y="400548"/>
                  </a:moveTo>
                  <a:lnTo>
                    <a:pt x="552701" y="418352"/>
                  </a:lnTo>
                  <a:lnTo>
                    <a:pt x="524381" y="371817"/>
                  </a:lnTo>
                  <a:close/>
                  <a:moveTo>
                    <a:pt x="552701" y="418352"/>
                  </a:moveTo>
                  <a:lnTo>
                    <a:pt x="578588" y="428473"/>
                  </a:lnTo>
                  <a:lnTo>
                    <a:pt x="524381" y="371817"/>
                  </a:lnTo>
                  <a:close/>
                  <a:moveTo>
                    <a:pt x="545293" y="422002"/>
                  </a:moveTo>
                  <a:lnTo>
                    <a:pt x="552701" y="418352"/>
                  </a:lnTo>
                  <a:lnTo>
                    <a:pt x="555367" y="409369"/>
                  </a:lnTo>
                  <a:close/>
                  <a:moveTo>
                    <a:pt x="555367" y="409369"/>
                  </a:moveTo>
                  <a:lnTo>
                    <a:pt x="552701" y="418352"/>
                  </a:lnTo>
                  <a:lnTo>
                    <a:pt x="539555" y="400548"/>
                  </a:lnTo>
                  <a:close/>
                  <a:moveTo>
                    <a:pt x="502063" y="188112"/>
                  </a:moveTo>
                  <a:lnTo>
                    <a:pt x="506458" y="198159"/>
                  </a:lnTo>
                  <a:lnTo>
                    <a:pt x="522410" y="201548"/>
                  </a:lnTo>
                  <a:close/>
                  <a:moveTo>
                    <a:pt x="502063" y="188112"/>
                  </a:moveTo>
                  <a:lnTo>
                    <a:pt x="522410" y="201548"/>
                  </a:lnTo>
                  <a:lnTo>
                    <a:pt x="530080" y="178955"/>
                  </a:lnTo>
                  <a:close/>
                  <a:moveTo>
                    <a:pt x="530080" y="178955"/>
                  </a:moveTo>
                  <a:lnTo>
                    <a:pt x="533876" y="188112"/>
                  </a:lnTo>
                  <a:lnTo>
                    <a:pt x="506460" y="141911"/>
                  </a:lnTo>
                  <a:close/>
                  <a:moveTo>
                    <a:pt x="1169607" y="604742"/>
                  </a:moveTo>
                  <a:lnTo>
                    <a:pt x="1186567" y="631196"/>
                  </a:lnTo>
                  <a:lnTo>
                    <a:pt x="1163092" y="620161"/>
                  </a:lnTo>
                  <a:close/>
                  <a:moveTo>
                    <a:pt x="1215183" y="640244"/>
                  </a:moveTo>
                  <a:lnTo>
                    <a:pt x="1203447" y="607102"/>
                  </a:lnTo>
                  <a:lnTo>
                    <a:pt x="1186567" y="631196"/>
                  </a:lnTo>
                  <a:close/>
                  <a:moveTo>
                    <a:pt x="726822" y="37078"/>
                  </a:moveTo>
                  <a:lnTo>
                    <a:pt x="779159" y="58083"/>
                  </a:lnTo>
                  <a:lnTo>
                    <a:pt x="810241" y="39394"/>
                  </a:lnTo>
                  <a:close/>
                  <a:moveTo>
                    <a:pt x="1093024" y="276120"/>
                  </a:moveTo>
                  <a:lnTo>
                    <a:pt x="1087476" y="343374"/>
                  </a:lnTo>
                  <a:lnTo>
                    <a:pt x="1087938" y="349419"/>
                  </a:lnTo>
                  <a:close/>
                  <a:moveTo>
                    <a:pt x="848591" y="16106"/>
                  </a:moveTo>
                  <a:lnTo>
                    <a:pt x="850665" y="40200"/>
                  </a:lnTo>
                  <a:lnTo>
                    <a:pt x="857225" y="40381"/>
                  </a:lnTo>
                  <a:close/>
                  <a:moveTo>
                    <a:pt x="892273" y="36519"/>
                  </a:moveTo>
                  <a:lnTo>
                    <a:pt x="857225" y="40381"/>
                  </a:lnTo>
                  <a:lnTo>
                    <a:pt x="937755" y="31894"/>
                  </a:lnTo>
                  <a:close/>
                  <a:moveTo>
                    <a:pt x="937755" y="31894"/>
                  </a:moveTo>
                  <a:lnTo>
                    <a:pt x="965305" y="0"/>
                  </a:lnTo>
                  <a:lnTo>
                    <a:pt x="892273" y="36519"/>
                  </a:lnTo>
                  <a:close/>
                  <a:moveTo>
                    <a:pt x="1117385" y="198158"/>
                  </a:moveTo>
                  <a:lnTo>
                    <a:pt x="1143843" y="210045"/>
                  </a:lnTo>
                  <a:lnTo>
                    <a:pt x="1166780" y="2292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93" name="Output_density__4192">
              <a:extLst>
                <a:ext uri="{FF2B5EF4-FFF2-40B4-BE49-F238E27FC236}">
                  <a16:creationId xmlns:a16="http://schemas.microsoft.com/office/drawing/2014/main" id="{151BDA6A-B266-C922-8AEB-871484451883}"/>
                </a:ext>
              </a:extLst>
            </p:cNvPr>
            <p:cNvSpPr>
              <a:spLocks noGrp="1"/>
            </p:cNvSpPr>
            <p:nvPr/>
          </p:nvSpPr>
          <p:spPr>
            <a:xfrm>
              <a:off x="16171133" y="4076593"/>
              <a:ext cx="456795" cy="173427"/>
            </a:xfrm>
            <a:custGeom>
              <a:avLst/>
              <a:gdLst/>
              <a:ahLst/>
              <a:cxnLst/>
              <a:rect l="0" t="0" r="0" b="0"/>
              <a:pathLst>
                <a:path w="456795" h="173427">
                  <a:moveTo>
                    <a:pt x="56321" y="160244"/>
                  </a:moveTo>
                  <a:lnTo>
                    <a:pt x="0" y="168051"/>
                  </a:lnTo>
                  <a:lnTo>
                    <a:pt x="73850" y="173427"/>
                  </a:lnTo>
                  <a:close/>
                  <a:moveTo>
                    <a:pt x="456795" y="30424"/>
                  </a:moveTo>
                  <a:lnTo>
                    <a:pt x="409850" y="0"/>
                  </a:lnTo>
                  <a:lnTo>
                    <a:pt x="409358" y="29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94" name="Output_density__4193">
              <a:extLst>
                <a:ext uri="{FF2B5EF4-FFF2-40B4-BE49-F238E27FC236}">
                  <a16:creationId xmlns:a16="http://schemas.microsoft.com/office/drawing/2014/main" id="{0E9CCD28-42C5-8671-3E78-B2ABC65A9759}"/>
                </a:ext>
              </a:extLst>
            </p:cNvPr>
            <p:cNvSpPr>
              <a:spLocks noGrp="1"/>
            </p:cNvSpPr>
            <p:nvPr/>
          </p:nvSpPr>
          <p:spPr>
            <a:xfrm>
              <a:off x="15385323" y="3419987"/>
              <a:ext cx="1381863" cy="1179155"/>
            </a:xfrm>
            <a:custGeom>
              <a:avLst/>
              <a:gdLst/>
              <a:ahLst/>
              <a:cxnLst/>
              <a:rect l="0" t="0" r="0" b="0"/>
              <a:pathLst>
                <a:path w="1381863" h="1179155">
                  <a:moveTo>
                    <a:pt x="14751" y="642844"/>
                  </a:moveTo>
                  <a:lnTo>
                    <a:pt x="8404" y="687748"/>
                  </a:lnTo>
                  <a:lnTo>
                    <a:pt x="37815" y="662813"/>
                  </a:lnTo>
                  <a:close/>
                  <a:moveTo>
                    <a:pt x="465840" y="1106673"/>
                  </a:moveTo>
                  <a:lnTo>
                    <a:pt x="524245" y="1134116"/>
                  </a:lnTo>
                  <a:lnTo>
                    <a:pt x="487816" y="1082580"/>
                  </a:lnTo>
                  <a:close/>
                  <a:moveTo>
                    <a:pt x="528358" y="1139233"/>
                  </a:moveTo>
                  <a:lnTo>
                    <a:pt x="502955" y="1179155"/>
                  </a:lnTo>
                  <a:lnTo>
                    <a:pt x="581243" y="1162286"/>
                  </a:lnTo>
                  <a:close/>
                  <a:moveTo>
                    <a:pt x="456535" y="1045376"/>
                  </a:moveTo>
                  <a:lnTo>
                    <a:pt x="443287" y="1038697"/>
                  </a:lnTo>
                  <a:lnTo>
                    <a:pt x="487816" y="1082580"/>
                  </a:lnTo>
                  <a:close/>
                  <a:moveTo>
                    <a:pt x="390043" y="981258"/>
                  </a:moveTo>
                  <a:lnTo>
                    <a:pt x="441857" y="1031043"/>
                  </a:lnTo>
                  <a:lnTo>
                    <a:pt x="393324" y="983717"/>
                  </a:lnTo>
                  <a:close/>
                  <a:moveTo>
                    <a:pt x="390043" y="981258"/>
                  </a:moveTo>
                  <a:lnTo>
                    <a:pt x="443287" y="1038697"/>
                  </a:lnTo>
                  <a:lnTo>
                    <a:pt x="441857" y="1031043"/>
                  </a:lnTo>
                  <a:close/>
                  <a:moveTo>
                    <a:pt x="0" y="591308"/>
                  </a:moveTo>
                  <a:lnTo>
                    <a:pt x="14751" y="642844"/>
                  </a:lnTo>
                  <a:lnTo>
                    <a:pt x="30257" y="618750"/>
                  </a:lnTo>
                  <a:close/>
                  <a:moveTo>
                    <a:pt x="441857" y="1031043"/>
                  </a:moveTo>
                  <a:lnTo>
                    <a:pt x="443287" y="1038697"/>
                  </a:lnTo>
                  <a:lnTo>
                    <a:pt x="456535" y="1045376"/>
                  </a:lnTo>
                  <a:close/>
                  <a:moveTo>
                    <a:pt x="389370" y="979506"/>
                  </a:moveTo>
                  <a:lnTo>
                    <a:pt x="390043" y="981258"/>
                  </a:lnTo>
                  <a:lnTo>
                    <a:pt x="393324" y="983717"/>
                  </a:lnTo>
                  <a:close/>
                  <a:moveTo>
                    <a:pt x="660635" y="1149541"/>
                  </a:moveTo>
                  <a:lnTo>
                    <a:pt x="617766" y="1110022"/>
                  </a:lnTo>
                  <a:lnTo>
                    <a:pt x="581243" y="1162286"/>
                  </a:lnTo>
                  <a:close/>
                  <a:moveTo>
                    <a:pt x="527687" y="1070806"/>
                  </a:moveTo>
                  <a:lnTo>
                    <a:pt x="456535" y="1045376"/>
                  </a:lnTo>
                  <a:lnTo>
                    <a:pt x="487816" y="1082580"/>
                  </a:lnTo>
                  <a:close/>
                  <a:moveTo>
                    <a:pt x="460770" y="1024484"/>
                  </a:moveTo>
                  <a:lnTo>
                    <a:pt x="456535" y="1045376"/>
                  </a:lnTo>
                  <a:lnTo>
                    <a:pt x="527687" y="1070806"/>
                  </a:lnTo>
                  <a:close/>
                  <a:moveTo>
                    <a:pt x="527490" y="1008224"/>
                  </a:moveTo>
                  <a:lnTo>
                    <a:pt x="460770" y="1024484"/>
                  </a:lnTo>
                  <a:lnTo>
                    <a:pt x="527687" y="1070806"/>
                  </a:lnTo>
                  <a:close/>
                  <a:moveTo>
                    <a:pt x="441857" y="1031043"/>
                  </a:moveTo>
                  <a:lnTo>
                    <a:pt x="456535" y="1045376"/>
                  </a:lnTo>
                  <a:lnTo>
                    <a:pt x="460770" y="1024484"/>
                  </a:lnTo>
                  <a:close/>
                  <a:moveTo>
                    <a:pt x="395584" y="976753"/>
                  </a:moveTo>
                  <a:lnTo>
                    <a:pt x="393324" y="983717"/>
                  </a:lnTo>
                  <a:lnTo>
                    <a:pt x="466234" y="955413"/>
                  </a:lnTo>
                  <a:close/>
                  <a:moveTo>
                    <a:pt x="393324" y="983717"/>
                  </a:moveTo>
                  <a:lnTo>
                    <a:pt x="441857" y="1031043"/>
                  </a:lnTo>
                  <a:lnTo>
                    <a:pt x="466234" y="955413"/>
                  </a:lnTo>
                  <a:close/>
                  <a:moveTo>
                    <a:pt x="466234" y="955413"/>
                  </a:moveTo>
                  <a:lnTo>
                    <a:pt x="441857" y="1031043"/>
                  </a:lnTo>
                  <a:lnTo>
                    <a:pt x="469142" y="957613"/>
                  </a:lnTo>
                  <a:close/>
                  <a:moveTo>
                    <a:pt x="469142" y="957613"/>
                  </a:moveTo>
                  <a:lnTo>
                    <a:pt x="441857" y="1031043"/>
                  </a:lnTo>
                  <a:lnTo>
                    <a:pt x="460770" y="1024484"/>
                  </a:lnTo>
                  <a:close/>
                  <a:moveTo>
                    <a:pt x="389370" y="979506"/>
                  </a:moveTo>
                  <a:lnTo>
                    <a:pt x="393324" y="983717"/>
                  </a:lnTo>
                  <a:lnTo>
                    <a:pt x="395584" y="976753"/>
                  </a:lnTo>
                  <a:close/>
                  <a:moveTo>
                    <a:pt x="401641" y="903876"/>
                  </a:moveTo>
                  <a:lnTo>
                    <a:pt x="395584" y="976753"/>
                  </a:lnTo>
                  <a:lnTo>
                    <a:pt x="408705" y="906326"/>
                  </a:lnTo>
                  <a:close/>
                  <a:moveTo>
                    <a:pt x="389370" y="979506"/>
                  </a:moveTo>
                  <a:lnTo>
                    <a:pt x="395584" y="976753"/>
                  </a:lnTo>
                  <a:lnTo>
                    <a:pt x="401641" y="903876"/>
                  </a:lnTo>
                  <a:close/>
                  <a:moveTo>
                    <a:pt x="220218" y="685856"/>
                  </a:moveTo>
                  <a:lnTo>
                    <a:pt x="249728" y="697729"/>
                  </a:lnTo>
                  <a:lnTo>
                    <a:pt x="247515" y="707452"/>
                  </a:lnTo>
                  <a:close/>
                  <a:moveTo>
                    <a:pt x="617766" y="1110022"/>
                  </a:moveTo>
                  <a:lnTo>
                    <a:pt x="676283" y="1151450"/>
                  </a:lnTo>
                  <a:lnTo>
                    <a:pt x="611998" y="1102988"/>
                  </a:lnTo>
                  <a:close/>
                  <a:moveTo>
                    <a:pt x="466234" y="955413"/>
                  </a:moveTo>
                  <a:lnTo>
                    <a:pt x="469142" y="957613"/>
                  </a:lnTo>
                  <a:lnTo>
                    <a:pt x="469284" y="954819"/>
                  </a:lnTo>
                  <a:close/>
                  <a:moveTo>
                    <a:pt x="469284" y="954819"/>
                  </a:moveTo>
                  <a:lnTo>
                    <a:pt x="460717" y="926111"/>
                  </a:lnTo>
                  <a:lnTo>
                    <a:pt x="466234" y="955413"/>
                  </a:lnTo>
                  <a:close/>
                  <a:moveTo>
                    <a:pt x="408705" y="906326"/>
                  </a:moveTo>
                  <a:lnTo>
                    <a:pt x="434086" y="903876"/>
                  </a:lnTo>
                  <a:lnTo>
                    <a:pt x="408615" y="903416"/>
                  </a:lnTo>
                  <a:close/>
                  <a:moveTo>
                    <a:pt x="469284" y="954819"/>
                  </a:moveTo>
                  <a:lnTo>
                    <a:pt x="469142" y="957613"/>
                  </a:lnTo>
                  <a:lnTo>
                    <a:pt x="471226" y="955413"/>
                  </a:lnTo>
                  <a:close/>
                  <a:moveTo>
                    <a:pt x="469284" y="954819"/>
                  </a:moveTo>
                  <a:lnTo>
                    <a:pt x="471226" y="955413"/>
                  </a:lnTo>
                  <a:lnTo>
                    <a:pt x="460717" y="926111"/>
                  </a:lnTo>
                  <a:close/>
                  <a:moveTo>
                    <a:pt x="401641" y="903876"/>
                  </a:moveTo>
                  <a:lnTo>
                    <a:pt x="408705" y="906326"/>
                  </a:lnTo>
                  <a:lnTo>
                    <a:pt x="408615" y="903416"/>
                  </a:lnTo>
                  <a:close/>
                  <a:moveTo>
                    <a:pt x="320095" y="686429"/>
                  </a:moveTo>
                  <a:lnTo>
                    <a:pt x="324141" y="629930"/>
                  </a:lnTo>
                  <a:lnTo>
                    <a:pt x="328776" y="697729"/>
                  </a:lnTo>
                  <a:close/>
                  <a:moveTo>
                    <a:pt x="328776" y="697729"/>
                  </a:moveTo>
                  <a:lnTo>
                    <a:pt x="324141" y="629930"/>
                  </a:lnTo>
                  <a:lnTo>
                    <a:pt x="326598" y="622099"/>
                  </a:lnTo>
                  <a:close/>
                  <a:moveTo>
                    <a:pt x="317374" y="625898"/>
                  </a:moveTo>
                  <a:lnTo>
                    <a:pt x="299578" y="672994"/>
                  </a:lnTo>
                  <a:lnTo>
                    <a:pt x="328776" y="697729"/>
                  </a:lnTo>
                  <a:close/>
                  <a:moveTo>
                    <a:pt x="326598" y="622099"/>
                  </a:moveTo>
                  <a:lnTo>
                    <a:pt x="317374" y="625898"/>
                  </a:lnTo>
                  <a:lnTo>
                    <a:pt x="328776" y="697729"/>
                  </a:lnTo>
                  <a:close/>
                  <a:moveTo>
                    <a:pt x="273166" y="646193"/>
                  </a:moveTo>
                  <a:lnTo>
                    <a:pt x="299578" y="672994"/>
                  </a:lnTo>
                  <a:lnTo>
                    <a:pt x="317374" y="625898"/>
                  </a:lnTo>
                  <a:close/>
                  <a:moveTo>
                    <a:pt x="324141" y="629930"/>
                  </a:moveTo>
                  <a:lnTo>
                    <a:pt x="320095" y="686429"/>
                  </a:lnTo>
                  <a:lnTo>
                    <a:pt x="314798" y="673635"/>
                  </a:lnTo>
                  <a:close/>
                  <a:moveTo>
                    <a:pt x="273166" y="646193"/>
                  </a:moveTo>
                  <a:lnTo>
                    <a:pt x="317374" y="625898"/>
                  </a:lnTo>
                  <a:lnTo>
                    <a:pt x="239765" y="624038"/>
                  </a:lnTo>
                  <a:close/>
                  <a:moveTo>
                    <a:pt x="239765" y="624038"/>
                  </a:moveTo>
                  <a:lnTo>
                    <a:pt x="317374" y="625898"/>
                  </a:lnTo>
                  <a:lnTo>
                    <a:pt x="320706" y="617087"/>
                  </a:lnTo>
                  <a:close/>
                  <a:moveTo>
                    <a:pt x="317374" y="625898"/>
                  </a:moveTo>
                  <a:lnTo>
                    <a:pt x="326598" y="622099"/>
                  </a:lnTo>
                  <a:lnTo>
                    <a:pt x="343585" y="579828"/>
                  </a:lnTo>
                  <a:close/>
                  <a:moveTo>
                    <a:pt x="324141" y="629930"/>
                  </a:moveTo>
                  <a:lnTo>
                    <a:pt x="314798" y="673635"/>
                  </a:lnTo>
                  <a:lnTo>
                    <a:pt x="324189" y="620357"/>
                  </a:lnTo>
                  <a:close/>
                  <a:moveTo>
                    <a:pt x="326598" y="622099"/>
                  </a:moveTo>
                  <a:lnTo>
                    <a:pt x="324141" y="629930"/>
                  </a:lnTo>
                  <a:lnTo>
                    <a:pt x="324189" y="620357"/>
                  </a:lnTo>
                  <a:close/>
                  <a:moveTo>
                    <a:pt x="360381" y="590747"/>
                  </a:moveTo>
                  <a:lnTo>
                    <a:pt x="326598" y="622099"/>
                  </a:lnTo>
                  <a:lnTo>
                    <a:pt x="324189" y="620357"/>
                  </a:lnTo>
                  <a:close/>
                  <a:moveTo>
                    <a:pt x="764086" y="883131"/>
                  </a:moveTo>
                  <a:lnTo>
                    <a:pt x="777945" y="859037"/>
                  </a:lnTo>
                  <a:lnTo>
                    <a:pt x="767204" y="831594"/>
                  </a:lnTo>
                  <a:close/>
                  <a:moveTo>
                    <a:pt x="379480" y="395207"/>
                  </a:moveTo>
                  <a:lnTo>
                    <a:pt x="333787" y="361583"/>
                  </a:lnTo>
                  <a:lnTo>
                    <a:pt x="328607" y="367765"/>
                  </a:lnTo>
                  <a:close/>
                  <a:moveTo>
                    <a:pt x="379480" y="395207"/>
                  </a:moveTo>
                  <a:lnTo>
                    <a:pt x="328607" y="367765"/>
                  </a:lnTo>
                  <a:lnTo>
                    <a:pt x="344814" y="419301"/>
                  </a:lnTo>
                  <a:close/>
                  <a:moveTo>
                    <a:pt x="863008" y="731870"/>
                  </a:moveTo>
                  <a:lnTo>
                    <a:pt x="814635" y="701469"/>
                  </a:lnTo>
                  <a:lnTo>
                    <a:pt x="782078" y="714645"/>
                  </a:lnTo>
                  <a:close/>
                  <a:moveTo>
                    <a:pt x="790318" y="680333"/>
                  </a:moveTo>
                  <a:lnTo>
                    <a:pt x="782078" y="714645"/>
                  </a:lnTo>
                  <a:lnTo>
                    <a:pt x="814635" y="701469"/>
                  </a:lnTo>
                  <a:close/>
                  <a:moveTo>
                    <a:pt x="790318" y="680333"/>
                  </a:moveTo>
                  <a:lnTo>
                    <a:pt x="772486" y="704427"/>
                  </a:lnTo>
                  <a:lnTo>
                    <a:pt x="782078" y="714645"/>
                  </a:lnTo>
                  <a:close/>
                  <a:moveTo>
                    <a:pt x="753336" y="652890"/>
                  </a:moveTo>
                  <a:lnTo>
                    <a:pt x="772486" y="704427"/>
                  </a:lnTo>
                  <a:lnTo>
                    <a:pt x="790318" y="680333"/>
                  </a:lnTo>
                  <a:close/>
                  <a:moveTo>
                    <a:pt x="753336" y="652890"/>
                  </a:moveTo>
                  <a:lnTo>
                    <a:pt x="790318" y="680333"/>
                  </a:lnTo>
                  <a:lnTo>
                    <a:pt x="751497" y="628796"/>
                  </a:lnTo>
                  <a:close/>
                  <a:moveTo>
                    <a:pt x="956884" y="749060"/>
                  </a:moveTo>
                  <a:lnTo>
                    <a:pt x="973892" y="759312"/>
                  </a:lnTo>
                  <a:lnTo>
                    <a:pt x="925579" y="724249"/>
                  </a:lnTo>
                  <a:close/>
                  <a:moveTo>
                    <a:pt x="883539" y="657702"/>
                  </a:moveTo>
                  <a:lnTo>
                    <a:pt x="863008" y="731870"/>
                  </a:lnTo>
                  <a:lnTo>
                    <a:pt x="875091" y="727312"/>
                  </a:lnTo>
                  <a:close/>
                  <a:moveTo>
                    <a:pt x="820644" y="656239"/>
                  </a:moveTo>
                  <a:lnTo>
                    <a:pt x="790318" y="680333"/>
                  </a:lnTo>
                  <a:lnTo>
                    <a:pt x="814635" y="701469"/>
                  </a:lnTo>
                  <a:close/>
                  <a:moveTo>
                    <a:pt x="820644" y="656239"/>
                  </a:moveTo>
                  <a:lnTo>
                    <a:pt x="751497" y="628796"/>
                  </a:lnTo>
                  <a:lnTo>
                    <a:pt x="790318" y="680333"/>
                  </a:lnTo>
                  <a:close/>
                  <a:moveTo>
                    <a:pt x="969093" y="683682"/>
                  </a:moveTo>
                  <a:lnTo>
                    <a:pt x="960582" y="632145"/>
                  </a:lnTo>
                  <a:lnTo>
                    <a:pt x="960949" y="632751"/>
                  </a:lnTo>
                  <a:close/>
                  <a:moveTo>
                    <a:pt x="1242606" y="687030"/>
                  </a:moveTo>
                  <a:lnTo>
                    <a:pt x="1263329" y="751625"/>
                  </a:lnTo>
                  <a:lnTo>
                    <a:pt x="1294498" y="733261"/>
                  </a:lnTo>
                  <a:close/>
                  <a:moveTo>
                    <a:pt x="1242606" y="687030"/>
                  </a:moveTo>
                  <a:lnTo>
                    <a:pt x="1216521" y="711124"/>
                  </a:lnTo>
                  <a:lnTo>
                    <a:pt x="1263329" y="751625"/>
                  </a:lnTo>
                  <a:close/>
                  <a:moveTo>
                    <a:pt x="1091932" y="532421"/>
                  </a:moveTo>
                  <a:lnTo>
                    <a:pt x="1057300" y="505348"/>
                  </a:lnTo>
                  <a:lnTo>
                    <a:pt x="1056074" y="504978"/>
                  </a:lnTo>
                  <a:close/>
                  <a:moveTo>
                    <a:pt x="860215" y="157608"/>
                  </a:moveTo>
                  <a:lnTo>
                    <a:pt x="813352" y="120128"/>
                  </a:lnTo>
                  <a:lnTo>
                    <a:pt x="781162" y="171620"/>
                  </a:lnTo>
                  <a:close/>
                  <a:moveTo>
                    <a:pt x="1303684" y="738567"/>
                  </a:moveTo>
                  <a:lnTo>
                    <a:pt x="1345088" y="714473"/>
                  </a:lnTo>
                  <a:lnTo>
                    <a:pt x="1294498" y="733261"/>
                  </a:lnTo>
                  <a:close/>
                  <a:moveTo>
                    <a:pt x="1294498" y="733261"/>
                  </a:moveTo>
                  <a:lnTo>
                    <a:pt x="1287409" y="662937"/>
                  </a:lnTo>
                  <a:lnTo>
                    <a:pt x="1242606" y="687030"/>
                  </a:lnTo>
                  <a:close/>
                  <a:moveTo>
                    <a:pt x="1232186" y="674962"/>
                  </a:moveTo>
                  <a:lnTo>
                    <a:pt x="1197274" y="617313"/>
                  </a:lnTo>
                  <a:lnTo>
                    <a:pt x="1207137" y="635494"/>
                  </a:lnTo>
                  <a:close/>
                  <a:moveTo>
                    <a:pt x="1118753" y="405254"/>
                  </a:moveTo>
                  <a:lnTo>
                    <a:pt x="1143277" y="472982"/>
                  </a:lnTo>
                  <a:lnTo>
                    <a:pt x="1157689" y="436207"/>
                  </a:lnTo>
                  <a:close/>
                  <a:moveTo>
                    <a:pt x="1115010" y="480884"/>
                  </a:moveTo>
                  <a:lnTo>
                    <a:pt x="1143277" y="472982"/>
                  </a:lnTo>
                  <a:lnTo>
                    <a:pt x="1118753" y="405254"/>
                  </a:lnTo>
                  <a:close/>
                  <a:moveTo>
                    <a:pt x="862049" y="96034"/>
                  </a:moveTo>
                  <a:lnTo>
                    <a:pt x="860215" y="157608"/>
                  </a:lnTo>
                  <a:lnTo>
                    <a:pt x="880426" y="98274"/>
                  </a:lnTo>
                  <a:close/>
                  <a:moveTo>
                    <a:pt x="862049" y="96034"/>
                  </a:moveTo>
                  <a:lnTo>
                    <a:pt x="813352" y="120128"/>
                  </a:lnTo>
                  <a:lnTo>
                    <a:pt x="860215" y="157608"/>
                  </a:lnTo>
                  <a:close/>
                  <a:moveTo>
                    <a:pt x="862049" y="96034"/>
                  </a:moveTo>
                  <a:lnTo>
                    <a:pt x="835482" y="68591"/>
                  </a:lnTo>
                  <a:lnTo>
                    <a:pt x="813352" y="120128"/>
                  </a:lnTo>
                  <a:close/>
                  <a:moveTo>
                    <a:pt x="880426" y="98274"/>
                  </a:moveTo>
                  <a:lnTo>
                    <a:pt x="860215" y="157608"/>
                  </a:lnTo>
                  <a:lnTo>
                    <a:pt x="938791" y="141814"/>
                  </a:lnTo>
                  <a:close/>
                  <a:moveTo>
                    <a:pt x="1381863" y="615426"/>
                  </a:moveTo>
                  <a:lnTo>
                    <a:pt x="1333596" y="611400"/>
                  </a:lnTo>
                  <a:lnTo>
                    <a:pt x="1335228" y="643865"/>
                  </a:lnTo>
                  <a:close/>
                  <a:moveTo>
                    <a:pt x="1157331" y="381160"/>
                  </a:moveTo>
                  <a:lnTo>
                    <a:pt x="1118753" y="405254"/>
                  </a:lnTo>
                  <a:lnTo>
                    <a:pt x="1157689" y="436207"/>
                  </a:lnTo>
                  <a:close/>
                  <a:moveTo>
                    <a:pt x="948828" y="147571"/>
                  </a:moveTo>
                  <a:lnTo>
                    <a:pt x="1013318" y="126215"/>
                  </a:lnTo>
                  <a:lnTo>
                    <a:pt x="938791" y="141814"/>
                  </a:lnTo>
                  <a:close/>
                  <a:moveTo>
                    <a:pt x="938791" y="141814"/>
                  </a:moveTo>
                  <a:lnTo>
                    <a:pt x="1013318" y="126215"/>
                  </a:lnTo>
                  <a:lnTo>
                    <a:pt x="1015876" y="120449"/>
                  </a:lnTo>
                  <a:close/>
                  <a:moveTo>
                    <a:pt x="938791" y="141814"/>
                  </a:moveTo>
                  <a:lnTo>
                    <a:pt x="1015876" y="120449"/>
                  </a:lnTo>
                  <a:lnTo>
                    <a:pt x="958350" y="80043"/>
                  </a:lnTo>
                  <a:close/>
                  <a:moveTo>
                    <a:pt x="882370" y="93966"/>
                  </a:moveTo>
                  <a:lnTo>
                    <a:pt x="862049" y="96034"/>
                  </a:lnTo>
                  <a:lnTo>
                    <a:pt x="880426" y="98274"/>
                  </a:lnTo>
                  <a:close/>
                  <a:moveTo>
                    <a:pt x="880426" y="98274"/>
                  </a:moveTo>
                  <a:lnTo>
                    <a:pt x="945082" y="71940"/>
                  </a:lnTo>
                  <a:lnTo>
                    <a:pt x="882370" y="93966"/>
                  </a:lnTo>
                  <a:close/>
                  <a:moveTo>
                    <a:pt x="938791" y="141814"/>
                  </a:moveTo>
                  <a:lnTo>
                    <a:pt x="958350" y="80043"/>
                  </a:lnTo>
                  <a:lnTo>
                    <a:pt x="880426" y="98274"/>
                  </a:lnTo>
                  <a:close/>
                  <a:moveTo>
                    <a:pt x="1238225" y="253993"/>
                  </a:moveTo>
                  <a:lnTo>
                    <a:pt x="1284439" y="308699"/>
                  </a:lnTo>
                  <a:lnTo>
                    <a:pt x="1286392" y="298253"/>
                  </a:lnTo>
                  <a:close/>
                  <a:moveTo>
                    <a:pt x="1238225" y="253993"/>
                  </a:moveTo>
                  <a:lnTo>
                    <a:pt x="1225376" y="244802"/>
                  </a:lnTo>
                  <a:lnTo>
                    <a:pt x="1196732" y="272607"/>
                  </a:lnTo>
                  <a:close/>
                  <a:moveTo>
                    <a:pt x="1187820" y="202456"/>
                  </a:moveTo>
                  <a:lnTo>
                    <a:pt x="1196732" y="272607"/>
                  </a:lnTo>
                  <a:lnTo>
                    <a:pt x="1225376" y="244802"/>
                  </a:lnTo>
                  <a:close/>
                  <a:moveTo>
                    <a:pt x="1158416" y="169125"/>
                  </a:moveTo>
                  <a:lnTo>
                    <a:pt x="1128178" y="171543"/>
                  </a:lnTo>
                  <a:lnTo>
                    <a:pt x="1187820" y="202456"/>
                  </a:lnTo>
                  <a:close/>
                  <a:moveTo>
                    <a:pt x="1065994" y="47846"/>
                  </a:moveTo>
                  <a:lnTo>
                    <a:pt x="1015876" y="120449"/>
                  </a:lnTo>
                  <a:lnTo>
                    <a:pt x="1033129" y="123477"/>
                  </a:lnTo>
                  <a:close/>
                  <a:moveTo>
                    <a:pt x="1065994" y="47846"/>
                  </a:moveTo>
                  <a:lnTo>
                    <a:pt x="1033129" y="123477"/>
                  </a:lnTo>
                  <a:lnTo>
                    <a:pt x="1070197" y="99382"/>
                  </a:lnTo>
                  <a:close/>
                  <a:moveTo>
                    <a:pt x="963219" y="66220"/>
                  </a:moveTo>
                  <a:lnTo>
                    <a:pt x="903703" y="50404"/>
                  </a:lnTo>
                  <a:lnTo>
                    <a:pt x="945082" y="71940"/>
                  </a:lnTo>
                  <a:close/>
                  <a:moveTo>
                    <a:pt x="963219" y="66220"/>
                  </a:moveTo>
                  <a:lnTo>
                    <a:pt x="1000528" y="11127"/>
                  </a:lnTo>
                  <a:lnTo>
                    <a:pt x="961714" y="4700"/>
                  </a:lnTo>
                  <a:close/>
                  <a:moveTo>
                    <a:pt x="961714" y="4700"/>
                  </a:moveTo>
                  <a:lnTo>
                    <a:pt x="983661" y="0"/>
                  </a:lnTo>
                  <a:lnTo>
                    <a:pt x="938370" y="5341"/>
                  </a:lnTo>
                  <a:close/>
                  <a:moveTo>
                    <a:pt x="961714" y="4700"/>
                  </a:moveTo>
                  <a:lnTo>
                    <a:pt x="1000528" y="11127"/>
                  </a:lnTo>
                  <a:lnTo>
                    <a:pt x="983661" y="0"/>
                  </a:lnTo>
                  <a:close/>
                  <a:moveTo>
                    <a:pt x="1238225" y="253993"/>
                  </a:moveTo>
                  <a:lnTo>
                    <a:pt x="1286392" y="298253"/>
                  </a:lnTo>
                  <a:lnTo>
                    <a:pt x="1303300" y="230622"/>
                  </a:lnTo>
                  <a:close/>
                  <a:moveTo>
                    <a:pt x="1241087" y="180475"/>
                  </a:moveTo>
                  <a:lnTo>
                    <a:pt x="1225376" y="244802"/>
                  </a:lnTo>
                  <a:lnTo>
                    <a:pt x="1273934" y="178362"/>
                  </a:lnTo>
                  <a:close/>
                  <a:moveTo>
                    <a:pt x="1225376" y="244802"/>
                  </a:moveTo>
                  <a:lnTo>
                    <a:pt x="1238225" y="253993"/>
                  </a:lnTo>
                  <a:lnTo>
                    <a:pt x="1273934" y="178362"/>
                  </a:lnTo>
                  <a:close/>
                  <a:moveTo>
                    <a:pt x="1273934" y="178362"/>
                  </a:moveTo>
                  <a:lnTo>
                    <a:pt x="1238225" y="253993"/>
                  </a:lnTo>
                  <a:lnTo>
                    <a:pt x="1299922" y="213943"/>
                  </a:lnTo>
                  <a:close/>
                  <a:moveTo>
                    <a:pt x="1187820" y="202456"/>
                  </a:moveTo>
                  <a:lnTo>
                    <a:pt x="1225376" y="244802"/>
                  </a:lnTo>
                  <a:lnTo>
                    <a:pt x="1241087" y="180475"/>
                  </a:lnTo>
                  <a:close/>
                  <a:moveTo>
                    <a:pt x="1179896" y="129497"/>
                  </a:moveTo>
                  <a:lnTo>
                    <a:pt x="1158416" y="169125"/>
                  </a:lnTo>
                  <a:lnTo>
                    <a:pt x="1192815" y="126825"/>
                  </a:lnTo>
                  <a:close/>
                  <a:moveTo>
                    <a:pt x="1158416" y="169125"/>
                  </a:moveTo>
                  <a:lnTo>
                    <a:pt x="1187820" y="202456"/>
                  </a:lnTo>
                  <a:lnTo>
                    <a:pt x="1192815" y="126825"/>
                  </a:lnTo>
                  <a:close/>
                  <a:moveTo>
                    <a:pt x="1192815" y="126825"/>
                  </a:moveTo>
                  <a:lnTo>
                    <a:pt x="1187820" y="202456"/>
                  </a:lnTo>
                  <a:lnTo>
                    <a:pt x="1239284" y="161904"/>
                  </a:lnTo>
                  <a:close/>
                  <a:moveTo>
                    <a:pt x="1239284" y="161904"/>
                  </a:moveTo>
                  <a:lnTo>
                    <a:pt x="1187820" y="202456"/>
                  </a:lnTo>
                  <a:lnTo>
                    <a:pt x="1241087" y="180475"/>
                  </a:lnTo>
                  <a:close/>
                  <a:moveTo>
                    <a:pt x="1137494" y="150919"/>
                  </a:moveTo>
                  <a:lnTo>
                    <a:pt x="1158416" y="169125"/>
                  </a:lnTo>
                  <a:lnTo>
                    <a:pt x="1179896" y="129497"/>
                  </a:lnTo>
                  <a:close/>
                  <a:moveTo>
                    <a:pt x="1137494" y="150919"/>
                  </a:moveTo>
                  <a:lnTo>
                    <a:pt x="1179896" y="129497"/>
                  </a:lnTo>
                  <a:lnTo>
                    <a:pt x="1098612" y="120206"/>
                  </a:lnTo>
                  <a:close/>
                  <a:moveTo>
                    <a:pt x="1098612" y="120206"/>
                  </a:moveTo>
                  <a:lnTo>
                    <a:pt x="1179896" y="129497"/>
                  </a:lnTo>
                  <a:lnTo>
                    <a:pt x="1182515" y="12432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95" name="Output_density__4194">
              <a:extLst>
                <a:ext uri="{FF2B5EF4-FFF2-40B4-BE49-F238E27FC236}">
                  <a16:creationId xmlns:a16="http://schemas.microsoft.com/office/drawing/2014/main" id="{53EC13D1-73B9-E0B5-A603-5EA54DE71854}"/>
                </a:ext>
              </a:extLst>
            </p:cNvPr>
            <p:cNvSpPr>
              <a:spLocks noGrp="1"/>
            </p:cNvSpPr>
            <p:nvPr/>
          </p:nvSpPr>
          <p:spPr>
            <a:xfrm>
              <a:off x="15379260" y="3420567"/>
              <a:ext cx="1351150" cy="1161706"/>
            </a:xfrm>
            <a:custGeom>
              <a:avLst/>
              <a:gdLst/>
              <a:ahLst/>
              <a:cxnLst/>
              <a:rect l="0" t="0" r="0" b="0"/>
              <a:pathLst>
                <a:path w="1351150" h="1161706">
                  <a:moveTo>
                    <a:pt x="20813" y="642264"/>
                  </a:moveTo>
                  <a:lnTo>
                    <a:pt x="6062" y="590728"/>
                  </a:lnTo>
                  <a:lnTo>
                    <a:pt x="0" y="666358"/>
                  </a:lnTo>
                  <a:close/>
                  <a:moveTo>
                    <a:pt x="494460" y="1157630"/>
                  </a:moveTo>
                  <a:lnTo>
                    <a:pt x="534421" y="1138653"/>
                  </a:lnTo>
                  <a:lnTo>
                    <a:pt x="530308" y="1133536"/>
                  </a:lnTo>
                  <a:close/>
                  <a:moveTo>
                    <a:pt x="6062" y="590728"/>
                  </a:moveTo>
                  <a:lnTo>
                    <a:pt x="36320" y="618170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6062" y="590728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18485" y="567294"/>
                  </a:lnTo>
                  <a:lnTo>
                    <a:pt x="6062" y="590728"/>
                  </a:lnTo>
                  <a:close/>
                  <a:moveTo>
                    <a:pt x="530308" y="1133536"/>
                  </a:moveTo>
                  <a:lnTo>
                    <a:pt x="534421" y="1138653"/>
                  </a:lnTo>
                  <a:lnTo>
                    <a:pt x="535070" y="1131896"/>
                  </a:lnTo>
                  <a:close/>
                  <a:moveTo>
                    <a:pt x="493879" y="1081999"/>
                  </a:moveTo>
                  <a:lnTo>
                    <a:pt x="535070" y="1131896"/>
                  </a:lnTo>
                  <a:lnTo>
                    <a:pt x="533749" y="1070226"/>
                  </a:lnTo>
                  <a:close/>
                  <a:moveTo>
                    <a:pt x="493879" y="1081999"/>
                  </a:moveTo>
                  <a:lnTo>
                    <a:pt x="530308" y="1133536"/>
                  </a:lnTo>
                  <a:lnTo>
                    <a:pt x="535070" y="1131896"/>
                  </a:lnTo>
                  <a:close/>
                  <a:moveTo>
                    <a:pt x="600821" y="1116423"/>
                  </a:moveTo>
                  <a:lnTo>
                    <a:pt x="534421" y="1138653"/>
                  </a:lnTo>
                  <a:lnTo>
                    <a:pt x="587306" y="1161706"/>
                  </a:lnTo>
                  <a:close/>
                  <a:moveTo>
                    <a:pt x="600821" y="1116423"/>
                  </a:moveTo>
                  <a:lnTo>
                    <a:pt x="535070" y="1131896"/>
                  </a:lnTo>
                  <a:lnTo>
                    <a:pt x="534421" y="1138653"/>
                  </a:lnTo>
                  <a:close/>
                  <a:moveTo>
                    <a:pt x="535070" y="1131896"/>
                  </a:moveTo>
                  <a:lnTo>
                    <a:pt x="600821" y="1116423"/>
                  </a:lnTo>
                  <a:lnTo>
                    <a:pt x="588862" y="1063402"/>
                  </a:lnTo>
                  <a:close/>
                  <a:moveTo>
                    <a:pt x="535070" y="1131896"/>
                  </a:moveTo>
                  <a:lnTo>
                    <a:pt x="588862" y="1063402"/>
                  </a:lnTo>
                  <a:lnTo>
                    <a:pt x="533749" y="1070226"/>
                  </a:lnTo>
                  <a:close/>
                  <a:moveTo>
                    <a:pt x="587306" y="1161706"/>
                  </a:moveTo>
                  <a:lnTo>
                    <a:pt x="623829" y="1109442"/>
                  </a:lnTo>
                  <a:lnTo>
                    <a:pt x="600821" y="1116423"/>
                  </a:lnTo>
                  <a:close/>
                  <a:moveTo>
                    <a:pt x="623829" y="1109442"/>
                  </a:moveTo>
                  <a:lnTo>
                    <a:pt x="636050" y="1057905"/>
                  </a:lnTo>
                  <a:lnTo>
                    <a:pt x="600821" y="1116423"/>
                  </a:lnTo>
                  <a:close/>
                  <a:moveTo>
                    <a:pt x="636050" y="1057905"/>
                  </a:moveTo>
                  <a:lnTo>
                    <a:pt x="588862" y="1063402"/>
                  </a:lnTo>
                  <a:lnTo>
                    <a:pt x="600821" y="1116423"/>
                  </a:lnTo>
                  <a:close/>
                  <a:moveTo>
                    <a:pt x="533749" y="1070226"/>
                  </a:moveTo>
                  <a:lnTo>
                    <a:pt x="588862" y="1063402"/>
                  </a:lnTo>
                  <a:lnTo>
                    <a:pt x="533552" y="1007643"/>
                  </a:lnTo>
                  <a:close/>
                  <a:moveTo>
                    <a:pt x="70093" y="490447"/>
                  </a:moveTo>
                  <a:lnTo>
                    <a:pt x="69045" y="491976"/>
                  </a:lnTo>
                  <a:lnTo>
                    <a:pt x="69732" y="491003"/>
                  </a:lnTo>
                  <a:close/>
                  <a:moveTo>
                    <a:pt x="70093" y="490447"/>
                  </a:moveTo>
                  <a:lnTo>
                    <a:pt x="73813" y="491003"/>
                  </a:lnTo>
                  <a:lnTo>
                    <a:pt x="69045" y="491976"/>
                  </a:lnTo>
                  <a:close/>
                  <a:moveTo>
                    <a:pt x="623829" y="1109442"/>
                  </a:moveTo>
                  <a:lnTo>
                    <a:pt x="618060" y="1102408"/>
                  </a:lnTo>
                  <a:lnTo>
                    <a:pt x="636050" y="1057905"/>
                  </a:lnTo>
                  <a:close/>
                  <a:moveTo>
                    <a:pt x="131206" y="466909"/>
                  </a:moveTo>
                  <a:lnTo>
                    <a:pt x="130154" y="480278"/>
                  </a:lnTo>
                  <a:lnTo>
                    <a:pt x="122227" y="510691"/>
                  </a:lnTo>
                  <a:close/>
                  <a:moveTo>
                    <a:pt x="71178" y="490242"/>
                  </a:moveTo>
                  <a:lnTo>
                    <a:pt x="73813" y="491003"/>
                  </a:lnTo>
                  <a:lnTo>
                    <a:pt x="70093" y="490447"/>
                  </a:lnTo>
                  <a:close/>
                  <a:moveTo>
                    <a:pt x="773266" y="831014"/>
                  </a:moveTo>
                  <a:lnTo>
                    <a:pt x="817931" y="825445"/>
                  </a:lnTo>
                  <a:lnTo>
                    <a:pt x="791873" y="824077"/>
                  </a:lnTo>
                  <a:close/>
                  <a:moveTo>
                    <a:pt x="791873" y="824077"/>
                  </a:moveTo>
                  <a:lnTo>
                    <a:pt x="817931" y="825445"/>
                  </a:lnTo>
                  <a:lnTo>
                    <a:pt x="865723" y="829453"/>
                  </a:lnTo>
                  <a:close/>
                  <a:moveTo>
                    <a:pt x="894773" y="803167"/>
                  </a:moveTo>
                  <a:lnTo>
                    <a:pt x="865723" y="829453"/>
                  </a:lnTo>
                  <a:lnTo>
                    <a:pt x="817931" y="825445"/>
                  </a:lnTo>
                  <a:close/>
                  <a:moveTo>
                    <a:pt x="865723" y="829453"/>
                  </a:moveTo>
                  <a:lnTo>
                    <a:pt x="894773" y="803167"/>
                  </a:lnTo>
                  <a:lnTo>
                    <a:pt x="869829" y="806920"/>
                  </a:lnTo>
                  <a:close/>
                  <a:moveTo>
                    <a:pt x="894773" y="803167"/>
                  </a:moveTo>
                  <a:lnTo>
                    <a:pt x="896387" y="782826"/>
                  </a:lnTo>
                  <a:lnTo>
                    <a:pt x="869829" y="806920"/>
                  </a:lnTo>
                  <a:close/>
                  <a:moveTo>
                    <a:pt x="869829" y="806920"/>
                  </a:moveTo>
                  <a:lnTo>
                    <a:pt x="896387" y="782826"/>
                  </a:lnTo>
                  <a:lnTo>
                    <a:pt x="857254" y="797792"/>
                  </a:lnTo>
                  <a:close/>
                  <a:moveTo>
                    <a:pt x="896387" y="782826"/>
                  </a:moveTo>
                  <a:lnTo>
                    <a:pt x="882228" y="756266"/>
                  </a:lnTo>
                  <a:lnTo>
                    <a:pt x="857254" y="797792"/>
                  </a:lnTo>
                  <a:close/>
                  <a:moveTo>
                    <a:pt x="869070" y="731289"/>
                  </a:moveTo>
                  <a:lnTo>
                    <a:pt x="857254" y="797792"/>
                  </a:lnTo>
                  <a:lnTo>
                    <a:pt x="882228" y="756266"/>
                  </a:lnTo>
                  <a:close/>
                  <a:moveTo>
                    <a:pt x="894773" y="803167"/>
                  </a:moveTo>
                  <a:lnTo>
                    <a:pt x="923863" y="817496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6673" y="810269"/>
                  </a:lnTo>
                  <a:lnTo>
                    <a:pt x="941057" y="758732"/>
                  </a:lnTo>
                  <a:close/>
                  <a:moveTo>
                    <a:pt x="941057" y="758732"/>
                  </a:moveTo>
                  <a:lnTo>
                    <a:pt x="962946" y="748480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2946" y="748480"/>
                  </a:lnTo>
                  <a:lnTo>
                    <a:pt x="881154" y="726732"/>
                  </a:lnTo>
                  <a:close/>
                  <a:moveTo>
                    <a:pt x="881154" y="726732"/>
                  </a:moveTo>
                  <a:lnTo>
                    <a:pt x="962946" y="748480"/>
                  </a:lnTo>
                  <a:lnTo>
                    <a:pt x="931641" y="723669"/>
                  </a:lnTo>
                  <a:close/>
                  <a:moveTo>
                    <a:pt x="896387" y="782826"/>
                  </a:moveTo>
                  <a:lnTo>
                    <a:pt x="881154" y="726732"/>
                  </a:lnTo>
                  <a:lnTo>
                    <a:pt x="882228" y="756266"/>
                  </a:lnTo>
                  <a:close/>
                  <a:moveTo>
                    <a:pt x="869070" y="731289"/>
                  </a:moveTo>
                  <a:lnTo>
                    <a:pt x="882228" y="756266"/>
                  </a:lnTo>
                  <a:lnTo>
                    <a:pt x="881154" y="726732"/>
                  </a:lnTo>
                  <a:close/>
                  <a:moveTo>
                    <a:pt x="967354" y="630062"/>
                  </a:moveTo>
                  <a:lnTo>
                    <a:pt x="967012" y="632170"/>
                  </a:lnTo>
                  <a:lnTo>
                    <a:pt x="966644" y="631565"/>
                  </a:lnTo>
                  <a:close/>
                  <a:moveTo>
                    <a:pt x="1238248" y="674381"/>
                  </a:moveTo>
                  <a:lnTo>
                    <a:pt x="1201723" y="656026"/>
                  </a:lnTo>
                  <a:lnTo>
                    <a:pt x="1248668" y="686450"/>
                  </a:lnTo>
                  <a:close/>
                  <a:moveTo>
                    <a:pt x="1213200" y="634914"/>
                  </a:moveTo>
                  <a:lnTo>
                    <a:pt x="1201723" y="656026"/>
                  </a:lnTo>
                  <a:lnTo>
                    <a:pt x="1238248" y="674381"/>
                  </a:lnTo>
                  <a:close/>
                  <a:moveTo>
                    <a:pt x="1351150" y="713893"/>
                  </a:moveTo>
                  <a:lnTo>
                    <a:pt x="1326604" y="695156"/>
                  </a:lnTo>
                  <a:lnTo>
                    <a:pt x="1300560" y="732681"/>
                  </a:lnTo>
                  <a:close/>
                  <a:moveTo>
                    <a:pt x="1326604" y="695156"/>
                  </a:moveTo>
                  <a:lnTo>
                    <a:pt x="1293471" y="662356"/>
                  </a:lnTo>
                  <a:lnTo>
                    <a:pt x="1300560" y="732681"/>
                  </a:lnTo>
                  <a:close/>
                  <a:moveTo>
                    <a:pt x="1248668" y="686450"/>
                  </a:moveTo>
                  <a:lnTo>
                    <a:pt x="1293471" y="662356"/>
                  </a:lnTo>
                  <a:lnTo>
                    <a:pt x="1238248" y="674381"/>
                  </a:lnTo>
                  <a:close/>
                  <a:moveTo>
                    <a:pt x="964412" y="79463"/>
                  </a:moveTo>
                  <a:lnTo>
                    <a:pt x="951145" y="71360"/>
                  </a:lnTo>
                  <a:lnTo>
                    <a:pt x="886488" y="97693"/>
                  </a:lnTo>
                  <a:close/>
                  <a:moveTo>
                    <a:pt x="1033143" y="51703"/>
                  </a:moveTo>
                  <a:lnTo>
                    <a:pt x="1021939" y="119869"/>
                  </a:lnTo>
                  <a:lnTo>
                    <a:pt x="1072056" y="47266"/>
                  </a:lnTo>
                  <a:close/>
                  <a:moveTo>
                    <a:pt x="951145" y="71360"/>
                  </a:moveTo>
                  <a:lnTo>
                    <a:pt x="964412" y="79463"/>
                  </a:lnTo>
                  <a:lnTo>
                    <a:pt x="969281" y="65640"/>
                  </a:lnTo>
                  <a:close/>
                  <a:moveTo>
                    <a:pt x="1033143" y="51703"/>
                  </a:moveTo>
                  <a:lnTo>
                    <a:pt x="964412" y="79463"/>
                  </a:lnTo>
                  <a:lnTo>
                    <a:pt x="1021939" y="119869"/>
                  </a:lnTo>
                  <a:close/>
                  <a:moveTo>
                    <a:pt x="1033143" y="51703"/>
                  </a:moveTo>
                  <a:lnTo>
                    <a:pt x="969281" y="65640"/>
                  </a:lnTo>
                  <a:lnTo>
                    <a:pt x="964412" y="79463"/>
                  </a:lnTo>
                  <a:close/>
                  <a:moveTo>
                    <a:pt x="969281" y="65640"/>
                  </a:moveTo>
                  <a:lnTo>
                    <a:pt x="1033143" y="51703"/>
                  </a:lnTo>
                  <a:lnTo>
                    <a:pt x="1006591" y="10547"/>
                  </a:lnTo>
                  <a:close/>
                  <a:moveTo>
                    <a:pt x="1033143" y="51703"/>
                  </a:moveTo>
                  <a:lnTo>
                    <a:pt x="1079317" y="24821"/>
                  </a:lnTo>
                  <a:lnTo>
                    <a:pt x="1056989" y="7556"/>
                  </a:lnTo>
                  <a:close/>
                  <a:moveTo>
                    <a:pt x="1033143" y="51703"/>
                  </a:moveTo>
                  <a:lnTo>
                    <a:pt x="1056989" y="7556"/>
                  </a:lnTo>
                  <a:lnTo>
                    <a:pt x="1006591" y="10547"/>
                  </a:lnTo>
                  <a:close/>
                  <a:moveTo>
                    <a:pt x="1079317" y="24821"/>
                  </a:moveTo>
                  <a:lnTo>
                    <a:pt x="1072056" y="47266"/>
                  </a:lnTo>
                  <a:lnTo>
                    <a:pt x="1062040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6" name="Output_density__4195">
              <a:extLst>
                <a:ext uri="{FF2B5EF4-FFF2-40B4-BE49-F238E27FC236}">
                  <a16:creationId xmlns:a16="http://schemas.microsoft.com/office/drawing/2014/main" id="{8EC8CE12-B733-9C37-7DE5-B1E0D1211A4D}"/>
                </a:ext>
              </a:extLst>
            </p:cNvPr>
            <p:cNvSpPr>
              <a:spLocks noGrp="1"/>
            </p:cNvSpPr>
            <p:nvPr/>
          </p:nvSpPr>
          <p:spPr>
            <a:xfrm>
              <a:off x="15415580" y="3346649"/>
              <a:ext cx="1254181" cy="1056193"/>
            </a:xfrm>
            <a:custGeom>
              <a:avLst/>
              <a:gdLst/>
              <a:ahLst/>
              <a:cxnLst/>
              <a:rect l="0" t="0" r="0" b="0"/>
              <a:pathLst>
                <a:path w="1254181" h="1056193">
                  <a:moveTo>
                    <a:pt x="0" y="692088"/>
                  </a:moveTo>
                  <a:lnTo>
                    <a:pt x="7558" y="736151"/>
                  </a:lnTo>
                  <a:lnTo>
                    <a:pt x="40126" y="723017"/>
                  </a:lnTo>
                  <a:close/>
                  <a:moveTo>
                    <a:pt x="371384" y="977214"/>
                  </a:moveTo>
                  <a:lnTo>
                    <a:pt x="292621" y="945732"/>
                  </a:lnTo>
                  <a:lnTo>
                    <a:pt x="317684" y="949771"/>
                  </a:lnTo>
                  <a:close/>
                  <a:moveTo>
                    <a:pt x="371384" y="977214"/>
                  </a:moveTo>
                  <a:lnTo>
                    <a:pt x="317684" y="949771"/>
                  </a:lnTo>
                  <a:lnTo>
                    <a:pt x="314153" y="1001308"/>
                  </a:lnTo>
                  <a:close/>
                  <a:moveTo>
                    <a:pt x="292621" y="945732"/>
                  </a:moveTo>
                  <a:lnTo>
                    <a:pt x="292354" y="925677"/>
                  </a:lnTo>
                  <a:lnTo>
                    <a:pt x="285198" y="940594"/>
                  </a:lnTo>
                  <a:close/>
                  <a:moveTo>
                    <a:pt x="142581" y="621826"/>
                  </a:moveTo>
                  <a:lnTo>
                    <a:pt x="73815" y="674298"/>
                  </a:lnTo>
                  <a:lnTo>
                    <a:pt x="101179" y="640552"/>
                  </a:lnTo>
                  <a:close/>
                  <a:moveTo>
                    <a:pt x="195833" y="643900"/>
                  </a:moveTo>
                  <a:lnTo>
                    <a:pt x="209507" y="697376"/>
                  </a:lnTo>
                  <a:lnTo>
                    <a:pt x="237798" y="668249"/>
                  </a:lnTo>
                  <a:close/>
                  <a:moveTo>
                    <a:pt x="171248" y="667994"/>
                  </a:moveTo>
                  <a:lnTo>
                    <a:pt x="195833" y="643900"/>
                  </a:lnTo>
                  <a:lnTo>
                    <a:pt x="142581" y="621826"/>
                  </a:lnTo>
                  <a:close/>
                  <a:moveTo>
                    <a:pt x="195833" y="643900"/>
                  </a:moveTo>
                  <a:lnTo>
                    <a:pt x="181892" y="633903"/>
                  </a:lnTo>
                  <a:lnTo>
                    <a:pt x="142581" y="621826"/>
                  </a:lnTo>
                  <a:close/>
                  <a:moveTo>
                    <a:pt x="606819" y="1056193"/>
                  </a:moveTo>
                  <a:lnTo>
                    <a:pt x="642867" y="1039128"/>
                  </a:lnTo>
                  <a:lnTo>
                    <a:pt x="566412" y="1023499"/>
                  </a:lnTo>
                  <a:close/>
                  <a:moveTo>
                    <a:pt x="566412" y="1023499"/>
                  </a:moveTo>
                  <a:lnTo>
                    <a:pt x="642867" y="1039128"/>
                  </a:lnTo>
                  <a:lnTo>
                    <a:pt x="650377" y="1027853"/>
                  </a:lnTo>
                  <a:close/>
                  <a:moveTo>
                    <a:pt x="566412" y="1023499"/>
                  </a:moveTo>
                  <a:lnTo>
                    <a:pt x="650377" y="1027853"/>
                  </a:lnTo>
                  <a:lnTo>
                    <a:pt x="602897" y="1025009"/>
                  </a:lnTo>
                  <a:close/>
                  <a:moveTo>
                    <a:pt x="602897" y="1025009"/>
                  </a:moveTo>
                  <a:lnTo>
                    <a:pt x="522373" y="1004657"/>
                  </a:lnTo>
                  <a:lnTo>
                    <a:pt x="566412" y="1023499"/>
                  </a:lnTo>
                  <a:close/>
                  <a:moveTo>
                    <a:pt x="283292" y="576860"/>
                  </a:moveTo>
                  <a:lnTo>
                    <a:pt x="274815" y="521008"/>
                  </a:lnTo>
                  <a:lnTo>
                    <a:pt x="262264" y="568270"/>
                  </a:lnTo>
                  <a:close/>
                  <a:moveTo>
                    <a:pt x="676860" y="980563"/>
                  </a:moveTo>
                  <a:lnTo>
                    <a:pt x="668753" y="961660"/>
                  </a:lnTo>
                  <a:lnTo>
                    <a:pt x="650377" y="1027853"/>
                  </a:lnTo>
                  <a:close/>
                  <a:moveTo>
                    <a:pt x="676860" y="980563"/>
                  </a:moveTo>
                  <a:lnTo>
                    <a:pt x="673344" y="956469"/>
                  </a:lnTo>
                  <a:lnTo>
                    <a:pt x="668753" y="961660"/>
                  </a:lnTo>
                  <a:close/>
                  <a:moveTo>
                    <a:pt x="676860" y="980563"/>
                  </a:moveTo>
                  <a:lnTo>
                    <a:pt x="680408" y="921104"/>
                  </a:lnTo>
                  <a:lnTo>
                    <a:pt x="672406" y="904932"/>
                  </a:lnTo>
                  <a:close/>
                  <a:moveTo>
                    <a:pt x="676860" y="980563"/>
                  </a:moveTo>
                  <a:lnTo>
                    <a:pt x="672406" y="904932"/>
                  </a:lnTo>
                  <a:lnTo>
                    <a:pt x="673344" y="956469"/>
                  </a:lnTo>
                  <a:close/>
                  <a:moveTo>
                    <a:pt x="468803" y="752978"/>
                  </a:moveTo>
                  <a:lnTo>
                    <a:pt x="447592" y="793705"/>
                  </a:lnTo>
                  <a:lnTo>
                    <a:pt x="462652" y="774416"/>
                  </a:lnTo>
                  <a:close/>
                  <a:moveTo>
                    <a:pt x="447539" y="707522"/>
                  </a:moveTo>
                  <a:lnTo>
                    <a:pt x="462652" y="774416"/>
                  </a:lnTo>
                  <a:lnTo>
                    <a:pt x="460903" y="722880"/>
                  </a:lnTo>
                  <a:close/>
                  <a:moveTo>
                    <a:pt x="447539" y="707522"/>
                  </a:moveTo>
                  <a:lnTo>
                    <a:pt x="468803" y="752978"/>
                  </a:lnTo>
                  <a:lnTo>
                    <a:pt x="462652" y="774416"/>
                  </a:lnTo>
                  <a:close/>
                  <a:moveTo>
                    <a:pt x="397715" y="544176"/>
                  </a:moveTo>
                  <a:lnTo>
                    <a:pt x="392679" y="588394"/>
                  </a:lnTo>
                  <a:lnTo>
                    <a:pt x="420234" y="556520"/>
                  </a:lnTo>
                  <a:close/>
                  <a:moveTo>
                    <a:pt x="364478" y="522730"/>
                  </a:moveTo>
                  <a:lnTo>
                    <a:pt x="337390" y="508118"/>
                  </a:lnTo>
                  <a:lnTo>
                    <a:pt x="397715" y="544176"/>
                  </a:lnTo>
                  <a:close/>
                  <a:moveTo>
                    <a:pt x="314557" y="492639"/>
                  </a:moveTo>
                  <a:lnTo>
                    <a:pt x="337390" y="508118"/>
                  </a:lnTo>
                  <a:lnTo>
                    <a:pt x="364478" y="522730"/>
                  </a:lnTo>
                  <a:close/>
                  <a:moveTo>
                    <a:pt x="314557" y="492639"/>
                  </a:moveTo>
                  <a:lnTo>
                    <a:pt x="314831" y="463716"/>
                  </a:lnTo>
                  <a:lnTo>
                    <a:pt x="337390" y="508118"/>
                  </a:lnTo>
                  <a:close/>
                  <a:moveTo>
                    <a:pt x="647501" y="847132"/>
                  </a:moveTo>
                  <a:lnTo>
                    <a:pt x="628921" y="812734"/>
                  </a:lnTo>
                  <a:lnTo>
                    <a:pt x="599270" y="785617"/>
                  </a:lnTo>
                  <a:close/>
                  <a:moveTo>
                    <a:pt x="574345" y="648460"/>
                  </a:moveTo>
                  <a:lnTo>
                    <a:pt x="546239" y="678276"/>
                  </a:lnTo>
                  <a:lnTo>
                    <a:pt x="615272" y="626804"/>
                  </a:lnTo>
                  <a:close/>
                  <a:moveTo>
                    <a:pt x="397715" y="544176"/>
                  </a:moveTo>
                  <a:lnTo>
                    <a:pt x="444075" y="584853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44075" y="584853"/>
                  </a:lnTo>
                  <a:lnTo>
                    <a:pt x="397715" y="544176"/>
                  </a:lnTo>
                  <a:close/>
                  <a:moveTo>
                    <a:pt x="364478" y="522730"/>
                  </a:moveTo>
                  <a:lnTo>
                    <a:pt x="397715" y="544176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71877" y="574926"/>
                  </a:lnTo>
                  <a:lnTo>
                    <a:pt x="444075" y="584853"/>
                  </a:lnTo>
                  <a:close/>
                  <a:moveTo>
                    <a:pt x="471877" y="574926"/>
                  </a:moveTo>
                  <a:lnTo>
                    <a:pt x="479632" y="593928"/>
                  </a:lnTo>
                  <a:lnTo>
                    <a:pt x="444075" y="584853"/>
                  </a:lnTo>
                  <a:close/>
                  <a:moveTo>
                    <a:pt x="518829" y="615570"/>
                  </a:moveTo>
                  <a:lnTo>
                    <a:pt x="444075" y="584853"/>
                  </a:lnTo>
                  <a:lnTo>
                    <a:pt x="479632" y="593928"/>
                  </a:lnTo>
                  <a:close/>
                  <a:moveTo>
                    <a:pt x="625346" y="614172"/>
                  </a:moveTo>
                  <a:lnTo>
                    <a:pt x="590241" y="604730"/>
                  </a:lnTo>
                  <a:lnTo>
                    <a:pt x="574345" y="648460"/>
                  </a:lnTo>
                  <a:close/>
                  <a:moveTo>
                    <a:pt x="590241" y="604730"/>
                  </a:moveTo>
                  <a:lnTo>
                    <a:pt x="625346" y="614172"/>
                  </a:lnTo>
                  <a:lnTo>
                    <a:pt x="576226" y="553381"/>
                  </a:lnTo>
                  <a:close/>
                  <a:moveTo>
                    <a:pt x="576226" y="553381"/>
                  </a:moveTo>
                  <a:lnTo>
                    <a:pt x="551894" y="510419"/>
                  </a:lnTo>
                  <a:lnTo>
                    <a:pt x="560162" y="547525"/>
                  </a:lnTo>
                  <a:close/>
                  <a:moveTo>
                    <a:pt x="945956" y="894667"/>
                  </a:moveTo>
                  <a:lnTo>
                    <a:pt x="968169" y="901831"/>
                  </a:lnTo>
                  <a:lnTo>
                    <a:pt x="949312" y="884187"/>
                  </a:lnTo>
                  <a:close/>
                  <a:moveTo>
                    <a:pt x="963430" y="842941"/>
                  </a:moveTo>
                  <a:lnTo>
                    <a:pt x="943635" y="832650"/>
                  </a:lnTo>
                  <a:lnTo>
                    <a:pt x="949312" y="884187"/>
                  </a:lnTo>
                  <a:close/>
                  <a:moveTo>
                    <a:pt x="853282" y="731040"/>
                  </a:moveTo>
                  <a:lnTo>
                    <a:pt x="849961" y="729577"/>
                  </a:lnTo>
                  <a:lnTo>
                    <a:pt x="815402" y="755904"/>
                  </a:lnTo>
                  <a:close/>
                  <a:moveTo>
                    <a:pt x="852027" y="718161"/>
                  </a:moveTo>
                  <a:lnTo>
                    <a:pt x="853282" y="731040"/>
                  </a:lnTo>
                  <a:lnTo>
                    <a:pt x="856792" y="678041"/>
                  </a:lnTo>
                  <a:close/>
                  <a:moveTo>
                    <a:pt x="849961" y="729577"/>
                  </a:moveTo>
                  <a:lnTo>
                    <a:pt x="853282" y="731040"/>
                  </a:lnTo>
                  <a:lnTo>
                    <a:pt x="852027" y="718161"/>
                  </a:lnTo>
                  <a:close/>
                  <a:moveTo>
                    <a:pt x="943635" y="832650"/>
                  </a:moveTo>
                  <a:lnTo>
                    <a:pt x="926626" y="822398"/>
                  </a:lnTo>
                  <a:lnTo>
                    <a:pt x="986128" y="824488"/>
                  </a:lnTo>
                  <a:close/>
                  <a:moveTo>
                    <a:pt x="849740" y="671176"/>
                  </a:moveTo>
                  <a:lnTo>
                    <a:pt x="849961" y="729577"/>
                  </a:lnTo>
                  <a:lnTo>
                    <a:pt x="852027" y="718161"/>
                  </a:lnTo>
                  <a:close/>
                  <a:moveTo>
                    <a:pt x="821198" y="719141"/>
                  </a:moveTo>
                  <a:lnTo>
                    <a:pt x="849961" y="729577"/>
                  </a:lnTo>
                  <a:lnTo>
                    <a:pt x="849740" y="671176"/>
                  </a:lnTo>
                  <a:close/>
                  <a:moveTo>
                    <a:pt x="1076151" y="726540"/>
                  </a:moveTo>
                  <a:lnTo>
                    <a:pt x="1102767" y="784463"/>
                  </a:lnTo>
                  <a:lnTo>
                    <a:pt x="1086201" y="732926"/>
                  </a:lnTo>
                  <a:close/>
                  <a:moveTo>
                    <a:pt x="1082816" y="658378"/>
                  </a:moveTo>
                  <a:lnTo>
                    <a:pt x="1086201" y="732926"/>
                  </a:lnTo>
                  <a:lnTo>
                    <a:pt x="1081517" y="681389"/>
                  </a:lnTo>
                  <a:close/>
                  <a:moveTo>
                    <a:pt x="1163059" y="478592"/>
                  </a:moveTo>
                  <a:lnTo>
                    <a:pt x="1158289" y="490017"/>
                  </a:lnTo>
                  <a:lnTo>
                    <a:pt x="1127431" y="509545"/>
                  </a:lnTo>
                  <a:close/>
                  <a:moveTo>
                    <a:pt x="1035285" y="204803"/>
                  </a:moveTo>
                  <a:lnTo>
                    <a:pt x="1002872" y="196815"/>
                  </a:lnTo>
                  <a:lnTo>
                    <a:pt x="962252" y="241322"/>
                  </a:lnTo>
                  <a:close/>
                  <a:moveTo>
                    <a:pt x="1187364" y="402961"/>
                  </a:moveTo>
                  <a:lnTo>
                    <a:pt x="1254181" y="382037"/>
                  </a:lnTo>
                  <a:lnTo>
                    <a:pt x="1207968" y="327331"/>
                  </a:lnTo>
                  <a:close/>
                  <a:moveTo>
                    <a:pt x="1068354" y="193544"/>
                  </a:moveTo>
                  <a:lnTo>
                    <a:pt x="1062491" y="196815"/>
                  </a:lnTo>
                  <a:lnTo>
                    <a:pt x="1097920" y="244882"/>
                  </a:lnTo>
                  <a:close/>
                  <a:moveTo>
                    <a:pt x="1203776" y="134062"/>
                  </a:moveTo>
                  <a:lnTo>
                    <a:pt x="1215516" y="187260"/>
                  </a:lnTo>
                  <a:lnTo>
                    <a:pt x="1212589" y="200164"/>
                  </a:lnTo>
                  <a:close/>
                  <a:moveTo>
                    <a:pt x="1190196" y="19617"/>
                  </a:moveTo>
                  <a:lnTo>
                    <a:pt x="1222095" y="72996"/>
                  </a:lnTo>
                  <a:lnTo>
                    <a:pt x="1196144" y="21460"/>
                  </a:lnTo>
                  <a:close/>
                  <a:moveTo>
                    <a:pt x="1190196" y="19617"/>
                  </a:moveTo>
                  <a:lnTo>
                    <a:pt x="1213522" y="63396"/>
                  </a:lnTo>
                  <a:lnTo>
                    <a:pt x="1222095" y="72996"/>
                  </a:lnTo>
                  <a:close/>
                  <a:moveTo>
                    <a:pt x="1167606" y="0"/>
                  </a:moveTo>
                  <a:lnTo>
                    <a:pt x="1213522" y="63396"/>
                  </a:lnTo>
                  <a:lnTo>
                    <a:pt x="1190196" y="1961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7" name="Output_density__4196">
              <a:extLst>
                <a:ext uri="{FF2B5EF4-FFF2-40B4-BE49-F238E27FC236}">
                  <a16:creationId xmlns:a16="http://schemas.microsoft.com/office/drawing/2014/main" id="{7CA9C2C8-8F28-7473-AED9-B07341C28C1B}"/>
                </a:ext>
              </a:extLst>
            </p:cNvPr>
            <p:cNvSpPr>
              <a:spLocks noGrp="1"/>
            </p:cNvSpPr>
            <p:nvPr/>
          </p:nvSpPr>
          <p:spPr>
            <a:xfrm>
              <a:off x="15400074" y="3418218"/>
              <a:ext cx="1320477" cy="1153219"/>
            </a:xfrm>
            <a:custGeom>
              <a:avLst/>
              <a:gdLst/>
              <a:ahLst/>
              <a:cxnLst/>
              <a:rect l="0" t="0" r="0" b="0"/>
              <a:pathLst>
                <a:path w="1320477" h="1153219">
                  <a:moveTo>
                    <a:pt x="15506" y="620519"/>
                  </a:moveTo>
                  <a:lnTo>
                    <a:pt x="0" y="644613"/>
                  </a:lnTo>
                  <a:lnTo>
                    <a:pt x="23064" y="664581"/>
                  </a:lnTo>
                  <a:close/>
                  <a:moveTo>
                    <a:pt x="374619" y="981275"/>
                  </a:moveTo>
                  <a:lnTo>
                    <a:pt x="347222" y="943105"/>
                  </a:lnTo>
                  <a:lnTo>
                    <a:pt x="375292" y="983027"/>
                  </a:lnTo>
                  <a:close/>
                  <a:moveTo>
                    <a:pt x="374619" y="981275"/>
                  </a:moveTo>
                  <a:lnTo>
                    <a:pt x="329659" y="929739"/>
                  </a:lnTo>
                  <a:lnTo>
                    <a:pt x="347222" y="943105"/>
                  </a:lnTo>
                  <a:close/>
                  <a:moveTo>
                    <a:pt x="456475" y="957181"/>
                  </a:moveTo>
                  <a:lnTo>
                    <a:pt x="454391" y="959382"/>
                  </a:lnTo>
                  <a:lnTo>
                    <a:pt x="490630" y="965224"/>
                  </a:lnTo>
                  <a:close/>
                  <a:moveTo>
                    <a:pt x="490630" y="965224"/>
                  </a:moveTo>
                  <a:lnTo>
                    <a:pt x="454391" y="959382"/>
                  </a:lnTo>
                  <a:lnTo>
                    <a:pt x="446019" y="1026253"/>
                  </a:lnTo>
                  <a:close/>
                  <a:moveTo>
                    <a:pt x="490630" y="965224"/>
                  </a:moveTo>
                  <a:lnTo>
                    <a:pt x="446019" y="1026253"/>
                  </a:lnTo>
                  <a:lnTo>
                    <a:pt x="512739" y="1009993"/>
                  </a:lnTo>
                  <a:close/>
                  <a:moveTo>
                    <a:pt x="329659" y="929739"/>
                  </a:moveTo>
                  <a:lnTo>
                    <a:pt x="374619" y="981275"/>
                  </a:lnTo>
                  <a:lnTo>
                    <a:pt x="386890" y="905645"/>
                  </a:lnTo>
                  <a:close/>
                  <a:moveTo>
                    <a:pt x="419335" y="905645"/>
                  </a:moveTo>
                  <a:lnTo>
                    <a:pt x="393954" y="908094"/>
                  </a:lnTo>
                  <a:lnTo>
                    <a:pt x="438478" y="906897"/>
                  </a:lnTo>
                  <a:close/>
                  <a:moveTo>
                    <a:pt x="438478" y="906897"/>
                  </a:moveTo>
                  <a:lnTo>
                    <a:pt x="393954" y="908094"/>
                  </a:lnTo>
                  <a:lnTo>
                    <a:pt x="380833" y="978522"/>
                  </a:lnTo>
                  <a:close/>
                  <a:moveTo>
                    <a:pt x="451483" y="957181"/>
                  </a:moveTo>
                  <a:lnTo>
                    <a:pt x="445966" y="927880"/>
                  </a:lnTo>
                  <a:lnTo>
                    <a:pt x="438478" y="906897"/>
                  </a:lnTo>
                  <a:close/>
                  <a:moveTo>
                    <a:pt x="380833" y="978522"/>
                  </a:moveTo>
                  <a:lnTo>
                    <a:pt x="451483" y="957181"/>
                  </a:lnTo>
                  <a:lnTo>
                    <a:pt x="438478" y="906897"/>
                  </a:lnTo>
                  <a:close/>
                  <a:moveTo>
                    <a:pt x="445966" y="927880"/>
                  </a:moveTo>
                  <a:lnTo>
                    <a:pt x="456475" y="957181"/>
                  </a:lnTo>
                  <a:lnTo>
                    <a:pt x="438478" y="906897"/>
                  </a:lnTo>
                  <a:close/>
                  <a:moveTo>
                    <a:pt x="456475" y="957181"/>
                  </a:moveTo>
                  <a:lnTo>
                    <a:pt x="490630" y="965224"/>
                  </a:lnTo>
                  <a:lnTo>
                    <a:pt x="438478" y="906897"/>
                  </a:lnTo>
                  <a:close/>
                  <a:moveTo>
                    <a:pt x="342250" y="889455"/>
                  </a:moveTo>
                  <a:lnTo>
                    <a:pt x="308127" y="874163"/>
                  </a:lnTo>
                  <a:lnTo>
                    <a:pt x="386890" y="905645"/>
                  </a:lnTo>
                  <a:close/>
                  <a:moveTo>
                    <a:pt x="158087" y="550257"/>
                  </a:moveTo>
                  <a:lnTo>
                    <a:pt x="143991" y="555182"/>
                  </a:lnTo>
                  <a:lnTo>
                    <a:pt x="186754" y="596425"/>
                  </a:lnTo>
                  <a:close/>
                  <a:moveTo>
                    <a:pt x="597247" y="1104757"/>
                  </a:moveTo>
                  <a:lnTo>
                    <a:pt x="661532" y="1153219"/>
                  </a:lnTo>
                  <a:lnTo>
                    <a:pt x="647393" y="1139234"/>
                  </a:lnTo>
                  <a:close/>
                  <a:moveTo>
                    <a:pt x="645884" y="1151309"/>
                  </a:moveTo>
                  <a:lnTo>
                    <a:pt x="661532" y="1153219"/>
                  </a:lnTo>
                  <a:lnTo>
                    <a:pt x="603015" y="1111791"/>
                  </a:lnTo>
                  <a:close/>
                  <a:moveTo>
                    <a:pt x="387681" y="847469"/>
                  </a:moveTo>
                  <a:lnTo>
                    <a:pt x="393864" y="905185"/>
                  </a:lnTo>
                  <a:lnTo>
                    <a:pt x="419335" y="905645"/>
                  </a:lnTo>
                  <a:close/>
                  <a:moveTo>
                    <a:pt x="225014" y="625807"/>
                  </a:moveTo>
                  <a:lnTo>
                    <a:pt x="305955" y="618856"/>
                  </a:lnTo>
                  <a:lnTo>
                    <a:pt x="253304" y="596680"/>
                  </a:lnTo>
                  <a:close/>
                  <a:moveTo>
                    <a:pt x="328834" y="581596"/>
                  </a:moveTo>
                  <a:lnTo>
                    <a:pt x="305955" y="618856"/>
                  </a:lnTo>
                  <a:lnTo>
                    <a:pt x="302623" y="627667"/>
                  </a:lnTo>
                  <a:close/>
                  <a:moveTo>
                    <a:pt x="211339" y="572331"/>
                  </a:moveTo>
                  <a:lnTo>
                    <a:pt x="186754" y="596425"/>
                  </a:lnTo>
                  <a:lnTo>
                    <a:pt x="225014" y="625807"/>
                  </a:lnTo>
                  <a:close/>
                  <a:moveTo>
                    <a:pt x="305955" y="618856"/>
                  </a:moveTo>
                  <a:lnTo>
                    <a:pt x="321953" y="572331"/>
                  </a:lnTo>
                  <a:lnTo>
                    <a:pt x="319697" y="551043"/>
                  </a:lnTo>
                  <a:close/>
                  <a:moveTo>
                    <a:pt x="324348" y="552723"/>
                  </a:moveTo>
                  <a:lnTo>
                    <a:pt x="345630" y="592516"/>
                  </a:lnTo>
                  <a:lnTo>
                    <a:pt x="309438" y="622126"/>
                  </a:lnTo>
                  <a:close/>
                  <a:moveTo>
                    <a:pt x="253304" y="596680"/>
                  </a:moveTo>
                  <a:lnTo>
                    <a:pt x="305955" y="618856"/>
                  </a:lnTo>
                  <a:lnTo>
                    <a:pt x="301498" y="548237"/>
                  </a:lnTo>
                  <a:close/>
                  <a:moveTo>
                    <a:pt x="301498" y="548237"/>
                  </a:moveTo>
                  <a:lnTo>
                    <a:pt x="305955" y="618856"/>
                  </a:lnTo>
                  <a:lnTo>
                    <a:pt x="319697" y="551043"/>
                  </a:lnTo>
                  <a:close/>
                  <a:moveTo>
                    <a:pt x="298798" y="505290"/>
                  </a:moveTo>
                  <a:lnTo>
                    <a:pt x="319697" y="551043"/>
                  </a:lnTo>
                  <a:lnTo>
                    <a:pt x="321953" y="572331"/>
                  </a:lnTo>
                  <a:close/>
                  <a:moveTo>
                    <a:pt x="319697" y="551043"/>
                  </a:moveTo>
                  <a:lnTo>
                    <a:pt x="298798" y="505290"/>
                  </a:lnTo>
                  <a:lnTo>
                    <a:pt x="301498" y="548237"/>
                  </a:lnTo>
                  <a:close/>
                  <a:moveTo>
                    <a:pt x="298798" y="505290"/>
                  </a:moveTo>
                  <a:lnTo>
                    <a:pt x="277770" y="496701"/>
                  </a:lnTo>
                  <a:lnTo>
                    <a:pt x="301498" y="548237"/>
                  </a:lnTo>
                  <a:close/>
                  <a:moveTo>
                    <a:pt x="749335" y="884900"/>
                  </a:moveTo>
                  <a:lnTo>
                    <a:pt x="737350" y="908994"/>
                  </a:lnTo>
                  <a:lnTo>
                    <a:pt x="773750" y="936436"/>
                  </a:lnTo>
                  <a:close/>
                  <a:moveTo>
                    <a:pt x="689857" y="791717"/>
                  </a:moveTo>
                  <a:lnTo>
                    <a:pt x="666477" y="781826"/>
                  </a:lnTo>
                  <a:lnTo>
                    <a:pt x="687912" y="833363"/>
                  </a:lnTo>
                  <a:close/>
                  <a:moveTo>
                    <a:pt x="644428" y="741165"/>
                  </a:moveTo>
                  <a:lnTo>
                    <a:pt x="666477" y="781826"/>
                  </a:lnTo>
                  <a:lnTo>
                    <a:pt x="639919" y="731590"/>
                  </a:lnTo>
                  <a:close/>
                  <a:moveTo>
                    <a:pt x="639919" y="731590"/>
                  </a:moveTo>
                  <a:lnTo>
                    <a:pt x="666477" y="781826"/>
                  </a:lnTo>
                  <a:lnTo>
                    <a:pt x="689857" y="791717"/>
                  </a:lnTo>
                  <a:close/>
                  <a:moveTo>
                    <a:pt x="644428" y="741165"/>
                  </a:moveTo>
                  <a:lnTo>
                    <a:pt x="639919" y="731590"/>
                  </a:lnTo>
                  <a:lnTo>
                    <a:pt x="638958" y="730290"/>
                  </a:lnTo>
                  <a:close/>
                  <a:moveTo>
                    <a:pt x="304900" y="369534"/>
                  </a:moveTo>
                  <a:lnTo>
                    <a:pt x="305456" y="421070"/>
                  </a:lnTo>
                  <a:lnTo>
                    <a:pt x="274780" y="393628"/>
                  </a:lnTo>
                  <a:close/>
                  <a:moveTo>
                    <a:pt x="330063" y="421070"/>
                  </a:moveTo>
                  <a:lnTo>
                    <a:pt x="313856" y="369534"/>
                  </a:lnTo>
                  <a:lnTo>
                    <a:pt x="330337" y="392146"/>
                  </a:lnTo>
                  <a:close/>
                  <a:moveTo>
                    <a:pt x="686620" y="819109"/>
                  </a:moveTo>
                  <a:lnTo>
                    <a:pt x="688851" y="884900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87912" y="833363"/>
                  </a:lnTo>
                  <a:lnTo>
                    <a:pt x="666477" y="781826"/>
                  </a:lnTo>
                  <a:close/>
                  <a:moveTo>
                    <a:pt x="663007" y="775563"/>
                  </a:moveTo>
                  <a:lnTo>
                    <a:pt x="686620" y="819109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66477" y="781826"/>
                  </a:lnTo>
                  <a:lnTo>
                    <a:pt x="644428" y="741165"/>
                  </a:lnTo>
                  <a:close/>
                  <a:moveTo>
                    <a:pt x="545127" y="551586"/>
                  </a:moveTo>
                  <a:lnTo>
                    <a:pt x="561745" y="606706"/>
                  </a:lnTo>
                  <a:lnTo>
                    <a:pt x="589851" y="576891"/>
                  </a:lnTo>
                  <a:close/>
                  <a:moveTo>
                    <a:pt x="545127" y="551586"/>
                  </a:moveTo>
                  <a:lnTo>
                    <a:pt x="520618" y="575680"/>
                  </a:lnTo>
                  <a:lnTo>
                    <a:pt x="561745" y="606706"/>
                  </a:lnTo>
                  <a:close/>
                  <a:moveTo>
                    <a:pt x="534335" y="544001"/>
                  </a:moveTo>
                  <a:lnTo>
                    <a:pt x="495139" y="522358"/>
                  </a:lnTo>
                  <a:lnTo>
                    <a:pt x="545127" y="551586"/>
                  </a:lnTo>
                  <a:close/>
                  <a:moveTo>
                    <a:pt x="545127" y="551586"/>
                  </a:moveTo>
                  <a:lnTo>
                    <a:pt x="495139" y="522358"/>
                  </a:lnTo>
                  <a:lnTo>
                    <a:pt x="497868" y="524144"/>
                  </a:lnTo>
                  <a:close/>
                  <a:moveTo>
                    <a:pt x="545127" y="551586"/>
                  </a:moveTo>
                  <a:lnTo>
                    <a:pt x="497868" y="524144"/>
                  </a:lnTo>
                  <a:lnTo>
                    <a:pt x="520618" y="575680"/>
                  </a:lnTo>
                  <a:close/>
                  <a:moveTo>
                    <a:pt x="545127" y="551586"/>
                  </a:moveTo>
                  <a:lnTo>
                    <a:pt x="589851" y="576891"/>
                  </a:lnTo>
                  <a:lnTo>
                    <a:pt x="605747" y="533160"/>
                  </a:lnTo>
                  <a:close/>
                  <a:moveTo>
                    <a:pt x="591732" y="481812"/>
                  </a:moveTo>
                  <a:lnTo>
                    <a:pt x="545127" y="551586"/>
                  </a:lnTo>
                  <a:lnTo>
                    <a:pt x="605747" y="533160"/>
                  </a:lnTo>
                  <a:close/>
                  <a:moveTo>
                    <a:pt x="910828" y="726018"/>
                  </a:moveTo>
                  <a:lnTo>
                    <a:pt x="959141" y="761081"/>
                  </a:lnTo>
                  <a:lnTo>
                    <a:pt x="978936" y="771372"/>
                  </a:lnTo>
                  <a:close/>
                  <a:moveTo>
                    <a:pt x="799884" y="703238"/>
                  </a:moveTo>
                  <a:lnTo>
                    <a:pt x="848257" y="733638"/>
                  </a:lnTo>
                  <a:lnTo>
                    <a:pt x="830908" y="684335"/>
                  </a:lnTo>
                  <a:close/>
                  <a:moveTo>
                    <a:pt x="830908" y="684335"/>
                  </a:moveTo>
                  <a:lnTo>
                    <a:pt x="848257" y="733638"/>
                  </a:lnTo>
                  <a:lnTo>
                    <a:pt x="868788" y="659471"/>
                  </a:lnTo>
                  <a:close/>
                  <a:moveTo>
                    <a:pt x="860340" y="729081"/>
                  </a:moveTo>
                  <a:lnTo>
                    <a:pt x="900133" y="671969"/>
                  </a:lnTo>
                  <a:lnTo>
                    <a:pt x="868788" y="659471"/>
                  </a:lnTo>
                  <a:close/>
                  <a:moveTo>
                    <a:pt x="805893" y="658008"/>
                  </a:moveTo>
                  <a:lnTo>
                    <a:pt x="736751" y="628107"/>
                  </a:lnTo>
                  <a:lnTo>
                    <a:pt x="736746" y="630565"/>
                  </a:lnTo>
                  <a:close/>
                  <a:moveTo>
                    <a:pt x="720435" y="580870"/>
                  </a:moveTo>
                  <a:lnTo>
                    <a:pt x="736746" y="630565"/>
                  </a:lnTo>
                  <a:lnTo>
                    <a:pt x="736751" y="628107"/>
                  </a:lnTo>
                  <a:close/>
                  <a:moveTo>
                    <a:pt x="739540" y="606471"/>
                  </a:moveTo>
                  <a:lnTo>
                    <a:pt x="720435" y="580870"/>
                  </a:lnTo>
                  <a:lnTo>
                    <a:pt x="736751" y="628107"/>
                  </a:lnTo>
                  <a:close/>
                  <a:moveTo>
                    <a:pt x="959141" y="761081"/>
                  </a:moveTo>
                  <a:lnTo>
                    <a:pt x="961757" y="810099"/>
                  </a:lnTo>
                  <a:lnTo>
                    <a:pt x="964819" y="812618"/>
                  </a:lnTo>
                  <a:close/>
                  <a:moveTo>
                    <a:pt x="1031156" y="774096"/>
                  </a:moveTo>
                  <a:lnTo>
                    <a:pt x="961757" y="810099"/>
                  </a:lnTo>
                  <a:lnTo>
                    <a:pt x="959141" y="761081"/>
                  </a:lnTo>
                  <a:close/>
                  <a:moveTo>
                    <a:pt x="1288933" y="740336"/>
                  </a:moveTo>
                  <a:lnTo>
                    <a:pt x="1279747" y="735030"/>
                  </a:lnTo>
                  <a:lnTo>
                    <a:pt x="1248578" y="753394"/>
                  </a:lnTo>
                  <a:close/>
                  <a:moveTo>
                    <a:pt x="1098323" y="586809"/>
                  </a:moveTo>
                  <a:lnTo>
                    <a:pt x="1091657" y="654971"/>
                  </a:lnTo>
                  <a:lnTo>
                    <a:pt x="1101707" y="661357"/>
                  </a:lnTo>
                  <a:close/>
                  <a:moveTo>
                    <a:pt x="1077181" y="534190"/>
                  </a:moveTo>
                  <a:lnTo>
                    <a:pt x="1041323" y="506747"/>
                  </a:lnTo>
                  <a:lnTo>
                    <a:pt x="1059919" y="482653"/>
                  </a:lnTo>
                  <a:close/>
                  <a:moveTo>
                    <a:pt x="1192386" y="637263"/>
                  </a:moveTo>
                  <a:lnTo>
                    <a:pt x="1182523" y="619081"/>
                  </a:lnTo>
                  <a:lnTo>
                    <a:pt x="1155300" y="578470"/>
                  </a:lnTo>
                  <a:close/>
                  <a:moveTo>
                    <a:pt x="1100259" y="482653"/>
                  </a:moveTo>
                  <a:lnTo>
                    <a:pt x="1123082" y="498639"/>
                  </a:lnTo>
                  <a:lnTo>
                    <a:pt x="1128526" y="474751"/>
                  </a:lnTo>
                  <a:close/>
                  <a:moveTo>
                    <a:pt x="1064980" y="431116"/>
                  </a:moveTo>
                  <a:lnTo>
                    <a:pt x="1100259" y="482653"/>
                  </a:lnTo>
                  <a:lnTo>
                    <a:pt x="1104002" y="407023"/>
                  </a:lnTo>
                  <a:close/>
                  <a:moveTo>
                    <a:pt x="1178510" y="409354"/>
                  </a:moveTo>
                  <a:lnTo>
                    <a:pt x="1142938" y="437976"/>
                  </a:lnTo>
                  <a:lnTo>
                    <a:pt x="1128526" y="474751"/>
                  </a:lnTo>
                  <a:close/>
                  <a:moveTo>
                    <a:pt x="1123482" y="365232"/>
                  </a:moveTo>
                  <a:lnTo>
                    <a:pt x="1064980" y="431116"/>
                  </a:lnTo>
                  <a:lnTo>
                    <a:pt x="1104002" y="407023"/>
                  </a:lnTo>
                  <a:close/>
                  <a:moveTo>
                    <a:pt x="1320477" y="645634"/>
                  </a:moveTo>
                  <a:lnTo>
                    <a:pt x="1318845" y="613169"/>
                  </a:lnTo>
                  <a:lnTo>
                    <a:pt x="1303610" y="596604"/>
                  </a:lnTo>
                  <a:close/>
                  <a:moveTo>
                    <a:pt x="1107520" y="331392"/>
                  </a:moveTo>
                  <a:lnTo>
                    <a:pt x="1127298" y="350264"/>
                  </a:lnTo>
                  <a:lnTo>
                    <a:pt x="1104002" y="407023"/>
                  </a:lnTo>
                  <a:close/>
                  <a:moveTo>
                    <a:pt x="934077" y="149339"/>
                  </a:moveTo>
                  <a:lnTo>
                    <a:pt x="977759" y="169753"/>
                  </a:lnTo>
                  <a:lnTo>
                    <a:pt x="998567" y="127984"/>
                  </a:lnTo>
                  <a:close/>
                  <a:moveTo>
                    <a:pt x="977759" y="169753"/>
                  </a:moveTo>
                  <a:lnTo>
                    <a:pt x="1018378" y="125245"/>
                  </a:lnTo>
                  <a:lnTo>
                    <a:pt x="998567" y="127984"/>
                  </a:lnTo>
                  <a:close/>
                  <a:moveTo>
                    <a:pt x="998567" y="127984"/>
                  </a:moveTo>
                  <a:lnTo>
                    <a:pt x="1018378" y="125245"/>
                  </a:lnTo>
                  <a:lnTo>
                    <a:pt x="1001125" y="122218"/>
                  </a:lnTo>
                  <a:close/>
                  <a:moveTo>
                    <a:pt x="847298" y="97803"/>
                  </a:moveTo>
                  <a:lnTo>
                    <a:pt x="867619" y="95735"/>
                  </a:lnTo>
                  <a:lnTo>
                    <a:pt x="888952" y="52173"/>
                  </a:lnTo>
                  <a:close/>
                  <a:moveTo>
                    <a:pt x="867619" y="95735"/>
                  </a:moveTo>
                  <a:lnTo>
                    <a:pt x="930331" y="73709"/>
                  </a:lnTo>
                  <a:lnTo>
                    <a:pt x="888952" y="52173"/>
                  </a:lnTo>
                  <a:close/>
                  <a:moveTo>
                    <a:pt x="1184922" y="279855"/>
                  </a:moveTo>
                  <a:lnTo>
                    <a:pt x="1202871" y="331392"/>
                  </a:lnTo>
                  <a:lnTo>
                    <a:pt x="1223474" y="255761"/>
                  </a:lnTo>
                  <a:close/>
                  <a:moveTo>
                    <a:pt x="1055446" y="101151"/>
                  </a:moveTo>
                  <a:lnTo>
                    <a:pt x="1050791" y="133234"/>
                  </a:lnTo>
                  <a:lnTo>
                    <a:pt x="1083861" y="121975"/>
                  </a:lnTo>
                  <a:close/>
                  <a:moveTo>
                    <a:pt x="1055446" y="101151"/>
                  </a:moveTo>
                  <a:lnTo>
                    <a:pt x="1018378" y="125245"/>
                  </a:lnTo>
                  <a:lnTo>
                    <a:pt x="1050791" y="133234"/>
                  </a:lnTo>
                  <a:close/>
                  <a:moveTo>
                    <a:pt x="1122743" y="152688"/>
                  </a:moveTo>
                  <a:lnTo>
                    <a:pt x="1083861" y="121975"/>
                  </a:lnTo>
                  <a:lnTo>
                    <a:pt x="1113427" y="173312"/>
                  </a:lnTo>
                  <a:close/>
                  <a:moveTo>
                    <a:pt x="908201" y="0"/>
                  </a:moveTo>
                  <a:lnTo>
                    <a:pt x="946963" y="6469"/>
                  </a:lnTo>
                  <a:lnTo>
                    <a:pt x="923619" y="7110"/>
                  </a:lnTo>
                  <a:close/>
                  <a:moveTo>
                    <a:pt x="1122743" y="152688"/>
                  </a:moveTo>
                  <a:lnTo>
                    <a:pt x="1113427" y="173312"/>
                  </a:lnTo>
                  <a:lnTo>
                    <a:pt x="1143665" y="170894"/>
                  </a:lnTo>
                  <a:close/>
                  <a:moveTo>
                    <a:pt x="1285171" y="215712"/>
                  </a:moveTo>
                  <a:lnTo>
                    <a:pt x="1223474" y="255761"/>
                  </a:lnTo>
                  <a:lnTo>
                    <a:pt x="1288549" y="232390"/>
                  </a:lnTo>
                  <a:close/>
                  <a:moveTo>
                    <a:pt x="1288549" y="232390"/>
                  </a:moveTo>
                  <a:lnTo>
                    <a:pt x="1271641" y="300022"/>
                  </a:lnTo>
                  <a:lnTo>
                    <a:pt x="1297281" y="255761"/>
                  </a:lnTo>
                  <a:close/>
                  <a:moveTo>
                    <a:pt x="1297281" y="255761"/>
                  </a:moveTo>
                  <a:lnTo>
                    <a:pt x="1285171" y="215712"/>
                  </a:lnTo>
                  <a:lnTo>
                    <a:pt x="1288549" y="232390"/>
                  </a:lnTo>
                  <a:close/>
                  <a:moveTo>
                    <a:pt x="1278304" y="180131"/>
                  </a:moveTo>
                  <a:lnTo>
                    <a:pt x="1285171" y="215712"/>
                  </a:lnTo>
                  <a:lnTo>
                    <a:pt x="1297281" y="255761"/>
                  </a:lnTo>
                  <a:close/>
                  <a:moveTo>
                    <a:pt x="1228095" y="128594"/>
                  </a:moveTo>
                  <a:lnTo>
                    <a:pt x="1224533" y="163673"/>
                  </a:lnTo>
                  <a:lnTo>
                    <a:pt x="1239837" y="146507"/>
                  </a:lnTo>
                  <a:close/>
                  <a:moveTo>
                    <a:pt x="1239837" y="146507"/>
                  </a:moveTo>
                  <a:lnTo>
                    <a:pt x="1224533" y="163673"/>
                  </a:lnTo>
                  <a:lnTo>
                    <a:pt x="1226336" y="182244"/>
                  </a:lnTo>
                  <a:close/>
                  <a:moveTo>
                    <a:pt x="1259183" y="180131"/>
                  </a:moveTo>
                  <a:lnTo>
                    <a:pt x="1274425" y="175535"/>
                  </a:lnTo>
                  <a:lnTo>
                    <a:pt x="1239837" y="146507"/>
                  </a:lnTo>
                  <a:close/>
                  <a:moveTo>
                    <a:pt x="1226336" y="182244"/>
                  </a:moveTo>
                  <a:lnTo>
                    <a:pt x="1259183" y="180131"/>
                  </a:lnTo>
                  <a:lnTo>
                    <a:pt x="1239837" y="146507"/>
                  </a:lnTo>
                  <a:close/>
                  <a:moveTo>
                    <a:pt x="1259183" y="180131"/>
                  </a:moveTo>
                  <a:lnTo>
                    <a:pt x="1285171" y="215712"/>
                  </a:lnTo>
                  <a:lnTo>
                    <a:pt x="1277913" y="178295"/>
                  </a:lnTo>
                  <a:close/>
                  <a:moveTo>
                    <a:pt x="1277913" y="178295"/>
                  </a:moveTo>
                  <a:lnTo>
                    <a:pt x="1274425" y="175535"/>
                  </a:lnTo>
                  <a:lnTo>
                    <a:pt x="1259183" y="180131"/>
                  </a:lnTo>
                  <a:close/>
                  <a:moveTo>
                    <a:pt x="1224533" y="163673"/>
                  </a:moveTo>
                  <a:lnTo>
                    <a:pt x="1228095" y="128594"/>
                  </a:lnTo>
                  <a:lnTo>
                    <a:pt x="1231023" y="115691"/>
                  </a:lnTo>
                  <a:close/>
                  <a:moveTo>
                    <a:pt x="1277913" y="178295"/>
                  </a:moveTo>
                  <a:lnTo>
                    <a:pt x="1285171" y="215712"/>
                  </a:lnTo>
                  <a:lnTo>
                    <a:pt x="1278304" y="180131"/>
                  </a:lnTo>
                  <a:close/>
                  <a:moveTo>
                    <a:pt x="1277913" y="178295"/>
                  </a:moveTo>
                  <a:lnTo>
                    <a:pt x="1278304" y="180131"/>
                  </a:lnTo>
                  <a:lnTo>
                    <a:pt x="1274425" y="175535"/>
                  </a:lnTo>
                  <a:close/>
                  <a:moveTo>
                    <a:pt x="1178064" y="128594"/>
                  </a:moveTo>
                  <a:lnTo>
                    <a:pt x="1224533" y="163673"/>
                  </a:lnTo>
                  <a:lnTo>
                    <a:pt x="1231023" y="11569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98" name="Output_density__4197">
              <a:extLst>
                <a:ext uri="{FF2B5EF4-FFF2-40B4-BE49-F238E27FC236}">
                  <a16:creationId xmlns:a16="http://schemas.microsoft.com/office/drawing/2014/main" id="{FD16E952-1ED6-AA5A-E265-CD34574A07D3}"/>
                </a:ext>
              </a:extLst>
            </p:cNvPr>
            <p:cNvSpPr>
              <a:spLocks noGrp="1"/>
            </p:cNvSpPr>
            <p:nvPr/>
          </p:nvSpPr>
          <p:spPr>
            <a:xfrm>
              <a:off x="15473105" y="3419645"/>
              <a:ext cx="1164570" cy="794901"/>
            </a:xfrm>
            <a:custGeom>
              <a:avLst/>
              <a:gdLst/>
              <a:ahLst/>
              <a:cxnLst/>
              <a:rect l="0" t="0" r="0" b="0"/>
              <a:pathLst>
                <a:path w="1164570" h="794901">
                  <a:moveTo>
                    <a:pt x="0" y="675299"/>
                  </a:moveTo>
                  <a:lnTo>
                    <a:pt x="12454" y="626079"/>
                  </a:lnTo>
                  <a:lnTo>
                    <a:pt x="3055" y="619092"/>
                  </a:lnTo>
                  <a:close/>
                  <a:moveTo>
                    <a:pt x="327110" y="794901"/>
                  </a:moveTo>
                  <a:lnTo>
                    <a:pt x="309694" y="787328"/>
                  </a:lnTo>
                  <a:lnTo>
                    <a:pt x="342090" y="777051"/>
                  </a:lnTo>
                  <a:close/>
                  <a:moveTo>
                    <a:pt x="342090" y="777051"/>
                  </a:moveTo>
                  <a:lnTo>
                    <a:pt x="309694" y="787328"/>
                  </a:lnTo>
                  <a:lnTo>
                    <a:pt x="365964" y="765492"/>
                  </a:lnTo>
                  <a:close/>
                  <a:moveTo>
                    <a:pt x="217290" y="448012"/>
                  </a:moveTo>
                  <a:lnTo>
                    <a:pt x="219915" y="443737"/>
                  </a:lnTo>
                  <a:lnTo>
                    <a:pt x="204738" y="495274"/>
                  </a:lnTo>
                  <a:close/>
                  <a:moveTo>
                    <a:pt x="1019437" y="735560"/>
                  </a:moveTo>
                  <a:lnTo>
                    <a:pt x="1045242" y="711466"/>
                  </a:lnTo>
                  <a:lnTo>
                    <a:pt x="1031252" y="736506"/>
                  </a:lnTo>
                  <a:close/>
                  <a:moveTo>
                    <a:pt x="1150506" y="75631"/>
                  </a:moveTo>
                  <a:lnTo>
                    <a:pt x="1148800" y="17247"/>
                  </a:lnTo>
                  <a:lnTo>
                    <a:pt x="1146251" y="61065"/>
                  </a:lnTo>
                  <a:close/>
                  <a:moveTo>
                    <a:pt x="1164570" y="0"/>
                  </a:moveTo>
                  <a:lnTo>
                    <a:pt x="1148800" y="17247"/>
                  </a:lnTo>
                  <a:lnTo>
                    <a:pt x="1150506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9" name="Output_density__4198">
              <a:extLst>
                <a:ext uri="{FF2B5EF4-FFF2-40B4-BE49-F238E27FC236}">
                  <a16:creationId xmlns:a16="http://schemas.microsoft.com/office/drawing/2014/main" id="{38426F2B-EDDE-1A51-27B2-720A423D0656}"/>
                </a:ext>
              </a:extLst>
            </p:cNvPr>
            <p:cNvSpPr>
              <a:spLocks noGrp="1"/>
            </p:cNvSpPr>
            <p:nvPr/>
          </p:nvSpPr>
          <p:spPr>
            <a:xfrm>
              <a:off x="15423138" y="3410044"/>
              <a:ext cx="1214537" cy="1171501"/>
            </a:xfrm>
            <a:custGeom>
              <a:avLst/>
              <a:gdLst/>
              <a:ahLst/>
              <a:cxnLst/>
              <a:rect l="0" t="0" r="0" b="0"/>
              <a:pathLst>
                <a:path w="1214537" h="1171501">
                  <a:moveTo>
                    <a:pt x="0" y="672755"/>
                  </a:moveTo>
                  <a:lnTo>
                    <a:pt x="49967" y="684899"/>
                  </a:lnTo>
                  <a:lnTo>
                    <a:pt x="32568" y="659622"/>
                  </a:lnTo>
                  <a:close/>
                  <a:moveTo>
                    <a:pt x="277640" y="877199"/>
                  </a:moveTo>
                  <a:lnTo>
                    <a:pt x="259833" y="850397"/>
                  </a:lnTo>
                  <a:lnTo>
                    <a:pt x="221943" y="843634"/>
                  </a:lnTo>
                  <a:close/>
                  <a:moveTo>
                    <a:pt x="622819" y="1159483"/>
                  </a:moveTo>
                  <a:lnTo>
                    <a:pt x="663550" y="1171501"/>
                  </a:lnTo>
                  <a:lnTo>
                    <a:pt x="638468" y="1161393"/>
                  </a:lnTo>
                  <a:close/>
                  <a:moveTo>
                    <a:pt x="364617" y="855643"/>
                  </a:moveTo>
                  <a:lnTo>
                    <a:pt x="396271" y="913818"/>
                  </a:lnTo>
                  <a:lnTo>
                    <a:pt x="367674" y="862282"/>
                  </a:lnTo>
                  <a:close/>
                  <a:moveTo>
                    <a:pt x="642819" y="964458"/>
                  </a:moveTo>
                  <a:lnTo>
                    <a:pt x="669011" y="923572"/>
                  </a:lnTo>
                  <a:lnTo>
                    <a:pt x="669302" y="917167"/>
                  </a:lnTo>
                  <a:close/>
                  <a:moveTo>
                    <a:pt x="635309" y="975732"/>
                  </a:moveTo>
                  <a:lnTo>
                    <a:pt x="654977" y="970139"/>
                  </a:lnTo>
                  <a:lnTo>
                    <a:pt x="642819" y="964458"/>
                  </a:lnTo>
                  <a:close/>
                  <a:moveTo>
                    <a:pt x="394943" y="736398"/>
                  </a:moveTo>
                  <a:lnTo>
                    <a:pt x="392058" y="786651"/>
                  </a:lnTo>
                  <a:lnTo>
                    <a:pt x="415931" y="775093"/>
                  </a:lnTo>
                  <a:close/>
                  <a:moveTo>
                    <a:pt x="394943" y="736398"/>
                  </a:moveTo>
                  <a:lnTo>
                    <a:pt x="415931" y="775093"/>
                  </a:lnTo>
                  <a:lnTo>
                    <a:pt x="440034" y="730309"/>
                  </a:lnTo>
                  <a:close/>
                  <a:moveTo>
                    <a:pt x="440034" y="730309"/>
                  </a:moveTo>
                  <a:lnTo>
                    <a:pt x="457939" y="730252"/>
                  </a:lnTo>
                  <a:lnTo>
                    <a:pt x="455094" y="711021"/>
                  </a:lnTo>
                  <a:close/>
                  <a:moveTo>
                    <a:pt x="454249" y="743679"/>
                  </a:moveTo>
                  <a:lnTo>
                    <a:pt x="457939" y="730252"/>
                  </a:lnTo>
                  <a:lnTo>
                    <a:pt x="440034" y="730309"/>
                  </a:lnTo>
                  <a:close/>
                  <a:moveTo>
                    <a:pt x="415931" y="775093"/>
                  </a:moveTo>
                  <a:lnTo>
                    <a:pt x="454249" y="743679"/>
                  </a:lnTo>
                  <a:lnTo>
                    <a:pt x="440034" y="730309"/>
                  </a:lnTo>
                  <a:close/>
                  <a:moveTo>
                    <a:pt x="282391" y="429244"/>
                  </a:moveTo>
                  <a:lnTo>
                    <a:pt x="269883" y="453338"/>
                  </a:lnTo>
                  <a:lnTo>
                    <a:pt x="251716" y="401801"/>
                  </a:lnTo>
                  <a:close/>
                  <a:moveTo>
                    <a:pt x="617788" y="550776"/>
                  </a:moveTo>
                  <a:lnTo>
                    <a:pt x="566787" y="585065"/>
                  </a:lnTo>
                  <a:lnTo>
                    <a:pt x="607714" y="563409"/>
                  </a:lnTo>
                  <a:close/>
                  <a:moveTo>
                    <a:pt x="617788" y="550776"/>
                  </a:moveTo>
                  <a:lnTo>
                    <a:pt x="601976" y="541955"/>
                  </a:lnTo>
                  <a:lnTo>
                    <a:pt x="568668" y="489985"/>
                  </a:lnTo>
                  <a:close/>
                  <a:moveTo>
                    <a:pt x="938398" y="831271"/>
                  </a:moveTo>
                  <a:lnTo>
                    <a:pt x="955013" y="853616"/>
                  </a:lnTo>
                  <a:lnTo>
                    <a:pt x="960611" y="838435"/>
                  </a:lnTo>
                  <a:close/>
                  <a:moveTo>
                    <a:pt x="936384" y="882893"/>
                  </a:moveTo>
                  <a:lnTo>
                    <a:pt x="955013" y="853616"/>
                  </a:lnTo>
                  <a:lnTo>
                    <a:pt x="938398" y="831271"/>
                  </a:lnTo>
                  <a:close/>
                  <a:moveTo>
                    <a:pt x="960611" y="838435"/>
                  </a:moveTo>
                  <a:lnTo>
                    <a:pt x="955872" y="779545"/>
                  </a:lnTo>
                  <a:lnTo>
                    <a:pt x="941754" y="820792"/>
                  </a:lnTo>
                  <a:close/>
                  <a:moveTo>
                    <a:pt x="810159" y="595833"/>
                  </a:moveTo>
                  <a:lnTo>
                    <a:pt x="842182" y="607780"/>
                  </a:lnTo>
                  <a:lnTo>
                    <a:pt x="825549" y="558560"/>
                  </a:lnTo>
                  <a:close/>
                  <a:moveTo>
                    <a:pt x="844469" y="654765"/>
                  </a:moveTo>
                  <a:lnTo>
                    <a:pt x="849234" y="614645"/>
                  </a:lnTo>
                  <a:lnTo>
                    <a:pt x="842182" y="607780"/>
                  </a:lnTo>
                  <a:close/>
                  <a:moveTo>
                    <a:pt x="1078643" y="669530"/>
                  </a:moveTo>
                  <a:lnTo>
                    <a:pt x="1095209" y="721067"/>
                  </a:lnTo>
                  <a:lnTo>
                    <a:pt x="1069216" y="693624"/>
                  </a:lnTo>
                  <a:close/>
                  <a:moveTo>
                    <a:pt x="1053862" y="549635"/>
                  </a:moveTo>
                  <a:lnTo>
                    <a:pt x="1075258" y="594983"/>
                  </a:lnTo>
                  <a:lnTo>
                    <a:pt x="1073959" y="617994"/>
                  </a:lnTo>
                  <a:close/>
                  <a:moveTo>
                    <a:pt x="791409" y="91462"/>
                  </a:moveTo>
                  <a:lnTo>
                    <a:pt x="824233" y="105976"/>
                  </a:lnTo>
                  <a:lnTo>
                    <a:pt x="865888" y="60347"/>
                  </a:lnTo>
                  <a:close/>
                  <a:moveTo>
                    <a:pt x="1027727" y="141407"/>
                  </a:moveTo>
                  <a:lnTo>
                    <a:pt x="1054933" y="133419"/>
                  </a:lnTo>
                  <a:lnTo>
                    <a:pt x="1060796" y="130149"/>
                  </a:lnTo>
                  <a:close/>
                  <a:moveTo>
                    <a:pt x="1196218" y="70666"/>
                  </a:moveTo>
                  <a:lnTo>
                    <a:pt x="1205030" y="136768"/>
                  </a:lnTo>
                  <a:lnTo>
                    <a:pt x="1200474" y="85231"/>
                  </a:lnTo>
                  <a:close/>
                  <a:moveTo>
                    <a:pt x="1196218" y="70666"/>
                  </a:moveTo>
                  <a:lnTo>
                    <a:pt x="1198768" y="26848"/>
                  </a:lnTo>
                  <a:lnTo>
                    <a:pt x="1159296" y="53944"/>
                  </a:lnTo>
                  <a:close/>
                  <a:moveTo>
                    <a:pt x="1205964" y="0"/>
                  </a:moveTo>
                  <a:lnTo>
                    <a:pt x="1198768" y="26848"/>
                  </a:lnTo>
                  <a:lnTo>
                    <a:pt x="1214537" y="960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0" name="Output_density__4199">
              <a:extLst>
                <a:ext uri="{FF2B5EF4-FFF2-40B4-BE49-F238E27FC236}">
                  <a16:creationId xmlns:a16="http://schemas.microsoft.com/office/drawing/2014/main" id="{486D653F-D951-A6E8-6DE9-B0DD268F9317}"/>
                </a:ext>
              </a:extLst>
            </p:cNvPr>
            <p:cNvSpPr>
              <a:spLocks noGrp="1"/>
            </p:cNvSpPr>
            <p:nvPr/>
          </p:nvSpPr>
          <p:spPr>
            <a:xfrm>
              <a:off x="16412404" y="3445388"/>
              <a:ext cx="46174" cy="26882"/>
            </a:xfrm>
            <a:custGeom>
              <a:avLst/>
              <a:gdLst/>
              <a:ahLst/>
              <a:cxnLst/>
              <a:rect l="0" t="0" r="0" b="0"/>
              <a:pathLst>
                <a:path w="46174" h="26882">
                  <a:moveTo>
                    <a:pt x="38913" y="22445"/>
                  </a:moveTo>
                  <a:lnTo>
                    <a:pt x="46174" y="0"/>
                  </a:lnTo>
                  <a:lnTo>
                    <a:pt x="0" y="268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1" name="Output_density__4200">
              <a:extLst>
                <a:ext uri="{FF2B5EF4-FFF2-40B4-BE49-F238E27FC236}">
                  <a16:creationId xmlns:a16="http://schemas.microsoft.com/office/drawing/2014/main" id="{4037200A-A4B5-42FF-EC5A-87DE074F621B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153354"/>
              <a:ext cx="1309036" cy="1572364"/>
            </a:xfrm>
            <a:custGeom>
              <a:avLst/>
              <a:gdLst/>
              <a:ahLst/>
              <a:cxnLst/>
              <a:rect l="0" t="0" r="0" b="0"/>
              <a:pathLst>
                <a:path w="1309036" h="1572364">
                  <a:moveTo>
                    <a:pt x="381098" y="1572364"/>
                  </a:moveTo>
                  <a:lnTo>
                    <a:pt x="350713" y="1534304"/>
                  </a:lnTo>
                  <a:lnTo>
                    <a:pt x="357073" y="1552010"/>
                  </a:lnTo>
                  <a:close/>
                  <a:moveTo>
                    <a:pt x="362227" y="1541585"/>
                  </a:moveTo>
                  <a:lnTo>
                    <a:pt x="350713" y="1534304"/>
                  </a:lnTo>
                  <a:lnTo>
                    <a:pt x="381098" y="1572364"/>
                  </a:lnTo>
                  <a:close/>
                  <a:moveTo>
                    <a:pt x="357073" y="1552010"/>
                  </a:moveTo>
                  <a:lnTo>
                    <a:pt x="350713" y="1534304"/>
                  </a:lnTo>
                  <a:lnTo>
                    <a:pt x="322054" y="1494861"/>
                  </a:lnTo>
                  <a:close/>
                  <a:moveTo>
                    <a:pt x="348999" y="1527916"/>
                  </a:moveTo>
                  <a:lnTo>
                    <a:pt x="322054" y="1494861"/>
                  </a:lnTo>
                  <a:lnTo>
                    <a:pt x="350713" y="1534304"/>
                  </a:lnTo>
                  <a:close/>
                  <a:moveTo>
                    <a:pt x="348999" y="1527916"/>
                  </a:moveTo>
                  <a:lnTo>
                    <a:pt x="305936" y="1476379"/>
                  </a:lnTo>
                  <a:lnTo>
                    <a:pt x="322054" y="1494861"/>
                  </a:lnTo>
                  <a:close/>
                  <a:moveTo>
                    <a:pt x="330809" y="1154319"/>
                  </a:moveTo>
                  <a:lnTo>
                    <a:pt x="296419" y="1118972"/>
                  </a:lnTo>
                  <a:lnTo>
                    <a:pt x="296686" y="1139027"/>
                  </a:lnTo>
                  <a:close/>
                  <a:moveTo>
                    <a:pt x="218745" y="1067435"/>
                  </a:moveTo>
                  <a:lnTo>
                    <a:pt x="213124" y="1063669"/>
                  </a:lnTo>
                  <a:lnTo>
                    <a:pt x="178739" y="1070010"/>
                  </a:lnTo>
                  <a:close/>
                  <a:moveTo>
                    <a:pt x="4065" y="885383"/>
                  </a:moveTo>
                  <a:lnTo>
                    <a:pt x="54228" y="933241"/>
                  </a:lnTo>
                  <a:lnTo>
                    <a:pt x="0" y="876602"/>
                  </a:lnTo>
                  <a:close/>
                  <a:moveTo>
                    <a:pt x="585806" y="1369621"/>
                  </a:moveTo>
                  <a:lnTo>
                    <a:pt x="635952" y="1404098"/>
                  </a:lnTo>
                  <a:lnTo>
                    <a:pt x="618367" y="1395845"/>
                  </a:lnTo>
                  <a:close/>
                  <a:moveTo>
                    <a:pt x="296419" y="1118972"/>
                  </a:moveTo>
                  <a:lnTo>
                    <a:pt x="330809" y="1154319"/>
                  </a:lnTo>
                  <a:lnTo>
                    <a:pt x="333060" y="1109456"/>
                  </a:lnTo>
                  <a:close/>
                  <a:moveTo>
                    <a:pt x="333060" y="1109456"/>
                  </a:moveTo>
                  <a:lnTo>
                    <a:pt x="330809" y="1154319"/>
                  </a:lnTo>
                  <a:lnTo>
                    <a:pt x="382423" y="1170049"/>
                  </a:lnTo>
                  <a:close/>
                  <a:moveTo>
                    <a:pt x="218745" y="1067435"/>
                  </a:moveTo>
                  <a:lnTo>
                    <a:pt x="271456" y="1107088"/>
                  </a:lnTo>
                  <a:lnTo>
                    <a:pt x="260446" y="1043341"/>
                  </a:lnTo>
                  <a:close/>
                  <a:moveTo>
                    <a:pt x="296419" y="1118972"/>
                  </a:moveTo>
                  <a:lnTo>
                    <a:pt x="333060" y="1109456"/>
                  </a:lnTo>
                  <a:lnTo>
                    <a:pt x="271456" y="1107088"/>
                  </a:lnTo>
                  <a:close/>
                  <a:moveTo>
                    <a:pt x="574195" y="1352561"/>
                  </a:moveTo>
                  <a:lnTo>
                    <a:pt x="585806" y="1369621"/>
                  </a:lnTo>
                  <a:lnTo>
                    <a:pt x="618367" y="1395845"/>
                  </a:lnTo>
                  <a:close/>
                  <a:moveTo>
                    <a:pt x="618367" y="1395845"/>
                  </a:moveTo>
                  <a:lnTo>
                    <a:pt x="635952" y="1404098"/>
                  </a:lnTo>
                  <a:lnTo>
                    <a:pt x="633960" y="1393215"/>
                  </a:lnTo>
                  <a:close/>
                  <a:moveTo>
                    <a:pt x="618367" y="1395845"/>
                  </a:moveTo>
                  <a:lnTo>
                    <a:pt x="633960" y="1393215"/>
                  </a:lnTo>
                  <a:lnTo>
                    <a:pt x="574195" y="1352561"/>
                  </a:lnTo>
                  <a:close/>
                  <a:moveTo>
                    <a:pt x="233944" y="925842"/>
                  </a:moveTo>
                  <a:lnTo>
                    <a:pt x="237523" y="940268"/>
                  </a:lnTo>
                  <a:lnTo>
                    <a:pt x="210350" y="918398"/>
                  </a:lnTo>
                  <a:close/>
                  <a:moveTo>
                    <a:pt x="297997" y="886990"/>
                  </a:moveTo>
                  <a:lnTo>
                    <a:pt x="288606" y="940268"/>
                  </a:lnTo>
                  <a:lnTo>
                    <a:pt x="289037" y="919035"/>
                  </a:lnTo>
                  <a:close/>
                  <a:moveTo>
                    <a:pt x="297997" y="886990"/>
                  </a:moveTo>
                  <a:lnTo>
                    <a:pt x="289037" y="919035"/>
                  </a:lnTo>
                  <a:lnTo>
                    <a:pt x="259940" y="879947"/>
                  </a:lnTo>
                  <a:close/>
                  <a:moveTo>
                    <a:pt x="185957" y="827198"/>
                  </a:moveTo>
                  <a:lnTo>
                    <a:pt x="197013" y="813101"/>
                  </a:lnTo>
                  <a:lnTo>
                    <a:pt x="162529" y="779381"/>
                  </a:lnTo>
                  <a:close/>
                  <a:moveTo>
                    <a:pt x="520473" y="1196525"/>
                  </a:moveTo>
                  <a:lnTo>
                    <a:pt x="503547" y="1181005"/>
                  </a:lnTo>
                  <a:lnTo>
                    <a:pt x="504683" y="1173857"/>
                  </a:lnTo>
                  <a:close/>
                  <a:moveTo>
                    <a:pt x="466827" y="1139413"/>
                  </a:moveTo>
                  <a:lnTo>
                    <a:pt x="504683" y="1173857"/>
                  </a:lnTo>
                  <a:lnTo>
                    <a:pt x="500792" y="1170705"/>
                  </a:lnTo>
                  <a:close/>
                  <a:moveTo>
                    <a:pt x="645780" y="1258120"/>
                  </a:moveTo>
                  <a:lnTo>
                    <a:pt x="676747" y="1270926"/>
                  </a:lnTo>
                  <a:lnTo>
                    <a:pt x="661555" y="1247741"/>
                  </a:lnTo>
                  <a:close/>
                  <a:moveTo>
                    <a:pt x="580542" y="1159301"/>
                  </a:moveTo>
                  <a:lnTo>
                    <a:pt x="606962" y="1218304"/>
                  </a:lnTo>
                  <a:lnTo>
                    <a:pt x="621750" y="1152170"/>
                  </a:lnTo>
                  <a:close/>
                  <a:moveTo>
                    <a:pt x="606962" y="1218304"/>
                  </a:moveTo>
                  <a:lnTo>
                    <a:pt x="651663" y="1149763"/>
                  </a:lnTo>
                  <a:lnTo>
                    <a:pt x="621750" y="1152170"/>
                  </a:lnTo>
                  <a:close/>
                  <a:moveTo>
                    <a:pt x="416816" y="953860"/>
                  </a:moveTo>
                  <a:lnTo>
                    <a:pt x="365444" y="1014017"/>
                  </a:lnTo>
                  <a:lnTo>
                    <a:pt x="406566" y="993088"/>
                  </a:lnTo>
                  <a:close/>
                  <a:moveTo>
                    <a:pt x="406566" y="993088"/>
                  </a:moveTo>
                  <a:lnTo>
                    <a:pt x="472868" y="946273"/>
                  </a:lnTo>
                  <a:lnTo>
                    <a:pt x="416816" y="953860"/>
                  </a:lnTo>
                  <a:close/>
                  <a:moveTo>
                    <a:pt x="416816" y="953860"/>
                  </a:moveTo>
                  <a:lnTo>
                    <a:pt x="472868" y="946273"/>
                  </a:lnTo>
                  <a:lnTo>
                    <a:pt x="451605" y="900817"/>
                  </a:lnTo>
                  <a:close/>
                  <a:moveTo>
                    <a:pt x="414105" y="893322"/>
                  </a:moveTo>
                  <a:lnTo>
                    <a:pt x="451605" y="900817"/>
                  </a:lnTo>
                  <a:lnTo>
                    <a:pt x="373778" y="863364"/>
                  </a:lnTo>
                  <a:close/>
                  <a:moveTo>
                    <a:pt x="414105" y="893322"/>
                  </a:moveTo>
                  <a:lnTo>
                    <a:pt x="373778" y="863364"/>
                  </a:lnTo>
                  <a:lnTo>
                    <a:pt x="400723" y="892080"/>
                  </a:lnTo>
                  <a:close/>
                  <a:moveTo>
                    <a:pt x="651663" y="1149763"/>
                  </a:moveTo>
                  <a:lnTo>
                    <a:pt x="672818" y="1154954"/>
                  </a:lnTo>
                  <a:lnTo>
                    <a:pt x="675040" y="1146829"/>
                  </a:lnTo>
                  <a:close/>
                  <a:moveTo>
                    <a:pt x="672818" y="1154954"/>
                  </a:moveTo>
                  <a:lnTo>
                    <a:pt x="677410" y="1149763"/>
                  </a:lnTo>
                  <a:lnTo>
                    <a:pt x="675040" y="1146829"/>
                  </a:lnTo>
                  <a:close/>
                  <a:moveTo>
                    <a:pt x="675179" y="1083972"/>
                  </a:moveTo>
                  <a:lnTo>
                    <a:pt x="675040" y="1146829"/>
                  </a:lnTo>
                  <a:lnTo>
                    <a:pt x="677410" y="1149763"/>
                  </a:lnTo>
                  <a:close/>
                  <a:moveTo>
                    <a:pt x="581725" y="1028824"/>
                  </a:moveTo>
                  <a:lnTo>
                    <a:pt x="604211" y="1073119"/>
                  </a:lnTo>
                  <a:lnTo>
                    <a:pt x="604477" y="1040727"/>
                  </a:lnTo>
                  <a:close/>
                  <a:moveTo>
                    <a:pt x="564708" y="1097819"/>
                  </a:moveTo>
                  <a:lnTo>
                    <a:pt x="604211" y="1073119"/>
                  </a:lnTo>
                  <a:lnTo>
                    <a:pt x="581725" y="1028824"/>
                  </a:lnTo>
                  <a:close/>
                  <a:moveTo>
                    <a:pt x="604477" y="1040727"/>
                  </a:moveTo>
                  <a:lnTo>
                    <a:pt x="604211" y="1073119"/>
                  </a:lnTo>
                  <a:lnTo>
                    <a:pt x="675179" y="1083972"/>
                  </a:lnTo>
                  <a:close/>
                  <a:moveTo>
                    <a:pt x="651566" y="1040427"/>
                  </a:moveTo>
                  <a:lnTo>
                    <a:pt x="604477" y="1040727"/>
                  </a:lnTo>
                  <a:lnTo>
                    <a:pt x="675179" y="1083972"/>
                  </a:lnTo>
                  <a:close/>
                  <a:moveTo>
                    <a:pt x="254804" y="685934"/>
                  </a:moveTo>
                  <a:lnTo>
                    <a:pt x="310119" y="713666"/>
                  </a:lnTo>
                  <a:lnTo>
                    <a:pt x="272419" y="681574"/>
                  </a:lnTo>
                  <a:close/>
                  <a:moveTo>
                    <a:pt x="272419" y="681574"/>
                  </a:moveTo>
                  <a:lnTo>
                    <a:pt x="283917" y="737470"/>
                  </a:lnTo>
                  <a:lnTo>
                    <a:pt x="294015" y="685934"/>
                  </a:lnTo>
                  <a:close/>
                  <a:moveTo>
                    <a:pt x="318622" y="685934"/>
                  </a:moveTo>
                  <a:lnTo>
                    <a:pt x="368543" y="716025"/>
                  </a:lnTo>
                  <a:lnTo>
                    <a:pt x="381086" y="713377"/>
                  </a:lnTo>
                  <a:close/>
                  <a:moveTo>
                    <a:pt x="353288" y="661840"/>
                  </a:moveTo>
                  <a:lnTo>
                    <a:pt x="318622" y="685934"/>
                  </a:lnTo>
                  <a:lnTo>
                    <a:pt x="381086" y="713377"/>
                  </a:lnTo>
                  <a:close/>
                  <a:moveTo>
                    <a:pt x="335267" y="631389"/>
                  </a:moveTo>
                  <a:lnTo>
                    <a:pt x="307595" y="628215"/>
                  </a:lnTo>
                  <a:lnTo>
                    <a:pt x="353288" y="661840"/>
                  </a:lnTo>
                  <a:close/>
                  <a:moveTo>
                    <a:pt x="279049" y="613441"/>
                  </a:moveTo>
                  <a:lnTo>
                    <a:pt x="293459" y="634397"/>
                  </a:lnTo>
                  <a:lnTo>
                    <a:pt x="253252" y="571670"/>
                  </a:lnTo>
                  <a:close/>
                  <a:moveTo>
                    <a:pt x="218952" y="561573"/>
                  </a:moveTo>
                  <a:lnTo>
                    <a:pt x="279049" y="613441"/>
                  </a:lnTo>
                  <a:lnTo>
                    <a:pt x="253252" y="571670"/>
                  </a:lnTo>
                  <a:close/>
                  <a:moveTo>
                    <a:pt x="381086" y="713377"/>
                  </a:moveTo>
                  <a:lnTo>
                    <a:pt x="383111" y="730291"/>
                  </a:lnTo>
                  <a:lnTo>
                    <a:pt x="413023" y="747429"/>
                  </a:lnTo>
                  <a:close/>
                  <a:moveTo>
                    <a:pt x="748860" y="1124797"/>
                  </a:moveTo>
                  <a:lnTo>
                    <a:pt x="760944" y="1174864"/>
                  </a:lnTo>
                  <a:lnTo>
                    <a:pt x="723491" y="1107439"/>
                  </a:lnTo>
                  <a:close/>
                  <a:moveTo>
                    <a:pt x="460214" y="740819"/>
                  </a:moveTo>
                  <a:lnTo>
                    <a:pt x="432139" y="764913"/>
                  </a:lnTo>
                  <a:lnTo>
                    <a:pt x="478043" y="815853"/>
                  </a:lnTo>
                  <a:close/>
                  <a:moveTo>
                    <a:pt x="432139" y="764913"/>
                  </a:moveTo>
                  <a:lnTo>
                    <a:pt x="460214" y="740819"/>
                  </a:lnTo>
                  <a:lnTo>
                    <a:pt x="413023" y="747429"/>
                  </a:lnTo>
                  <a:close/>
                  <a:moveTo>
                    <a:pt x="353288" y="661840"/>
                  </a:moveTo>
                  <a:lnTo>
                    <a:pt x="381086" y="713377"/>
                  </a:lnTo>
                  <a:lnTo>
                    <a:pt x="352048" y="654818"/>
                  </a:lnTo>
                  <a:close/>
                  <a:moveTo>
                    <a:pt x="335267" y="631389"/>
                  </a:moveTo>
                  <a:lnTo>
                    <a:pt x="353288" y="661840"/>
                  </a:lnTo>
                  <a:lnTo>
                    <a:pt x="352048" y="654818"/>
                  </a:lnTo>
                  <a:close/>
                  <a:moveTo>
                    <a:pt x="794452" y="922872"/>
                  </a:moveTo>
                  <a:lnTo>
                    <a:pt x="788443" y="968102"/>
                  </a:lnTo>
                  <a:lnTo>
                    <a:pt x="819467" y="949198"/>
                  </a:lnTo>
                  <a:close/>
                  <a:moveTo>
                    <a:pt x="757463" y="892049"/>
                  </a:moveTo>
                  <a:lnTo>
                    <a:pt x="725310" y="892970"/>
                  </a:lnTo>
                  <a:lnTo>
                    <a:pt x="794452" y="922872"/>
                  </a:lnTo>
                  <a:close/>
                  <a:moveTo>
                    <a:pt x="696674" y="819798"/>
                  </a:moveTo>
                  <a:lnTo>
                    <a:pt x="708367" y="843892"/>
                  </a:lnTo>
                  <a:lnTo>
                    <a:pt x="728099" y="871335"/>
                  </a:lnTo>
                  <a:close/>
                  <a:moveTo>
                    <a:pt x="569347" y="665189"/>
                  </a:moveTo>
                  <a:lnTo>
                    <a:pt x="561240" y="682434"/>
                  </a:lnTo>
                  <a:lnTo>
                    <a:pt x="564227" y="740819"/>
                  </a:lnTo>
                  <a:close/>
                  <a:moveTo>
                    <a:pt x="569347" y="665189"/>
                  </a:moveTo>
                  <a:lnTo>
                    <a:pt x="522232" y="630409"/>
                  </a:lnTo>
                  <a:lnTo>
                    <a:pt x="552873" y="651151"/>
                  </a:lnTo>
                  <a:close/>
                  <a:moveTo>
                    <a:pt x="493798" y="615542"/>
                  </a:moveTo>
                  <a:lnTo>
                    <a:pt x="506430" y="652189"/>
                  </a:lnTo>
                  <a:lnTo>
                    <a:pt x="552873" y="651151"/>
                  </a:lnTo>
                  <a:close/>
                  <a:moveTo>
                    <a:pt x="426584" y="528331"/>
                  </a:moveTo>
                  <a:lnTo>
                    <a:pt x="464382" y="562116"/>
                  </a:lnTo>
                  <a:lnTo>
                    <a:pt x="409802" y="520362"/>
                  </a:lnTo>
                  <a:close/>
                  <a:moveTo>
                    <a:pt x="728099" y="871335"/>
                  </a:moveTo>
                  <a:lnTo>
                    <a:pt x="725310" y="892970"/>
                  </a:lnTo>
                  <a:lnTo>
                    <a:pt x="757463" y="892049"/>
                  </a:lnTo>
                  <a:close/>
                  <a:moveTo>
                    <a:pt x="757463" y="892049"/>
                  </a:moveTo>
                  <a:lnTo>
                    <a:pt x="794452" y="922872"/>
                  </a:lnTo>
                  <a:lnTo>
                    <a:pt x="784368" y="857744"/>
                  </a:lnTo>
                  <a:close/>
                  <a:moveTo>
                    <a:pt x="784368" y="857744"/>
                  </a:moveTo>
                  <a:lnTo>
                    <a:pt x="794452" y="922872"/>
                  </a:lnTo>
                  <a:lnTo>
                    <a:pt x="821782" y="852523"/>
                  </a:lnTo>
                  <a:close/>
                  <a:moveTo>
                    <a:pt x="821782" y="852523"/>
                  </a:moveTo>
                  <a:lnTo>
                    <a:pt x="794452" y="922872"/>
                  </a:lnTo>
                  <a:lnTo>
                    <a:pt x="825264" y="912435"/>
                  </a:lnTo>
                  <a:close/>
                  <a:moveTo>
                    <a:pt x="825264" y="912435"/>
                  </a:moveTo>
                  <a:lnTo>
                    <a:pt x="819467" y="949198"/>
                  </a:lnTo>
                  <a:lnTo>
                    <a:pt x="854027" y="922872"/>
                  </a:lnTo>
                  <a:close/>
                  <a:moveTo>
                    <a:pt x="769347" y="847241"/>
                  </a:moveTo>
                  <a:lnTo>
                    <a:pt x="728099" y="871335"/>
                  </a:lnTo>
                  <a:lnTo>
                    <a:pt x="757463" y="892049"/>
                  </a:lnTo>
                  <a:close/>
                  <a:moveTo>
                    <a:pt x="769347" y="847241"/>
                  </a:moveTo>
                  <a:lnTo>
                    <a:pt x="696674" y="819798"/>
                  </a:lnTo>
                  <a:lnTo>
                    <a:pt x="728099" y="871335"/>
                  </a:lnTo>
                  <a:close/>
                  <a:moveTo>
                    <a:pt x="561874" y="660923"/>
                  </a:moveTo>
                  <a:lnTo>
                    <a:pt x="561240" y="682434"/>
                  </a:lnTo>
                  <a:lnTo>
                    <a:pt x="569347" y="665189"/>
                  </a:lnTo>
                  <a:close/>
                  <a:moveTo>
                    <a:pt x="561874" y="660923"/>
                  </a:moveTo>
                  <a:lnTo>
                    <a:pt x="569347" y="665189"/>
                  </a:lnTo>
                  <a:lnTo>
                    <a:pt x="552873" y="651151"/>
                  </a:lnTo>
                  <a:close/>
                  <a:moveTo>
                    <a:pt x="1034955" y="918649"/>
                  </a:moveTo>
                  <a:lnTo>
                    <a:pt x="1080216" y="919835"/>
                  </a:lnTo>
                  <a:lnTo>
                    <a:pt x="1086882" y="851673"/>
                  </a:lnTo>
                  <a:close/>
                  <a:moveTo>
                    <a:pt x="1034955" y="918649"/>
                  </a:moveTo>
                  <a:lnTo>
                    <a:pt x="1086882" y="851673"/>
                  </a:lnTo>
                  <a:lnTo>
                    <a:pt x="1032509" y="857895"/>
                  </a:lnTo>
                  <a:close/>
                  <a:moveTo>
                    <a:pt x="984166" y="859215"/>
                  </a:moveTo>
                  <a:lnTo>
                    <a:pt x="1034955" y="918649"/>
                  </a:lnTo>
                  <a:lnTo>
                    <a:pt x="1032509" y="857895"/>
                  </a:lnTo>
                  <a:close/>
                  <a:moveTo>
                    <a:pt x="974443" y="804376"/>
                  </a:moveTo>
                  <a:lnTo>
                    <a:pt x="991402" y="837979"/>
                  </a:lnTo>
                  <a:lnTo>
                    <a:pt x="913961" y="823147"/>
                  </a:lnTo>
                  <a:close/>
                  <a:moveTo>
                    <a:pt x="1037222" y="834617"/>
                  </a:moveTo>
                  <a:lnTo>
                    <a:pt x="991402" y="837979"/>
                  </a:lnTo>
                  <a:lnTo>
                    <a:pt x="963806" y="823147"/>
                  </a:lnTo>
                  <a:close/>
                  <a:moveTo>
                    <a:pt x="984166" y="859215"/>
                  </a:moveTo>
                  <a:lnTo>
                    <a:pt x="1032509" y="857895"/>
                  </a:lnTo>
                  <a:lnTo>
                    <a:pt x="963806" y="823147"/>
                  </a:lnTo>
                  <a:close/>
                  <a:moveTo>
                    <a:pt x="1065485" y="806325"/>
                  </a:moveTo>
                  <a:lnTo>
                    <a:pt x="1032509" y="857895"/>
                  </a:lnTo>
                  <a:lnTo>
                    <a:pt x="1086882" y="851673"/>
                  </a:lnTo>
                  <a:close/>
                  <a:moveTo>
                    <a:pt x="1051938" y="779357"/>
                  </a:moveTo>
                  <a:lnTo>
                    <a:pt x="991402" y="837979"/>
                  </a:lnTo>
                  <a:lnTo>
                    <a:pt x="1037222" y="834617"/>
                  </a:lnTo>
                  <a:close/>
                  <a:moveTo>
                    <a:pt x="1051938" y="779357"/>
                  </a:moveTo>
                  <a:lnTo>
                    <a:pt x="1037222" y="834617"/>
                  </a:lnTo>
                  <a:lnTo>
                    <a:pt x="1065740" y="799053"/>
                  </a:lnTo>
                  <a:close/>
                  <a:moveTo>
                    <a:pt x="1167727" y="878032"/>
                  </a:moveTo>
                  <a:lnTo>
                    <a:pt x="1143859" y="843334"/>
                  </a:lnTo>
                  <a:lnTo>
                    <a:pt x="1171082" y="883945"/>
                  </a:lnTo>
                  <a:close/>
                  <a:moveTo>
                    <a:pt x="1292169" y="861467"/>
                  </a:moveTo>
                  <a:lnTo>
                    <a:pt x="1251489" y="856558"/>
                  </a:lnTo>
                  <a:lnTo>
                    <a:pt x="1309036" y="910498"/>
                  </a:lnTo>
                  <a:close/>
                  <a:moveTo>
                    <a:pt x="1251489" y="856558"/>
                  </a:moveTo>
                  <a:lnTo>
                    <a:pt x="1183789" y="898351"/>
                  </a:lnTo>
                  <a:lnTo>
                    <a:pt x="1233093" y="908016"/>
                  </a:lnTo>
                  <a:close/>
                  <a:moveTo>
                    <a:pt x="1251489" y="856558"/>
                  </a:moveTo>
                  <a:lnTo>
                    <a:pt x="1189513" y="868961"/>
                  </a:lnTo>
                  <a:lnTo>
                    <a:pt x="1183789" y="898351"/>
                  </a:lnTo>
                  <a:close/>
                  <a:moveTo>
                    <a:pt x="1189513" y="868961"/>
                  </a:moveTo>
                  <a:lnTo>
                    <a:pt x="1251489" y="856558"/>
                  </a:lnTo>
                  <a:lnTo>
                    <a:pt x="1203184" y="835966"/>
                  </a:lnTo>
                  <a:close/>
                  <a:moveTo>
                    <a:pt x="1251489" y="856558"/>
                  </a:moveTo>
                  <a:lnTo>
                    <a:pt x="1252365" y="845167"/>
                  </a:lnTo>
                  <a:lnTo>
                    <a:pt x="1203184" y="835966"/>
                  </a:lnTo>
                  <a:close/>
                  <a:moveTo>
                    <a:pt x="1156797" y="802402"/>
                  </a:moveTo>
                  <a:lnTo>
                    <a:pt x="1122806" y="759724"/>
                  </a:lnTo>
                  <a:lnTo>
                    <a:pt x="1134831" y="774959"/>
                  </a:lnTo>
                  <a:close/>
                  <a:moveTo>
                    <a:pt x="1156797" y="802402"/>
                  </a:moveTo>
                  <a:lnTo>
                    <a:pt x="1134831" y="774959"/>
                  </a:lnTo>
                  <a:lnTo>
                    <a:pt x="1141858" y="826496"/>
                  </a:lnTo>
                  <a:close/>
                  <a:moveTo>
                    <a:pt x="1131139" y="647792"/>
                  </a:moveTo>
                  <a:lnTo>
                    <a:pt x="1131497" y="702840"/>
                  </a:lnTo>
                  <a:lnTo>
                    <a:pt x="1162354" y="683312"/>
                  </a:lnTo>
                  <a:close/>
                  <a:moveTo>
                    <a:pt x="681702" y="132426"/>
                  </a:moveTo>
                  <a:lnTo>
                    <a:pt x="662922" y="90052"/>
                  </a:lnTo>
                  <a:lnTo>
                    <a:pt x="683346" y="136190"/>
                  </a:lnTo>
                  <a:close/>
                  <a:moveTo>
                    <a:pt x="1252365" y="845167"/>
                  </a:moveTo>
                  <a:lnTo>
                    <a:pt x="1248943" y="795884"/>
                  </a:lnTo>
                  <a:lnTo>
                    <a:pt x="1203184" y="835966"/>
                  </a:lnTo>
                  <a:close/>
                  <a:moveTo>
                    <a:pt x="1131139" y="647792"/>
                  </a:moveTo>
                  <a:lnTo>
                    <a:pt x="1162354" y="683312"/>
                  </a:lnTo>
                  <a:lnTo>
                    <a:pt x="1148181" y="623698"/>
                  </a:lnTo>
                  <a:close/>
                  <a:moveTo>
                    <a:pt x="896760" y="264864"/>
                  </a:moveTo>
                  <a:lnTo>
                    <a:pt x="877511" y="317037"/>
                  </a:lnTo>
                  <a:lnTo>
                    <a:pt x="937027" y="332853"/>
                  </a:lnTo>
                  <a:close/>
                  <a:moveTo>
                    <a:pt x="842223" y="224877"/>
                  </a:moveTo>
                  <a:lnTo>
                    <a:pt x="894619" y="262942"/>
                  </a:lnTo>
                  <a:lnTo>
                    <a:pt x="824304" y="223043"/>
                  </a:lnTo>
                  <a:close/>
                  <a:moveTo>
                    <a:pt x="894619" y="262942"/>
                  </a:moveTo>
                  <a:lnTo>
                    <a:pt x="896760" y="264864"/>
                  </a:lnTo>
                  <a:lnTo>
                    <a:pt x="824304" y="223043"/>
                  </a:lnTo>
                  <a:close/>
                  <a:moveTo>
                    <a:pt x="842223" y="224877"/>
                  </a:moveTo>
                  <a:lnTo>
                    <a:pt x="824304" y="223043"/>
                  </a:lnTo>
                  <a:lnTo>
                    <a:pt x="820175" y="211405"/>
                  </a:lnTo>
                  <a:close/>
                  <a:moveTo>
                    <a:pt x="689369" y="108332"/>
                  </a:moveTo>
                  <a:lnTo>
                    <a:pt x="656489" y="80890"/>
                  </a:lnTo>
                  <a:lnTo>
                    <a:pt x="681702" y="132426"/>
                  </a:lnTo>
                  <a:close/>
                  <a:moveTo>
                    <a:pt x="1058393" y="341921"/>
                  </a:moveTo>
                  <a:lnTo>
                    <a:pt x="1044005" y="366015"/>
                  </a:lnTo>
                  <a:lnTo>
                    <a:pt x="1072420" y="386839"/>
                  </a:lnTo>
                  <a:close/>
                  <a:moveTo>
                    <a:pt x="849952" y="32702"/>
                  </a:moveTo>
                  <a:lnTo>
                    <a:pt x="789952" y="0"/>
                  </a:lnTo>
                  <a:lnTo>
                    <a:pt x="822825" y="17452"/>
                  </a:lnTo>
                  <a:close/>
                  <a:moveTo>
                    <a:pt x="1219582" y="380554"/>
                  </a:moveTo>
                  <a:lnTo>
                    <a:pt x="1156323" y="390962"/>
                  </a:lnTo>
                  <a:lnTo>
                    <a:pt x="1166623" y="393458"/>
                  </a:lnTo>
                  <a:close/>
                  <a:moveTo>
                    <a:pt x="1171535" y="318891"/>
                  </a:moveTo>
                  <a:lnTo>
                    <a:pt x="1156323" y="390962"/>
                  </a:lnTo>
                  <a:lnTo>
                    <a:pt x="1219582" y="380554"/>
                  </a:lnTo>
                  <a:close/>
                  <a:moveTo>
                    <a:pt x="1156323" y="390962"/>
                  </a:moveTo>
                  <a:lnTo>
                    <a:pt x="1171535" y="318891"/>
                  </a:lnTo>
                  <a:lnTo>
                    <a:pt x="1128169" y="325475"/>
                  </a:lnTo>
                  <a:close/>
                  <a:moveTo>
                    <a:pt x="1101548" y="360844"/>
                  </a:moveTo>
                  <a:lnTo>
                    <a:pt x="1156323" y="390962"/>
                  </a:lnTo>
                  <a:lnTo>
                    <a:pt x="1128169" y="325475"/>
                  </a:lnTo>
                  <a:close/>
                  <a:moveTo>
                    <a:pt x="1157529" y="317828"/>
                  </a:moveTo>
                  <a:lnTo>
                    <a:pt x="1171535" y="318891"/>
                  </a:lnTo>
                  <a:lnTo>
                    <a:pt x="1170919" y="310634"/>
                  </a:lnTo>
                  <a:close/>
                  <a:moveTo>
                    <a:pt x="837041" y="24460"/>
                  </a:moveTo>
                  <a:lnTo>
                    <a:pt x="852019" y="84239"/>
                  </a:lnTo>
                  <a:lnTo>
                    <a:pt x="849952" y="32702"/>
                  </a:lnTo>
                  <a:close/>
                  <a:moveTo>
                    <a:pt x="837041" y="24460"/>
                  </a:moveTo>
                  <a:lnTo>
                    <a:pt x="845446" y="80370"/>
                  </a:lnTo>
                  <a:lnTo>
                    <a:pt x="852019" y="84239"/>
                  </a:lnTo>
                  <a:close/>
                  <a:moveTo>
                    <a:pt x="788922" y="25598"/>
                  </a:moveTo>
                  <a:lnTo>
                    <a:pt x="822825" y="17452"/>
                  </a:lnTo>
                  <a:lnTo>
                    <a:pt x="777078" y="21090"/>
                  </a:lnTo>
                  <a:close/>
                  <a:moveTo>
                    <a:pt x="788922" y="25598"/>
                  </a:moveTo>
                  <a:lnTo>
                    <a:pt x="837041" y="24460"/>
                  </a:lnTo>
                  <a:lnTo>
                    <a:pt x="822825" y="1745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2" name="Output_density__4201">
              <a:extLst>
                <a:ext uri="{FF2B5EF4-FFF2-40B4-BE49-F238E27FC236}">
                  <a16:creationId xmlns:a16="http://schemas.microsoft.com/office/drawing/2014/main" id="{22FEB387-20E8-9DE5-CC3E-F7E280C0C20B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8" y="2594157"/>
              <a:ext cx="1320362" cy="2134573"/>
            </a:xfrm>
            <a:custGeom>
              <a:avLst/>
              <a:gdLst/>
              <a:ahLst/>
              <a:cxnLst/>
              <a:rect l="0" t="0" r="0" b="0"/>
              <a:pathLst>
                <a:path w="1320362" h="2134573">
                  <a:moveTo>
                    <a:pt x="252373" y="2134056"/>
                  </a:moveTo>
                  <a:lnTo>
                    <a:pt x="196754" y="2100782"/>
                  </a:lnTo>
                  <a:lnTo>
                    <a:pt x="215625" y="2131561"/>
                  </a:lnTo>
                  <a:close/>
                  <a:moveTo>
                    <a:pt x="299230" y="2134573"/>
                  </a:moveTo>
                  <a:lnTo>
                    <a:pt x="319375" y="2114555"/>
                  </a:lnTo>
                  <a:lnTo>
                    <a:pt x="276365" y="2088860"/>
                  </a:lnTo>
                  <a:close/>
                  <a:moveTo>
                    <a:pt x="299230" y="2134573"/>
                  </a:moveTo>
                  <a:lnTo>
                    <a:pt x="276365" y="2088860"/>
                  </a:lnTo>
                  <a:lnTo>
                    <a:pt x="252373" y="2134056"/>
                  </a:lnTo>
                  <a:close/>
                  <a:moveTo>
                    <a:pt x="319375" y="2114555"/>
                  </a:moveTo>
                  <a:lnTo>
                    <a:pt x="308576" y="2131938"/>
                  </a:lnTo>
                  <a:lnTo>
                    <a:pt x="332808" y="2125214"/>
                  </a:lnTo>
                  <a:close/>
                  <a:moveTo>
                    <a:pt x="68094" y="1659521"/>
                  </a:moveTo>
                  <a:lnTo>
                    <a:pt x="53272" y="1626632"/>
                  </a:lnTo>
                  <a:lnTo>
                    <a:pt x="56758" y="1650726"/>
                  </a:lnTo>
                  <a:close/>
                  <a:moveTo>
                    <a:pt x="105983" y="1666285"/>
                  </a:moveTo>
                  <a:lnTo>
                    <a:pt x="53272" y="1626632"/>
                  </a:lnTo>
                  <a:lnTo>
                    <a:pt x="68094" y="1659521"/>
                  </a:lnTo>
                  <a:close/>
                  <a:moveTo>
                    <a:pt x="56758" y="1650726"/>
                  </a:moveTo>
                  <a:lnTo>
                    <a:pt x="53272" y="1626632"/>
                  </a:lnTo>
                  <a:lnTo>
                    <a:pt x="13266" y="1629207"/>
                  </a:lnTo>
                  <a:close/>
                  <a:moveTo>
                    <a:pt x="123790" y="1693086"/>
                  </a:moveTo>
                  <a:lnTo>
                    <a:pt x="130946" y="1678169"/>
                  </a:lnTo>
                  <a:lnTo>
                    <a:pt x="105983" y="1666285"/>
                  </a:lnTo>
                  <a:close/>
                  <a:moveTo>
                    <a:pt x="210767" y="1671530"/>
                  </a:moveTo>
                  <a:lnTo>
                    <a:pt x="167587" y="1668653"/>
                  </a:lnTo>
                  <a:lnTo>
                    <a:pt x="216950" y="1729246"/>
                  </a:lnTo>
                  <a:close/>
                  <a:moveTo>
                    <a:pt x="105983" y="1666285"/>
                  </a:moveTo>
                  <a:lnTo>
                    <a:pt x="167587" y="1668653"/>
                  </a:lnTo>
                  <a:lnTo>
                    <a:pt x="176789" y="1621439"/>
                  </a:lnTo>
                  <a:close/>
                  <a:moveTo>
                    <a:pt x="105983" y="1666285"/>
                  </a:moveTo>
                  <a:lnTo>
                    <a:pt x="176789" y="1621439"/>
                  </a:lnTo>
                  <a:lnTo>
                    <a:pt x="131456" y="1626622"/>
                  </a:lnTo>
                  <a:close/>
                  <a:moveTo>
                    <a:pt x="470479" y="1963295"/>
                  </a:moveTo>
                  <a:lnTo>
                    <a:pt x="484618" y="1977280"/>
                  </a:lnTo>
                  <a:lnTo>
                    <a:pt x="506420" y="1980489"/>
                  </a:lnTo>
                  <a:close/>
                  <a:moveTo>
                    <a:pt x="408721" y="1911758"/>
                  </a:moveTo>
                  <a:lnTo>
                    <a:pt x="468487" y="1952412"/>
                  </a:lnTo>
                  <a:lnTo>
                    <a:pt x="403297" y="1904685"/>
                  </a:lnTo>
                  <a:close/>
                  <a:moveTo>
                    <a:pt x="233073" y="1590653"/>
                  </a:moveTo>
                  <a:lnTo>
                    <a:pt x="241093" y="1552285"/>
                  </a:lnTo>
                  <a:lnTo>
                    <a:pt x="199971" y="1573214"/>
                  </a:lnTo>
                  <a:close/>
                  <a:moveTo>
                    <a:pt x="94467" y="1439144"/>
                  </a:moveTo>
                  <a:lnTo>
                    <a:pt x="118057" y="1475371"/>
                  </a:lnTo>
                  <a:lnTo>
                    <a:pt x="83287" y="1423835"/>
                  </a:lnTo>
                  <a:close/>
                  <a:moveTo>
                    <a:pt x="123564" y="1478232"/>
                  </a:moveTo>
                  <a:lnTo>
                    <a:pt x="118057" y="1475371"/>
                  </a:lnTo>
                  <a:lnTo>
                    <a:pt x="94467" y="1439144"/>
                  </a:lnTo>
                  <a:close/>
                  <a:moveTo>
                    <a:pt x="11318" y="1396392"/>
                  </a:moveTo>
                  <a:lnTo>
                    <a:pt x="0" y="1377237"/>
                  </a:lnTo>
                  <a:lnTo>
                    <a:pt x="8581" y="1447929"/>
                  </a:lnTo>
                  <a:close/>
                  <a:moveTo>
                    <a:pt x="0" y="1377237"/>
                  </a:moveTo>
                  <a:lnTo>
                    <a:pt x="11318" y="1396392"/>
                  </a:lnTo>
                  <a:lnTo>
                    <a:pt x="20484" y="1386395"/>
                  </a:lnTo>
                  <a:close/>
                  <a:moveTo>
                    <a:pt x="76390" y="1420741"/>
                  </a:moveTo>
                  <a:lnTo>
                    <a:pt x="94467" y="1439144"/>
                  </a:lnTo>
                  <a:lnTo>
                    <a:pt x="34425" y="1396392"/>
                  </a:lnTo>
                  <a:close/>
                  <a:moveTo>
                    <a:pt x="480307" y="1817317"/>
                  </a:moveTo>
                  <a:lnTo>
                    <a:pt x="496082" y="1806938"/>
                  </a:lnTo>
                  <a:lnTo>
                    <a:pt x="445988" y="1794324"/>
                  </a:lnTo>
                  <a:close/>
                  <a:moveTo>
                    <a:pt x="399654" y="1782161"/>
                  </a:moveTo>
                  <a:lnTo>
                    <a:pt x="441489" y="1777501"/>
                  </a:lnTo>
                  <a:lnTo>
                    <a:pt x="415069" y="1718497"/>
                  </a:lnTo>
                  <a:close/>
                  <a:moveTo>
                    <a:pt x="507345" y="1714151"/>
                  </a:moveTo>
                  <a:lnTo>
                    <a:pt x="486190" y="1708960"/>
                  </a:lnTo>
                  <a:lnTo>
                    <a:pt x="441489" y="1777501"/>
                  </a:lnTo>
                  <a:close/>
                  <a:moveTo>
                    <a:pt x="488969" y="1780345"/>
                  </a:moveTo>
                  <a:lnTo>
                    <a:pt x="507345" y="1714151"/>
                  </a:lnTo>
                  <a:lnTo>
                    <a:pt x="441489" y="1777501"/>
                  </a:lnTo>
                  <a:close/>
                  <a:moveTo>
                    <a:pt x="286184" y="1546196"/>
                  </a:moveTo>
                  <a:lnTo>
                    <a:pt x="307395" y="1505470"/>
                  </a:lnTo>
                  <a:lnTo>
                    <a:pt x="241093" y="1552285"/>
                  </a:lnTo>
                  <a:close/>
                  <a:moveTo>
                    <a:pt x="208304" y="1422561"/>
                  </a:moveTo>
                  <a:lnTo>
                    <a:pt x="205876" y="1399741"/>
                  </a:lnTo>
                  <a:lnTo>
                    <a:pt x="235250" y="1451277"/>
                  </a:lnTo>
                  <a:close/>
                  <a:moveTo>
                    <a:pt x="128542" y="1245131"/>
                  </a:moveTo>
                  <a:lnTo>
                    <a:pt x="118443" y="1296667"/>
                  </a:lnTo>
                  <a:lnTo>
                    <a:pt x="116033" y="1269225"/>
                  </a:lnTo>
                  <a:close/>
                  <a:moveTo>
                    <a:pt x="416252" y="1588021"/>
                  </a:moveTo>
                  <a:lnTo>
                    <a:pt x="439003" y="1599924"/>
                  </a:lnTo>
                  <a:lnTo>
                    <a:pt x="422406" y="1581793"/>
                  </a:lnTo>
                  <a:close/>
                  <a:moveTo>
                    <a:pt x="439003" y="1599924"/>
                  </a:moveTo>
                  <a:lnTo>
                    <a:pt x="486093" y="1599624"/>
                  </a:lnTo>
                  <a:lnTo>
                    <a:pt x="437862" y="1538109"/>
                  </a:lnTo>
                  <a:close/>
                  <a:moveTo>
                    <a:pt x="217638" y="1289488"/>
                  </a:moveTo>
                  <a:lnTo>
                    <a:pt x="266666" y="1324110"/>
                  </a:lnTo>
                  <a:lnTo>
                    <a:pt x="247550" y="1306626"/>
                  </a:lnTo>
                  <a:close/>
                  <a:moveTo>
                    <a:pt x="217638" y="1289488"/>
                  </a:moveTo>
                  <a:lnTo>
                    <a:pt x="282667" y="1337344"/>
                  </a:lnTo>
                  <a:lnTo>
                    <a:pt x="266666" y="1324110"/>
                  </a:lnTo>
                  <a:close/>
                  <a:moveTo>
                    <a:pt x="215613" y="1272574"/>
                  </a:moveTo>
                  <a:lnTo>
                    <a:pt x="203070" y="1275222"/>
                  </a:lnTo>
                  <a:lnTo>
                    <a:pt x="217638" y="1289488"/>
                  </a:lnTo>
                  <a:close/>
                  <a:moveTo>
                    <a:pt x="266666" y="1324110"/>
                  </a:moveTo>
                  <a:lnTo>
                    <a:pt x="282667" y="1337344"/>
                  </a:lnTo>
                  <a:lnTo>
                    <a:pt x="312570" y="1375050"/>
                  </a:lnTo>
                  <a:close/>
                  <a:moveTo>
                    <a:pt x="357421" y="1368061"/>
                  </a:moveTo>
                  <a:lnTo>
                    <a:pt x="312570" y="1375050"/>
                  </a:lnTo>
                  <a:lnTo>
                    <a:pt x="282667" y="1337344"/>
                  </a:lnTo>
                  <a:close/>
                  <a:moveTo>
                    <a:pt x="357421" y="1368061"/>
                  </a:moveTo>
                  <a:lnTo>
                    <a:pt x="368213" y="1375647"/>
                  </a:lnTo>
                  <a:lnTo>
                    <a:pt x="379598" y="1316078"/>
                  </a:lnTo>
                  <a:close/>
                  <a:moveTo>
                    <a:pt x="379598" y="1316078"/>
                  </a:moveTo>
                  <a:lnTo>
                    <a:pt x="368213" y="1375647"/>
                  </a:lnTo>
                  <a:lnTo>
                    <a:pt x="414818" y="1305872"/>
                  </a:lnTo>
                  <a:close/>
                  <a:moveTo>
                    <a:pt x="414818" y="1305872"/>
                  </a:moveTo>
                  <a:lnTo>
                    <a:pt x="398754" y="1300016"/>
                  </a:lnTo>
                  <a:lnTo>
                    <a:pt x="379598" y="1316078"/>
                  </a:lnTo>
                  <a:close/>
                  <a:moveTo>
                    <a:pt x="312570" y="1375050"/>
                  </a:moveTo>
                  <a:lnTo>
                    <a:pt x="357421" y="1368061"/>
                  </a:lnTo>
                  <a:lnTo>
                    <a:pt x="379598" y="1316078"/>
                  </a:lnTo>
                  <a:close/>
                  <a:moveTo>
                    <a:pt x="336398" y="1329236"/>
                  </a:moveTo>
                  <a:lnTo>
                    <a:pt x="312570" y="1375050"/>
                  </a:lnTo>
                  <a:lnTo>
                    <a:pt x="379598" y="1316078"/>
                  </a:lnTo>
                  <a:close/>
                  <a:moveTo>
                    <a:pt x="784548" y="1647158"/>
                  </a:moveTo>
                  <a:lnTo>
                    <a:pt x="768945" y="1636679"/>
                  </a:lnTo>
                  <a:lnTo>
                    <a:pt x="782534" y="1698780"/>
                  </a:lnTo>
                  <a:close/>
                  <a:moveTo>
                    <a:pt x="782534" y="1698780"/>
                  </a:moveTo>
                  <a:lnTo>
                    <a:pt x="768945" y="1636679"/>
                  </a:lnTo>
                  <a:lnTo>
                    <a:pt x="726136" y="1643906"/>
                  </a:lnTo>
                  <a:close/>
                  <a:moveTo>
                    <a:pt x="726136" y="1643906"/>
                  </a:moveTo>
                  <a:lnTo>
                    <a:pt x="724760" y="1636679"/>
                  </a:lnTo>
                  <a:lnTo>
                    <a:pt x="748138" y="1688215"/>
                  </a:lnTo>
                  <a:close/>
                  <a:moveTo>
                    <a:pt x="394562" y="1284359"/>
                  </a:moveTo>
                  <a:lnTo>
                    <a:pt x="336398" y="1329236"/>
                  </a:lnTo>
                  <a:lnTo>
                    <a:pt x="379598" y="1316078"/>
                  </a:lnTo>
                  <a:close/>
                  <a:moveTo>
                    <a:pt x="394562" y="1284359"/>
                  </a:moveTo>
                  <a:lnTo>
                    <a:pt x="379598" y="1316078"/>
                  </a:lnTo>
                  <a:lnTo>
                    <a:pt x="398754" y="1300016"/>
                  </a:lnTo>
                  <a:close/>
                  <a:moveTo>
                    <a:pt x="398754" y="1300016"/>
                  </a:moveTo>
                  <a:lnTo>
                    <a:pt x="395767" y="1241631"/>
                  </a:lnTo>
                  <a:lnTo>
                    <a:pt x="394562" y="1284359"/>
                  </a:lnTo>
                  <a:close/>
                  <a:moveTo>
                    <a:pt x="379575" y="1248480"/>
                  </a:moveTo>
                  <a:lnTo>
                    <a:pt x="403874" y="1224386"/>
                  </a:lnTo>
                  <a:lnTo>
                    <a:pt x="398754" y="1300016"/>
                  </a:lnTo>
                  <a:close/>
                  <a:moveTo>
                    <a:pt x="359946" y="1196943"/>
                  </a:moveTo>
                  <a:lnTo>
                    <a:pt x="356759" y="1189606"/>
                  </a:lnTo>
                  <a:lnTo>
                    <a:pt x="403874" y="1224386"/>
                  </a:lnTo>
                  <a:close/>
                  <a:moveTo>
                    <a:pt x="356759" y="1189606"/>
                  </a:moveTo>
                  <a:lnTo>
                    <a:pt x="328325" y="1174739"/>
                  </a:lnTo>
                  <a:lnTo>
                    <a:pt x="387400" y="1210348"/>
                  </a:lnTo>
                  <a:close/>
                  <a:moveTo>
                    <a:pt x="755042" y="1576619"/>
                  </a:moveTo>
                  <a:lnTo>
                    <a:pt x="784843" y="1634159"/>
                  </a:lnTo>
                  <a:lnTo>
                    <a:pt x="802426" y="1579103"/>
                  </a:lnTo>
                  <a:close/>
                  <a:moveTo>
                    <a:pt x="802426" y="1579103"/>
                  </a:moveTo>
                  <a:lnTo>
                    <a:pt x="784843" y="1634159"/>
                  </a:lnTo>
                  <a:lnTo>
                    <a:pt x="854242" y="1598157"/>
                  </a:lnTo>
                  <a:close/>
                  <a:moveTo>
                    <a:pt x="656309" y="1411720"/>
                  </a:moveTo>
                  <a:lnTo>
                    <a:pt x="638020" y="1406438"/>
                  </a:lnTo>
                  <a:lnTo>
                    <a:pt x="618895" y="1416941"/>
                  </a:lnTo>
                  <a:close/>
                  <a:moveTo>
                    <a:pt x="656309" y="1411720"/>
                  </a:moveTo>
                  <a:lnTo>
                    <a:pt x="659790" y="1471632"/>
                  </a:lnTo>
                  <a:lnTo>
                    <a:pt x="688332" y="1423668"/>
                  </a:lnTo>
                  <a:close/>
                  <a:moveTo>
                    <a:pt x="603874" y="1406438"/>
                  </a:moveTo>
                  <a:lnTo>
                    <a:pt x="531279" y="1374660"/>
                  </a:lnTo>
                  <a:lnTo>
                    <a:pt x="531201" y="1378995"/>
                  </a:lnTo>
                  <a:close/>
                  <a:moveTo>
                    <a:pt x="656309" y="1411720"/>
                  </a:moveTo>
                  <a:lnTo>
                    <a:pt x="640678" y="1361684"/>
                  </a:lnTo>
                  <a:lnTo>
                    <a:pt x="638020" y="1406438"/>
                  </a:lnTo>
                  <a:close/>
                  <a:moveTo>
                    <a:pt x="624838" y="1399323"/>
                  </a:moveTo>
                  <a:lnTo>
                    <a:pt x="638020" y="1406438"/>
                  </a:lnTo>
                  <a:lnTo>
                    <a:pt x="638756" y="1354902"/>
                  </a:lnTo>
                  <a:close/>
                  <a:moveTo>
                    <a:pt x="626031" y="1335610"/>
                  </a:moveTo>
                  <a:lnTo>
                    <a:pt x="638756" y="1354902"/>
                  </a:lnTo>
                  <a:lnTo>
                    <a:pt x="601541" y="1292777"/>
                  </a:lnTo>
                  <a:close/>
                  <a:moveTo>
                    <a:pt x="888751" y="1524924"/>
                  </a:moveTo>
                  <a:lnTo>
                    <a:pt x="930127" y="1529268"/>
                  </a:lnTo>
                  <a:lnTo>
                    <a:pt x="914743" y="1479032"/>
                  </a:lnTo>
                  <a:close/>
                  <a:moveTo>
                    <a:pt x="888751" y="1524924"/>
                  </a:moveTo>
                  <a:lnTo>
                    <a:pt x="914743" y="1479032"/>
                  </a:lnTo>
                  <a:lnTo>
                    <a:pt x="869482" y="1477846"/>
                  </a:lnTo>
                  <a:close/>
                  <a:moveTo>
                    <a:pt x="914743" y="1479032"/>
                  </a:moveTo>
                  <a:lnTo>
                    <a:pt x="930127" y="1529268"/>
                  </a:lnTo>
                  <a:lnTo>
                    <a:pt x="941359" y="1536954"/>
                  </a:lnTo>
                  <a:close/>
                  <a:moveTo>
                    <a:pt x="818693" y="1418412"/>
                  </a:moveTo>
                  <a:lnTo>
                    <a:pt x="865580" y="1461323"/>
                  </a:lnTo>
                  <a:lnTo>
                    <a:pt x="869482" y="1477846"/>
                  </a:lnTo>
                  <a:close/>
                  <a:moveTo>
                    <a:pt x="900266" y="1358250"/>
                  </a:moveTo>
                  <a:lnTo>
                    <a:pt x="871749" y="1393814"/>
                  </a:lnTo>
                  <a:lnTo>
                    <a:pt x="900012" y="1365522"/>
                  </a:lnTo>
                  <a:close/>
                  <a:moveTo>
                    <a:pt x="900012" y="1365522"/>
                  </a:moveTo>
                  <a:lnTo>
                    <a:pt x="871749" y="1393814"/>
                  </a:lnTo>
                  <a:lnTo>
                    <a:pt x="867036" y="1417092"/>
                  </a:lnTo>
                  <a:close/>
                  <a:moveTo>
                    <a:pt x="900266" y="1358250"/>
                  </a:moveTo>
                  <a:lnTo>
                    <a:pt x="882309" y="1298395"/>
                  </a:lnTo>
                  <a:lnTo>
                    <a:pt x="886465" y="1338554"/>
                  </a:lnTo>
                  <a:close/>
                  <a:moveTo>
                    <a:pt x="881706" y="1282620"/>
                  </a:moveTo>
                  <a:lnTo>
                    <a:pt x="882309" y="1298395"/>
                  </a:lnTo>
                  <a:lnTo>
                    <a:pt x="900266" y="1358250"/>
                  </a:lnTo>
                  <a:close/>
                  <a:moveTo>
                    <a:pt x="1089011" y="1361599"/>
                  </a:moveTo>
                  <a:lnTo>
                    <a:pt x="1086891" y="1404364"/>
                  </a:lnTo>
                  <a:lnTo>
                    <a:pt x="1096123" y="1382777"/>
                  </a:lnTo>
                  <a:close/>
                  <a:moveTo>
                    <a:pt x="1096123" y="1382777"/>
                  </a:moveTo>
                  <a:lnTo>
                    <a:pt x="1086891" y="1404364"/>
                  </a:lnTo>
                  <a:lnTo>
                    <a:pt x="1086016" y="1415755"/>
                  </a:lnTo>
                  <a:close/>
                  <a:moveTo>
                    <a:pt x="1096123" y="1382777"/>
                  </a:moveTo>
                  <a:lnTo>
                    <a:pt x="1086016" y="1415755"/>
                  </a:lnTo>
                  <a:lnTo>
                    <a:pt x="1126696" y="1420664"/>
                  </a:lnTo>
                  <a:close/>
                  <a:moveTo>
                    <a:pt x="882309" y="1298395"/>
                  </a:moveTo>
                  <a:lnTo>
                    <a:pt x="881706" y="1282620"/>
                  </a:lnTo>
                  <a:lnTo>
                    <a:pt x="888601" y="1274074"/>
                  </a:lnTo>
                  <a:close/>
                  <a:moveTo>
                    <a:pt x="1040492" y="1289296"/>
                  </a:moveTo>
                  <a:lnTo>
                    <a:pt x="1066921" y="1329701"/>
                  </a:lnTo>
                  <a:lnTo>
                    <a:pt x="1051980" y="1310062"/>
                  </a:lnTo>
                  <a:close/>
                  <a:moveTo>
                    <a:pt x="1083470" y="1355081"/>
                  </a:moveTo>
                  <a:lnTo>
                    <a:pt x="1066921" y="1329701"/>
                  </a:lnTo>
                  <a:lnTo>
                    <a:pt x="1040492" y="1289296"/>
                  </a:lnTo>
                  <a:close/>
                  <a:moveTo>
                    <a:pt x="1083470" y="1355081"/>
                  </a:moveTo>
                  <a:lnTo>
                    <a:pt x="1086891" y="1404364"/>
                  </a:lnTo>
                  <a:lnTo>
                    <a:pt x="1089011" y="1361599"/>
                  </a:lnTo>
                  <a:close/>
                  <a:moveTo>
                    <a:pt x="1083470" y="1355081"/>
                  </a:moveTo>
                  <a:lnTo>
                    <a:pt x="1089011" y="1361599"/>
                  </a:lnTo>
                  <a:lnTo>
                    <a:pt x="1066921" y="1329701"/>
                  </a:lnTo>
                  <a:close/>
                  <a:moveTo>
                    <a:pt x="902829" y="1105317"/>
                  </a:moveTo>
                  <a:lnTo>
                    <a:pt x="890577" y="1103916"/>
                  </a:lnTo>
                  <a:lnTo>
                    <a:pt x="934729" y="1149069"/>
                  </a:lnTo>
                  <a:close/>
                  <a:moveTo>
                    <a:pt x="690991" y="897770"/>
                  </a:moveTo>
                  <a:lnTo>
                    <a:pt x="731287" y="824061"/>
                  </a:lnTo>
                  <a:lnTo>
                    <a:pt x="729146" y="822139"/>
                  </a:lnTo>
                  <a:close/>
                  <a:moveTo>
                    <a:pt x="42899" y="0"/>
                  </a:moveTo>
                  <a:lnTo>
                    <a:pt x="55865" y="52202"/>
                  </a:lnTo>
                  <a:lnTo>
                    <a:pt x="72308" y="14073"/>
                  </a:lnTo>
                  <a:close/>
                  <a:moveTo>
                    <a:pt x="1297771" y="1420291"/>
                  </a:moveTo>
                  <a:lnTo>
                    <a:pt x="1314181" y="1469693"/>
                  </a:lnTo>
                  <a:lnTo>
                    <a:pt x="1320362" y="1492115"/>
                  </a:lnTo>
                  <a:close/>
                  <a:moveTo>
                    <a:pt x="892920" y="901118"/>
                  </a:moveTo>
                  <a:lnTo>
                    <a:pt x="906946" y="946036"/>
                  </a:lnTo>
                  <a:lnTo>
                    <a:pt x="936075" y="920041"/>
                  </a:lnTo>
                  <a:close/>
                  <a:moveTo>
                    <a:pt x="881462" y="890529"/>
                  </a:moveTo>
                  <a:lnTo>
                    <a:pt x="853187" y="863665"/>
                  </a:lnTo>
                  <a:lnTo>
                    <a:pt x="892920" y="901118"/>
                  </a:lnTo>
                  <a:close/>
                  <a:moveTo>
                    <a:pt x="1042369" y="886553"/>
                  </a:moveTo>
                  <a:lnTo>
                    <a:pt x="1006062" y="878088"/>
                  </a:lnTo>
                  <a:lnTo>
                    <a:pt x="1054109" y="939751"/>
                  </a:lnTo>
                  <a:close/>
                  <a:moveTo>
                    <a:pt x="962696" y="884672"/>
                  </a:moveTo>
                  <a:lnTo>
                    <a:pt x="1006062" y="878088"/>
                  </a:lnTo>
                  <a:lnTo>
                    <a:pt x="992056" y="877024"/>
                  </a:lnTo>
                  <a:close/>
                  <a:moveTo>
                    <a:pt x="1006062" y="878088"/>
                  </a:moveTo>
                  <a:lnTo>
                    <a:pt x="1042369" y="886553"/>
                  </a:lnTo>
                  <a:lnTo>
                    <a:pt x="1005446" y="869831"/>
                  </a:lnTo>
                  <a:close/>
                  <a:moveTo>
                    <a:pt x="679973" y="639567"/>
                  </a:moveTo>
                  <a:lnTo>
                    <a:pt x="676872" y="649634"/>
                  </a:lnTo>
                  <a:lnTo>
                    <a:pt x="686546" y="64343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03" name="Output_density__4202">
              <a:extLst>
                <a:ext uri="{FF2B5EF4-FFF2-40B4-BE49-F238E27FC236}">
                  <a16:creationId xmlns:a16="http://schemas.microsoft.com/office/drawing/2014/main" id="{7ADAFD03-AA75-A374-6255-F4A58DE31BA3}"/>
                </a:ext>
              </a:extLst>
            </p:cNvPr>
            <p:cNvSpPr>
              <a:spLocks noGrp="1"/>
            </p:cNvSpPr>
            <p:nvPr/>
          </p:nvSpPr>
          <p:spPr>
            <a:xfrm>
              <a:off x="15597472" y="2770414"/>
              <a:ext cx="1299878" cy="1958316"/>
            </a:xfrm>
            <a:custGeom>
              <a:avLst/>
              <a:gdLst/>
              <a:ahLst/>
              <a:cxnLst/>
              <a:rect l="0" t="0" r="0" b="0"/>
              <a:pathLst>
                <a:path w="1299878" h="1958316">
                  <a:moveTo>
                    <a:pt x="231888" y="1957799"/>
                  </a:moveTo>
                  <a:lnTo>
                    <a:pt x="195141" y="1955304"/>
                  </a:lnTo>
                  <a:lnTo>
                    <a:pt x="278746" y="1958316"/>
                  </a:lnTo>
                  <a:close/>
                  <a:moveTo>
                    <a:pt x="288092" y="1955680"/>
                  </a:moveTo>
                  <a:lnTo>
                    <a:pt x="298891" y="1938298"/>
                  </a:lnTo>
                  <a:lnTo>
                    <a:pt x="278746" y="1958316"/>
                  </a:lnTo>
                  <a:close/>
                  <a:moveTo>
                    <a:pt x="361337" y="1957531"/>
                  </a:moveTo>
                  <a:lnTo>
                    <a:pt x="312324" y="1948957"/>
                  </a:lnTo>
                  <a:lnTo>
                    <a:pt x="288092" y="1955680"/>
                  </a:lnTo>
                  <a:close/>
                  <a:moveTo>
                    <a:pt x="94945" y="1525345"/>
                  </a:moveTo>
                  <a:lnTo>
                    <a:pt x="134969" y="1553448"/>
                  </a:lnTo>
                  <a:lnTo>
                    <a:pt x="69145" y="1563782"/>
                  </a:lnTo>
                  <a:close/>
                  <a:moveTo>
                    <a:pt x="156305" y="1445182"/>
                  </a:moveTo>
                  <a:lnTo>
                    <a:pt x="147103" y="1492395"/>
                  </a:lnTo>
                  <a:lnTo>
                    <a:pt x="138464" y="1450375"/>
                  </a:lnTo>
                  <a:close/>
                  <a:moveTo>
                    <a:pt x="524145" y="1812193"/>
                  </a:moveTo>
                  <a:lnTo>
                    <a:pt x="449995" y="1787037"/>
                  </a:lnTo>
                  <a:lnTo>
                    <a:pt x="485935" y="1804232"/>
                  </a:lnTo>
                  <a:close/>
                  <a:moveTo>
                    <a:pt x="156305" y="1445182"/>
                  </a:moveTo>
                  <a:lnTo>
                    <a:pt x="212589" y="1414396"/>
                  </a:lnTo>
                  <a:lnTo>
                    <a:pt x="179287" y="1403487"/>
                  </a:lnTo>
                  <a:close/>
                  <a:moveTo>
                    <a:pt x="212589" y="1414396"/>
                  </a:moveTo>
                  <a:lnTo>
                    <a:pt x="217724" y="1426281"/>
                  </a:lnTo>
                  <a:lnTo>
                    <a:pt x="220609" y="1376028"/>
                  </a:lnTo>
                  <a:close/>
                  <a:moveTo>
                    <a:pt x="20812" y="1205389"/>
                  </a:moveTo>
                  <a:lnTo>
                    <a:pt x="11056" y="1196041"/>
                  </a:lnTo>
                  <a:lnTo>
                    <a:pt x="0" y="1210138"/>
                  </a:lnTo>
                  <a:close/>
                  <a:moveTo>
                    <a:pt x="13941" y="1220134"/>
                  </a:moveTo>
                  <a:lnTo>
                    <a:pt x="73983" y="1262887"/>
                  </a:lnTo>
                  <a:lnTo>
                    <a:pt x="20812" y="1205389"/>
                  </a:lnTo>
                  <a:close/>
                  <a:moveTo>
                    <a:pt x="0" y="1210138"/>
                  </a:moveTo>
                  <a:lnTo>
                    <a:pt x="13941" y="1220134"/>
                  </a:lnTo>
                  <a:lnTo>
                    <a:pt x="20812" y="1205389"/>
                  </a:lnTo>
                  <a:close/>
                  <a:moveTo>
                    <a:pt x="418519" y="1423667"/>
                  </a:moveTo>
                  <a:lnTo>
                    <a:pt x="417378" y="1361852"/>
                  </a:lnTo>
                  <a:lnTo>
                    <a:pt x="401922" y="1405536"/>
                  </a:lnTo>
                  <a:close/>
                  <a:moveTo>
                    <a:pt x="762050" y="1522522"/>
                  </a:moveTo>
                  <a:lnTo>
                    <a:pt x="705651" y="1467648"/>
                  </a:lnTo>
                  <a:lnTo>
                    <a:pt x="727098" y="1512956"/>
                  </a:lnTo>
                  <a:close/>
                  <a:moveTo>
                    <a:pt x="359090" y="1072222"/>
                  </a:moveTo>
                  <a:lnTo>
                    <a:pt x="339462" y="1020686"/>
                  </a:lnTo>
                  <a:lnTo>
                    <a:pt x="383390" y="1048129"/>
                  </a:lnTo>
                  <a:close/>
                  <a:moveTo>
                    <a:pt x="620194" y="1185427"/>
                  </a:moveTo>
                  <a:lnTo>
                    <a:pt x="618272" y="1178644"/>
                  </a:lnTo>
                  <a:lnTo>
                    <a:pt x="617536" y="1230181"/>
                  </a:lnTo>
                  <a:close/>
                  <a:moveTo>
                    <a:pt x="781942" y="1402846"/>
                  </a:moveTo>
                  <a:lnTo>
                    <a:pt x="833758" y="1421900"/>
                  </a:lnTo>
                  <a:lnTo>
                    <a:pt x="864225" y="1400911"/>
                  </a:lnTo>
                  <a:close/>
                  <a:moveTo>
                    <a:pt x="864225" y="1400911"/>
                  </a:moveTo>
                  <a:lnTo>
                    <a:pt x="833758" y="1421900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4225" y="1400911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8266" y="1348667"/>
                  </a:lnTo>
                  <a:lnTo>
                    <a:pt x="864225" y="1400911"/>
                  </a:lnTo>
                  <a:close/>
                  <a:moveTo>
                    <a:pt x="909643" y="1353011"/>
                  </a:moveTo>
                  <a:lnTo>
                    <a:pt x="906886" y="1385736"/>
                  </a:lnTo>
                  <a:lnTo>
                    <a:pt x="920875" y="1360697"/>
                  </a:lnTo>
                  <a:close/>
                  <a:moveTo>
                    <a:pt x="862521" y="1130456"/>
                  </a:moveTo>
                  <a:lnTo>
                    <a:pt x="861222" y="1106362"/>
                  </a:lnTo>
                  <a:lnTo>
                    <a:pt x="879782" y="1181993"/>
                  </a:lnTo>
                  <a:close/>
                  <a:moveTo>
                    <a:pt x="865585" y="1054826"/>
                  </a:moveTo>
                  <a:lnTo>
                    <a:pt x="861222" y="1106362"/>
                  </a:lnTo>
                  <a:lnTo>
                    <a:pt x="851804" y="1078920"/>
                  </a:lnTo>
                  <a:close/>
                  <a:moveTo>
                    <a:pt x="865430" y="1037259"/>
                  </a:moveTo>
                  <a:lnTo>
                    <a:pt x="861222" y="1106362"/>
                  </a:lnTo>
                  <a:lnTo>
                    <a:pt x="865585" y="1054826"/>
                  </a:lnTo>
                  <a:close/>
                  <a:moveTo>
                    <a:pt x="865430" y="1037259"/>
                  </a:moveTo>
                  <a:lnTo>
                    <a:pt x="868117" y="1097816"/>
                  </a:lnTo>
                  <a:lnTo>
                    <a:pt x="861222" y="1106362"/>
                  </a:lnTo>
                  <a:close/>
                  <a:moveTo>
                    <a:pt x="854722" y="983221"/>
                  </a:moveTo>
                  <a:lnTo>
                    <a:pt x="865430" y="1037259"/>
                  </a:lnTo>
                  <a:lnTo>
                    <a:pt x="865585" y="1054826"/>
                  </a:lnTo>
                  <a:close/>
                  <a:moveTo>
                    <a:pt x="854238" y="979195"/>
                  </a:moveTo>
                  <a:lnTo>
                    <a:pt x="854722" y="983221"/>
                  </a:lnTo>
                  <a:lnTo>
                    <a:pt x="856729" y="968187"/>
                  </a:lnTo>
                  <a:close/>
                  <a:moveTo>
                    <a:pt x="40428" y="75630"/>
                  </a:moveTo>
                  <a:lnTo>
                    <a:pt x="63454" y="0"/>
                  </a:lnTo>
                  <a:lnTo>
                    <a:pt x="67674" y="51536"/>
                  </a:lnTo>
                  <a:close/>
                  <a:moveTo>
                    <a:pt x="691554" y="699976"/>
                  </a:moveTo>
                  <a:lnTo>
                    <a:pt x="710803" y="647803"/>
                  </a:lnTo>
                  <a:lnTo>
                    <a:pt x="670507" y="721512"/>
                  </a:lnTo>
                  <a:close/>
                  <a:moveTo>
                    <a:pt x="670507" y="721512"/>
                  </a:moveTo>
                  <a:lnTo>
                    <a:pt x="708662" y="645882"/>
                  </a:lnTo>
                  <a:lnTo>
                    <a:pt x="690104" y="697418"/>
                  </a:lnTo>
                  <a:close/>
                  <a:moveTo>
                    <a:pt x="1293696" y="1293436"/>
                  </a:moveTo>
                  <a:lnTo>
                    <a:pt x="1289380" y="1367394"/>
                  </a:lnTo>
                  <a:lnTo>
                    <a:pt x="1299878" y="1315858"/>
                  </a:lnTo>
                  <a:close/>
                  <a:moveTo>
                    <a:pt x="1025575" y="1006638"/>
                  </a:moveTo>
                  <a:lnTo>
                    <a:pt x="1035855" y="982544"/>
                  </a:lnTo>
                  <a:lnTo>
                    <a:pt x="1012129" y="1058175"/>
                  </a:lnTo>
                  <a:close/>
                  <a:moveTo>
                    <a:pt x="1035855" y="982544"/>
                  </a:moveTo>
                  <a:lnTo>
                    <a:pt x="1025575" y="1006638"/>
                  </a:lnTo>
                  <a:lnTo>
                    <a:pt x="1012444" y="955101"/>
                  </a:lnTo>
                  <a:close/>
                  <a:moveTo>
                    <a:pt x="611484" y="480163"/>
                  </a:moveTo>
                  <a:lnTo>
                    <a:pt x="625701" y="542809"/>
                  </a:lnTo>
                  <a:lnTo>
                    <a:pt x="637535" y="537788"/>
                  </a:lnTo>
                  <a:close/>
                  <a:moveTo>
                    <a:pt x="661119" y="491272"/>
                  </a:moveTo>
                  <a:lnTo>
                    <a:pt x="666062" y="467178"/>
                  </a:lnTo>
                  <a:lnTo>
                    <a:pt x="656388" y="473377"/>
                  </a:lnTo>
                  <a:close/>
                  <a:moveTo>
                    <a:pt x="663995" y="415641"/>
                  </a:moveTo>
                  <a:lnTo>
                    <a:pt x="666062" y="467178"/>
                  </a:lnTo>
                  <a:lnTo>
                    <a:pt x="653588" y="439735"/>
                  </a:lnTo>
                  <a:close/>
                  <a:moveTo>
                    <a:pt x="915590" y="743783"/>
                  </a:moveTo>
                  <a:lnTo>
                    <a:pt x="889596" y="703897"/>
                  </a:lnTo>
                  <a:lnTo>
                    <a:pt x="872436" y="724861"/>
                  </a:lnTo>
                  <a:close/>
                  <a:moveTo>
                    <a:pt x="984962" y="693574"/>
                  </a:moveTo>
                  <a:lnTo>
                    <a:pt x="1024434" y="666478"/>
                  </a:lnTo>
                  <a:lnTo>
                    <a:pt x="1011606" y="6582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4" name="Output_density__4203">
              <a:extLst>
                <a:ext uri="{FF2B5EF4-FFF2-40B4-BE49-F238E27FC236}">
                  <a16:creationId xmlns:a16="http://schemas.microsoft.com/office/drawing/2014/main" id="{6349ED91-C045-7123-B60D-6F3D65DA2C13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2578104"/>
              <a:ext cx="1355671" cy="1851548"/>
            </a:xfrm>
            <a:custGeom>
              <a:avLst/>
              <a:gdLst/>
              <a:ahLst/>
              <a:cxnLst/>
              <a:rect l="0" t="0" r="0" b="0"/>
              <a:pathLst>
                <a:path w="1355671" h="1851548">
                  <a:moveTo>
                    <a:pt x="0" y="1451852"/>
                  </a:moveTo>
                  <a:lnTo>
                    <a:pt x="54228" y="1508490"/>
                  </a:lnTo>
                  <a:lnTo>
                    <a:pt x="36607" y="1488075"/>
                  </a:lnTo>
                  <a:close/>
                  <a:moveTo>
                    <a:pt x="382423" y="1745298"/>
                  </a:moveTo>
                  <a:lnTo>
                    <a:pt x="330809" y="1729568"/>
                  </a:lnTo>
                  <a:lnTo>
                    <a:pt x="375449" y="1745758"/>
                  </a:lnTo>
                  <a:close/>
                  <a:moveTo>
                    <a:pt x="271260" y="1546702"/>
                  </a:moveTo>
                  <a:lnTo>
                    <a:pt x="288606" y="1515518"/>
                  </a:lnTo>
                  <a:lnTo>
                    <a:pt x="293903" y="1528311"/>
                  </a:lnTo>
                  <a:close/>
                  <a:moveTo>
                    <a:pt x="292506" y="1554207"/>
                  </a:moveTo>
                  <a:lnTo>
                    <a:pt x="271260" y="1546702"/>
                  </a:lnTo>
                  <a:lnTo>
                    <a:pt x="237523" y="1515518"/>
                  </a:lnTo>
                  <a:close/>
                  <a:moveTo>
                    <a:pt x="339845" y="1542960"/>
                  </a:moveTo>
                  <a:lnTo>
                    <a:pt x="289037" y="1494285"/>
                  </a:lnTo>
                  <a:lnTo>
                    <a:pt x="288606" y="1515518"/>
                  </a:lnTo>
                  <a:close/>
                  <a:moveTo>
                    <a:pt x="288606" y="1515518"/>
                  </a:moveTo>
                  <a:lnTo>
                    <a:pt x="271260" y="1546702"/>
                  </a:lnTo>
                  <a:lnTo>
                    <a:pt x="339845" y="1542960"/>
                  </a:lnTo>
                  <a:close/>
                  <a:moveTo>
                    <a:pt x="676747" y="1846176"/>
                  </a:moveTo>
                  <a:lnTo>
                    <a:pt x="645780" y="1833369"/>
                  </a:lnTo>
                  <a:lnTo>
                    <a:pt x="705274" y="1851548"/>
                  </a:lnTo>
                  <a:close/>
                  <a:moveTo>
                    <a:pt x="651663" y="1725013"/>
                  </a:moveTo>
                  <a:lnTo>
                    <a:pt x="629726" y="1673476"/>
                  </a:lnTo>
                  <a:lnTo>
                    <a:pt x="621750" y="1727420"/>
                  </a:lnTo>
                  <a:close/>
                  <a:moveTo>
                    <a:pt x="629726" y="1673476"/>
                  </a:moveTo>
                  <a:lnTo>
                    <a:pt x="601376" y="1681240"/>
                  </a:lnTo>
                  <a:lnTo>
                    <a:pt x="621750" y="1727420"/>
                  </a:lnTo>
                  <a:close/>
                  <a:moveTo>
                    <a:pt x="621750" y="1727420"/>
                  </a:moveTo>
                  <a:lnTo>
                    <a:pt x="601376" y="1681240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567690" y="1673476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629726" y="1673476"/>
                  </a:lnTo>
                  <a:lnTo>
                    <a:pt x="604211" y="1648369"/>
                  </a:lnTo>
                  <a:close/>
                  <a:moveTo>
                    <a:pt x="567690" y="1673476"/>
                  </a:moveTo>
                  <a:lnTo>
                    <a:pt x="601376" y="1681240"/>
                  </a:lnTo>
                  <a:lnTo>
                    <a:pt x="604211" y="1648369"/>
                  </a:lnTo>
                  <a:close/>
                  <a:moveTo>
                    <a:pt x="414105" y="1468571"/>
                  </a:moveTo>
                  <a:lnTo>
                    <a:pt x="357677" y="1539207"/>
                  </a:lnTo>
                  <a:lnTo>
                    <a:pt x="416816" y="1529110"/>
                  </a:lnTo>
                  <a:close/>
                  <a:moveTo>
                    <a:pt x="416816" y="1529110"/>
                  </a:moveTo>
                  <a:lnTo>
                    <a:pt x="451605" y="1476066"/>
                  </a:lnTo>
                  <a:lnTo>
                    <a:pt x="414105" y="1468571"/>
                  </a:lnTo>
                  <a:close/>
                  <a:moveTo>
                    <a:pt x="747780" y="1835796"/>
                  </a:moveTo>
                  <a:lnTo>
                    <a:pt x="771620" y="1803992"/>
                  </a:lnTo>
                  <a:lnTo>
                    <a:pt x="761931" y="1814906"/>
                  </a:lnTo>
                  <a:close/>
                  <a:moveTo>
                    <a:pt x="629726" y="1673476"/>
                  </a:moveTo>
                  <a:lnTo>
                    <a:pt x="675040" y="1722078"/>
                  </a:lnTo>
                  <a:lnTo>
                    <a:pt x="675179" y="1659222"/>
                  </a:lnTo>
                  <a:close/>
                  <a:moveTo>
                    <a:pt x="629726" y="1673476"/>
                  </a:moveTo>
                  <a:lnTo>
                    <a:pt x="651663" y="1725013"/>
                  </a:lnTo>
                  <a:lnTo>
                    <a:pt x="675040" y="1722078"/>
                  </a:lnTo>
                  <a:close/>
                  <a:moveTo>
                    <a:pt x="760944" y="1750113"/>
                  </a:moveTo>
                  <a:lnTo>
                    <a:pt x="761365" y="1752623"/>
                  </a:lnTo>
                  <a:lnTo>
                    <a:pt x="761317" y="1752456"/>
                  </a:lnTo>
                  <a:close/>
                  <a:moveTo>
                    <a:pt x="567690" y="1673476"/>
                  </a:moveTo>
                  <a:lnTo>
                    <a:pt x="604211" y="1648369"/>
                  </a:lnTo>
                  <a:lnTo>
                    <a:pt x="564708" y="1673069"/>
                  </a:lnTo>
                  <a:close/>
                  <a:moveTo>
                    <a:pt x="675179" y="1659222"/>
                  </a:moveTo>
                  <a:lnTo>
                    <a:pt x="604211" y="1648369"/>
                  </a:lnTo>
                  <a:lnTo>
                    <a:pt x="629726" y="1673476"/>
                  </a:lnTo>
                  <a:close/>
                  <a:moveTo>
                    <a:pt x="279049" y="1188690"/>
                  </a:moveTo>
                  <a:lnTo>
                    <a:pt x="254804" y="1261183"/>
                  </a:lnTo>
                  <a:lnTo>
                    <a:pt x="272419" y="1256823"/>
                  </a:lnTo>
                  <a:close/>
                  <a:moveTo>
                    <a:pt x="294015" y="1261183"/>
                  </a:moveTo>
                  <a:lnTo>
                    <a:pt x="279049" y="1188690"/>
                  </a:lnTo>
                  <a:lnTo>
                    <a:pt x="272419" y="1256823"/>
                  </a:lnTo>
                  <a:close/>
                  <a:moveTo>
                    <a:pt x="293459" y="1209647"/>
                  </a:moveTo>
                  <a:lnTo>
                    <a:pt x="279049" y="1188690"/>
                  </a:lnTo>
                  <a:lnTo>
                    <a:pt x="294015" y="1261183"/>
                  </a:lnTo>
                  <a:close/>
                  <a:moveTo>
                    <a:pt x="294177" y="1185553"/>
                  </a:moveTo>
                  <a:lnTo>
                    <a:pt x="307595" y="1203465"/>
                  </a:lnTo>
                  <a:lnTo>
                    <a:pt x="335267" y="1206639"/>
                  </a:lnTo>
                  <a:close/>
                  <a:moveTo>
                    <a:pt x="307595" y="1203465"/>
                  </a:moveTo>
                  <a:lnTo>
                    <a:pt x="294177" y="1185553"/>
                  </a:lnTo>
                  <a:lnTo>
                    <a:pt x="322577" y="1159191"/>
                  </a:lnTo>
                  <a:close/>
                  <a:moveTo>
                    <a:pt x="218952" y="1136823"/>
                  </a:moveTo>
                  <a:lnTo>
                    <a:pt x="274398" y="1185553"/>
                  </a:lnTo>
                  <a:lnTo>
                    <a:pt x="279049" y="1188690"/>
                  </a:lnTo>
                  <a:close/>
                  <a:moveTo>
                    <a:pt x="771620" y="1803992"/>
                  </a:moveTo>
                  <a:lnTo>
                    <a:pt x="761365" y="1752623"/>
                  </a:lnTo>
                  <a:lnTo>
                    <a:pt x="761931" y="1814906"/>
                  </a:lnTo>
                  <a:close/>
                  <a:moveTo>
                    <a:pt x="771620" y="1803992"/>
                  </a:moveTo>
                  <a:lnTo>
                    <a:pt x="761317" y="1752456"/>
                  </a:lnTo>
                  <a:lnTo>
                    <a:pt x="761365" y="1752623"/>
                  </a:lnTo>
                  <a:close/>
                  <a:moveTo>
                    <a:pt x="294177" y="1185553"/>
                  </a:moveTo>
                  <a:lnTo>
                    <a:pt x="336115" y="1117536"/>
                  </a:lnTo>
                  <a:lnTo>
                    <a:pt x="322577" y="1159191"/>
                  </a:lnTo>
                  <a:close/>
                  <a:moveTo>
                    <a:pt x="862518" y="1645629"/>
                  </a:moveTo>
                  <a:lnTo>
                    <a:pt x="890233" y="1652731"/>
                  </a:lnTo>
                  <a:lnTo>
                    <a:pt x="891609" y="1659958"/>
                  </a:lnTo>
                  <a:close/>
                  <a:moveTo>
                    <a:pt x="847804" y="1630392"/>
                  </a:moveTo>
                  <a:lnTo>
                    <a:pt x="890233" y="1652731"/>
                  </a:lnTo>
                  <a:lnTo>
                    <a:pt x="862518" y="1645629"/>
                  </a:lnTo>
                  <a:close/>
                  <a:moveTo>
                    <a:pt x="864133" y="1625288"/>
                  </a:moveTo>
                  <a:lnTo>
                    <a:pt x="891609" y="1659958"/>
                  </a:lnTo>
                  <a:lnTo>
                    <a:pt x="934418" y="1652731"/>
                  </a:lnTo>
                  <a:close/>
                  <a:moveTo>
                    <a:pt x="409802" y="1095612"/>
                  </a:moveTo>
                  <a:lnTo>
                    <a:pt x="349974" y="1106269"/>
                  </a:lnTo>
                  <a:lnTo>
                    <a:pt x="426584" y="1103581"/>
                  </a:lnTo>
                  <a:close/>
                  <a:moveTo>
                    <a:pt x="934418" y="1652731"/>
                  </a:moveTo>
                  <a:lnTo>
                    <a:pt x="950021" y="1663211"/>
                  </a:lnTo>
                  <a:lnTo>
                    <a:pt x="950316" y="1650212"/>
                  </a:lnTo>
                  <a:close/>
                  <a:moveTo>
                    <a:pt x="908802" y="1601195"/>
                  </a:moveTo>
                  <a:lnTo>
                    <a:pt x="950316" y="1650212"/>
                  </a:lnTo>
                  <a:lnTo>
                    <a:pt x="920515" y="1592671"/>
                  </a:lnTo>
                  <a:close/>
                  <a:moveTo>
                    <a:pt x="934418" y="1652731"/>
                  </a:moveTo>
                  <a:lnTo>
                    <a:pt x="950316" y="1650212"/>
                  </a:lnTo>
                  <a:lnTo>
                    <a:pt x="908802" y="1601195"/>
                  </a:lnTo>
                  <a:close/>
                  <a:moveTo>
                    <a:pt x="950316" y="1650212"/>
                  </a:moveTo>
                  <a:lnTo>
                    <a:pt x="950021" y="1663211"/>
                  </a:lnTo>
                  <a:lnTo>
                    <a:pt x="953378" y="1652731"/>
                  </a:lnTo>
                  <a:close/>
                  <a:moveTo>
                    <a:pt x="898569" y="1591557"/>
                  </a:moveTo>
                  <a:lnTo>
                    <a:pt x="930692" y="1590942"/>
                  </a:lnTo>
                  <a:lnTo>
                    <a:pt x="908802" y="1601195"/>
                  </a:lnTo>
                  <a:close/>
                  <a:moveTo>
                    <a:pt x="794452" y="1498122"/>
                  </a:moveTo>
                  <a:lnTo>
                    <a:pt x="819467" y="1524448"/>
                  </a:lnTo>
                  <a:lnTo>
                    <a:pt x="825264" y="1487685"/>
                  </a:lnTo>
                  <a:close/>
                  <a:moveTo>
                    <a:pt x="510536" y="1239927"/>
                  </a:moveTo>
                  <a:lnTo>
                    <a:pt x="561874" y="1236173"/>
                  </a:lnTo>
                  <a:lnTo>
                    <a:pt x="552873" y="1226400"/>
                  </a:lnTo>
                  <a:close/>
                  <a:moveTo>
                    <a:pt x="935100" y="1472524"/>
                  </a:moveTo>
                  <a:lnTo>
                    <a:pt x="934390" y="1474028"/>
                  </a:lnTo>
                  <a:lnTo>
                    <a:pt x="963189" y="1442644"/>
                  </a:lnTo>
                  <a:close/>
                  <a:moveTo>
                    <a:pt x="963806" y="1398397"/>
                  </a:moveTo>
                  <a:lnTo>
                    <a:pt x="991402" y="1413229"/>
                  </a:lnTo>
                  <a:lnTo>
                    <a:pt x="974443" y="1379626"/>
                  </a:lnTo>
                  <a:close/>
                  <a:moveTo>
                    <a:pt x="1032509" y="1433145"/>
                  </a:moveTo>
                  <a:lnTo>
                    <a:pt x="1037222" y="1409866"/>
                  </a:lnTo>
                  <a:lnTo>
                    <a:pt x="963806" y="1398397"/>
                  </a:lnTo>
                  <a:close/>
                  <a:moveTo>
                    <a:pt x="963806" y="1398397"/>
                  </a:moveTo>
                  <a:lnTo>
                    <a:pt x="974443" y="1379626"/>
                  </a:lnTo>
                  <a:lnTo>
                    <a:pt x="954336" y="1333230"/>
                  </a:lnTo>
                  <a:close/>
                  <a:moveTo>
                    <a:pt x="1183789" y="1473600"/>
                  </a:moveTo>
                  <a:lnTo>
                    <a:pt x="1171082" y="1459195"/>
                  </a:lnTo>
                  <a:lnTo>
                    <a:pt x="1205994" y="1516844"/>
                  </a:lnTo>
                  <a:close/>
                  <a:moveTo>
                    <a:pt x="1233093" y="1483266"/>
                  </a:moveTo>
                  <a:lnTo>
                    <a:pt x="1183789" y="1473600"/>
                  </a:lnTo>
                  <a:lnTo>
                    <a:pt x="1205994" y="1516844"/>
                  </a:lnTo>
                  <a:close/>
                  <a:moveTo>
                    <a:pt x="1167727" y="1453282"/>
                  </a:moveTo>
                  <a:lnTo>
                    <a:pt x="1171082" y="1459195"/>
                  </a:lnTo>
                  <a:lnTo>
                    <a:pt x="1183789" y="1473600"/>
                  </a:lnTo>
                  <a:close/>
                  <a:moveTo>
                    <a:pt x="1167727" y="1453282"/>
                  </a:moveTo>
                  <a:lnTo>
                    <a:pt x="1141858" y="1401746"/>
                  </a:lnTo>
                  <a:lnTo>
                    <a:pt x="1143859" y="1418584"/>
                  </a:lnTo>
                  <a:close/>
                  <a:moveTo>
                    <a:pt x="1336251" y="1559380"/>
                  </a:moveTo>
                  <a:lnTo>
                    <a:pt x="1302489" y="1568047"/>
                  </a:lnTo>
                  <a:lnTo>
                    <a:pt x="1311976" y="1532261"/>
                  </a:lnTo>
                  <a:close/>
                  <a:moveTo>
                    <a:pt x="1302489" y="1568047"/>
                  </a:moveTo>
                  <a:lnTo>
                    <a:pt x="1336251" y="1559380"/>
                  </a:lnTo>
                  <a:lnTo>
                    <a:pt x="1318896" y="1556355"/>
                  </a:lnTo>
                  <a:close/>
                  <a:moveTo>
                    <a:pt x="1336251" y="1559380"/>
                  </a:moveTo>
                  <a:lnTo>
                    <a:pt x="1338523" y="1532261"/>
                  </a:lnTo>
                  <a:lnTo>
                    <a:pt x="1318896" y="1556355"/>
                  </a:lnTo>
                  <a:close/>
                  <a:moveTo>
                    <a:pt x="1251489" y="1431808"/>
                  </a:moveTo>
                  <a:lnTo>
                    <a:pt x="1233093" y="1483266"/>
                  </a:lnTo>
                  <a:lnTo>
                    <a:pt x="1309036" y="1485747"/>
                  </a:lnTo>
                  <a:close/>
                  <a:moveTo>
                    <a:pt x="1309036" y="1485747"/>
                  </a:moveTo>
                  <a:lnTo>
                    <a:pt x="1323741" y="1480725"/>
                  </a:lnTo>
                  <a:lnTo>
                    <a:pt x="1355671" y="1457309"/>
                  </a:lnTo>
                  <a:close/>
                  <a:moveTo>
                    <a:pt x="1167727" y="1453282"/>
                  </a:moveTo>
                  <a:lnTo>
                    <a:pt x="1183789" y="1473600"/>
                  </a:lnTo>
                  <a:lnTo>
                    <a:pt x="1189513" y="1444211"/>
                  </a:lnTo>
                  <a:close/>
                  <a:moveTo>
                    <a:pt x="1141858" y="1401746"/>
                  </a:moveTo>
                  <a:lnTo>
                    <a:pt x="1167727" y="1453282"/>
                  </a:lnTo>
                  <a:lnTo>
                    <a:pt x="1156797" y="1377652"/>
                  </a:lnTo>
                  <a:close/>
                  <a:moveTo>
                    <a:pt x="1131139" y="1223042"/>
                  </a:moveTo>
                  <a:lnTo>
                    <a:pt x="1096079" y="1171505"/>
                  </a:lnTo>
                  <a:lnTo>
                    <a:pt x="1092561" y="1247136"/>
                  </a:lnTo>
                  <a:close/>
                  <a:moveTo>
                    <a:pt x="742324" y="910875"/>
                  </a:moveTo>
                  <a:lnTo>
                    <a:pt x="750146" y="883344"/>
                  </a:lnTo>
                  <a:lnTo>
                    <a:pt x="747990" y="892284"/>
                  </a:lnTo>
                  <a:close/>
                  <a:moveTo>
                    <a:pt x="697433" y="759213"/>
                  </a:moveTo>
                  <a:lnTo>
                    <a:pt x="683346" y="711440"/>
                  </a:lnTo>
                  <a:lnTo>
                    <a:pt x="698572" y="761804"/>
                  </a:lnTo>
                  <a:close/>
                  <a:moveTo>
                    <a:pt x="697433" y="759213"/>
                  </a:moveTo>
                  <a:lnTo>
                    <a:pt x="681702" y="707676"/>
                  </a:lnTo>
                  <a:lnTo>
                    <a:pt x="683346" y="711440"/>
                  </a:lnTo>
                  <a:close/>
                  <a:moveTo>
                    <a:pt x="1313666" y="1419241"/>
                  </a:moveTo>
                  <a:lnTo>
                    <a:pt x="1323741" y="1480725"/>
                  </a:lnTo>
                  <a:lnTo>
                    <a:pt x="1319075" y="1477586"/>
                  </a:lnTo>
                  <a:close/>
                  <a:moveTo>
                    <a:pt x="1126686" y="1164979"/>
                  </a:moveTo>
                  <a:lnTo>
                    <a:pt x="1100202" y="1165122"/>
                  </a:lnTo>
                  <a:lnTo>
                    <a:pt x="1148181" y="1198948"/>
                  </a:lnTo>
                  <a:close/>
                  <a:moveTo>
                    <a:pt x="1148181" y="1198948"/>
                  </a:moveTo>
                  <a:lnTo>
                    <a:pt x="1100202" y="1165122"/>
                  </a:lnTo>
                  <a:lnTo>
                    <a:pt x="1096079" y="1171505"/>
                  </a:lnTo>
                  <a:close/>
                  <a:moveTo>
                    <a:pt x="1148181" y="1198948"/>
                  </a:moveTo>
                  <a:lnTo>
                    <a:pt x="1096079" y="1171505"/>
                  </a:lnTo>
                  <a:lnTo>
                    <a:pt x="1131139" y="1223042"/>
                  </a:lnTo>
                  <a:close/>
                  <a:moveTo>
                    <a:pt x="935522" y="846582"/>
                  </a:moveTo>
                  <a:lnTo>
                    <a:pt x="896760" y="840113"/>
                  </a:lnTo>
                  <a:lnTo>
                    <a:pt x="937027" y="908102"/>
                  </a:lnTo>
                  <a:close/>
                  <a:moveTo>
                    <a:pt x="656489" y="656139"/>
                  </a:moveTo>
                  <a:lnTo>
                    <a:pt x="653608" y="618961"/>
                  </a:lnTo>
                  <a:lnTo>
                    <a:pt x="673231" y="580509"/>
                  </a:lnTo>
                  <a:close/>
                  <a:moveTo>
                    <a:pt x="656489" y="656139"/>
                  </a:moveTo>
                  <a:lnTo>
                    <a:pt x="673231" y="580509"/>
                  </a:lnTo>
                  <a:lnTo>
                    <a:pt x="651839" y="604603"/>
                  </a:lnTo>
                  <a:close/>
                  <a:moveTo>
                    <a:pt x="158229" y="18836"/>
                  </a:moveTo>
                  <a:lnTo>
                    <a:pt x="208372" y="16053"/>
                  </a:lnTo>
                  <a:lnTo>
                    <a:pt x="171661" y="0"/>
                  </a:lnTo>
                  <a:close/>
                  <a:moveTo>
                    <a:pt x="1107158" y="1147411"/>
                  </a:moveTo>
                  <a:lnTo>
                    <a:pt x="1100202" y="1165122"/>
                  </a:lnTo>
                  <a:lnTo>
                    <a:pt x="1126686" y="1164979"/>
                  </a:lnTo>
                  <a:close/>
                  <a:moveTo>
                    <a:pt x="1072420" y="962088"/>
                  </a:moveTo>
                  <a:lnTo>
                    <a:pt x="1156323" y="966211"/>
                  </a:lnTo>
                  <a:lnTo>
                    <a:pt x="1101548" y="936093"/>
                  </a:lnTo>
                  <a:close/>
                  <a:moveTo>
                    <a:pt x="1153704" y="971380"/>
                  </a:moveTo>
                  <a:lnTo>
                    <a:pt x="1166623" y="968708"/>
                  </a:lnTo>
                  <a:lnTo>
                    <a:pt x="1156323" y="966211"/>
                  </a:lnTo>
                  <a:close/>
                  <a:moveTo>
                    <a:pt x="1058393" y="917171"/>
                  </a:moveTo>
                  <a:lnTo>
                    <a:pt x="1018660" y="879718"/>
                  </a:lnTo>
                  <a:lnTo>
                    <a:pt x="1039802" y="889728"/>
                  </a:lnTo>
                  <a:close/>
                  <a:moveTo>
                    <a:pt x="1058393" y="917171"/>
                  </a:moveTo>
                  <a:lnTo>
                    <a:pt x="1039802" y="889728"/>
                  </a:lnTo>
                  <a:lnTo>
                    <a:pt x="1044005" y="941265"/>
                  </a:lnTo>
                  <a:close/>
                  <a:moveTo>
                    <a:pt x="752667" y="567580"/>
                  </a:moveTo>
                  <a:lnTo>
                    <a:pt x="705104" y="568265"/>
                  </a:lnTo>
                  <a:lnTo>
                    <a:pt x="777078" y="596340"/>
                  </a:lnTo>
                  <a:close/>
                  <a:moveTo>
                    <a:pt x="789952" y="575250"/>
                  </a:moveTo>
                  <a:lnTo>
                    <a:pt x="752667" y="567580"/>
                  </a:lnTo>
                  <a:lnTo>
                    <a:pt x="822825" y="592702"/>
                  </a:lnTo>
                  <a:close/>
                  <a:moveTo>
                    <a:pt x="752667" y="567580"/>
                  </a:moveTo>
                  <a:lnTo>
                    <a:pt x="777078" y="596340"/>
                  </a:lnTo>
                  <a:lnTo>
                    <a:pt x="822825" y="592702"/>
                  </a:lnTo>
                  <a:close/>
                  <a:moveTo>
                    <a:pt x="984114" y="846382"/>
                  </a:moveTo>
                  <a:lnTo>
                    <a:pt x="1018660" y="879718"/>
                  </a:lnTo>
                  <a:lnTo>
                    <a:pt x="976903" y="875683"/>
                  </a:lnTo>
                  <a:close/>
                  <a:moveTo>
                    <a:pt x="837041" y="599710"/>
                  </a:moveTo>
                  <a:lnTo>
                    <a:pt x="849952" y="607951"/>
                  </a:lnTo>
                  <a:lnTo>
                    <a:pt x="822825" y="592702"/>
                  </a:lnTo>
                  <a:close/>
                  <a:moveTo>
                    <a:pt x="1152081" y="855229"/>
                  </a:moveTo>
                  <a:lnTo>
                    <a:pt x="1157529" y="893077"/>
                  </a:lnTo>
                  <a:lnTo>
                    <a:pt x="1170919" y="885884"/>
                  </a:lnTo>
                  <a:close/>
                  <a:moveTo>
                    <a:pt x="1123987" y="769328"/>
                  </a:moveTo>
                  <a:lnTo>
                    <a:pt x="1171671" y="768544"/>
                  </a:lnTo>
                  <a:lnTo>
                    <a:pt x="1139867" y="769784"/>
                  </a:lnTo>
                  <a:close/>
                  <a:moveTo>
                    <a:pt x="1171671" y="768544"/>
                  </a:moveTo>
                  <a:lnTo>
                    <a:pt x="1123987" y="769328"/>
                  </a:lnTo>
                  <a:lnTo>
                    <a:pt x="1178631" y="77981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05" name="Output_density__4204">
              <a:extLst>
                <a:ext uri="{FF2B5EF4-FFF2-40B4-BE49-F238E27FC236}">
                  <a16:creationId xmlns:a16="http://schemas.microsoft.com/office/drawing/2014/main" id="{CCA8007D-5617-0F37-DE6D-C1A5656990DF}"/>
                </a:ext>
              </a:extLst>
            </p:cNvPr>
            <p:cNvSpPr>
              <a:spLocks noGrp="1"/>
            </p:cNvSpPr>
            <p:nvPr/>
          </p:nvSpPr>
          <p:spPr>
            <a:xfrm>
              <a:off x="15403458" y="3139662"/>
              <a:ext cx="1368326" cy="994797"/>
            </a:xfrm>
            <a:custGeom>
              <a:avLst/>
              <a:gdLst/>
              <a:ahLst/>
              <a:cxnLst/>
              <a:rect l="0" t="0" r="0" b="0"/>
              <a:pathLst>
                <a:path w="1368326" h="994797">
                  <a:moveTo>
                    <a:pt x="0" y="847538"/>
                  </a:moveTo>
                  <a:lnTo>
                    <a:pt x="12122" y="899075"/>
                  </a:lnTo>
                  <a:lnTo>
                    <a:pt x="12134" y="824235"/>
                  </a:lnTo>
                  <a:close/>
                  <a:moveTo>
                    <a:pt x="12122" y="899075"/>
                  </a:moveTo>
                  <a:lnTo>
                    <a:pt x="8056" y="890294"/>
                  </a:lnTo>
                  <a:lnTo>
                    <a:pt x="12134" y="824235"/>
                  </a:lnTo>
                  <a:close/>
                  <a:moveTo>
                    <a:pt x="45534" y="771907"/>
                  </a:moveTo>
                  <a:lnTo>
                    <a:pt x="44847" y="772880"/>
                  </a:lnTo>
                  <a:lnTo>
                    <a:pt x="12925" y="822759"/>
                  </a:lnTo>
                  <a:close/>
                  <a:moveTo>
                    <a:pt x="44847" y="772880"/>
                  </a:moveTo>
                  <a:lnTo>
                    <a:pt x="20070" y="809698"/>
                  </a:lnTo>
                  <a:lnTo>
                    <a:pt x="12925" y="822759"/>
                  </a:lnTo>
                  <a:close/>
                  <a:moveTo>
                    <a:pt x="12925" y="822759"/>
                  </a:moveTo>
                  <a:lnTo>
                    <a:pt x="20070" y="809698"/>
                  </a:lnTo>
                  <a:lnTo>
                    <a:pt x="12134" y="824235"/>
                  </a:lnTo>
                  <a:close/>
                  <a:moveTo>
                    <a:pt x="12134" y="824235"/>
                  </a:moveTo>
                  <a:lnTo>
                    <a:pt x="20070" y="809698"/>
                  </a:lnTo>
                  <a:lnTo>
                    <a:pt x="0" y="847538"/>
                  </a:lnTo>
                  <a:close/>
                  <a:moveTo>
                    <a:pt x="98029" y="791596"/>
                  </a:moveTo>
                  <a:lnTo>
                    <a:pt x="46980" y="771146"/>
                  </a:lnTo>
                  <a:lnTo>
                    <a:pt x="85143" y="783192"/>
                  </a:lnTo>
                  <a:close/>
                  <a:moveTo>
                    <a:pt x="85143" y="783192"/>
                  </a:moveTo>
                  <a:lnTo>
                    <a:pt x="107008" y="747813"/>
                  </a:lnTo>
                  <a:lnTo>
                    <a:pt x="98029" y="791596"/>
                  </a:lnTo>
                  <a:close/>
                  <a:moveTo>
                    <a:pt x="45895" y="771351"/>
                  </a:moveTo>
                  <a:lnTo>
                    <a:pt x="45534" y="771907"/>
                  </a:lnTo>
                  <a:lnTo>
                    <a:pt x="46980" y="771146"/>
                  </a:lnTo>
                  <a:close/>
                  <a:moveTo>
                    <a:pt x="279316" y="985144"/>
                  </a:moveTo>
                  <a:lnTo>
                    <a:pt x="300562" y="992649"/>
                  </a:lnTo>
                  <a:lnTo>
                    <a:pt x="347902" y="981402"/>
                  </a:lnTo>
                  <a:close/>
                  <a:moveTo>
                    <a:pt x="115896" y="723499"/>
                  </a:moveTo>
                  <a:lnTo>
                    <a:pt x="137485" y="735549"/>
                  </a:lnTo>
                  <a:lnTo>
                    <a:pt x="132038" y="696277"/>
                  </a:lnTo>
                  <a:close/>
                  <a:moveTo>
                    <a:pt x="132038" y="696277"/>
                  </a:moveTo>
                  <a:lnTo>
                    <a:pt x="137485" y="735549"/>
                  </a:lnTo>
                  <a:lnTo>
                    <a:pt x="161347" y="723719"/>
                  </a:lnTo>
                  <a:close/>
                  <a:moveTo>
                    <a:pt x="132038" y="696277"/>
                  </a:moveTo>
                  <a:lnTo>
                    <a:pt x="161347" y="723719"/>
                  </a:lnTo>
                  <a:lnTo>
                    <a:pt x="139462" y="672183"/>
                  </a:lnTo>
                  <a:close/>
                  <a:moveTo>
                    <a:pt x="262860" y="699625"/>
                  </a:moveTo>
                  <a:lnTo>
                    <a:pt x="219722" y="706674"/>
                  </a:lnTo>
                  <a:lnTo>
                    <a:pt x="240349" y="752648"/>
                  </a:lnTo>
                  <a:close/>
                  <a:moveTo>
                    <a:pt x="219722" y="706674"/>
                  </a:moveTo>
                  <a:lnTo>
                    <a:pt x="262860" y="699625"/>
                  </a:lnTo>
                  <a:lnTo>
                    <a:pt x="225522" y="688897"/>
                  </a:lnTo>
                  <a:close/>
                  <a:moveTo>
                    <a:pt x="161803" y="620646"/>
                  </a:moveTo>
                  <a:lnTo>
                    <a:pt x="139462" y="672183"/>
                  </a:lnTo>
                  <a:lnTo>
                    <a:pt x="178588" y="648089"/>
                  </a:lnTo>
                  <a:close/>
                  <a:moveTo>
                    <a:pt x="161803" y="620646"/>
                  </a:moveTo>
                  <a:lnTo>
                    <a:pt x="178588" y="648089"/>
                  </a:lnTo>
                  <a:lnTo>
                    <a:pt x="172280" y="596552"/>
                  </a:lnTo>
                  <a:close/>
                  <a:moveTo>
                    <a:pt x="191110" y="560234"/>
                  </a:moveTo>
                  <a:lnTo>
                    <a:pt x="172280" y="596552"/>
                  </a:lnTo>
                  <a:lnTo>
                    <a:pt x="227008" y="575265"/>
                  </a:lnTo>
                  <a:close/>
                  <a:moveTo>
                    <a:pt x="343097" y="548364"/>
                  </a:moveTo>
                  <a:lnTo>
                    <a:pt x="344171" y="555978"/>
                  </a:lnTo>
                  <a:lnTo>
                    <a:pt x="302234" y="623995"/>
                  </a:lnTo>
                  <a:close/>
                  <a:moveTo>
                    <a:pt x="1269273" y="943261"/>
                  </a:moveTo>
                  <a:lnTo>
                    <a:pt x="1241149" y="921708"/>
                  </a:lnTo>
                  <a:lnTo>
                    <a:pt x="1214050" y="955286"/>
                  </a:lnTo>
                  <a:close/>
                  <a:moveTo>
                    <a:pt x="1269273" y="943261"/>
                  </a:moveTo>
                  <a:lnTo>
                    <a:pt x="1302406" y="976060"/>
                  </a:lnTo>
                  <a:lnTo>
                    <a:pt x="1317092" y="924189"/>
                  </a:lnTo>
                  <a:close/>
                  <a:moveTo>
                    <a:pt x="1317092" y="924189"/>
                  </a:moveTo>
                  <a:lnTo>
                    <a:pt x="1302406" y="976060"/>
                  </a:lnTo>
                  <a:lnTo>
                    <a:pt x="1331797" y="919167"/>
                  </a:lnTo>
                  <a:close/>
                  <a:moveTo>
                    <a:pt x="1331797" y="919167"/>
                  </a:moveTo>
                  <a:lnTo>
                    <a:pt x="1302406" y="976060"/>
                  </a:lnTo>
                  <a:lnTo>
                    <a:pt x="1326952" y="994797"/>
                  </a:lnTo>
                  <a:close/>
                  <a:moveTo>
                    <a:pt x="1331797" y="919167"/>
                  </a:moveTo>
                  <a:lnTo>
                    <a:pt x="1326952" y="994797"/>
                  </a:lnTo>
                  <a:lnTo>
                    <a:pt x="1346579" y="970703"/>
                  </a:lnTo>
                  <a:close/>
                  <a:moveTo>
                    <a:pt x="1317092" y="924189"/>
                  </a:moveTo>
                  <a:lnTo>
                    <a:pt x="1241149" y="921708"/>
                  </a:lnTo>
                  <a:lnTo>
                    <a:pt x="1269273" y="943261"/>
                  </a:lnTo>
                  <a:close/>
                  <a:moveTo>
                    <a:pt x="1368326" y="946610"/>
                  </a:moveTo>
                  <a:lnTo>
                    <a:pt x="1327131" y="916028"/>
                  </a:lnTo>
                  <a:lnTo>
                    <a:pt x="1331797" y="919167"/>
                  </a:lnTo>
                  <a:close/>
                  <a:moveTo>
                    <a:pt x="693609" y="2159"/>
                  </a:moveTo>
                  <a:lnTo>
                    <a:pt x="659895" y="43045"/>
                  </a:lnTo>
                  <a:lnTo>
                    <a:pt x="681287" y="18951"/>
                  </a:lnTo>
                  <a:close/>
                  <a:moveTo>
                    <a:pt x="1037841" y="280904"/>
                  </a:moveTo>
                  <a:lnTo>
                    <a:pt x="1047858" y="328170"/>
                  </a:lnTo>
                  <a:lnTo>
                    <a:pt x="1026716" y="318160"/>
                  </a:lnTo>
                  <a:close/>
                  <a:moveTo>
                    <a:pt x="713160" y="6707"/>
                  </a:moveTo>
                  <a:lnTo>
                    <a:pt x="739751" y="0"/>
                  </a:lnTo>
                  <a:lnTo>
                    <a:pt x="693609" y="2159"/>
                  </a:lnTo>
                  <a:close/>
                  <a:moveTo>
                    <a:pt x="713160" y="6707"/>
                  </a:moveTo>
                  <a:lnTo>
                    <a:pt x="760723" y="6022"/>
                  </a:lnTo>
                  <a:lnTo>
                    <a:pt x="739751" y="0"/>
                  </a:lnTo>
                  <a:close/>
                  <a:moveTo>
                    <a:pt x="992170" y="284824"/>
                  </a:moveTo>
                  <a:lnTo>
                    <a:pt x="1037841" y="280904"/>
                  </a:lnTo>
                  <a:lnTo>
                    <a:pt x="1026716" y="318160"/>
                  </a:lnTo>
                  <a:close/>
                  <a:moveTo>
                    <a:pt x="1097057" y="228446"/>
                  </a:moveTo>
                  <a:lnTo>
                    <a:pt x="1094430" y="238349"/>
                  </a:lnTo>
                  <a:lnTo>
                    <a:pt x="1065339" y="248814"/>
                  </a:lnTo>
                  <a:close/>
                  <a:moveTo>
                    <a:pt x="1065339" y="248814"/>
                  </a:moveTo>
                  <a:lnTo>
                    <a:pt x="1094430" y="238349"/>
                  </a:lnTo>
                  <a:lnTo>
                    <a:pt x="1079245" y="261030"/>
                  </a:lnTo>
                  <a:close/>
                  <a:moveTo>
                    <a:pt x="1105064" y="222660"/>
                  </a:moveTo>
                  <a:lnTo>
                    <a:pt x="1094430" y="238349"/>
                  </a:lnTo>
                  <a:lnTo>
                    <a:pt x="1097057" y="228446"/>
                  </a:lnTo>
                  <a:close/>
                  <a:moveTo>
                    <a:pt x="1105064" y="222660"/>
                  </a:moveTo>
                  <a:lnTo>
                    <a:pt x="1097057" y="228446"/>
                  </a:lnTo>
                  <a:lnTo>
                    <a:pt x="1132043" y="207770"/>
                  </a:lnTo>
                  <a:close/>
                  <a:moveTo>
                    <a:pt x="1132043" y="207770"/>
                  </a:moveTo>
                  <a:lnTo>
                    <a:pt x="1147923" y="208226"/>
                  </a:lnTo>
                  <a:lnTo>
                    <a:pt x="1105064" y="222660"/>
                  </a:lnTo>
                  <a:close/>
                  <a:moveTo>
                    <a:pt x="1132043" y="207770"/>
                  </a:moveTo>
                  <a:lnTo>
                    <a:pt x="1136924" y="206881"/>
                  </a:lnTo>
                  <a:lnTo>
                    <a:pt x="1186687" y="218259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06" name="Output_density__4205">
              <a:extLst>
                <a:ext uri="{FF2B5EF4-FFF2-40B4-BE49-F238E27FC236}">
                  <a16:creationId xmlns:a16="http://schemas.microsoft.com/office/drawing/2014/main" id="{2F9CE1F4-5057-9B45-5DE0-6546A102AB89}"/>
                </a:ext>
              </a:extLst>
            </p:cNvPr>
            <p:cNvSpPr>
              <a:spLocks noGrp="1"/>
            </p:cNvSpPr>
            <p:nvPr/>
          </p:nvSpPr>
          <p:spPr>
            <a:xfrm>
              <a:off x="15415593" y="3141821"/>
              <a:ext cx="1124790" cy="822077"/>
            </a:xfrm>
            <a:custGeom>
              <a:avLst/>
              <a:gdLst/>
              <a:ahLst/>
              <a:cxnLst/>
              <a:rect l="0" t="0" r="0" b="0"/>
              <a:pathLst>
                <a:path w="1124790" h="822077">
                  <a:moveTo>
                    <a:pt x="790" y="820600"/>
                  </a:moveTo>
                  <a:lnTo>
                    <a:pt x="0" y="822077"/>
                  </a:lnTo>
                  <a:lnTo>
                    <a:pt x="502" y="821285"/>
                  </a:lnTo>
                  <a:close/>
                  <a:moveTo>
                    <a:pt x="790" y="820600"/>
                  </a:moveTo>
                  <a:lnTo>
                    <a:pt x="502" y="821285"/>
                  </a:lnTo>
                  <a:lnTo>
                    <a:pt x="1741" y="820662"/>
                  </a:lnTo>
                  <a:close/>
                  <a:moveTo>
                    <a:pt x="34845" y="768987"/>
                  </a:moveTo>
                  <a:lnTo>
                    <a:pt x="33399" y="769748"/>
                  </a:lnTo>
                  <a:lnTo>
                    <a:pt x="73008" y="781034"/>
                  </a:lnTo>
                  <a:close/>
                  <a:moveTo>
                    <a:pt x="33399" y="769748"/>
                  </a:moveTo>
                  <a:lnTo>
                    <a:pt x="790" y="820600"/>
                  </a:lnTo>
                  <a:lnTo>
                    <a:pt x="73008" y="781034"/>
                  </a:lnTo>
                  <a:close/>
                  <a:moveTo>
                    <a:pt x="103762" y="721341"/>
                  </a:moveTo>
                  <a:lnTo>
                    <a:pt x="93821" y="759023"/>
                  </a:lnTo>
                  <a:lnTo>
                    <a:pt x="94874" y="745655"/>
                  </a:lnTo>
                  <a:close/>
                  <a:moveTo>
                    <a:pt x="125350" y="733390"/>
                  </a:moveTo>
                  <a:lnTo>
                    <a:pt x="94874" y="745655"/>
                  </a:lnTo>
                  <a:lnTo>
                    <a:pt x="148800" y="754831"/>
                  </a:lnTo>
                  <a:close/>
                  <a:moveTo>
                    <a:pt x="94874" y="745655"/>
                  </a:moveTo>
                  <a:lnTo>
                    <a:pt x="73008" y="781034"/>
                  </a:lnTo>
                  <a:lnTo>
                    <a:pt x="148800" y="754831"/>
                  </a:lnTo>
                  <a:close/>
                  <a:moveTo>
                    <a:pt x="103762" y="721341"/>
                  </a:moveTo>
                  <a:lnTo>
                    <a:pt x="94874" y="745655"/>
                  </a:lnTo>
                  <a:lnTo>
                    <a:pt x="125350" y="733390"/>
                  </a:lnTo>
                  <a:close/>
                  <a:moveTo>
                    <a:pt x="125350" y="733390"/>
                  </a:moveTo>
                  <a:lnTo>
                    <a:pt x="148800" y="754831"/>
                  </a:lnTo>
                  <a:lnTo>
                    <a:pt x="149213" y="721561"/>
                  </a:lnTo>
                  <a:close/>
                  <a:moveTo>
                    <a:pt x="149213" y="721561"/>
                  </a:moveTo>
                  <a:lnTo>
                    <a:pt x="207587" y="704515"/>
                  </a:lnTo>
                  <a:lnTo>
                    <a:pt x="166454" y="645930"/>
                  </a:lnTo>
                  <a:close/>
                  <a:moveTo>
                    <a:pt x="127328" y="670024"/>
                  </a:moveTo>
                  <a:lnTo>
                    <a:pt x="149213" y="721561"/>
                  </a:lnTo>
                  <a:lnTo>
                    <a:pt x="166454" y="645930"/>
                  </a:lnTo>
                  <a:close/>
                  <a:moveTo>
                    <a:pt x="681474" y="0"/>
                  </a:moveTo>
                  <a:lnTo>
                    <a:pt x="669153" y="16792"/>
                  </a:lnTo>
                  <a:lnTo>
                    <a:pt x="701026" y="4549"/>
                  </a:lnTo>
                  <a:close/>
                  <a:moveTo>
                    <a:pt x="1119909" y="205611"/>
                  </a:moveTo>
                  <a:lnTo>
                    <a:pt x="1084923" y="226287"/>
                  </a:lnTo>
                  <a:lnTo>
                    <a:pt x="1124790" y="204723"/>
                  </a:lnTo>
                  <a:close/>
                  <a:moveTo>
                    <a:pt x="1084923" y="226287"/>
                  </a:moveTo>
                  <a:lnTo>
                    <a:pt x="1053205" y="246655"/>
                  </a:lnTo>
                  <a:lnTo>
                    <a:pt x="1124790" y="20472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7" name="Output_density__4206">
              <a:extLst>
                <a:ext uri="{FF2B5EF4-FFF2-40B4-BE49-F238E27FC236}">
                  <a16:creationId xmlns:a16="http://schemas.microsoft.com/office/drawing/2014/main" id="{BBD95769-8937-8547-3D72-B99127EAC2D5}"/>
                </a:ext>
              </a:extLst>
            </p:cNvPr>
            <p:cNvSpPr>
              <a:spLocks noGrp="1"/>
            </p:cNvSpPr>
            <p:nvPr/>
          </p:nvSpPr>
          <p:spPr>
            <a:xfrm>
              <a:off x="15753777" y="3243791"/>
              <a:ext cx="1137828" cy="1338816"/>
            </a:xfrm>
            <a:custGeom>
              <a:avLst/>
              <a:gdLst/>
              <a:ahLst/>
              <a:cxnLst/>
              <a:rect l="0" t="0" r="0" b="0"/>
              <a:pathLst>
                <a:path w="1137828" h="1338816">
                  <a:moveTo>
                    <a:pt x="367840" y="1338816"/>
                  </a:moveTo>
                  <a:lnTo>
                    <a:pt x="329631" y="1330855"/>
                  </a:lnTo>
                  <a:lnTo>
                    <a:pt x="411783" y="1328434"/>
                  </a:lnTo>
                  <a:close/>
                  <a:moveTo>
                    <a:pt x="46439" y="970755"/>
                  </a:moveTo>
                  <a:lnTo>
                    <a:pt x="56284" y="941019"/>
                  </a:lnTo>
                  <a:lnTo>
                    <a:pt x="0" y="971805"/>
                  </a:lnTo>
                  <a:close/>
                  <a:moveTo>
                    <a:pt x="56284" y="941019"/>
                  </a:moveTo>
                  <a:lnTo>
                    <a:pt x="46439" y="970755"/>
                  </a:lnTo>
                  <a:lnTo>
                    <a:pt x="61419" y="952904"/>
                  </a:lnTo>
                  <a:close/>
                  <a:moveTo>
                    <a:pt x="440267" y="1300031"/>
                  </a:moveTo>
                  <a:lnTo>
                    <a:pt x="367840" y="1338816"/>
                  </a:lnTo>
                  <a:lnTo>
                    <a:pt x="411783" y="1328434"/>
                  </a:lnTo>
                  <a:close/>
                  <a:moveTo>
                    <a:pt x="677453" y="948523"/>
                  </a:moveTo>
                  <a:lnTo>
                    <a:pt x="722510" y="942306"/>
                  </a:lnTo>
                  <a:lnTo>
                    <a:pt x="750581" y="912359"/>
                  </a:lnTo>
                  <a:close/>
                  <a:moveTo>
                    <a:pt x="1056381" y="952288"/>
                  </a:moveTo>
                  <a:lnTo>
                    <a:pt x="1100159" y="941292"/>
                  </a:lnTo>
                  <a:lnTo>
                    <a:pt x="1126660" y="905476"/>
                  </a:lnTo>
                  <a:close/>
                  <a:moveTo>
                    <a:pt x="1111832" y="918111"/>
                  </a:moveTo>
                  <a:lnTo>
                    <a:pt x="1133075" y="894017"/>
                  </a:lnTo>
                  <a:lnTo>
                    <a:pt x="1126660" y="905476"/>
                  </a:lnTo>
                  <a:close/>
                  <a:moveTo>
                    <a:pt x="855824" y="584798"/>
                  </a:moveTo>
                  <a:lnTo>
                    <a:pt x="850757" y="587445"/>
                  </a:lnTo>
                  <a:lnTo>
                    <a:pt x="851843" y="557355"/>
                  </a:lnTo>
                  <a:close/>
                  <a:moveTo>
                    <a:pt x="869270" y="533261"/>
                  </a:moveTo>
                  <a:lnTo>
                    <a:pt x="855824" y="584798"/>
                  </a:lnTo>
                  <a:lnTo>
                    <a:pt x="851843" y="557355"/>
                  </a:lnTo>
                  <a:close/>
                  <a:moveTo>
                    <a:pt x="1137828" y="882447"/>
                  </a:moveTo>
                  <a:lnTo>
                    <a:pt x="1126660" y="905476"/>
                  </a:lnTo>
                  <a:lnTo>
                    <a:pt x="1133075" y="894017"/>
                  </a:lnTo>
                  <a:close/>
                  <a:moveTo>
                    <a:pt x="504814" y="17895"/>
                  </a:moveTo>
                  <a:lnTo>
                    <a:pt x="500083" y="0"/>
                  </a:lnTo>
                  <a:lnTo>
                    <a:pt x="481230" y="6441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08" name="Output_density__4207">
              <a:extLst>
                <a:ext uri="{FF2B5EF4-FFF2-40B4-BE49-F238E27FC236}">
                  <a16:creationId xmlns:a16="http://schemas.microsoft.com/office/drawing/2014/main" id="{308E42F0-3124-32D3-F2C4-50A3113198FD}"/>
                </a:ext>
              </a:extLst>
            </p:cNvPr>
            <p:cNvSpPr>
              <a:spLocks noGrp="1"/>
            </p:cNvSpPr>
            <p:nvPr/>
          </p:nvSpPr>
          <p:spPr>
            <a:xfrm>
              <a:off x="15583229" y="2636791"/>
              <a:ext cx="1307940" cy="2091422"/>
            </a:xfrm>
            <a:custGeom>
              <a:avLst/>
              <a:gdLst/>
              <a:ahLst/>
              <a:cxnLst/>
              <a:rect l="0" t="0" r="0" b="0"/>
              <a:pathLst>
                <a:path w="1307940" h="2091422">
                  <a:moveTo>
                    <a:pt x="177285" y="2044479"/>
                  </a:moveTo>
                  <a:lnTo>
                    <a:pt x="178999" y="2050867"/>
                  </a:lnTo>
                  <a:lnTo>
                    <a:pt x="190513" y="2058148"/>
                  </a:lnTo>
                  <a:close/>
                  <a:moveTo>
                    <a:pt x="197945" y="2020385"/>
                  </a:moveTo>
                  <a:lnTo>
                    <a:pt x="190513" y="2058148"/>
                  </a:lnTo>
                  <a:lnTo>
                    <a:pt x="220187" y="2034195"/>
                  </a:lnTo>
                  <a:close/>
                  <a:moveTo>
                    <a:pt x="197945" y="2020385"/>
                  </a:moveTo>
                  <a:lnTo>
                    <a:pt x="177285" y="2044479"/>
                  </a:lnTo>
                  <a:lnTo>
                    <a:pt x="190513" y="2058148"/>
                  </a:lnTo>
                  <a:close/>
                  <a:moveTo>
                    <a:pt x="163683" y="1997616"/>
                  </a:moveTo>
                  <a:lnTo>
                    <a:pt x="133086" y="1987468"/>
                  </a:lnTo>
                  <a:lnTo>
                    <a:pt x="197945" y="2020385"/>
                  </a:lnTo>
                  <a:close/>
                  <a:moveTo>
                    <a:pt x="197945" y="2020385"/>
                  </a:moveTo>
                  <a:lnTo>
                    <a:pt x="133086" y="1987468"/>
                  </a:lnTo>
                  <a:lnTo>
                    <a:pt x="134222" y="1992942"/>
                  </a:lnTo>
                  <a:close/>
                  <a:moveTo>
                    <a:pt x="197945" y="2020385"/>
                  </a:moveTo>
                  <a:lnTo>
                    <a:pt x="134222" y="1992942"/>
                  </a:lnTo>
                  <a:lnTo>
                    <a:pt x="177285" y="2044479"/>
                  </a:lnTo>
                  <a:close/>
                  <a:moveTo>
                    <a:pt x="190513" y="2058148"/>
                  </a:moveTo>
                  <a:lnTo>
                    <a:pt x="246132" y="2091422"/>
                  </a:lnTo>
                  <a:lnTo>
                    <a:pt x="270124" y="2046226"/>
                  </a:lnTo>
                  <a:close/>
                  <a:moveTo>
                    <a:pt x="220187" y="2034195"/>
                  </a:moveTo>
                  <a:lnTo>
                    <a:pt x="190513" y="2058148"/>
                  </a:lnTo>
                  <a:lnTo>
                    <a:pt x="270124" y="2046226"/>
                  </a:lnTo>
                  <a:close/>
                  <a:moveTo>
                    <a:pt x="118030" y="1961824"/>
                  </a:moveTo>
                  <a:lnTo>
                    <a:pt x="134222" y="1992942"/>
                  </a:lnTo>
                  <a:lnTo>
                    <a:pt x="133086" y="1987468"/>
                  </a:lnTo>
                  <a:close/>
                  <a:moveTo>
                    <a:pt x="85549" y="1925390"/>
                  </a:moveTo>
                  <a:lnTo>
                    <a:pt x="133086" y="1987468"/>
                  </a:lnTo>
                  <a:lnTo>
                    <a:pt x="130677" y="1968848"/>
                  </a:lnTo>
                  <a:close/>
                  <a:moveTo>
                    <a:pt x="104199" y="1941406"/>
                  </a:moveTo>
                  <a:lnTo>
                    <a:pt x="133086" y="1987468"/>
                  </a:lnTo>
                  <a:lnTo>
                    <a:pt x="85549" y="1925390"/>
                  </a:lnTo>
                  <a:close/>
                  <a:moveTo>
                    <a:pt x="336484" y="2047828"/>
                  </a:moveTo>
                  <a:lnTo>
                    <a:pt x="326567" y="2082580"/>
                  </a:lnTo>
                  <a:lnTo>
                    <a:pt x="360042" y="2072837"/>
                  </a:lnTo>
                  <a:close/>
                  <a:moveTo>
                    <a:pt x="336484" y="2047828"/>
                  </a:moveTo>
                  <a:lnTo>
                    <a:pt x="313134" y="2071921"/>
                  </a:lnTo>
                  <a:lnTo>
                    <a:pt x="326567" y="2082580"/>
                  </a:lnTo>
                  <a:close/>
                  <a:moveTo>
                    <a:pt x="290784" y="1997969"/>
                  </a:moveTo>
                  <a:lnTo>
                    <a:pt x="270124" y="2046226"/>
                  </a:lnTo>
                  <a:lnTo>
                    <a:pt x="296968" y="1996291"/>
                  </a:lnTo>
                  <a:close/>
                  <a:moveTo>
                    <a:pt x="296968" y="1996291"/>
                  </a:moveTo>
                  <a:lnTo>
                    <a:pt x="270124" y="2046226"/>
                  </a:lnTo>
                  <a:lnTo>
                    <a:pt x="313134" y="2071921"/>
                  </a:lnTo>
                  <a:close/>
                  <a:moveTo>
                    <a:pt x="296968" y="1996291"/>
                  </a:moveTo>
                  <a:lnTo>
                    <a:pt x="313134" y="2071921"/>
                  </a:lnTo>
                  <a:lnTo>
                    <a:pt x="336484" y="2047828"/>
                  </a:lnTo>
                  <a:close/>
                  <a:moveTo>
                    <a:pt x="270124" y="2046226"/>
                  </a:moveTo>
                  <a:lnTo>
                    <a:pt x="290784" y="1997969"/>
                  </a:lnTo>
                  <a:lnTo>
                    <a:pt x="246646" y="1998221"/>
                  </a:lnTo>
                  <a:close/>
                  <a:moveTo>
                    <a:pt x="220187" y="2034195"/>
                  </a:moveTo>
                  <a:lnTo>
                    <a:pt x="270124" y="2046226"/>
                  </a:lnTo>
                  <a:lnTo>
                    <a:pt x="246646" y="1998221"/>
                  </a:lnTo>
                  <a:close/>
                  <a:moveTo>
                    <a:pt x="296968" y="1996291"/>
                  </a:moveTo>
                  <a:lnTo>
                    <a:pt x="334682" y="1978022"/>
                  </a:lnTo>
                  <a:lnTo>
                    <a:pt x="290784" y="1997969"/>
                  </a:lnTo>
                  <a:close/>
                  <a:moveTo>
                    <a:pt x="290784" y="1997969"/>
                  </a:moveTo>
                  <a:lnTo>
                    <a:pt x="275299" y="1947816"/>
                  </a:lnTo>
                  <a:lnTo>
                    <a:pt x="267962" y="1996291"/>
                  </a:lnTo>
                  <a:close/>
                  <a:moveTo>
                    <a:pt x="275299" y="1947816"/>
                  </a:moveTo>
                  <a:lnTo>
                    <a:pt x="267093" y="1944754"/>
                  </a:lnTo>
                  <a:lnTo>
                    <a:pt x="267962" y="1996291"/>
                  </a:lnTo>
                  <a:close/>
                  <a:moveTo>
                    <a:pt x="219239" y="1895751"/>
                  </a:moveTo>
                  <a:lnTo>
                    <a:pt x="267093" y="1944754"/>
                  </a:lnTo>
                  <a:lnTo>
                    <a:pt x="218043" y="1893639"/>
                  </a:lnTo>
                  <a:close/>
                  <a:moveTo>
                    <a:pt x="267093" y="1944754"/>
                  </a:moveTo>
                  <a:lnTo>
                    <a:pt x="275299" y="1947816"/>
                  </a:lnTo>
                  <a:lnTo>
                    <a:pt x="218043" y="1893639"/>
                  </a:lnTo>
                  <a:close/>
                  <a:moveTo>
                    <a:pt x="219239" y="1895751"/>
                  </a:moveTo>
                  <a:lnTo>
                    <a:pt x="218043" y="1893639"/>
                  </a:lnTo>
                  <a:lnTo>
                    <a:pt x="217332" y="1893218"/>
                  </a:lnTo>
                  <a:close/>
                  <a:moveTo>
                    <a:pt x="296968" y="1996291"/>
                  </a:moveTo>
                  <a:lnTo>
                    <a:pt x="336484" y="2047828"/>
                  </a:lnTo>
                  <a:lnTo>
                    <a:pt x="294336" y="1995082"/>
                  </a:lnTo>
                  <a:close/>
                  <a:moveTo>
                    <a:pt x="109188" y="1658968"/>
                  </a:moveTo>
                  <a:lnTo>
                    <a:pt x="97366" y="1654544"/>
                  </a:lnTo>
                  <a:lnTo>
                    <a:pt x="145137" y="1658475"/>
                  </a:lnTo>
                  <a:close/>
                  <a:moveTo>
                    <a:pt x="88732" y="1559904"/>
                  </a:moveTo>
                  <a:lnTo>
                    <a:pt x="99742" y="1623650"/>
                  </a:lnTo>
                  <a:lnTo>
                    <a:pt x="125215" y="1583988"/>
                  </a:lnTo>
                  <a:close/>
                  <a:moveTo>
                    <a:pt x="397056" y="1862051"/>
                  </a:moveTo>
                  <a:lnTo>
                    <a:pt x="469172" y="1896566"/>
                  </a:lnTo>
                  <a:lnTo>
                    <a:pt x="425286" y="1872297"/>
                  </a:lnTo>
                  <a:close/>
                  <a:moveTo>
                    <a:pt x="397056" y="1862051"/>
                  </a:moveTo>
                  <a:lnTo>
                    <a:pt x="462246" y="1909778"/>
                  </a:lnTo>
                  <a:lnTo>
                    <a:pt x="469172" y="1896566"/>
                  </a:lnTo>
                  <a:close/>
                  <a:moveTo>
                    <a:pt x="311980" y="1798020"/>
                  </a:moveTo>
                  <a:lnTo>
                    <a:pt x="298176" y="1803732"/>
                  </a:lnTo>
                  <a:lnTo>
                    <a:pt x="333623" y="1839162"/>
                  </a:lnTo>
                  <a:close/>
                  <a:moveTo>
                    <a:pt x="369017" y="1836594"/>
                  </a:moveTo>
                  <a:lnTo>
                    <a:pt x="311980" y="1798020"/>
                  </a:lnTo>
                  <a:lnTo>
                    <a:pt x="333623" y="1839162"/>
                  </a:lnTo>
                  <a:close/>
                  <a:moveTo>
                    <a:pt x="382547" y="1847403"/>
                  </a:moveTo>
                  <a:lnTo>
                    <a:pt x="382809" y="1845030"/>
                  </a:lnTo>
                  <a:lnTo>
                    <a:pt x="369017" y="1836594"/>
                  </a:lnTo>
                  <a:close/>
                  <a:moveTo>
                    <a:pt x="193730" y="1530579"/>
                  </a:moveTo>
                  <a:lnTo>
                    <a:pt x="168131" y="1484274"/>
                  </a:lnTo>
                  <a:lnTo>
                    <a:pt x="193531" y="1537110"/>
                  </a:lnTo>
                  <a:close/>
                  <a:moveTo>
                    <a:pt x="142117" y="1512284"/>
                  </a:moveTo>
                  <a:lnTo>
                    <a:pt x="192776" y="1535810"/>
                  </a:lnTo>
                  <a:lnTo>
                    <a:pt x="193531" y="1537110"/>
                  </a:lnTo>
                  <a:close/>
                  <a:moveTo>
                    <a:pt x="117323" y="1435598"/>
                  </a:moveTo>
                  <a:lnTo>
                    <a:pt x="123472" y="1442571"/>
                  </a:lnTo>
                  <a:lnTo>
                    <a:pt x="111816" y="1432737"/>
                  </a:lnTo>
                  <a:close/>
                  <a:moveTo>
                    <a:pt x="123472" y="1442571"/>
                  </a:moveTo>
                  <a:lnTo>
                    <a:pt x="117323" y="1435598"/>
                  </a:lnTo>
                  <a:lnTo>
                    <a:pt x="168131" y="1484274"/>
                  </a:lnTo>
                  <a:close/>
                  <a:moveTo>
                    <a:pt x="62230" y="1442405"/>
                  </a:moveTo>
                  <a:lnTo>
                    <a:pt x="38636" y="1434960"/>
                  </a:lnTo>
                  <a:lnTo>
                    <a:pt x="0" y="1392272"/>
                  </a:lnTo>
                  <a:close/>
                  <a:moveTo>
                    <a:pt x="14280" y="1443405"/>
                  </a:moveTo>
                  <a:lnTo>
                    <a:pt x="62230" y="1442405"/>
                  </a:lnTo>
                  <a:lnTo>
                    <a:pt x="0" y="1392272"/>
                  </a:lnTo>
                  <a:close/>
                  <a:moveTo>
                    <a:pt x="382809" y="1845030"/>
                  </a:moveTo>
                  <a:lnTo>
                    <a:pt x="397056" y="1862051"/>
                  </a:lnTo>
                  <a:lnTo>
                    <a:pt x="425286" y="1872297"/>
                  </a:lnTo>
                  <a:close/>
                  <a:moveTo>
                    <a:pt x="381910" y="1773639"/>
                  </a:moveTo>
                  <a:lnTo>
                    <a:pt x="432958" y="1770120"/>
                  </a:lnTo>
                  <a:lnTo>
                    <a:pt x="393413" y="1739527"/>
                  </a:lnTo>
                  <a:close/>
                  <a:moveTo>
                    <a:pt x="381910" y="1773639"/>
                  </a:moveTo>
                  <a:lnTo>
                    <a:pt x="393413" y="1739527"/>
                  </a:lnTo>
                  <a:lnTo>
                    <a:pt x="359763" y="1728902"/>
                  </a:lnTo>
                  <a:close/>
                  <a:moveTo>
                    <a:pt x="432958" y="1770120"/>
                  </a:moveTo>
                  <a:lnTo>
                    <a:pt x="474066" y="1774682"/>
                  </a:lnTo>
                  <a:lnTo>
                    <a:pt x="393413" y="1739527"/>
                  </a:lnTo>
                  <a:close/>
                  <a:moveTo>
                    <a:pt x="332969" y="1690420"/>
                  </a:moveTo>
                  <a:lnTo>
                    <a:pt x="331833" y="1697568"/>
                  </a:lnTo>
                  <a:lnTo>
                    <a:pt x="359763" y="1728902"/>
                  </a:lnTo>
                  <a:close/>
                  <a:moveTo>
                    <a:pt x="359763" y="1728902"/>
                  </a:moveTo>
                  <a:lnTo>
                    <a:pt x="393413" y="1739527"/>
                  </a:lnTo>
                  <a:lnTo>
                    <a:pt x="332969" y="1690420"/>
                  </a:lnTo>
                  <a:close/>
                  <a:moveTo>
                    <a:pt x="329078" y="1687268"/>
                  </a:moveTo>
                  <a:lnTo>
                    <a:pt x="332969" y="1690420"/>
                  </a:lnTo>
                  <a:lnTo>
                    <a:pt x="337540" y="1684226"/>
                  </a:lnTo>
                  <a:close/>
                  <a:moveTo>
                    <a:pt x="337540" y="1684226"/>
                  </a:moveTo>
                  <a:lnTo>
                    <a:pt x="347807" y="1666326"/>
                  </a:lnTo>
                  <a:lnTo>
                    <a:pt x="329078" y="1687268"/>
                  </a:lnTo>
                  <a:close/>
                  <a:moveTo>
                    <a:pt x="329078" y="1687268"/>
                  </a:moveTo>
                  <a:lnTo>
                    <a:pt x="347807" y="1666326"/>
                  </a:lnTo>
                  <a:lnTo>
                    <a:pt x="305774" y="1639917"/>
                  </a:lnTo>
                  <a:close/>
                  <a:moveTo>
                    <a:pt x="123472" y="1442571"/>
                  </a:moveTo>
                  <a:lnTo>
                    <a:pt x="185963" y="1480520"/>
                  </a:lnTo>
                  <a:lnTo>
                    <a:pt x="199421" y="1416955"/>
                  </a:lnTo>
                  <a:close/>
                  <a:moveTo>
                    <a:pt x="185963" y="1480520"/>
                  </a:moveTo>
                  <a:lnTo>
                    <a:pt x="193730" y="1530579"/>
                  </a:lnTo>
                  <a:lnTo>
                    <a:pt x="245102" y="1470423"/>
                  </a:lnTo>
                  <a:close/>
                  <a:moveTo>
                    <a:pt x="229009" y="1408643"/>
                  </a:moveTo>
                  <a:lnTo>
                    <a:pt x="199421" y="1416955"/>
                  </a:lnTo>
                  <a:lnTo>
                    <a:pt x="242390" y="1409884"/>
                  </a:lnTo>
                  <a:close/>
                  <a:moveTo>
                    <a:pt x="77046" y="1381201"/>
                  </a:moveTo>
                  <a:lnTo>
                    <a:pt x="111816" y="1432737"/>
                  </a:lnTo>
                  <a:lnTo>
                    <a:pt x="74282" y="1369864"/>
                  </a:lnTo>
                  <a:close/>
                  <a:moveTo>
                    <a:pt x="313621" y="1602947"/>
                  </a:moveTo>
                  <a:lnTo>
                    <a:pt x="356340" y="160619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96690" y="153915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38214" y="1558192"/>
                  </a:lnTo>
                  <a:lnTo>
                    <a:pt x="356340" y="1606199"/>
                  </a:lnTo>
                  <a:close/>
                  <a:moveTo>
                    <a:pt x="338214" y="1558192"/>
                  </a:moveTo>
                  <a:lnTo>
                    <a:pt x="356871" y="1521384"/>
                  </a:lnTo>
                  <a:lnTo>
                    <a:pt x="301157" y="1511716"/>
                  </a:lnTo>
                  <a:close/>
                  <a:moveTo>
                    <a:pt x="309533" y="1543527"/>
                  </a:moveTo>
                  <a:lnTo>
                    <a:pt x="338214" y="1558192"/>
                  </a:lnTo>
                  <a:lnTo>
                    <a:pt x="301157" y="1511716"/>
                  </a:lnTo>
                  <a:close/>
                  <a:moveTo>
                    <a:pt x="338214" y="1558192"/>
                  </a:moveTo>
                  <a:lnTo>
                    <a:pt x="396690" y="1539159"/>
                  </a:lnTo>
                  <a:lnTo>
                    <a:pt x="356871" y="1521384"/>
                  </a:lnTo>
                  <a:close/>
                  <a:moveTo>
                    <a:pt x="200615" y="1405864"/>
                  </a:moveTo>
                  <a:lnTo>
                    <a:pt x="199421" y="1416955"/>
                  </a:lnTo>
                  <a:lnTo>
                    <a:pt x="229009" y="1408643"/>
                  </a:lnTo>
                  <a:close/>
                  <a:moveTo>
                    <a:pt x="229009" y="1408643"/>
                  </a:moveTo>
                  <a:lnTo>
                    <a:pt x="213952" y="1336387"/>
                  </a:lnTo>
                  <a:lnTo>
                    <a:pt x="200615" y="1405864"/>
                  </a:lnTo>
                  <a:close/>
                  <a:moveTo>
                    <a:pt x="78697" y="1254033"/>
                  </a:moveTo>
                  <a:lnTo>
                    <a:pt x="138405" y="1230229"/>
                  </a:lnTo>
                  <a:lnTo>
                    <a:pt x="83090" y="1202497"/>
                  </a:lnTo>
                  <a:close/>
                  <a:moveTo>
                    <a:pt x="356871" y="1521384"/>
                  </a:moveTo>
                  <a:lnTo>
                    <a:pt x="396690" y="1539159"/>
                  </a:lnTo>
                  <a:lnTo>
                    <a:pt x="399643" y="1463529"/>
                  </a:lnTo>
                  <a:close/>
                  <a:moveTo>
                    <a:pt x="399643" y="1463529"/>
                  </a:moveTo>
                  <a:lnTo>
                    <a:pt x="396690" y="1539159"/>
                  </a:lnTo>
                  <a:lnTo>
                    <a:pt x="428771" y="1480627"/>
                  </a:lnTo>
                  <a:close/>
                  <a:moveTo>
                    <a:pt x="428771" y="1480627"/>
                  </a:moveTo>
                  <a:lnTo>
                    <a:pt x="396690" y="1539159"/>
                  </a:lnTo>
                  <a:lnTo>
                    <a:pt x="414875" y="1533850"/>
                  </a:lnTo>
                  <a:close/>
                  <a:moveTo>
                    <a:pt x="479172" y="1566602"/>
                  </a:moveTo>
                  <a:lnTo>
                    <a:pt x="474880" y="1523049"/>
                  </a:lnTo>
                  <a:lnTo>
                    <a:pt x="484494" y="1577976"/>
                  </a:lnTo>
                  <a:close/>
                  <a:moveTo>
                    <a:pt x="465517" y="1515065"/>
                  </a:moveTo>
                  <a:lnTo>
                    <a:pt x="474880" y="1523049"/>
                  </a:lnTo>
                  <a:lnTo>
                    <a:pt x="479172" y="1566602"/>
                  </a:lnTo>
                  <a:close/>
                  <a:moveTo>
                    <a:pt x="428771" y="1480627"/>
                  </a:moveTo>
                  <a:lnTo>
                    <a:pt x="474880" y="1523049"/>
                  </a:lnTo>
                  <a:lnTo>
                    <a:pt x="465517" y="1515065"/>
                  </a:lnTo>
                  <a:close/>
                  <a:moveTo>
                    <a:pt x="288500" y="1257382"/>
                  </a:moveTo>
                  <a:lnTo>
                    <a:pt x="272675" y="1246364"/>
                  </a:lnTo>
                  <a:lnTo>
                    <a:pt x="241309" y="1263992"/>
                  </a:lnTo>
                  <a:close/>
                  <a:moveTo>
                    <a:pt x="59259" y="1068363"/>
                  </a:moveTo>
                  <a:lnTo>
                    <a:pt x="83280" y="1062280"/>
                  </a:lnTo>
                  <a:lnTo>
                    <a:pt x="65923" y="1051235"/>
                  </a:lnTo>
                  <a:close/>
                  <a:moveTo>
                    <a:pt x="83280" y="1062280"/>
                  </a:moveTo>
                  <a:lnTo>
                    <a:pt x="59259" y="1068363"/>
                  </a:lnTo>
                  <a:lnTo>
                    <a:pt x="97297" y="1051235"/>
                  </a:lnTo>
                  <a:close/>
                  <a:moveTo>
                    <a:pt x="549753" y="1618138"/>
                  </a:moveTo>
                  <a:lnTo>
                    <a:pt x="551777" y="1624002"/>
                  </a:lnTo>
                  <a:lnTo>
                    <a:pt x="562009" y="1629431"/>
                  </a:lnTo>
                  <a:close/>
                  <a:moveTo>
                    <a:pt x="484494" y="1577976"/>
                  </a:moveTo>
                  <a:lnTo>
                    <a:pt x="549753" y="1618138"/>
                  </a:lnTo>
                  <a:lnTo>
                    <a:pt x="504493" y="1589065"/>
                  </a:lnTo>
                  <a:close/>
                  <a:moveTo>
                    <a:pt x="551777" y="1624002"/>
                  </a:moveTo>
                  <a:lnTo>
                    <a:pt x="549753" y="1618138"/>
                  </a:lnTo>
                  <a:lnTo>
                    <a:pt x="484494" y="1577976"/>
                  </a:lnTo>
                  <a:close/>
                  <a:moveTo>
                    <a:pt x="479172" y="1566602"/>
                  </a:moveTo>
                  <a:lnTo>
                    <a:pt x="484494" y="1577976"/>
                  </a:lnTo>
                  <a:lnTo>
                    <a:pt x="504493" y="1589065"/>
                  </a:lnTo>
                  <a:close/>
                  <a:moveTo>
                    <a:pt x="330157" y="1286602"/>
                  </a:moveTo>
                  <a:lnTo>
                    <a:pt x="343286" y="1240355"/>
                  </a:lnTo>
                  <a:lnTo>
                    <a:pt x="288500" y="1257382"/>
                  </a:lnTo>
                  <a:close/>
                  <a:moveTo>
                    <a:pt x="272675" y="1246364"/>
                  </a:moveTo>
                  <a:lnTo>
                    <a:pt x="338766" y="1183893"/>
                  </a:lnTo>
                  <a:lnTo>
                    <a:pt x="297660" y="1204879"/>
                  </a:lnTo>
                  <a:close/>
                  <a:moveTo>
                    <a:pt x="343286" y="1240355"/>
                  </a:moveTo>
                  <a:lnTo>
                    <a:pt x="330157" y="1286602"/>
                  </a:lnTo>
                  <a:lnTo>
                    <a:pt x="388321" y="1241724"/>
                  </a:lnTo>
                  <a:close/>
                  <a:moveTo>
                    <a:pt x="388321" y="1241724"/>
                  </a:moveTo>
                  <a:lnTo>
                    <a:pt x="389526" y="1198997"/>
                  </a:lnTo>
                  <a:lnTo>
                    <a:pt x="338766" y="1183893"/>
                  </a:lnTo>
                  <a:close/>
                  <a:moveTo>
                    <a:pt x="667593" y="1518414"/>
                  </a:moveTo>
                  <a:lnTo>
                    <a:pt x="676090" y="1571705"/>
                  </a:lnTo>
                  <a:lnTo>
                    <a:pt x="655683" y="1542508"/>
                  </a:lnTo>
                  <a:close/>
                  <a:moveTo>
                    <a:pt x="655975" y="1577273"/>
                  </a:moveTo>
                  <a:lnTo>
                    <a:pt x="676090" y="1571705"/>
                  </a:lnTo>
                  <a:lnTo>
                    <a:pt x="667593" y="1518414"/>
                  </a:lnTo>
                  <a:close/>
                  <a:moveTo>
                    <a:pt x="694156" y="1584215"/>
                  </a:moveTo>
                  <a:lnTo>
                    <a:pt x="676090" y="1571705"/>
                  </a:lnTo>
                  <a:lnTo>
                    <a:pt x="655975" y="1577273"/>
                  </a:lnTo>
                  <a:close/>
                  <a:moveTo>
                    <a:pt x="694156" y="1584215"/>
                  </a:moveTo>
                  <a:lnTo>
                    <a:pt x="718519" y="1594045"/>
                  </a:lnTo>
                  <a:lnTo>
                    <a:pt x="676090" y="1571705"/>
                  </a:lnTo>
                  <a:close/>
                  <a:moveTo>
                    <a:pt x="610917" y="1502711"/>
                  </a:moveTo>
                  <a:lnTo>
                    <a:pt x="591933" y="1490971"/>
                  </a:lnTo>
                  <a:lnTo>
                    <a:pt x="649402" y="1511702"/>
                  </a:lnTo>
                  <a:close/>
                  <a:moveTo>
                    <a:pt x="597633" y="1363804"/>
                  </a:moveTo>
                  <a:lnTo>
                    <a:pt x="585749" y="1408612"/>
                  </a:lnTo>
                  <a:lnTo>
                    <a:pt x="612654" y="1374307"/>
                  </a:lnTo>
                  <a:close/>
                  <a:moveTo>
                    <a:pt x="555434" y="1335046"/>
                  </a:moveTo>
                  <a:lnTo>
                    <a:pt x="525038" y="1332026"/>
                  </a:lnTo>
                  <a:lnTo>
                    <a:pt x="597633" y="1363804"/>
                  </a:lnTo>
                  <a:close/>
                  <a:moveTo>
                    <a:pt x="489783" y="1260731"/>
                  </a:moveTo>
                  <a:lnTo>
                    <a:pt x="517413" y="1327794"/>
                  </a:lnTo>
                  <a:lnTo>
                    <a:pt x="501469" y="1313205"/>
                  </a:lnTo>
                  <a:close/>
                  <a:moveTo>
                    <a:pt x="501469" y="1313205"/>
                  </a:moveTo>
                  <a:lnTo>
                    <a:pt x="517413" y="1327794"/>
                  </a:lnTo>
                  <a:lnTo>
                    <a:pt x="525038" y="1332026"/>
                  </a:lnTo>
                  <a:close/>
                  <a:moveTo>
                    <a:pt x="338822" y="1181241"/>
                  </a:moveTo>
                  <a:lnTo>
                    <a:pt x="297660" y="1204879"/>
                  </a:lnTo>
                  <a:lnTo>
                    <a:pt x="338766" y="1183893"/>
                  </a:lnTo>
                  <a:close/>
                  <a:moveTo>
                    <a:pt x="338822" y="1181241"/>
                  </a:moveTo>
                  <a:lnTo>
                    <a:pt x="312731" y="1164470"/>
                  </a:lnTo>
                  <a:lnTo>
                    <a:pt x="297660" y="1204879"/>
                  </a:lnTo>
                  <a:close/>
                  <a:moveTo>
                    <a:pt x="312731" y="1164470"/>
                  </a:moveTo>
                  <a:lnTo>
                    <a:pt x="334716" y="1168752"/>
                  </a:lnTo>
                  <a:lnTo>
                    <a:pt x="331624" y="1106121"/>
                  </a:lnTo>
                  <a:close/>
                  <a:moveTo>
                    <a:pt x="338822" y="1181241"/>
                  </a:moveTo>
                  <a:lnTo>
                    <a:pt x="334716" y="1168752"/>
                  </a:lnTo>
                  <a:lnTo>
                    <a:pt x="312731" y="1164470"/>
                  </a:lnTo>
                  <a:close/>
                  <a:moveTo>
                    <a:pt x="292668" y="1078678"/>
                  </a:moveTo>
                  <a:lnTo>
                    <a:pt x="287250" y="1059700"/>
                  </a:lnTo>
                  <a:lnTo>
                    <a:pt x="331624" y="1106121"/>
                  </a:lnTo>
                  <a:close/>
                  <a:moveTo>
                    <a:pt x="555434" y="1335046"/>
                  </a:moveTo>
                  <a:lnTo>
                    <a:pt x="501469" y="1313205"/>
                  </a:lnTo>
                  <a:lnTo>
                    <a:pt x="525038" y="1332026"/>
                  </a:lnTo>
                  <a:close/>
                  <a:moveTo>
                    <a:pt x="750784" y="1494320"/>
                  </a:moveTo>
                  <a:lnTo>
                    <a:pt x="748801" y="1533985"/>
                  </a:lnTo>
                  <a:lnTo>
                    <a:pt x="783610" y="1529231"/>
                  </a:lnTo>
                  <a:close/>
                  <a:moveTo>
                    <a:pt x="750784" y="1494320"/>
                  </a:moveTo>
                  <a:lnTo>
                    <a:pt x="726996" y="1518414"/>
                  </a:lnTo>
                  <a:lnTo>
                    <a:pt x="748801" y="1533985"/>
                  </a:lnTo>
                  <a:close/>
                  <a:moveTo>
                    <a:pt x="597633" y="1363804"/>
                  </a:moveTo>
                  <a:lnTo>
                    <a:pt x="612654" y="1374307"/>
                  </a:lnTo>
                  <a:lnTo>
                    <a:pt x="618597" y="1356689"/>
                  </a:lnTo>
                  <a:close/>
                  <a:moveTo>
                    <a:pt x="555434" y="1335046"/>
                  </a:moveTo>
                  <a:lnTo>
                    <a:pt x="597633" y="1363804"/>
                  </a:lnTo>
                  <a:lnTo>
                    <a:pt x="580700" y="1294611"/>
                  </a:lnTo>
                  <a:close/>
                  <a:moveTo>
                    <a:pt x="580700" y="1294611"/>
                  </a:moveTo>
                  <a:lnTo>
                    <a:pt x="597633" y="1363804"/>
                  </a:lnTo>
                  <a:lnTo>
                    <a:pt x="619790" y="1292976"/>
                  </a:lnTo>
                  <a:close/>
                  <a:moveTo>
                    <a:pt x="619790" y="1292976"/>
                  </a:moveTo>
                  <a:lnTo>
                    <a:pt x="597633" y="1363804"/>
                  </a:lnTo>
                  <a:lnTo>
                    <a:pt x="618597" y="1356689"/>
                  </a:lnTo>
                  <a:close/>
                  <a:moveTo>
                    <a:pt x="619790" y="1292976"/>
                  </a:moveTo>
                  <a:lnTo>
                    <a:pt x="597146" y="1288173"/>
                  </a:lnTo>
                  <a:lnTo>
                    <a:pt x="580700" y="1294611"/>
                  </a:lnTo>
                  <a:close/>
                  <a:moveTo>
                    <a:pt x="685738" y="1339710"/>
                  </a:moveTo>
                  <a:lnTo>
                    <a:pt x="685587" y="1340209"/>
                  </a:lnTo>
                  <a:lnTo>
                    <a:pt x="688376" y="1391247"/>
                  </a:lnTo>
                  <a:close/>
                  <a:moveTo>
                    <a:pt x="631779" y="1363804"/>
                  </a:moveTo>
                  <a:lnTo>
                    <a:pt x="618597" y="1356689"/>
                  </a:lnTo>
                  <a:lnTo>
                    <a:pt x="612654" y="1374307"/>
                  </a:lnTo>
                  <a:close/>
                  <a:moveTo>
                    <a:pt x="618597" y="1356689"/>
                  </a:moveTo>
                  <a:lnTo>
                    <a:pt x="632515" y="1312267"/>
                  </a:lnTo>
                  <a:lnTo>
                    <a:pt x="619790" y="1292976"/>
                  </a:lnTo>
                  <a:close/>
                  <a:moveTo>
                    <a:pt x="555434" y="1335046"/>
                  </a:moveTo>
                  <a:lnTo>
                    <a:pt x="580700" y="1294611"/>
                  </a:lnTo>
                  <a:lnTo>
                    <a:pt x="503376" y="1315089"/>
                  </a:lnTo>
                  <a:close/>
                  <a:moveTo>
                    <a:pt x="551593" y="1288173"/>
                  </a:moveTo>
                  <a:lnTo>
                    <a:pt x="489448" y="1260234"/>
                  </a:lnTo>
                  <a:lnTo>
                    <a:pt x="489783" y="1260731"/>
                  </a:lnTo>
                  <a:close/>
                  <a:moveTo>
                    <a:pt x="489783" y="1260731"/>
                  </a:moveTo>
                  <a:lnTo>
                    <a:pt x="496933" y="1291000"/>
                  </a:lnTo>
                  <a:lnTo>
                    <a:pt x="551593" y="1288173"/>
                  </a:lnTo>
                  <a:close/>
                  <a:moveTo>
                    <a:pt x="619790" y="1292976"/>
                  </a:moveTo>
                  <a:lnTo>
                    <a:pt x="595300" y="1250143"/>
                  </a:lnTo>
                  <a:lnTo>
                    <a:pt x="597146" y="1288173"/>
                  </a:lnTo>
                  <a:close/>
                  <a:moveTo>
                    <a:pt x="650463" y="1288173"/>
                  </a:moveTo>
                  <a:lnTo>
                    <a:pt x="685738" y="1339710"/>
                  </a:lnTo>
                  <a:lnTo>
                    <a:pt x="686933" y="1315616"/>
                  </a:lnTo>
                  <a:close/>
                  <a:moveTo>
                    <a:pt x="792806" y="1353767"/>
                  </a:moveTo>
                  <a:lnTo>
                    <a:pt x="823739" y="1369689"/>
                  </a:lnTo>
                  <a:lnTo>
                    <a:pt x="820985" y="1367153"/>
                  </a:lnTo>
                  <a:close/>
                  <a:moveTo>
                    <a:pt x="812233" y="1313212"/>
                  </a:moveTo>
                  <a:lnTo>
                    <a:pt x="820985" y="1367153"/>
                  </a:lnTo>
                  <a:lnTo>
                    <a:pt x="819688" y="1354542"/>
                  </a:lnTo>
                  <a:close/>
                  <a:moveTo>
                    <a:pt x="792806" y="1353767"/>
                  </a:moveTo>
                  <a:lnTo>
                    <a:pt x="820985" y="1367153"/>
                  </a:lnTo>
                  <a:lnTo>
                    <a:pt x="812233" y="1313212"/>
                  </a:lnTo>
                  <a:close/>
                  <a:moveTo>
                    <a:pt x="825308" y="1240655"/>
                  </a:moveTo>
                  <a:lnTo>
                    <a:pt x="823105" y="1239986"/>
                  </a:lnTo>
                  <a:lnTo>
                    <a:pt x="812233" y="1313212"/>
                  </a:lnTo>
                  <a:close/>
                  <a:moveTo>
                    <a:pt x="880224" y="1295920"/>
                  </a:moveTo>
                  <a:lnTo>
                    <a:pt x="812233" y="1313212"/>
                  </a:lnTo>
                  <a:lnTo>
                    <a:pt x="819688" y="1354542"/>
                  </a:lnTo>
                  <a:close/>
                  <a:moveTo>
                    <a:pt x="812233" y="1313212"/>
                  </a:moveTo>
                  <a:lnTo>
                    <a:pt x="880224" y="1295920"/>
                  </a:lnTo>
                  <a:lnTo>
                    <a:pt x="825308" y="1240655"/>
                  </a:lnTo>
                  <a:close/>
                  <a:moveTo>
                    <a:pt x="880224" y="1295920"/>
                  </a:moveTo>
                  <a:lnTo>
                    <a:pt x="876068" y="1255761"/>
                  </a:lnTo>
                  <a:lnTo>
                    <a:pt x="825308" y="1240655"/>
                  </a:lnTo>
                  <a:close/>
                  <a:moveTo>
                    <a:pt x="765626" y="1250379"/>
                  </a:moveTo>
                  <a:lnTo>
                    <a:pt x="823105" y="1239986"/>
                  </a:lnTo>
                  <a:lnTo>
                    <a:pt x="766597" y="1195819"/>
                  </a:lnTo>
                  <a:close/>
                  <a:moveTo>
                    <a:pt x="760159" y="1239986"/>
                  </a:moveTo>
                  <a:lnTo>
                    <a:pt x="765626" y="1250379"/>
                  </a:lnTo>
                  <a:lnTo>
                    <a:pt x="766597" y="1195819"/>
                  </a:lnTo>
                  <a:close/>
                  <a:moveTo>
                    <a:pt x="623183" y="1143872"/>
                  </a:moveTo>
                  <a:lnTo>
                    <a:pt x="631977" y="1161006"/>
                  </a:lnTo>
                  <a:lnTo>
                    <a:pt x="635162" y="1154993"/>
                  </a:lnTo>
                  <a:close/>
                  <a:moveTo>
                    <a:pt x="644010" y="1136913"/>
                  </a:moveTo>
                  <a:lnTo>
                    <a:pt x="623183" y="1143872"/>
                  </a:lnTo>
                  <a:lnTo>
                    <a:pt x="635162" y="1154993"/>
                  </a:lnTo>
                  <a:close/>
                  <a:moveTo>
                    <a:pt x="600530" y="1109470"/>
                  </a:moveTo>
                  <a:lnTo>
                    <a:pt x="623183" y="1143872"/>
                  </a:lnTo>
                  <a:lnTo>
                    <a:pt x="644010" y="1136913"/>
                  </a:lnTo>
                  <a:close/>
                  <a:moveTo>
                    <a:pt x="594618" y="1057933"/>
                  </a:moveTo>
                  <a:lnTo>
                    <a:pt x="600530" y="1109470"/>
                  </a:lnTo>
                  <a:lnTo>
                    <a:pt x="622020" y="1085376"/>
                  </a:lnTo>
                  <a:close/>
                  <a:moveTo>
                    <a:pt x="823105" y="1239986"/>
                  </a:moveTo>
                  <a:lnTo>
                    <a:pt x="825308" y="1240655"/>
                  </a:lnTo>
                  <a:lnTo>
                    <a:pt x="826106" y="1239191"/>
                  </a:lnTo>
                  <a:close/>
                  <a:moveTo>
                    <a:pt x="766597" y="1195819"/>
                  </a:moveTo>
                  <a:lnTo>
                    <a:pt x="823105" y="1239986"/>
                  </a:lnTo>
                  <a:lnTo>
                    <a:pt x="835815" y="1164355"/>
                  </a:lnTo>
                  <a:close/>
                  <a:moveTo>
                    <a:pt x="835815" y="1164355"/>
                  </a:moveTo>
                  <a:lnTo>
                    <a:pt x="823105" y="1239986"/>
                  </a:lnTo>
                  <a:lnTo>
                    <a:pt x="843883" y="1175205"/>
                  </a:lnTo>
                  <a:close/>
                  <a:moveTo>
                    <a:pt x="843883" y="1175205"/>
                  </a:moveTo>
                  <a:lnTo>
                    <a:pt x="823105" y="1239986"/>
                  </a:lnTo>
                  <a:lnTo>
                    <a:pt x="826106" y="1239191"/>
                  </a:lnTo>
                  <a:close/>
                  <a:moveTo>
                    <a:pt x="538034" y="756774"/>
                  </a:moveTo>
                  <a:lnTo>
                    <a:pt x="573405" y="803599"/>
                  </a:lnTo>
                  <a:lnTo>
                    <a:pt x="549681" y="773940"/>
                  </a:lnTo>
                  <a:close/>
                  <a:moveTo>
                    <a:pt x="1179541" y="1518223"/>
                  </a:moveTo>
                  <a:lnTo>
                    <a:pt x="1254885" y="1528912"/>
                  </a:lnTo>
                  <a:lnTo>
                    <a:pt x="1231898" y="1501017"/>
                  </a:lnTo>
                  <a:close/>
                  <a:moveTo>
                    <a:pt x="1084417" y="1456851"/>
                  </a:moveTo>
                  <a:lnTo>
                    <a:pt x="1122736" y="1463680"/>
                  </a:lnTo>
                  <a:lnTo>
                    <a:pt x="1105596" y="1454997"/>
                  </a:lnTo>
                  <a:close/>
                  <a:moveTo>
                    <a:pt x="969233" y="1294514"/>
                  </a:moveTo>
                  <a:lnTo>
                    <a:pt x="985083" y="1318965"/>
                  </a:lnTo>
                  <a:lnTo>
                    <a:pt x="995514" y="1257875"/>
                  </a:lnTo>
                  <a:close/>
                  <a:moveTo>
                    <a:pt x="995514" y="1257875"/>
                  </a:moveTo>
                  <a:lnTo>
                    <a:pt x="985083" y="1318965"/>
                  </a:lnTo>
                  <a:lnTo>
                    <a:pt x="1034251" y="1246662"/>
                  </a:lnTo>
                  <a:close/>
                  <a:moveTo>
                    <a:pt x="1034251" y="1246662"/>
                  </a:moveTo>
                  <a:lnTo>
                    <a:pt x="985083" y="1318965"/>
                  </a:lnTo>
                  <a:lnTo>
                    <a:pt x="1042975" y="1302313"/>
                  </a:lnTo>
                  <a:close/>
                  <a:moveTo>
                    <a:pt x="1031470" y="1352529"/>
                  </a:moveTo>
                  <a:lnTo>
                    <a:pt x="1077229" y="1312447"/>
                  </a:lnTo>
                  <a:lnTo>
                    <a:pt x="1042975" y="1302313"/>
                  </a:lnTo>
                  <a:close/>
                  <a:moveTo>
                    <a:pt x="1042975" y="1302313"/>
                  </a:moveTo>
                  <a:lnTo>
                    <a:pt x="1077229" y="1312447"/>
                  </a:lnTo>
                  <a:lnTo>
                    <a:pt x="1034251" y="1246662"/>
                  </a:lnTo>
                  <a:close/>
                  <a:moveTo>
                    <a:pt x="970036" y="1243334"/>
                  </a:moveTo>
                  <a:lnTo>
                    <a:pt x="969233" y="1294514"/>
                  </a:lnTo>
                  <a:lnTo>
                    <a:pt x="995514" y="1257875"/>
                  </a:lnTo>
                  <a:close/>
                  <a:moveTo>
                    <a:pt x="970036" y="1243334"/>
                  </a:moveTo>
                  <a:lnTo>
                    <a:pt x="951627" y="1267428"/>
                  </a:lnTo>
                  <a:lnTo>
                    <a:pt x="969233" y="1294514"/>
                  </a:lnTo>
                  <a:close/>
                  <a:moveTo>
                    <a:pt x="970036" y="1243334"/>
                  </a:moveTo>
                  <a:lnTo>
                    <a:pt x="957567" y="1250897"/>
                  </a:lnTo>
                  <a:lnTo>
                    <a:pt x="951627" y="1267428"/>
                  </a:lnTo>
                  <a:close/>
                  <a:moveTo>
                    <a:pt x="935444" y="1088724"/>
                  </a:moveTo>
                  <a:lnTo>
                    <a:pt x="896588" y="1062683"/>
                  </a:lnTo>
                  <a:lnTo>
                    <a:pt x="928488" y="1106435"/>
                  </a:lnTo>
                  <a:close/>
                  <a:moveTo>
                    <a:pt x="490652" y="593015"/>
                  </a:moveTo>
                  <a:lnTo>
                    <a:pt x="477982" y="579384"/>
                  </a:lnTo>
                  <a:lnTo>
                    <a:pt x="517655" y="624895"/>
                  </a:lnTo>
                  <a:close/>
                  <a:moveTo>
                    <a:pt x="517655" y="624895"/>
                  </a:moveTo>
                  <a:lnTo>
                    <a:pt x="477982" y="579384"/>
                  </a:lnTo>
                  <a:lnTo>
                    <a:pt x="484775" y="597452"/>
                  </a:lnTo>
                  <a:close/>
                  <a:moveTo>
                    <a:pt x="46859" y="185160"/>
                  </a:moveTo>
                  <a:lnTo>
                    <a:pt x="92477" y="225700"/>
                  </a:lnTo>
                  <a:lnTo>
                    <a:pt x="74866" y="177275"/>
                  </a:lnTo>
                  <a:close/>
                  <a:moveTo>
                    <a:pt x="17644" y="133623"/>
                  </a:moveTo>
                  <a:lnTo>
                    <a:pt x="74866" y="177275"/>
                  </a:lnTo>
                  <a:lnTo>
                    <a:pt x="60059" y="126570"/>
                  </a:lnTo>
                  <a:close/>
                  <a:moveTo>
                    <a:pt x="60059" y="126570"/>
                  </a:moveTo>
                  <a:lnTo>
                    <a:pt x="81917" y="185160"/>
                  </a:lnTo>
                  <a:lnTo>
                    <a:pt x="77697" y="133623"/>
                  </a:lnTo>
                  <a:close/>
                  <a:moveTo>
                    <a:pt x="1231898" y="1501017"/>
                  </a:moveTo>
                  <a:lnTo>
                    <a:pt x="1254885" y="1528912"/>
                  </a:lnTo>
                  <a:lnTo>
                    <a:pt x="1266916" y="1485171"/>
                  </a:lnTo>
                  <a:close/>
                  <a:moveTo>
                    <a:pt x="1301213" y="1425387"/>
                  </a:moveTo>
                  <a:lnTo>
                    <a:pt x="1272243" y="1458911"/>
                  </a:lnTo>
                  <a:lnTo>
                    <a:pt x="1307940" y="1427059"/>
                  </a:lnTo>
                  <a:close/>
                  <a:moveTo>
                    <a:pt x="1307940" y="1427059"/>
                  </a:moveTo>
                  <a:lnTo>
                    <a:pt x="1272243" y="1458911"/>
                  </a:lnTo>
                  <a:lnTo>
                    <a:pt x="1266916" y="1485171"/>
                  </a:lnTo>
                  <a:close/>
                  <a:moveTo>
                    <a:pt x="1307940" y="1427059"/>
                  </a:moveTo>
                  <a:lnTo>
                    <a:pt x="1291530" y="1377657"/>
                  </a:lnTo>
                  <a:lnTo>
                    <a:pt x="1301213" y="1425387"/>
                  </a:lnTo>
                  <a:close/>
                  <a:moveTo>
                    <a:pt x="1291530" y="1377657"/>
                  </a:moveTo>
                  <a:lnTo>
                    <a:pt x="1283622" y="1373850"/>
                  </a:lnTo>
                  <a:lnTo>
                    <a:pt x="1301213" y="1425387"/>
                  </a:lnTo>
                  <a:close/>
                  <a:moveTo>
                    <a:pt x="1186335" y="1447289"/>
                  </a:moveTo>
                  <a:lnTo>
                    <a:pt x="1129140" y="1395730"/>
                  </a:lnTo>
                  <a:lnTo>
                    <a:pt x="1130281" y="1397944"/>
                  </a:lnTo>
                  <a:close/>
                  <a:moveTo>
                    <a:pt x="1291530" y="1377657"/>
                  </a:moveTo>
                  <a:lnTo>
                    <a:pt x="1240145" y="1338903"/>
                  </a:lnTo>
                  <a:lnTo>
                    <a:pt x="1283622" y="1373850"/>
                  </a:lnTo>
                  <a:close/>
                  <a:moveTo>
                    <a:pt x="983358" y="1187312"/>
                  </a:moveTo>
                  <a:lnTo>
                    <a:pt x="1045752" y="1136128"/>
                  </a:lnTo>
                  <a:lnTo>
                    <a:pt x="976467" y="1140261"/>
                  </a:lnTo>
                  <a:close/>
                  <a:moveTo>
                    <a:pt x="976467" y="1140261"/>
                  </a:moveTo>
                  <a:lnTo>
                    <a:pt x="1045752" y="1136128"/>
                  </a:lnTo>
                  <a:lnTo>
                    <a:pt x="1028561" y="1116168"/>
                  </a:lnTo>
                  <a:close/>
                  <a:moveTo>
                    <a:pt x="1028561" y="1116168"/>
                  </a:moveTo>
                  <a:lnTo>
                    <a:pt x="986434" y="1089026"/>
                  </a:lnTo>
                  <a:lnTo>
                    <a:pt x="954971" y="1106292"/>
                  </a:lnTo>
                  <a:close/>
                  <a:moveTo>
                    <a:pt x="899986" y="1028882"/>
                  </a:moveTo>
                  <a:lnTo>
                    <a:pt x="881992" y="1088724"/>
                  </a:lnTo>
                  <a:lnTo>
                    <a:pt x="896588" y="1062683"/>
                  </a:lnTo>
                  <a:close/>
                  <a:moveTo>
                    <a:pt x="899986" y="1028882"/>
                  </a:moveTo>
                  <a:lnTo>
                    <a:pt x="879709" y="999576"/>
                  </a:lnTo>
                  <a:lnTo>
                    <a:pt x="867298" y="1017475"/>
                  </a:lnTo>
                  <a:close/>
                  <a:moveTo>
                    <a:pt x="879709" y="999576"/>
                  </a:moveTo>
                  <a:lnTo>
                    <a:pt x="899986" y="1028882"/>
                  </a:lnTo>
                  <a:lnTo>
                    <a:pt x="961798" y="996914"/>
                  </a:lnTo>
                  <a:close/>
                  <a:moveTo>
                    <a:pt x="720334" y="872760"/>
                  </a:moveTo>
                  <a:lnTo>
                    <a:pt x="704348" y="831041"/>
                  </a:lnTo>
                  <a:lnTo>
                    <a:pt x="700943" y="825782"/>
                  </a:lnTo>
                  <a:close/>
                  <a:moveTo>
                    <a:pt x="694283" y="768454"/>
                  </a:moveTo>
                  <a:lnTo>
                    <a:pt x="704348" y="831041"/>
                  </a:lnTo>
                  <a:lnTo>
                    <a:pt x="722905" y="779505"/>
                  </a:lnTo>
                  <a:close/>
                  <a:moveTo>
                    <a:pt x="694283" y="768454"/>
                  </a:moveTo>
                  <a:lnTo>
                    <a:pt x="700943" y="825782"/>
                  </a:lnTo>
                  <a:lnTo>
                    <a:pt x="704348" y="831041"/>
                  </a:lnTo>
                  <a:close/>
                  <a:moveTo>
                    <a:pt x="694283" y="768454"/>
                  </a:moveTo>
                  <a:lnTo>
                    <a:pt x="670509" y="741440"/>
                  </a:lnTo>
                  <a:lnTo>
                    <a:pt x="632921" y="717615"/>
                  </a:lnTo>
                  <a:close/>
                  <a:moveTo>
                    <a:pt x="616453" y="668261"/>
                  </a:moveTo>
                  <a:lnTo>
                    <a:pt x="582216" y="676432"/>
                  </a:lnTo>
                  <a:lnTo>
                    <a:pt x="592730" y="712308"/>
                  </a:lnTo>
                  <a:close/>
                  <a:moveTo>
                    <a:pt x="554890" y="658513"/>
                  </a:moveTo>
                  <a:lnTo>
                    <a:pt x="625727" y="613787"/>
                  </a:lnTo>
                  <a:lnTo>
                    <a:pt x="580682" y="620047"/>
                  </a:lnTo>
                  <a:close/>
                  <a:moveTo>
                    <a:pt x="490652" y="593015"/>
                  </a:moveTo>
                  <a:lnTo>
                    <a:pt x="517655" y="624895"/>
                  </a:lnTo>
                  <a:lnTo>
                    <a:pt x="517512" y="609991"/>
                  </a:lnTo>
                  <a:close/>
                  <a:moveTo>
                    <a:pt x="14672" y="0"/>
                  </a:moveTo>
                  <a:lnTo>
                    <a:pt x="41528" y="57993"/>
                  </a:lnTo>
                  <a:lnTo>
                    <a:pt x="36332" y="6456"/>
                  </a:lnTo>
                  <a:close/>
                  <a:moveTo>
                    <a:pt x="1269309" y="1357739"/>
                  </a:moveTo>
                  <a:lnTo>
                    <a:pt x="1301213" y="1425387"/>
                  </a:lnTo>
                  <a:lnTo>
                    <a:pt x="1283622" y="1373850"/>
                  </a:lnTo>
                  <a:close/>
                  <a:moveTo>
                    <a:pt x="1192256" y="1319658"/>
                  </a:moveTo>
                  <a:lnTo>
                    <a:pt x="1240145" y="1338903"/>
                  </a:lnTo>
                  <a:lnTo>
                    <a:pt x="1204031" y="1322314"/>
                  </a:lnTo>
                  <a:close/>
                  <a:moveTo>
                    <a:pt x="1269309" y="1357739"/>
                  </a:moveTo>
                  <a:lnTo>
                    <a:pt x="1240145" y="1338903"/>
                  </a:lnTo>
                  <a:lnTo>
                    <a:pt x="1192256" y="1319658"/>
                  </a:lnTo>
                  <a:close/>
                  <a:moveTo>
                    <a:pt x="1269309" y="1357739"/>
                  </a:moveTo>
                  <a:lnTo>
                    <a:pt x="1283622" y="1373850"/>
                  </a:lnTo>
                  <a:lnTo>
                    <a:pt x="1240145" y="1338903"/>
                  </a:lnTo>
                  <a:close/>
                  <a:moveTo>
                    <a:pt x="1192256" y="1319658"/>
                  </a:moveTo>
                  <a:lnTo>
                    <a:pt x="1204031" y="1322314"/>
                  </a:lnTo>
                  <a:lnTo>
                    <a:pt x="1187627" y="1317221"/>
                  </a:lnTo>
                  <a:close/>
                  <a:moveTo>
                    <a:pt x="1028561" y="1116168"/>
                  </a:moveTo>
                  <a:lnTo>
                    <a:pt x="1045752" y="1136128"/>
                  </a:lnTo>
                  <a:lnTo>
                    <a:pt x="1051247" y="1107359"/>
                  </a:lnTo>
                  <a:close/>
                  <a:moveTo>
                    <a:pt x="1028561" y="1116168"/>
                  </a:moveTo>
                  <a:lnTo>
                    <a:pt x="1051247" y="1107359"/>
                  </a:lnTo>
                  <a:lnTo>
                    <a:pt x="986434" y="1089026"/>
                  </a:lnTo>
                  <a:close/>
                  <a:moveTo>
                    <a:pt x="986434" y="1089026"/>
                  </a:moveTo>
                  <a:lnTo>
                    <a:pt x="1051247" y="1107359"/>
                  </a:lnTo>
                  <a:lnTo>
                    <a:pt x="1065253" y="1074140"/>
                  </a:lnTo>
                  <a:close/>
                  <a:moveTo>
                    <a:pt x="1051247" y="1107359"/>
                  </a:moveTo>
                  <a:lnTo>
                    <a:pt x="1045752" y="1136128"/>
                  </a:lnTo>
                  <a:lnTo>
                    <a:pt x="1050098" y="1116168"/>
                  </a:lnTo>
                  <a:close/>
                  <a:moveTo>
                    <a:pt x="673732" y="596933"/>
                  </a:moveTo>
                  <a:lnTo>
                    <a:pt x="625727" y="613787"/>
                  </a:lnTo>
                  <a:lnTo>
                    <a:pt x="670632" y="607000"/>
                  </a:lnTo>
                  <a:close/>
                  <a:moveTo>
                    <a:pt x="967649" y="823626"/>
                  </a:moveTo>
                  <a:lnTo>
                    <a:pt x="956455" y="842038"/>
                  </a:lnTo>
                  <a:lnTo>
                    <a:pt x="985815" y="834390"/>
                  </a:lnTo>
                  <a:close/>
                  <a:moveTo>
                    <a:pt x="980367" y="796542"/>
                  </a:moveTo>
                  <a:lnTo>
                    <a:pt x="999205" y="827197"/>
                  </a:lnTo>
                  <a:lnTo>
                    <a:pt x="1025849" y="79191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9" name="Output_density__4208">
              <a:extLst>
                <a:ext uri="{FF2B5EF4-FFF2-40B4-BE49-F238E27FC236}">
                  <a16:creationId xmlns:a16="http://schemas.microsoft.com/office/drawing/2014/main" id="{19BC53D7-63EF-2F41-8904-27B478B33268}"/>
                </a:ext>
              </a:extLst>
            </p:cNvPr>
            <p:cNvSpPr>
              <a:spLocks noGrp="1"/>
            </p:cNvSpPr>
            <p:nvPr/>
          </p:nvSpPr>
          <p:spPr>
            <a:xfrm>
              <a:off x="15582560" y="2646359"/>
              <a:ext cx="1309045" cy="2094289"/>
            </a:xfrm>
            <a:custGeom>
              <a:avLst/>
              <a:gdLst/>
              <a:ahLst/>
              <a:cxnLst/>
              <a:rect l="0" t="0" r="0" b="0"/>
              <a:pathLst>
                <a:path w="1309045" h="2094289">
                  <a:moveTo>
                    <a:pt x="376249" y="2081587"/>
                  </a:moveTo>
                  <a:lnTo>
                    <a:pt x="360710" y="2063269"/>
                  </a:lnTo>
                  <a:lnTo>
                    <a:pt x="327235" y="2073013"/>
                  </a:lnTo>
                  <a:close/>
                  <a:moveTo>
                    <a:pt x="83463" y="1725392"/>
                  </a:moveTo>
                  <a:lnTo>
                    <a:pt x="33805" y="1714409"/>
                  </a:lnTo>
                  <a:lnTo>
                    <a:pt x="0" y="1696962"/>
                  </a:lnTo>
                  <a:close/>
                  <a:moveTo>
                    <a:pt x="409670" y="2065703"/>
                  </a:moveTo>
                  <a:lnTo>
                    <a:pt x="403630" y="2089796"/>
                  </a:lnTo>
                  <a:lnTo>
                    <a:pt x="415727" y="2094289"/>
                  </a:lnTo>
                  <a:close/>
                  <a:moveTo>
                    <a:pt x="125883" y="1574420"/>
                  </a:moveTo>
                  <a:lnTo>
                    <a:pt x="171217" y="1569237"/>
                  </a:lnTo>
                  <a:lnTo>
                    <a:pt x="193445" y="1526243"/>
                  </a:lnTo>
                  <a:close/>
                  <a:moveTo>
                    <a:pt x="557529" y="1924016"/>
                  </a:moveTo>
                  <a:lnTo>
                    <a:pt x="571124" y="1921242"/>
                  </a:lnTo>
                  <a:lnTo>
                    <a:pt x="556999" y="1914442"/>
                  </a:lnTo>
                  <a:close/>
                  <a:moveTo>
                    <a:pt x="576253" y="1908793"/>
                  </a:moveTo>
                  <a:lnTo>
                    <a:pt x="571124" y="1921242"/>
                  </a:lnTo>
                  <a:lnTo>
                    <a:pt x="575231" y="1914442"/>
                  </a:lnTo>
                  <a:close/>
                  <a:moveTo>
                    <a:pt x="201284" y="1396297"/>
                  </a:moveTo>
                  <a:lnTo>
                    <a:pt x="167982" y="1385388"/>
                  </a:lnTo>
                  <a:lnTo>
                    <a:pt x="157175" y="1421615"/>
                  </a:lnTo>
                  <a:close/>
                  <a:moveTo>
                    <a:pt x="177822" y="1324132"/>
                  </a:moveTo>
                  <a:lnTo>
                    <a:pt x="210866" y="1312779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0866" y="1312779"/>
                  </a:lnTo>
                  <a:lnTo>
                    <a:pt x="176831" y="1315452"/>
                  </a:lnTo>
                  <a:close/>
                  <a:moveTo>
                    <a:pt x="216112" y="1321499"/>
                  </a:moveTo>
                  <a:lnTo>
                    <a:pt x="214621" y="1326820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7062" y="1323445"/>
                  </a:lnTo>
                  <a:lnTo>
                    <a:pt x="210866" y="1312779"/>
                  </a:lnTo>
                  <a:close/>
                  <a:moveTo>
                    <a:pt x="749470" y="1524417"/>
                  </a:moveTo>
                  <a:lnTo>
                    <a:pt x="796854" y="1526901"/>
                  </a:lnTo>
                  <a:lnTo>
                    <a:pt x="833850" y="1530324"/>
                  </a:lnTo>
                  <a:close/>
                  <a:moveTo>
                    <a:pt x="833850" y="1530324"/>
                  </a:moveTo>
                  <a:lnTo>
                    <a:pt x="796854" y="1526901"/>
                  </a:lnTo>
                  <a:lnTo>
                    <a:pt x="879137" y="1524966"/>
                  </a:lnTo>
                  <a:close/>
                  <a:moveTo>
                    <a:pt x="861949" y="1500483"/>
                  </a:moveTo>
                  <a:lnTo>
                    <a:pt x="784279" y="1519663"/>
                  </a:lnTo>
                  <a:lnTo>
                    <a:pt x="833850" y="1530324"/>
                  </a:lnTo>
                  <a:close/>
                  <a:moveTo>
                    <a:pt x="861949" y="1500483"/>
                  </a:moveTo>
                  <a:lnTo>
                    <a:pt x="883178" y="1472722"/>
                  </a:lnTo>
                  <a:lnTo>
                    <a:pt x="862723" y="1460658"/>
                  </a:lnTo>
                  <a:close/>
                  <a:moveTo>
                    <a:pt x="879137" y="1524966"/>
                  </a:moveTo>
                  <a:lnTo>
                    <a:pt x="883178" y="1472722"/>
                  </a:lnTo>
                  <a:lnTo>
                    <a:pt x="861949" y="1500483"/>
                  </a:lnTo>
                  <a:close/>
                  <a:moveTo>
                    <a:pt x="833850" y="1530324"/>
                  </a:moveTo>
                  <a:lnTo>
                    <a:pt x="879137" y="1524966"/>
                  </a:lnTo>
                  <a:lnTo>
                    <a:pt x="861949" y="1500483"/>
                  </a:lnTo>
                  <a:close/>
                  <a:moveTo>
                    <a:pt x="573684" y="1157967"/>
                  </a:moveTo>
                  <a:lnTo>
                    <a:pt x="588826" y="1208400"/>
                  </a:lnTo>
                  <a:lnTo>
                    <a:pt x="595277" y="1227069"/>
                  </a:lnTo>
                  <a:close/>
                  <a:moveTo>
                    <a:pt x="812902" y="1303645"/>
                  </a:moveTo>
                  <a:lnTo>
                    <a:pt x="766295" y="1240811"/>
                  </a:lnTo>
                  <a:lnTo>
                    <a:pt x="782088" y="1290714"/>
                  </a:lnTo>
                  <a:close/>
                  <a:moveTo>
                    <a:pt x="880342" y="1161314"/>
                  </a:moveTo>
                  <a:lnTo>
                    <a:pt x="826775" y="1229624"/>
                  </a:lnTo>
                  <a:lnTo>
                    <a:pt x="883029" y="1221872"/>
                  </a:lnTo>
                  <a:close/>
                  <a:moveTo>
                    <a:pt x="880342" y="1161314"/>
                  </a:moveTo>
                  <a:lnTo>
                    <a:pt x="869634" y="1107277"/>
                  </a:lnTo>
                  <a:lnTo>
                    <a:pt x="860727" y="1154787"/>
                  </a:lnTo>
                  <a:close/>
                  <a:moveTo>
                    <a:pt x="869634" y="1107277"/>
                  </a:moveTo>
                  <a:lnTo>
                    <a:pt x="869150" y="1103251"/>
                  </a:lnTo>
                  <a:lnTo>
                    <a:pt x="860727" y="1154787"/>
                  </a:lnTo>
                  <a:close/>
                  <a:moveTo>
                    <a:pt x="1173809" y="1567080"/>
                  </a:moveTo>
                  <a:lnTo>
                    <a:pt x="1177879" y="1538508"/>
                  </a:lnTo>
                  <a:lnTo>
                    <a:pt x="1180209" y="1508656"/>
                  </a:lnTo>
                  <a:close/>
                  <a:moveTo>
                    <a:pt x="1255554" y="1519345"/>
                  </a:moveTo>
                  <a:lnTo>
                    <a:pt x="1177879" y="1538508"/>
                  </a:lnTo>
                  <a:lnTo>
                    <a:pt x="1227597" y="1549721"/>
                  </a:lnTo>
                  <a:close/>
                  <a:moveTo>
                    <a:pt x="1255554" y="1519345"/>
                  </a:moveTo>
                  <a:lnTo>
                    <a:pt x="1227597" y="1549721"/>
                  </a:lnTo>
                  <a:lnTo>
                    <a:pt x="1297877" y="1502908"/>
                  </a:lnTo>
                  <a:close/>
                  <a:moveTo>
                    <a:pt x="911034" y="1199105"/>
                  </a:moveTo>
                  <a:lnTo>
                    <a:pt x="958236" y="1241329"/>
                  </a:lnTo>
                  <a:lnTo>
                    <a:pt x="970705" y="1233767"/>
                  </a:lnTo>
                  <a:close/>
                  <a:moveTo>
                    <a:pt x="906500" y="1130694"/>
                  </a:moveTo>
                  <a:lnTo>
                    <a:pt x="860727" y="1154787"/>
                  </a:lnTo>
                  <a:lnTo>
                    <a:pt x="869150" y="1103251"/>
                  </a:lnTo>
                  <a:close/>
                  <a:moveTo>
                    <a:pt x="882661" y="1079157"/>
                  </a:moveTo>
                  <a:lnTo>
                    <a:pt x="906500" y="1130694"/>
                  </a:lnTo>
                  <a:lnTo>
                    <a:pt x="869150" y="1103251"/>
                  </a:lnTo>
                  <a:close/>
                  <a:moveTo>
                    <a:pt x="869150" y="1103251"/>
                  </a:moveTo>
                  <a:lnTo>
                    <a:pt x="871641" y="1092242"/>
                  </a:lnTo>
                  <a:lnTo>
                    <a:pt x="897257" y="1053115"/>
                  </a:lnTo>
                  <a:close/>
                  <a:moveTo>
                    <a:pt x="4261" y="120053"/>
                  </a:moveTo>
                  <a:lnTo>
                    <a:pt x="18313" y="124056"/>
                  </a:lnTo>
                  <a:lnTo>
                    <a:pt x="23695" y="57810"/>
                  </a:lnTo>
                  <a:close/>
                  <a:moveTo>
                    <a:pt x="53199" y="60380"/>
                  </a:moveTo>
                  <a:lnTo>
                    <a:pt x="50293" y="0"/>
                  </a:lnTo>
                  <a:lnTo>
                    <a:pt x="42196" y="48425"/>
                  </a:lnTo>
                  <a:close/>
                  <a:moveTo>
                    <a:pt x="1309045" y="1479879"/>
                  </a:moveTo>
                  <a:lnTo>
                    <a:pt x="1255554" y="1519345"/>
                  </a:lnTo>
                  <a:lnTo>
                    <a:pt x="1297877" y="1502908"/>
                  </a:lnTo>
                  <a:close/>
                  <a:moveTo>
                    <a:pt x="1308608" y="1417491"/>
                  </a:moveTo>
                  <a:lnTo>
                    <a:pt x="1309045" y="1479879"/>
                  </a:lnTo>
                  <a:lnTo>
                    <a:pt x="1304292" y="1491450"/>
                  </a:lnTo>
                  <a:close/>
                  <a:moveTo>
                    <a:pt x="1028187" y="1179826"/>
                  </a:moveTo>
                  <a:lnTo>
                    <a:pt x="1018131" y="1233767"/>
                  </a:lnTo>
                  <a:lnTo>
                    <a:pt x="1028175" y="1193244"/>
                  </a:lnTo>
                  <a:close/>
                  <a:moveTo>
                    <a:pt x="1005637" y="1222919"/>
                  </a:moveTo>
                  <a:lnTo>
                    <a:pt x="1018131" y="1233767"/>
                  </a:lnTo>
                  <a:lnTo>
                    <a:pt x="1028187" y="1179826"/>
                  </a:lnTo>
                  <a:close/>
                  <a:moveTo>
                    <a:pt x="1050767" y="1106600"/>
                  </a:moveTo>
                  <a:lnTo>
                    <a:pt x="1046421" y="1126561"/>
                  </a:lnTo>
                  <a:lnTo>
                    <a:pt x="1027041" y="1182230"/>
                  </a:lnTo>
                  <a:close/>
                  <a:moveTo>
                    <a:pt x="1063963" y="1055063"/>
                  </a:moveTo>
                  <a:lnTo>
                    <a:pt x="1080158" y="1030969"/>
                  </a:lnTo>
                  <a:lnTo>
                    <a:pt x="1050767" y="1106600"/>
                  </a:lnTo>
                  <a:close/>
                  <a:moveTo>
                    <a:pt x="908855" y="826679"/>
                  </a:moveTo>
                  <a:lnTo>
                    <a:pt x="904508" y="827953"/>
                  </a:lnTo>
                  <a:lnTo>
                    <a:pt x="930502" y="867839"/>
                  </a:lnTo>
                  <a:close/>
                  <a:moveTo>
                    <a:pt x="636859" y="579904"/>
                  </a:moveTo>
                  <a:lnTo>
                    <a:pt x="645538" y="567140"/>
                  </a:lnTo>
                  <a:lnTo>
                    <a:pt x="626396" y="60421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10" name="Output_density__4209">
              <a:extLst>
                <a:ext uri="{FF2B5EF4-FFF2-40B4-BE49-F238E27FC236}">
                  <a16:creationId xmlns:a16="http://schemas.microsoft.com/office/drawing/2014/main" id="{5A4EC8C6-E0E1-FE6D-CA8F-B496FDB9702A}"/>
                </a:ext>
              </a:extLst>
            </p:cNvPr>
            <p:cNvSpPr>
              <a:spLocks noGrp="1"/>
            </p:cNvSpPr>
            <p:nvPr/>
          </p:nvSpPr>
          <p:spPr>
            <a:xfrm>
              <a:off x="15528482" y="2643247"/>
              <a:ext cx="1363123" cy="1991514"/>
            </a:xfrm>
            <a:custGeom>
              <a:avLst/>
              <a:gdLst/>
              <a:ahLst/>
              <a:cxnLst/>
              <a:rect l="0" t="0" r="0" b="0"/>
              <a:pathLst>
                <a:path w="1363123" h="1991514">
                  <a:moveTo>
                    <a:pt x="345531" y="1991514"/>
                  </a:moveTo>
                  <a:lnTo>
                    <a:pt x="352627" y="1960984"/>
                  </a:lnTo>
                  <a:lnTo>
                    <a:pt x="330046" y="1941360"/>
                  </a:lnTo>
                  <a:close/>
                  <a:moveTo>
                    <a:pt x="179575" y="1708058"/>
                  </a:moveTo>
                  <a:lnTo>
                    <a:pt x="146550" y="1732152"/>
                  </a:lnTo>
                  <a:lnTo>
                    <a:pt x="188913" y="1745899"/>
                  </a:lnTo>
                  <a:close/>
                  <a:moveTo>
                    <a:pt x="203959" y="1680615"/>
                  </a:moveTo>
                  <a:lnTo>
                    <a:pt x="163935" y="1652512"/>
                  </a:lnTo>
                  <a:lnTo>
                    <a:pt x="204403" y="1656521"/>
                  </a:lnTo>
                  <a:close/>
                  <a:moveTo>
                    <a:pt x="163935" y="1652512"/>
                  </a:moveTo>
                  <a:lnTo>
                    <a:pt x="118950" y="1622574"/>
                  </a:lnTo>
                  <a:lnTo>
                    <a:pt x="152113" y="1648088"/>
                  </a:lnTo>
                  <a:close/>
                  <a:moveTo>
                    <a:pt x="0" y="1517828"/>
                  </a:moveTo>
                  <a:lnTo>
                    <a:pt x="40896" y="1577542"/>
                  </a:lnTo>
                  <a:lnTo>
                    <a:pt x="70073" y="1516031"/>
                  </a:lnTo>
                  <a:close/>
                  <a:moveTo>
                    <a:pt x="45866" y="1560426"/>
                  </a:moveTo>
                  <a:lnTo>
                    <a:pt x="96157" y="1573776"/>
                  </a:lnTo>
                  <a:lnTo>
                    <a:pt x="120609" y="1530300"/>
                  </a:lnTo>
                  <a:close/>
                  <a:moveTo>
                    <a:pt x="70073" y="1516031"/>
                  </a:moveTo>
                  <a:lnTo>
                    <a:pt x="45866" y="1560426"/>
                  </a:lnTo>
                  <a:lnTo>
                    <a:pt x="120609" y="1530300"/>
                  </a:lnTo>
                  <a:close/>
                  <a:moveTo>
                    <a:pt x="241297" y="1759595"/>
                  </a:moveTo>
                  <a:lnTo>
                    <a:pt x="256600" y="1774860"/>
                  </a:lnTo>
                  <a:lnTo>
                    <a:pt x="283963" y="1791698"/>
                  </a:lnTo>
                  <a:close/>
                  <a:moveTo>
                    <a:pt x="388370" y="1832706"/>
                  </a:moveTo>
                  <a:lnTo>
                    <a:pt x="352923" y="1797276"/>
                  </a:lnTo>
                  <a:lnTo>
                    <a:pt x="346769" y="1811131"/>
                  </a:lnTo>
                  <a:close/>
                  <a:moveTo>
                    <a:pt x="451803" y="1855595"/>
                  </a:moveTo>
                  <a:lnTo>
                    <a:pt x="437556" y="1838574"/>
                  </a:lnTo>
                  <a:lnTo>
                    <a:pt x="437294" y="1840947"/>
                  </a:lnTo>
                  <a:close/>
                  <a:moveTo>
                    <a:pt x="437294" y="1840947"/>
                  </a:moveTo>
                  <a:lnTo>
                    <a:pt x="423764" y="1830139"/>
                  </a:lnTo>
                  <a:lnTo>
                    <a:pt x="388370" y="1832706"/>
                  </a:lnTo>
                  <a:close/>
                  <a:moveTo>
                    <a:pt x="143479" y="1553448"/>
                  </a:moveTo>
                  <a:lnTo>
                    <a:pt x="179962" y="1577532"/>
                  </a:lnTo>
                  <a:lnTo>
                    <a:pt x="171218" y="1529355"/>
                  </a:lnTo>
                  <a:close/>
                  <a:moveTo>
                    <a:pt x="57087" y="1398839"/>
                  </a:moveTo>
                  <a:lnTo>
                    <a:pt x="48506" y="1328147"/>
                  </a:lnTo>
                  <a:lnTo>
                    <a:pt x="54747" y="1385816"/>
                  </a:lnTo>
                  <a:close/>
                  <a:moveTo>
                    <a:pt x="611078" y="1917553"/>
                  </a:moveTo>
                  <a:lnTo>
                    <a:pt x="573088" y="1866017"/>
                  </a:lnTo>
                  <a:lnTo>
                    <a:pt x="593135" y="1939360"/>
                  </a:lnTo>
                  <a:close/>
                  <a:moveTo>
                    <a:pt x="448160" y="1733071"/>
                  </a:moveTo>
                  <a:lnTo>
                    <a:pt x="463575" y="1669408"/>
                  </a:lnTo>
                  <a:lnTo>
                    <a:pt x="387716" y="1683964"/>
                  </a:lnTo>
                  <a:close/>
                  <a:moveTo>
                    <a:pt x="383825" y="1680812"/>
                  </a:moveTo>
                  <a:lnTo>
                    <a:pt x="360521" y="1633461"/>
                  </a:lnTo>
                  <a:lnTo>
                    <a:pt x="329707" y="1653152"/>
                  </a:lnTo>
                  <a:close/>
                  <a:moveTo>
                    <a:pt x="178218" y="1436115"/>
                  </a:moveTo>
                  <a:lnTo>
                    <a:pt x="254168" y="1410499"/>
                  </a:lnTo>
                  <a:lnTo>
                    <a:pt x="211253" y="1424727"/>
                  </a:lnTo>
                  <a:close/>
                  <a:moveTo>
                    <a:pt x="211253" y="1424727"/>
                  </a:moveTo>
                  <a:lnTo>
                    <a:pt x="166563" y="1426281"/>
                  </a:lnTo>
                  <a:lnTo>
                    <a:pt x="178218" y="1436115"/>
                  </a:lnTo>
                  <a:close/>
                  <a:moveTo>
                    <a:pt x="163430" y="1460926"/>
                  </a:moveTo>
                  <a:lnTo>
                    <a:pt x="166563" y="1426281"/>
                  </a:lnTo>
                  <a:lnTo>
                    <a:pt x="211253" y="1424727"/>
                  </a:lnTo>
                  <a:close/>
                  <a:moveTo>
                    <a:pt x="105484" y="1350651"/>
                  </a:moveTo>
                  <a:lnTo>
                    <a:pt x="103462" y="1331290"/>
                  </a:lnTo>
                  <a:lnTo>
                    <a:pt x="129029" y="1363408"/>
                  </a:lnTo>
                  <a:close/>
                  <a:moveTo>
                    <a:pt x="80046" y="1323208"/>
                  </a:moveTo>
                  <a:lnTo>
                    <a:pt x="103462" y="1331290"/>
                  </a:lnTo>
                  <a:lnTo>
                    <a:pt x="105484" y="1350651"/>
                  </a:lnTo>
                  <a:close/>
                  <a:moveTo>
                    <a:pt x="464758" y="1538931"/>
                  </a:moveTo>
                  <a:lnTo>
                    <a:pt x="451437" y="1532703"/>
                  </a:lnTo>
                  <a:lnTo>
                    <a:pt x="447741" y="1607926"/>
                  </a:lnTo>
                  <a:close/>
                  <a:moveTo>
                    <a:pt x="411618" y="1514928"/>
                  </a:moveTo>
                  <a:lnTo>
                    <a:pt x="367699" y="1525397"/>
                  </a:lnTo>
                  <a:lnTo>
                    <a:pt x="355904" y="1505261"/>
                  </a:lnTo>
                  <a:close/>
                  <a:moveTo>
                    <a:pt x="255362" y="1399408"/>
                  </a:moveTo>
                  <a:lnTo>
                    <a:pt x="211253" y="1424727"/>
                  </a:lnTo>
                  <a:lnTo>
                    <a:pt x="254168" y="1410499"/>
                  </a:lnTo>
                  <a:close/>
                  <a:moveTo>
                    <a:pt x="255362" y="1399408"/>
                  </a:moveTo>
                  <a:lnTo>
                    <a:pt x="268699" y="1329931"/>
                  </a:lnTo>
                  <a:lnTo>
                    <a:pt x="228656" y="1354891"/>
                  </a:lnTo>
                  <a:close/>
                  <a:moveTo>
                    <a:pt x="271140" y="1326557"/>
                  </a:moveTo>
                  <a:lnTo>
                    <a:pt x="268699" y="1329931"/>
                  </a:lnTo>
                  <a:lnTo>
                    <a:pt x="283756" y="1402187"/>
                  </a:lnTo>
                  <a:close/>
                  <a:moveTo>
                    <a:pt x="254382" y="1350651"/>
                  </a:moveTo>
                  <a:lnTo>
                    <a:pt x="271140" y="1326557"/>
                  </a:lnTo>
                  <a:lnTo>
                    <a:pt x="283756" y="1402187"/>
                  </a:lnTo>
                  <a:close/>
                  <a:moveTo>
                    <a:pt x="451437" y="1532703"/>
                  </a:moveTo>
                  <a:lnTo>
                    <a:pt x="464758" y="1538931"/>
                  </a:lnTo>
                  <a:lnTo>
                    <a:pt x="469622" y="1527394"/>
                  </a:lnTo>
                  <a:close/>
                  <a:moveTo>
                    <a:pt x="470912" y="1532703"/>
                  </a:moveTo>
                  <a:lnTo>
                    <a:pt x="469622" y="1527394"/>
                  </a:lnTo>
                  <a:lnTo>
                    <a:pt x="464758" y="1538931"/>
                  </a:lnTo>
                  <a:close/>
                  <a:moveTo>
                    <a:pt x="483518" y="1474171"/>
                  </a:moveTo>
                  <a:lnTo>
                    <a:pt x="469622" y="1527394"/>
                  </a:lnTo>
                  <a:lnTo>
                    <a:pt x="470912" y="1532703"/>
                  </a:lnTo>
                  <a:close/>
                  <a:moveTo>
                    <a:pt x="470912" y="1532703"/>
                  </a:moveTo>
                  <a:lnTo>
                    <a:pt x="478246" y="1481166"/>
                  </a:lnTo>
                  <a:lnTo>
                    <a:pt x="483518" y="1474171"/>
                  </a:lnTo>
                  <a:close/>
                  <a:moveTo>
                    <a:pt x="454390" y="1457073"/>
                  </a:moveTo>
                  <a:lnTo>
                    <a:pt x="472178" y="1431773"/>
                  </a:lnTo>
                  <a:lnTo>
                    <a:pt x="425787" y="1462307"/>
                  </a:lnTo>
                  <a:close/>
                  <a:moveTo>
                    <a:pt x="343247" y="1250926"/>
                  </a:moveTo>
                  <a:lnTo>
                    <a:pt x="361076" y="1325960"/>
                  </a:lnTo>
                  <a:lnTo>
                    <a:pt x="384904" y="1280146"/>
                  </a:lnTo>
                  <a:close/>
                  <a:moveTo>
                    <a:pt x="296056" y="1257536"/>
                  </a:moveTo>
                  <a:lnTo>
                    <a:pt x="269627" y="1199583"/>
                  </a:lnTo>
                  <a:lnTo>
                    <a:pt x="264119" y="1223484"/>
                  </a:lnTo>
                  <a:close/>
                  <a:moveTo>
                    <a:pt x="270016" y="1199956"/>
                  </a:moveTo>
                  <a:lnTo>
                    <a:pt x="269627" y="1199583"/>
                  </a:lnTo>
                  <a:lnTo>
                    <a:pt x="296056" y="1257536"/>
                  </a:lnTo>
                  <a:close/>
                  <a:moveTo>
                    <a:pt x="327421" y="1239908"/>
                  </a:moveTo>
                  <a:lnTo>
                    <a:pt x="270016" y="1199956"/>
                  </a:lnTo>
                  <a:lnTo>
                    <a:pt x="296056" y="1257536"/>
                  </a:lnTo>
                  <a:close/>
                  <a:moveTo>
                    <a:pt x="264119" y="1223484"/>
                  </a:moveTo>
                  <a:lnTo>
                    <a:pt x="269627" y="1199583"/>
                  </a:lnTo>
                  <a:lnTo>
                    <a:pt x="235081" y="1164925"/>
                  </a:lnTo>
                  <a:close/>
                  <a:moveTo>
                    <a:pt x="576291" y="1579382"/>
                  </a:moveTo>
                  <a:lnTo>
                    <a:pt x="606524" y="1617546"/>
                  </a:lnTo>
                  <a:lnTo>
                    <a:pt x="539241" y="1571520"/>
                  </a:lnTo>
                  <a:close/>
                  <a:moveTo>
                    <a:pt x="270016" y="1199956"/>
                  </a:moveTo>
                  <a:lnTo>
                    <a:pt x="327421" y="1239908"/>
                  </a:lnTo>
                  <a:lnTo>
                    <a:pt x="352407" y="1198423"/>
                  </a:lnTo>
                  <a:close/>
                  <a:moveTo>
                    <a:pt x="389463" y="1162296"/>
                  </a:moveTo>
                  <a:lnTo>
                    <a:pt x="376831" y="1125650"/>
                  </a:lnTo>
                  <a:lnTo>
                    <a:pt x="377298" y="1123759"/>
                  </a:lnTo>
                  <a:close/>
                  <a:moveTo>
                    <a:pt x="386371" y="1099665"/>
                  </a:moveTo>
                  <a:lnTo>
                    <a:pt x="389463" y="1162296"/>
                  </a:lnTo>
                  <a:lnTo>
                    <a:pt x="377298" y="1123759"/>
                  </a:lnTo>
                  <a:close/>
                  <a:moveTo>
                    <a:pt x="377298" y="1123759"/>
                  </a:moveTo>
                  <a:lnTo>
                    <a:pt x="347415" y="1072223"/>
                  </a:lnTo>
                  <a:lnTo>
                    <a:pt x="386371" y="1099665"/>
                  </a:lnTo>
                  <a:close/>
                  <a:moveTo>
                    <a:pt x="838357" y="1522775"/>
                  </a:moveTo>
                  <a:lnTo>
                    <a:pt x="803548" y="1527529"/>
                  </a:lnTo>
                  <a:lnTo>
                    <a:pt x="887928" y="1533436"/>
                  </a:lnTo>
                  <a:close/>
                  <a:moveTo>
                    <a:pt x="650047" y="1243687"/>
                  </a:moveTo>
                  <a:lnTo>
                    <a:pt x="649356" y="1230181"/>
                  </a:lnTo>
                  <a:lnTo>
                    <a:pt x="651893" y="1281718"/>
                  </a:lnTo>
                  <a:close/>
                  <a:moveTo>
                    <a:pt x="937257" y="1475834"/>
                  </a:moveTo>
                  <a:lnTo>
                    <a:pt x="917988" y="1428756"/>
                  </a:lnTo>
                  <a:lnTo>
                    <a:pt x="916802" y="1463770"/>
                  </a:lnTo>
                  <a:close/>
                  <a:moveTo>
                    <a:pt x="917988" y="1428756"/>
                  </a:moveTo>
                  <a:lnTo>
                    <a:pt x="914086" y="1412234"/>
                  </a:lnTo>
                  <a:lnTo>
                    <a:pt x="916802" y="1463770"/>
                  </a:lnTo>
                  <a:close/>
                  <a:moveTo>
                    <a:pt x="878486" y="1363233"/>
                  </a:moveTo>
                  <a:lnTo>
                    <a:pt x="867199" y="1369322"/>
                  </a:lnTo>
                  <a:lnTo>
                    <a:pt x="875732" y="1360697"/>
                  </a:lnTo>
                  <a:close/>
                  <a:moveTo>
                    <a:pt x="642904" y="1211512"/>
                  </a:moveTo>
                  <a:lnTo>
                    <a:pt x="651893" y="1281718"/>
                  </a:lnTo>
                  <a:lnTo>
                    <a:pt x="649356" y="1230181"/>
                  </a:lnTo>
                  <a:close/>
                  <a:moveTo>
                    <a:pt x="836167" y="1293825"/>
                  </a:moveTo>
                  <a:lnTo>
                    <a:pt x="847553" y="1347312"/>
                  </a:lnTo>
                  <a:lnTo>
                    <a:pt x="866980" y="1306757"/>
                  </a:lnTo>
                  <a:close/>
                  <a:moveTo>
                    <a:pt x="866980" y="1306757"/>
                  </a:moveTo>
                  <a:lnTo>
                    <a:pt x="877852" y="1233530"/>
                  </a:lnTo>
                  <a:lnTo>
                    <a:pt x="820373" y="1243923"/>
                  </a:lnTo>
                  <a:close/>
                  <a:moveTo>
                    <a:pt x="937107" y="1224984"/>
                  </a:moveTo>
                  <a:lnTo>
                    <a:pt x="880055" y="1234199"/>
                  </a:lnTo>
                  <a:lnTo>
                    <a:pt x="930815" y="1249305"/>
                  </a:lnTo>
                  <a:close/>
                  <a:moveTo>
                    <a:pt x="937107" y="1224984"/>
                  </a:moveTo>
                  <a:lnTo>
                    <a:pt x="880853" y="1232736"/>
                  </a:lnTo>
                  <a:lnTo>
                    <a:pt x="880055" y="1234199"/>
                  </a:lnTo>
                  <a:close/>
                  <a:moveTo>
                    <a:pt x="914805" y="1157899"/>
                  </a:moveTo>
                  <a:lnTo>
                    <a:pt x="898630" y="1168749"/>
                  </a:lnTo>
                  <a:lnTo>
                    <a:pt x="934420" y="1164426"/>
                  </a:lnTo>
                  <a:close/>
                  <a:moveTo>
                    <a:pt x="934420" y="1164426"/>
                  </a:moveTo>
                  <a:lnTo>
                    <a:pt x="898630" y="1168749"/>
                  </a:lnTo>
                  <a:lnTo>
                    <a:pt x="880853" y="1232736"/>
                  </a:lnTo>
                  <a:close/>
                  <a:moveTo>
                    <a:pt x="101606" y="178704"/>
                  </a:moveTo>
                  <a:lnTo>
                    <a:pt x="71609" y="202798"/>
                  </a:lnTo>
                  <a:lnTo>
                    <a:pt x="108201" y="230241"/>
                  </a:lnTo>
                  <a:close/>
                  <a:moveTo>
                    <a:pt x="39606" y="151261"/>
                  </a:moveTo>
                  <a:lnTo>
                    <a:pt x="71609" y="202798"/>
                  </a:lnTo>
                  <a:lnTo>
                    <a:pt x="101606" y="178704"/>
                  </a:lnTo>
                  <a:close/>
                  <a:moveTo>
                    <a:pt x="39606" y="151261"/>
                  </a:moveTo>
                  <a:lnTo>
                    <a:pt x="101606" y="178704"/>
                  </a:lnTo>
                  <a:lnTo>
                    <a:pt x="72391" y="127167"/>
                  </a:lnTo>
                  <a:close/>
                  <a:moveTo>
                    <a:pt x="1234288" y="1511768"/>
                  </a:moveTo>
                  <a:lnTo>
                    <a:pt x="1199656" y="1501940"/>
                  </a:lnTo>
                  <a:lnTo>
                    <a:pt x="1227887" y="1570192"/>
                  </a:lnTo>
                  <a:close/>
                  <a:moveTo>
                    <a:pt x="1234288" y="1511768"/>
                  </a:moveTo>
                  <a:lnTo>
                    <a:pt x="1231957" y="1541620"/>
                  </a:lnTo>
                  <a:lnTo>
                    <a:pt x="1309632" y="1522457"/>
                  </a:lnTo>
                  <a:close/>
                  <a:moveTo>
                    <a:pt x="1088998" y="1240206"/>
                  </a:moveTo>
                  <a:lnTo>
                    <a:pt x="1072209" y="1236878"/>
                  </a:lnTo>
                  <a:lnTo>
                    <a:pt x="1050261" y="1251419"/>
                  </a:lnTo>
                  <a:close/>
                  <a:moveTo>
                    <a:pt x="926090" y="1195959"/>
                  </a:moveTo>
                  <a:lnTo>
                    <a:pt x="898630" y="1168749"/>
                  </a:lnTo>
                  <a:lnTo>
                    <a:pt x="914805" y="1157899"/>
                  </a:lnTo>
                  <a:close/>
                  <a:moveTo>
                    <a:pt x="936739" y="1082269"/>
                  </a:moveTo>
                  <a:lnTo>
                    <a:pt x="923228" y="1106363"/>
                  </a:lnTo>
                  <a:lnTo>
                    <a:pt x="951335" y="1056227"/>
                  </a:lnTo>
                  <a:close/>
                  <a:moveTo>
                    <a:pt x="129613" y="170819"/>
                  </a:moveTo>
                  <a:lnTo>
                    <a:pt x="141809" y="230241"/>
                  </a:lnTo>
                  <a:lnTo>
                    <a:pt x="136664" y="178704"/>
                  </a:lnTo>
                  <a:close/>
                  <a:moveTo>
                    <a:pt x="107277" y="63492"/>
                  </a:moveTo>
                  <a:lnTo>
                    <a:pt x="72391" y="127167"/>
                  </a:lnTo>
                  <a:lnTo>
                    <a:pt x="114805" y="120114"/>
                  </a:lnTo>
                  <a:close/>
                  <a:moveTo>
                    <a:pt x="107277" y="63492"/>
                  </a:moveTo>
                  <a:lnTo>
                    <a:pt x="114805" y="120114"/>
                  </a:lnTo>
                  <a:lnTo>
                    <a:pt x="132444" y="127167"/>
                  </a:lnTo>
                  <a:close/>
                  <a:moveTo>
                    <a:pt x="104371" y="3112"/>
                  </a:moveTo>
                  <a:lnTo>
                    <a:pt x="91079" y="0"/>
                  </a:lnTo>
                  <a:lnTo>
                    <a:pt x="96275" y="51537"/>
                  </a:lnTo>
                  <a:close/>
                  <a:moveTo>
                    <a:pt x="1363123" y="1482991"/>
                  </a:moveTo>
                  <a:lnTo>
                    <a:pt x="1321663" y="1478715"/>
                  </a:lnTo>
                  <a:lnTo>
                    <a:pt x="1309632" y="1522457"/>
                  </a:lnTo>
                  <a:close/>
                  <a:moveTo>
                    <a:pt x="1362687" y="1420603"/>
                  </a:moveTo>
                  <a:lnTo>
                    <a:pt x="1321663" y="1478715"/>
                  </a:lnTo>
                  <a:lnTo>
                    <a:pt x="1363123" y="1482991"/>
                  </a:lnTo>
                  <a:close/>
                  <a:moveTo>
                    <a:pt x="923478" y="955102"/>
                  </a:moveTo>
                  <a:lnTo>
                    <a:pt x="934456" y="993120"/>
                  </a:lnTo>
                  <a:lnTo>
                    <a:pt x="925154" y="979195"/>
                  </a:lnTo>
                  <a:close/>
                  <a:moveTo>
                    <a:pt x="922044" y="1011019"/>
                  </a:moveTo>
                  <a:lnTo>
                    <a:pt x="934456" y="993120"/>
                  </a:lnTo>
                  <a:lnTo>
                    <a:pt x="923478" y="955102"/>
                  </a:lnTo>
                  <a:close/>
                  <a:moveTo>
                    <a:pt x="687668" y="711159"/>
                  </a:moveTo>
                  <a:lnTo>
                    <a:pt x="725256" y="734984"/>
                  </a:lnTo>
                  <a:lnTo>
                    <a:pt x="703208" y="721512"/>
                  </a:lnTo>
                  <a:close/>
                  <a:moveTo>
                    <a:pt x="687668" y="711159"/>
                  </a:moveTo>
                  <a:lnTo>
                    <a:pt x="671200" y="661805"/>
                  </a:lnTo>
                  <a:lnTo>
                    <a:pt x="647477" y="705852"/>
                  </a:lnTo>
                  <a:close/>
                  <a:moveTo>
                    <a:pt x="671200" y="661805"/>
                  </a:moveTo>
                  <a:lnTo>
                    <a:pt x="703208" y="721512"/>
                  </a:lnTo>
                  <a:lnTo>
                    <a:pt x="694691" y="669976"/>
                  </a:lnTo>
                  <a:close/>
                  <a:moveTo>
                    <a:pt x="671200" y="661805"/>
                  </a:moveTo>
                  <a:lnTo>
                    <a:pt x="687668" y="711159"/>
                  </a:lnTo>
                  <a:lnTo>
                    <a:pt x="703208" y="721512"/>
                  </a:lnTo>
                  <a:close/>
                  <a:moveTo>
                    <a:pt x="671200" y="661805"/>
                  </a:moveTo>
                  <a:lnTo>
                    <a:pt x="694691" y="669976"/>
                  </a:lnTo>
                  <a:lnTo>
                    <a:pt x="680474" y="607331"/>
                  </a:lnTo>
                  <a:close/>
                  <a:moveTo>
                    <a:pt x="680474" y="607331"/>
                  </a:moveTo>
                  <a:lnTo>
                    <a:pt x="706525" y="664955"/>
                  </a:lnTo>
                  <a:lnTo>
                    <a:pt x="725378" y="600544"/>
                  </a:lnTo>
                  <a:close/>
                  <a:moveTo>
                    <a:pt x="1104845" y="1109712"/>
                  </a:moveTo>
                  <a:lnTo>
                    <a:pt x="1120000" y="1067684"/>
                  </a:lnTo>
                  <a:lnTo>
                    <a:pt x="1105994" y="1100904"/>
                  </a:lnTo>
                  <a:close/>
                  <a:moveTo>
                    <a:pt x="1134236" y="1034081"/>
                  </a:moveTo>
                  <a:lnTo>
                    <a:pt x="1120000" y="1067684"/>
                  </a:lnTo>
                  <a:lnTo>
                    <a:pt x="1104845" y="1109712"/>
                  </a:lnTo>
                  <a:close/>
                  <a:moveTo>
                    <a:pt x="1011202" y="835582"/>
                  </a:moveTo>
                  <a:lnTo>
                    <a:pt x="962933" y="829791"/>
                  </a:lnTo>
                  <a:lnTo>
                    <a:pt x="984580" y="870951"/>
                  </a:lnTo>
                  <a:close/>
                  <a:moveTo>
                    <a:pt x="728479" y="590477"/>
                  </a:moveTo>
                  <a:lnTo>
                    <a:pt x="690938" y="583015"/>
                  </a:lnTo>
                  <a:lnTo>
                    <a:pt x="680474" y="607331"/>
                  </a:lnTo>
                  <a:close/>
                  <a:moveTo>
                    <a:pt x="690938" y="583015"/>
                  </a:moveTo>
                  <a:lnTo>
                    <a:pt x="728479" y="590477"/>
                  </a:lnTo>
                  <a:lnTo>
                    <a:pt x="720074" y="534567"/>
                  </a:lnTo>
                  <a:close/>
                  <a:moveTo>
                    <a:pt x="690938" y="583015"/>
                  </a:moveTo>
                  <a:lnTo>
                    <a:pt x="720074" y="534567"/>
                  </a:lnTo>
                  <a:lnTo>
                    <a:pt x="671955" y="535705"/>
                  </a:lnTo>
                  <a:close/>
                  <a:moveTo>
                    <a:pt x="1011202" y="835582"/>
                  </a:moveTo>
                  <a:lnTo>
                    <a:pt x="1022396" y="817170"/>
                  </a:lnTo>
                  <a:lnTo>
                    <a:pt x="962933" y="829791"/>
                  </a:lnTo>
                  <a:close/>
                  <a:moveTo>
                    <a:pt x="962933" y="829791"/>
                  </a:moveTo>
                  <a:lnTo>
                    <a:pt x="1022396" y="817170"/>
                  </a:lnTo>
                  <a:lnTo>
                    <a:pt x="963352" y="82719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11" name="Output_density__4210">
              <a:extLst>
                <a:ext uri="{FF2B5EF4-FFF2-40B4-BE49-F238E27FC236}">
                  <a16:creationId xmlns:a16="http://schemas.microsoft.com/office/drawing/2014/main" id="{3D4DF07D-27DF-40C2-3FC2-8698E4782793}"/>
                </a:ext>
              </a:extLst>
            </p:cNvPr>
            <p:cNvSpPr>
              <a:spLocks noGrp="1"/>
            </p:cNvSpPr>
            <p:nvPr/>
          </p:nvSpPr>
          <p:spPr>
            <a:xfrm>
              <a:off x="15382761" y="2588835"/>
              <a:ext cx="1257515" cy="1944522"/>
            </a:xfrm>
            <a:custGeom>
              <a:avLst/>
              <a:gdLst/>
              <a:ahLst/>
              <a:cxnLst/>
              <a:rect l="0" t="0" r="0" b="0"/>
              <a:pathLst>
                <a:path w="1257515" h="1944522">
                  <a:moveTo>
                    <a:pt x="0" y="1557454"/>
                  </a:moveTo>
                  <a:lnTo>
                    <a:pt x="34479" y="1551465"/>
                  </a:lnTo>
                  <a:lnTo>
                    <a:pt x="28959" y="1552975"/>
                  </a:lnTo>
                  <a:close/>
                  <a:moveTo>
                    <a:pt x="65147" y="1491449"/>
                  </a:moveTo>
                  <a:lnTo>
                    <a:pt x="28959" y="1552975"/>
                  </a:lnTo>
                  <a:lnTo>
                    <a:pt x="53833" y="1528881"/>
                  </a:lnTo>
                  <a:close/>
                  <a:moveTo>
                    <a:pt x="28754" y="1441121"/>
                  </a:moveTo>
                  <a:lnTo>
                    <a:pt x="65361" y="1477344"/>
                  </a:lnTo>
                  <a:lnTo>
                    <a:pt x="57270" y="1462002"/>
                  </a:lnTo>
                  <a:close/>
                  <a:moveTo>
                    <a:pt x="38354" y="1425808"/>
                  </a:moveTo>
                  <a:lnTo>
                    <a:pt x="28754" y="1441121"/>
                  </a:lnTo>
                  <a:lnTo>
                    <a:pt x="57270" y="1462002"/>
                  </a:lnTo>
                  <a:close/>
                  <a:moveTo>
                    <a:pt x="289200" y="1607860"/>
                  </a:moveTo>
                  <a:lnTo>
                    <a:pt x="342585" y="1560239"/>
                  </a:lnTo>
                  <a:lnTo>
                    <a:pt x="273727" y="1544138"/>
                  </a:lnTo>
                  <a:close/>
                  <a:moveTo>
                    <a:pt x="273727" y="1544138"/>
                  </a:moveTo>
                  <a:lnTo>
                    <a:pt x="342585" y="1560239"/>
                  </a:lnTo>
                  <a:lnTo>
                    <a:pt x="321260" y="1543476"/>
                  </a:lnTo>
                  <a:close/>
                  <a:moveTo>
                    <a:pt x="273727" y="1544138"/>
                  </a:moveTo>
                  <a:lnTo>
                    <a:pt x="321260" y="1543476"/>
                  </a:lnTo>
                  <a:lnTo>
                    <a:pt x="262698" y="1490361"/>
                  </a:lnTo>
                  <a:close/>
                  <a:moveTo>
                    <a:pt x="161647" y="1433806"/>
                  </a:moveTo>
                  <a:lnTo>
                    <a:pt x="194227" y="1382559"/>
                  </a:lnTo>
                  <a:lnTo>
                    <a:pt x="140819" y="1387997"/>
                  </a:lnTo>
                  <a:close/>
                  <a:moveTo>
                    <a:pt x="637906" y="1877178"/>
                  </a:moveTo>
                  <a:lnTo>
                    <a:pt x="625754" y="1920252"/>
                  </a:lnTo>
                  <a:lnTo>
                    <a:pt x="692738" y="1868892"/>
                  </a:lnTo>
                  <a:close/>
                  <a:moveTo>
                    <a:pt x="692738" y="1868892"/>
                  </a:moveTo>
                  <a:lnTo>
                    <a:pt x="669640" y="1944522"/>
                  </a:lnTo>
                  <a:lnTo>
                    <a:pt x="696063" y="1873553"/>
                  </a:lnTo>
                  <a:close/>
                  <a:moveTo>
                    <a:pt x="696063" y="1873553"/>
                  </a:moveTo>
                  <a:lnTo>
                    <a:pt x="669640" y="1944522"/>
                  </a:lnTo>
                  <a:lnTo>
                    <a:pt x="693037" y="1933081"/>
                  </a:lnTo>
                  <a:close/>
                  <a:moveTo>
                    <a:pt x="693037" y="1933081"/>
                  </a:moveTo>
                  <a:lnTo>
                    <a:pt x="718809" y="1920428"/>
                  </a:lnTo>
                  <a:lnTo>
                    <a:pt x="696063" y="1873553"/>
                  </a:lnTo>
                  <a:close/>
                  <a:moveTo>
                    <a:pt x="692738" y="1868892"/>
                  </a:moveTo>
                  <a:lnTo>
                    <a:pt x="693909" y="1865496"/>
                  </a:lnTo>
                  <a:lnTo>
                    <a:pt x="637906" y="1877178"/>
                  </a:lnTo>
                  <a:close/>
                  <a:moveTo>
                    <a:pt x="637906" y="1877178"/>
                  </a:moveTo>
                  <a:lnTo>
                    <a:pt x="693909" y="1865496"/>
                  </a:lnTo>
                  <a:lnTo>
                    <a:pt x="674534" y="1822638"/>
                  </a:lnTo>
                  <a:close/>
                  <a:moveTo>
                    <a:pt x="674534" y="1822638"/>
                  </a:moveTo>
                  <a:lnTo>
                    <a:pt x="693909" y="1865496"/>
                  </a:lnTo>
                  <a:lnTo>
                    <a:pt x="734028" y="1840817"/>
                  </a:lnTo>
                  <a:close/>
                  <a:moveTo>
                    <a:pt x="225767" y="1377620"/>
                  </a:moveTo>
                  <a:lnTo>
                    <a:pt x="189553" y="1323616"/>
                  </a:lnTo>
                  <a:lnTo>
                    <a:pt x="191283" y="1343900"/>
                  </a:lnTo>
                  <a:close/>
                  <a:moveTo>
                    <a:pt x="279165" y="1301989"/>
                  </a:moveTo>
                  <a:lnTo>
                    <a:pt x="283558" y="1250452"/>
                  </a:lnTo>
                  <a:lnTo>
                    <a:pt x="261047" y="1303475"/>
                  </a:lnTo>
                  <a:close/>
                  <a:moveTo>
                    <a:pt x="261047" y="1303475"/>
                  </a:moveTo>
                  <a:lnTo>
                    <a:pt x="263249" y="1303391"/>
                  </a:lnTo>
                  <a:lnTo>
                    <a:pt x="279165" y="1301989"/>
                  </a:lnTo>
                  <a:close/>
                  <a:moveTo>
                    <a:pt x="199286" y="1198916"/>
                  </a:moveTo>
                  <a:lnTo>
                    <a:pt x="240420" y="1257501"/>
                  </a:lnTo>
                  <a:lnTo>
                    <a:pt x="246220" y="1239724"/>
                  </a:lnTo>
                  <a:close/>
                  <a:moveTo>
                    <a:pt x="734028" y="1840817"/>
                  </a:moveTo>
                  <a:lnTo>
                    <a:pt x="758607" y="1855014"/>
                  </a:lnTo>
                  <a:lnTo>
                    <a:pt x="776534" y="1825066"/>
                  </a:lnTo>
                  <a:close/>
                  <a:moveTo>
                    <a:pt x="776534" y="1825066"/>
                  </a:moveTo>
                  <a:lnTo>
                    <a:pt x="758607" y="1855014"/>
                  </a:lnTo>
                  <a:lnTo>
                    <a:pt x="800374" y="1793261"/>
                  </a:lnTo>
                  <a:close/>
                  <a:moveTo>
                    <a:pt x="246220" y="1239724"/>
                  </a:moveTo>
                  <a:lnTo>
                    <a:pt x="283558" y="1250452"/>
                  </a:lnTo>
                  <a:lnTo>
                    <a:pt x="273828" y="1208047"/>
                  </a:lnTo>
                  <a:close/>
                  <a:moveTo>
                    <a:pt x="273828" y="1208047"/>
                  </a:moveTo>
                  <a:lnTo>
                    <a:pt x="283558" y="1250452"/>
                  </a:lnTo>
                  <a:lnTo>
                    <a:pt x="307802" y="1177959"/>
                  </a:lnTo>
                  <a:close/>
                  <a:moveTo>
                    <a:pt x="249979" y="1174822"/>
                  </a:moveTo>
                  <a:lnTo>
                    <a:pt x="246220" y="1239724"/>
                  </a:lnTo>
                  <a:lnTo>
                    <a:pt x="273828" y="1208047"/>
                  </a:lnTo>
                  <a:close/>
                  <a:moveTo>
                    <a:pt x="249979" y="1174822"/>
                  </a:moveTo>
                  <a:lnTo>
                    <a:pt x="199286" y="1198916"/>
                  </a:lnTo>
                  <a:lnTo>
                    <a:pt x="246220" y="1239724"/>
                  </a:lnTo>
                  <a:close/>
                  <a:moveTo>
                    <a:pt x="192978" y="1147379"/>
                  </a:moveTo>
                  <a:lnTo>
                    <a:pt x="253908" y="1133567"/>
                  </a:lnTo>
                  <a:lnTo>
                    <a:pt x="247706" y="1126092"/>
                  </a:lnTo>
                  <a:close/>
                  <a:moveTo>
                    <a:pt x="253908" y="1133567"/>
                  </a:moveTo>
                  <a:lnTo>
                    <a:pt x="303152" y="1174822"/>
                  </a:lnTo>
                  <a:lnTo>
                    <a:pt x="247706" y="1126092"/>
                  </a:lnTo>
                  <a:close/>
                  <a:moveTo>
                    <a:pt x="800374" y="1793261"/>
                  </a:moveTo>
                  <a:lnTo>
                    <a:pt x="802690" y="1844798"/>
                  </a:lnTo>
                  <a:lnTo>
                    <a:pt x="841139" y="1820704"/>
                  </a:lnTo>
                  <a:close/>
                  <a:moveTo>
                    <a:pt x="800374" y="1793261"/>
                  </a:moveTo>
                  <a:lnTo>
                    <a:pt x="841139" y="1820704"/>
                  </a:lnTo>
                  <a:lnTo>
                    <a:pt x="813101" y="1769167"/>
                  </a:lnTo>
                  <a:close/>
                  <a:moveTo>
                    <a:pt x="274070" y="1167401"/>
                  </a:moveTo>
                  <a:lnTo>
                    <a:pt x="273828" y="1208047"/>
                  </a:lnTo>
                  <a:lnTo>
                    <a:pt x="303152" y="1174822"/>
                  </a:lnTo>
                  <a:close/>
                  <a:moveTo>
                    <a:pt x="303152" y="1174822"/>
                  </a:moveTo>
                  <a:lnTo>
                    <a:pt x="253908" y="1133567"/>
                  </a:lnTo>
                  <a:lnTo>
                    <a:pt x="274070" y="1167401"/>
                  </a:lnTo>
                  <a:close/>
                  <a:moveTo>
                    <a:pt x="341526" y="1150728"/>
                  </a:moveTo>
                  <a:lnTo>
                    <a:pt x="322931" y="1174822"/>
                  </a:lnTo>
                  <a:lnTo>
                    <a:pt x="355243" y="1202265"/>
                  </a:lnTo>
                  <a:close/>
                  <a:moveTo>
                    <a:pt x="341526" y="1150728"/>
                  </a:moveTo>
                  <a:lnTo>
                    <a:pt x="363795" y="1099191"/>
                  </a:lnTo>
                  <a:lnTo>
                    <a:pt x="322931" y="1174822"/>
                  </a:lnTo>
                  <a:close/>
                  <a:moveTo>
                    <a:pt x="363795" y="1099191"/>
                  </a:moveTo>
                  <a:lnTo>
                    <a:pt x="409216" y="1095086"/>
                  </a:lnTo>
                  <a:lnTo>
                    <a:pt x="378728" y="1095538"/>
                  </a:lnTo>
                  <a:close/>
                  <a:moveTo>
                    <a:pt x="378728" y="1095538"/>
                  </a:moveTo>
                  <a:lnTo>
                    <a:pt x="409216" y="1095086"/>
                  </a:lnTo>
                  <a:lnTo>
                    <a:pt x="455338" y="1092850"/>
                  </a:lnTo>
                  <a:close/>
                  <a:moveTo>
                    <a:pt x="438729" y="1109501"/>
                  </a:moveTo>
                  <a:lnTo>
                    <a:pt x="455338" y="1092850"/>
                  </a:lnTo>
                  <a:lnTo>
                    <a:pt x="409216" y="1095086"/>
                  </a:lnTo>
                  <a:close/>
                  <a:moveTo>
                    <a:pt x="438729" y="1109501"/>
                  </a:moveTo>
                  <a:lnTo>
                    <a:pt x="487718" y="1107656"/>
                  </a:lnTo>
                  <a:lnTo>
                    <a:pt x="455338" y="1092850"/>
                  </a:lnTo>
                  <a:close/>
                  <a:moveTo>
                    <a:pt x="1124829" y="1619178"/>
                  </a:moveTo>
                  <a:lnTo>
                    <a:pt x="1126208" y="1620586"/>
                  </a:lnTo>
                  <a:lnTo>
                    <a:pt x="1171671" y="1619635"/>
                  </a:lnTo>
                  <a:close/>
                  <a:moveTo>
                    <a:pt x="771798" y="1037736"/>
                  </a:moveTo>
                  <a:lnTo>
                    <a:pt x="765314" y="1033904"/>
                  </a:lnTo>
                  <a:lnTo>
                    <a:pt x="796535" y="1081795"/>
                  </a:lnTo>
                  <a:close/>
                  <a:moveTo>
                    <a:pt x="765924" y="1030259"/>
                  </a:moveTo>
                  <a:lnTo>
                    <a:pt x="765314" y="1033904"/>
                  </a:lnTo>
                  <a:lnTo>
                    <a:pt x="771798" y="1037736"/>
                  </a:lnTo>
                  <a:close/>
                  <a:moveTo>
                    <a:pt x="764942" y="1012103"/>
                  </a:moveTo>
                  <a:lnTo>
                    <a:pt x="765314" y="1033904"/>
                  </a:lnTo>
                  <a:lnTo>
                    <a:pt x="765924" y="1030259"/>
                  </a:lnTo>
                  <a:close/>
                  <a:moveTo>
                    <a:pt x="729938" y="937178"/>
                  </a:moveTo>
                  <a:lnTo>
                    <a:pt x="765867" y="978722"/>
                  </a:lnTo>
                  <a:lnTo>
                    <a:pt x="751310" y="961133"/>
                  </a:lnTo>
                  <a:close/>
                  <a:moveTo>
                    <a:pt x="730814" y="927185"/>
                  </a:moveTo>
                  <a:lnTo>
                    <a:pt x="729938" y="937178"/>
                  </a:lnTo>
                  <a:lnTo>
                    <a:pt x="751310" y="961133"/>
                  </a:lnTo>
                  <a:close/>
                  <a:moveTo>
                    <a:pt x="737065" y="907874"/>
                  </a:moveTo>
                  <a:lnTo>
                    <a:pt x="729938" y="937178"/>
                  </a:lnTo>
                  <a:lnTo>
                    <a:pt x="730814" y="927185"/>
                  </a:lnTo>
                  <a:close/>
                  <a:moveTo>
                    <a:pt x="1158035" y="1298853"/>
                  </a:moveTo>
                  <a:lnTo>
                    <a:pt x="1151559" y="1324243"/>
                  </a:lnTo>
                  <a:lnTo>
                    <a:pt x="1152095" y="1315384"/>
                  </a:lnTo>
                  <a:close/>
                  <a:moveTo>
                    <a:pt x="984849" y="1175368"/>
                  </a:moveTo>
                  <a:lnTo>
                    <a:pt x="960398" y="1160774"/>
                  </a:lnTo>
                  <a:lnTo>
                    <a:pt x="966734" y="1235071"/>
                  </a:lnTo>
                  <a:close/>
                  <a:moveTo>
                    <a:pt x="764942" y="1012103"/>
                  </a:moveTo>
                  <a:lnTo>
                    <a:pt x="765924" y="1030259"/>
                  </a:lnTo>
                  <a:lnTo>
                    <a:pt x="779916" y="1022033"/>
                  </a:lnTo>
                  <a:close/>
                  <a:moveTo>
                    <a:pt x="764942" y="1012103"/>
                  </a:moveTo>
                  <a:lnTo>
                    <a:pt x="779916" y="1022033"/>
                  </a:lnTo>
                  <a:lnTo>
                    <a:pt x="765867" y="978722"/>
                  </a:lnTo>
                  <a:close/>
                  <a:moveTo>
                    <a:pt x="771078" y="900144"/>
                  </a:moveTo>
                  <a:lnTo>
                    <a:pt x="737065" y="907874"/>
                  </a:lnTo>
                  <a:lnTo>
                    <a:pt x="730814" y="927185"/>
                  </a:lnTo>
                  <a:close/>
                  <a:moveTo>
                    <a:pt x="773873" y="851555"/>
                  </a:moveTo>
                  <a:lnTo>
                    <a:pt x="778900" y="872613"/>
                  </a:lnTo>
                  <a:lnTo>
                    <a:pt x="771078" y="900144"/>
                  </a:lnTo>
                  <a:close/>
                  <a:moveTo>
                    <a:pt x="771078" y="900144"/>
                  </a:moveTo>
                  <a:lnTo>
                    <a:pt x="776744" y="881553"/>
                  </a:lnTo>
                  <a:lnTo>
                    <a:pt x="737065" y="907874"/>
                  </a:lnTo>
                  <a:close/>
                  <a:moveTo>
                    <a:pt x="110486" y="26969"/>
                  </a:moveTo>
                  <a:lnTo>
                    <a:pt x="105079" y="36710"/>
                  </a:lnTo>
                  <a:lnTo>
                    <a:pt x="78645" y="58021"/>
                  </a:lnTo>
                  <a:close/>
                  <a:moveTo>
                    <a:pt x="1152095" y="1315384"/>
                  </a:moveTo>
                  <a:lnTo>
                    <a:pt x="1151559" y="1324243"/>
                  </a:lnTo>
                  <a:lnTo>
                    <a:pt x="1169701" y="1342470"/>
                  </a:lnTo>
                  <a:close/>
                  <a:moveTo>
                    <a:pt x="115504" y="21151"/>
                  </a:moveTo>
                  <a:lnTo>
                    <a:pt x="105079" y="36710"/>
                  </a:lnTo>
                  <a:lnTo>
                    <a:pt x="110486" y="26969"/>
                  </a:lnTo>
                  <a:close/>
                  <a:moveTo>
                    <a:pt x="773873" y="851555"/>
                  </a:moveTo>
                  <a:lnTo>
                    <a:pt x="825351" y="827461"/>
                  </a:lnTo>
                  <a:lnTo>
                    <a:pt x="750149" y="821896"/>
                  </a:lnTo>
                  <a:close/>
                  <a:moveTo>
                    <a:pt x="726187" y="748482"/>
                  </a:moveTo>
                  <a:lnTo>
                    <a:pt x="714001" y="786667"/>
                  </a:lnTo>
                  <a:lnTo>
                    <a:pt x="763441" y="736694"/>
                  </a:lnTo>
                  <a:close/>
                  <a:moveTo>
                    <a:pt x="763441" y="736694"/>
                  </a:moveTo>
                  <a:lnTo>
                    <a:pt x="739392" y="741264"/>
                  </a:lnTo>
                  <a:lnTo>
                    <a:pt x="726187" y="748482"/>
                  </a:lnTo>
                  <a:close/>
                  <a:moveTo>
                    <a:pt x="718123" y="672851"/>
                  </a:moveTo>
                  <a:lnTo>
                    <a:pt x="739392" y="741264"/>
                  </a:lnTo>
                  <a:lnTo>
                    <a:pt x="755358" y="706469"/>
                  </a:lnTo>
                  <a:close/>
                  <a:moveTo>
                    <a:pt x="123296" y="21899"/>
                  </a:moveTo>
                  <a:lnTo>
                    <a:pt x="110486" y="26969"/>
                  </a:lnTo>
                  <a:lnTo>
                    <a:pt x="155932" y="37405"/>
                  </a:lnTo>
                  <a:close/>
                  <a:moveTo>
                    <a:pt x="155932" y="37405"/>
                  </a:moveTo>
                  <a:lnTo>
                    <a:pt x="110486" y="26969"/>
                  </a:lnTo>
                  <a:lnTo>
                    <a:pt x="78645" y="58021"/>
                  </a:lnTo>
                  <a:close/>
                  <a:moveTo>
                    <a:pt x="200412" y="29036"/>
                  </a:moveTo>
                  <a:lnTo>
                    <a:pt x="236800" y="54412"/>
                  </a:lnTo>
                  <a:lnTo>
                    <a:pt x="186983" y="8105"/>
                  </a:lnTo>
                  <a:close/>
                  <a:moveTo>
                    <a:pt x="115504" y="21151"/>
                  </a:moveTo>
                  <a:lnTo>
                    <a:pt x="110486" y="26969"/>
                  </a:lnTo>
                  <a:lnTo>
                    <a:pt x="123296" y="21899"/>
                  </a:lnTo>
                  <a:close/>
                  <a:moveTo>
                    <a:pt x="123296" y="21899"/>
                  </a:moveTo>
                  <a:lnTo>
                    <a:pt x="156566" y="0"/>
                  </a:lnTo>
                  <a:lnTo>
                    <a:pt x="115504" y="21151"/>
                  </a:lnTo>
                  <a:close/>
                  <a:moveTo>
                    <a:pt x="123296" y="21899"/>
                  </a:moveTo>
                  <a:lnTo>
                    <a:pt x="186983" y="8105"/>
                  </a:lnTo>
                  <a:lnTo>
                    <a:pt x="156566" y="0"/>
                  </a:lnTo>
                  <a:close/>
                  <a:moveTo>
                    <a:pt x="186983" y="8105"/>
                  </a:moveTo>
                  <a:lnTo>
                    <a:pt x="123296" y="21899"/>
                  </a:lnTo>
                  <a:lnTo>
                    <a:pt x="200412" y="29036"/>
                  </a:lnTo>
                  <a:close/>
                  <a:moveTo>
                    <a:pt x="123296" y="21899"/>
                  </a:moveTo>
                  <a:lnTo>
                    <a:pt x="155932" y="37405"/>
                  </a:lnTo>
                  <a:lnTo>
                    <a:pt x="200412" y="29036"/>
                  </a:lnTo>
                  <a:close/>
                  <a:moveTo>
                    <a:pt x="1149364" y="1061050"/>
                  </a:moveTo>
                  <a:lnTo>
                    <a:pt x="1135912" y="1136680"/>
                  </a:lnTo>
                  <a:lnTo>
                    <a:pt x="1157286" y="1112587"/>
                  </a:lnTo>
                  <a:close/>
                  <a:moveTo>
                    <a:pt x="853042" y="875079"/>
                  </a:moveTo>
                  <a:lnTo>
                    <a:pt x="894751" y="816409"/>
                  </a:lnTo>
                  <a:lnTo>
                    <a:pt x="837488" y="824981"/>
                  </a:lnTo>
                  <a:close/>
                  <a:moveTo>
                    <a:pt x="782684" y="724388"/>
                  </a:moveTo>
                  <a:lnTo>
                    <a:pt x="816921" y="716217"/>
                  </a:lnTo>
                  <a:lnTo>
                    <a:pt x="755358" y="706469"/>
                  </a:lnTo>
                  <a:close/>
                  <a:moveTo>
                    <a:pt x="733858" y="557535"/>
                  </a:moveTo>
                  <a:lnTo>
                    <a:pt x="701985" y="569778"/>
                  </a:lnTo>
                  <a:lnTo>
                    <a:pt x="751805" y="558288"/>
                  </a:lnTo>
                  <a:close/>
                  <a:moveTo>
                    <a:pt x="751805" y="558288"/>
                  </a:moveTo>
                  <a:lnTo>
                    <a:pt x="701985" y="569778"/>
                  </a:lnTo>
                  <a:lnTo>
                    <a:pt x="682362" y="608230"/>
                  </a:lnTo>
                  <a:close/>
                  <a:moveTo>
                    <a:pt x="751805" y="558288"/>
                  </a:moveTo>
                  <a:lnTo>
                    <a:pt x="682362" y="608230"/>
                  </a:lnTo>
                  <a:lnTo>
                    <a:pt x="710277" y="577700"/>
                  </a:lnTo>
                  <a:close/>
                  <a:moveTo>
                    <a:pt x="1042559" y="811761"/>
                  </a:moveTo>
                  <a:lnTo>
                    <a:pt x="1012868" y="835651"/>
                  </a:lnTo>
                  <a:lnTo>
                    <a:pt x="985537" y="854904"/>
                  </a:lnTo>
                  <a:close/>
                  <a:moveTo>
                    <a:pt x="1086037" y="799641"/>
                  </a:moveTo>
                  <a:lnTo>
                    <a:pt x="1012868" y="835651"/>
                  </a:lnTo>
                  <a:lnTo>
                    <a:pt x="1042559" y="811761"/>
                  </a:lnTo>
                  <a:close/>
                  <a:moveTo>
                    <a:pt x="1242721" y="766301"/>
                  </a:moveTo>
                  <a:lnTo>
                    <a:pt x="1203777" y="782622"/>
                  </a:lnTo>
                  <a:lnTo>
                    <a:pt x="1257515" y="77414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2" name="Output_density__4211">
              <a:extLst>
                <a:ext uri="{FF2B5EF4-FFF2-40B4-BE49-F238E27FC236}">
                  <a16:creationId xmlns:a16="http://schemas.microsoft.com/office/drawing/2014/main" id="{10459E09-9B3F-A5AD-BB0C-E7D70AF22A14}"/>
                </a:ext>
              </a:extLst>
            </p:cNvPr>
            <p:cNvSpPr>
              <a:spLocks noGrp="1"/>
            </p:cNvSpPr>
            <p:nvPr/>
          </p:nvSpPr>
          <p:spPr>
            <a:xfrm>
              <a:off x="15447907" y="2594157"/>
              <a:ext cx="1436535" cy="1988450"/>
            </a:xfrm>
            <a:custGeom>
              <a:avLst/>
              <a:gdLst/>
              <a:ahLst/>
              <a:cxnLst/>
              <a:rect l="0" t="0" r="0" b="0"/>
              <a:pathLst>
                <a:path w="1436535" h="1988450">
                  <a:moveTo>
                    <a:pt x="0" y="1486128"/>
                  </a:moveTo>
                  <a:lnTo>
                    <a:pt x="215" y="1472023"/>
                  </a:lnTo>
                  <a:lnTo>
                    <a:pt x="17836" y="1492438"/>
                  </a:lnTo>
                  <a:close/>
                  <a:moveTo>
                    <a:pt x="182353" y="1626632"/>
                  </a:moveTo>
                  <a:lnTo>
                    <a:pt x="224053" y="1602538"/>
                  </a:lnTo>
                  <a:lnTo>
                    <a:pt x="176731" y="1622866"/>
                  </a:lnTo>
                  <a:close/>
                  <a:moveTo>
                    <a:pt x="224053" y="1602538"/>
                  </a:moveTo>
                  <a:lnTo>
                    <a:pt x="201184" y="1579390"/>
                  </a:lnTo>
                  <a:lnTo>
                    <a:pt x="176731" y="1622866"/>
                  </a:lnTo>
                  <a:close/>
                  <a:moveTo>
                    <a:pt x="577955" y="1979792"/>
                  </a:moveTo>
                  <a:lnTo>
                    <a:pt x="604493" y="1939201"/>
                  </a:lnTo>
                  <a:lnTo>
                    <a:pt x="597567" y="1952412"/>
                  </a:lnTo>
                  <a:close/>
                  <a:moveTo>
                    <a:pt x="251793" y="1578445"/>
                  </a:moveTo>
                  <a:lnTo>
                    <a:pt x="277439" y="1554918"/>
                  </a:lnTo>
                  <a:lnTo>
                    <a:pt x="224053" y="1602538"/>
                  </a:lnTo>
                  <a:close/>
                  <a:moveTo>
                    <a:pt x="224053" y="1602538"/>
                  </a:moveTo>
                  <a:lnTo>
                    <a:pt x="208580" y="1538816"/>
                  </a:lnTo>
                  <a:lnTo>
                    <a:pt x="201184" y="1579390"/>
                  </a:lnTo>
                  <a:close/>
                  <a:moveTo>
                    <a:pt x="328852" y="1579744"/>
                  </a:moveTo>
                  <a:lnTo>
                    <a:pt x="303453" y="1526908"/>
                  </a:lnTo>
                  <a:lnTo>
                    <a:pt x="256113" y="1538155"/>
                  </a:lnTo>
                  <a:close/>
                  <a:moveTo>
                    <a:pt x="256113" y="1538155"/>
                  </a:moveTo>
                  <a:lnTo>
                    <a:pt x="277439" y="1554918"/>
                  </a:lnTo>
                  <a:lnTo>
                    <a:pt x="328852" y="1579744"/>
                  </a:lnTo>
                  <a:close/>
                  <a:moveTo>
                    <a:pt x="208580" y="1538816"/>
                  </a:moveTo>
                  <a:lnTo>
                    <a:pt x="182379" y="1526908"/>
                  </a:lnTo>
                  <a:lnTo>
                    <a:pt x="201184" y="1579390"/>
                  </a:lnTo>
                  <a:close/>
                  <a:moveTo>
                    <a:pt x="197552" y="1485039"/>
                  </a:moveTo>
                  <a:lnTo>
                    <a:pt x="256113" y="1538155"/>
                  </a:lnTo>
                  <a:lnTo>
                    <a:pt x="201131" y="1499465"/>
                  </a:lnTo>
                  <a:close/>
                  <a:moveTo>
                    <a:pt x="149602" y="1486039"/>
                  </a:moveTo>
                  <a:lnTo>
                    <a:pt x="208580" y="1538816"/>
                  </a:lnTo>
                  <a:lnTo>
                    <a:pt x="197552" y="1485039"/>
                  </a:lnTo>
                  <a:close/>
                  <a:moveTo>
                    <a:pt x="96501" y="1428484"/>
                  </a:moveTo>
                  <a:lnTo>
                    <a:pt x="135322" y="1434906"/>
                  </a:lnTo>
                  <a:lnTo>
                    <a:pt x="129081" y="1377237"/>
                  </a:lnTo>
                  <a:close/>
                  <a:moveTo>
                    <a:pt x="126137" y="1338578"/>
                  </a:moveTo>
                  <a:lnTo>
                    <a:pt x="129081" y="1377237"/>
                  </a:lnTo>
                  <a:lnTo>
                    <a:pt x="149565" y="1386395"/>
                  </a:lnTo>
                  <a:close/>
                  <a:moveTo>
                    <a:pt x="627891" y="1927760"/>
                  </a:moveTo>
                  <a:lnTo>
                    <a:pt x="604493" y="1939201"/>
                  </a:lnTo>
                  <a:lnTo>
                    <a:pt x="592517" y="1981279"/>
                  </a:lnTo>
                  <a:close/>
                  <a:moveTo>
                    <a:pt x="653663" y="1915106"/>
                  </a:moveTo>
                  <a:lnTo>
                    <a:pt x="627891" y="1927760"/>
                  </a:lnTo>
                  <a:lnTo>
                    <a:pt x="673710" y="1988450"/>
                  </a:lnTo>
                  <a:close/>
                  <a:moveTo>
                    <a:pt x="560608" y="1914931"/>
                  </a:moveTo>
                  <a:lnTo>
                    <a:pt x="604493" y="1939201"/>
                  </a:lnTo>
                  <a:lnTo>
                    <a:pt x="627592" y="1863570"/>
                  </a:lnTo>
                  <a:close/>
                  <a:moveTo>
                    <a:pt x="518131" y="1887664"/>
                  </a:moveTo>
                  <a:lnTo>
                    <a:pt x="560608" y="1914931"/>
                  </a:lnTo>
                  <a:lnTo>
                    <a:pt x="572759" y="1871856"/>
                  </a:lnTo>
                  <a:close/>
                  <a:moveTo>
                    <a:pt x="572759" y="1871856"/>
                  </a:moveTo>
                  <a:lnTo>
                    <a:pt x="609388" y="1817317"/>
                  </a:lnTo>
                  <a:lnTo>
                    <a:pt x="568280" y="1812754"/>
                  </a:lnTo>
                  <a:close/>
                  <a:moveTo>
                    <a:pt x="446598" y="1772973"/>
                  </a:moveTo>
                  <a:lnTo>
                    <a:pt x="467154" y="1740202"/>
                  </a:lnTo>
                  <a:lnTo>
                    <a:pt x="423743" y="1752571"/>
                  </a:lnTo>
                  <a:close/>
                  <a:moveTo>
                    <a:pt x="495084" y="1771536"/>
                  </a:moveTo>
                  <a:lnTo>
                    <a:pt x="467154" y="1740202"/>
                  </a:lnTo>
                  <a:lnTo>
                    <a:pt x="446598" y="1772973"/>
                  </a:lnTo>
                  <a:close/>
                  <a:moveTo>
                    <a:pt x="472862" y="1726860"/>
                  </a:moveTo>
                  <a:lnTo>
                    <a:pt x="499771" y="1727253"/>
                  </a:lnTo>
                  <a:lnTo>
                    <a:pt x="483129" y="1708960"/>
                  </a:lnTo>
                  <a:close/>
                  <a:moveTo>
                    <a:pt x="544150" y="1718497"/>
                  </a:moveTo>
                  <a:lnTo>
                    <a:pt x="499771" y="1727253"/>
                  </a:lnTo>
                  <a:lnTo>
                    <a:pt x="468291" y="1733054"/>
                  </a:lnTo>
                  <a:close/>
                  <a:moveTo>
                    <a:pt x="468291" y="1733054"/>
                  </a:moveTo>
                  <a:lnTo>
                    <a:pt x="499771" y="1727253"/>
                  </a:lnTo>
                  <a:lnTo>
                    <a:pt x="472862" y="1726860"/>
                  </a:lnTo>
                  <a:close/>
                  <a:moveTo>
                    <a:pt x="544150" y="1718497"/>
                  </a:moveTo>
                  <a:lnTo>
                    <a:pt x="585357" y="1711367"/>
                  </a:lnTo>
                  <a:lnTo>
                    <a:pt x="561384" y="1708960"/>
                  </a:lnTo>
                  <a:close/>
                  <a:moveTo>
                    <a:pt x="329052" y="1573214"/>
                  </a:moveTo>
                  <a:lnTo>
                    <a:pt x="321284" y="1523154"/>
                  </a:lnTo>
                  <a:lnTo>
                    <a:pt x="303453" y="1526908"/>
                  </a:lnTo>
                  <a:close/>
                  <a:moveTo>
                    <a:pt x="303453" y="1526908"/>
                  </a:moveTo>
                  <a:lnTo>
                    <a:pt x="321284" y="1523154"/>
                  </a:lnTo>
                  <a:lnTo>
                    <a:pt x="258793" y="1485205"/>
                  </a:lnTo>
                  <a:close/>
                  <a:moveTo>
                    <a:pt x="377712" y="1452519"/>
                  </a:moveTo>
                  <a:lnTo>
                    <a:pt x="334742" y="1459589"/>
                  </a:lnTo>
                  <a:lnTo>
                    <a:pt x="321284" y="1523154"/>
                  </a:lnTo>
                  <a:close/>
                  <a:moveTo>
                    <a:pt x="247138" y="1475371"/>
                  </a:moveTo>
                  <a:lnTo>
                    <a:pt x="226835" y="1461232"/>
                  </a:lnTo>
                  <a:lnTo>
                    <a:pt x="209604" y="1412498"/>
                  </a:lnTo>
                  <a:close/>
                  <a:moveTo>
                    <a:pt x="168265" y="1348204"/>
                  </a:moveTo>
                  <a:lnTo>
                    <a:pt x="198102" y="1298069"/>
                  </a:lnTo>
                  <a:lnTo>
                    <a:pt x="160621" y="1372298"/>
                  </a:lnTo>
                  <a:close/>
                  <a:moveTo>
                    <a:pt x="160621" y="1372298"/>
                  </a:moveTo>
                  <a:lnTo>
                    <a:pt x="198102" y="1298069"/>
                  </a:lnTo>
                  <a:lnTo>
                    <a:pt x="124406" y="1318294"/>
                  </a:lnTo>
                  <a:close/>
                  <a:moveTo>
                    <a:pt x="543870" y="1707114"/>
                  </a:moveTo>
                  <a:lnTo>
                    <a:pt x="499771" y="1727253"/>
                  </a:lnTo>
                  <a:lnTo>
                    <a:pt x="544150" y="1718497"/>
                  </a:lnTo>
                  <a:close/>
                  <a:moveTo>
                    <a:pt x="543870" y="1707114"/>
                  </a:moveTo>
                  <a:lnTo>
                    <a:pt x="499694" y="1705046"/>
                  </a:lnTo>
                  <a:lnTo>
                    <a:pt x="499771" y="1727253"/>
                  </a:lnTo>
                  <a:close/>
                  <a:moveTo>
                    <a:pt x="499694" y="1705046"/>
                  </a:moveTo>
                  <a:lnTo>
                    <a:pt x="543870" y="1707114"/>
                  </a:lnTo>
                  <a:lnTo>
                    <a:pt x="528316" y="1657016"/>
                  </a:lnTo>
                  <a:close/>
                  <a:moveTo>
                    <a:pt x="499694" y="1705046"/>
                  </a:moveTo>
                  <a:lnTo>
                    <a:pt x="528316" y="1657016"/>
                  </a:lnTo>
                  <a:lnTo>
                    <a:pt x="491661" y="1648833"/>
                  </a:lnTo>
                  <a:close/>
                  <a:moveTo>
                    <a:pt x="543870" y="1707114"/>
                  </a:moveTo>
                  <a:lnTo>
                    <a:pt x="544150" y="1718497"/>
                  </a:lnTo>
                  <a:lnTo>
                    <a:pt x="561384" y="1708960"/>
                  </a:lnTo>
                  <a:close/>
                  <a:moveTo>
                    <a:pt x="528316" y="1657016"/>
                  </a:moveTo>
                  <a:lnTo>
                    <a:pt x="561384" y="1708960"/>
                  </a:lnTo>
                  <a:lnTo>
                    <a:pt x="531297" y="1657424"/>
                  </a:lnTo>
                  <a:close/>
                  <a:moveTo>
                    <a:pt x="528316" y="1657016"/>
                  </a:moveTo>
                  <a:lnTo>
                    <a:pt x="543870" y="1707114"/>
                  </a:lnTo>
                  <a:lnTo>
                    <a:pt x="561384" y="1708960"/>
                  </a:lnTo>
                  <a:close/>
                  <a:moveTo>
                    <a:pt x="242656" y="1172638"/>
                  </a:moveTo>
                  <a:lnTo>
                    <a:pt x="238005" y="1169500"/>
                  </a:lnTo>
                  <a:lnTo>
                    <a:pt x="208682" y="1202725"/>
                  </a:lnTo>
                  <a:close/>
                  <a:moveTo>
                    <a:pt x="724925" y="1736403"/>
                  </a:moveTo>
                  <a:lnTo>
                    <a:pt x="735227" y="1787939"/>
                  </a:lnTo>
                  <a:lnTo>
                    <a:pt x="747955" y="1763845"/>
                  </a:lnTo>
                  <a:close/>
                  <a:moveTo>
                    <a:pt x="724925" y="1736403"/>
                  </a:moveTo>
                  <a:lnTo>
                    <a:pt x="747955" y="1763845"/>
                  </a:lnTo>
                  <a:lnTo>
                    <a:pt x="731067" y="1712309"/>
                  </a:lnTo>
                  <a:close/>
                  <a:moveTo>
                    <a:pt x="687099" y="1666636"/>
                  </a:moveTo>
                  <a:lnTo>
                    <a:pt x="724552" y="1734061"/>
                  </a:lnTo>
                  <a:lnTo>
                    <a:pt x="731067" y="1712309"/>
                  </a:lnTo>
                  <a:close/>
                  <a:moveTo>
                    <a:pt x="731067" y="1712309"/>
                  </a:moveTo>
                  <a:lnTo>
                    <a:pt x="724552" y="1734061"/>
                  </a:lnTo>
                  <a:lnTo>
                    <a:pt x="724925" y="1736403"/>
                  </a:lnTo>
                  <a:close/>
                  <a:moveTo>
                    <a:pt x="731067" y="1712309"/>
                  </a:moveTo>
                  <a:lnTo>
                    <a:pt x="697331" y="1672065"/>
                  </a:lnTo>
                  <a:lnTo>
                    <a:pt x="687099" y="1666636"/>
                  </a:lnTo>
                  <a:close/>
                  <a:moveTo>
                    <a:pt x="486327" y="1464941"/>
                  </a:moveTo>
                  <a:lnTo>
                    <a:pt x="433148" y="1478720"/>
                  </a:lnTo>
                  <a:lnTo>
                    <a:pt x="506361" y="1511396"/>
                  </a:lnTo>
                  <a:close/>
                  <a:moveTo>
                    <a:pt x="290096" y="1196943"/>
                  </a:moveTo>
                  <a:lnTo>
                    <a:pt x="298875" y="1190586"/>
                  </a:lnTo>
                  <a:lnTo>
                    <a:pt x="315656" y="1214015"/>
                  </a:lnTo>
                  <a:close/>
                  <a:moveTo>
                    <a:pt x="257785" y="1169500"/>
                  </a:moveTo>
                  <a:lnTo>
                    <a:pt x="298875" y="1190586"/>
                  </a:lnTo>
                  <a:lnTo>
                    <a:pt x="290096" y="1196943"/>
                  </a:lnTo>
                  <a:close/>
                  <a:moveTo>
                    <a:pt x="315656" y="1214015"/>
                  </a:moveTo>
                  <a:lnTo>
                    <a:pt x="289987" y="1197135"/>
                  </a:lnTo>
                  <a:lnTo>
                    <a:pt x="290096" y="1196943"/>
                  </a:lnTo>
                  <a:close/>
                  <a:moveTo>
                    <a:pt x="731067" y="1712309"/>
                  </a:moveTo>
                  <a:lnTo>
                    <a:pt x="774076" y="1688215"/>
                  </a:lnTo>
                  <a:lnTo>
                    <a:pt x="697331" y="1672065"/>
                  </a:lnTo>
                  <a:close/>
                  <a:moveTo>
                    <a:pt x="423821" y="1300016"/>
                  </a:moveTo>
                  <a:lnTo>
                    <a:pt x="478607" y="1282989"/>
                  </a:lnTo>
                  <a:lnTo>
                    <a:pt x="407996" y="1288998"/>
                  </a:lnTo>
                  <a:close/>
                  <a:moveTo>
                    <a:pt x="407996" y="1288998"/>
                  </a:moveTo>
                  <a:lnTo>
                    <a:pt x="478607" y="1282989"/>
                  </a:lnTo>
                  <a:lnTo>
                    <a:pt x="474088" y="1226528"/>
                  </a:lnTo>
                  <a:close/>
                  <a:moveTo>
                    <a:pt x="478607" y="1282989"/>
                  </a:moveTo>
                  <a:lnTo>
                    <a:pt x="523642" y="1284359"/>
                  </a:lnTo>
                  <a:lnTo>
                    <a:pt x="474088" y="1226528"/>
                  </a:lnTo>
                  <a:close/>
                  <a:moveTo>
                    <a:pt x="746238" y="1545345"/>
                  </a:moveTo>
                  <a:lnTo>
                    <a:pt x="784724" y="1554336"/>
                  </a:lnTo>
                  <a:lnTo>
                    <a:pt x="802914" y="1561048"/>
                  </a:lnTo>
                  <a:close/>
                  <a:moveTo>
                    <a:pt x="625104" y="1303365"/>
                  </a:moveTo>
                  <a:lnTo>
                    <a:pt x="636791" y="1355839"/>
                  </a:lnTo>
                  <a:lnTo>
                    <a:pt x="632255" y="1333634"/>
                  </a:lnTo>
                  <a:close/>
                  <a:moveTo>
                    <a:pt x="525482" y="1220120"/>
                  </a:moveTo>
                  <a:lnTo>
                    <a:pt x="474088" y="1226528"/>
                  </a:lnTo>
                  <a:lnTo>
                    <a:pt x="524847" y="1241631"/>
                  </a:lnTo>
                  <a:close/>
                  <a:moveTo>
                    <a:pt x="525482" y="1220120"/>
                  </a:moveTo>
                  <a:lnTo>
                    <a:pt x="474143" y="1223875"/>
                  </a:lnTo>
                  <a:lnTo>
                    <a:pt x="474088" y="1226528"/>
                  </a:lnTo>
                  <a:close/>
                  <a:moveTo>
                    <a:pt x="474143" y="1223875"/>
                  </a:moveTo>
                  <a:lnTo>
                    <a:pt x="516480" y="1210348"/>
                  </a:lnTo>
                  <a:lnTo>
                    <a:pt x="470038" y="1211386"/>
                  </a:lnTo>
                  <a:close/>
                  <a:moveTo>
                    <a:pt x="466946" y="1148755"/>
                  </a:moveTo>
                  <a:lnTo>
                    <a:pt x="422571" y="1102334"/>
                  </a:lnTo>
                  <a:lnTo>
                    <a:pt x="433338" y="1113947"/>
                  </a:lnTo>
                  <a:close/>
                  <a:moveTo>
                    <a:pt x="422571" y="1102334"/>
                  </a:moveTo>
                  <a:lnTo>
                    <a:pt x="427989" y="1121313"/>
                  </a:lnTo>
                  <a:lnTo>
                    <a:pt x="390191" y="1087528"/>
                  </a:lnTo>
                  <a:close/>
                  <a:moveTo>
                    <a:pt x="632255" y="1333634"/>
                  </a:moveTo>
                  <a:lnTo>
                    <a:pt x="636791" y="1355839"/>
                  </a:lnTo>
                  <a:lnTo>
                    <a:pt x="636274" y="1354902"/>
                  </a:lnTo>
                  <a:close/>
                  <a:moveTo>
                    <a:pt x="690755" y="1377680"/>
                  </a:moveTo>
                  <a:lnTo>
                    <a:pt x="638698" y="1357723"/>
                  </a:lnTo>
                  <a:lnTo>
                    <a:pt x="636791" y="1355839"/>
                  </a:lnTo>
                  <a:close/>
                  <a:moveTo>
                    <a:pt x="886106" y="1536954"/>
                  </a:moveTo>
                  <a:lnTo>
                    <a:pt x="866599" y="1485418"/>
                  </a:lnTo>
                  <a:lnTo>
                    <a:pt x="862318" y="1561048"/>
                  </a:lnTo>
                  <a:close/>
                  <a:moveTo>
                    <a:pt x="823697" y="1433881"/>
                  </a:moveTo>
                  <a:lnTo>
                    <a:pt x="820908" y="1382843"/>
                  </a:lnTo>
                  <a:lnTo>
                    <a:pt x="824798" y="1442425"/>
                  </a:lnTo>
                  <a:close/>
                  <a:moveTo>
                    <a:pt x="640947" y="1352459"/>
                  </a:moveTo>
                  <a:lnTo>
                    <a:pt x="632255" y="1333634"/>
                  </a:lnTo>
                  <a:lnTo>
                    <a:pt x="636274" y="1354902"/>
                  </a:lnTo>
                  <a:close/>
                  <a:moveTo>
                    <a:pt x="824798" y="1442425"/>
                  </a:moveTo>
                  <a:lnTo>
                    <a:pt x="866599" y="1485418"/>
                  </a:lnTo>
                  <a:lnTo>
                    <a:pt x="841057" y="1455382"/>
                  </a:lnTo>
                  <a:close/>
                  <a:moveTo>
                    <a:pt x="870139" y="1506288"/>
                  </a:moveTo>
                  <a:lnTo>
                    <a:pt x="866599" y="1485418"/>
                  </a:lnTo>
                  <a:lnTo>
                    <a:pt x="824798" y="1442425"/>
                  </a:lnTo>
                  <a:close/>
                  <a:moveTo>
                    <a:pt x="823697" y="1433881"/>
                  </a:moveTo>
                  <a:lnTo>
                    <a:pt x="824798" y="1442425"/>
                  </a:lnTo>
                  <a:lnTo>
                    <a:pt x="841057" y="1455382"/>
                  </a:lnTo>
                  <a:close/>
                  <a:moveTo>
                    <a:pt x="821059" y="1382344"/>
                  </a:moveTo>
                  <a:lnTo>
                    <a:pt x="823697" y="1433881"/>
                  </a:lnTo>
                  <a:lnTo>
                    <a:pt x="859034" y="1409787"/>
                  </a:lnTo>
                  <a:close/>
                  <a:moveTo>
                    <a:pt x="791895" y="1306713"/>
                  </a:moveTo>
                  <a:lnTo>
                    <a:pt x="795362" y="1255177"/>
                  </a:lnTo>
                  <a:lnTo>
                    <a:pt x="785785" y="1330807"/>
                  </a:lnTo>
                  <a:close/>
                  <a:moveTo>
                    <a:pt x="832547" y="1231083"/>
                  </a:moveTo>
                  <a:lnTo>
                    <a:pt x="770483" y="1197627"/>
                  </a:lnTo>
                  <a:lnTo>
                    <a:pt x="767299" y="1203640"/>
                  </a:lnTo>
                  <a:close/>
                  <a:moveTo>
                    <a:pt x="832547" y="1231083"/>
                  </a:moveTo>
                  <a:lnTo>
                    <a:pt x="767299" y="1203640"/>
                  </a:lnTo>
                  <a:lnTo>
                    <a:pt x="795362" y="1255177"/>
                  </a:lnTo>
                  <a:close/>
                  <a:moveTo>
                    <a:pt x="729939" y="1100567"/>
                  </a:moveTo>
                  <a:lnTo>
                    <a:pt x="757341" y="1128010"/>
                  </a:lnTo>
                  <a:lnTo>
                    <a:pt x="731388" y="1076473"/>
                  </a:lnTo>
                  <a:close/>
                  <a:moveTo>
                    <a:pt x="731388" y="1076473"/>
                  </a:moveTo>
                  <a:lnTo>
                    <a:pt x="700167" y="1028582"/>
                  </a:lnTo>
                  <a:lnTo>
                    <a:pt x="711041" y="1049031"/>
                  </a:lnTo>
                  <a:close/>
                  <a:moveTo>
                    <a:pt x="700721" y="973400"/>
                  </a:moveTo>
                  <a:lnTo>
                    <a:pt x="720878" y="986985"/>
                  </a:lnTo>
                  <a:lnTo>
                    <a:pt x="699795" y="1006781"/>
                  </a:lnTo>
                  <a:close/>
                  <a:moveTo>
                    <a:pt x="699795" y="1006781"/>
                  </a:moveTo>
                  <a:lnTo>
                    <a:pt x="718450" y="1036750"/>
                  </a:lnTo>
                  <a:lnTo>
                    <a:pt x="700167" y="1028582"/>
                  </a:lnTo>
                  <a:close/>
                  <a:moveTo>
                    <a:pt x="1120404" y="1361599"/>
                  </a:moveTo>
                  <a:lnTo>
                    <a:pt x="1153121" y="1428158"/>
                  </a:lnTo>
                  <a:lnTo>
                    <a:pt x="1166791" y="1395163"/>
                  </a:lnTo>
                  <a:close/>
                  <a:moveTo>
                    <a:pt x="1131334" y="1437229"/>
                  </a:moveTo>
                  <a:lnTo>
                    <a:pt x="1153121" y="1428158"/>
                  </a:lnTo>
                  <a:lnTo>
                    <a:pt x="1120404" y="1361599"/>
                  </a:lnTo>
                  <a:close/>
                  <a:moveTo>
                    <a:pt x="1104555" y="1337148"/>
                  </a:moveTo>
                  <a:lnTo>
                    <a:pt x="1086413" y="1318921"/>
                  </a:lnTo>
                  <a:lnTo>
                    <a:pt x="1120404" y="1361599"/>
                  </a:lnTo>
                  <a:close/>
                  <a:moveTo>
                    <a:pt x="901587" y="1229750"/>
                  </a:moveTo>
                  <a:lnTo>
                    <a:pt x="895481" y="1282620"/>
                  </a:lnTo>
                  <a:lnTo>
                    <a:pt x="901918" y="1238454"/>
                  </a:lnTo>
                  <a:close/>
                  <a:moveTo>
                    <a:pt x="901587" y="1229750"/>
                  </a:moveTo>
                  <a:lnTo>
                    <a:pt x="901918" y="1238454"/>
                  </a:lnTo>
                  <a:lnTo>
                    <a:pt x="971136" y="1206989"/>
                  </a:lnTo>
                  <a:close/>
                  <a:moveTo>
                    <a:pt x="901587" y="1229750"/>
                  </a:moveTo>
                  <a:lnTo>
                    <a:pt x="971136" y="1206989"/>
                  </a:lnTo>
                  <a:lnTo>
                    <a:pt x="919702" y="1170046"/>
                  </a:lnTo>
                  <a:close/>
                  <a:moveTo>
                    <a:pt x="664542" y="794696"/>
                  </a:moveTo>
                  <a:lnTo>
                    <a:pt x="661041" y="743160"/>
                  </a:lnTo>
                  <a:lnTo>
                    <a:pt x="662179" y="745752"/>
                  </a:lnTo>
                  <a:close/>
                  <a:moveTo>
                    <a:pt x="1258057" y="1506314"/>
                  </a:moveTo>
                  <a:lnTo>
                    <a:pt x="1299859" y="1543327"/>
                  </a:lnTo>
                  <a:lnTo>
                    <a:pt x="1275584" y="1516209"/>
                  </a:lnTo>
                  <a:close/>
                  <a:moveTo>
                    <a:pt x="1314862" y="1560857"/>
                  </a:moveTo>
                  <a:lnTo>
                    <a:pt x="1299859" y="1543327"/>
                  </a:lnTo>
                  <a:lnTo>
                    <a:pt x="1258057" y="1506314"/>
                  </a:lnTo>
                  <a:close/>
                  <a:moveTo>
                    <a:pt x="1280231" y="1551030"/>
                  </a:moveTo>
                  <a:lnTo>
                    <a:pt x="1314862" y="1560857"/>
                  </a:lnTo>
                  <a:lnTo>
                    <a:pt x="1258057" y="1506314"/>
                  </a:lnTo>
                  <a:close/>
                  <a:moveTo>
                    <a:pt x="1299859" y="1543327"/>
                  </a:moveTo>
                  <a:lnTo>
                    <a:pt x="1314862" y="1560857"/>
                  </a:lnTo>
                  <a:lnTo>
                    <a:pt x="1302131" y="1516209"/>
                  </a:lnTo>
                  <a:close/>
                  <a:moveTo>
                    <a:pt x="1302131" y="1516209"/>
                  </a:moveTo>
                  <a:lnTo>
                    <a:pt x="1314862" y="1560857"/>
                  </a:lnTo>
                  <a:lnTo>
                    <a:pt x="1367219" y="1543651"/>
                  </a:lnTo>
                  <a:close/>
                  <a:moveTo>
                    <a:pt x="1302131" y="1516209"/>
                  </a:moveTo>
                  <a:lnTo>
                    <a:pt x="1367219" y="1543651"/>
                  </a:lnTo>
                  <a:lnTo>
                    <a:pt x="1323877" y="1492115"/>
                  </a:lnTo>
                  <a:close/>
                  <a:moveTo>
                    <a:pt x="1282683" y="1461533"/>
                  </a:moveTo>
                  <a:lnTo>
                    <a:pt x="1321656" y="1489923"/>
                  </a:lnTo>
                  <a:lnTo>
                    <a:pt x="1265602" y="1440578"/>
                  </a:lnTo>
                  <a:close/>
                  <a:moveTo>
                    <a:pt x="1321656" y="1489923"/>
                  </a:moveTo>
                  <a:lnTo>
                    <a:pt x="1282683" y="1461533"/>
                  </a:lnTo>
                  <a:lnTo>
                    <a:pt x="1323877" y="1492115"/>
                  </a:lnTo>
                  <a:close/>
                  <a:moveTo>
                    <a:pt x="1323877" y="1492115"/>
                  </a:moveTo>
                  <a:lnTo>
                    <a:pt x="1287348" y="1464672"/>
                  </a:lnTo>
                  <a:lnTo>
                    <a:pt x="1302131" y="1516209"/>
                  </a:lnTo>
                  <a:close/>
                  <a:moveTo>
                    <a:pt x="1120404" y="1361599"/>
                  </a:moveTo>
                  <a:lnTo>
                    <a:pt x="1166791" y="1395163"/>
                  </a:lnTo>
                  <a:lnTo>
                    <a:pt x="1178296" y="1344948"/>
                  </a:lnTo>
                  <a:close/>
                  <a:moveTo>
                    <a:pt x="760205" y="822139"/>
                  </a:moveTo>
                  <a:lnTo>
                    <a:pt x="717512" y="803221"/>
                  </a:lnTo>
                  <a:lnTo>
                    <a:pt x="685003" y="816574"/>
                  </a:lnTo>
                  <a:close/>
                  <a:moveTo>
                    <a:pt x="661041" y="743160"/>
                  </a:moveTo>
                  <a:lnTo>
                    <a:pt x="674245" y="735942"/>
                  </a:lnTo>
                  <a:lnTo>
                    <a:pt x="652977" y="667529"/>
                  </a:lnTo>
                  <a:close/>
                  <a:moveTo>
                    <a:pt x="645309" y="691623"/>
                  </a:moveTo>
                  <a:lnTo>
                    <a:pt x="661041" y="743160"/>
                  </a:lnTo>
                  <a:lnTo>
                    <a:pt x="652977" y="667529"/>
                  </a:lnTo>
                  <a:close/>
                  <a:moveTo>
                    <a:pt x="613303" y="622019"/>
                  </a:moveTo>
                  <a:lnTo>
                    <a:pt x="617216" y="602908"/>
                  </a:lnTo>
                  <a:lnTo>
                    <a:pt x="620097" y="640087"/>
                  </a:lnTo>
                  <a:close/>
                  <a:moveTo>
                    <a:pt x="152966" y="176257"/>
                  </a:moveTo>
                  <a:lnTo>
                    <a:pt x="182181" y="227794"/>
                  </a:lnTo>
                  <a:lnTo>
                    <a:pt x="210188" y="219909"/>
                  </a:lnTo>
                  <a:close/>
                  <a:moveTo>
                    <a:pt x="195380" y="169204"/>
                  </a:moveTo>
                  <a:lnTo>
                    <a:pt x="210188" y="219909"/>
                  </a:lnTo>
                  <a:lnTo>
                    <a:pt x="217239" y="227794"/>
                  </a:lnTo>
                  <a:close/>
                  <a:moveTo>
                    <a:pt x="121836" y="2783"/>
                  </a:moveTo>
                  <a:lnTo>
                    <a:pt x="171653" y="49090"/>
                  </a:lnTo>
                  <a:lnTo>
                    <a:pt x="184945" y="52202"/>
                  </a:lnTo>
                  <a:close/>
                  <a:moveTo>
                    <a:pt x="121836" y="2783"/>
                  </a:moveTo>
                  <a:lnTo>
                    <a:pt x="184945" y="52202"/>
                  </a:lnTo>
                  <a:lnTo>
                    <a:pt x="171980" y="0"/>
                  </a:lnTo>
                  <a:close/>
                  <a:moveTo>
                    <a:pt x="1282683" y="1461533"/>
                  </a:moveTo>
                  <a:lnTo>
                    <a:pt x="1265602" y="1440578"/>
                  </a:lnTo>
                  <a:lnTo>
                    <a:pt x="1238927" y="1396381"/>
                  </a:lnTo>
                  <a:close/>
                  <a:moveTo>
                    <a:pt x="608960" y="615992"/>
                  </a:moveTo>
                  <a:lnTo>
                    <a:pt x="613303" y="622019"/>
                  </a:lnTo>
                  <a:lnTo>
                    <a:pt x="625973" y="635649"/>
                  </a:lnTo>
                  <a:close/>
                  <a:moveTo>
                    <a:pt x="617216" y="602908"/>
                  </a:moveTo>
                  <a:lnTo>
                    <a:pt x="613303" y="622019"/>
                  </a:lnTo>
                  <a:lnTo>
                    <a:pt x="608960" y="615992"/>
                  </a:lnTo>
                  <a:close/>
                  <a:moveTo>
                    <a:pt x="1367219" y="1543651"/>
                  </a:moveTo>
                  <a:lnTo>
                    <a:pt x="1402238" y="1527805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67219" y="1543651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78103" y="1468021"/>
                  </a:lnTo>
                  <a:lnTo>
                    <a:pt x="1321656" y="1489923"/>
                  </a:lnTo>
                  <a:close/>
                  <a:moveTo>
                    <a:pt x="1111789" y="1182895"/>
                  </a:moveTo>
                  <a:lnTo>
                    <a:pt x="1163883" y="1158802"/>
                  </a:lnTo>
                  <a:lnTo>
                    <a:pt x="1090293" y="1148927"/>
                  </a:lnTo>
                  <a:close/>
                  <a:moveTo>
                    <a:pt x="1090293" y="1148927"/>
                  </a:moveTo>
                  <a:lnTo>
                    <a:pt x="1092140" y="1107265"/>
                  </a:lnTo>
                  <a:lnTo>
                    <a:pt x="1070765" y="1131359"/>
                  </a:lnTo>
                  <a:close/>
                  <a:moveTo>
                    <a:pt x="1121755" y="1131660"/>
                  </a:moveTo>
                  <a:lnTo>
                    <a:pt x="1092140" y="1107265"/>
                  </a:lnTo>
                  <a:lnTo>
                    <a:pt x="1090293" y="1148927"/>
                  </a:lnTo>
                  <a:close/>
                  <a:moveTo>
                    <a:pt x="1035308" y="1071516"/>
                  </a:moveTo>
                  <a:lnTo>
                    <a:pt x="1031910" y="1105317"/>
                  </a:lnTo>
                  <a:lnTo>
                    <a:pt x="1084217" y="1055728"/>
                  </a:lnTo>
                  <a:close/>
                  <a:moveTo>
                    <a:pt x="1084217" y="1055728"/>
                  </a:moveTo>
                  <a:lnTo>
                    <a:pt x="1031910" y="1105317"/>
                  </a:lnTo>
                  <a:lnTo>
                    <a:pt x="1070765" y="1131359"/>
                  </a:lnTo>
                  <a:close/>
                  <a:moveTo>
                    <a:pt x="1097119" y="1039548"/>
                  </a:moveTo>
                  <a:lnTo>
                    <a:pt x="1035308" y="1071516"/>
                  </a:lnTo>
                  <a:lnTo>
                    <a:pt x="1084217" y="1055728"/>
                  </a:lnTo>
                  <a:close/>
                  <a:moveTo>
                    <a:pt x="911024" y="867800"/>
                  </a:moveTo>
                  <a:lnTo>
                    <a:pt x="839669" y="873676"/>
                  </a:lnTo>
                  <a:lnTo>
                    <a:pt x="855656" y="915394"/>
                  </a:lnTo>
                  <a:close/>
                  <a:moveTo>
                    <a:pt x="787895" y="869758"/>
                  </a:moveTo>
                  <a:lnTo>
                    <a:pt x="836264" y="868417"/>
                  </a:lnTo>
                  <a:lnTo>
                    <a:pt x="829605" y="811088"/>
                  </a:lnTo>
                  <a:close/>
                  <a:moveTo>
                    <a:pt x="772342" y="819659"/>
                  </a:moveTo>
                  <a:lnTo>
                    <a:pt x="829605" y="811088"/>
                  </a:lnTo>
                  <a:lnTo>
                    <a:pt x="768242" y="760249"/>
                  </a:lnTo>
                  <a:close/>
                  <a:moveTo>
                    <a:pt x="829605" y="811088"/>
                  </a:moveTo>
                  <a:lnTo>
                    <a:pt x="858226" y="822139"/>
                  </a:lnTo>
                  <a:lnTo>
                    <a:pt x="805830" y="784074"/>
                  </a:lnTo>
                  <a:close/>
                  <a:moveTo>
                    <a:pt x="728051" y="754942"/>
                  </a:moveTo>
                  <a:lnTo>
                    <a:pt x="717537" y="719066"/>
                  </a:lnTo>
                  <a:lnTo>
                    <a:pt x="698295" y="731372"/>
                  </a:lnTo>
                  <a:close/>
                  <a:moveTo>
                    <a:pt x="690211" y="701148"/>
                  </a:moveTo>
                  <a:lnTo>
                    <a:pt x="751774" y="710895"/>
                  </a:lnTo>
                  <a:lnTo>
                    <a:pt x="761049" y="656421"/>
                  </a:lnTo>
                  <a:close/>
                  <a:moveTo>
                    <a:pt x="690211" y="701148"/>
                  </a:moveTo>
                  <a:lnTo>
                    <a:pt x="652833" y="652625"/>
                  </a:lnTo>
                  <a:lnTo>
                    <a:pt x="652977" y="667529"/>
                  </a:lnTo>
                  <a:close/>
                  <a:moveTo>
                    <a:pt x="645131" y="572378"/>
                  </a:moveTo>
                  <a:lnTo>
                    <a:pt x="617216" y="602908"/>
                  </a:lnTo>
                  <a:lnTo>
                    <a:pt x="608960" y="615992"/>
                  </a:lnTo>
                  <a:close/>
                  <a:moveTo>
                    <a:pt x="668711" y="552213"/>
                  </a:moveTo>
                  <a:lnTo>
                    <a:pt x="686659" y="552966"/>
                  </a:lnTo>
                  <a:lnTo>
                    <a:pt x="740686" y="580287"/>
                  </a:lnTo>
                  <a:close/>
                  <a:moveTo>
                    <a:pt x="149994" y="42634"/>
                  </a:moveTo>
                  <a:lnTo>
                    <a:pt x="171653" y="49090"/>
                  </a:lnTo>
                  <a:lnTo>
                    <a:pt x="135266" y="23714"/>
                  </a:lnTo>
                  <a:close/>
                  <a:moveTo>
                    <a:pt x="1420284" y="1450390"/>
                  </a:moveTo>
                  <a:lnTo>
                    <a:pt x="1407565" y="1501545"/>
                  </a:lnTo>
                  <a:lnTo>
                    <a:pt x="1436535" y="1468021"/>
                  </a:lnTo>
                  <a:close/>
                  <a:moveTo>
                    <a:pt x="1404631" y="1400373"/>
                  </a:moveTo>
                  <a:lnTo>
                    <a:pt x="1420284" y="1450390"/>
                  </a:lnTo>
                  <a:lnTo>
                    <a:pt x="1436535" y="1468021"/>
                  </a:lnTo>
                  <a:close/>
                  <a:moveTo>
                    <a:pt x="1102971" y="866260"/>
                  </a:moveTo>
                  <a:lnTo>
                    <a:pt x="1048881" y="809509"/>
                  </a:lnTo>
                  <a:lnTo>
                    <a:pt x="1043927" y="876279"/>
                  </a:lnTo>
                  <a:close/>
                  <a:moveTo>
                    <a:pt x="1102971" y="866260"/>
                  </a:moveTo>
                  <a:lnTo>
                    <a:pt x="1121137" y="877024"/>
                  </a:lnTo>
                  <a:lnTo>
                    <a:pt x="1115688" y="839176"/>
                  </a:lnTo>
                  <a:close/>
                  <a:moveTo>
                    <a:pt x="1169079" y="850498"/>
                  </a:moveTo>
                  <a:lnTo>
                    <a:pt x="1135387" y="839906"/>
                  </a:lnTo>
                  <a:lnTo>
                    <a:pt x="1138631" y="777300"/>
                  </a:lnTo>
                  <a:close/>
                  <a:moveTo>
                    <a:pt x="1115688" y="839176"/>
                  </a:moveTo>
                  <a:lnTo>
                    <a:pt x="1161170" y="834549"/>
                  </a:lnTo>
                  <a:lnTo>
                    <a:pt x="1138631" y="777300"/>
                  </a:lnTo>
                  <a:close/>
                  <a:moveTo>
                    <a:pt x="1142238" y="763764"/>
                  </a:moveTo>
                  <a:lnTo>
                    <a:pt x="1092475" y="752387"/>
                  </a:lnTo>
                  <a:lnTo>
                    <a:pt x="1177574" y="760980"/>
                  </a:lnTo>
                  <a:close/>
                  <a:moveTo>
                    <a:pt x="1192369" y="768821"/>
                  </a:moveTo>
                  <a:lnTo>
                    <a:pt x="1210013" y="777300"/>
                  </a:lnTo>
                  <a:lnTo>
                    <a:pt x="1177574" y="76098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3" name="Output_density__4212">
              <a:extLst>
                <a:ext uri="{FF2B5EF4-FFF2-40B4-BE49-F238E27FC236}">
                  <a16:creationId xmlns:a16="http://schemas.microsoft.com/office/drawing/2014/main" id="{6908A27C-D0F8-326E-5E98-693D96B3BAE4}"/>
                </a:ext>
              </a:extLst>
            </p:cNvPr>
            <p:cNvSpPr>
              <a:spLocks noGrp="1"/>
            </p:cNvSpPr>
            <p:nvPr/>
          </p:nvSpPr>
          <p:spPr>
            <a:xfrm>
              <a:off x="15517313" y="2694784"/>
              <a:ext cx="1292845" cy="2045864"/>
            </a:xfrm>
            <a:custGeom>
              <a:avLst/>
              <a:gdLst/>
              <a:ahLst/>
              <a:cxnLst/>
              <a:rect l="0" t="0" r="0" b="0"/>
              <a:pathLst>
                <a:path w="1292845" h="2045864">
                  <a:moveTo>
                    <a:pt x="468877" y="2041371"/>
                  </a:moveTo>
                  <a:lnTo>
                    <a:pt x="475580" y="2044780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12890" y="2030292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39548" y="2017278"/>
                  </a:lnTo>
                  <a:lnTo>
                    <a:pt x="512890" y="2030292"/>
                  </a:lnTo>
                  <a:close/>
                  <a:moveTo>
                    <a:pt x="604305" y="1887823"/>
                  </a:moveTo>
                  <a:lnTo>
                    <a:pt x="622776" y="1875591"/>
                  </a:lnTo>
                  <a:lnTo>
                    <a:pt x="622247" y="1866017"/>
                  </a:lnTo>
                  <a:close/>
                  <a:moveTo>
                    <a:pt x="640478" y="1866017"/>
                  </a:moveTo>
                  <a:lnTo>
                    <a:pt x="622776" y="1875591"/>
                  </a:lnTo>
                  <a:lnTo>
                    <a:pt x="676732" y="1849038"/>
                  </a:lnTo>
                  <a:close/>
                  <a:moveTo>
                    <a:pt x="676732" y="1849038"/>
                  </a:moveTo>
                  <a:lnTo>
                    <a:pt x="622776" y="1875591"/>
                  </a:lnTo>
                  <a:lnTo>
                    <a:pt x="604305" y="1887823"/>
                  </a:lnTo>
                  <a:close/>
                  <a:moveTo>
                    <a:pt x="640478" y="1866017"/>
                  </a:moveTo>
                  <a:lnTo>
                    <a:pt x="636372" y="1872817"/>
                  </a:lnTo>
                  <a:lnTo>
                    <a:pt x="622776" y="1875591"/>
                  </a:lnTo>
                  <a:close/>
                  <a:moveTo>
                    <a:pt x="706015" y="1823624"/>
                  </a:moveTo>
                  <a:lnTo>
                    <a:pt x="640478" y="1866017"/>
                  </a:lnTo>
                  <a:lnTo>
                    <a:pt x="676732" y="1849038"/>
                  </a:lnTo>
                  <a:close/>
                  <a:moveTo>
                    <a:pt x="1220364" y="1542749"/>
                  </a:moveTo>
                  <a:lnTo>
                    <a:pt x="1220987" y="1542208"/>
                  </a:lnTo>
                  <a:lnTo>
                    <a:pt x="1243126" y="1490083"/>
                  </a:lnTo>
                  <a:close/>
                  <a:moveTo>
                    <a:pt x="1243126" y="1490083"/>
                  </a:moveTo>
                  <a:lnTo>
                    <a:pt x="1220987" y="1542208"/>
                  </a:lnTo>
                  <a:lnTo>
                    <a:pt x="1292845" y="1501296"/>
                  </a:lnTo>
                  <a:close/>
                  <a:moveTo>
                    <a:pt x="67352" y="75631"/>
                  </a:moveTo>
                  <a:lnTo>
                    <a:pt x="0" y="95028"/>
                  </a:lnTo>
                  <a:lnTo>
                    <a:pt x="69509" y="71628"/>
                  </a:lnTo>
                  <a:close/>
                  <a:moveTo>
                    <a:pt x="1083378" y="1185342"/>
                  </a:moveTo>
                  <a:lnTo>
                    <a:pt x="1087221" y="1136452"/>
                  </a:lnTo>
                  <a:lnTo>
                    <a:pt x="1093423" y="1144819"/>
                  </a:lnTo>
                  <a:close/>
                  <a:moveTo>
                    <a:pt x="67352" y="75631"/>
                  </a:moveTo>
                  <a:lnTo>
                    <a:pt x="69509" y="71628"/>
                  </a:lnTo>
                  <a:lnTo>
                    <a:pt x="88942" y="9385"/>
                  </a:lnTo>
                  <a:close/>
                  <a:moveTo>
                    <a:pt x="88942" y="9385"/>
                  </a:moveTo>
                  <a:lnTo>
                    <a:pt x="83560" y="75631"/>
                  </a:lnTo>
                  <a:lnTo>
                    <a:pt x="118447" y="11955"/>
                  </a:lnTo>
                  <a:close/>
                  <a:moveTo>
                    <a:pt x="118447" y="11955"/>
                  </a:moveTo>
                  <a:lnTo>
                    <a:pt x="107444" y="0"/>
                  </a:lnTo>
                  <a:lnTo>
                    <a:pt x="88942" y="9385"/>
                  </a:lnTo>
                  <a:close/>
                  <a:moveTo>
                    <a:pt x="1093435" y="1131401"/>
                  </a:moveTo>
                  <a:lnTo>
                    <a:pt x="1093423" y="1144819"/>
                  </a:lnTo>
                  <a:lnTo>
                    <a:pt x="1092288" y="1133805"/>
                  </a:lnTo>
                  <a:close/>
                  <a:moveTo>
                    <a:pt x="1092288" y="1133805"/>
                  </a:moveTo>
                  <a:lnTo>
                    <a:pt x="1111668" y="1078136"/>
                  </a:lnTo>
                  <a:lnTo>
                    <a:pt x="1093435" y="1131401"/>
                  </a:lnTo>
                  <a:close/>
                  <a:moveTo>
                    <a:pt x="937221" y="852028"/>
                  </a:moveTo>
                  <a:lnTo>
                    <a:pt x="959990" y="827935"/>
                  </a:lnTo>
                  <a:lnTo>
                    <a:pt x="934647" y="903565"/>
                  </a:lnTo>
                  <a:close/>
                  <a:moveTo>
                    <a:pt x="969756" y="779528"/>
                  </a:moveTo>
                  <a:lnTo>
                    <a:pt x="974102" y="778254"/>
                  </a:lnTo>
                  <a:lnTo>
                    <a:pt x="938356" y="800492"/>
                  </a:lnTo>
                  <a:close/>
                  <a:moveTo>
                    <a:pt x="938356" y="800492"/>
                  </a:moveTo>
                  <a:lnTo>
                    <a:pt x="974102" y="778254"/>
                  </a:lnTo>
                  <a:lnTo>
                    <a:pt x="959990" y="827935"/>
                  </a:lnTo>
                  <a:close/>
                  <a:moveTo>
                    <a:pt x="941137" y="789902"/>
                  </a:moveTo>
                  <a:lnTo>
                    <a:pt x="952595" y="800492"/>
                  </a:lnTo>
                  <a:lnTo>
                    <a:pt x="969756" y="779528"/>
                  </a:lnTo>
                  <a:close/>
                  <a:moveTo>
                    <a:pt x="1143523" y="931008"/>
                  </a:moveTo>
                  <a:lnTo>
                    <a:pt x="1141383" y="906914"/>
                  </a:lnTo>
                  <a:lnTo>
                    <a:pt x="1145405" y="98254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14" name="Output_density__4213">
              <a:extLst>
                <a:ext uri="{FF2B5EF4-FFF2-40B4-BE49-F238E27FC236}">
                  <a16:creationId xmlns:a16="http://schemas.microsoft.com/office/drawing/2014/main" id="{7EE06FB7-E79B-5347-6B1B-402859FCD5A0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295305"/>
              <a:ext cx="1213967" cy="1192504"/>
            </a:xfrm>
            <a:custGeom>
              <a:avLst/>
              <a:gdLst/>
              <a:ahLst/>
              <a:cxnLst/>
              <a:rect l="0" t="0" r="0" b="0"/>
              <a:pathLst>
                <a:path w="1213967" h="1192504">
                  <a:moveTo>
                    <a:pt x="9600" y="719338"/>
                  </a:moveTo>
                  <a:lnTo>
                    <a:pt x="4078" y="668593"/>
                  </a:lnTo>
                  <a:lnTo>
                    <a:pt x="0" y="734651"/>
                  </a:lnTo>
                  <a:close/>
                  <a:moveTo>
                    <a:pt x="9600" y="719338"/>
                  </a:moveTo>
                  <a:lnTo>
                    <a:pt x="4580" y="667802"/>
                  </a:lnTo>
                  <a:lnTo>
                    <a:pt x="4078" y="668593"/>
                  </a:lnTo>
                  <a:close/>
                  <a:moveTo>
                    <a:pt x="36393" y="784980"/>
                  </a:moveTo>
                  <a:lnTo>
                    <a:pt x="65443" y="806933"/>
                  </a:lnTo>
                  <a:lnTo>
                    <a:pt x="36607" y="770875"/>
                  </a:lnTo>
                  <a:close/>
                  <a:moveTo>
                    <a:pt x="31978" y="708654"/>
                  </a:moveTo>
                  <a:lnTo>
                    <a:pt x="28516" y="755532"/>
                  </a:lnTo>
                  <a:lnTo>
                    <a:pt x="62440" y="695244"/>
                  </a:lnTo>
                  <a:close/>
                  <a:moveTo>
                    <a:pt x="62440" y="695244"/>
                  </a:moveTo>
                  <a:lnTo>
                    <a:pt x="28516" y="755532"/>
                  </a:lnTo>
                  <a:lnTo>
                    <a:pt x="36607" y="770875"/>
                  </a:lnTo>
                  <a:close/>
                  <a:moveTo>
                    <a:pt x="62440" y="695244"/>
                  </a:moveTo>
                  <a:lnTo>
                    <a:pt x="36607" y="770875"/>
                  </a:lnTo>
                  <a:lnTo>
                    <a:pt x="71563" y="746781"/>
                  </a:lnTo>
                  <a:close/>
                  <a:moveTo>
                    <a:pt x="9600" y="719338"/>
                  </a:moveTo>
                  <a:lnTo>
                    <a:pt x="28516" y="755532"/>
                  </a:lnTo>
                  <a:lnTo>
                    <a:pt x="31978" y="708654"/>
                  </a:lnTo>
                  <a:close/>
                  <a:moveTo>
                    <a:pt x="4580" y="667802"/>
                  </a:moveTo>
                  <a:lnTo>
                    <a:pt x="31978" y="708654"/>
                  </a:lnTo>
                  <a:lnTo>
                    <a:pt x="5819" y="667178"/>
                  </a:lnTo>
                  <a:close/>
                  <a:moveTo>
                    <a:pt x="4580" y="667802"/>
                  </a:moveTo>
                  <a:lnTo>
                    <a:pt x="9600" y="719338"/>
                  </a:lnTo>
                  <a:lnTo>
                    <a:pt x="31978" y="708654"/>
                  </a:lnTo>
                  <a:close/>
                  <a:moveTo>
                    <a:pt x="62440" y="695244"/>
                  </a:moveTo>
                  <a:lnTo>
                    <a:pt x="70501" y="643708"/>
                  </a:lnTo>
                  <a:lnTo>
                    <a:pt x="31978" y="708654"/>
                  </a:lnTo>
                  <a:close/>
                  <a:moveTo>
                    <a:pt x="70501" y="643708"/>
                  </a:moveTo>
                  <a:lnTo>
                    <a:pt x="5819" y="667178"/>
                  </a:lnTo>
                  <a:lnTo>
                    <a:pt x="31978" y="708654"/>
                  </a:lnTo>
                  <a:close/>
                  <a:moveTo>
                    <a:pt x="77087" y="627550"/>
                  </a:moveTo>
                  <a:lnTo>
                    <a:pt x="4869" y="667117"/>
                  </a:lnTo>
                  <a:lnTo>
                    <a:pt x="70501" y="643708"/>
                  </a:lnTo>
                  <a:close/>
                  <a:moveTo>
                    <a:pt x="70501" y="643708"/>
                  </a:moveTo>
                  <a:lnTo>
                    <a:pt x="4869" y="667117"/>
                  </a:lnTo>
                  <a:lnTo>
                    <a:pt x="5819" y="667178"/>
                  </a:lnTo>
                  <a:close/>
                  <a:moveTo>
                    <a:pt x="70501" y="643708"/>
                  </a:moveTo>
                  <a:lnTo>
                    <a:pt x="112065" y="681527"/>
                  </a:lnTo>
                  <a:lnTo>
                    <a:pt x="86905" y="639239"/>
                  </a:lnTo>
                  <a:close/>
                  <a:moveTo>
                    <a:pt x="70501" y="643708"/>
                  </a:moveTo>
                  <a:lnTo>
                    <a:pt x="62440" y="695244"/>
                  </a:lnTo>
                  <a:lnTo>
                    <a:pt x="112065" y="681527"/>
                  </a:lnTo>
                  <a:close/>
                  <a:moveTo>
                    <a:pt x="162529" y="637431"/>
                  </a:moveTo>
                  <a:lnTo>
                    <a:pt x="152399" y="619614"/>
                  </a:lnTo>
                  <a:lnTo>
                    <a:pt x="165473" y="676089"/>
                  </a:lnTo>
                  <a:close/>
                  <a:moveTo>
                    <a:pt x="165473" y="676089"/>
                  </a:moveTo>
                  <a:lnTo>
                    <a:pt x="152399" y="619614"/>
                  </a:lnTo>
                  <a:lnTo>
                    <a:pt x="86905" y="639239"/>
                  </a:lnTo>
                  <a:close/>
                  <a:moveTo>
                    <a:pt x="165473" y="676089"/>
                  </a:moveTo>
                  <a:lnTo>
                    <a:pt x="86905" y="639239"/>
                  </a:lnTo>
                  <a:lnTo>
                    <a:pt x="112065" y="681527"/>
                  </a:lnTo>
                  <a:close/>
                  <a:moveTo>
                    <a:pt x="77087" y="627550"/>
                  </a:moveTo>
                  <a:lnTo>
                    <a:pt x="70501" y="643708"/>
                  </a:lnTo>
                  <a:lnTo>
                    <a:pt x="86905" y="639239"/>
                  </a:lnTo>
                  <a:close/>
                  <a:moveTo>
                    <a:pt x="152878" y="601347"/>
                  </a:moveTo>
                  <a:lnTo>
                    <a:pt x="77087" y="627550"/>
                  </a:lnTo>
                  <a:lnTo>
                    <a:pt x="152399" y="619614"/>
                  </a:lnTo>
                  <a:close/>
                  <a:moveTo>
                    <a:pt x="152399" y="619614"/>
                  </a:moveTo>
                  <a:lnTo>
                    <a:pt x="77087" y="627550"/>
                  </a:lnTo>
                  <a:lnTo>
                    <a:pt x="86905" y="639239"/>
                  </a:lnTo>
                  <a:close/>
                  <a:moveTo>
                    <a:pt x="160799" y="617147"/>
                  </a:moveTo>
                  <a:lnTo>
                    <a:pt x="234495" y="596921"/>
                  </a:lnTo>
                  <a:lnTo>
                    <a:pt x="232293" y="597005"/>
                  </a:lnTo>
                  <a:close/>
                  <a:moveTo>
                    <a:pt x="152399" y="619614"/>
                  </a:moveTo>
                  <a:lnTo>
                    <a:pt x="162529" y="637431"/>
                  </a:lnTo>
                  <a:lnTo>
                    <a:pt x="160799" y="617147"/>
                  </a:lnTo>
                  <a:close/>
                  <a:moveTo>
                    <a:pt x="152878" y="601347"/>
                  </a:moveTo>
                  <a:lnTo>
                    <a:pt x="152399" y="619614"/>
                  </a:lnTo>
                  <a:lnTo>
                    <a:pt x="160799" y="617147"/>
                  </a:lnTo>
                  <a:close/>
                  <a:moveTo>
                    <a:pt x="160799" y="617147"/>
                  </a:moveTo>
                  <a:lnTo>
                    <a:pt x="153291" y="568077"/>
                  </a:lnTo>
                  <a:lnTo>
                    <a:pt x="152878" y="601347"/>
                  </a:lnTo>
                  <a:close/>
                  <a:moveTo>
                    <a:pt x="211666" y="551032"/>
                  </a:moveTo>
                  <a:lnTo>
                    <a:pt x="153291" y="568077"/>
                  </a:lnTo>
                  <a:lnTo>
                    <a:pt x="160799" y="617147"/>
                  </a:lnTo>
                  <a:close/>
                  <a:moveTo>
                    <a:pt x="232293" y="597005"/>
                  </a:moveTo>
                  <a:lnTo>
                    <a:pt x="211666" y="551032"/>
                  </a:lnTo>
                  <a:lnTo>
                    <a:pt x="160799" y="617147"/>
                  </a:lnTo>
                  <a:close/>
                  <a:moveTo>
                    <a:pt x="666698" y="1161906"/>
                  </a:moveTo>
                  <a:lnTo>
                    <a:pt x="667309" y="1167083"/>
                  </a:lnTo>
                  <a:lnTo>
                    <a:pt x="752957" y="1192504"/>
                  </a:lnTo>
                  <a:close/>
                  <a:moveTo>
                    <a:pt x="729853" y="1148544"/>
                  </a:moveTo>
                  <a:lnTo>
                    <a:pt x="666698" y="1161906"/>
                  </a:lnTo>
                  <a:lnTo>
                    <a:pt x="752957" y="1192504"/>
                  </a:lnTo>
                  <a:close/>
                  <a:moveTo>
                    <a:pt x="768368" y="1189865"/>
                  </a:moveTo>
                  <a:lnTo>
                    <a:pt x="773936" y="1138328"/>
                  </a:lnTo>
                  <a:lnTo>
                    <a:pt x="752957" y="1192504"/>
                  </a:lnTo>
                  <a:close/>
                  <a:moveTo>
                    <a:pt x="773936" y="1138328"/>
                  </a:moveTo>
                  <a:lnTo>
                    <a:pt x="729853" y="1148544"/>
                  </a:lnTo>
                  <a:lnTo>
                    <a:pt x="752957" y="1192504"/>
                  </a:lnTo>
                  <a:close/>
                  <a:moveTo>
                    <a:pt x="663984" y="1162422"/>
                  </a:moveTo>
                  <a:lnTo>
                    <a:pt x="667309" y="1167083"/>
                  </a:lnTo>
                  <a:lnTo>
                    <a:pt x="666698" y="1161906"/>
                  </a:lnTo>
                  <a:close/>
                  <a:moveTo>
                    <a:pt x="665155" y="1159027"/>
                  </a:moveTo>
                  <a:lnTo>
                    <a:pt x="663984" y="1162422"/>
                  </a:lnTo>
                  <a:lnTo>
                    <a:pt x="666698" y="1161906"/>
                  </a:lnTo>
                  <a:close/>
                  <a:moveTo>
                    <a:pt x="666698" y="1161906"/>
                  </a:moveTo>
                  <a:lnTo>
                    <a:pt x="705274" y="1134348"/>
                  </a:lnTo>
                  <a:lnTo>
                    <a:pt x="665155" y="1159027"/>
                  </a:lnTo>
                  <a:close/>
                  <a:moveTo>
                    <a:pt x="666698" y="1161906"/>
                  </a:moveTo>
                  <a:lnTo>
                    <a:pt x="729853" y="1148544"/>
                  </a:lnTo>
                  <a:lnTo>
                    <a:pt x="705274" y="1134348"/>
                  </a:lnTo>
                  <a:close/>
                  <a:moveTo>
                    <a:pt x="771620" y="1086792"/>
                  </a:moveTo>
                  <a:lnTo>
                    <a:pt x="729853" y="1148544"/>
                  </a:lnTo>
                  <a:lnTo>
                    <a:pt x="773936" y="1138328"/>
                  </a:lnTo>
                  <a:close/>
                  <a:moveTo>
                    <a:pt x="221225" y="468353"/>
                  </a:moveTo>
                  <a:lnTo>
                    <a:pt x="225154" y="427097"/>
                  </a:lnTo>
                  <a:lnTo>
                    <a:pt x="164224" y="440910"/>
                  </a:lnTo>
                  <a:close/>
                  <a:moveTo>
                    <a:pt x="170532" y="492447"/>
                  </a:moveTo>
                  <a:lnTo>
                    <a:pt x="221225" y="468353"/>
                  </a:lnTo>
                  <a:lnTo>
                    <a:pt x="164224" y="440910"/>
                  </a:lnTo>
                  <a:close/>
                  <a:moveTo>
                    <a:pt x="221225" y="468353"/>
                  </a:moveTo>
                  <a:lnTo>
                    <a:pt x="245074" y="501577"/>
                  </a:lnTo>
                  <a:lnTo>
                    <a:pt x="245317" y="460932"/>
                  </a:lnTo>
                  <a:close/>
                  <a:moveTo>
                    <a:pt x="221225" y="468353"/>
                  </a:moveTo>
                  <a:lnTo>
                    <a:pt x="245317" y="460932"/>
                  </a:lnTo>
                  <a:lnTo>
                    <a:pt x="225154" y="427097"/>
                  </a:lnTo>
                  <a:close/>
                  <a:moveTo>
                    <a:pt x="358820" y="420165"/>
                  </a:moveTo>
                  <a:lnTo>
                    <a:pt x="380463" y="388617"/>
                  </a:lnTo>
                  <a:lnTo>
                    <a:pt x="335041" y="392722"/>
                  </a:lnTo>
                  <a:close/>
                  <a:moveTo>
                    <a:pt x="312772" y="444259"/>
                  </a:moveTo>
                  <a:lnTo>
                    <a:pt x="358820" y="420165"/>
                  </a:lnTo>
                  <a:lnTo>
                    <a:pt x="335041" y="392722"/>
                  </a:lnTo>
                  <a:close/>
                  <a:moveTo>
                    <a:pt x="737114" y="272253"/>
                  </a:moveTo>
                  <a:lnTo>
                    <a:pt x="770066" y="248159"/>
                  </a:lnTo>
                  <a:lnTo>
                    <a:pt x="722556" y="254664"/>
                  </a:lnTo>
                  <a:close/>
                  <a:moveTo>
                    <a:pt x="770066" y="248159"/>
                  </a:moveTo>
                  <a:lnTo>
                    <a:pt x="743568" y="198325"/>
                  </a:lnTo>
                  <a:lnTo>
                    <a:pt x="722556" y="254664"/>
                  </a:lnTo>
                  <a:close/>
                  <a:moveTo>
                    <a:pt x="742393" y="196622"/>
                  </a:moveTo>
                  <a:lnTo>
                    <a:pt x="722556" y="254664"/>
                  </a:lnTo>
                  <a:lnTo>
                    <a:pt x="743568" y="198325"/>
                  </a:lnTo>
                  <a:close/>
                  <a:moveTo>
                    <a:pt x="742393" y="196622"/>
                  </a:moveTo>
                  <a:lnTo>
                    <a:pt x="702060" y="220716"/>
                  </a:lnTo>
                  <a:lnTo>
                    <a:pt x="722556" y="254664"/>
                  </a:lnTo>
                  <a:close/>
                  <a:moveTo>
                    <a:pt x="742324" y="193675"/>
                  </a:moveTo>
                  <a:lnTo>
                    <a:pt x="702060" y="220716"/>
                  </a:lnTo>
                  <a:lnTo>
                    <a:pt x="742393" y="196622"/>
                  </a:lnTo>
                  <a:close/>
                  <a:moveTo>
                    <a:pt x="742393" y="196622"/>
                  </a:moveTo>
                  <a:lnTo>
                    <a:pt x="743568" y="198325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2393" y="196622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3720" y="196128"/>
                  </a:lnTo>
                  <a:lnTo>
                    <a:pt x="745119" y="145086"/>
                  </a:lnTo>
                  <a:close/>
                  <a:moveTo>
                    <a:pt x="745119" y="145086"/>
                  </a:moveTo>
                  <a:lnTo>
                    <a:pt x="743720" y="196128"/>
                  </a:lnTo>
                  <a:lnTo>
                    <a:pt x="812440" y="172528"/>
                  </a:lnTo>
                  <a:close/>
                  <a:moveTo>
                    <a:pt x="745119" y="145086"/>
                  </a:moveTo>
                  <a:lnTo>
                    <a:pt x="812440" y="172528"/>
                  </a:lnTo>
                  <a:lnTo>
                    <a:pt x="796597" y="120991"/>
                  </a:lnTo>
                  <a:close/>
                  <a:moveTo>
                    <a:pt x="710638" y="34795"/>
                  </a:moveTo>
                  <a:lnTo>
                    <a:pt x="753930" y="17918"/>
                  </a:lnTo>
                  <a:lnTo>
                    <a:pt x="726604" y="0"/>
                  </a:lnTo>
                  <a:close/>
                  <a:moveTo>
                    <a:pt x="710638" y="34795"/>
                  </a:moveTo>
                  <a:lnTo>
                    <a:pt x="734687" y="30224"/>
                  </a:lnTo>
                  <a:lnTo>
                    <a:pt x="753930" y="17918"/>
                  </a:lnTo>
                  <a:close/>
                  <a:moveTo>
                    <a:pt x="1013805" y="105292"/>
                  </a:moveTo>
                  <a:lnTo>
                    <a:pt x="956783" y="148434"/>
                  </a:lnTo>
                  <a:lnTo>
                    <a:pt x="998142" y="124340"/>
                  </a:lnTo>
                  <a:close/>
                  <a:moveTo>
                    <a:pt x="1152081" y="138029"/>
                  </a:moveTo>
                  <a:lnTo>
                    <a:pt x="1117944" y="100246"/>
                  </a:lnTo>
                  <a:lnTo>
                    <a:pt x="1139364" y="165112"/>
                  </a:lnTo>
                  <a:close/>
                  <a:moveTo>
                    <a:pt x="1139364" y="165112"/>
                  </a:moveTo>
                  <a:lnTo>
                    <a:pt x="1117944" y="100246"/>
                  </a:lnTo>
                  <a:lnTo>
                    <a:pt x="1085274" y="108362"/>
                  </a:lnTo>
                  <a:close/>
                  <a:moveTo>
                    <a:pt x="1032370" y="113389"/>
                  </a:moveTo>
                  <a:lnTo>
                    <a:pt x="1057283" y="93171"/>
                  </a:lnTo>
                  <a:lnTo>
                    <a:pt x="1013805" y="105292"/>
                  </a:lnTo>
                  <a:close/>
                  <a:moveTo>
                    <a:pt x="1032370" y="113389"/>
                  </a:moveTo>
                  <a:lnTo>
                    <a:pt x="1085274" y="108362"/>
                  </a:lnTo>
                  <a:lnTo>
                    <a:pt x="1057283" y="93171"/>
                  </a:lnTo>
                  <a:close/>
                  <a:moveTo>
                    <a:pt x="1128868" y="51239"/>
                  </a:moveTo>
                  <a:lnTo>
                    <a:pt x="1057283" y="93171"/>
                  </a:lnTo>
                  <a:lnTo>
                    <a:pt x="1117944" y="100246"/>
                  </a:lnTo>
                  <a:close/>
                  <a:moveTo>
                    <a:pt x="1117944" y="100246"/>
                  </a:moveTo>
                  <a:lnTo>
                    <a:pt x="1057283" y="93171"/>
                  </a:lnTo>
                  <a:lnTo>
                    <a:pt x="1085274" y="108362"/>
                  </a:lnTo>
                  <a:close/>
                  <a:moveTo>
                    <a:pt x="1117944" y="100246"/>
                  </a:moveTo>
                  <a:lnTo>
                    <a:pt x="1152081" y="138029"/>
                  </a:lnTo>
                  <a:lnTo>
                    <a:pt x="1169569" y="77813"/>
                  </a:lnTo>
                  <a:close/>
                  <a:moveTo>
                    <a:pt x="1128868" y="51239"/>
                  </a:moveTo>
                  <a:lnTo>
                    <a:pt x="1117944" y="100246"/>
                  </a:lnTo>
                  <a:lnTo>
                    <a:pt x="1169569" y="77813"/>
                  </a:lnTo>
                  <a:close/>
                  <a:moveTo>
                    <a:pt x="1213967" y="59832"/>
                  </a:moveTo>
                  <a:lnTo>
                    <a:pt x="1169569" y="77813"/>
                  </a:lnTo>
                  <a:lnTo>
                    <a:pt x="1175023" y="76152"/>
                  </a:lnTo>
                  <a:close/>
                  <a:moveTo>
                    <a:pt x="1128868" y="51239"/>
                  </a:moveTo>
                  <a:lnTo>
                    <a:pt x="1169569" y="77813"/>
                  </a:lnTo>
                  <a:lnTo>
                    <a:pt x="1213967" y="598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15" name="Output_density__4214">
              <a:extLst>
                <a:ext uri="{FF2B5EF4-FFF2-40B4-BE49-F238E27FC236}">
                  <a16:creationId xmlns:a16="http://schemas.microsoft.com/office/drawing/2014/main" id="{593EC714-2D59-97CA-4B9C-71B0E9EDB60B}"/>
                </a:ext>
              </a:extLst>
            </p:cNvPr>
            <p:cNvSpPr>
              <a:spLocks noGrp="1"/>
            </p:cNvSpPr>
            <p:nvPr/>
          </p:nvSpPr>
          <p:spPr>
            <a:xfrm>
              <a:off x="16194044" y="3828589"/>
              <a:ext cx="416691" cy="715233"/>
            </a:xfrm>
            <a:custGeom>
              <a:avLst/>
              <a:gdLst/>
              <a:ahLst/>
              <a:cxnLst/>
              <a:rect l="0" t="0" r="0" b="0"/>
              <a:pathLst>
                <a:path w="416691" h="715233">
                  <a:moveTo>
                    <a:pt x="29283" y="689819"/>
                  </a:moveTo>
                  <a:lnTo>
                    <a:pt x="0" y="715233"/>
                  </a:lnTo>
                  <a:lnTo>
                    <a:pt x="67483" y="657965"/>
                  </a:lnTo>
                  <a:close/>
                  <a:moveTo>
                    <a:pt x="416691" y="11013"/>
                  </a:moveTo>
                  <a:lnTo>
                    <a:pt x="410489" y="2647"/>
                  </a:lnTo>
                  <a:lnTo>
                    <a:pt x="415557" y="0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16" name="Output_density__4215">
              <a:extLst>
                <a:ext uri="{FF2B5EF4-FFF2-40B4-BE49-F238E27FC236}">
                  <a16:creationId xmlns:a16="http://schemas.microsoft.com/office/drawing/2014/main" id="{39CB5C11-FD84-3071-7385-1CA7E936BDD5}"/>
                </a:ext>
              </a:extLst>
            </p:cNvPr>
            <p:cNvSpPr>
              <a:spLocks noGrp="1"/>
            </p:cNvSpPr>
            <p:nvPr/>
          </p:nvSpPr>
          <p:spPr>
            <a:xfrm>
              <a:off x="15330055" y="2617871"/>
              <a:ext cx="1538136" cy="1993564"/>
            </a:xfrm>
            <a:custGeom>
              <a:avLst/>
              <a:gdLst/>
              <a:ahLst/>
              <a:cxnLst/>
              <a:rect l="0" t="0" r="0" b="0"/>
              <a:pathLst>
                <a:path w="1538136" h="1993564">
                  <a:moveTo>
                    <a:pt x="212" y="1651106"/>
                  </a:moveTo>
                  <a:lnTo>
                    <a:pt x="0" y="1653317"/>
                  </a:lnTo>
                  <a:lnTo>
                    <a:pt x="6433" y="1664987"/>
                  </a:lnTo>
                  <a:close/>
                  <a:moveTo>
                    <a:pt x="764" y="1643795"/>
                  </a:moveTo>
                  <a:lnTo>
                    <a:pt x="0" y="1653317"/>
                  </a:lnTo>
                  <a:lnTo>
                    <a:pt x="212" y="1651106"/>
                  </a:lnTo>
                  <a:close/>
                  <a:moveTo>
                    <a:pt x="338722" y="1944310"/>
                  </a:moveTo>
                  <a:lnTo>
                    <a:pt x="383850" y="1987768"/>
                  </a:lnTo>
                  <a:lnTo>
                    <a:pt x="353417" y="1954020"/>
                  </a:lnTo>
                  <a:close/>
                  <a:moveTo>
                    <a:pt x="212" y="1651106"/>
                  </a:moveTo>
                  <a:lnTo>
                    <a:pt x="6433" y="1664987"/>
                  </a:lnTo>
                  <a:lnTo>
                    <a:pt x="22475" y="1678549"/>
                  </a:lnTo>
                  <a:close/>
                  <a:moveTo>
                    <a:pt x="335879" y="1936231"/>
                  </a:moveTo>
                  <a:lnTo>
                    <a:pt x="338722" y="1944310"/>
                  </a:lnTo>
                  <a:lnTo>
                    <a:pt x="353417" y="1954020"/>
                  </a:lnTo>
                  <a:close/>
                  <a:moveTo>
                    <a:pt x="479210" y="1939580"/>
                  </a:moveTo>
                  <a:lnTo>
                    <a:pt x="500835" y="1951223"/>
                  </a:lnTo>
                  <a:lnTo>
                    <a:pt x="442242" y="1898132"/>
                  </a:lnTo>
                  <a:close/>
                  <a:moveTo>
                    <a:pt x="442242" y="1898132"/>
                  </a:moveTo>
                  <a:lnTo>
                    <a:pt x="500835" y="1951223"/>
                  </a:lnTo>
                  <a:lnTo>
                    <a:pt x="470506" y="1912138"/>
                  </a:lnTo>
                  <a:close/>
                  <a:moveTo>
                    <a:pt x="378002" y="1733434"/>
                  </a:moveTo>
                  <a:lnTo>
                    <a:pt x="355916" y="1693563"/>
                  </a:lnTo>
                  <a:lnTo>
                    <a:pt x="335967" y="1753880"/>
                  </a:lnTo>
                  <a:close/>
                  <a:moveTo>
                    <a:pt x="306984" y="1685295"/>
                  </a:moveTo>
                  <a:lnTo>
                    <a:pt x="286310" y="1742897"/>
                  </a:lnTo>
                  <a:lnTo>
                    <a:pt x="355916" y="1693563"/>
                  </a:lnTo>
                  <a:close/>
                  <a:moveTo>
                    <a:pt x="161773" y="1491728"/>
                  </a:moveTo>
                  <a:lnTo>
                    <a:pt x="192040" y="1527287"/>
                  </a:lnTo>
                  <a:lnTo>
                    <a:pt x="198427" y="1543204"/>
                  </a:lnTo>
                  <a:close/>
                  <a:moveTo>
                    <a:pt x="483243" y="1760876"/>
                  </a:moveTo>
                  <a:lnTo>
                    <a:pt x="482389" y="1817074"/>
                  </a:lnTo>
                  <a:lnTo>
                    <a:pt x="510183" y="1786088"/>
                  </a:lnTo>
                  <a:close/>
                  <a:moveTo>
                    <a:pt x="471153" y="1709340"/>
                  </a:moveTo>
                  <a:lnTo>
                    <a:pt x="421791" y="1765183"/>
                  </a:lnTo>
                  <a:lnTo>
                    <a:pt x="439723" y="1784971"/>
                  </a:lnTo>
                  <a:close/>
                  <a:moveTo>
                    <a:pt x="299601" y="1681897"/>
                  </a:moveTo>
                  <a:lnTo>
                    <a:pt x="306984" y="1685295"/>
                  </a:lnTo>
                  <a:lnTo>
                    <a:pt x="308114" y="1680240"/>
                  </a:lnTo>
                  <a:close/>
                  <a:moveTo>
                    <a:pt x="404544" y="1677808"/>
                  </a:moveTo>
                  <a:lnTo>
                    <a:pt x="360532" y="1675608"/>
                  </a:lnTo>
                  <a:lnTo>
                    <a:pt x="426803" y="1722455"/>
                  </a:lnTo>
                  <a:close/>
                  <a:moveTo>
                    <a:pt x="262369" y="1630361"/>
                  </a:moveTo>
                  <a:lnTo>
                    <a:pt x="299601" y="1681897"/>
                  </a:lnTo>
                  <a:lnTo>
                    <a:pt x="308114" y="1680240"/>
                  </a:lnTo>
                  <a:close/>
                  <a:moveTo>
                    <a:pt x="360532" y="1675608"/>
                  </a:moveTo>
                  <a:lnTo>
                    <a:pt x="306984" y="1685295"/>
                  </a:lnTo>
                  <a:lnTo>
                    <a:pt x="355916" y="1693563"/>
                  </a:lnTo>
                  <a:close/>
                  <a:moveTo>
                    <a:pt x="360532" y="1675608"/>
                  </a:moveTo>
                  <a:lnTo>
                    <a:pt x="308114" y="1680240"/>
                  </a:lnTo>
                  <a:lnTo>
                    <a:pt x="306984" y="1685295"/>
                  </a:lnTo>
                  <a:close/>
                  <a:moveTo>
                    <a:pt x="360532" y="1675608"/>
                  </a:moveTo>
                  <a:lnTo>
                    <a:pt x="350540" y="1673463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60532" y="1675608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12595" y="1630361"/>
                  </a:lnTo>
                  <a:lnTo>
                    <a:pt x="288017" y="1614377"/>
                  </a:lnTo>
                  <a:close/>
                  <a:moveTo>
                    <a:pt x="251523" y="1527287"/>
                  </a:moveTo>
                  <a:lnTo>
                    <a:pt x="292568" y="1496495"/>
                  </a:lnTo>
                  <a:lnTo>
                    <a:pt x="218617" y="1464047"/>
                  </a:lnTo>
                  <a:close/>
                  <a:moveTo>
                    <a:pt x="218617" y="1464047"/>
                  </a:moveTo>
                  <a:lnTo>
                    <a:pt x="292568" y="1496495"/>
                  </a:lnTo>
                  <a:lnTo>
                    <a:pt x="267454" y="1462325"/>
                  </a:lnTo>
                  <a:close/>
                  <a:moveTo>
                    <a:pt x="251523" y="1527287"/>
                  </a:moveTo>
                  <a:lnTo>
                    <a:pt x="218617" y="1464047"/>
                  </a:lnTo>
                  <a:lnTo>
                    <a:pt x="211437" y="1502733"/>
                  </a:lnTo>
                  <a:close/>
                  <a:moveTo>
                    <a:pt x="292568" y="1496495"/>
                  </a:moveTo>
                  <a:lnTo>
                    <a:pt x="300231" y="1503193"/>
                  </a:lnTo>
                  <a:lnTo>
                    <a:pt x="267454" y="1462325"/>
                  </a:lnTo>
                  <a:close/>
                  <a:moveTo>
                    <a:pt x="267454" y="1462325"/>
                  </a:moveTo>
                  <a:lnTo>
                    <a:pt x="300231" y="1503193"/>
                  </a:lnTo>
                  <a:lnTo>
                    <a:pt x="326432" y="1515101"/>
                  </a:lnTo>
                  <a:close/>
                  <a:moveTo>
                    <a:pt x="218617" y="1464047"/>
                  </a:moveTo>
                  <a:lnTo>
                    <a:pt x="253173" y="1411191"/>
                  </a:lnTo>
                  <a:lnTo>
                    <a:pt x="214352" y="1404770"/>
                  </a:lnTo>
                  <a:close/>
                  <a:moveTo>
                    <a:pt x="557427" y="1812413"/>
                  </a:moveTo>
                  <a:lnTo>
                    <a:pt x="551349" y="1822651"/>
                  </a:lnTo>
                  <a:lnTo>
                    <a:pt x="565154" y="1816940"/>
                  </a:lnTo>
                  <a:close/>
                  <a:moveTo>
                    <a:pt x="669625" y="1952706"/>
                  </a:moveTo>
                  <a:lnTo>
                    <a:pt x="695807" y="1956078"/>
                  </a:lnTo>
                  <a:lnTo>
                    <a:pt x="647138" y="1948789"/>
                  </a:lnTo>
                  <a:close/>
                  <a:moveTo>
                    <a:pt x="669625" y="1952706"/>
                  </a:moveTo>
                  <a:lnTo>
                    <a:pt x="710369" y="1957564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22345" y="1915486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41134" y="1990647"/>
                  </a:lnTo>
                  <a:lnTo>
                    <a:pt x="788634" y="1993564"/>
                  </a:lnTo>
                  <a:close/>
                  <a:moveTo>
                    <a:pt x="690611" y="1848141"/>
                  </a:moveTo>
                  <a:lnTo>
                    <a:pt x="622190" y="1855514"/>
                  </a:lnTo>
                  <a:lnTo>
                    <a:pt x="635982" y="1863950"/>
                  </a:lnTo>
                  <a:close/>
                  <a:moveTo>
                    <a:pt x="557427" y="1812413"/>
                  </a:moveTo>
                  <a:lnTo>
                    <a:pt x="565154" y="1816940"/>
                  </a:lnTo>
                  <a:lnTo>
                    <a:pt x="567170" y="1809789"/>
                  </a:lnTo>
                  <a:close/>
                  <a:moveTo>
                    <a:pt x="567170" y="1809789"/>
                  </a:moveTo>
                  <a:lnTo>
                    <a:pt x="510183" y="1786088"/>
                  </a:lnTo>
                  <a:lnTo>
                    <a:pt x="557427" y="1812413"/>
                  </a:lnTo>
                  <a:close/>
                  <a:moveTo>
                    <a:pt x="635083" y="1792559"/>
                  </a:moveTo>
                  <a:lnTo>
                    <a:pt x="565154" y="1816940"/>
                  </a:lnTo>
                  <a:lnTo>
                    <a:pt x="622190" y="1855514"/>
                  </a:lnTo>
                  <a:close/>
                  <a:moveTo>
                    <a:pt x="503776" y="1697860"/>
                  </a:moveTo>
                  <a:lnTo>
                    <a:pt x="541595" y="1728857"/>
                  </a:lnTo>
                  <a:lnTo>
                    <a:pt x="512557" y="1709340"/>
                  </a:lnTo>
                  <a:close/>
                  <a:moveTo>
                    <a:pt x="564450" y="1749258"/>
                  </a:moveTo>
                  <a:lnTo>
                    <a:pt x="541595" y="1728857"/>
                  </a:lnTo>
                  <a:lnTo>
                    <a:pt x="503776" y="1697860"/>
                  </a:lnTo>
                  <a:close/>
                  <a:moveTo>
                    <a:pt x="503776" y="1697860"/>
                  </a:moveTo>
                  <a:lnTo>
                    <a:pt x="479521" y="1671449"/>
                  </a:lnTo>
                  <a:lnTo>
                    <a:pt x="471153" y="1709340"/>
                  </a:lnTo>
                  <a:close/>
                  <a:moveTo>
                    <a:pt x="344687" y="1437518"/>
                  </a:moveTo>
                  <a:lnTo>
                    <a:pt x="300231" y="1503193"/>
                  </a:lnTo>
                  <a:lnTo>
                    <a:pt x="323726" y="1478089"/>
                  </a:lnTo>
                  <a:close/>
                  <a:moveTo>
                    <a:pt x="323726" y="1478089"/>
                  </a:moveTo>
                  <a:lnTo>
                    <a:pt x="342923" y="1427563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27456" y="1388784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03910" y="1376026"/>
                  </a:lnTo>
                  <a:lnTo>
                    <a:pt x="327456" y="1388784"/>
                  </a:lnTo>
                  <a:close/>
                  <a:moveTo>
                    <a:pt x="771514" y="1891392"/>
                  </a:moveTo>
                  <a:lnTo>
                    <a:pt x="828758" y="1937280"/>
                  </a:lnTo>
                  <a:lnTo>
                    <a:pt x="834416" y="1869937"/>
                  </a:lnTo>
                  <a:close/>
                  <a:moveTo>
                    <a:pt x="834416" y="1869937"/>
                  </a:moveTo>
                  <a:lnTo>
                    <a:pt x="893272" y="1900536"/>
                  </a:lnTo>
                  <a:lnTo>
                    <a:pt x="849827" y="1867298"/>
                  </a:lnTo>
                  <a:close/>
                  <a:moveTo>
                    <a:pt x="600980" y="1685246"/>
                  </a:moveTo>
                  <a:lnTo>
                    <a:pt x="617623" y="1703539"/>
                  </a:lnTo>
                  <a:lnTo>
                    <a:pt x="617546" y="1681331"/>
                  </a:lnTo>
                  <a:close/>
                  <a:moveTo>
                    <a:pt x="617546" y="1681331"/>
                  </a:moveTo>
                  <a:lnTo>
                    <a:pt x="558948" y="1658837"/>
                  </a:lnTo>
                  <a:lnTo>
                    <a:pt x="600980" y="1685246"/>
                  </a:lnTo>
                  <a:close/>
                  <a:moveTo>
                    <a:pt x="566794" y="1621866"/>
                  </a:moveTo>
                  <a:lnTo>
                    <a:pt x="558948" y="1658837"/>
                  </a:lnTo>
                  <a:lnTo>
                    <a:pt x="617546" y="1681331"/>
                  </a:lnTo>
                  <a:close/>
                  <a:moveTo>
                    <a:pt x="609513" y="1625119"/>
                  </a:moveTo>
                  <a:lnTo>
                    <a:pt x="566794" y="1621866"/>
                  </a:lnTo>
                  <a:lnTo>
                    <a:pt x="617546" y="1681331"/>
                  </a:lnTo>
                  <a:close/>
                  <a:moveTo>
                    <a:pt x="368538" y="1418127"/>
                  </a:moveTo>
                  <a:lnTo>
                    <a:pt x="342923" y="1427563"/>
                  </a:lnTo>
                  <a:lnTo>
                    <a:pt x="323726" y="1478089"/>
                  </a:lnTo>
                  <a:close/>
                  <a:moveTo>
                    <a:pt x="303910" y="1376026"/>
                  </a:moveTo>
                  <a:lnTo>
                    <a:pt x="307084" y="1367363"/>
                  </a:lnTo>
                  <a:lnTo>
                    <a:pt x="307173" y="1304547"/>
                  </a:lnTo>
                  <a:close/>
                  <a:moveTo>
                    <a:pt x="905217" y="1843204"/>
                  </a:moveTo>
                  <a:lnTo>
                    <a:pt x="849827" y="1867298"/>
                  </a:lnTo>
                  <a:lnTo>
                    <a:pt x="893272" y="1900536"/>
                  </a:lnTo>
                  <a:close/>
                  <a:moveTo>
                    <a:pt x="323185" y="1248859"/>
                  </a:moveTo>
                  <a:lnTo>
                    <a:pt x="311575" y="1297759"/>
                  </a:lnTo>
                  <a:lnTo>
                    <a:pt x="309840" y="1239637"/>
                  </a:lnTo>
                  <a:close/>
                  <a:moveTo>
                    <a:pt x="974192" y="1832267"/>
                  </a:moveTo>
                  <a:lnTo>
                    <a:pt x="936036" y="1767574"/>
                  </a:lnTo>
                  <a:lnTo>
                    <a:pt x="920894" y="1774872"/>
                  </a:lnTo>
                  <a:close/>
                  <a:moveTo>
                    <a:pt x="920894" y="1774872"/>
                  </a:moveTo>
                  <a:lnTo>
                    <a:pt x="933432" y="1780890"/>
                  </a:lnTo>
                  <a:lnTo>
                    <a:pt x="974192" y="1832267"/>
                  </a:lnTo>
                  <a:close/>
                  <a:moveTo>
                    <a:pt x="891928" y="1664501"/>
                  </a:moveTo>
                  <a:lnTo>
                    <a:pt x="849240" y="1640785"/>
                  </a:lnTo>
                  <a:lnTo>
                    <a:pt x="815183" y="1648350"/>
                  </a:lnTo>
                  <a:close/>
                  <a:moveTo>
                    <a:pt x="821425" y="1612964"/>
                  </a:moveTo>
                  <a:lnTo>
                    <a:pt x="815183" y="1648350"/>
                  </a:lnTo>
                  <a:lnTo>
                    <a:pt x="849240" y="1640785"/>
                  </a:lnTo>
                  <a:close/>
                  <a:moveTo>
                    <a:pt x="758474" y="1561428"/>
                  </a:moveTo>
                  <a:lnTo>
                    <a:pt x="757667" y="1607985"/>
                  </a:lnTo>
                  <a:lnTo>
                    <a:pt x="788326" y="1587715"/>
                  </a:lnTo>
                  <a:close/>
                  <a:moveTo>
                    <a:pt x="758474" y="1561428"/>
                  </a:moveTo>
                  <a:lnTo>
                    <a:pt x="732346" y="1585521"/>
                  </a:lnTo>
                  <a:lnTo>
                    <a:pt x="757667" y="1607985"/>
                  </a:lnTo>
                  <a:close/>
                  <a:moveTo>
                    <a:pt x="721820" y="1513738"/>
                  </a:moveTo>
                  <a:lnTo>
                    <a:pt x="717305" y="1512726"/>
                  </a:lnTo>
                  <a:lnTo>
                    <a:pt x="758474" y="1561428"/>
                  </a:lnTo>
                  <a:close/>
                  <a:moveTo>
                    <a:pt x="758474" y="1561428"/>
                  </a:moveTo>
                  <a:lnTo>
                    <a:pt x="717305" y="1512726"/>
                  </a:lnTo>
                  <a:lnTo>
                    <a:pt x="718690" y="1533985"/>
                  </a:lnTo>
                  <a:close/>
                  <a:moveTo>
                    <a:pt x="758474" y="1561428"/>
                  </a:moveTo>
                  <a:lnTo>
                    <a:pt x="718690" y="1533985"/>
                  </a:lnTo>
                  <a:lnTo>
                    <a:pt x="732346" y="1585521"/>
                  </a:lnTo>
                  <a:close/>
                  <a:moveTo>
                    <a:pt x="716959" y="1509891"/>
                  </a:moveTo>
                  <a:lnTo>
                    <a:pt x="681944" y="1499546"/>
                  </a:lnTo>
                  <a:lnTo>
                    <a:pt x="717305" y="1512726"/>
                  </a:lnTo>
                  <a:close/>
                  <a:moveTo>
                    <a:pt x="652817" y="1482448"/>
                  </a:moveTo>
                  <a:lnTo>
                    <a:pt x="681944" y="1499546"/>
                  </a:lnTo>
                  <a:lnTo>
                    <a:pt x="716959" y="1509891"/>
                  </a:lnTo>
                  <a:close/>
                  <a:moveTo>
                    <a:pt x="716959" y="1509891"/>
                  </a:moveTo>
                  <a:lnTo>
                    <a:pt x="717305" y="1512726"/>
                  </a:lnTo>
                  <a:lnTo>
                    <a:pt x="721820" y="1513738"/>
                  </a:lnTo>
                  <a:close/>
                  <a:moveTo>
                    <a:pt x="909148" y="1596192"/>
                  </a:moveTo>
                  <a:lnTo>
                    <a:pt x="860709" y="1597591"/>
                  </a:lnTo>
                  <a:lnTo>
                    <a:pt x="917447" y="1652189"/>
                  </a:lnTo>
                  <a:close/>
                  <a:moveTo>
                    <a:pt x="917447" y="1652189"/>
                  </a:moveTo>
                  <a:lnTo>
                    <a:pt x="947329" y="1603134"/>
                  </a:lnTo>
                  <a:lnTo>
                    <a:pt x="909148" y="1596192"/>
                  </a:lnTo>
                  <a:close/>
                  <a:moveTo>
                    <a:pt x="821425" y="1612964"/>
                  </a:moveTo>
                  <a:lnTo>
                    <a:pt x="849240" y="1640785"/>
                  </a:lnTo>
                  <a:lnTo>
                    <a:pt x="860709" y="1597591"/>
                  </a:lnTo>
                  <a:close/>
                  <a:moveTo>
                    <a:pt x="860709" y="1597591"/>
                  </a:moveTo>
                  <a:lnTo>
                    <a:pt x="788326" y="1587715"/>
                  </a:lnTo>
                  <a:lnTo>
                    <a:pt x="821425" y="1612964"/>
                  </a:lnTo>
                  <a:close/>
                  <a:moveTo>
                    <a:pt x="806483" y="1540950"/>
                  </a:moveTo>
                  <a:lnTo>
                    <a:pt x="788326" y="1587715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893447" y="1537334"/>
                  </a:lnTo>
                  <a:lnTo>
                    <a:pt x="909148" y="1596192"/>
                  </a:lnTo>
                  <a:close/>
                  <a:moveTo>
                    <a:pt x="909148" y="1596192"/>
                  </a:moveTo>
                  <a:lnTo>
                    <a:pt x="893447" y="1537334"/>
                  </a:lnTo>
                  <a:lnTo>
                    <a:pt x="848464" y="1544803"/>
                  </a:lnTo>
                  <a:close/>
                  <a:moveTo>
                    <a:pt x="909148" y="1596192"/>
                  </a:moveTo>
                  <a:lnTo>
                    <a:pt x="848464" y="1544803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909148" y="1596192"/>
                  </a:lnTo>
                  <a:lnTo>
                    <a:pt x="920766" y="1537334"/>
                  </a:lnTo>
                  <a:close/>
                  <a:moveTo>
                    <a:pt x="832445" y="1495083"/>
                  </a:moveTo>
                  <a:lnTo>
                    <a:pt x="806483" y="1540950"/>
                  </a:lnTo>
                  <a:lnTo>
                    <a:pt x="848464" y="1544803"/>
                  </a:lnTo>
                  <a:close/>
                  <a:moveTo>
                    <a:pt x="902576" y="1530622"/>
                  </a:moveTo>
                  <a:lnTo>
                    <a:pt x="845106" y="1509891"/>
                  </a:lnTo>
                  <a:lnTo>
                    <a:pt x="848464" y="1544803"/>
                  </a:lnTo>
                  <a:close/>
                  <a:moveTo>
                    <a:pt x="716959" y="1509891"/>
                  </a:moveTo>
                  <a:lnTo>
                    <a:pt x="721820" y="1513738"/>
                  </a:lnTo>
                  <a:lnTo>
                    <a:pt x="728894" y="1503304"/>
                  </a:lnTo>
                  <a:close/>
                  <a:moveTo>
                    <a:pt x="568353" y="1154402"/>
                  </a:moveTo>
                  <a:lnTo>
                    <a:pt x="534919" y="1125041"/>
                  </a:lnTo>
                  <a:lnTo>
                    <a:pt x="565904" y="1183390"/>
                  </a:lnTo>
                  <a:close/>
                  <a:moveTo>
                    <a:pt x="756550" y="1334009"/>
                  </a:moveTo>
                  <a:lnTo>
                    <a:pt x="804766" y="1307093"/>
                  </a:lnTo>
                  <a:lnTo>
                    <a:pt x="758799" y="1328745"/>
                  </a:lnTo>
                  <a:close/>
                  <a:moveTo>
                    <a:pt x="750107" y="1309920"/>
                  </a:moveTo>
                  <a:lnTo>
                    <a:pt x="758799" y="1328745"/>
                  </a:lnTo>
                  <a:lnTo>
                    <a:pt x="804766" y="1307093"/>
                  </a:lnTo>
                  <a:close/>
                  <a:moveTo>
                    <a:pt x="696206" y="1216164"/>
                  </a:moveTo>
                  <a:lnTo>
                    <a:pt x="694172" y="1255557"/>
                  </a:lnTo>
                  <a:lnTo>
                    <a:pt x="694068" y="1204020"/>
                  </a:lnTo>
                  <a:close/>
                  <a:moveTo>
                    <a:pt x="709098" y="1268426"/>
                  </a:moveTo>
                  <a:lnTo>
                    <a:pt x="694172" y="1255557"/>
                  </a:lnTo>
                  <a:lnTo>
                    <a:pt x="696206" y="1216164"/>
                  </a:lnTo>
                  <a:close/>
                  <a:moveTo>
                    <a:pt x="534919" y="1125041"/>
                  </a:moveTo>
                  <a:lnTo>
                    <a:pt x="568353" y="1154402"/>
                  </a:lnTo>
                  <a:lnTo>
                    <a:pt x="573714" y="1114298"/>
                  </a:lnTo>
                  <a:close/>
                  <a:moveTo>
                    <a:pt x="573714" y="1114298"/>
                  </a:moveTo>
                  <a:lnTo>
                    <a:pt x="568353" y="1154402"/>
                  </a:lnTo>
                  <a:lnTo>
                    <a:pt x="584798" y="1125041"/>
                  </a:lnTo>
                  <a:close/>
                  <a:moveTo>
                    <a:pt x="573714" y="1114298"/>
                  </a:moveTo>
                  <a:lnTo>
                    <a:pt x="584798" y="1125041"/>
                  </a:lnTo>
                  <a:lnTo>
                    <a:pt x="551190" y="1090233"/>
                  </a:lnTo>
                  <a:close/>
                  <a:moveTo>
                    <a:pt x="1036784" y="1548150"/>
                  </a:moveTo>
                  <a:lnTo>
                    <a:pt x="1055543" y="1490398"/>
                  </a:lnTo>
                  <a:lnTo>
                    <a:pt x="1003958" y="1513240"/>
                  </a:lnTo>
                  <a:close/>
                  <a:moveTo>
                    <a:pt x="1055543" y="1490398"/>
                  </a:moveTo>
                  <a:lnTo>
                    <a:pt x="1114454" y="1528970"/>
                  </a:lnTo>
                  <a:lnTo>
                    <a:pt x="1066368" y="1489146"/>
                  </a:lnTo>
                  <a:close/>
                  <a:moveTo>
                    <a:pt x="976886" y="1386072"/>
                  </a:moveTo>
                  <a:lnTo>
                    <a:pt x="941549" y="1410166"/>
                  </a:lnTo>
                  <a:lnTo>
                    <a:pt x="958909" y="1431668"/>
                  </a:lnTo>
                  <a:close/>
                  <a:moveTo>
                    <a:pt x="938911" y="1358630"/>
                  </a:moveTo>
                  <a:lnTo>
                    <a:pt x="976886" y="1386072"/>
                  </a:lnTo>
                  <a:lnTo>
                    <a:pt x="940106" y="1334536"/>
                  </a:lnTo>
                  <a:close/>
                  <a:moveTo>
                    <a:pt x="903637" y="1307093"/>
                  </a:moveTo>
                  <a:lnTo>
                    <a:pt x="940106" y="1334536"/>
                  </a:lnTo>
                  <a:lnTo>
                    <a:pt x="909747" y="1282999"/>
                  </a:lnTo>
                  <a:close/>
                  <a:moveTo>
                    <a:pt x="1224376" y="1590599"/>
                  </a:moveTo>
                  <a:lnTo>
                    <a:pt x="1178913" y="1591550"/>
                  </a:lnTo>
                  <a:lnTo>
                    <a:pt x="1206594" y="1516588"/>
                  </a:lnTo>
                  <a:close/>
                  <a:moveTo>
                    <a:pt x="940106" y="1334536"/>
                  </a:moveTo>
                  <a:lnTo>
                    <a:pt x="989284" y="1380797"/>
                  </a:lnTo>
                  <a:lnTo>
                    <a:pt x="988564" y="1318640"/>
                  </a:lnTo>
                  <a:close/>
                  <a:moveTo>
                    <a:pt x="970382" y="1258905"/>
                  </a:moveTo>
                  <a:lnTo>
                    <a:pt x="988564" y="1318640"/>
                  </a:lnTo>
                  <a:lnTo>
                    <a:pt x="992560" y="1287683"/>
                  </a:lnTo>
                  <a:close/>
                  <a:moveTo>
                    <a:pt x="940106" y="1334536"/>
                  </a:moveTo>
                  <a:lnTo>
                    <a:pt x="988564" y="1318640"/>
                  </a:lnTo>
                  <a:lnTo>
                    <a:pt x="970382" y="1258905"/>
                  </a:lnTo>
                  <a:close/>
                  <a:moveTo>
                    <a:pt x="913875" y="1168171"/>
                  </a:moveTo>
                  <a:lnTo>
                    <a:pt x="888335" y="1173913"/>
                  </a:lnTo>
                  <a:lnTo>
                    <a:pt x="950399" y="1207369"/>
                  </a:lnTo>
                  <a:close/>
                  <a:moveTo>
                    <a:pt x="875193" y="1104296"/>
                  </a:moveTo>
                  <a:lnTo>
                    <a:pt x="853703" y="1128390"/>
                  </a:lnTo>
                  <a:lnTo>
                    <a:pt x="897184" y="1155832"/>
                  </a:lnTo>
                  <a:close/>
                  <a:moveTo>
                    <a:pt x="897184" y="1155832"/>
                  </a:moveTo>
                  <a:lnTo>
                    <a:pt x="888335" y="1173913"/>
                  </a:lnTo>
                  <a:lnTo>
                    <a:pt x="913875" y="1168171"/>
                  </a:lnTo>
                  <a:close/>
                  <a:moveTo>
                    <a:pt x="1280379" y="1544031"/>
                  </a:moveTo>
                  <a:lnTo>
                    <a:pt x="1206594" y="1516588"/>
                  </a:lnTo>
                  <a:lnTo>
                    <a:pt x="1244911" y="1568125"/>
                  </a:lnTo>
                  <a:close/>
                  <a:moveTo>
                    <a:pt x="970382" y="1258905"/>
                  </a:moveTo>
                  <a:lnTo>
                    <a:pt x="992560" y="1287683"/>
                  </a:lnTo>
                  <a:lnTo>
                    <a:pt x="1007807" y="1240253"/>
                  </a:lnTo>
                  <a:close/>
                  <a:moveTo>
                    <a:pt x="1007807" y="1240253"/>
                  </a:moveTo>
                  <a:lnTo>
                    <a:pt x="992560" y="1287683"/>
                  </a:lnTo>
                  <a:lnTo>
                    <a:pt x="1013333" y="1258905"/>
                  </a:lnTo>
                  <a:close/>
                  <a:moveTo>
                    <a:pt x="1007807" y="1240253"/>
                  </a:moveTo>
                  <a:lnTo>
                    <a:pt x="1013333" y="1258905"/>
                  </a:lnTo>
                  <a:lnTo>
                    <a:pt x="1019439" y="1206035"/>
                  </a:lnTo>
                  <a:close/>
                  <a:moveTo>
                    <a:pt x="983335" y="1197405"/>
                  </a:moveTo>
                  <a:lnTo>
                    <a:pt x="1007807" y="1240253"/>
                  </a:lnTo>
                  <a:lnTo>
                    <a:pt x="1019439" y="1206035"/>
                  </a:lnTo>
                  <a:close/>
                  <a:moveTo>
                    <a:pt x="921982" y="1080202"/>
                  </a:moveTo>
                  <a:lnTo>
                    <a:pt x="916210" y="1151251"/>
                  </a:lnTo>
                  <a:lnTo>
                    <a:pt x="927909" y="1085741"/>
                  </a:lnTo>
                  <a:close/>
                  <a:moveTo>
                    <a:pt x="897184" y="1155832"/>
                  </a:moveTo>
                  <a:lnTo>
                    <a:pt x="916210" y="1151251"/>
                  </a:lnTo>
                  <a:lnTo>
                    <a:pt x="921982" y="1080202"/>
                  </a:lnTo>
                  <a:close/>
                  <a:moveTo>
                    <a:pt x="955255" y="1080202"/>
                  </a:moveTo>
                  <a:lnTo>
                    <a:pt x="927909" y="1085741"/>
                  </a:lnTo>
                  <a:lnTo>
                    <a:pt x="971834" y="1081269"/>
                  </a:lnTo>
                  <a:close/>
                  <a:moveTo>
                    <a:pt x="971834" y="1081269"/>
                  </a:moveTo>
                  <a:lnTo>
                    <a:pt x="927909" y="1085741"/>
                  </a:lnTo>
                  <a:lnTo>
                    <a:pt x="916210" y="1151251"/>
                  </a:lnTo>
                  <a:close/>
                  <a:moveTo>
                    <a:pt x="971834" y="1081269"/>
                  </a:moveTo>
                  <a:lnTo>
                    <a:pt x="916210" y="1151251"/>
                  </a:lnTo>
                  <a:lnTo>
                    <a:pt x="978177" y="1138856"/>
                  </a:lnTo>
                  <a:close/>
                  <a:moveTo>
                    <a:pt x="983252" y="1080202"/>
                  </a:moveTo>
                  <a:lnTo>
                    <a:pt x="971834" y="1081269"/>
                  </a:lnTo>
                  <a:lnTo>
                    <a:pt x="978177" y="1138856"/>
                  </a:lnTo>
                  <a:close/>
                  <a:moveTo>
                    <a:pt x="972276" y="1076945"/>
                  </a:moveTo>
                  <a:lnTo>
                    <a:pt x="971834" y="1081269"/>
                  </a:lnTo>
                  <a:lnTo>
                    <a:pt x="983252" y="1080202"/>
                  </a:lnTo>
                  <a:close/>
                  <a:moveTo>
                    <a:pt x="955255" y="1080202"/>
                  </a:moveTo>
                  <a:lnTo>
                    <a:pt x="971834" y="1081269"/>
                  </a:lnTo>
                  <a:lnTo>
                    <a:pt x="972276" y="1076945"/>
                  </a:lnTo>
                  <a:close/>
                  <a:moveTo>
                    <a:pt x="1371731" y="1573500"/>
                  </a:moveTo>
                  <a:lnTo>
                    <a:pt x="1412595" y="1540261"/>
                  </a:lnTo>
                  <a:lnTo>
                    <a:pt x="1398083" y="1527316"/>
                  </a:lnTo>
                  <a:close/>
                  <a:moveTo>
                    <a:pt x="1371731" y="1573500"/>
                  </a:moveTo>
                  <a:lnTo>
                    <a:pt x="1398083" y="1527316"/>
                  </a:lnTo>
                  <a:lnTo>
                    <a:pt x="1355836" y="1523680"/>
                  </a:lnTo>
                  <a:close/>
                  <a:moveTo>
                    <a:pt x="1294525" y="1535542"/>
                  </a:moveTo>
                  <a:lnTo>
                    <a:pt x="1355836" y="1523680"/>
                  </a:lnTo>
                  <a:lnTo>
                    <a:pt x="1337590" y="1475770"/>
                  </a:lnTo>
                  <a:close/>
                  <a:moveTo>
                    <a:pt x="1355836" y="1523680"/>
                  </a:moveTo>
                  <a:lnTo>
                    <a:pt x="1398083" y="1527316"/>
                  </a:lnTo>
                  <a:lnTo>
                    <a:pt x="1375909" y="1482600"/>
                  </a:lnTo>
                  <a:close/>
                  <a:moveTo>
                    <a:pt x="1355836" y="1523680"/>
                  </a:moveTo>
                  <a:lnTo>
                    <a:pt x="1375909" y="1482600"/>
                  </a:lnTo>
                  <a:lnTo>
                    <a:pt x="1337590" y="1475770"/>
                  </a:lnTo>
                  <a:close/>
                  <a:moveTo>
                    <a:pt x="1079551" y="1107644"/>
                  </a:moveTo>
                  <a:lnTo>
                    <a:pt x="1037554" y="1146332"/>
                  </a:lnTo>
                  <a:lnTo>
                    <a:pt x="1088988" y="1183275"/>
                  </a:lnTo>
                  <a:close/>
                  <a:moveTo>
                    <a:pt x="1079551" y="1107644"/>
                  </a:moveTo>
                  <a:lnTo>
                    <a:pt x="1088988" y="1183275"/>
                  </a:lnTo>
                  <a:lnTo>
                    <a:pt x="1089842" y="1159181"/>
                  </a:lnTo>
                  <a:close/>
                  <a:moveTo>
                    <a:pt x="921982" y="1080202"/>
                  </a:moveTo>
                  <a:lnTo>
                    <a:pt x="927909" y="1085741"/>
                  </a:lnTo>
                  <a:lnTo>
                    <a:pt x="930781" y="1076663"/>
                  </a:lnTo>
                  <a:close/>
                  <a:moveTo>
                    <a:pt x="930781" y="1076663"/>
                  </a:moveTo>
                  <a:lnTo>
                    <a:pt x="927909" y="1085741"/>
                  </a:lnTo>
                  <a:lnTo>
                    <a:pt x="955255" y="1080202"/>
                  </a:lnTo>
                  <a:close/>
                  <a:moveTo>
                    <a:pt x="976950" y="1014367"/>
                  </a:moveTo>
                  <a:lnTo>
                    <a:pt x="955255" y="1080202"/>
                  </a:lnTo>
                  <a:lnTo>
                    <a:pt x="972276" y="1076945"/>
                  </a:lnTo>
                  <a:close/>
                  <a:moveTo>
                    <a:pt x="930781" y="1076663"/>
                  </a:moveTo>
                  <a:lnTo>
                    <a:pt x="955255" y="1080202"/>
                  </a:lnTo>
                  <a:lnTo>
                    <a:pt x="976950" y="1014367"/>
                  </a:lnTo>
                  <a:close/>
                  <a:moveTo>
                    <a:pt x="1013020" y="1004571"/>
                  </a:moveTo>
                  <a:lnTo>
                    <a:pt x="972276" y="1076945"/>
                  </a:lnTo>
                  <a:lnTo>
                    <a:pt x="983252" y="1080202"/>
                  </a:lnTo>
                  <a:close/>
                  <a:moveTo>
                    <a:pt x="816147" y="707657"/>
                  </a:moveTo>
                  <a:lnTo>
                    <a:pt x="766707" y="757630"/>
                  </a:lnTo>
                  <a:lnTo>
                    <a:pt x="775668" y="730992"/>
                  </a:lnTo>
                  <a:close/>
                  <a:moveTo>
                    <a:pt x="1495955" y="1444307"/>
                  </a:moveTo>
                  <a:lnTo>
                    <a:pt x="1520090" y="1504091"/>
                  </a:lnTo>
                  <a:lnTo>
                    <a:pt x="1525416" y="1477831"/>
                  </a:lnTo>
                  <a:close/>
                  <a:moveTo>
                    <a:pt x="1495955" y="1444307"/>
                  </a:moveTo>
                  <a:lnTo>
                    <a:pt x="1465231" y="1427484"/>
                  </a:lnTo>
                  <a:lnTo>
                    <a:pt x="1439508" y="1466209"/>
                  </a:lnTo>
                  <a:close/>
                  <a:moveTo>
                    <a:pt x="1079551" y="1107644"/>
                  </a:moveTo>
                  <a:lnTo>
                    <a:pt x="1141249" y="1089551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067155" y="1041757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132419" y="1089424"/>
                  </a:lnTo>
                  <a:lnTo>
                    <a:pt x="1153160" y="1047801"/>
                  </a:lnTo>
                  <a:close/>
                  <a:moveTo>
                    <a:pt x="1061769" y="980477"/>
                  </a:moveTo>
                  <a:lnTo>
                    <a:pt x="1067155" y="1041757"/>
                  </a:lnTo>
                  <a:lnTo>
                    <a:pt x="1066721" y="985583"/>
                  </a:lnTo>
                  <a:close/>
                  <a:moveTo>
                    <a:pt x="1067155" y="1041757"/>
                  </a:moveTo>
                  <a:lnTo>
                    <a:pt x="1120471" y="1036395"/>
                  </a:lnTo>
                  <a:lnTo>
                    <a:pt x="1066721" y="985583"/>
                  </a:lnTo>
                  <a:close/>
                  <a:moveTo>
                    <a:pt x="1013020" y="1004571"/>
                  </a:moveTo>
                  <a:lnTo>
                    <a:pt x="1061769" y="980477"/>
                  </a:lnTo>
                  <a:lnTo>
                    <a:pt x="978585" y="965631"/>
                  </a:lnTo>
                  <a:close/>
                  <a:moveTo>
                    <a:pt x="1061769" y="980477"/>
                  </a:moveTo>
                  <a:lnTo>
                    <a:pt x="1006583" y="935413"/>
                  </a:lnTo>
                  <a:lnTo>
                    <a:pt x="978585" y="965631"/>
                  </a:lnTo>
                  <a:close/>
                  <a:moveTo>
                    <a:pt x="237623" y="5509"/>
                  </a:moveTo>
                  <a:lnTo>
                    <a:pt x="253118" y="0"/>
                  </a:lnTo>
                  <a:lnTo>
                    <a:pt x="208637" y="8369"/>
                  </a:lnTo>
                  <a:close/>
                  <a:moveTo>
                    <a:pt x="237623" y="5509"/>
                  </a:moveTo>
                  <a:lnTo>
                    <a:pt x="267846" y="18920"/>
                  </a:lnTo>
                  <a:lnTo>
                    <a:pt x="253118" y="0"/>
                  </a:lnTo>
                  <a:close/>
                  <a:moveTo>
                    <a:pt x="1525416" y="1477831"/>
                  </a:moveTo>
                  <a:lnTo>
                    <a:pt x="1538136" y="1426676"/>
                  </a:lnTo>
                  <a:lnTo>
                    <a:pt x="1495955" y="1444307"/>
                  </a:lnTo>
                  <a:close/>
                  <a:moveTo>
                    <a:pt x="1495955" y="1444307"/>
                  </a:moveTo>
                  <a:lnTo>
                    <a:pt x="1538136" y="1426676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38136" y="1426676"/>
                  </a:lnTo>
                  <a:lnTo>
                    <a:pt x="1522483" y="1376659"/>
                  </a:lnTo>
                  <a:close/>
                  <a:moveTo>
                    <a:pt x="1495955" y="1444307"/>
                  </a:moveTo>
                  <a:lnTo>
                    <a:pt x="1477390" y="1375336"/>
                  </a:lnTo>
                  <a:lnTo>
                    <a:pt x="1465231" y="1427484"/>
                  </a:lnTo>
                  <a:close/>
                  <a:moveTo>
                    <a:pt x="1461076" y="1368676"/>
                  </a:moveTo>
                  <a:lnTo>
                    <a:pt x="1465231" y="1427484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22483" y="1376659"/>
                  </a:lnTo>
                  <a:lnTo>
                    <a:pt x="1445429" y="1338578"/>
                  </a:lnTo>
                  <a:close/>
                  <a:moveTo>
                    <a:pt x="1416382" y="1324211"/>
                  </a:moveTo>
                  <a:lnTo>
                    <a:pt x="1461076" y="1368676"/>
                  </a:lnTo>
                  <a:lnTo>
                    <a:pt x="1477390" y="1375336"/>
                  </a:lnTo>
                  <a:close/>
                  <a:moveTo>
                    <a:pt x="1209992" y="1083551"/>
                  </a:moveTo>
                  <a:lnTo>
                    <a:pt x="1239607" y="1107946"/>
                  </a:lnTo>
                  <a:lnTo>
                    <a:pt x="1266556" y="1073802"/>
                  </a:lnTo>
                  <a:close/>
                  <a:moveTo>
                    <a:pt x="1209992" y="1083551"/>
                  </a:moveTo>
                  <a:lnTo>
                    <a:pt x="1266556" y="1073802"/>
                  </a:lnTo>
                  <a:lnTo>
                    <a:pt x="1242233" y="1059457"/>
                  </a:lnTo>
                  <a:close/>
                  <a:moveTo>
                    <a:pt x="1066420" y="979612"/>
                  </a:moveTo>
                  <a:lnTo>
                    <a:pt x="1061769" y="980477"/>
                  </a:lnTo>
                  <a:lnTo>
                    <a:pt x="1066721" y="985583"/>
                  </a:lnTo>
                  <a:close/>
                  <a:moveTo>
                    <a:pt x="1061769" y="980477"/>
                  </a:moveTo>
                  <a:lnTo>
                    <a:pt x="1066420" y="979612"/>
                  </a:lnTo>
                  <a:lnTo>
                    <a:pt x="1082806" y="910820"/>
                  </a:lnTo>
                  <a:close/>
                  <a:moveTo>
                    <a:pt x="1242233" y="1059457"/>
                  </a:moveTo>
                  <a:lnTo>
                    <a:pt x="1279062" y="1046170"/>
                  </a:lnTo>
                  <a:lnTo>
                    <a:pt x="1220093" y="1007920"/>
                  </a:lnTo>
                  <a:close/>
                  <a:moveTo>
                    <a:pt x="1131878" y="838892"/>
                  </a:moveTo>
                  <a:lnTo>
                    <a:pt x="1161779" y="852565"/>
                  </a:lnTo>
                  <a:lnTo>
                    <a:pt x="1166733" y="785795"/>
                  </a:lnTo>
                  <a:close/>
                  <a:moveTo>
                    <a:pt x="1348305" y="776887"/>
                  </a:moveTo>
                  <a:lnTo>
                    <a:pt x="1390916" y="832565"/>
                  </a:lnTo>
                  <a:lnTo>
                    <a:pt x="1358632" y="78102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7" name="Output_density__4216">
              <a:extLst>
                <a:ext uri="{FF2B5EF4-FFF2-40B4-BE49-F238E27FC236}">
                  <a16:creationId xmlns:a16="http://schemas.microsoft.com/office/drawing/2014/main" id="{F75D158A-F69D-EB07-1E6F-7919C2BCD283}"/>
                </a:ext>
              </a:extLst>
            </p:cNvPr>
            <p:cNvSpPr>
              <a:spLocks noGrp="1"/>
            </p:cNvSpPr>
            <p:nvPr/>
          </p:nvSpPr>
          <p:spPr>
            <a:xfrm>
              <a:off x="15336488" y="3349099"/>
              <a:ext cx="1470958" cy="1360529"/>
            </a:xfrm>
            <a:custGeom>
              <a:avLst/>
              <a:gdLst/>
              <a:ahLst/>
              <a:cxnLst/>
              <a:rect l="0" t="0" r="0" b="0"/>
              <a:pathLst>
                <a:path w="1470958" h="1360529">
                  <a:moveTo>
                    <a:pt x="16043" y="947321"/>
                  </a:moveTo>
                  <a:lnTo>
                    <a:pt x="0" y="933760"/>
                  </a:lnTo>
                  <a:lnTo>
                    <a:pt x="17351" y="965497"/>
                  </a:lnTo>
                  <a:close/>
                  <a:moveTo>
                    <a:pt x="377418" y="1256541"/>
                  </a:moveTo>
                  <a:lnTo>
                    <a:pt x="379827" y="1275161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44686" y="1308077"/>
                  </a:lnTo>
                  <a:lnTo>
                    <a:pt x="466928" y="1321887"/>
                  </a:lnTo>
                  <a:close/>
                  <a:moveTo>
                    <a:pt x="444686" y="1308077"/>
                  </a:moveTo>
                  <a:lnTo>
                    <a:pt x="490604" y="1283983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36020" y="1246105"/>
                  </a:lnTo>
                  <a:lnTo>
                    <a:pt x="410424" y="1285308"/>
                  </a:lnTo>
                  <a:close/>
                  <a:moveTo>
                    <a:pt x="406896" y="1232447"/>
                  </a:moveTo>
                  <a:lnTo>
                    <a:pt x="410424" y="1285308"/>
                  </a:lnTo>
                  <a:lnTo>
                    <a:pt x="436020" y="1246105"/>
                  </a:lnTo>
                  <a:close/>
                  <a:moveTo>
                    <a:pt x="406896" y="1232447"/>
                  </a:moveTo>
                  <a:lnTo>
                    <a:pt x="377418" y="1256541"/>
                  </a:lnTo>
                  <a:lnTo>
                    <a:pt x="410424" y="1285308"/>
                  </a:lnTo>
                  <a:close/>
                  <a:moveTo>
                    <a:pt x="377418" y="1256541"/>
                  </a:moveTo>
                  <a:lnTo>
                    <a:pt x="406896" y="1232447"/>
                  </a:lnTo>
                  <a:lnTo>
                    <a:pt x="346984" y="1222792"/>
                  </a:lnTo>
                  <a:close/>
                  <a:moveTo>
                    <a:pt x="406896" y="1232447"/>
                  </a:moveTo>
                  <a:lnTo>
                    <a:pt x="381857" y="1218278"/>
                  </a:lnTo>
                  <a:lnTo>
                    <a:pt x="346984" y="1222792"/>
                  </a:lnTo>
                  <a:close/>
                  <a:moveTo>
                    <a:pt x="346984" y="1222792"/>
                  </a:moveTo>
                  <a:lnTo>
                    <a:pt x="322526" y="1183037"/>
                  </a:lnTo>
                  <a:lnTo>
                    <a:pt x="329446" y="1205004"/>
                  </a:lnTo>
                  <a:close/>
                  <a:moveTo>
                    <a:pt x="329446" y="1205004"/>
                  </a:moveTo>
                  <a:lnTo>
                    <a:pt x="322526" y="1183037"/>
                  </a:lnTo>
                  <a:lnTo>
                    <a:pt x="289700" y="1146981"/>
                  </a:lnTo>
                  <a:close/>
                  <a:moveTo>
                    <a:pt x="606782" y="1360529"/>
                  </a:moveTo>
                  <a:lnTo>
                    <a:pt x="572676" y="1319828"/>
                  </a:lnTo>
                  <a:lnTo>
                    <a:pt x="583225" y="1335520"/>
                  </a:lnTo>
                  <a:close/>
                  <a:moveTo>
                    <a:pt x="588060" y="1330305"/>
                  </a:moveTo>
                  <a:lnTo>
                    <a:pt x="572676" y="1319828"/>
                  </a:lnTo>
                  <a:lnTo>
                    <a:pt x="606782" y="1360529"/>
                  </a:lnTo>
                  <a:close/>
                  <a:moveTo>
                    <a:pt x="642337" y="1358559"/>
                  </a:moveTo>
                  <a:lnTo>
                    <a:pt x="588060" y="1330305"/>
                  </a:lnTo>
                  <a:lnTo>
                    <a:pt x="606782" y="1360529"/>
                  </a:lnTo>
                  <a:close/>
                  <a:moveTo>
                    <a:pt x="583225" y="1335520"/>
                  </a:moveTo>
                  <a:lnTo>
                    <a:pt x="572676" y="1319828"/>
                  </a:lnTo>
                  <a:lnTo>
                    <a:pt x="541077" y="1282774"/>
                  </a:lnTo>
                  <a:close/>
                  <a:moveTo>
                    <a:pt x="572676" y="1319828"/>
                  </a:moveTo>
                  <a:lnTo>
                    <a:pt x="514702" y="1283983"/>
                  </a:lnTo>
                  <a:lnTo>
                    <a:pt x="541077" y="1282774"/>
                  </a:lnTo>
                  <a:close/>
                  <a:moveTo>
                    <a:pt x="513953" y="1227910"/>
                  </a:moveTo>
                  <a:lnTo>
                    <a:pt x="541077" y="1282774"/>
                  </a:lnTo>
                  <a:lnTo>
                    <a:pt x="513834" y="1232447"/>
                  </a:lnTo>
                  <a:close/>
                  <a:moveTo>
                    <a:pt x="513834" y="1232447"/>
                  </a:moveTo>
                  <a:lnTo>
                    <a:pt x="541077" y="1282774"/>
                  </a:lnTo>
                  <a:lnTo>
                    <a:pt x="514702" y="1283983"/>
                  </a:lnTo>
                  <a:close/>
                  <a:moveTo>
                    <a:pt x="513953" y="1227910"/>
                  </a:moveTo>
                  <a:lnTo>
                    <a:pt x="513834" y="1232447"/>
                  </a:lnTo>
                  <a:lnTo>
                    <a:pt x="494402" y="1219995"/>
                  </a:lnTo>
                  <a:close/>
                  <a:moveTo>
                    <a:pt x="561302" y="1230262"/>
                  </a:moveTo>
                  <a:lnTo>
                    <a:pt x="543708" y="1283983"/>
                  </a:lnTo>
                  <a:lnTo>
                    <a:pt x="541077" y="1282774"/>
                  </a:lnTo>
                  <a:close/>
                  <a:moveTo>
                    <a:pt x="494402" y="1219995"/>
                  </a:moveTo>
                  <a:lnTo>
                    <a:pt x="513834" y="1232447"/>
                  </a:lnTo>
                  <a:lnTo>
                    <a:pt x="465980" y="1183443"/>
                  </a:lnTo>
                  <a:close/>
                  <a:moveTo>
                    <a:pt x="464073" y="1180910"/>
                  </a:moveTo>
                  <a:lnTo>
                    <a:pt x="494402" y="1219995"/>
                  </a:lnTo>
                  <a:lnTo>
                    <a:pt x="465980" y="1183443"/>
                  </a:lnTo>
                  <a:close/>
                  <a:moveTo>
                    <a:pt x="435810" y="1166904"/>
                  </a:moveTo>
                  <a:lnTo>
                    <a:pt x="408794" y="1144315"/>
                  </a:lnTo>
                  <a:lnTo>
                    <a:pt x="383360" y="1108821"/>
                  </a:lnTo>
                  <a:close/>
                  <a:moveTo>
                    <a:pt x="435810" y="1166904"/>
                  </a:moveTo>
                  <a:lnTo>
                    <a:pt x="464073" y="1180910"/>
                  </a:lnTo>
                  <a:lnTo>
                    <a:pt x="408794" y="1144315"/>
                  </a:lnTo>
                  <a:close/>
                  <a:moveTo>
                    <a:pt x="371569" y="1002206"/>
                  </a:moveTo>
                  <a:lnTo>
                    <a:pt x="380907" y="1040047"/>
                  </a:lnTo>
                  <a:lnTo>
                    <a:pt x="415358" y="1033956"/>
                  </a:lnTo>
                  <a:close/>
                  <a:moveTo>
                    <a:pt x="338544" y="1026300"/>
                  </a:moveTo>
                  <a:lnTo>
                    <a:pt x="371569" y="1002206"/>
                  </a:lnTo>
                  <a:lnTo>
                    <a:pt x="329535" y="1022652"/>
                  </a:lnTo>
                  <a:close/>
                  <a:moveTo>
                    <a:pt x="300552" y="954067"/>
                  </a:moveTo>
                  <a:lnTo>
                    <a:pt x="231777" y="1006504"/>
                  </a:lnTo>
                  <a:lnTo>
                    <a:pt x="279877" y="1011669"/>
                  </a:lnTo>
                  <a:close/>
                  <a:moveTo>
                    <a:pt x="279877" y="1011669"/>
                  </a:moveTo>
                  <a:lnTo>
                    <a:pt x="329535" y="1022652"/>
                  </a:lnTo>
                  <a:lnTo>
                    <a:pt x="349483" y="962336"/>
                  </a:lnTo>
                  <a:close/>
                  <a:moveTo>
                    <a:pt x="281584" y="883150"/>
                  </a:moveTo>
                  <a:lnTo>
                    <a:pt x="232889" y="871691"/>
                  </a:lnTo>
                  <a:lnTo>
                    <a:pt x="236525" y="901259"/>
                  </a:lnTo>
                  <a:close/>
                  <a:moveTo>
                    <a:pt x="236525" y="901259"/>
                  </a:moveTo>
                  <a:lnTo>
                    <a:pt x="232889" y="871691"/>
                  </a:lnTo>
                  <a:lnTo>
                    <a:pt x="218775" y="852946"/>
                  </a:lnTo>
                  <a:close/>
                  <a:moveTo>
                    <a:pt x="191994" y="811976"/>
                  </a:moveTo>
                  <a:lnTo>
                    <a:pt x="262067" y="810180"/>
                  </a:lnTo>
                  <a:lnTo>
                    <a:pt x="245091" y="796060"/>
                  </a:lnTo>
                  <a:close/>
                  <a:moveTo>
                    <a:pt x="191994" y="811976"/>
                  </a:moveTo>
                  <a:lnTo>
                    <a:pt x="185607" y="796060"/>
                  </a:lnTo>
                  <a:lnTo>
                    <a:pt x="195199" y="847597"/>
                  </a:lnTo>
                  <a:close/>
                  <a:moveTo>
                    <a:pt x="191994" y="811976"/>
                  </a:moveTo>
                  <a:lnTo>
                    <a:pt x="245091" y="796060"/>
                  </a:lnTo>
                  <a:lnTo>
                    <a:pt x="205004" y="771506"/>
                  </a:lnTo>
                  <a:close/>
                  <a:moveTo>
                    <a:pt x="205004" y="771506"/>
                  </a:moveTo>
                  <a:lnTo>
                    <a:pt x="162577" y="744523"/>
                  </a:lnTo>
                  <a:lnTo>
                    <a:pt x="191994" y="811976"/>
                  </a:lnTo>
                  <a:close/>
                  <a:moveTo>
                    <a:pt x="476811" y="1029649"/>
                  </a:moveTo>
                  <a:lnTo>
                    <a:pt x="433291" y="1053743"/>
                  </a:lnTo>
                  <a:lnTo>
                    <a:pt x="475957" y="1085846"/>
                  </a:lnTo>
                  <a:close/>
                  <a:moveTo>
                    <a:pt x="544917" y="1091424"/>
                  </a:moveTo>
                  <a:lnTo>
                    <a:pt x="550994" y="1081186"/>
                  </a:lnTo>
                  <a:lnTo>
                    <a:pt x="524384" y="1092230"/>
                  </a:lnTo>
                  <a:close/>
                  <a:moveTo>
                    <a:pt x="524384" y="1092230"/>
                  </a:moveTo>
                  <a:lnTo>
                    <a:pt x="550994" y="1081186"/>
                  </a:lnTo>
                  <a:lnTo>
                    <a:pt x="503750" y="1054861"/>
                  </a:lnTo>
                  <a:close/>
                  <a:moveTo>
                    <a:pt x="473088" y="940221"/>
                  </a:moveTo>
                  <a:lnTo>
                    <a:pt x="396396" y="950670"/>
                  </a:lnTo>
                  <a:lnTo>
                    <a:pt x="420371" y="991228"/>
                  </a:lnTo>
                  <a:close/>
                  <a:moveTo>
                    <a:pt x="420371" y="991228"/>
                  </a:moveTo>
                  <a:lnTo>
                    <a:pt x="396396" y="950670"/>
                  </a:lnTo>
                  <a:lnTo>
                    <a:pt x="398112" y="946581"/>
                  </a:lnTo>
                  <a:close/>
                  <a:moveTo>
                    <a:pt x="354099" y="944380"/>
                  </a:moveTo>
                  <a:lnTo>
                    <a:pt x="398112" y="946581"/>
                  </a:lnTo>
                  <a:lnTo>
                    <a:pt x="391878" y="946167"/>
                  </a:lnTo>
                  <a:close/>
                  <a:moveTo>
                    <a:pt x="344107" y="942236"/>
                  </a:moveTo>
                  <a:lnTo>
                    <a:pt x="354099" y="944380"/>
                  </a:lnTo>
                  <a:lnTo>
                    <a:pt x="391878" y="946167"/>
                  </a:lnTo>
                  <a:close/>
                  <a:moveTo>
                    <a:pt x="245091" y="796060"/>
                  </a:moveTo>
                  <a:lnTo>
                    <a:pt x="262067" y="810180"/>
                  </a:lnTo>
                  <a:lnTo>
                    <a:pt x="266606" y="823503"/>
                  </a:lnTo>
                  <a:close/>
                  <a:moveTo>
                    <a:pt x="278517" y="771966"/>
                  </a:moveTo>
                  <a:lnTo>
                    <a:pt x="286136" y="765267"/>
                  </a:lnTo>
                  <a:lnTo>
                    <a:pt x="245091" y="796060"/>
                  </a:lnTo>
                  <a:close/>
                  <a:moveTo>
                    <a:pt x="312603" y="824449"/>
                  </a:moveTo>
                  <a:lnTo>
                    <a:pt x="284036" y="837872"/>
                  </a:lnTo>
                  <a:lnTo>
                    <a:pt x="262067" y="810180"/>
                  </a:lnTo>
                  <a:close/>
                  <a:moveTo>
                    <a:pt x="212184" y="732819"/>
                  </a:moveTo>
                  <a:lnTo>
                    <a:pt x="261021" y="731097"/>
                  </a:lnTo>
                  <a:lnTo>
                    <a:pt x="246741" y="679964"/>
                  </a:lnTo>
                  <a:close/>
                  <a:moveTo>
                    <a:pt x="497343" y="966633"/>
                  </a:moveTo>
                  <a:lnTo>
                    <a:pt x="506124" y="978113"/>
                  </a:lnTo>
                  <a:lnTo>
                    <a:pt x="473088" y="940221"/>
                  </a:lnTo>
                  <a:close/>
                  <a:moveTo>
                    <a:pt x="338254" y="706291"/>
                  </a:moveTo>
                  <a:lnTo>
                    <a:pt x="358557" y="720429"/>
                  </a:lnTo>
                  <a:lnTo>
                    <a:pt x="355424" y="755075"/>
                  </a:lnTo>
                  <a:close/>
                  <a:moveTo>
                    <a:pt x="279684" y="593262"/>
                  </a:moveTo>
                  <a:lnTo>
                    <a:pt x="272040" y="617356"/>
                  </a:lnTo>
                  <a:lnTo>
                    <a:pt x="297478" y="644799"/>
                  </a:lnTo>
                  <a:close/>
                  <a:moveTo>
                    <a:pt x="765082" y="1160165"/>
                  </a:moveTo>
                  <a:lnTo>
                    <a:pt x="803072" y="1211702"/>
                  </a:lnTo>
                  <a:lnTo>
                    <a:pt x="822325" y="1206053"/>
                  </a:lnTo>
                  <a:close/>
                  <a:moveTo>
                    <a:pt x="822325" y="1206053"/>
                  </a:moveTo>
                  <a:lnTo>
                    <a:pt x="821303" y="1211702"/>
                  </a:lnTo>
                  <a:lnTo>
                    <a:pt x="827984" y="1138710"/>
                  </a:lnTo>
                  <a:close/>
                  <a:moveTo>
                    <a:pt x="560362" y="890639"/>
                  </a:moveTo>
                  <a:lnTo>
                    <a:pt x="506030" y="928485"/>
                  </a:lnTo>
                  <a:lnTo>
                    <a:pt x="552515" y="927609"/>
                  </a:lnTo>
                  <a:close/>
                  <a:moveTo>
                    <a:pt x="560362" y="890639"/>
                  </a:moveTo>
                  <a:lnTo>
                    <a:pt x="510851" y="892908"/>
                  </a:lnTo>
                  <a:lnTo>
                    <a:pt x="506030" y="928485"/>
                  </a:lnTo>
                  <a:close/>
                  <a:moveTo>
                    <a:pt x="527938" y="826851"/>
                  </a:moveTo>
                  <a:lnTo>
                    <a:pt x="516123" y="831322"/>
                  </a:lnTo>
                  <a:lnTo>
                    <a:pt x="556274" y="831219"/>
                  </a:lnTo>
                  <a:close/>
                  <a:moveTo>
                    <a:pt x="556274" y="831219"/>
                  </a:moveTo>
                  <a:lnTo>
                    <a:pt x="516123" y="831322"/>
                  </a:lnTo>
                  <a:lnTo>
                    <a:pt x="510851" y="892908"/>
                  </a:lnTo>
                  <a:close/>
                  <a:moveTo>
                    <a:pt x="560362" y="890639"/>
                  </a:moveTo>
                  <a:lnTo>
                    <a:pt x="584955" y="845884"/>
                  </a:lnTo>
                  <a:lnTo>
                    <a:pt x="556274" y="831219"/>
                  </a:lnTo>
                  <a:close/>
                  <a:moveTo>
                    <a:pt x="297478" y="644799"/>
                  </a:moveTo>
                  <a:lnTo>
                    <a:pt x="336491" y="696335"/>
                  </a:lnTo>
                  <a:lnTo>
                    <a:pt x="376000" y="656781"/>
                  </a:lnTo>
                  <a:close/>
                  <a:moveTo>
                    <a:pt x="376000" y="656781"/>
                  </a:moveTo>
                  <a:lnTo>
                    <a:pt x="336491" y="696335"/>
                  </a:lnTo>
                  <a:lnTo>
                    <a:pt x="362105" y="686900"/>
                  </a:lnTo>
                  <a:close/>
                  <a:moveTo>
                    <a:pt x="300652" y="636135"/>
                  </a:moveTo>
                  <a:lnTo>
                    <a:pt x="297478" y="644799"/>
                  </a:lnTo>
                  <a:lnTo>
                    <a:pt x="376000" y="656781"/>
                  </a:lnTo>
                  <a:close/>
                  <a:moveTo>
                    <a:pt x="617781" y="756455"/>
                  </a:moveTo>
                  <a:lnTo>
                    <a:pt x="603612" y="809076"/>
                  </a:lnTo>
                  <a:lnTo>
                    <a:pt x="646384" y="751221"/>
                  </a:lnTo>
                  <a:close/>
                  <a:moveTo>
                    <a:pt x="617781" y="756455"/>
                  </a:moveTo>
                  <a:lnTo>
                    <a:pt x="544567" y="723778"/>
                  </a:lnTo>
                  <a:lnTo>
                    <a:pt x="566255" y="709179"/>
                  </a:lnTo>
                  <a:close/>
                  <a:moveTo>
                    <a:pt x="814993" y="881737"/>
                  </a:moveTo>
                  <a:lnTo>
                    <a:pt x="796493" y="905831"/>
                  </a:lnTo>
                  <a:lnTo>
                    <a:pt x="808750" y="917123"/>
                  </a:lnTo>
                  <a:close/>
                  <a:moveTo>
                    <a:pt x="796493" y="905831"/>
                  </a:moveTo>
                  <a:lnTo>
                    <a:pt x="814993" y="881737"/>
                  </a:lnTo>
                  <a:lnTo>
                    <a:pt x="751234" y="876758"/>
                  </a:lnTo>
                  <a:close/>
                  <a:moveTo>
                    <a:pt x="814993" y="881737"/>
                  </a:moveTo>
                  <a:lnTo>
                    <a:pt x="781894" y="856488"/>
                  </a:lnTo>
                  <a:lnTo>
                    <a:pt x="751234" y="876758"/>
                  </a:lnTo>
                  <a:close/>
                  <a:moveTo>
                    <a:pt x="675512" y="768319"/>
                  </a:moveTo>
                  <a:lnTo>
                    <a:pt x="712258" y="802757"/>
                  </a:lnTo>
                  <a:lnTo>
                    <a:pt x="710872" y="781498"/>
                  </a:lnTo>
                  <a:close/>
                  <a:moveTo>
                    <a:pt x="618336" y="693260"/>
                  </a:moveTo>
                  <a:lnTo>
                    <a:pt x="653288" y="725006"/>
                  </a:lnTo>
                  <a:lnTo>
                    <a:pt x="594436" y="675590"/>
                  </a:lnTo>
                  <a:close/>
                  <a:moveTo>
                    <a:pt x="655469" y="727127"/>
                  </a:moveTo>
                  <a:lnTo>
                    <a:pt x="646384" y="751221"/>
                  </a:lnTo>
                  <a:lnTo>
                    <a:pt x="710526" y="778664"/>
                  </a:lnTo>
                  <a:close/>
                  <a:moveTo>
                    <a:pt x="655469" y="727127"/>
                  </a:moveTo>
                  <a:lnTo>
                    <a:pt x="664172" y="725921"/>
                  </a:lnTo>
                  <a:lnTo>
                    <a:pt x="646384" y="751221"/>
                  </a:lnTo>
                  <a:close/>
                  <a:moveTo>
                    <a:pt x="655469" y="727127"/>
                  </a:moveTo>
                  <a:lnTo>
                    <a:pt x="653288" y="725006"/>
                  </a:lnTo>
                  <a:lnTo>
                    <a:pt x="618336" y="693260"/>
                  </a:lnTo>
                  <a:close/>
                  <a:moveTo>
                    <a:pt x="929603" y="1036347"/>
                  </a:moveTo>
                  <a:lnTo>
                    <a:pt x="980839" y="1076284"/>
                  </a:lnTo>
                  <a:lnTo>
                    <a:pt x="974355" y="1012253"/>
                  </a:lnTo>
                  <a:close/>
                  <a:moveTo>
                    <a:pt x="813485" y="754570"/>
                  </a:moveTo>
                  <a:lnTo>
                    <a:pt x="801154" y="793600"/>
                  </a:lnTo>
                  <a:lnTo>
                    <a:pt x="826012" y="763855"/>
                  </a:lnTo>
                  <a:close/>
                  <a:moveTo>
                    <a:pt x="826012" y="763855"/>
                  </a:moveTo>
                  <a:lnTo>
                    <a:pt x="801154" y="793600"/>
                  </a:lnTo>
                  <a:lnTo>
                    <a:pt x="800050" y="809723"/>
                  </a:lnTo>
                  <a:close/>
                  <a:moveTo>
                    <a:pt x="842031" y="813575"/>
                  </a:moveTo>
                  <a:lnTo>
                    <a:pt x="838674" y="778664"/>
                  </a:lnTo>
                  <a:lnTo>
                    <a:pt x="826012" y="763855"/>
                  </a:lnTo>
                  <a:close/>
                  <a:moveTo>
                    <a:pt x="757517" y="754570"/>
                  </a:moveTo>
                  <a:lnTo>
                    <a:pt x="780963" y="718111"/>
                  </a:lnTo>
                  <a:lnTo>
                    <a:pt x="772125" y="706940"/>
                  </a:lnTo>
                  <a:close/>
                  <a:moveTo>
                    <a:pt x="780963" y="718111"/>
                  </a:moveTo>
                  <a:lnTo>
                    <a:pt x="813485" y="754570"/>
                  </a:lnTo>
                  <a:lnTo>
                    <a:pt x="772125" y="706940"/>
                  </a:lnTo>
                  <a:close/>
                  <a:moveTo>
                    <a:pt x="559472" y="452162"/>
                  </a:moveTo>
                  <a:lnTo>
                    <a:pt x="502073" y="398101"/>
                  </a:lnTo>
                  <a:lnTo>
                    <a:pt x="496571" y="465318"/>
                  </a:lnTo>
                  <a:close/>
                  <a:moveTo>
                    <a:pt x="561920" y="423175"/>
                  </a:moveTo>
                  <a:lnTo>
                    <a:pt x="559472" y="452162"/>
                  </a:lnTo>
                  <a:lnTo>
                    <a:pt x="578365" y="393813"/>
                  </a:lnTo>
                  <a:close/>
                  <a:moveTo>
                    <a:pt x="801423" y="745864"/>
                  </a:moveTo>
                  <a:lnTo>
                    <a:pt x="813485" y="754570"/>
                  </a:lnTo>
                  <a:lnTo>
                    <a:pt x="780963" y="718111"/>
                  </a:lnTo>
                  <a:close/>
                  <a:moveTo>
                    <a:pt x="827440" y="582304"/>
                  </a:moveTo>
                  <a:lnTo>
                    <a:pt x="798334" y="575866"/>
                  </a:lnTo>
                  <a:lnTo>
                    <a:pt x="750117" y="602781"/>
                  </a:lnTo>
                  <a:close/>
                  <a:moveTo>
                    <a:pt x="777400" y="569889"/>
                  </a:moveTo>
                  <a:lnTo>
                    <a:pt x="736189" y="547926"/>
                  </a:lnTo>
                  <a:lnTo>
                    <a:pt x="798334" y="575866"/>
                  </a:lnTo>
                  <a:close/>
                  <a:moveTo>
                    <a:pt x="1049110" y="759170"/>
                  </a:moveTo>
                  <a:lnTo>
                    <a:pt x="1030351" y="816923"/>
                  </a:lnTo>
                  <a:lnTo>
                    <a:pt x="1108022" y="797742"/>
                  </a:lnTo>
                  <a:close/>
                  <a:moveTo>
                    <a:pt x="798334" y="575866"/>
                  </a:moveTo>
                  <a:lnTo>
                    <a:pt x="827440" y="582304"/>
                  </a:lnTo>
                  <a:lnTo>
                    <a:pt x="830048" y="572346"/>
                  </a:lnTo>
                  <a:close/>
                  <a:moveTo>
                    <a:pt x="830048" y="572346"/>
                  </a:moveTo>
                  <a:lnTo>
                    <a:pt x="827440" y="582304"/>
                  </a:lnTo>
                  <a:lnTo>
                    <a:pt x="843887" y="575866"/>
                  </a:lnTo>
                  <a:close/>
                  <a:moveTo>
                    <a:pt x="816106" y="448699"/>
                  </a:moveTo>
                  <a:lnTo>
                    <a:pt x="819756" y="455227"/>
                  </a:lnTo>
                  <a:lnTo>
                    <a:pt x="737785" y="421773"/>
                  </a:lnTo>
                  <a:close/>
                  <a:moveTo>
                    <a:pt x="1078577" y="797958"/>
                  </a:moveTo>
                  <a:lnTo>
                    <a:pt x="1107808" y="809455"/>
                  </a:lnTo>
                  <a:lnTo>
                    <a:pt x="1051492" y="761066"/>
                  </a:lnTo>
                  <a:close/>
                  <a:moveTo>
                    <a:pt x="1059935" y="757918"/>
                  </a:moveTo>
                  <a:lnTo>
                    <a:pt x="1108022" y="797742"/>
                  </a:lnTo>
                  <a:lnTo>
                    <a:pt x="1106335" y="750630"/>
                  </a:lnTo>
                  <a:close/>
                  <a:moveTo>
                    <a:pt x="1106352" y="687873"/>
                  </a:moveTo>
                  <a:lnTo>
                    <a:pt x="1057901" y="689281"/>
                  </a:lnTo>
                  <a:lnTo>
                    <a:pt x="1106335" y="750630"/>
                  </a:lnTo>
                  <a:close/>
                  <a:moveTo>
                    <a:pt x="1057901" y="689281"/>
                  </a:moveTo>
                  <a:lnTo>
                    <a:pt x="1106352" y="687873"/>
                  </a:lnTo>
                  <a:lnTo>
                    <a:pt x="1039547" y="641460"/>
                  </a:lnTo>
                  <a:close/>
                  <a:moveTo>
                    <a:pt x="982851" y="649570"/>
                  </a:moveTo>
                  <a:lnTo>
                    <a:pt x="1039547" y="641460"/>
                  </a:lnTo>
                  <a:lnTo>
                    <a:pt x="1028161" y="587974"/>
                  </a:lnTo>
                  <a:close/>
                  <a:moveTo>
                    <a:pt x="1006900" y="527678"/>
                  </a:moveTo>
                  <a:lnTo>
                    <a:pt x="986128" y="556456"/>
                  </a:lnTo>
                  <a:lnTo>
                    <a:pt x="1012367" y="538071"/>
                  </a:lnTo>
                  <a:close/>
                  <a:moveTo>
                    <a:pt x="1273946" y="812804"/>
                  </a:moveTo>
                  <a:lnTo>
                    <a:pt x="1198092" y="776758"/>
                  </a:lnTo>
                  <a:lnTo>
                    <a:pt x="1200162" y="785361"/>
                  </a:lnTo>
                  <a:close/>
                  <a:moveTo>
                    <a:pt x="1163429" y="733824"/>
                  </a:moveTo>
                  <a:lnTo>
                    <a:pt x="1198092" y="776758"/>
                  </a:lnTo>
                  <a:lnTo>
                    <a:pt x="1141201" y="722285"/>
                  </a:lnTo>
                  <a:close/>
                  <a:moveTo>
                    <a:pt x="1117307" y="678967"/>
                  </a:moveTo>
                  <a:lnTo>
                    <a:pt x="1141201" y="722285"/>
                  </a:lnTo>
                  <a:lnTo>
                    <a:pt x="1083507" y="668464"/>
                  </a:lnTo>
                  <a:close/>
                  <a:moveTo>
                    <a:pt x="1391650" y="796088"/>
                  </a:moveTo>
                  <a:lnTo>
                    <a:pt x="1406162" y="809033"/>
                  </a:lnTo>
                  <a:lnTo>
                    <a:pt x="1419881" y="864340"/>
                  </a:lnTo>
                  <a:close/>
                  <a:moveTo>
                    <a:pt x="1290159" y="739891"/>
                  </a:moveTo>
                  <a:lnTo>
                    <a:pt x="1331158" y="744543"/>
                  </a:lnTo>
                  <a:lnTo>
                    <a:pt x="1272535" y="691476"/>
                  </a:lnTo>
                  <a:close/>
                  <a:moveTo>
                    <a:pt x="1082555" y="452047"/>
                  </a:moveTo>
                  <a:lnTo>
                    <a:pt x="1090624" y="462897"/>
                  </a:lnTo>
                  <a:lnTo>
                    <a:pt x="1083409" y="427954"/>
                  </a:lnTo>
                  <a:close/>
                  <a:moveTo>
                    <a:pt x="828932" y="48279"/>
                  </a:moveTo>
                  <a:lnTo>
                    <a:pt x="778904" y="35911"/>
                  </a:lnTo>
                  <a:lnTo>
                    <a:pt x="796422" y="61632"/>
                  </a:lnTo>
                  <a:close/>
                  <a:moveTo>
                    <a:pt x="1409371" y="686131"/>
                  </a:moveTo>
                  <a:lnTo>
                    <a:pt x="1375881" y="683422"/>
                  </a:lnTo>
                  <a:lnTo>
                    <a:pt x="1433075" y="734982"/>
                  </a:lnTo>
                  <a:close/>
                  <a:moveTo>
                    <a:pt x="1458798" y="696257"/>
                  </a:moveTo>
                  <a:lnTo>
                    <a:pt x="1409371" y="686131"/>
                  </a:lnTo>
                  <a:lnTo>
                    <a:pt x="1433075" y="734982"/>
                  </a:lnTo>
                  <a:close/>
                  <a:moveTo>
                    <a:pt x="1363521" y="649607"/>
                  </a:moveTo>
                  <a:lnTo>
                    <a:pt x="1375881" y="683422"/>
                  </a:lnTo>
                  <a:lnTo>
                    <a:pt x="1351321" y="665407"/>
                  </a:lnTo>
                  <a:close/>
                  <a:moveTo>
                    <a:pt x="1125986" y="358197"/>
                  </a:moveTo>
                  <a:lnTo>
                    <a:pt x="1128733" y="376417"/>
                  </a:lnTo>
                  <a:lnTo>
                    <a:pt x="1146727" y="316574"/>
                  </a:lnTo>
                  <a:close/>
                  <a:moveTo>
                    <a:pt x="1114038" y="305167"/>
                  </a:moveTo>
                  <a:lnTo>
                    <a:pt x="1113695" y="279356"/>
                  </a:lnTo>
                  <a:lnTo>
                    <a:pt x="1060289" y="254355"/>
                  </a:lnTo>
                  <a:close/>
                  <a:moveTo>
                    <a:pt x="1113695" y="279356"/>
                  </a:moveTo>
                  <a:lnTo>
                    <a:pt x="1114038" y="305167"/>
                  </a:lnTo>
                  <a:lnTo>
                    <a:pt x="1115472" y="249250"/>
                  </a:lnTo>
                  <a:close/>
                  <a:moveTo>
                    <a:pt x="839471" y="0"/>
                  </a:moveTo>
                  <a:lnTo>
                    <a:pt x="828932" y="48279"/>
                  </a:lnTo>
                  <a:lnTo>
                    <a:pt x="883761" y="64717"/>
                  </a:lnTo>
                  <a:close/>
                  <a:moveTo>
                    <a:pt x="1409371" y="686131"/>
                  </a:moveTo>
                  <a:lnTo>
                    <a:pt x="1458798" y="696257"/>
                  </a:lnTo>
                  <a:lnTo>
                    <a:pt x="1454644" y="637449"/>
                  </a:lnTo>
                  <a:close/>
                  <a:moveTo>
                    <a:pt x="1409949" y="592983"/>
                  </a:moveTo>
                  <a:lnTo>
                    <a:pt x="1470958" y="644109"/>
                  </a:lnTo>
                  <a:lnTo>
                    <a:pt x="1438996" y="607350"/>
                  </a:lnTo>
                  <a:close/>
                  <a:moveTo>
                    <a:pt x="1369982" y="587494"/>
                  </a:moveTo>
                  <a:lnTo>
                    <a:pt x="1409949" y="592983"/>
                  </a:lnTo>
                  <a:lnTo>
                    <a:pt x="1381946" y="583595"/>
                  </a:lnTo>
                  <a:close/>
                  <a:moveTo>
                    <a:pt x="1409949" y="592983"/>
                  </a:moveTo>
                  <a:lnTo>
                    <a:pt x="1438996" y="607350"/>
                  </a:lnTo>
                  <a:lnTo>
                    <a:pt x="1434367" y="604913"/>
                  </a:lnTo>
                  <a:close/>
                  <a:moveTo>
                    <a:pt x="1233175" y="376718"/>
                  </a:moveTo>
                  <a:lnTo>
                    <a:pt x="1311994" y="361832"/>
                  </a:lnTo>
                  <a:lnTo>
                    <a:pt x="1260123" y="342575"/>
                  </a:lnTo>
                  <a:close/>
                  <a:moveTo>
                    <a:pt x="1113119" y="243171"/>
                  </a:moveTo>
                  <a:lnTo>
                    <a:pt x="1060289" y="254355"/>
                  </a:lnTo>
                  <a:lnTo>
                    <a:pt x="1113695" y="279356"/>
                  </a:lnTo>
                  <a:close/>
                  <a:moveTo>
                    <a:pt x="1113119" y="243171"/>
                  </a:moveTo>
                  <a:lnTo>
                    <a:pt x="1059987" y="248385"/>
                  </a:lnTo>
                  <a:lnTo>
                    <a:pt x="1060289" y="254355"/>
                  </a:lnTo>
                  <a:close/>
                  <a:moveTo>
                    <a:pt x="1059987" y="248385"/>
                  </a:moveTo>
                  <a:lnTo>
                    <a:pt x="1113119" y="243171"/>
                  </a:lnTo>
                  <a:lnTo>
                    <a:pt x="1076373" y="179593"/>
                  </a:lnTo>
                  <a:close/>
                  <a:moveTo>
                    <a:pt x="1113119" y="243171"/>
                  </a:moveTo>
                  <a:lnTo>
                    <a:pt x="1125379" y="188139"/>
                  </a:lnTo>
                  <a:lnTo>
                    <a:pt x="1076373" y="179593"/>
                  </a:lnTo>
                  <a:close/>
                  <a:moveTo>
                    <a:pt x="1235801" y="328229"/>
                  </a:moveTo>
                  <a:lnTo>
                    <a:pt x="1260123" y="342575"/>
                  </a:lnTo>
                  <a:lnTo>
                    <a:pt x="1272629" y="314943"/>
                  </a:lnTo>
                  <a:close/>
                  <a:moveTo>
                    <a:pt x="1213660" y="276692"/>
                  </a:moveTo>
                  <a:lnTo>
                    <a:pt x="1216462" y="259881"/>
                  </a:lnTo>
                  <a:lnTo>
                    <a:pt x="1191433" y="217486"/>
                  </a:lnTo>
                  <a:close/>
                  <a:moveTo>
                    <a:pt x="1125379" y="188139"/>
                  </a:moveTo>
                  <a:lnTo>
                    <a:pt x="1138749" y="159592"/>
                  </a:lnTo>
                  <a:lnTo>
                    <a:pt x="1076373" y="179593"/>
                  </a:lnTo>
                  <a:close/>
                  <a:moveTo>
                    <a:pt x="1125445" y="107665"/>
                  </a:moveTo>
                  <a:lnTo>
                    <a:pt x="1138749" y="159592"/>
                  </a:lnTo>
                  <a:lnTo>
                    <a:pt x="1155346" y="121338"/>
                  </a:lnTo>
                  <a:close/>
                  <a:moveTo>
                    <a:pt x="1352199" y="49801"/>
                  </a:moveTo>
                  <a:lnTo>
                    <a:pt x="1365955" y="64063"/>
                  </a:lnTo>
                  <a:lnTo>
                    <a:pt x="1303788" y="13879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18" name="Output_density__4217">
              <a:extLst>
                <a:ext uri="{FF2B5EF4-FFF2-40B4-BE49-F238E27FC236}">
                  <a16:creationId xmlns:a16="http://schemas.microsoft.com/office/drawing/2014/main" id="{71194497-7FC1-FD59-ADD5-64A6DA376F73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2626240"/>
              <a:ext cx="1358420" cy="1847145"/>
            </a:xfrm>
            <a:custGeom>
              <a:avLst/>
              <a:gdLst/>
              <a:ahLst/>
              <a:cxnLst/>
              <a:rect l="0" t="0" r="0" b="0"/>
              <a:pathLst>
                <a:path w="1358420" h="1847145">
                  <a:moveTo>
                    <a:pt x="26882" y="1598970"/>
                  </a:moveTo>
                  <a:lnTo>
                    <a:pt x="0" y="1642737"/>
                  </a:lnTo>
                  <a:lnTo>
                    <a:pt x="18607" y="1618643"/>
                  </a:lnTo>
                  <a:close/>
                  <a:moveTo>
                    <a:pt x="26882" y="1598970"/>
                  </a:moveTo>
                  <a:lnTo>
                    <a:pt x="552" y="1635426"/>
                  </a:lnTo>
                  <a:lnTo>
                    <a:pt x="0" y="1642737"/>
                  </a:lnTo>
                  <a:close/>
                  <a:moveTo>
                    <a:pt x="552" y="1635426"/>
                  </a:moveTo>
                  <a:lnTo>
                    <a:pt x="26882" y="1598970"/>
                  </a:lnTo>
                  <a:lnTo>
                    <a:pt x="11581" y="1591200"/>
                  </a:lnTo>
                  <a:close/>
                  <a:moveTo>
                    <a:pt x="52493" y="1520049"/>
                  </a:moveTo>
                  <a:lnTo>
                    <a:pt x="11581" y="1591200"/>
                  </a:lnTo>
                  <a:lnTo>
                    <a:pt x="30446" y="1567107"/>
                  </a:lnTo>
                  <a:close/>
                  <a:moveTo>
                    <a:pt x="86972" y="1514060"/>
                  </a:moveTo>
                  <a:lnTo>
                    <a:pt x="106327" y="1491476"/>
                  </a:lnTo>
                  <a:lnTo>
                    <a:pt x="81452" y="1515570"/>
                  </a:lnTo>
                  <a:close/>
                  <a:moveTo>
                    <a:pt x="242745" y="1624118"/>
                  </a:moveTo>
                  <a:lnTo>
                    <a:pt x="262157" y="1621992"/>
                  </a:lnTo>
                  <a:lnTo>
                    <a:pt x="287804" y="1606008"/>
                  </a:lnTo>
                  <a:close/>
                  <a:moveTo>
                    <a:pt x="198214" y="1534835"/>
                  </a:moveTo>
                  <a:lnTo>
                    <a:pt x="168797" y="1467382"/>
                  </a:lnTo>
                  <a:lnTo>
                    <a:pt x="146691" y="1475997"/>
                  </a:lnTo>
                  <a:close/>
                  <a:moveTo>
                    <a:pt x="146691" y="1475997"/>
                  </a:moveTo>
                  <a:lnTo>
                    <a:pt x="161561" y="1483360"/>
                  </a:lnTo>
                  <a:lnTo>
                    <a:pt x="198214" y="1534835"/>
                  </a:lnTo>
                  <a:close/>
                  <a:moveTo>
                    <a:pt x="426591" y="1714086"/>
                  </a:moveTo>
                  <a:lnTo>
                    <a:pt x="421579" y="1756815"/>
                  </a:lnTo>
                  <a:lnTo>
                    <a:pt x="470941" y="1700971"/>
                  </a:lnTo>
                  <a:close/>
                  <a:moveTo>
                    <a:pt x="470941" y="1700971"/>
                  </a:moveTo>
                  <a:lnTo>
                    <a:pt x="439511" y="1776602"/>
                  </a:lnTo>
                  <a:lnTo>
                    <a:pt x="483031" y="1752508"/>
                  </a:lnTo>
                  <a:close/>
                  <a:moveTo>
                    <a:pt x="377790" y="1725065"/>
                  </a:moveTo>
                  <a:lnTo>
                    <a:pt x="421579" y="1756815"/>
                  </a:lnTo>
                  <a:lnTo>
                    <a:pt x="426591" y="1714086"/>
                  </a:lnTo>
                  <a:close/>
                  <a:moveTo>
                    <a:pt x="360319" y="1667239"/>
                  </a:moveTo>
                  <a:lnTo>
                    <a:pt x="355703" y="1685194"/>
                  </a:lnTo>
                  <a:lnTo>
                    <a:pt x="426591" y="1714086"/>
                  </a:lnTo>
                  <a:close/>
                  <a:moveTo>
                    <a:pt x="426591" y="1714086"/>
                  </a:moveTo>
                  <a:lnTo>
                    <a:pt x="470941" y="1700971"/>
                  </a:lnTo>
                  <a:lnTo>
                    <a:pt x="479309" y="1663080"/>
                  </a:lnTo>
                  <a:close/>
                  <a:moveTo>
                    <a:pt x="262157" y="1621992"/>
                  </a:moveTo>
                  <a:lnTo>
                    <a:pt x="307902" y="1671871"/>
                  </a:lnTo>
                  <a:lnTo>
                    <a:pt x="302524" y="1613501"/>
                  </a:lnTo>
                  <a:close/>
                  <a:moveTo>
                    <a:pt x="307902" y="1671871"/>
                  </a:moveTo>
                  <a:lnTo>
                    <a:pt x="360319" y="1667239"/>
                  </a:lnTo>
                  <a:lnTo>
                    <a:pt x="302524" y="1613501"/>
                  </a:lnTo>
                  <a:close/>
                  <a:moveTo>
                    <a:pt x="262157" y="1621992"/>
                  </a:moveTo>
                  <a:lnTo>
                    <a:pt x="302524" y="1613501"/>
                  </a:lnTo>
                  <a:lnTo>
                    <a:pt x="287804" y="1606008"/>
                  </a:lnTo>
                  <a:close/>
                  <a:moveTo>
                    <a:pt x="168797" y="1467382"/>
                  </a:moveTo>
                  <a:lnTo>
                    <a:pt x="211224" y="1494364"/>
                  </a:lnTo>
                  <a:lnTo>
                    <a:pt x="218404" y="1455678"/>
                  </a:lnTo>
                  <a:close/>
                  <a:moveTo>
                    <a:pt x="152811" y="1415845"/>
                  </a:moveTo>
                  <a:lnTo>
                    <a:pt x="218404" y="1455678"/>
                  </a:lnTo>
                  <a:lnTo>
                    <a:pt x="214140" y="1396401"/>
                  </a:lnTo>
                  <a:close/>
                  <a:moveTo>
                    <a:pt x="634871" y="1784190"/>
                  </a:moveTo>
                  <a:lnTo>
                    <a:pt x="621978" y="1847145"/>
                  </a:lnTo>
                  <a:lnTo>
                    <a:pt x="690399" y="1839773"/>
                  </a:lnTo>
                  <a:close/>
                  <a:moveTo>
                    <a:pt x="685920" y="1780671"/>
                  </a:moveTo>
                  <a:lnTo>
                    <a:pt x="634871" y="1784190"/>
                  </a:lnTo>
                  <a:lnTo>
                    <a:pt x="690399" y="1839773"/>
                  </a:lnTo>
                  <a:close/>
                  <a:moveTo>
                    <a:pt x="514492" y="1743350"/>
                  </a:moveTo>
                  <a:lnTo>
                    <a:pt x="509970" y="1777719"/>
                  </a:lnTo>
                  <a:lnTo>
                    <a:pt x="566958" y="1801421"/>
                  </a:lnTo>
                  <a:close/>
                  <a:moveTo>
                    <a:pt x="564238" y="1740889"/>
                  </a:moveTo>
                  <a:lnTo>
                    <a:pt x="514492" y="1743350"/>
                  </a:lnTo>
                  <a:lnTo>
                    <a:pt x="566958" y="1801421"/>
                  </a:lnTo>
                  <a:close/>
                  <a:moveTo>
                    <a:pt x="634871" y="1784190"/>
                  </a:moveTo>
                  <a:lnTo>
                    <a:pt x="566958" y="1801421"/>
                  </a:lnTo>
                  <a:lnTo>
                    <a:pt x="564942" y="1808571"/>
                  </a:lnTo>
                  <a:close/>
                  <a:moveTo>
                    <a:pt x="566958" y="1801421"/>
                  </a:moveTo>
                  <a:lnTo>
                    <a:pt x="634871" y="1784190"/>
                  </a:lnTo>
                  <a:lnTo>
                    <a:pt x="612724" y="1739453"/>
                  </a:lnTo>
                  <a:close/>
                  <a:moveTo>
                    <a:pt x="566958" y="1801421"/>
                  </a:moveTo>
                  <a:lnTo>
                    <a:pt x="612724" y="1739453"/>
                  </a:lnTo>
                  <a:lnTo>
                    <a:pt x="564238" y="1740889"/>
                  </a:lnTo>
                  <a:close/>
                  <a:moveTo>
                    <a:pt x="483031" y="1752508"/>
                  </a:moveTo>
                  <a:lnTo>
                    <a:pt x="509970" y="1777719"/>
                  </a:lnTo>
                  <a:lnTo>
                    <a:pt x="514492" y="1743350"/>
                  </a:lnTo>
                  <a:close/>
                  <a:moveTo>
                    <a:pt x="470941" y="1700971"/>
                  </a:moveTo>
                  <a:lnTo>
                    <a:pt x="514492" y="1743350"/>
                  </a:lnTo>
                  <a:lnTo>
                    <a:pt x="503563" y="1689491"/>
                  </a:lnTo>
                  <a:close/>
                  <a:moveTo>
                    <a:pt x="514492" y="1743350"/>
                  </a:moveTo>
                  <a:lnTo>
                    <a:pt x="564238" y="1740889"/>
                  </a:lnTo>
                  <a:lnTo>
                    <a:pt x="503563" y="1689491"/>
                  </a:lnTo>
                  <a:close/>
                  <a:moveTo>
                    <a:pt x="285905" y="1316121"/>
                  </a:moveTo>
                  <a:lnTo>
                    <a:pt x="303698" y="1367658"/>
                  </a:lnTo>
                  <a:lnTo>
                    <a:pt x="306961" y="1296179"/>
                  </a:lnTo>
                  <a:close/>
                  <a:moveTo>
                    <a:pt x="318087" y="1262373"/>
                  </a:moveTo>
                  <a:lnTo>
                    <a:pt x="315742" y="1265986"/>
                  </a:lnTo>
                  <a:lnTo>
                    <a:pt x="311363" y="1289390"/>
                  </a:lnTo>
                  <a:close/>
                  <a:moveTo>
                    <a:pt x="311363" y="1289390"/>
                  </a:moveTo>
                  <a:lnTo>
                    <a:pt x="315742" y="1265986"/>
                  </a:lnTo>
                  <a:lnTo>
                    <a:pt x="306961" y="1296179"/>
                  </a:lnTo>
                  <a:close/>
                  <a:moveTo>
                    <a:pt x="306961" y="1296179"/>
                  </a:moveTo>
                  <a:lnTo>
                    <a:pt x="315742" y="1265986"/>
                  </a:lnTo>
                  <a:lnTo>
                    <a:pt x="285905" y="1316121"/>
                  </a:lnTo>
                  <a:close/>
                  <a:moveTo>
                    <a:pt x="865595" y="1731762"/>
                  </a:moveTo>
                  <a:lnTo>
                    <a:pt x="893633" y="1783299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865595" y="1731762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908533" y="1707669"/>
                  </a:lnTo>
                  <a:lnTo>
                    <a:pt x="891716" y="1656132"/>
                  </a:lnTo>
                  <a:close/>
                  <a:moveTo>
                    <a:pt x="441659" y="1157392"/>
                  </a:moveTo>
                  <a:lnTo>
                    <a:pt x="407627" y="1165051"/>
                  </a:lnTo>
                  <a:lnTo>
                    <a:pt x="362023" y="1169222"/>
                  </a:lnTo>
                  <a:close/>
                  <a:moveTo>
                    <a:pt x="441659" y="1157392"/>
                  </a:moveTo>
                  <a:lnTo>
                    <a:pt x="362023" y="1169222"/>
                  </a:lnTo>
                  <a:lnTo>
                    <a:pt x="395476" y="1159400"/>
                  </a:lnTo>
                  <a:close/>
                  <a:moveTo>
                    <a:pt x="917235" y="1643820"/>
                  </a:moveTo>
                  <a:lnTo>
                    <a:pt x="849027" y="1632416"/>
                  </a:lnTo>
                  <a:lnTo>
                    <a:pt x="891716" y="1656132"/>
                  </a:lnTo>
                  <a:close/>
                  <a:moveTo>
                    <a:pt x="860496" y="1589222"/>
                  </a:moveTo>
                  <a:lnTo>
                    <a:pt x="849027" y="1632416"/>
                  </a:lnTo>
                  <a:lnTo>
                    <a:pt x="917235" y="1643820"/>
                  </a:lnTo>
                  <a:close/>
                  <a:moveTo>
                    <a:pt x="940657" y="1632038"/>
                  </a:moveTo>
                  <a:lnTo>
                    <a:pt x="971194" y="1604922"/>
                  </a:lnTo>
                  <a:lnTo>
                    <a:pt x="917235" y="1643820"/>
                  </a:lnTo>
                  <a:close/>
                  <a:moveTo>
                    <a:pt x="917235" y="1643820"/>
                  </a:moveTo>
                  <a:lnTo>
                    <a:pt x="971194" y="1604922"/>
                  </a:lnTo>
                  <a:lnTo>
                    <a:pt x="947117" y="1594766"/>
                  </a:lnTo>
                  <a:close/>
                  <a:moveTo>
                    <a:pt x="848252" y="1536434"/>
                  </a:moveTo>
                  <a:lnTo>
                    <a:pt x="806271" y="1532582"/>
                  </a:lnTo>
                  <a:lnTo>
                    <a:pt x="860496" y="1589222"/>
                  </a:lnTo>
                  <a:close/>
                  <a:moveTo>
                    <a:pt x="848252" y="1536434"/>
                  </a:moveTo>
                  <a:lnTo>
                    <a:pt x="893235" y="1528965"/>
                  </a:lnTo>
                  <a:lnTo>
                    <a:pt x="902364" y="1522253"/>
                  </a:lnTo>
                  <a:close/>
                  <a:moveTo>
                    <a:pt x="756337" y="1325640"/>
                  </a:moveTo>
                  <a:lnTo>
                    <a:pt x="753913" y="1322818"/>
                  </a:lnTo>
                  <a:lnTo>
                    <a:pt x="754431" y="1323756"/>
                  </a:lnTo>
                  <a:close/>
                  <a:moveTo>
                    <a:pt x="565692" y="1175021"/>
                  </a:moveTo>
                  <a:lnTo>
                    <a:pt x="534707" y="1116672"/>
                  </a:lnTo>
                  <a:lnTo>
                    <a:pt x="508294" y="1120960"/>
                  </a:lnTo>
                  <a:close/>
                  <a:moveTo>
                    <a:pt x="508294" y="1120960"/>
                  </a:moveTo>
                  <a:lnTo>
                    <a:pt x="550978" y="1081864"/>
                  </a:lnTo>
                  <a:lnTo>
                    <a:pt x="540211" y="1070251"/>
                  </a:lnTo>
                  <a:close/>
                  <a:moveTo>
                    <a:pt x="893235" y="1528965"/>
                  </a:moveTo>
                  <a:lnTo>
                    <a:pt x="908997" y="1547053"/>
                  </a:lnTo>
                  <a:lnTo>
                    <a:pt x="909510" y="1524614"/>
                  </a:lnTo>
                  <a:close/>
                  <a:moveTo>
                    <a:pt x="902364" y="1522253"/>
                  </a:moveTo>
                  <a:lnTo>
                    <a:pt x="893235" y="1528965"/>
                  </a:lnTo>
                  <a:lnTo>
                    <a:pt x="909510" y="1524614"/>
                  </a:lnTo>
                  <a:close/>
                  <a:moveTo>
                    <a:pt x="909510" y="1524614"/>
                  </a:moveTo>
                  <a:lnTo>
                    <a:pt x="908997" y="1547053"/>
                  </a:lnTo>
                  <a:lnTo>
                    <a:pt x="920554" y="1528965"/>
                  </a:lnTo>
                  <a:close/>
                  <a:moveTo>
                    <a:pt x="909510" y="1524614"/>
                  </a:moveTo>
                  <a:lnTo>
                    <a:pt x="920554" y="1528965"/>
                  </a:lnTo>
                  <a:lnTo>
                    <a:pt x="902364" y="1522253"/>
                  </a:lnTo>
                  <a:close/>
                  <a:moveTo>
                    <a:pt x="753913" y="1322818"/>
                  </a:moveTo>
                  <a:lnTo>
                    <a:pt x="756337" y="1325640"/>
                  </a:lnTo>
                  <a:lnTo>
                    <a:pt x="758587" y="1320376"/>
                  </a:lnTo>
                  <a:close/>
                  <a:moveTo>
                    <a:pt x="550978" y="1081864"/>
                  </a:moveTo>
                  <a:lnTo>
                    <a:pt x="534707" y="1116672"/>
                  </a:lnTo>
                  <a:lnTo>
                    <a:pt x="573502" y="1105929"/>
                  </a:lnTo>
                  <a:close/>
                  <a:moveTo>
                    <a:pt x="1003745" y="1504871"/>
                  </a:moveTo>
                  <a:lnTo>
                    <a:pt x="1055331" y="1482029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03745" y="1504871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20357" y="1429240"/>
                  </a:lnTo>
                  <a:lnTo>
                    <a:pt x="958697" y="1423299"/>
                  </a:lnTo>
                  <a:close/>
                  <a:moveTo>
                    <a:pt x="1020357" y="1429240"/>
                  </a:moveTo>
                  <a:lnTo>
                    <a:pt x="985046" y="1386913"/>
                  </a:lnTo>
                  <a:lnTo>
                    <a:pt x="958697" y="1423299"/>
                  </a:lnTo>
                  <a:close/>
                  <a:moveTo>
                    <a:pt x="976673" y="1377704"/>
                  </a:moveTo>
                  <a:lnTo>
                    <a:pt x="958697" y="1423299"/>
                  </a:lnTo>
                  <a:lnTo>
                    <a:pt x="985046" y="1386913"/>
                  </a:lnTo>
                  <a:close/>
                  <a:moveTo>
                    <a:pt x="1178701" y="1583181"/>
                  </a:moveTo>
                  <a:lnTo>
                    <a:pt x="1174325" y="1583850"/>
                  </a:lnTo>
                  <a:lnTo>
                    <a:pt x="1221141" y="1610704"/>
                  </a:lnTo>
                  <a:close/>
                  <a:moveTo>
                    <a:pt x="1177323" y="1581773"/>
                  </a:moveTo>
                  <a:lnTo>
                    <a:pt x="1174325" y="1583850"/>
                  </a:lnTo>
                  <a:lnTo>
                    <a:pt x="1178701" y="1583181"/>
                  </a:lnTo>
                  <a:close/>
                  <a:moveTo>
                    <a:pt x="1206382" y="1508220"/>
                  </a:moveTo>
                  <a:lnTo>
                    <a:pt x="1178701" y="1583181"/>
                  </a:lnTo>
                  <a:lnTo>
                    <a:pt x="1244699" y="1559756"/>
                  </a:lnTo>
                  <a:close/>
                  <a:moveTo>
                    <a:pt x="1178701" y="1583181"/>
                  </a:moveTo>
                  <a:lnTo>
                    <a:pt x="1221141" y="1610704"/>
                  </a:lnTo>
                  <a:lnTo>
                    <a:pt x="1244699" y="1559756"/>
                  </a:lnTo>
                  <a:close/>
                  <a:moveTo>
                    <a:pt x="1112555" y="1473489"/>
                  </a:moveTo>
                  <a:lnTo>
                    <a:pt x="1056214" y="1478320"/>
                  </a:lnTo>
                  <a:lnTo>
                    <a:pt x="1066155" y="1480777"/>
                  </a:lnTo>
                  <a:close/>
                  <a:moveTo>
                    <a:pt x="1064121" y="1412140"/>
                  </a:moveTo>
                  <a:lnTo>
                    <a:pt x="1056214" y="1478320"/>
                  </a:lnTo>
                  <a:lnTo>
                    <a:pt x="1112555" y="1473489"/>
                  </a:lnTo>
                  <a:close/>
                  <a:moveTo>
                    <a:pt x="1020357" y="1429240"/>
                  </a:moveTo>
                  <a:lnTo>
                    <a:pt x="1056214" y="1478320"/>
                  </a:lnTo>
                  <a:lnTo>
                    <a:pt x="1064121" y="1412140"/>
                  </a:lnTo>
                  <a:close/>
                  <a:moveTo>
                    <a:pt x="1064121" y="1412140"/>
                  </a:moveTo>
                  <a:lnTo>
                    <a:pt x="985046" y="1386913"/>
                  </a:lnTo>
                  <a:lnTo>
                    <a:pt x="1020357" y="1429240"/>
                  </a:lnTo>
                  <a:close/>
                  <a:moveTo>
                    <a:pt x="989071" y="1372429"/>
                  </a:moveTo>
                  <a:lnTo>
                    <a:pt x="985046" y="1386913"/>
                  </a:lnTo>
                  <a:lnTo>
                    <a:pt x="1064121" y="1412140"/>
                  </a:lnTo>
                  <a:close/>
                  <a:moveTo>
                    <a:pt x="1045767" y="1364318"/>
                  </a:moveTo>
                  <a:lnTo>
                    <a:pt x="989071" y="1372429"/>
                  </a:lnTo>
                  <a:lnTo>
                    <a:pt x="1064121" y="1412140"/>
                  </a:lnTo>
                  <a:close/>
                  <a:moveTo>
                    <a:pt x="976673" y="1377704"/>
                  </a:moveTo>
                  <a:lnTo>
                    <a:pt x="985046" y="1386913"/>
                  </a:lnTo>
                  <a:lnTo>
                    <a:pt x="989071" y="1372429"/>
                  </a:lnTo>
                  <a:close/>
                  <a:moveTo>
                    <a:pt x="939894" y="1326167"/>
                  </a:moveTo>
                  <a:lnTo>
                    <a:pt x="976673" y="1377704"/>
                  </a:lnTo>
                  <a:lnTo>
                    <a:pt x="989071" y="1372429"/>
                  </a:lnTo>
                  <a:close/>
                  <a:moveTo>
                    <a:pt x="909535" y="1274630"/>
                  </a:moveTo>
                  <a:lnTo>
                    <a:pt x="939894" y="1326167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09535" y="1274630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70170" y="1250537"/>
                  </a:lnTo>
                  <a:lnTo>
                    <a:pt x="950187" y="1199000"/>
                  </a:lnTo>
                  <a:close/>
                  <a:moveTo>
                    <a:pt x="1244699" y="1559756"/>
                  </a:moveTo>
                  <a:lnTo>
                    <a:pt x="1221141" y="1610704"/>
                  </a:lnTo>
                  <a:lnTo>
                    <a:pt x="1290891" y="1592697"/>
                  </a:lnTo>
                  <a:close/>
                  <a:moveTo>
                    <a:pt x="1280167" y="1535662"/>
                  </a:moveTo>
                  <a:lnTo>
                    <a:pt x="1244699" y="1559756"/>
                  </a:lnTo>
                  <a:lnTo>
                    <a:pt x="1290891" y="1592697"/>
                  </a:lnTo>
                  <a:close/>
                  <a:moveTo>
                    <a:pt x="950187" y="1199000"/>
                  </a:moveTo>
                  <a:lnTo>
                    <a:pt x="1007594" y="1231884"/>
                  </a:lnTo>
                  <a:lnTo>
                    <a:pt x="983122" y="1189037"/>
                  </a:lnTo>
                  <a:close/>
                  <a:moveTo>
                    <a:pt x="950187" y="1199000"/>
                  </a:moveTo>
                  <a:lnTo>
                    <a:pt x="970170" y="1250537"/>
                  </a:lnTo>
                  <a:lnTo>
                    <a:pt x="1007594" y="1231884"/>
                  </a:lnTo>
                  <a:close/>
                  <a:moveTo>
                    <a:pt x="983122" y="1189037"/>
                  </a:moveTo>
                  <a:lnTo>
                    <a:pt x="913663" y="1159802"/>
                  </a:lnTo>
                  <a:lnTo>
                    <a:pt x="950187" y="1199000"/>
                  </a:lnTo>
                  <a:close/>
                  <a:moveTo>
                    <a:pt x="915998" y="1142882"/>
                  </a:moveTo>
                  <a:lnTo>
                    <a:pt x="913663" y="1159802"/>
                  </a:lnTo>
                  <a:lnTo>
                    <a:pt x="983122" y="1189037"/>
                  </a:lnTo>
                  <a:close/>
                  <a:moveTo>
                    <a:pt x="977965" y="1130487"/>
                  </a:moveTo>
                  <a:lnTo>
                    <a:pt x="915998" y="1142882"/>
                  </a:lnTo>
                  <a:lnTo>
                    <a:pt x="983122" y="1189037"/>
                  </a:lnTo>
                  <a:close/>
                  <a:moveTo>
                    <a:pt x="1019227" y="1197666"/>
                  </a:moveTo>
                  <a:lnTo>
                    <a:pt x="1012892" y="1123370"/>
                  </a:lnTo>
                  <a:lnTo>
                    <a:pt x="977965" y="1130487"/>
                  </a:lnTo>
                  <a:close/>
                  <a:moveTo>
                    <a:pt x="1019227" y="1197666"/>
                  </a:moveTo>
                  <a:lnTo>
                    <a:pt x="977965" y="1130487"/>
                  </a:lnTo>
                  <a:lnTo>
                    <a:pt x="983122" y="1189037"/>
                  </a:lnTo>
                  <a:close/>
                  <a:moveTo>
                    <a:pt x="896971" y="1147464"/>
                  </a:moveTo>
                  <a:lnTo>
                    <a:pt x="913663" y="1159802"/>
                  </a:lnTo>
                  <a:lnTo>
                    <a:pt x="915998" y="1142882"/>
                  </a:lnTo>
                  <a:close/>
                  <a:moveTo>
                    <a:pt x="874981" y="1095927"/>
                  </a:moveTo>
                  <a:lnTo>
                    <a:pt x="896971" y="1147464"/>
                  </a:lnTo>
                  <a:lnTo>
                    <a:pt x="921770" y="1071833"/>
                  </a:lnTo>
                  <a:close/>
                  <a:moveTo>
                    <a:pt x="1012892" y="1123370"/>
                  </a:moveTo>
                  <a:lnTo>
                    <a:pt x="983040" y="1071833"/>
                  </a:lnTo>
                  <a:lnTo>
                    <a:pt x="977965" y="1130487"/>
                  </a:lnTo>
                  <a:close/>
                  <a:moveTo>
                    <a:pt x="849028" y="1044390"/>
                  </a:moveTo>
                  <a:lnTo>
                    <a:pt x="874981" y="1095927"/>
                  </a:lnTo>
                  <a:lnTo>
                    <a:pt x="921770" y="1071833"/>
                  </a:lnTo>
                  <a:close/>
                  <a:moveTo>
                    <a:pt x="849028" y="1044390"/>
                  </a:moveTo>
                  <a:lnTo>
                    <a:pt x="921770" y="1071833"/>
                  </a:lnTo>
                  <a:lnTo>
                    <a:pt x="895387" y="1020296"/>
                  </a:lnTo>
                  <a:close/>
                  <a:moveTo>
                    <a:pt x="832409" y="984628"/>
                  </a:moveTo>
                  <a:lnTo>
                    <a:pt x="824291" y="1000332"/>
                  </a:lnTo>
                  <a:lnTo>
                    <a:pt x="857843" y="968760"/>
                  </a:lnTo>
                  <a:close/>
                  <a:moveTo>
                    <a:pt x="857843" y="968760"/>
                  </a:moveTo>
                  <a:lnTo>
                    <a:pt x="824291" y="1000332"/>
                  </a:lnTo>
                  <a:lnTo>
                    <a:pt x="849028" y="1044390"/>
                  </a:lnTo>
                  <a:close/>
                  <a:moveTo>
                    <a:pt x="857843" y="968760"/>
                  </a:moveTo>
                  <a:lnTo>
                    <a:pt x="849028" y="1044390"/>
                  </a:lnTo>
                  <a:lnTo>
                    <a:pt x="895387" y="1020296"/>
                  </a:lnTo>
                  <a:close/>
                  <a:moveTo>
                    <a:pt x="818417" y="992854"/>
                  </a:moveTo>
                  <a:lnTo>
                    <a:pt x="824291" y="1000332"/>
                  </a:lnTo>
                  <a:lnTo>
                    <a:pt x="832409" y="984628"/>
                  </a:lnTo>
                  <a:close/>
                  <a:moveTo>
                    <a:pt x="818361" y="941317"/>
                  </a:moveTo>
                  <a:lnTo>
                    <a:pt x="832409" y="984628"/>
                  </a:lnTo>
                  <a:lnTo>
                    <a:pt x="857843" y="968760"/>
                  </a:lnTo>
                  <a:close/>
                  <a:moveTo>
                    <a:pt x="1050568" y="1109444"/>
                  </a:moveTo>
                  <a:lnTo>
                    <a:pt x="1037342" y="1137963"/>
                  </a:lnTo>
                  <a:lnTo>
                    <a:pt x="1079339" y="1099275"/>
                  </a:lnTo>
                  <a:close/>
                  <a:moveTo>
                    <a:pt x="1012892" y="1123370"/>
                  </a:moveTo>
                  <a:lnTo>
                    <a:pt x="1037342" y="1137963"/>
                  </a:lnTo>
                  <a:lnTo>
                    <a:pt x="1050568" y="1109444"/>
                  </a:lnTo>
                  <a:close/>
                  <a:moveTo>
                    <a:pt x="1034407" y="1047739"/>
                  </a:moveTo>
                  <a:lnTo>
                    <a:pt x="1050568" y="1109444"/>
                  </a:lnTo>
                  <a:lnTo>
                    <a:pt x="1057881" y="1079854"/>
                  </a:lnTo>
                  <a:close/>
                  <a:moveTo>
                    <a:pt x="1012892" y="1123370"/>
                  </a:moveTo>
                  <a:lnTo>
                    <a:pt x="1050568" y="1109444"/>
                  </a:lnTo>
                  <a:lnTo>
                    <a:pt x="1034407" y="1047739"/>
                  </a:lnTo>
                  <a:close/>
                  <a:moveTo>
                    <a:pt x="983040" y="1071833"/>
                  </a:moveTo>
                  <a:lnTo>
                    <a:pt x="1012892" y="1123370"/>
                  </a:lnTo>
                  <a:lnTo>
                    <a:pt x="1034407" y="1047739"/>
                  </a:lnTo>
                  <a:close/>
                  <a:moveTo>
                    <a:pt x="1050568" y="1109444"/>
                  </a:moveTo>
                  <a:lnTo>
                    <a:pt x="1079339" y="1099275"/>
                  </a:lnTo>
                  <a:lnTo>
                    <a:pt x="1057881" y="1079854"/>
                  </a:lnTo>
                  <a:close/>
                  <a:moveTo>
                    <a:pt x="895387" y="1020296"/>
                  </a:moveTo>
                  <a:lnTo>
                    <a:pt x="930569" y="1068294"/>
                  </a:lnTo>
                  <a:lnTo>
                    <a:pt x="925433" y="1009726"/>
                  </a:lnTo>
                  <a:close/>
                  <a:moveTo>
                    <a:pt x="895387" y="1020296"/>
                  </a:moveTo>
                  <a:lnTo>
                    <a:pt x="921770" y="1071833"/>
                  </a:lnTo>
                  <a:lnTo>
                    <a:pt x="930569" y="1068294"/>
                  </a:lnTo>
                  <a:close/>
                  <a:moveTo>
                    <a:pt x="925433" y="1009726"/>
                  </a:moveTo>
                  <a:lnTo>
                    <a:pt x="930569" y="1068294"/>
                  </a:lnTo>
                  <a:lnTo>
                    <a:pt x="976738" y="1005998"/>
                  </a:lnTo>
                  <a:close/>
                  <a:moveTo>
                    <a:pt x="976738" y="1005998"/>
                  </a:moveTo>
                  <a:lnTo>
                    <a:pt x="972064" y="1068577"/>
                  </a:lnTo>
                  <a:lnTo>
                    <a:pt x="1012808" y="996202"/>
                  </a:lnTo>
                  <a:close/>
                  <a:moveTo>
                    <a:pt x="1012808" y="996202"/>
                  </a:moveTo>
                  <a:lnTo>
                    <a:pt x="983040" y="1071833"/>
                  </a:lnTo>
                  <a:lnTo>
                    <a:pt x="1034407" y="1047739"/>
                  </a:lnTo>
                  <a:close/>
                  <a:moveTo>
                    <a:pt x="923851" y="944666"/>
                  </a:moveTo>
                  <a:lnTo>
                    <a:pt x="925433" y="1009726"/>
                  </a:lnTo>
                  <a:lnTo>
                    <a:pt x="930139" y="951602"/>
                  </a:lnTo>
                  <a:close/>
                  <a:moveTo>
                    <a:pt x="895387" y="1020296"/>
                  </a:moveTo>
                  <a:lnTo>
                    <a:pt x="925433" y="1009726"/>
                  </a:lnTo>
                  <a:lnTo>
                    <a:pt x="923851" y="944666"/>
                  </a:lnTo>
                  <a:close/>
                  <a:moveTo>
                    <a:pt x="925433" y="1009726"/>
                  </a:moveTo>
                  <a:lnTo>
                    <a:pt x="976738" y="1005998"/>
                  </a:lnTo>
                  <a:lnTo>
                    <a:pt x="930139" y="951602"/>
                  </a:lnTo>
                  <a:close/>
                  <a:moveTo>
                    <a:pt x="976738" y="1005998"/>
                  </a:moveTo>
                  <a:lnTo>
                    <a:pt x="978372" y="957262"/>
                  </a:lnTo>
                  <a:lnTo>
                    <a:pt x="930139" y="951602"/>
                  </a:lnTo>
                  <a:close/>
                  <a:moveTo>
                    <a:pt x="978372" y="957262"/>
                  </a:moveTo>
                  <a:lnTo>
                    <a:pt x="976738" y="1005998"/>
                  </a:lnTo>
                  <a:lnTo>
                    <a:pt x="1012808" y="996202"/>
                  </a:lnTo>
                  <a:close/>
                  <a:moveTo>
                    <a:pt x="208425" y="0"/>
                  </a:moveTo>
                  <a:lnTo>
                    <a:pt x="131138" y="20616"/>
                  </a:lnTo>
                  <a:lnTo>
                    <a:pt x="164282" y="9635"/>
                  </a:lnTo>
                  <a:close/>
                  <a:moveTo>
                    <a:pt x="1132207" y="1081055"/>
                  </a:moveTo>
                  <a:lnTo>
                    <a:pt x="1057881" y="1079854"/>
                  </a:lnTo>
                  <a:lnTo>
                    <a:pt x="1079339" y="1099275"/>
                  </a:lnTo>
                  <a:close/>
                  <a:moveTo>
                    <a:pt x="1066943" y="1033388"/>
                  </a:moveTo>
                  <a:lnTo>
                    <a:pt x="1057881" y="1079854"/>
                  </a:lnTo>
                  <a:lnTo>
                    <a:pt x="1132207" y="1081055"/>
                  </a:lnTo>
                  <a:close/>
                  <a:moveTo>
                    <a:pt x="1034407" y="1047739"/>
                  </a:moveTo>
                  <a:lnTo>
                    <a:pt x="1057881" y="1079854"/>
                  </a:lnTo>
                  <a:lnTo>
                    <a:pt x="1066943" y="1033388"/>
                  </a:lnTo>
                  <a:close/>
                  <a:moveTo>
                    <a:pt x="1034407" y="1047739"/>
                  </a:moveTo>
                  <a:lnTo>
                    <a:pt x="1066943" y="1033388"/>
                  </a:lnTo>
                  <a:lnTo>
                    <a:pt x="1061557" y="972108"/>
                  </a:lnTo>
                  <a:close/>
                  <a:moveTo>
                    <a:pt x="1012808" y="996202"/>
                  </a:moveTo>
                  <a:lnTo>
                    <a:pt x="1034407" y="1047739"/>
                  </a:lnTo>
                  <a:lnTo>
                    <a:pt x="1061557" y="972108"/>
                  </a:lnTo>
                  <a:close/>
                  <a:moveTo>
                    <a:pt x="1006371" y="927044"/>
                  </a:moveTo>
                  <a:lnTo>
                    <a:pt x="930139" y="951602"/>
                  </a:lnTo>
                  <a:lnTo>
                    <a:pt x="978372" y="957262"/>
                  </a:lnTo>
                  <a:close/>
                  <a:moveTo>
                    <a:pt x="953904" y="836333"/>
                  </a:moveTo>
                  <a:lnTo>
                    <a:pt x="905535" y="837675"/>
                  </a:lnTo>
                  <a:lnTo>
                    <a:pt x="973296" y="883311"/>
                  </a:lnTo>
                  <a:close/>
                  <a:moveTo>
                    <a:pt x="889982" y="787576"/>
                  </a:moveTo>
                  <a:lnTo>
                    <a:pt x="835152" y="771138"/>
                  </a:lnTo>
                  <a:lnTo>
                    <a:pt x="877844" y="790056"/>
                  </a:lnTo>
                  <a:close/>
                  <a:moveTo>
                    <a:pt x="762771" y="540295"/>
                  </a:moveTo>
                  <a:lnTo>
                    <a:pt x="726599" y="583909"/>
                  </a:lnTo>
                  <a:lnTo>
                    <a:pt x="743664" y="559816"/>
                  </a:lnTo>
                  <a:close/>
                  <a:moveTo>
                    <a:pt x="1201857" y="1023645"/>
                  </a:moveTo>
                  <a:lnTo>
                    <a:pt x="1209780" y="1075182"/>
                  </a:lnTo>
                  <a:lnTo>
                    <a:pt x="1242021" y="1051088"/>
                  </a:lnTo>
                  <a:close/>
                  <a:moveTo>
                    <a:pt x="1201857" y="1023645"/>
                  </a:moveTo>
                  <a:lnTo>
                    <a:pt x="1242021" y="1051088"/>
                  </a:lnTo>
                  <a:lnTo>
                    <a:pt x="1219880" y="999551"/>
                  </a:lnTo>
                  <a:close/>
                  <a:moveTo>
                    <a:pt x="790266" y="508196"/>
                  </a:moveTo>
                  <a:lnTo>
                    <a:pt x="743664" y="559816"/>
                  </a:lnTo>
                  <a:lnTo>
                    <a:pt x="764300" y="535722"/>
                  </a:lnTo>
                  <a:close/>
                  <a:moveTo>
                    <a:pt x="790266" y="508196"/>
                  </a:moveTo>
                  <a:lnTo>
                    <a:pt x="762771" y="540295"/>
                  </a:lnTo>
                  <a:lnTo>
                    <a:pt x="743664" y="559816"/>
                  </a:lnTo>
                  <a:close/>
                  <a:moveTo>
                    <a:pt x="1131666" y="830523"/>
                  </a:moveTo>
                  <a:lnTo>
                    <a:pt x="1073180" y="844941"/>
                  </a:lnTo>
                  <a:lnTo>
                    <a:pt x="1088088" y="890712"/>
                  </a:lnTo>
                  <a:close/>
                  <a:moveTo>
                    <a:pt x="1230739" y="837190"/>
                  </a:moveTo>
                  <a:lnTo>
                    <a:pt x="1253027" y="807823"/>
                  </a:lnTo>
                  <a:lnTo>
                    <a:pt x="1238604" y="826817"/>
                  </a:lnTo>
                  <a:close/>
                  <a:moveTo>
                    <a:pt x="1230739" y="837190"/>
                  </a:moveTo>
                  <a:lnTo>
                    <a:pt x="1238604" y="826817"/>
                  </a:lnTo>
                  <a:lnTo>
                    <a:pt x="1200020" y="857236"/>
                  </a:lnTo>
                  <a:close/>
                  <a:moveTo>
                    <a:pt x="1310008" y="736738"/>
                  </a:moveTo>
                  <a:lnTo>
                    <a:pt x="1256271" y="745217"/>
                  </a:lnTo>
                  <a:lnTo>
                    <a:pt x="1340016" y="761505"/>
                  </a:lnTo>
                  <a:close/>
                  <a:moveTo>
                    <a:pt x="1340016" y="761505"/>
                  </a:moveTo>
                  <a:lnTo>
                    <a:pt x="1358420" y="772660"/>
                  </a:lnTo>
                  <a:lnTo>
                    <a:pt x="1310008" y="736738"/>
                  </a:lnTo>
                  <a:close/>
                  <a:moveTo>
                    <a:pt x="1340016" y="761505"/>
                  </a:moveTo>
                  <a:lnTo>
                    <a:pt x="1325984" y="772660"/>
                  </a:lnTo>
                  <a:lnTo>
                    <a:pt x="1348093" y="768518"/>
                  </a:lnTo>
                  <a:close/>
                  <a:moveTo>
                    <a:pt x="1348093" y="768518"/>
                  </a:moveTo>
                  <a:lnTo>
                    <a:pt x="1358420" y="772660"/>
                  </a:lnTo>
                  <a:lnTo>
                    <a:pt x="1340016" y="76150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9" name="Output_density__4218">
              <a:extLst>
                <a:ext uri="{FF2B5EF4-FFF2-40B4-BE49-F238E27FC236}">
                  <a16:creationId xmlns:a16="http://schemas.microsoft.com/office/drawing/2014/main" id="{00424149-09A5-0B66-4EF0-92C4CB11A6BE}"/>
                </a:ext>
              </a:extLst>
            </p:cNvPr>
            <p:cNvSpPr>
              <a:spLocks noGrp="1"/>
            </p:cNvSpPr>
            <p:nvPr/>
          </p:nvSpPr>
          <p:spPr>
            <a:xfrm>
              <a:off x="15341848" y="3371457"/>
              <a:ext cx="1328435" cy="1137807"/>
            </a:xfrm>
            <a:custGeom>
              <a:avLst/>
              <a:gdLst/>
              <a:ahLst/>
              <a:cxnLst/>
              <a:rect l="0" t="0" r="0" b="0"/>
              <a:pathLst>
                <a:path w="1328435" h="1137807">
                  <a:moveTo>
                    <a:pt x="15302" y="853753"/>
                  </a:moveTo>
                  <a:lnTo>
                    <a:pt x="18866" y="821890"/>
                  </a:lnTo>
                  <a:lnTo>
                    <a:pt x="0" y="845983"/>
                  </a:lnTo>
                  <a:close/>
                  <a:moveTo>
                    <a:pt x="75392" y="768843"/>
                  </a:moveTo>
                  <a:lnTo>
                    <a:pt x="18866" y="821890"/>
                  </a:lnTo>
                  <a:lnTo>
                    <a:pt x="64172" y="797796"/>
                  </a:lnTo>
                  <a:close/>
                  <a:moveTo>
                    <a:pt x="75392" y="768843"/>
                  </a:moveTo>
                  <a:lnTo>
                    <a:pt x="40913" y="774832"/>
                  </a:lnTo>
                  <a:lnTo>
                    <a:pt x="18866" y="821890"/>
                  </a:lnTo>
                  <a:close/>
                  <a:moveTo>
                    <a:pt x="135110" y="730780"/>
                  </a:moveTo>
                  <a:lnTo>
                    <a:pt x="94746" y="746259"/>
                  </a:lnTo>
                  <a:lnTo>
                    <a:pt x="149981" y="738143"/>
                  </a:lnTo>
                  <a:close/>
                  <a:moveTo>
                    <a:pt x="94746" y="746259"/>
                  </a:moveTo>
                  <a:lnTo>
                    <a:pt x="75392" y="768843"/>
                  </a:lnTo>
                  <a:lnTo>
                    <a:pt x="149981" y="738143"/>
                  </a:lnTo>
                  <a:close/>
                  <a:moveTo>
                    <a:pt x="149981" y="738143"/>
                  </a:moveTo>
                  <a:lnTo>
                    <a:pt x="75392" y="768843"/>
                  </a:lnTo>
                  <a:lnTo>
                    <a:pt x="139772" y="773702"/>
                  </a:lnTo>
                  <a:close/>
                  <a:moveTo>
                    <a:pt x="106059" y="708828"/>
                  </a:moveTo>
                  <a:lnTo>
                    <a:pt x="94746" y="746259"/>
                  </a:lnTo>
                  <a:lnTo>
                    <a:pt x="135110" y="730780"/>
                  </a:lnTo>
                  <a:close/>
                  <a:moveTo>
                    <a:pt x="106274" y="694723"/>
                  </a:moveTo>
                  <a:lnTo>
                    <a:pt x="135110" y="730780"/>
                  </a:lnTo>
                  <a:lnTo>
                    <a:pt x="157216" y="722165"/>
                  </a:lnTo>
                  <a:close/>
                  <a:moveTo>
                    <a:pt x="106274" y="694723"/>
                  </a:moveTo>
                  <a:lnTo>
                    <a:pt x="157216" y="722165"/>
                  </a:lnTo>
                  <a:lnTo>
                    <a:pt x="141230" y="670629"/>
                  </a:lnTo>
                  <a:close/>
                  <a:moveTo>
                    <a:pt x="415011" y="968870"/>
                  </a:moveTo>
                  <a:lnTo>
                    <a:pt x="344123" y="939978"/>
                  </a:lnTo>
                  <a:lnTo>
                    <a:pt x="366209" y="979848"/>
                  </a:lnTo>
                  <a:close/>
                  <a:moveTo>
                    <a:pt x="141230" y="670629"/>
                  </a:moveTo>
                  <a:lnTo>
                    <a:pt x="157216" y="722165"/>
                  </a:lnTo>
                  <a:lnTo>
                    <a:pt x="206824" y="710461"/>
                  </a:lnTo>
                  <a:close/>
                  <a:moveTo>
                    <a:pt x="132106" y="619092"/>
                  </a:moveTo>
                  <a:lnTo>
                    <a:pt x="202560" y="651184"/>
                  </a:lnTo>
                  <a:lnTo>
                    <a:pt x="181731" y="605375"/>
                  </a:lnTo>
                  <a:close/>
                  <a:moveTo>
                    <a:pt x="132106" y="619092"/>
                  </a:moveTo>
                  <a:lnTo>
                    <a:pt x="141230" y="670629"/>
                  </a:lnTo>
                  <a:lnTo>
                    <a:pt x="202560" y="651184"/>
                  </a:lnTo>
                  <a:close/>
                  <a:moveTo>
                    <a:pt x="459360" y="955754"/>
                  </a:moveTo>
                  <a:lnTo>
                    <a:pt x="471450" y="1007291"/>
                  </a:lnTo>
                  <a:lnTo>
                    <a:pt x="502912" y="998133"/>
                  </a:lnTo>
                  <a:close/>
                  <a:moveTo>
                    <a:pt x="822624" y="1116352"/>
                  </a:moveTo>
                  <a:lnTo>
                    <a:pt x="736976" y="1090931"/>
                  </a:lnTo>
                  <a:lnTo>
                    <a:pt x="759722" y="1137807"/>
                  </a:lnTo>
                  <a:close/>
                  <a:moveTo>
                    <a:pt x="843602" y="1062176"/>
                  </a:moveTo>
                  <a:lnTo>
                    <a:pt x="838034" y="1113713"/>
                  </a:lnTo>
                  <a:lnTo>
                    <a:pt x="893424" y="1089619"/>
                  </a:lnTo>
                  <a:close/>
                  <a:moveTo>
                    <a:pt x="843602" y="1062176"/>
                  </a:moveTo>
                  <a:lnTo>
                    <a:pt x="893424" y="1089619"/>
                  </a:lnTo>
                  <a:lnTo>
                    <a:pt x="882052" y="1038082"/>
                  </a:lnTo>
                  <a:close/>
                  <a:moveTo>
                    <a:pt x="882052" y="1038082"/>
                  </a:moveTo>
                  <a:lnTo>
                    <a:pt x="921640" y="1027304"/>
                  </a:lnTo>
                  <a:lnTo>
                    <a:pt x="909102" y="1021286"/>
                  </a:lnTo>
                  <a:close/>
                  <a:moveTo>
                    <a:pt x="912801" y="1065525"/>
                  </a:moveTo>
                  <a:lnTo>
                    <a:pt x="921640" y="1027304"/>
                  </a:lnTo>
                  <a:lnTo>
                    <a:pt x="882052" y="1038082"/>
                  </a:lnTo>
                  <a:close/>
                  <a:moveTo>
                    <a:pt x="893424" y="1089619"/>
                  </a:moveTo>
                  <a:lnTo>
                    <a:pt x="912801" y="1065525"/>
                  </a:lnTo>
                  <a:lnTo>
                    <a:pt x="882052" y="1038082"/>
                  </a:lnTo>
                  <a:close/>
                  <a:moveTo>
                    <a:pt x="896952" y="962452"/>
                  </a:moveTo>
                  <a:lnTo>
                    <a:pt x="909102" y="1021286"/>
                  </a:lnTo>
                  <a:lnTo>
                    <a:pt x="915204" y="1003243"/>
                  </a:lnTo>
                  <a:close/>
                  <a:moveTo>
                    <a:pt x="882052" y="1038082"/>
                  </a:moveTo>
                  <a:lnTo>
                    <a:pt x="909102" y="1021286"/>
                  </a:lnTo>
                  <a:lnTo>
                    <a:pt x="896952" y="962452"/>
                  </a:lnTo>
                  <a:close/>
                  <a:moveTo>
                    <a:pt x="909102" y="1021286"/>
                  </a:moveTo>
                  <a:lnTo>
                    <a:pt x="924243" y="1013989"/>
                  </a:lnTo>
                  <a:lnTo>
                    <a:pt x="915204" y="1003243"/>
                  </a:lnTo>
                  <a:close/>
                  <a:moveTo>
                    <a:pt x="396046" y="419835"/>
                  </a:moveTo>
                  <a:lnTo>
                    <a:pt x="430078" y="412175"/>
                  </a:lnTo>
                  <a:lnTo>
                    <a:pt x="396155" y="419643"/>
                  </a:lnTo>
                  <a:close/>
                  <a:moveTo>
                    <a:pt x="430078" y="412175"/>
                  </a:moveTo>
                  <a:lnTo>
                    <a:pt x="433014" y="395549"/>
                  </a:lnTo>
                  <a:lnTo>
                    <a:pt x="396155" y="419643"/>
                  </a:lnTo>
                  <a:close/>
                  <a:moveTo>
                    <a:pt x="382439" y="368106"/>
                  </a:moveTo>
                  <a:lnTo>
                    <a:pt x="396155" y="419643"/>
                  </a:lnTo>
                  <a:lnTo>
                    <a:pt x="433014" y="395549"/>
                  </a:lnTo>
                  <a:close/>
                  <a:moveTo>
                    <a:pt x="382439" y="368106"/>
                  </a:moveTo>
                  <a:lnTo>
                    <a:pt x="433014" y="395549"/>
                  </a:lnTo>
                  <a:lnTo>
                    <a:pt x="428487" y="344013"/>
                  </a:lnTo>
                  <a:close/>
                  <a:moveTo>
                    <a:pt x="919244" y="950298"/>
                  </a:moveTo>
                  <a:lnTo>
                    <a:pt x="915204" y="1003243"/>
                  </a:lnTo>
                  <a:lnTo>
                    <a:pt x="940771" y="938358"/>
                  </a:lnTo>
                  <a:close/>
                  <a:moveTo>
                    <a:pt x="940771" y="938358"/>
                  </a:moveTo>
                  <a:lnTo>
                    <a:pt x="915204" y="1003243"/>
                  </a:lnTo>
                  <a:lnTo>
                    <a:pt x="924243" y="1013989"/>
                  </a:lnTo>
                  <a:close/>
                  <a:moveTo>
                    <a:pt x="896952" y="962452"/>
                  </a:moveTo>
                  <a:lnTo>
                    <a:pt x="915204" y="1003243"/>
                  </a:lnTo>
                  <a:lnTo>
                    <a:pt x="919244" y="950298"/>
                  </a:lnTo>
                  <a:close/>
                  <a:moveTo>
                    <a:pt x="880135" y="910915"/>
                  </a:moveTo>
                  <a:lnTo>
                    <a:pt x="919244" y="950298"/>
                  </a:lnTo>
                  <a:lnTo>
                    <a:pt x="905654" y="898603"/>
                  </a:lnTo>
                  <a:close/>
                  <a:moveTo>
                    <a:pt x="880135" y="910915"/>
                  </a:moveTo>
                  <a:lnTo>
                    <a:pt x="896952" y="962452"/>
                  </a:lnTo>
                  <a:lnTo>
                    <a:pt x="919244" y="950298"/>
                  </a:lnTo>
                  <a:close/>
                  <a:moveTo>
                    <a:pt x="940771" y="938358"/>
                  </a:moveTo>
                  <a:lnTo>
                    <a:pt x="929076" y="886821"/>
                  </a:lnTo>
                  <a:lnTo>
                    <a:pt x="919244" y="950298"/>
                  </a:lnTo>
                  <a:close/>
                  <a:moveTo>
                    <a:pt x="929076" y="886821"/>
                  </a:moveTo>
                  <a:lnTo>
                    <a:pt x="905654" y="898603"/>
                  </a:lnTo>
                  <a:lnTo>
                    <a:pt x="919244" y="950298"/>
                  </a:lnTo>
                  <a:close/>
                  <a:moveTo>
                    <a:pt x="428487" y="344013"/>
                  </a:moveTo>
                  <a:lnTo>
                    <a:pt x="496713" y="375743"/>
                  </a:lnTo>
                  <a:lnTo>
                    <a:pt x="479641" y="326879"/>
                  </a:lnTo>
                  <a:close/>
                  <a:moveTo>
                    <a:pt x="428487" y="344013"/>
                  </a:moveTo>
                  <a:lnTo>
                    <a:pt x="433014" y="395549"/>
                  </a:lnTo>
                  <a:lnTo>
                    <a:pt x="496713" y="375743"/>
                  </a:lnTo>
                  <a:close/>
                  <a:moveTo>
                    <a:pt x="523126" y="371455"/>
                  </a:moveTo>
                  <a:lnTo>
                    <a:pt x="539397" y="336647"/>
                  </a:lnTo>
                  <a:lnTo>
                    <a:pt x="496713" y="375743"/>
                  </a:lnTo>
                  <a:close/>
                  <a:moveTo>
                    <a:pt x="496713" y="375743"/>
                  </a:moveTo>
                  <a:lnTo>
                    <a:pt x="528630" y="325034"/>
                  </a:lnTo>
                  <a:lnTo>
                    <a:pt x="479641" y="326879"/>
                  </a:lnTo>
                  <a:close/>
                  <a:moveTo>
                    <a:pt x="450129" y="312465"/>
                  </a:moveTo>
                  <a:lnTo>
                    <a:pt x="428487" y="344013"/>
                  </a:lnTo>
                  <a:lnTo>
                    <a:pt x="479641" y="326879"/>
                  </a:lnTo>
                  <a:close/>
                  <a:moveTo>
                    <a:pt x="1008777" y="684024"/>
                  </a:moveTo>
                  <a:lnTo>
                    <a:pt x="1043750" y="736812"/>
                  </a:lnTo>
                  <a:lnTo>
                    <a:pt x="1044633" y="733103"/>
                  </a:lnTo>
                  <a:close/>
                  <a:moveTo>
                    <a:pt x="1043750" y="736812"/>
                  </a:moveTo>
                  <a:lnTo>
                    <a:pt x="1054575" y="735560"/>
                  </a:lnTo>
                  <a:lnTo>
                    <a:pt x="1044633" y="733103"/>
                  </a:lnTo>
                  <a:close/>
                  <a:moveTo>
                    <a:pt x="806780" y="196100"/>
                  </a:moveTo>
                  <a:lnTo>
                    <a:pt x="846262" y="223543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883806" y="275079"/>
                  </a:lnTo>
                  <a:lnTo>
                    <a:pt x="912270" y="199449"/>
                  </a:lnTo>
                  <a:close/>
                  <a:moveTo>
                    <a:pt x="839732" y="172006"/>
                  </a:moveTo>
                  <a:lnTo>
                    <a:pt x="909907" y="174041"/>
                  </a:lnTo>
                  <a:lnTo>
                    <a:pt x="900705" y="149712"/>
                  </a:lnTo>
                  <a:close/>
                  <a:moveTo>
                    <a:pt x="912270" y="199449"/>
                  </a:moveTo>
                  <a:lnTo>
                    <a:pt x="909907" y="174041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912270" y="199449"/>
                  </a:lnTo>
                  <a:lnTo>
                    <a:pt x="839732" y="172006"/>
                  </a:lnTo>
                  <a:close/>
                  <a:moveTo>
                    <a:pt x="813387" y="119976"/>
                  </a:moveTo>
                  <a:lnTo>
                    <a:pt x="813234" y="122172"/>
                  </a:lnTo>
                  <a:lnTo>
                    <a:pt x="882106" y="96376"/>
                  </a:lnTo>
                  <a:close/>
                  <a:moveTo>
                    <a:pt x="813234" y="122172"/>
                  </a:moveTo>
                  <a:lnTo>
                    <a:pt x="839732" y="172006"/>
                  </a:lnTo>
                  <a:lnTo>
                    <a:pt x="882106" y="96376"/>
                  </a:lnTo>
                  <a:close/>
                  <a:moveTo>
                    <a:pt x="882106" y="96376"/>
                  </a:moveTo>
                  <a:lnTo>
                    <a:pt x="839732" y="172006"/>
                  </a:lnTo>
                  <a:lnTo>
                    <a:pt x="897188" y="126484"/>
                  </a:lnTo>
                  <a:close/>
                  <a:moveTo>
                    <a:pt x="897188" y="126484"/>
                  </a:moveTo>
                  <a:lnTo>
                    <a:pt x="839732" y="172006"/>
                  </a:lnTo>
                  <a:lnTo>
                    <a:pt x="900705" y="149712"/>
                  </a:lnTo>
                  <a:close/>
                  <a:moveTo>
                    <a:pt x="900705" y="149712"/>
                  </a:moveTo>
                  <a:lnTo>
                    <a:pt x="914662" y="147912"/>
                  </a:lnTo>
                  <a:lnTo>
                    <a:pt x="897188" y="126484"/>
                  </a:lnTo>
                  <a:close/>
                  <a:moveTo>
                    <a:pt x="900705" y="149712"/>
                  </a:moveTo>
                  <a:lnTo>
                    <a:pt x="909907" y="174041"/>
                  </a:lnTo>
                  <a:lnTo>
                    <a:pt x="914662" y="147912"/>
                  </a:lnTo>
                  <a:close/>
                  <a:moveTo>
                    <a:pt x="918559" y="206385"/>
                  </a:moveTo>
                  <a:lnTo>
                    <a:pt x="926503" y="191482"/>
                  </a:lnTo>
                  <a:lnTo>
                    <a:pt x="912270" y="199449"/>
                  </a:lnTo>
                  <a:close/>
                  <a:moveTo>
                    <a:pt x="909907" y="174041"/>
                  </a:moveTo>
                  <a:lnTo>
                    <a:pt x="912270" y="199449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914662" y="147912"/>
                  </a:lnTo>
                  <a:lnTo>
                    <a:pt x="991488" y="169481"/>
                  </a:lnTo>
                  <a:close/>
                  <a:moveTo>
                    <a:pt x="914662" y="147912"/>
                  </a:moveTo>
                  <a:lnTo>
                    <a:pt x="909907" y="174041"/>
                  </a:lnTo>
                  <a:lnTo>
                    <a:pt x="991488" y="169481"/>
                  </a:lnTo>
                  <a:close/>
                  <a:moveTo>
                    <a:pt x="991488" y="169481"/>
                  </a:moveTo>
                  <a:lnTo>
                    <a:pt x="909907" y="174041"/>
                  </a:lnTo>
                  <a:lnTo>
                    <a:pt x="982751" y="175355"/>
                  </a:lnTo>
                  <a:close/>
                  <a:moveTo>
                    <a:pt x="982751" y="175355"/>
                  </a:moveTo>
                  <a:lnTo>
                    <a:pt x="909907" y="174041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897188" y="126484"/>
                  </a:lnTo>
                  <a:lnTo>
                    <a:pt x="914662" y="147912"/>
                  </a:lnTo>
                  <a:close/>
                  <a:moveTo>
                    <a:pt x="893954" y="92458"/>
                  </a:moveTo>
                  <a:lnTo>
                    <a:pt x="897188" y="126484"/>
                  </a:lnTo>
                  <a:lnTo>
                    <a:pt x="961715" y="138094"/>
                  </a:lnTo>
                  <a:close/>
                  <a:moveTo>
                    <a:pt x="961715" y="138094"/>
                  </a:moveTo>
                  <a:lnTo>
                    <a:pt x="1007143" y="123818"/>
                  </a:lnTo>
                  <a:lnTo>
                    <a:pt x="1017083" y="90500"/>
                  </a:lnTo>
                  <a:close/>
                  <a:moveTo>
                    <a:pt x="961715" y="138094"/>
                  </a:moveTo>
                  <a:lnTo>
                    <a:pt x="991488" y="169481"/>
                  </a:lnTo>
                  <a:lnTo>
                    <a:pt x="1007143" y="123818"/>
                  </a:lnTo>
                  <a:close/>
                  <a:moveTo>
                    <a:pt x="882106" y="96376"/>
                  </a:moveTo>
                  <a:lnTo>
                    <a:pt x="897188" y="126484"/>
                  </a:lnTo>
                  <a:lnTo>
                    <a:pt x="893954" y="92458"/>
                  </a:lnTo>
                  <a:close/>
                  <a:moveTo>
                    <a:pt x="866264" y="44839"/>
                  </a:moveTo>
                  <a:lnTo>
                    <a:pt x="893954" y="92458"/>
                  </a:lnTo>
                  <a:lnTo>
                    <a:pt x="878401" y="42359"/>
                  </a:lnTo>
                  <a:close/>
                  <a:moveTo>
                    <a:pt x="866264" y="44839"/>
                  </a:moveTo>
                  <a:lnTo>
                    <a:pt x="882106" y="96376"/>
                  </a:lnTo>
                  <a:lnTo>
                    <a:pt x="893954" y="92458"/>
                  </a:lnTo>
                  <a:close/>
                  <a:moveTo>
                    <a:pt x="1048750" y="105319"/>
                  </a:moveTo>
                  <a:lnTo>
                    <a:pt x="1007143" y="123818"/>
                  </a:lnTo>
                  <a:lnTo>
                    <a:pt x="1061672" y="122311"/>
                  </a:lnTo>
                  <a:close/>
                  <a:moveTo>
                    <a:pt x="1061672" y="122311"/>
                  </a:moveTo>
                  <a:lnTo>
                    <a:pt x="1007143" y="123818"/>
                  </a:lnTo>
                  <a:lnTo>
                    <a:pt x="991488" y="169481"/>
                  </a:lnTo>
                  <a:close/>
                  <a:moveTo>
                    <a:pt x="1017083" y="90500"/>
                  </a:moveTo>
                  <a:lnTo>
                    <a:pt x="1007143" y="123818"/>
                  </a:lnTo>
                  <a:lnTo>
                    <a:pt x="1048750" y="105319"/>
                  </a:lnTo>
                  <a:close/>
                  <a:moveTo>
                    <a:pt x="1017083" y="90500"/>
                  </a:moveTo>
                  <a:lnTo>
                    <a:pt x="1048750" y="105319"/>
                  </a:lnTo>
                  <a:lnTo>
                    <a:pt x="1026450" y="72282"/>
                  </a:lnTo>
                  <a:close/>
                  <a:moveTo>
                    <a:pt x="1026450" y="72282"/>
                  </a:moveTo>
                  <a:lnTo>
                    <a:pt x="1048750" y="105319"/>
                  </a:lnTo>
                  <a:lnTo>
                    <a:pt x="1061599" y="99725"/>
                  </a:lnTo>
                  <a:close/>
                  <a:moveTo>
                    <a:pt x="1026450" y="72282"/>
                  </a:moveTo>
                  <a:lnTo>
                    <a:pt x="1061599" y="99725"/>
                  </a:lnTo>
                  <a:lnTo>
                    <a:pt x="1067808" y="48188"/>
                  </a:lnTo>
                  <a:close/>
                  <a:moveTo>
                    <a:pt x="1048750" y="105319"/>
                  </a:moveTo>
                  <a:lnTo>
                    <a:pt x="1061672" y="122311"/>
                  </a:lnTo>
                  <a:lnTo>
                    <a:pt x="1061599" y="99725"/>
                  </a:lnTo>
                  <a:close/>
                  <a:moveTo>
                    <a:pt x="1067808" y="48188"/>
                  </a:moveTo>
                  <a:lnTo>
                    <a:pt x="1120085" y="85307"/>
                  </a:lnTo>
                  <a:lnTo>
                    <a:pt x="1102037" y="37237"/>
                  </a:lnTo>
                  <a:close/>
                  <a:moveTo>
                    <a:pt x="1067808" y="48188"/>
                  </a:moveTo>
                  <a:lnTo>
                    <a:pt x="1061599" y="99725"/>
                  </a:lnTo>
                  <a:lnTo>
                    <a:pt x="1120085" y="85307"/>
                  </a:lnTo>
                  <a:close/>
                  <a:moveTo>
                    <a:pt x="1120085" y="85307"/>
                  </a:moveTo>
                  <a:lnTo>
                    <a:pt x="1154940" y="32209"/>
                  </a:lnTo>
                  <a:lnTo>
                    <a:pt x="1102037" y="37237"/>
                  </a:lnTo>
                  <a:close/>
                  <a:moveTo>
                    <a:pt x="1083472" y="29139"/>
                  </a:moveTo>
                  <a:lnTo>
                    <a:pt x="1067808" y="48188"/>
                  </a:lnTo>
                  <a:lnTo>
                    <a:pt x="1102037" y="37237"/>
                  </a:lnTo>
                  <a:close/>
                  <a:moveTo>
                    <a:pt x="1250893" y="51536"/>
                  </a:moveTo>
                  <a:lnTo>
                    <a:pt x="1241446" y="62606"/>
                  </a:lnTo>
                  <a:lnTo>
                    <a:pt x="1219158" y="91973"/>
                  </a:lnTo>
                  <a:close/>
                  <a:moveTo>
                    <a:pt x="1243940" y="9951"/>
                  </a:moveTo>
                  <a:lnTo>
                    <a:pt x="1241446" y="62606"/>
                  </a:lnTo>
                  <a:lnTo>
                    <a:pt x="1250893" y="51536"/>
                  </a:lnTo>
                  <a:close/>
                  <a:moveTo>
                    <a:pt x="1244690" y="0"/>
                  </a:moveTo>
                  <a:lnTo>
                    <a:pt x="1241446" y="62606"/>
                  </a:lnTo>
                  <a:lnTo>
                    <a:pt x="1243940" y="9951"/>
                  </a:lnTo>
                  <a:close/>
                  <a:moveTo>
                    <a:pt x="1244690" y="0"/>
                  </a:moveTo>
                  <a:lnTo>
                    <a:pt x="1239235" y="1661"/>
                  </a:lnTo>
                  <a:lnTo>
                    <a:pt x="1221747" y="61876"/>
                  </a:lnTo>
                  <a:close/>
                  <a:moveTo>
                    <a:pt x="1263077" y="45021"/>
                  </a:moveTo>
                  <a:lnTo>
                    <a:pt x="1250893" y="51536"/>
                  </a:lnTo>
                  <a:lnTo>
                    <a:pt x="1293506" y="60370"/>
                  </a:lnTo>
                  <a:close/>
                  <a:moveTo>
                    <a:pt x="1243940" y="9951"/>
                  </a:moveTo>
                  <a:lnTo>
                    <a:pt x="1250893" y="51536"/>
                  </a:lnTo>
                  <a:lnTo>
                    <a:pt x="1263077" y="45021"/>
                  </a:lnTo>
                  <a:close/>
                  <a:moveTo>
                    <a:pt x="1244690" y="0"/>
                  </a:moveTo>
                  <a:lnTo>
                    <a:pt x="1243940" y="9951"/>
                  </a:lnTo>
                  <a:lnTo>
                    <a:pt x="1328435" y="16288"/>
                  </a:lnTo>
                  <a:close/>
                  <a:moveTo>
                    <a:pt x="1328435" y="16288"/>
                  </a:moveTo>
                  <a:lnTo>
                    <a:pt x="1243940" y="9951"/>
                  </a:lnTo>
                  <a:lnTo>
                    <a:pt x="1314404" y="27443"/>
                  </a:lnTo>
                  <a:close/>
                  <a:moveTo>
                    <a:pt x="1314404" y="27443"/>
                  </a:moveTo>
                  <a:lnTo>
                    <a:pt x="1243940" y="9951"/>
                  </a:lnTo>
                  <a:lnTo>
                    <a:pt x="1263077" y="4502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0" name="Output_density__4219">
              <a:extLst>
                <a:ext uri="{FF2B5EF4-FFF2-40B4-BE49-F238E27FC236}">
                  <a16:creationId xmlns:a16="http://schemas.microsoft.com/office/drawing/2014/main" id="{7F055CF4-25B6-3E88-E879-15AAF81E41AA}"/>
                </a:ext>
              </a:extLst>
            </p:cNvPr>
            <p:cNvSpPr>
              <a:spLocks noGrp="1"/>
            </p:cNvSpPr>
            <p:nvPr/>
          </p:nvSpPr>
          <p:spPr>
            <a:xfrm>
              <a:off x="15520307" y="2623380"/>
              <a:ext cx="1225552" cy="2112775"/>
            </a:xfrm>
            <a:custGeom>
              <a:avLst/>
              <a:gdLst/>
              <a:ahLst/>
              <a:cxnLst/>
              <a:rect l="0" t="0" r="0" b="0"/>
              <a:pathLst>
                <a:path w="1225552" h="2112775">
                  <a:moveTo>
                    <a:pt x="306785" y="2009702"/>
                  </a:moveTo>
                  <a:lnTo>
                    <a:pt x="283108" y="2047606"/>
                  </a:lnTo>
                  <a:lnTo>
                    <a:pt x="309567" y="2011632"/>
                  </a:lnTo>
                  <a:close/>
                  <a:moveTo>
                    <a:pt x="309567" y="2011632"/>
                  </a:moveTo>
                  <a:lnTo>
                    <a:pt x="353706" y="2011380"/>
                  </a:lnTo>
                  <a:lnTo>
                    <a:pt x="330883" y="2009702"/>
                  </a:lnTo>
                  <a:close/>
                  <a:moveTo>
                    <a:pt x="0" y="1700482"/>
                  </a:moveTo>
                  <a:lnTo>
                    <a:pt x="23225" y="1713687"/>
                  </a:lnTo>
                  <a:lnTo>
                    <a:pt x="47957" y="1732222"/>
                  </a:lnTo>
                  <a:close/>
                  <a:moveTo>
                    <a:pt x="96058" y="1737388"/>
                  </a:moveTo>
                  <a:lnTo>
                    <a:pt x="47957" y="1732222"/>
                  </a:lnTo>
                  <a:lnTo>
                    <a:pt x="23225" y="1713687"/>
                  </a:lnTo>
                  <a:close/>
                  <a:moveTo>
                    <a:pt x="465883" y="2112775"/>
                  </a:moveTo>
                  <a:lnTo>
                    <a:pt x="471923" y="2088681"/>
                  </a:lnTo>
                  <a:lnTo>
                    <a:pt x="422963" y="2086248"/>
                  </a:lnTo>
                  <a:close/>
                  <a:moveTo>
                    <a:pt x="471923" y="2088681"/>
                  </a:moveTo>
                  <a:lnTo>
                    <a:pt x="458517" y="2084278"/>
                  </a:lnTo>
                  <a:lnTo>
                    <a:pt x="422963" y="2086248"/>
                  </a:lnTo>
                  <a:close/>
                  <a:moveTo>
                    <a:pt x="309567" y="2011632"/>
                  </a:moveTo>
                  <a:lnTo>
                    <a:pt x="286768" y="1989836"/>
                  </a:lnTo>
                  <a:lnTo>
                    <a:pt x="306785" y="2009702"/>
                  </a:lnTo>
                  <a:close/>
                  <a:moveTo>
                    <a:pt x="349440" y="2025808"/>
                  </a:moveTo>
                  <a:lnTo>
                    <a:pt x="330883" y="2009702"/>
                  </a:lnTo>
                  <a:lnTo>
                    <a:pt x="388857" y="2045546"/>
                  </a:lnTo>
                  <a:close/>
                  <a:moveTo>
                    <a:pt x="309567" y="2011632"/>
                  </a:moveTo>
                  <a:lnTo>
                    <a:pt x="330883" y="2009702"/>
                  </a:lnTo>
                  <a:lnTo>
                    <a:pt x="349440" y="2025808"/>
                  </a:lnTo>
                  <a:close/>
                  <a:moveTo>
                    <a:pt x="249472" y="1779462"/>
                  </a:moveTo>
                  <a:lnTo>
                    <a:pt x="231539" y="1759674"/>
                  </a:lnTo>
                  <a:lnTo>
                    <a:pt x="264775" y="1794726"/>
                  </a:lnTo>
                  <a:close/>
                  <a:moveTo>
                    <a:pt x="34956" y="1578665"/>
                  </a:moveTo>
                  <a:lnTo>
                    <a:pt x="8175" y="1537695"/>
                  </a:lnTo>
                  <a:lnTo>
                    <a:pt x="11380" y="1573315"/>
                  </a:lnTo>
                  <a:close/>
                  <a:moveTo>
                    <a:pt x="505875" y="2064587"/>
                  </a:moveTo>
                  <a:lnTo>
                    <a:pt x="471923" y="2088681"/>
                  </a:lnTo>
                  <a:lnTo>
                    <a:pt x="509896" y="2101695"/>
                  </a:lnTo>
                  <a:close/>
                  <a:moveTo>
                    <a:pt x="471923" y="2088681"/>
                  </a:moveTo>
                  <a:lnTo>
                    <a:pt x="505875" y="2064587"/>
                  </a:lnTo>
                  <a:lnTo>
                    <a:pt x="458517" y="2084278"/>
                  </a:lnTo>
                  <a:close/>
                  <a:moveTo>
                    <a:pt x="340565" y="1817948"/>
                  </a:moveTo>
                  <a:lnTo>
                    <a:pt x="319931" y="1780579"/>
                  </a:lnTo>
                  <a:lnTo>
                    <a:pt x="292137" y="1811565"/>
                  </a:lnTo>
                  <a:close/>
                  <a:moveTo>
                    <a:pt x="94698" y="1497685"/>
                  </a:moveTo>
                  <a:lnTo>
                    <a:pt x="61271" y="1521778"/>
                  </a:lnTo>
                  <a:lnTo>
                    <a:pt x="82786" y="1549221"/>
                  </a:lnTo>
                  <a:close/>
                  <a:moveTo>
                    <a:pt x="109979" y="1497685"/>
                  </a:moveTo>
                  <a:lnTo>
                    <a:pt x="100217" y="1563591"/>
                  </a:lnTo>
                  <a:lnTo>
                    <a:pt x="128784" y="1550167"/>
                  </a:lnTo>
                  <a:close/>
                  <a:moveTo>
                    <a:pt x="292835" y="1646428"/>
                  </a:moveTo>
                  <a:lnTo>
                    <a:pt x="322211" y="1654204"/>
                  </a:lnTo>
                  <a:lnTo>
                    <a:pt x="255193" y="1639048"/>
                  </a:lnTo>
                  <a:close/>
                  <a:moveTo>
                    <a:pt x="301497" y="1652294"/>
                  </a:moveTo>
                  <a:lnTo>
                    <a:pt x="337882" y="1673018"/>
                  </a:lnTo>
                  <a:lnTo>
                    <a:pt x="322211" y="1654204"/>
                  </a:lnTo>
                  <a:close/>
                  <a:moveTo>
                    <a:pt x="322211" y="1654204"/>
                  </a:moveTo>
                  <a:lnTo>
                    <a:pt x="337882" y="1673018"/>
                  </a:lnTo>
                  <a:lnTo>
                    <a:pt x="368696" y="1653328"/>
                  </a:lnTo>
                  <a:close/>
                  <a:moveTo>
                    <a:pt x="301497" y="1652294"/>
                  </a:moveTo>
                  <a:lnTo>
                    <a:pt x="322211" y="1654204"/>
                  </a:lnTo>
                  <a:lnTo>
                    <a:pt x="292835" y="1646428"/>
                  </a:lnTo>
                  <a:close/>
                  <a:moveTo>
                    <a:pt x="599394" y="1988330"/>
                  </a:moveTo>
                  <a:lnTo>
                    <a:pt x="598965" y="1990235"/>
                  </a:lnTo>
                  <a:lnTo>
                    <a:pt x="598974" y="1988957"/>
                  </a:lnTo>
                  <a:close/>
                  <a:moveTo>
                    <a:pt x="599394" y="1988330"/>
                  </a:moveTo>
                  <a:lnTo>
                    <a:pt x="598974" y="1988957"/>
                  </a:lnTo>
                  <a:lnTo>
                    <a:pt x="598382" y="1988055"/>
                  </a:lnTo>
                  <a:close/>
                  <a:moveTo>
                    <a:pt x="644165" y="1864428"/>
                  </a:moveTo>
                  <a:lnTo>
                    <a:pt x="637484" y="1937420"/>
                  </a:lnTo>
                  <a:lnTo>
                    <a:pt x="703020" y="1895027"/>
                  </a:lnTo>
                  <a:close/>
                  <a:moveTo>
                    <a:pt x="372455" y="1556938"/>
                  </a:moveTo>
                  <a:lnTo>
                    <a:pt x="327032" y="1618627"/>
                  </a:lnTo>
                  <a:lnTo>
                    <a:pt x="376543" y="1616358"/>
                  </a:lnTo>
                  <a:close/>
                  <a:moveTo>
                    <a:pt x="287725" y="1525127"/>
                  </a:moveTo>
                  <a:lnTo>
                    <a:pt x="375873" y="1545264"/>
                  </a:lnTo>
                  <a:lnTo>
                    <a:pt x="344119" y="1552570"/>
                  </a:lnTo>
                  <a:close/>
                  <a:moveTo>
                    <a:pt x="344119" y="1552570"/>
                  </a:moveTo>
                  <a:lnTo>
                    <a:pt x="372455" y="1556938"/>
                  </a:lnTo>
                  <a:lnTo>
                    <a:pt x="287725" y="1525127"/>
                  </a:lnTo>
                  <a:close/>
                  <a:moveTo>
                    <a:pt x="178286" y="1412619"/>
                  </a:moveTo>
                  <a:lnTo>
                    <a:pt x="202000" y="1456082"/>
                  </a:lnTo>
                  <a:lnTo>
                    <a:pt x="230235" y="1408367"/>
                  </a:lnTo>
                  <a:close/>
                  <a:moveTo>
                    <a:pt x="178286" y="1412619"/>
                  </a:moveTo>
                  <a:lnTo>
                    <a:pt x="230235" y="1408367"/>
                  </a:lnTo>
                  <a:lnTo>
                    <a:pt x="192181" y="1382499"/>
                  </a:lnTo>
                  <a:close/>
                  <a:moveTo>
                    <a:pt x="230235" y="1408367"/>
                  </a:moveTo>
                  <a:lnTo>
                    <a:pt x="263537" y="1419275"/>
                  </a:lnTo>
                  <a:lnTo>
                    <a:pt x="236830" y="1374758"/>
                  </a:lnTo>
                  <a:close/>
                  <a:moveTo>
                    <a:pt x="714965" y="1837695"/>
                  </a:moveTo>
                  <a:lnTo>
                    <a:pt x="703020" y="1895027"/>
                  </a:lnTo>
                  <a:lnTo>
                    <a:pt x="733128" y="1872695"/>
                  </a:lnTo>
                  <a:close/>
                  <a:moveTo>
                    <a:pt x="401049" y="1504492"/>
                  </a:moveTo>
                  <a:lnTo>
                    <a:pt x="433961" y="1482173"/>
                  </a:lnTo>
                  <a:lnTo>
                    <a:pt x="426736" y="1476939"/>
                  </a:lnTo>
                  <a:close/>
                  <a:moveTo>
                    <a:pt x="419793" y="1534795"/>
                  </a:moveTo>
                  <a:lnTo>
                    <a:pt x="433961" y="1482173"/>
                  </a:lnTo>
                  <a:lnTo>
                    <a:pt x="401049" y="1504492"/>
                  </a:lnTo>
                  <a:close/>
                  <a:moveTo>
                    <a:pt x="375873" y="1545264"/>
                  </a:moveTo>
                  <a:lnTo>
                    <a:pt x="419793" y="1534795"/>
                  </a:lnTo>
                  <a:lnTo>
                    <a:pt x="401049" y="1504492"/>
                  </a:lnTo>
                  <a:close/>
                  <a:moveTo>
                    <a:pt x="433961" y="1482173"/>
                  </a:moveTo>
                  <a:lnTo>
                    <a:pt x="382435" y="1434898"/>
                  </a:lnTo>
                  <a:lnTo>
                    <a:pt x="426736" y="1476939"/>
                  </a:lnTo>
                  <a:close/>
                  <a:moveTo>
                    <a:pt x="278365" y="1344478"/>
                  </a:moveTo>
                  <a:lnTo>
                    <a:pt x="239084" y="1338430"/>
                  </a:lnTo>
                  <a:lnTo>
                    <a:pt x="236830" y="1374758"/>
                  </a:lnTo>
                  <a:close/>
                  <a:moveTo>
                    <a:pt x="797020" y="1802003"/>
                  </a:moveTo>
                  <a:lnTo>
                    <a:pt x="745784" y="1762065"/>
                  </a:lnTo>
                  <a:lnTo>
                    <a:pt x="783940" y="1826758"/>
                  </a:lnTo>
                  <a:close/>
                  <a:moveTo>
                    <a:pt x="743181" y="1775381"/>
                  </a:moveTo>
                  <a:lnTo>
                    <a:pt x="781453" y="1813602"/>
                  </a:lnTo>
                  <a:lnTo>
                    <a:pt x="783940" y="1826758"/>
                  </a:lnTo>
                  <a:close/>
                  <a:moveTo>
                    <a:pt x="415117" y="1459511"/>
                  </a:moveTo>
                  <a:lnTo>
                    <a:pt x="426736" y="1476939"/>
                  </a:lnTo>
                  <a:lnTo>
                    <a:pt x="382435" y="1434898"/>
                  </a:lnTo>
                  <a:close/>
                  <a:moveTo>
                    <a:pt x="309395" y="1201591"/>
                  </a:moveTo>
                  <a:lnTo>
                    <a:pt x="278191" y="1219823"/>
                  </a:lnTo>
                  <a:lnTo>
                    <a:pt x="360581" y="1218290"/>
                  </a:lnTo>
                  <a:close/>
                  <a:moveTo>
                    <a:pt x="146202" y="1075690"/>
                  </a:moveTo>
                  <a:lnTo>
                    <a:pt x="110588" y="1053216"/>
                  </a:lnTo>
                  <a:lnTo>
                    <a:pt x="128845" y="1064646"/>
                  </a:lnTo>
                  <a:close/>
                  <a:moveTo>
                    <a:pt x="586250" y="1428752"/>
                  </a:moveTo>
                  <a:lnTo>
                    <a:pt x="558178" y="1472817"/>
                  </a:lnTo>
                  <a:lnTo>
                    <a:pt x="588305" y="1432659"/>
                  </a:lnTo>
                  <a:close/>
                  <a:moveTo>
                    <a:pt x="629666" y="1480288"/>
                  </a:moveTo>
                  <a:lnTo>
                    <a:pt x="642193" y="1489574"/>
                  </a:lnTo>
                  <a:lnTo>
                    <a:pt x="588305" y="1432659"/>
                  </a:lnTo>
                  <a:close/>
                  <a:moveTo>
                    <a:pt x="375652" y="1177881"/>
                  </a:moveTo>
                  <a:lnTo>
                    <a:pt x="309395" y="1201591"/>
                  </a:lnTo>
                  <a:lnTo>
                    <a:pt x="360581" y="1218290"/>
                  </a:lnTo>
                  <a:close/>
                  <a:moveTo>
                    <a:pt x="312752" y="1191036"/>
                  </a:moveTo>
                  <a:lnTo>
                    <a:pt x="309395" y="1201591"/>
                  </a:lnTo>
                  <a:lnTo>
                    <a:pt x="375652" y="1177881"/>
                  </a:lnTo>
                  <a:close/>
                  <a:moveTo>
                    <a:pt x="518847" y="1262917"/>
                  </a:moveTo>
                  <a:lnTo>
                    <a:pt x="593581" y="1295608"/>
                  </a:lnTo>
                  <a:lnTo>
                    <a:pt x="539289" y="1267296"/>
                  </a:lnTo>
                  <a:close/>
                  <a:moveTo>
                    <a:pt x="552370" y="1273645"/>
                  </a:moveTo>
                  <a:lnTo>
                    <a:pt x="593581" y="1295608"/>
                  </a:lnTo>
                  <a:lnTo>
                    <a:pt x="518847" y="1262917"/>
                  </a:lnTo>
                  <a:close/>
                  <a:moveTo>
                    <a:pt x="228745" y="889292"/>
                  </a:moveTo>
                  <a:lnTo>
                    <a:pt x="203800" y="913386"/>
                  </a:lnTo>
                  <a:lnTo>
                    <a:pt x="247565" y="940828"/>
                  </a:lnTo>
                  <a:close/>
                  <a:moveTo>
                    <a:pt x="593581" y="1295608"/>
                  </a:moveTo>
                  <a:lnTo>
                    <a:pt x="614515" y="1301584"/>
                  </a:lnTo>
                  <a:lnTo>
                    <a:pt x="621790" y="1266176"/>
                  </a:lnTo>
                  <a:close/>
                  <a:moveTo>
                    <a:pt x="651079" y="1231379"/>
                  </a:moveTo>
                  <a:lnTo>
                    <a:pt x="614515" y="1301584"/>
                  </a:lnTo>
                  <a:lnTo>
                    <a:pt x="646228" y="1298065"/>
                  </a:lnTo>
                  <a:close/>
                  <a:moveTo>
                    <a:pt x="651079" y="1231379"/>
                  </a:moveTo>
                  <a:lnTo>
                    <a:pt x="646228" y="1298065"/>
                  </a:lnTo>
                  <a:lnTo>
                    <a:pt x="660068" y="1301584"/>
                  </a:lnTo>
                  <a:close/>
                  <a:moveTo>
                    <a:pt x="651079" y="1231379"/>
                  </a:moveTo>
                  <a:lnTo>
                    <a:pt x="635937" y="1180946"/>
                  </a:lnTo>
                  <a:lnTo>
                    <a:pt x="647633" y="1225954"/>
                  </a:lnTo>
                  <a:close/>
                  <a:moveTo>
                    <a:pt x="635937" y="1180946"/>
                  </a:moveTo>
                  <a:lnTo>
                    <a:pt x="632287" y="1174417"/>
                  </a:lnTo>
                  <a:lnTo>
                    <a:pt x="647633" y="1225954"/>
                  </a:lnTo>
                  <a:close/>
                  <a:moveTo>
                    <a:pt x="924202" y="1523461"/>
                  </a:moveTo>
                  <a:lnTo>
                    <a:pt x="924976" y="1483637"/>
                  </a:lnTo>
                  <a:lnTo>
                    <a:pt x="922516" y="1476349"/>
                  </a:lnTo>
                  <a:close/>
                  <a:moveTo>
                    <a:pt x="922516" y="1476349"/>
                  </a:moveTo>
                  <a:lnTo>
                    <a:pt x="924976" y="1483637"/>
                  </a:lnTo>
                  <a:lnTo>
                    <a:pt x="922533" y="1413591"/>
                  </a:lnTo>
                  <a:close/>
                  <a:moveTo>
                    <a:pt x="799032" y="1375289"/>
                  </a:moveTo>
                  <a:lnTo>
                    <a:pt x="844341" y="1313692"/>
                  </a:lnTo>
                  <a:lnTo>
                    <a:pt x="798312" y="1313131"/>
                  </a:lnTo>
                  <a:close/>
                  <a:moveTo>
                    <a:pt x="828547" y="1263790"/>
                  </a:moveTo>
                  <a:lnTo>
                    <a:pt x="802308" y="1282174"/>
                  </a:lnTo>
                  <a:lnTo>
                    <a:pt x="798312" y="1313131"/>
                  </a:lnTo>
                  <a:close/>
                  <a:moveTo>
                    <a:pt x="632287" y="1174417"/>
                  </a:moveTo>
                  <a:lnTo>
                    <a:pt x="656434" y="1150323"/>
                  </a:lnTo>
                  <a:lnTo>
                    <a:pt x="647633" y="1225954"/>
                  </a:lnTo>
                  <a:close/>
                  <a:moveTo>
                    <a:pt x="1032958" y="1256745"/>
                  </a:moveTo>
                  <a:lnTo>
                    <a:pt x="1058436" y="1271285"/>
                  </a:lnTo>
                  <a:lnTo>
                    <a:pt x="1067889" y="1245898"/>
                  </a:lnTo>
                  <a:close/>
                  <a:moveTo>
                    <a:pt x="1067889" y="1245898"/>
                  </a:moveTo>
                  <a:lnTo>
                    <a:pt x="1058436" y="1271285"/>
                  </a:lnTo>
                  <a:lnTo>
                    <a:pt x="1080384" y="1256745"/>
                  </a:lnTo>
                  <a:close/>
                  <a:moveTo>
                    <a:pt x="695842" y="731026"/>
                  </a:moveTo>
                  <a:lnTo>
                    <a:pt x="655651" y="725719"/>
                  </a:lnTo>
                  <a:lnTo>
                    <a:pt x="699942" y="790436"/>
                  </a:lnTo>
                  <a:close/>
                  <a:moveTo>
                    <a:pt x="625895" y="702149"/>
                  </a:moveTo>
                  <a:lnTo>
                    <a:pt x="648321" y="717285"/>
                  </a:lnTo>
                  <a:lnTo>
                    <a:pt x="655651" y="725719"/>
                  </a:lnTo>
                  <a:close/>
                  <a:moveTo>
                    <a:pt x="600817" y="648161"/>
                  </a:moveTo>
                  <a:lnTo>
                    <a:pt x="580433" y="623402"/>
                  </a:lnTo>
                  <a:lnTo>
                    <a:pt x="617811" y="671924"/>
                  </a:lnTo>
                  <a:close/>
                  <a:moveTo>
                    <a:pt x="643604" y="633458"/>
                  </a:moveTo>
                  <a:lnTo>
                    <a:pt x="600817" y="648161"/>
                  </a:lnTo>
                  <a:lnTo>
                    <a:pt x="617811" y="671924"/>
                  </a:lnTo>
                  <a:close/>
                  <a:moveTo>
                    <a:pt x="77594" y="13411"/>
                  </a:moveTo>
                  <a:lnTo>
                    <a:pt x="101429" y="56777"/>
                  </a:lnTo>
                  <a:lnTo>
                    <a:pt x="104449" y="71403"/>
                  </a:lnTo>
                  <a:close/>
                  <a:moveTo>
                    <a:pt x="47371" y="0"/>
                  </a:moveTo>
                  <a:lnTo>
                    <a:pt x="101429" y="56777"/>
                  </a:lnTo>
                  <a:lnTo>
                    <a:pt x="77594" y="13411"/>
                  </a:lnTo>
                  <a:close/>
                  <a:moveTo>
                    <a:pt x="1225552" y="1411850"/>
                  </a:moveTo>
                  <a:lnTo>
                    <a:pt x="1167502" y="1391126"/>
                  </a:lnTo>
                  <a:lnTo>
                    <a:pt x="1192062" y="1409141"/>
                  </a:lnTo>
                  <a:close/>
                  <a:moveTo>
                    <a:pt x="929300" y="968890"/>
                  </a:moveTo>
                  <a:lnTo>
                    <a:pt x="929876" y="1005074"/>
                  </a:lnTo>
                  <a:lnTo>
                    <a:pt x="931653" y="974968"/>
                  </a:lnTo>
                  <a:close/>
                  <a:moveTo>
                    <a:pt x="931653" y="974968"/>
                  </a:moveTo>
                  <a:lnTo>
                    <a:pt x="941559" y="913857"/>
                  </a:lnTo>
                  <a:lnTo>
                    <a:pt x="929300" y="968890"/>
                  </a:lnTo>
                  <a:close/>
                  <a:moveTo>
                    <a:pt x="1138256" y="1038445"/>
                  </a:moveTo>
                  <a:lnTo>
                    <a:pt x="1076304" y="1068293"/>
                  </a:lnTo>
                  <a:lnTo>
                    <a:pt x="1128175" y="1087551"/>
                  </a:lnTo>
                  <a:close/>
                  <a:moveTo>
                    <a:pt x="1138256" y="1038445"/>
                  </a:moveTo>
                  <a:lnTo>
                    <a:pt x="1088810" y="1040661"/>
                  </a:lnTo>
                  <a:lnTo>
                    <a:pt x="1076304" y="1068293"/>
                  </a:lnTo>
                  <a:close/>
                  <a:moveTo>
                    <a:pt x="1088810" y="1040661"/>
                  </a:moveTo>
                  <a:lnTo>
                    <a:pt x="1138256" y="1038445"/>
                  </a:lnTo>
                  <a:lnTo>
                    <a:pt x="1098986" y="1018196"/>
                  </a:lnTo>
                  <a:close/>
                  <a:moveTo>
                    <a:pt x="941559" y="913857"/>
                  </a:moveTo>
                  <a:lnTo>
                    <a:pt x="956995" y="899338"/>
                  </a:lnTo>
                  <a:lnTo>
                    <a:pt x="954930" y="885311"/>
                  </a:lnTo>
                  <a:close/>
                  <a:moveTo>
                    <a:pt x="954930" y="885311"/>
                  </a:moveTo>
                  <a:lnTo>
                    <a:pt x="956995" y="899338"/>
                  </a:lnTo>
                  <a:lnTo>
                    <a:pt x="971108" y="849658"/>
                  </a:lnTo>
                  <a:close/>
                  <a:moveTo>
                    <a:pt x="971527" y="847056"/>
                  </a:moveTo>
                  <a:lnTo>
                    <a:pt x="954930" y="885311"/>
                  </a:lnTo>
                  <a:lnTo>
                    <a:pt x="971108" y="849658"/>
                  </a:lnTo>
                  <a:close/>
                  <a:moveTo>
                    <a:pt x="1183713" y="851150"/>
                  </a:moveTo>
                  <a:lnTo>
                    <a:pt x="1168380" y="775519"/>
                  </a:lnTo>
                  <a:lnTo>
                    <a:pt x="1200664" y="82705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1" name="Output_density__4220">
              <a:extLst>
                <a:ext uri="{FF2B5EF4-FFF2-40B4-BE49-F238E27FC236}">
                  <a16:creationId xmlns:a16="http://schemas.microsoft.com/office/drawing/2014/main" id="{04B06C88-887A-0829-5A67-BA3B77D461A9}"/>
                </a:ext>
              </a:extLst>
            </p:cNvPr>
            <p:cNvSpPr>
              <a:spLocks noGrp="1"/>
            </p:cNvSpPr>
            <p:nvPr/>
          </p:nvSpPr>
          <p:spPr>
            <a:xfrm>
              <a:off x="15471606" y="2623380"/>
              <a:ext cx="1191112" cy="2117267"/>
            </a:xfrm>
            <a:custGeom>
              <a:avLst/>
              <a:gdLst/>
              <a:ahLst/>
              <a:cxnLst/>
              <a:rect l="0" t="0" r="0" b="0"/>
              <a:pathLst>
                <a:path w="1191112" h="2117267">
                  <a:moveTo>
                    <a:pt x="0" y="1671437"/>
                  </a:moveTo>
                  <a:lnTo>
                    <a:pt x="48701" y="1700482"/>
                  </a:lnTo>
                  <a:lnTo>
                    <a:pt x="39935" y="1694822"/>
                  </a:lnTo>
                  <a:close/>
                  <a:moveTo>
                    <a:pt x="0" y="1671437"/>
                  </a:moveTo>
                  <a:lnTo>
                    <a:pt x="71926" y="1713687"/>
                  </a:lnTo>
                  <a:lnTo>
                    <a:pt x="48701" y="1700482"/>
                  </a:lnTo>
                  <a:close/>
                  <a:moveTo>
                    <a:pt x="144759" y="1737388"/>
                  </a:moveTo>
                  <a:lnTo>
                    <a:pt x="71926" y="1713687"/>
                  </a:lnTo>
                  <a:lnTo>
                    <a:pt x="110954" y="1719940"/>
                  </a:lnTo>
                  <a:close/>
                  <a:moveTo>
                    <a:pt x="520624" y="2088681"/>
                  </a:moveTo>
                  <a:lnTo>
                    <a:pt x="526681" y="2117267"/>
                  </a:lnTo>
                  <a:lnTo>
                    <a:pt x="558597" y="2101695"/>
                  </a:lnTo>
                  <a:close/>
                  <a:moveTo>
                    <a:pt x="554576" y="2064587"/>
                  </a:moveTo>
                  <a:lnTo>
                    <a:pt x="558597" y="2101695"/>
                  </a:lnTo>
                  <a:lnTo>
                    <a:pt x="589485" y="2082281"/>
                  </a:lnTo>
                  <a:close/>
                  <a:moveTo>
                    <a:pt x="636892" y="2040493"/>
                  </a:moveTo>
                  <a:lnTo>
                    <a:pt x="616096" y="2064587"/>
                  </a:lnTo>
                  <a:lnTo>
                    <a:pt x="647666" y="1990235"/>
                  </a:lnTo>
                  <a:close/>
                  <a:moveTo>
                    <a:pt x="303895" y="1639048"/>
                  </a:moveTo>
                  <a:lnTo>
                    <a:pt x="279516" y="1628201"/>
                  </a:lnTo>
                  <a:lnTo>
                    <a:pt x="274598" y="1603681"/>
                  </a:lnTo>
                  <a:close/>
                  <a:moveTo>
                    <a:pt x="332243" y="1644525"/>
                  </a:moveTo>
                  <a:lnTo>
                    <a:pt x="341536" y="1646428"/>
                  </a:lnTo>
                  <a:lnTo>
                    <a:pt x="303895" y="1639048"/>
                  </a:lnTo>
                  <a:close/>
                  <a:moveTo>
                    <a:pt x="667954" y="1937420"/>
                  </a:moveTo>
                  <a:lnTo>
                    <a:pt x="682079" y="1944220"/>
                  </a:lnTo>
                  <a:lnTo>
                    <a:pt x="687207" y="1931771"/>
                  </a:lnTo>
                  <a:close/>
                  <a:moveTo>
                    <a:pt x="278937" y="1408367"/>
                  </a:moveTo>
                  <a:lnTo>
                    <a:pt x="241105" y="1473591"/>
                  </a:lnTo>
                  <a:lnTo>
                    <a:pt x="268129" y="1444593"/>
                  </a:lnTo>
                  <a:close/>
                  <a:moveTo>
                    <a:pt x="278937" y="1408367"/>
                  </a:moveTo>
                  <a:lnTo>
                    <a:pt x="285532" y="1374758"/>
                  </a:lnTo>
                  <a:lnTo>
                    <a:pt x="240882" y="1382499"/>
                  </a:lnTo>
                  <a:close/>
                  <a:moveTo>
                    <a:pt x="285532" y="1374758"/>
                  </a:moveTo>
                  <a:lnTo>
                    <a:pt x="287785" y="1338430"/>
                  </a:lnTo>
                  <a:lnTo>
                    <a:pt x="272539" y="1365960"/>
                  </a:lnTo>
                  <a:close/>
                  <a:moveTo>
                    <a:pt x="327066" y="1344478"/>
                  </a:moveTo>
                  <a:lnTo>
                    <a:pt x="285532" y="1374758"/>
                  </a:lnTo>
                  <a:lnTo>
                    <a:pt x="325575" y="1349798"/>
                  </a:lnTo>
                  <a:close/>
                  <a:moveTo>
                    <a:pt x="287785" y="1338430"/>
                  </a:moveTo>
                  <a:lnTo>
                    <a:pt x="321820" y="1335757"/>
                  </a:lnTo>
                  <a:lnTo>
                    <a:pt x="294242" y="1270793"/>
                  </a:lnTo>
                  <a:close/>
                  <a:moveTo>
                    <a:pt x="281772" y="1322330"/>
                  </a:moveTo>
                  <a:lnTo>
                    <a:pt x="287785" y="1338430"/>
                  </a:lnTo>
                  <a:lnTo>
                    <a:pt x="293904" y="1271163"/>
                  </a:lnTo>
                  <a:close/>
                  <a:moveTo>
                    <a:pt x="181032" y="1063608"/>
                  </a:moveTo>
                  <a:lnTo>
                    <a:pt x="159289" y="1053216"/>
                  </a:lnTo>
                  <a:lnTo>
                    <a:pt x="194903" y="1075690"/>
                  </a:lnTo>
                  <a:close/>
                  <a:moveTo>
                    <a:pt x="225917" y="1056746"/>
                  </a:moveTo>
                  <a:lnTo>
                    <a:pt x="181032" y="1063608"/>
                  </a:lnTo>
                  <a:lnTo>
                    <a:pt x="194903" y="1075690"/>
                  </a:lnTo>
                  <a:close/>
                  <a:moveTo>
                    <a:pt x="208920" y="1064646"/>
                  </a:moveTo>
                  <a:lnTo>
                    <a:pt x="225917" y="1056746"/>
                  </a:lnTo>
                  <a:lnTo>
                    <a:pt x="194903" y="1075690"/>
                  </a:lnTo>
                  <a:close/>
                  <a:moveTo>
                    <a:pt x="972690" y="1535173"/>
                  </a:moveTo>
                  <a:lnTo>
                    <a:pt x="910382" y="1550567"/>
                  </a:lnTo>
                  <a:lnTo>
                    <a:pt x="916374" y="1486784"/>
                  </a:lnTo>
                  <a:close/>
                  <a:moveTo>
                    <a:pt x="670491" y="1266176"/>
                  </a:moveTo>
                  <a:lnTo>
                    <a:pt x="663216" y="1301584"/>
                  </a:lnTo>
                  <a:lnTo>
                    <a:pt x="699780" y="1231379"/>
                  </a:lnTo>
                  <a:close/>
                  <a:moveTo>
                    <a:pt x="699780" y="1231379"/>
                  </a:moveTo>
                  <a:lnTo>
                    <a:pt x="696334" y="1225954"/>
                  </a:lnTo>
                  <a:lnTo>
                    <a:pt x="670491" y="1266176"/>
                  </a:lnTo>
                  <a:close/>
                  <a:moveTo>
                    <a:pt x="877249" y="1263790"/>
                  </a:moveTo>
                  <a:lnTo>
                    <a:pt x="847013" y="1313131"/>
                  </a:lnTo>
                  <a:lnTo>
                    <a:pt x="893042" y="1313692"/>
                  </a:lnTo>
                  <a:close/>
                  <a:moveTo>
                    <a:pt x="1052331" y="1241053"/>
                  </a:moveTo>
                  <a:lnTo>
                    <a:pt x="1081659" y="1256745"/>
                  </a:lnTo>
                  <a:lnTo>
                    <a:pt x="1083288" y="1221897"/>
                  </a:lnTo>
                  <a:close/>
                  <a:moveTo>
                    <a:pt x="693814" y="773998"/>
                  </a:moveTo>
                  <a:lnTo>
                    <a:pt x="704353" y="725719"/>
                  </a:lnTo>
                  <a:lnTo>
                    <a:pt x="678085" y="754971"/>
                  </a:lnTo>
                  <a:close/>
                  <a:moveTo>
                    <a:pt x="643786" y="761630"/>
                  </a:moveTo>
                  <a:lnTo>
                    <a:pt x="693814" y="773998"/>
                  </a:lnTo>
                  <a:lnTo>
                    <a:pt x="678085" y="754971"/>
                  </a:lnTo>
                  <a:close/>
                  <a:moveTo>
                    <a:pt x="117727" y="57297"/>
                  </a:moveTo>
                  <a:lnTo>
                    <a:pt x="134649" y="80789"/>
                  </a:lnTo>
                  <a:lnTo>
                    <a:pt x="150130" y="56777"/>
                  </a:lnTo>
                  <a:close/>
                  <a:moveTo>
                    <a:pt x="111211" y="122940"/>
                  </a:moveTo>
                  <a:lnTo>
                    <a:pt x="134649" y="80789"/>
                  </a:lnTo>
                  <a:lnTo>
                    <a:pt x="110706" y="113589"/>
                  </a:lnTo>
                  <a:close/>
                  <a:moveTo>
                    <a:pt x="150130" y="56777"/>
                  </a:moveTo>
                  <a:lnTo>
                    <a:pt x="134649" y="80789"/>
                  </a:lnTo>
                  <a:lnTo>
                    <a:pt x="153151" y="71403"/>
                  </a:lnTo>
                  <a:close/>
                  <a:moveTo>
                    <a:pt x="96072" y="0"/>
                  </a:moveTo>
                  <a:lnTo>
                    <a:pt x="137311" y="47310"/>
                  </a:lnTo>
                  <a:lnTo>
                    <a:pt x="150130" y="56777"/>
                  </a:lnTo>
                  <a:close/>
                  <a:moveTo>
                    <a:pt x="1005697" y="899338"/>
                  </a:moveTo>
                  <a:lnTo>
                    <a:pt x="990261" y="913857"/>
                  </a:lnTo>
                  <a:lnTo>
                    <a:pt x="980354" y="974968"/>
                  </a:lnTo>
                  <a:close/>
                  <a:moveTo>
                    <a:pt x="1186957" y="1038445"/>
                  </a:moveTo>
                  <a:lnTo>
                    <a:pt x="1185100" y="983400"/>
                  </a:lnTo>
                  <a:lnTo>
                    <a:pt x="1147687" y="1018196"/>
                  </a:lnTo>
                  <a:close/>
                  <a:moveTo>
                    <a:pt x="1186957" y="1038445"/>
                  </a:moveTo>
                  <a:lnTo>
                    <a:pt x="1176876" y="1087551"/>
                  </a:lnTo>
                  <a:lnTo>
                    <a:pt x="1191112" y="1053948"/>
                  </a:lnTo>
                  <a:close/>
                  <a:moveTo>
                    <a:pt x="1191112" y="1053948"/>
                  </a:moveTo>
                  <a:lnTo>
                    <a:pt x="1185100" y="983400"/>
                  </a:lnTo>
                  <a:lnTo>
                    <a:pt x="1186957" y="1038445"/>
                  </a:lnTo>
                  <a:close/>
                  <a:moveTo>
                    <a:pt x="1187089" y="978317"/>
                  </a:moveTo>
                  <a:lnTo>
                    <a:pt x="1185100" y="983400"/>
                  </a:lnTo>
                  <a:lnTo>
                    <a:pt x="1191112" y="1053948"/>
                  </a:lnTo>
                  <a:close/>
                  <a:moveTo>
                    <a:pt x="1186575" y="976013"/>
                  </a:moveTo>
                  <a:lnTo>
                    <a:pt x="1188775" y="954223"/>
                  </a:lnTo>
                  <a:lnTo>
                    <a:pt x="1185100" y="983400"/>
                  </a:lnTo>
                  <a:close/>
                  <a:moveTo>
                    <a:pt x="1186575" y="976013"/>
                  </a:moveTo>
                  <a:lnTo>
                    <a:pt x="1185100" y="983400"/>
                  </a:lnTo>
                  <a:lnTo>
                    <a:pt x="1187089" y="97831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2" name="Output_density__4221">
              <a:extLst>
                <a:ext uri="{FF2B5EF4-FFF2-40B4-BE49-F238E27FC236}">
                  <a16:creationId xmlns:a16="http://schemas.microsoft.com/office/drawing/2014/main" id="{BEEE688E-C9B2-84F8-019E-B3BC39C90343}"/>
                </a:ext>
              </a:extLst>
            </p:cNvPr>
            <p:cNvSpPr>
              <a:spLocks noGrp="1"/>
            </p:cNvSpPr>
            <p:nvPr/>
          </p:nvSpPr>
          <p:spPr>
            <a:xfrm>
              <a:off x="15576822" y="2704169"/>
              <a:ext cx="1099521" cy="2020907"/>
            </a:xfrm>
            <a:custGeom>
              <a:avLst/>
              <a:gdLst/>
              <a:ahLst/>
              <a:cxnLst/>
              <a:rect l="0" t="0" r="0" b="0"/>
              <a:pathLst>
                <a:path w="1099521" h="2020907">
                  <a:moveTo>
                    <a:pt x="480038" y="2007893"/>
                  </a:moveTo>
                  <a:lnTo>
                    <a:pt x="484269" y="2001492"/>
                  </a:lnTo>
                  <a:lnTo>
                    <a:pt x="453381" y="2020907"/>
                  </a:lnTo>
                  <a:close/>
                  <a:moveTo>
                    <a:pt x="480038" y="2007893"/>
                  </a:moveTo>
                  <a:lnTo>
                    <a:pt x="510880" y="1983798"/>
                  </a:lnTo>
                  <a:lnTo>
                    <a:pt x="484269" y="2001492"/>
                  </a:lnTo>
                  <a:close/>
                  <a:moveTo>
                    <a:pt x="510880" y="1983798"/>
                  </a:moveTo>
                  <a:lnTo>
                    <a:pt x="521234" y="1965024"/>
                  </a:lnTo>
                  <a:lnTo>
                    <a:pt x="542450" y="1909446"/>
                  </a:lnTo>
                  <a:close/>
                  <a:moveTo>
                    <a:pt x="676613" y="1791906"/>
                  </a:moveTo>
                  <a:lnTo>
                    <a:pt x="646505" y="1814239"/>
                  </a:lnTo>
                  <a:lnTo>
                    <a:pt x="716254" y="1765443"/>
                  </a:lnTo>
                  <a:close/>
                  <a:moveTo>
                    <a:pt x="716254" y="1765443"/>
                  </a:moveTo>
                  <a:lnTo>
                    <a:pt x="693143" y="1798601"/>
                  </a:lnTo>
                  <a:lnTo>
                    <a:pt x="676613" y="1791906"/>
                  </a:lnTo>
                  <a:close/>
                  <a:moveTo>
                    <a:pt x="189026" y="1190004"/>
                  </a:moveTo>
                  <a:lnTo>
                    <a:pt x="221676" y="1139034"/>
                  </a:lnTo>
                  <a:lnTo>
                    <a:pt x="252880" y="1120802"/>
                  </a:lnTo>
                  <a:close/>
                  <a:moveTo>
                    <a:pt x="249885" y="1165911"/>
                  </a:moveTo>
                  <a:lnTo>
                    <a:pt x="252880" y="1120802"/>
                  </a:lnTo>
                  <a:lnTo>
                    <a:pt x="256237" y="1110248"/>
                  </a:lnTo>
                  <a:close/>
                  <a:moveTo>
                    <a:pt x="1021432" y="1668147"/>
                  </a:moveTo>
                  <a:lnTo>
                    <a:pt x="981761" y="1653145"/>
                  </a:lnTo>
                  <a:lnTo>
                    <a:pt x="990815" y="1660531"/>
                  </a:lnTo>
                  <a:close/>
                  <a:moveTo>
                    <a:pt x="1029804" y="1660531"/>
                  </a:moveTo>
                  <a:lnTo>
                    <a:pt x="1052871" y="1650793"/>
                  </a:lnTo>
                  <a:lnTo>
                    <a:pt x="1021432" y="1668147"/>
                  </a:lnTo>
                  <a:close/>
                  <a:moveTo>
                    <a:pt x="1029804" y="1660531"/>
                  </a:moveTo>
                  <a:lnTo>
                    <a:pt x="1068916" y="1636437"/>
                  </a:lnTo>
                  <a:lnTo>
                    <a:pt x="1052871" y="1650793"/>
                  </a:lnTo>
                  <a:close/>
                  <a:moveTo>
                    <a:pt x="7843" y="66245"/>
                  </a:moveTo>
                  <a:lnTo>
                    <a:pt x="5995" y="42151"/>
                  </a:lnTo>
                  <a:lnTo>
                    <a:pt x="0" y="64632"/>
                  </a:lnTo>
                  <a:close/>
                  <a:moveTo>
                    <a:pt x="5995" y="42151"/>
                  </a:moveTo>
                  <a:lnTo>
                    <a:pt x="7843" y="66245"/>
                  </a:lnTo>
                  <a:lnTo>
                    <a:pt x="29433" y="0"/>
                  </a:lnTo>
                  <a:close/>
                  <a:moveTo>
                    <a:pt x="632134" y="546409"/>
                  </a:moveTo>
                  <a:lnTo>
                    <a:pt x="617937" y="566902"/>
                  </a:lnTo>
                  <a:lnTo>
                    <a:pt x="587089" y="552670"/>
                  </a:lnTo>
                  <a:close/>
                  <a:moveTo>
                    <a:pt x="1081873" y="897529"/>
                  </a:moveTo>
                  <a:lnTo>
                    <a:pt x="1099521" y="841131"/>
                  </a:lnTo>
                  <a:lnTo>
                    <a:pt x="1081359" y="895225"/>
                  </a:lnTo>
                  <a:close/>
                  <a:moveTo>
                    <a:pt x="1083559" y="873435"/>
                  </a:moveTo>
                  <a:lnTo>
                    <a:pt x="1081359" y="895225"/>
                  </a:lnTo>
                  <a:lnTo>
                    <a:pt x="1099521" y="8411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23" name="Output_density__4222">
              <a:extLst>
                <a:ext uri="{FF2B5EF4-FFF2-40B4-BE49-F238E27FC236}">
                  <a16:creationId xmlns:a16="http://schemas.microsoft.com/office/drawing/2014/main" id="{581B03D6-F82E-C366-6AB6-24BFF715B7A3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3101892"/>
              <a:ext cx="1469513" cy="1573234"/>
            </a:xfrm>
            <a:custGeom>
              <a:avLst/>
              <a:gdLst/>
              <a:ahLst/>
              <a:cxnLst/>
              <a:rect l="0" t="0" r="0" b="0"/>
              <a:pathLst>
                <a:path w="1469513" h="1573234">
                  <a:moveTo>
                    <a:pt x="18607" y="1142991"/>
                  </a:moveTo>
                  <a:lnTo>
                    <a:pt x="0" y="1167085"/>
                  </a:lnTo>
                  <a:lnTo>
                    <a:pt x="22263" y="1194528"/>
                  </a:lnTo>
                  <a:close/>
                  <a:moveTo>
                    <a:pt x="22263" y="1194528"/>
                  </a:moveTo>
                  <a:lnTo>
                    <a:pt x="59393" y="1118898"/>
                  </a:lnTo>
                  <a:lnTo>
                    <a:pt x="18607" y="1142991"/>
                  </a:lnTo>
                  <a:close/>
                  <a:moveTo>
                    <a:pt x="246321" y="1208301"/>
                  </a:moveTo>
                  <a:lnTo>
                    <a:pt x="306772" y="1201274"/>
                  </a:lnTo>
                  <a:lnTo>
                    <a:pt x="299389" y="1197876"/>
                  </a:lnTo>
                  <a:close/>
                  <a:moveTo>
                    <a:pt x="299389" y="1197876"/>
                  </a:moveTo>
                  <a:lnTo>
                    <a:pt x="262157" y="1146340"/>
                  </a:lnTo>
                  <a:lnTo>
                    <a:pt x="246321" y="1208301"/>
                  </a:lnTo>
                  <a:close/>
                  <a:moveTo>
                    <a:pt x="262157" y="1146340"/>
                  </a:moveTo>
                  <a:lnTo>
                    <a:pt x="242745" y="1148466"/>
                  </a:lnTo>
                  <a:lnTo>
                    <a:pt x="246321" y="1208301"/>
                  </a:lnTo>
                  <a:close/>
                  <a:moveTo>
                    <a:pt x="193884" y="1150207"/>
                  </a:moveTo>
                  <a:lnTo>
                    <a:pt x="158739" y="1094803"/>
                  </a:lnTo>
                  <a:lnTo>
                    <a:pt x="134200" y="1098003"/>
                  </a:lnTo>
                  <a:close/>
                  <a:moveTo>
                    <a:pt x="134200" y="1098003"/>
                  </a:moveTo>
                  <a:lnTo>
                    <a:pt x="141476" y="1107288"/>
                  </a:lnTo>
                  <a:lnTo>
                    <a:pt x="193884" y="1150207"/>
                  </a:lnTo>
                  <a:close/>
                  <a:moveTo>
                    <a:pt x="190059" y="1027831"/>
                  </a:moveTo>
                  <a:lnTo>
                    <a:pt x="191828" y="1043267"/>
                  </a:lnTo>
                  <a:lnTo>
                    <a:pt x="161561" y="1007708"/>
                  </a:lnTo>
                  <a:close/>
                  <a:moveTo>
                    <a:pt x="688096" y="1516239"/>
                  </a:moveTo>
                  <a:lnTo>
                    <a:pt x="675936" y="1573234"/>
                  </a:lnTo>
                  <a:lnTo>
                    <a:pt x="734740" y="1510445"/>
                  </a:lnTo>
                  <a:close/>
                  <a:moveTo>
                    <a:pt x="627396" y="1527605"/>
                  </a:moveTo>
                  <a:lnTo>
                    <a:pt x="688096" y="1516239"/>
                  </a:lnTo>
                  <a:lnTo>
                    <a:pt x="669413" y="1468685"/>
                  </a:lnTo>
                  <a:close/>
                  <a:moveTo>
                    <a:pt x="688096" y="1516239"/>
                  </a:moveTo>
                  <a:lnTo>
                    <a:pt x="740922" y="1506627"/>
                  </a:lnTo>
                  <a:lnTo>
                    <a:pt x="710157" y="1473544"/>
                  </a:lnTo>
                  <a:close/>
                  <a:moveTo>
                    <a:pt x="688096" y="1516239"/>
                  </a:moveTo>
                  <a:lnTo>
                    <a:pt x="710157" y="1473544"/>
                  </a:lnTo>
                  <a:lnTo>
                    <a:pt x="669413" y="1468685"/>
                  </a:lnTo>
                  <a:close/>
                  <a:moveTo>
                    <a:pt x="734740" y="1510445"/>
                  </a:moveTo>
                  <a:lnTo>
                    <a:pt x="770479" y="1549989"/>
                  </a:lnTo>
                  <a:lnTo>
                    <a:pt x="745754" y="1507346"/>
                  </a:lnTo>
                  <a:close/>
                  <a:moveTo>
                    <a:pt x="740922" y="1506627"/>
                  </a:moveTo>
                  <a:lnTo>
                    <a:pt x="734740" y="1510445"/>
                  </a:lnTo>
                  <a:lnTo>
                    <a:pt x="745754" y="1507346"/>
                  </a:lnTo>
                  <a:close/>
                  <a:moveTo>
                    <a:pt x="311507" y="867912"/>
                  </a:moveTo>
                  <a:lnTo>
                    <a:pt x="310956" y="816375"/>
                  </a:lnTo>
                  <a:lnTo>
                    <a:pt x="306961" y="820527"/>
                  </a:lnTo>
                  <a:close/>
                  <a:moveTo>
                    <a:pt x="311363" y="813738"/>
                  </a:moveTo>
                  <a:lnTo>
                    <a:pt x="306961" y="820527"/>
                  </a:lnTo>
                  <a:lnTo>
                    <a:pt x="310956" y="816375"/>
                  </a:lnTo>
                  <a:close/>
                  <a:moveTo>
                    <a:pt x="310956" y="816375"/>
                  </a:moveTo>
                  <a:lnTo>
                    <a:pt x="311507" y="867912"/>
                  </a:lnTo>
                  <a:lnTo>
                    <a:pt x="315799" y="843818"/>
                  </a:lnTo>
                  <a:close/>
                  <a:moveTo>
                    <a:pt x="310956" y="816375"/>
                  </a:moveTo>
                  <a:lnTo>
                    <a:pt x="315799" y="843818"/>
                  </a:lnTo>
                  <a:lnTo>
                    <a:pt x="323941" y="792281"/>
                  </a:lnTo>
                  <a:close/>
                  <a:moveTo>
                    <a:pt x="310956" y="816375"/>
                  </a:moveTo>
                  <a:lnTo>
                    <a:pt x="309628" y="755616"/>
                  </a:lnTo>
                  <a:lnTo>
                    <a:pt x="311363" y="813738"/>
                  </a:lnTo>
                  <a:close/>
                  <a:moveTo>
                    <a:pt x="310062" y="740745"/>
                  </a:moveTo>
                  <a:lnTo>
                    <a:pt x="309628" y="755616"/>
                  </a:lnTo>
                  <a:lnTo>
                    <a:pt x="310956" y="816375"/>
                  </a:lnTo>
                  <a:close/>
                  <a:moveTo>
                    <a:pt x="323941" y="792281"/>
                  </a:moveTo>
                  <a:lnTo>
                    <a:pt x="310062" y="740745"/>
                  </a:lnTo>
                  <a:lnTo>
                    <a:pt x="310956" y="816375"/>
                  </a:lnTo>
                  <a:close/>
                  <a:moveTo>
                    <a:pt x="318953" y="707218"/>
                  </a:moveTo>
                  <a:lnTo>
                    <a:pt x="309628" y="755616"/>
                  </a:lnTo>
                  <a:lnTo>
                    <a:pt x="310062" y="740745"/>
                  </a:lnTo>
                  <a:close/>
                  <a:moveTo>
                    <a:pt x="924382" y="1335090"/>
                  </a:moveTo>
                  <a:lnTo>
                    <a:pt x="905005" y="1359184"/>
                  </a:lnTo>
                  <a:lnTo>
                    <a:pt x="932870" y="1386627"/>
                  </a:lnTo>
                  <a:close/>
                  <a:moveTo>
                    <a:pt x="395476" y="683748"/>
                  </a:moveTo>
                  <a:lnTo>
                    <a:pt x="362023" y="693570"/>
                  </a:lnTo>
                  <a:lnTo>
                    <a:pt x="318953" y="707218"/>
                  </a:lnTo>
                  <a:close/>
                  <a:moveTo>
                    <a:pt x="395476" y="683748"/>
                  </a:moveTo>
                  <a:lnTo>
                    <a:pt x="318953" y="707218"/>
                  </a:lnTo>
                  <a:lnTo>
                    <a:pt x="352594" y="698097"/>
                  </a:lnTo>
                  <a:close/>
                  <a:moveTo>
                    <a:pt x="433626" y="692790"/>
                  </a:moveTo>
                  <a:lnTo>
                    <a:pt x="441659" y="681740"/>
                  </a:lnTo>
                  <a:lnTo>
                    <a:pt x="395476" y="683748"/>
                  </a:lnTo>
                  <a:close/>
                  <a:moveTo>
                    <a:pt x="433626" y="692790"/>
                  </a:moveTo>
                  <a:lnTo>
                    <a:pt x="474887" y="697228"/>
                  </a:lnTo>
                  <a:lnTo>
                    <a:pt x="441659" y="681740"/>
                  </a:lnTo>
                  <a:close/>
                  <a:moveTo>
                    <a:pt x="508294" y="645308"/>
                  </a:moveTo>
                  <a:lnTo>
                    <a:pt x="444594" y="665114"/>
                  </a:lnTo>
                  <a:lnTo>
                    <a:pt x="474887" y="697228"/>
                  </a:lnTo>
                  <a:close/>
                  <a:moveTo>
                    <a:pt x="295572" y="562041"/>
                  </a:moveTo>
                  <a:lnTo>
                    <a:pt x="293119" y="515505"/>
                  </a:lnTo>
                  <a:lnTo>
                    <a:pt x="297777" y="486410"/>
                  </a:lnTo>
                  <a:close/>
                  <a:moveTo>
                    <a:pt x="297777" y="486410"/>
                  </a:moveTo>
                  <a:lnTo>
                    <a:pt x="319737" y="440349"/>
                  </a:lnTo>
                  <a:lnTo>
                    <a:pt x="263187" y="510504"/>
                  </a:lnTo>
                  <a:close/>
                  <a:moveTo>
                    <a:pt x="1010320" y="1235365"/>
                  </a:moveTo>
                  <a:lnTo>
                    <a:pt x="980576" y="1259460"/>
                  </a:lnTo>
                  <a:lnTo>
                    <a:pt x="1044385" y="1286902"/>
                  </a:lnTo>
                  <a:close/>
                  <a:moveTo>
                    <a:pt x="952352" y="1207923"/>
                  </a:moveTo>
                  <a:lnTo>
                    <a:pt x="980576" y="1259460"/>
                  </a:lnTo>
                  <a:lnTo>
                    <a:pt x="1010320" y="1235365"/>
                  </a:lnTo>
                  <a:close/>
                  <a:moveTo>
                    <a:pt x="952352" y="1207923"/>
                  </a:moveTo>
                  <a:lnTo>
                    <a:pt x="1010320" y="1235365"/>
                  </a:lnTo>
                  <a:lnTo>
                    <a:pt x="985408" y="1183829"/>
                  </a:lnTo>
                  <a:close/>
                  <a:moveTo>
                    <a:pt x="940657" y="1156386"/>
                  </a:moveTo>
                  <a:lnTo>
                    <a:pt x="985408" y="1183829"/>
                  </a:lnTo>
                  <a:lnTo>
                    <a:pt x="961496" y="1132292"/>
                  </a:lnTo>
                  <a:close/>
                  <a:moveTo>
                    <a:pt x="359470" y="464124"/>
                  </a:moveTo>
                  <a:lnTo>
                    <a:pt x="367539" y="444398"/>
                  </a:lnTo>
                  <a:lnTo>
                    <a:pt x="319737" y="440349"/>
                  </a:lnTo>
                  <a:close/>
                  <a:moveTo>
                    <a:pt x="359470" y="464124"/>
                  </a:moveTo>
                  <a:lnTo>
                    <a:pt x="401665" y="467803"/>
                  </a:lnTo>
                  <a:lnTo>
                    <a:pt x="367539" y="444398"/>
                  </a:lnTo>
                  <a:close/>
                  <a:moveTo>
                    <a:pt x="401665" y="467803"/>
                  </a:moveTo>
                  <a:lnTo>
                    <a:pt x="359470" y="464124"/>
                  </a:lnTo>
                  <a:lnTo>
                    <a:pt x="414810" y="486236"/>
                  </a:lnTo>
                  <a:close/>
                  <a:moveTo>
                    <a:pt x="719605" y="747442"/>
                  </a:moveTo>
                  <a:lnTo>
                    <a:pt x="693856" y="720000"/>
                  </a:lnTo>
                  <a:lnTo>
                    <a:pt x="693960" y="771536"/>
                  </a:lnTo>
                  <a:close/>
                  <a:moveTo>
                    <a:pt x="481148" y="438223"/>
                  </a:moveTo>
                  <a:lnTo>
                    <a:pt x="493115" y="431437"/>
                  </a:lnTo>
                  <a:lnTo>
                    <a:pt x="477773" y="412066"/>
                  </a:lnTo>
                  <a:close/>
                  <a:moveTo>
                    <a:pt x="1290891" y="1117046"/>
                  </a:moveTo>
                  <a:lnTo>
                    <a:pt x="1306090" y="1111547"/>
                  </a:lnTo>
                  <a:lnTo>
                    <a:pt x="1287409" y="1073242"/>
                  </a:lnTo>
                  <a:close/>
                  <a:moveTo>
                    <a:pt x="1371519" y="1089479"/>
                  </a:moveTo>
                  <a:lnTo>
                    <a:pt x="1306090" y="1111547"/>
                  </a:lnTo>
                  <a:lnTo>
                    <a:pt x="1374989" y="1091110"/>
                  </a:lnTo>
                  <a:close/>
                  <a:moveTo>
                    <a:pt x="1374989" y="1091110"/>
                  </a:moveTo>
                  <a:lnTo>
                    <a:pt x="1303067" y="1131783"/>
                  </a:lnTo>
                  <a:lnTo>
                    <a:pt x="1359650" y="1138990"/>
                  </a:lnTo>
                  <a:close/>
                  <a:moveTo>
                    <a:pt x="1371519" y="1089479"/>
                  </a:moveTo>
                  <a:lnTo>
                    <a:pt x="1287409" y="1073242"/>
                  </a:lnTo>
                  <a:lnTo>
                    <a:pt x="1306090" y="1111547"/>
                  </a:lnTo>
                  <a:close/>
                  <a:moveTo>
                    <a:pt x="1376691" y="1087453"/>
                  </a:moveTo>
                  <a:lnTo>
                    <a:pt x="1412382" y="1056240"/>
                  </a:lnTo>
                  <a:lnTo>
                    <a:pt x="1371519" y="1089479"/>
                  </a:lnTo>
                  <a:close/>
                  <a:moveTo>
                    <a:pt x="1371519" y="1089479"/>
                  </a:moveTo>
                  <a:lnTo>
                    <a:pt x="1374989" y="1091110"/>
                  </a:lnTo>
                  <a:lnTo>
                    <a:pt x="1376691" y="1087453"/>
                  </a:lnTo>
                  <a:close/>
                  <a:moveTo>
                    <a:pt x="1169722" y="982582"/>
                  </a:moveTo>
                  <a:lnTo>
                    <a:pt x="1252945" y="984428"/>
                  </a:lnTo>
                  <a:lnTo>
                    <a:pt x="1252967" y="984241"/>
                  </a:lnTo>
                  <a:close/>
                  <a:moveTo>
                    <a:pt x="1169722" y="982582"/>
                  </a:moveTo>
                  <a:lnTo>
                    <a:pt x="1252967" y="984241"/>
                  </a:lnTo>
                  <a:lnTo>
                    <a:pt x="1192769" y="933850"/>
                  </a:lnTo>
                  <a:close/>
                  <a:moveTo>
                    <a:pt x="1191951" y="932843"/>
                  </a:moveTo>
                  <a:lnTo>
                    <a:pt x="1152067" y="956937"/>
                  </a:lnTo>
                  <a:lnTo>
                    <a:pt x="1169722" y="982582"/>
                  </a:lnTo>
                  <a:close/>
                  <a:moveTo>
                    <a:pt x="1111148" y="668458"/>
                  </a:moveTo>
                  <a:lnTo>
                    <a:pt x="1110278" y="651067"/>
                  </a:lnTo>
                  <a:lnTo>
                    <a:pt x="1089630" y="675161"/>
                  </a:lnTo>
                  <a:close/>
                  <a:moveTo>
                    <a:pt x="1073253" y="391877"/>
                  </a:moveTo>
                  <a:lnTo>
                    <a:pt x="1003069" y="439046"/>
                  </a:lnTo>
                  <a:lnTo>
                    <a:pt x="1032289" y="413395"/>
                  </a:lnTo>
                  <a:close/>
                  <a:moveTo>
                    <a:pt x="1418577" y="884656"/>
                  </a:moveTo>
                  <a:lnTo>
                    <a:pt x="1469513" y="922308"/>
                  </a:lnTo>
                  <a:lnTo>
                    <a:pt x="1448611" y="876559"/>
                  </a:lnTo>
                  <a:close/>
                  <a:moveTo>
                    <a:pt x="1432724" y="862494"/>
                  </a:moveTo>
                  <a:lnTo>
                    <a:pt x="1418577" y="884656"/>
                  </a:lnTo>
                  <a:lnTo>
                    <a:pt x="1448611" y="876559"/>
                  </a:lnTo>
                  <a:close/>
                  <a:moveTo>
                    <a:pt x="1448611" y="876559"/>
                  </a:moveTo>
                  <a:lnTo>
                    <a:pt x="1460864" y="884656"/>
                  </a:lnTo>
                  <a:lnTo>
                    <a:pt x="1432724" y="862494"/>
                  </a:lnTo>
                  <a:close/>
                  <a:moveTo>
                    <a:pt x="1088088" y="415060"/>
                  </a:moveTo>
                  <a:lnTo>
                    <a:pt x="1073180" y="369290"/>
                  </a:lnTo>
                  <a:lnTo>
                    <a:pt x="1073253" y="391877"/>
                  </a:lnTo>
                  <a:close/>
                  <a:moveTo>
                    <a:pt x="1181143" y="396732"/>
                  </a:moveTo>
                  <a:lnTo>
                    <a:pt x="1166772" y="451817"/>
                  </a:lnTo>
                  <a:lnTo>
                    <a:pt x="1165895" y="428674"/>
                  </a:lnTo>
                  <a:close/>
                  <a:moveTo>
                    <a:pt x="817643" y="0"/>
                  </a:moveTo>
                  <a:lnTo>
                    <a:pt x="764300" y="60070"/>
                  </a:lnTo>
                  <a:lnTo>
                    <a:pt x="797794" y="35976"/>
                  </a:lnTo>
                  <a:close/>
                  <a:moveTo>
                    <a:pt x="1195114" y="403019"/>
                  </a:moveTo>
                  <a:lnTo>
                    <a:pt x="1165895" y="428674"/>
                  </a:lnTo>
                  <a:lnTo>
                    <a:pt x="1162480" y="448269"/>
                  </a:lnTo>
                  <a:close/>
                  <a:moveTo>
                    <a:pt x="1230739" y="361538"/>
                  </a:moveTo>
                  <a:lnTo>
                    <a:pt x="1200020" y="381585"/>
                  </a:lnTo>
                  <a:lnTo>
                    <a:pt x="1181143" y="396732"/>
                  </a:lnTo>
                  <a:close/>
                  <a:moveTo>
                    <a:pt x="1374272" y="334327"/>
                  </a:moveTo>
                  <a:lnTo>
                    <a:pt x="1348093" y="292867"/>
                  </a:lnTo>
                  <a:lnTo>
                    <a:pt x="1317325" y="34264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24" name="Output_density__4223">
              <a:extLst>
                <a:ext uri="{FF2B5EF4-FFF2-40B4-BE49-F238E27FC236}">
                  <a16:creationId xmlns:a16="http://schemas.microsoft.com/office/drawing/2014/main" id="{5C4F7058-089D-C612-28B8-DDE6EB475D29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23380"/>
              <a:ext cx="1476908" cy="2082281"/>
            </a:xfrm>
            <a:custGeom>
              <a:avLst/>
              <a:gdLst/>
              <a:ahLst/>
              <a:cxnLst/>
              <a:rect l="0" t="0" r="0" b="0"/>
              <a:pathLst>
                <a:path w="1476908" h="2082281">
                  <a:moveTo>
                    <a:pt x="0" y="1673040"/>
                  </a:moveTo>
                  <a:lnTo>
                    <a:pt x="1308" y="1691216"/>
                  </a:lnTo>
                  <a:lnTo>
                    <a:pt x="32992" y="1707911"/>
                  </a:lnTo>
                  <a:close/>
                  <a:moveTo>
                    <a:pt x="32992" y="1707911"/>
                  </a:moveTo>
                  <a:lnTo>
                    <a:pt x="61768" y="1704805"/>
                  </a:lnTo>
                  <a:lnTo>
                    <a:pt x="0" y="1673040"/>
                  </a:lnTo>
                  <a:close/>
                  <a:moveTo>
                    <a:pt x="304338" y="1906629"/>
                  </a:moveTo>
                  <a:lnTo>
                    <a:pt x="306484" y="1908756"/>
                  </a:lnTo>
                  <a:lnTo>
                    <a:pt x="310008" y="1910021"/>
                  </a:lnTo>
                  <a:close/>
                  <a:moveTo>
                    <a:pt x="304338" y="1906629"/>
                  </a:moveTo>
                  <a:lnTo>
                    <a:pt x="273657" y="1872700"/>
                  </a:lnTo>
                  <a:lnTo>
                    <a:pt x="306484" y="1908756"/>
                  </a:lnTo>
                  <a:close/>
                  <a:moveTo>
                    <a:pt x="462316" y="1995224"/>
                  </a:moveTo>
                  <a:lnTo>
                    <a:pt x="454544" y="1989836"/>
                  </a:lnTo>
                  <a:lnTo>
                    <a:pt x="477344" y="2011632"/>
                  </a:lnTo>
                  <a:close/>
                  <a:moveTo>
                    <a:pt x="517216" y="2025808"/>
                  </a:moveTo>
                  <a:lnTo>
                    <a:pt x="462316" y="1995224"/>
                  </a:lnTo>
                  <a:lnTo>
                    <a:pt x="477344" y="2011632"/>
                  </a:lnTo>
                  <a:close/>
                  <a:moveTo>
                    <a:pt x="419977" y="1971824"/>
                  </a:moveTo>
                  <a:lnTo>
                    <a:pt x="474561" y="2009702"/>
                  </a:lnTo>
                  <a:lnTo>
                    <a:pt x="454544" y="1989836"/>
                  </a:lnTo>
                  <a:close/>
                  <a:moveTo>
                    <a:pt x="538241" y="2037144"/>
                  </a:moveTo>
                  <a:lnTo>
                    <a:pt x="517216" y="2025808"/>
                  </a:lnTo>
                  <a:lnTo>
                    <a:pt x="556633" y="2045546"/>
                  </a:lnTo>
                  <a:close/>
                  <a:moveTo>
                    <a:pt x="433614" y="1985608"/>
                  </a:moveTo>
                  <a:lnTo>
                    <a:pt x="419977" y="1971824"/>
                  </a:lnTo>
                  <a:lnTo>
                    <a:pt x="454544" y="1989836"/>
                  </a:lnTo>
                  <a:close/>
                  <a:moveTo>
                    <a:pt x="390853" y="1958165"/>
                  </a:moveTo>
                  <a:lnTo>
                    <a:pt x="419977" y="1971824"/>
                  </a:lnTo>
                  <a:lnTo>
                    <a:pt x="433614" y="1985608"/>
                  </a:lnTo>
                  <a:close/>
                  <a:moveTo>
                    <a:pt x="304338" y="1906629"/>
                  </a:moveTo>
                  <a:lnTo>
                    <a:pt x="310008" y="1910021"/>
                  </a:lnTo>
                  <a:lnTo>
                    <a:pt x="322554" y="1895691"/>
                  </a:lnTo>
                  <a:close/>
                  <a:moveTo>
                    <a:pt x="304338" y="1906629"/>
                  </a:moveTo>
                  <a:lnTo>
                    <a:pt x="322554" y="1895691"/>
                  </a:lnTo>
                  <a:lnTo>
                    <a:pt x="255639" y="1855092"/>
                  </a:lnTo>
                  <a:close/>
                  <a:moveTo>
                    <a:pt x="363445" y="1830998"/>
                  </a:moveTo>
                  <a:lnTo>
                    <a:pt x="337305" y="1877180"/>
                  </a:lnTo>
                  <a:lnTo>
                    <a:pt x="367317" y="1834539"/>
                  </a:lnTo>
                  <a:close/>
                  <a:moveTo>
                    <a:pt x="367317" y="1834539"/>
                  </a:moveTo>
                  <a:lnTo>
                    <a:pt x="337305" y="1877180"/>
                  </a:lnTo>
                  <a:lnTo>
                    <a:pt x="322554" y="1895691"/>
                  </a:lnTo>
                  <a:close/>
                  <a:moveTo>
                    <a:pt x="367317" y="1834539"/>
                  </a:moveTo>
                  <a:lnTo>
                    <a:pt x="322554" y="1895691"/>
                  </a:lnTo>
                  <a:lnTo>
                    <a:pt x="372416" y="1893136"/>
                  </a:lnTo>
                  <a:close/>
                  <a:moveTo>
                    <a:pt x="171621" y="1628719"/>
                  </a:moveTo>
                  <a:lnTo>
                    <a:pt x="164504" y="1624852"/>
                  </a:lnTo>
                  <a:lnTo>
                    <a:pt x="159011" y="1694822"/>
                  </a:lnTo>
                  <a:close/>
                  <a:moveTo>
                    <a:pt x="538241" y="2037144"/>
                  </a:moveTo>
                  <a:lnTo>
                    <a:pt x="556633" y="2045546"/>
                  </a:lnTo>
                  <a:lnTo>
                    <a:pt x="572017" y="2056023"/>
                  </a:lnTo>
                  <a:close/>
                  <a:moveTo>
                    <a:pt x="572017" y="2056023"/>
                  </a:moveTo>
                  <a:lnTo>
                    <a:pt x="536546" y="2023894"/>
                  </a:lnTo>
                  <a:lnTo>
                    <a:pt x="538241" y="2037144"/>
                  </a:lnTo>
                  <a:close/>
                  <a:moveTo>
                    <a:pt x="552175" y="2021613"/>
                  </a:moveTo>
                  <a:lnTo>
                    <a:pt x="536546" y="2023894"/>
                  </a:lnTo>
                  <a:lnTo>
                    <a:pt x="572017" y="2056023"/>
                  </a:lnTo>
                  <a:close/>
                  <a:moveTo>
                    <a:pt x="599843" y="2025159"/>
                  </a:moveTo>
                  <a:lnTo>
                    <a:pt x="552175" y="2021613"/>
                  </a:lnTo>
                  <a:lnTo>
                    <a:pt x="572017" y="2056023"/>
                  </a:lnTo>
                  <a:close/>
                  <a:moveTo>
                    <a:pt x="517216" y="2025808"/>
                  </a:moveTo>
                  <a:lnTo>
                    <a:pt x="538241" y="2037144"/>
                  </a:lnTo>
                  <a:lnTo>
                    <a:pt x="536546" y="2023894"/>
                  </a:lnTo>
                  <a:close/>
                  <a:moveTo>
                    <a:pt x="358722" y="1806904"/>
                  </a:moveTo>
                  <a:lnTo>
                    <a:pt x="363445" y="1830998"/>
                  </a:lnTo>
                  <a:lnTo>
                    <a:pt x="338807" y="1779462"/>
                  </a:lnTo>
                  <a:close/>
                  <a:moveTo>
                    <a:pt x="136476" y="1573315"/>
                  </a:moveTo>
                  <a:lnTo>
                    <a:pt x="170081" y="1601313"/>
                  </a:lnTo>
                  <a:lnTo>
                    <a:pt x="194384" y="1557277"/>
                  </a:lnTo>
                  <a:close/>
                  <a:moveTo>
                    <a:pt x="179156" y="1573315"/>
                  </a:moveTo>
                  <a:lnTo>
                    <a:pt x="194384" y="1557277"/>
                  </a:lnTo>
                  <a:lnTo>
                    <a:pt x="170081" y="1601313"/>
                  </a:lnTo>
                  <a:close/>
                  <a:moveTo>
                    <a:pt x="707146" y="2040493"/>
                  </a:moveTo>
                  <a:lnTo>
                    <a:pt x="708560" y="2082281"/>
                  </a:lnTo>
                  <a:lnTo>
                    <a:pt x="735342" y="2047514"/>
                  </a:lnTo>
                  <a:close/>
                  <a:moveTo>
                    <a:pt x="707146" y="2040493"/>
                  </a:moveTo>
                  <a:lnTo>
                    <a:pt x="673651" y="2064587"/>
                  </a:lnTo>
                  <a:lnTo>
                    <a:pt x="708560" y="2082281"/>
                  </a:lnTo>
                  <a:close/>
                  <a:moveTo>
                    <a:pt x="422970" y="1639048"/>
                  </a:moveTo>
                  <a:lnTo>
                    <a:pt x="489987" y="1654204"/>
                  </a:lnTo>
                  <a:lnTo>
                    <a:pt x="444698" y="1659552"/>
                  </a:lnTo>
                  <a:close/>
                  <a:moveTo>
                    <a:pt x="357182" y="1641921"/>
                  </a:moveTo>
                  <a:lnTo>
                    <a:pt x="320223" y="1583872"/>
                  </a:lnTo>
                  <a:lnTo>
                    <a:pt x="317729" y="1600758"/>
                  </a:lnTo>
                  <a:close/>
                  <a:moveTo>
                    <a:pt x="331070" y="1584070"/>
                  </a:moveTo>
                  <a:lnTo>
                    <a:pt x="320223" y="1583872"/>
                  </a:lnTo>
                  <a:lnTo>
                    <a:pt x="357182" y="1641921"/>
                  </a:lnTo>
                  <a:close/>
                  <a:moveTo>
                    <a:pt x="388803" y="1625247"/>
                  </a:moveTo>
                  <a:lnTo>
                    <a:pt x="331070" y="1584070"/>
                  </a:lnTo>
                  <a:lnTo>
                    <a:pt x="357182" y="1641921"/>
                  </a:lnTo>
                  <a:close/>
                  <a:moveTo>
                    <a:pt x="294510" y="1582279"/>
                  </a:moveTo>
                  <a:lnTo>
                    <a:pt x="322292" y="1549221"/>
                  </a:lnTo>
                  <a:lnTo>
                    <a:pt x="320223" y="1583872"/>
                  </a:lnTo>
                  <a:close/>
                  <a:moveTo>
                    <a:pt x="335705" y="1561622"/>
                  </a:moveTo>
                  <a:lnTo>
                    <a:pt x="317729" y="1600758"/>
                  </a:lnTo>
                  <a:lnTo>
                    <a:pt x="320223" y="1583872"/>
                  </a:lnTo>
                  <a:close/>
                  <a:moveTo>
                    <a:pt x="393674" y="1603681"/>
                  </a:moveTo>
                  <a:lnTo>
                    <a:pt x="398591" y="1628201"/>
                  </a:lnTo>
                  <a:lnTo>
                    <a:pt x="388803" y="1625247"/>
                  </a:lnTo>
                  <a:close/>
                  <a:moveTo>
                    <a:pt x="243141" y="1545813"/>
                  </a:moveTo>
                  <a:lnTo>
                    <a:pt x="320223" y="1583872"/>
                  </a:lnTo>
                  <a:lnTo>
                    <a:pt x="299350" y="1576664"/>
                  </a:lnTo>
                  <a:close/>
                  <a:moveTo>
                    <a:pt x="250563" y="1549221"/>
                  </a:moveTo>
                  <a:lnTo>
                    <a:pt x="320223" y="1583872"/>
                  </a:lnTo>
                  <a:lnTo>
                    <a:pt x="243141" y="1545813"/>
                  </a:lnTo>
                  <a:close/>
                  <a:moveTo>
                    <a:pt x="294510" y="1582279"/>
                  </a:moveTo>
                  <a:lnTo>
                    <a:pt x="320223" y="1583872"/>
                  </a:lnTo>
                  <a:lnTo>
                    <a:pt x="250563" y="1549221"/>
                  </a:lnTo>
                  <a:close/>
                  <a:moveTo>
                    <a:pt x="398591" y="1628201"/>
                  </a:moveTo>
                  <a:lnTo>
                    <a:pt x="422970" y="1639048"/>
                  </a:lnTo>
                  <a:lnTo>
                    <a:pt x="444698" y="1659552"/>
                  </a:lnTo>
                  <a:close/>
                  <a:moveTo>
                    <a:pt x="748215" y="2028501"/>
                  </a:moveTo>
                  <a:lnTo>
                    <a:pt x="735342" y="2047514"/>
                  </a:lnTo>
                  <a:lnTo>
                    <a:pt x="755968" y="2040493"/>
                  </a:lnTo>
                  <a:close/>
                  <a:moveTo>
                    <a:pt x="748215" y="2028501"/>
                  </a:moveTo>
                  <a:lnTo>
                    <a:pt x="755968" y="2040493"/>
                  </a:lnTo>
                  <a:lnTo>
                    <a:pt x="767170" y="1988330"/>
                  </a:lnTo>
                  <a:close/>
                  <a:moveTo>
                    <a:pt x="398591" y="1628201"/>
                  </a:moveTo>
                  <a:lnTo>
                    <a:pt x="444698" y="1659552"/>
                  </a:lnTo>
                  <a:lnTo>
                    <a:pt x="451852" y="1615567"/>
                  </a:lnTo>
                  <a:close/>
                  <a:moveTo>
                    <a:pt x="494809" y="1618627"/>
                  </a:moveTo>
                  <a:lnTo>
                    <a:pt x="444698" y="1659552"/>
                  </a:lnTo>
                  <a:lnTo>
                    <a:pt x="489987" y="1654204"/>
                  </a:lnTo>
                  <a:close/>
                  <a:moveTo>
                    <a:pt x="494809" y="1618627"/>
                  </a:moveTo>
                  <a:lnTo>
                    <a:pt x="451852" y="1615567"/>
                  </a:lnTo>
                  <a:lnTo>
                    <a:pt x="444698" y="1659552"/>
                  </a:lnTo>
                  <a:close/>
                  <a:moveTo>
                    <a:pt x="445606" y="1557902"/>
                  </a:moveTo>
                  <a:lnTo>
                    <a:pt x="435015" y="1503769"/>
                  </a:lnTo>
                  <a:lnTo>
                    <a:pt x="434775" y="1552570"/>
                  </a:lnTo>
                  <a:close/>
                  <a:moveTo>
                    <a:pt x="477342" y="1511805"/>
                  </a:moveTo>
                  <a:lnTo>
                    <a:pt x="502289" y="1549802"/>
                  </a:lnTo>
                  <a:lnTo>
                    <a:pt x="524371" y="1512960"/>
                  </a:lnTo>
                  <a:close/>
                  <a:moveTo>
                    <a:pt x="449772" y="1501033"/>
                  </a:moveTo>
                  <a:lnTo>
                    <a:pt x="502289" y="1549802"/>
                  </a:lnTo>
                  <a:lnTo>
                    <a:pt x="477342" y="1511805"/>
                  </a:lnTo>
                  <a:close/>
                  <a:moveTo>
                    <a:pt x="524371" y="1512960"/>
                  </a:moveTo>
                  <a:lnTo>
                    <a:pt x="511895" y="1552570"/>
                  </a:lnTo>
                  <a:lnTo>
                    <a:pt x="543650" y="1545264"/>
                  </a:lnTo>
                  <a:close/>
                  <a:moveTo>
                    <a:pt x="547439" y="1464309"/>
                  </a:moveTo>
                  <a:lnTo>
                    <a:pt x="582893" y="1459511"/>
                  </a:lnTo>
                  <a:lnTo>
                    <a:pt x="562539" y="1452846"/>
                  </a:lnTo>
                  <a:close/>
                  <a:moveTo>
                    <a:pt x="212730" y="943108"/>
                  </a:moveTo>
                  <a:lnTo>
                    <a:pt x="240923" y="989016"/>
                  </a:lnTo>
                  <a:lnTo>
                    <a:pt x="226977" y="964862"/>
                  </a:lnTo>
                  <a:close/>
                  <a:moveTo>
                    <a:pt x="949230" y="1813602"/>
                  </a:moveTo>
                  <a:lnTo>
                    <a:pt x="939285" y="1798882"/>
                  </a:lnTo>
                  <a:lnTo>
                    <a:pt x="989350" y="1841044"/>
                  </a:lnTo>
                  <a:close/>
                  <a:moveTo>
                    <a:pt x="958312" y="1737971"/>
                  </a:moveTo>
                  <a:lnTo>
                    <a:pt x="964797" y="1802003"/>
                  </a:lnTo>
                  <a:lnTo>
                    <a:pt x="994939" y="1779801"/>
                  </a:lnTo>
                  <a:close/>
                  <a:moveTo>
                    <a:pt x="578262" y="1400534"/>
                  </a:moveTo>
                  <a:lnTo>
                    <a:pt x="614038" y="1434191"/>
                  </a:lnTo>
                  <a:lnTo>
                    <a:pt x="540499" y="1393252"/>
                  </a:lnTo>
                  <a:close/>
                  <a:moveTo>
                    <a:pt x="614038" y="1434191"/>
                  </a:moveTo>
                  <a:lnTo>
                    <a:pt x="578393" y="1401309"/>
                  </a:lnTo>
                  <a:lnTo>
                    <a:pt x="665379" y="1421012"/>
                  </a:lnTo>
                  <a:close/>
                  <a:moveTo>
                    <a:pt x="578262" y="1400534"/>
                  </a:moveTo>
                  <a:lnTo>
                    <a:pt x="578393" y="1401309"/>
                  </a:lnTo>
                  <a:lnTo>
                    <a:pt x="614038" y="1434191"/>
                  </a:lnTo>
                  <a:close/>
                  <a:moveTo>
                    <a:pt x="240923" y="989016"/>
                  </a:moveTo>
                  <a:lnTo>
                    <a:pt x="234689" y="925256"/>
                  </a:lnTo>
                  <a:lnTo>
                    <a:pt x="226977" y="964862"/>
                  </a:lnTo>
                  <a:close/>
                  <a:moveTo>
                    <a:pt x="1022122" y="1765414"/>
                  </a:moveTo>
                  <a:lnTo>
                    <a:pt x="994939" y="1779801"/>
                  </a:lnTo>
                  <a:lnTo>
                    <a:pt x="1021265" y="1770216"/>
                  </a:lnTo>
                  <a:close/>
                  <a:moveTo>
                    <a:pt x="729965" y="1377215"/>
                  </a:moveTo>
                  <a:lnTo>
                    <a:pt x="712562" y="1367315"/>
                  </a:lnTo>
                  <a:lnTo>
                    <a:pt x="754702" y="1404658"/>
                  </a:lnTo>
                  <a:close/>
                  <a:moveTo>
                    <a:pt x="754026" y="1428752"/>
                  </a:moveTo>
                  <a:lnTo>
                    <a:pt x="729965" y="1377215"/>
                  </a:lnTo>
                  <a:lnTo>
                    <a:pt x="754702" y="1404658"/>
                  </a:lnTo>
                  <a:close/>
                  <a:moveTo>
                    <a:pt x="678715" y="1301584"/>
                  </a:moveTo>
                  <a:lnTo>
                    <a:pt x="693150" y="1350168"/>
                  </a:lnTo>
                  <a:lnTo>
                    <a:pt x="675202" y="1325678"/>
                  </a:lnTo>
                  <a:close/>
                  <a:moveTo>
                    <a:pt x="677468" y="1357864"/>
                  </a:moveTo>
                  <a:lnTo>
                    <a:pt x="693150" y="1350168"/>
                  </a:lnTo>
                  <a:lnTo>
                    <a:pt x="678715" y="1301584"/>
                  </a:lnTo>
                  <a:close/>
                  <a:moveTo>
                    <a:pt x="712562" y="1367315"/>
                  </a:moveTo>
                  <a:lnTo>
                    <a:pt x="693150" y="1350168"/>
                  </a:lnTo>
                  <a:lnTo>
                    <a:pt x="677468" y="1357864"/>
                  </a:lnTo>
                  <a:close/>
                  <a:moveTo>
                    <a:pt x="675490" y="1323918"/>
                  </a:moveTo>
                  <a:lnTo>
                    <a:pt x="677468" y="1357864"/>
                  </a:lnTo>
                  <a:lnTo>
                    <a:pt x="678715" y="1301584"/>
                  </a:lnTo>
                  <a:close/>
                  <a:moveTo>
                    <a:pt x="266712" y="843624"/>
                  </a:moveTo>
                  <a:lnTo>
                    <a:pt x="245169" y="897978"/>
                  </a:lnTo>
                  <a:lnTo>
                    <a:pt x="321990" y="875623"/>
                  </a:lnTo>
                  <a:close/>
                  <a:moveTo>
                    <a:pt x="1079417" y="1786070"/>
                  </a:moveTo>
                  <a:lnTo>
                    <a:pt x="1030403" y="1777495"/>
                  </a:lnTo>
                  <a:lnTo>
                    <a:pt x="1021265" y="1770216"/>
                  </a:lnTo>
                  <a:close/>
                  <a:moveTo>
                    <a:pt x="1088864" y="1753241"/>
                  </a:moveTo>
                  <a:lnTo>
                    <a:pt x="1030403" y="1777495"/>
                  </a:lnTo>
                  <a:lnTo>
                    <a:pt x="1079417" y="1786070"/>
                  </a:lnTo>
                  <a:close/>
                  <a:moveTo>
                    <a:pt x="697342" y="1225954"/>
                  </a:moveTo>
                  <a:lnTo>
                    <a:pt x="707066" y="1267296"/>
                  </a:lnTo>
                  <a:lnTo>
                    <a:pt x="744634" y="1272855"/>
                  </a:lnTo>
                  <a:close/>
                  <a:moveTo>
                    <a:pt x="707066" y="1267296"/>
                  </a:moveTo>
                  <a:lnTo>
                    <a:pt x="761357" y="1295608"/>
                  </a:lnTo>
                  <a:lnTo>
                    <a:pt x="789566" y="1266176"/>
                  </a:lnTo>
                  <a:close/>
                  <a:moveTo>
                    <a:pt x="396522" y="889292"/>
                  </a:moveTo>
                  <a:lnTo>
                    <a:pt x="458885" y="916734"/>
                  </a:lnTo>
                  <a:lnTo>
                    <a:pt x="445119" y="868127"/>
                  </a:lnTo>
                  <a:close/>
                  <a:moveTo>
                    <a:pt x="321990" y="875623"/>
                  </a:moveTo>
                  <a:lnTo>
                    <a:pt x="369007" y="876734"/>
                  </a:lnTo>
                  <a:lnTo>
                    <a:pt x="349680" y="869752"/>
                  </a:lnTo>
                  <a:close/>
                  <a:moveTo>
                    <a:pt x="804983" y="1204675"/>
                  </a:moveTo>
                  <a:lnTo>
                    <a:pt x="789566" y="1266176"/>
                  </a:lnTo>
                  <a:lnTo>
                    <a:pt x="815409" y="1225954"/>
                  </a:lnTo>
                  <a:close/>
                  <a:moveTo>
                    <a:pt x="815409" y="1225954"/>
                  </a:moveTo>
                  <a:lnTo>
                    <a:pt x="806474" y="1194491"/>
                  </a:lnTo>
                  <a:lnTo>
                    <a:pt x="804983" y="1204675"/>
                  </a:lnTo>
                  <a:close/>
                  <a:moveTo>
                    <a:pt x="824210" y="1150323"/>
                  </a:moveTo>
                  <a:lnTo>
                    <a:pt x="806474" y="1194491"/>
                  </a:lnTo>
                  <a:lnTo>
                    <a:pt x="815409" y="1225954"/>
                  </a:lnTo>
                  <a:close/>
                  <a:moveTo>
                    <a:pt x="1048976" y="1346470"/>
                  </a:moveTo>
                  <a:lnTo>
                    <a:pt x="1067464" y="1394182"/>
                  </a:lnTo>
                  <a:lnTo>
                    <a:pt x="1013909" y="1336997"/>
                  </a:lnTo>
                  <a:close/>
                  <a:moveTo>
                    <a:pt x="1008175" y="1332376"/>
                  </a:moveTo>
                  <a:lnTo>
                    <a:pt x="1013909" y="1336997"/>
                  </a:lnTo>
                  <a:lnTo>
                    <a:pt x="1021540" y="1339658"/>
                  </a:lnTo>
                  <a:close/>
                  <a:moveTo>
                    <a:pt x="1008175" y="1332376"/>
                  </a:moveTo>
                  <a:lnTo>
                    <a:pt x="983737" y="1298783"/>
                  </a:lnTo>
                  <a:lnTo>
                    <a:pt x="1013909" y="1336997"/>
                  </a:lnTo>
                  <a:close/>
                  <a:moveTo>
                    <a:pt x="1234931" y="1343659"/>
                  </a:moveTo>
                  <a:lnTo>
                    <a:pt x="1215797" y="1349555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27245" y="1387261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35279" y="1391126"/>
                  </a:lnTo>
                  <a:lnTo>
                    <a:pt x="1327245" y="1387261"/>
                  </a:lnTo>
                  <a:close/>
                  <a:moveTo>
                    <a:pt x="197808" y="101600"/>
                  </a:moveTo>
                  <a:lnTo>
                    <a:pt x="229781" y="113589"/>
                  </a:lnTo>
                  <a:lnTo>
                    <a:pt x="194178" y="72609"/>
                  </a:lnTo>
                  <a:close/>
                  <a:moveTo>
                    <a:pt x="229781" y="113589"/>
                  </a:moveTo>
                  <a:lnTo>
                    <a:pt x="236802" y="57297"/>
                  </a:lnTo>
                  <a:lnTo>
                    <a:pt x="194178" y="72609"/>
                  </a:lnTo>
                  <a:close/>
                  <a:moveTo>
                    <a:pt x="224947" y="12973"/>
                  </a:moveTo>
                  <a:lnTo>
                    <a:pt x="256386" y="47310"/>
                  </a:lnTo>
                  <a:lnTo>
                    <a:pt x="215147" y="0"/>
                  </a:lnTo>
                  <a:close/>
                  <a:moveTo>
                    <a:pt x="1327245" y="1387261"/>
                  </a:moveTo>
                  <a:lnTo>
                    <a:pt x="1335279" y="1391126"/>
                  </a:lnTo>
                  <a:lnTo>
                    <a:pt x="1340973" y="1390779"/>
                  </a:lnTo>
                  <a:close/>
                  <a:moveTo>
                    <a:pt x="1393328" y="1411850"/>
                  </a:moveTo>
                  <a:lnTo>
                    <a:pt x="1340973" y="1390779"/>
                  </a:lnTo>
                  <a:lnTo>
                    <a:pt x="1335279" y="1391126"/>
                  </a:lnTo>
                  <a:close/>
                  <a:moveTo>
                    <a:pt x="1327245" y="1387261"/>
                  </a:moveTo>
                  <a:lnTo>
                    <a:pt x="1340973" y="1390779"/>
                  </a:lnTo>
                  <a:lnTo>
                    <a:pt x="1348026" y="1380762"/>
                  </a:lnTo>
                  <a:close/>
                  <a:moveTo>
                    <a:pt x="1393328" y="1411850"/>
                  </a:moveTo>
                  <a:lnTo>
                    <a:pt x="1425042" y="1418874"/>
                  </a:lnTo>
                  <a:lnTo>
                    <a:pt x="1340973" y="1390779"/>
                  </a:lnTo>
                  <a:close/>
                  <a:moveTo>
                    <a:pt x="1228587" y="1213671"/>
                  </a:moveTo>
                  <a:lnTo>
                    <a:pt x="1222680" y="1208558"/>
                  </a:lnTo>
                  <a:lnTo>
                    <a:pt x="1202364" y="1221897"/>
                  </a:lnTo>
                  <a:close/>
                  <a:moveTo>
                    <a:pt x="1241010" y="1208558"/>
                  </a:moveTo>
                  <a:lnTo>
                    <a:pt x="1228587" y="1213671"/>
                  </a:lnTo>
                  <a:lnTo>
                    <a:pt x="1232373" y="1181115"/>
                  </a:lnTo>
                  <a:close/>
                  <a:moveTo>
                    <a:pt x="1237203" y="1157021"/>
                  </a:moveTo>
                  <a:lnTo>
                    <a:pt x="1241010" y="1208558"/>
                  </a:lnTo>
                  <a:lnTo>
                    <a:pt x="1232373" y="1181115"/>
                  </a:lnTo>
                  <a:close/>
                  <a:moveTo>
                    <a:pt x="1060330" y="905311"/>
                  </a:moveTo>
                  <a:lnTo>
                    <a:pt x="1007714" y="965576"/>
                  </a:lnTo>
                  <a:lnTo>
                    <a:pt x="984108" y="929904"/>
                  </a:lnTo>
                  <a:close/>
                  <a:moveTo>
                    <a:pt x="395467" y="243082"/>
                  </a:moveTo>
                  <a:lnTo>
                    <a:pt x="403911" y="298959"/>
                  </a:lnTo>
                  <a:lnTo>
                    <a:pt x="437674" y="284294"/>
                  </a:lnTo>
                  <a:close/>
                  <a:moveTo>
                    <a:pt x="416315" y="201373"/>
                  </a:moveTo>
                  <a:lnTo>
                    <a:pt x="451744" y="235312"/>
                  </a:lnTo>
                  <a:lnTo>
                    <a:pt x="408365" y="214488"/>
                  </a:lnTo>
                  <a:close/>
                  <a:moveTo>
                    <a:pt x="1447250" y="1400820"/>
                  </a:moveTo>
                  <a:lnTo>
                    <a:pt x="1453534" y="1458453"/>
                  </a:lnTo>
                  <a:lnTo>
                    <a:pt x="1476908" y="1414690"/>
                  </a:lnTo>
                  <a:close/>
                  <a:moveTo>
                    <a:pt x="1215925" y="1002802"/>
                  </a:moveTo>
                  <a:lnTo>
                    <a:pt x="1256586" y="1040661"/>
                  </a:lnTo>
                  <a:lnTo>
                    <a:pt x="1266762" y="1018196"/>
                  </a:lnTo>
                  <a:close/>
                  <a:moveTo>
                    <a:pt x="1197617" y="1002411"/>
                  </a:moveTo>
                  <a:lnTo>
                    <a:pt x="1256586" y="1040661"/>
                  </a:lnTo>
                  <a:lnTo>
                    <a:pt x="1215925" y="1002802"/>
                  </a:lnTo>
                  <a:close/>
                  <a:moveTo>
                    <a:pt x="1060330" y="905311"/>
                  </a:moveTo>
                  <a:lnTo>
                    <a:pt x="1065825" y="893572"/>
                  </a:lnTo>
                  <a:lnTo>
                    <a:pt x="1045051" y="950874"/>
                  </a:lnTo>
                  <a:close/>
                  <a:moveTo>
                    <a:pt x="562922" y="280898"/>
                  </a:moveTo>
                  <a:lnTo>
                    <a:pt x="545462" y="259846"/>
                  </a:lnTo>
                  <a:lnTo>
                    <a:pt x="573180" y="308341"/>
                  </a:lnTo>
                  <a:close/>
                  <a:moveTo>
                    <a:pt x="527838" y="211431"/>
                  </a:moveTo>
                  <a:lnTo>
                    <a:pt x="544662" y="200049"/>
                  </a:lnTo>
                  <a:lnTo>
                    <a:pt x="544399" y="153732"/>
                  </a:lnTo>
                  <a:close/>
                  <a:moveTo>
                    <a:pt x="566984" y="217588"/>
                  </a:moveTo>
                  <a:lnTo>
                    <a:pt x="544662" y="200049"/>
                  </a:lnTo>
                  <a:lnTo>
                    <a:pt x="527838" y="211431"/>
                  </a:lnTo>
                  <a:close/>
                  <a:moveTo>
                    <a:pt x="541011" y="137979"/>
                  </a:moveTo>
                  <a:lnTo>
                    <a:pt x="544399" y="153732"/>
                  </a:lnTo>
                  <a:lnTo>
                    <a:pt x="510750" y="113036"/>
                  </a:lnTo>
                  <a:close/>
                  <a:moveTo>
                    <a:pt x="961302" y="479715"/>
                  </a:moveTo>
                  <a:lnTo>
                    <a:pt x="988212" y="479488"/>
                  </a:lnTo>
                  <a:lnTo>
                    <a:pt x="971200" y="466300"/>
                  </a:lnTo>
                  <a:close/>
                  <a:moveTo>
                    <a:pt x="1352009" y="812838"/>
                  </a:moveTo>
                  <a:lnTo>
                    <a:pt x="1371111" y="878593"/>
                  </a:lnTo>
                  <a:lnTo>
                    <a:pt x="1368441" y="827056"/>
                  </a:lnTo>
                  <a:close/>
                  <a:moveTo>
                    <a:pt x="1352009" y="812838"/>
                  </a:moveTo>
                  <a:lnTo>
                    <a:pt x="1372469" y="858948"/>
                  </a:lnTo>
                  <a:lnTo>
                    <a:pt x="1371111" y="87859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5" name="Output_density__4224">
              <a:extLst>
                <a:ext uri="{FF2B5EF4-FFF2-40B4-BE49-F238E27FC236}">
                  <a16:creationId xmlns:a16="http://schemas.microsoft.com/office/drawing/2014/main" id="{0506060A-B5F4-F967-F4BD-11C6536D8399}"/>
                </a:ext>
              </a:extLst>
            </p:cNvPr>
            <p:cNvSpPr>
              <a:spLocks noGrp="1"/>
            </p:cNvSpPr>
            <p:nvPr/>
          </p:nvSpPr>
          <p:spPr>
            <a:xfrm>
              <a:off x="15511541" y="2736416"/>
              <a:ext cx="1317897" cy="1971242"/>
            </a:xfrm>
            <a:custGeom>
              <a:avLst/>
              <a:gdLst/>
              <a:ahLst/>
              <a:cxnLst/>
              <a:rect l="0" t="0" r="0" b="0"/>
              <a:pathLst>
                <a:path w="1317897" h="1971242">
                  <a:moveTo>
                    <a:pt x="150997" y="1796985"/>
                  </a:moveTo>
                  <a:lnTo>
                    <a:pt x="147473" y="1795720"/>
                  </a:lnTo>
                  <a:lnTo>
                    <a:pt x="171931" y="1835475"/>
                  </a:lnTo>
                  <a:close/>
                  <a:moveTo>
                    <a:pt x="206804" y="1830961"/>
                  </a:moveTo>
                  <a:lnTo>
                    <a:pt x="150997" y="1796985"/>
                  </a:lnTo>
                  <a:lnTo>
                    <a:pt x="171931" y="1835475"/>
                  </a:lnTo>
                  <a:close/>
                  <a:moveTo>
                    <a:pt x="145327" y="1793593"/>
                  </a:moveTo>
                  <a:lnTo>
                    <a:pt x="96628" y="1742056"/>
                  </a:lnTo>
                  <a:lnTo>
                    <a:pt x="114647" y="1759664"/>
                  </a:lnTo>
                  <a:close/>
                  <a:moveTo>
                    <a:pt x="63583" y="1700454"/>
                  </a:moveTo>
                  <a:lnTo>
                    <a:pt x="96628" y="1742056"/>
                  </a:lnTo>
                  <a:lnTo>
                    <a:pt x="86023" y="1728735"/>
                  </a:lnTo>
                  <a:close/>
                  <a:moveTo>
                    <a:pt x="231842" y="1845129"/>
                  </a:moveTo>
                  <a:lnTo>
                    <a:pt x="284620" y="1812326"/>
                  </a:lnTo>
                  <a:lnTo>
                    <a:pt x="213406" y="1780100"/>
                  </a:lnTo>
                  <a:close/>
                  <a:moveTo>
                    <a:pt x="231842" y="1845129"/>
                  </a:moveTo>
                  <a:lnTo>
                    <a:pt x="213406" y="1780100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50997" y="1796985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63544" y="1782655"/>
                  </a:lnTo>
                  <a:lnTo>
                    <a:pt x="150997" y="1796985"/>
                  </a:lnTo>
                  <a:close/>
                  <a:moveTo>
                    <a:pt x="213406" y="1780100"/>
                  </a:moveTo>
                  <a:lnTo>
                    <a:pt x="260756" y="1779587"/>
                  </a:lnTo>
                  <a:lnTo>
                    <a:pt x="208306" y="1721503"/>
                  </a:lnTo>
                  <a:close/>
                  <a:moveTo>
                    <a:pt x="86023" y="1728735"/>
                  </a:moveTo>
                  <a:lnTo>
                    <a:pt x="96628" y="1742056"/>
                  </a:lnTo>
                  <a:lnTo>
                    <a:pt x="113164" y="1722888"/>
                  </a:lnTo>
                  <a:close/>
                  <a:moveTo>
                    <a:pt x="86023" y="1728735"/>
                  </a:moveTo>
                  <a:lnTo>
                    <a:pt x="113164" y="1722888"/>
                  </a:lnTo>
                  <a:lnTo>
                    <a:pt x="57135" y="1690520"/>
                  </a:lnTo>
                  <a:close/>
                  <a:moveTo>
                    <a:pt x="56723" y="1619187"/>
                  </a:moveTo>
                  <a:lnTo>
                    <a:pt x="65048" y="1573777"/>
                  </a:lnTo>
                  <a:lnTo>
                    <a:pt x="8766" y="1587446"/>
                  </a:lnTo>
                  <a:close/>
                  <a:moveTo>
                    <a:pt x="65048" y="1573777"/>
                  </a:moveTo>
                  <a:lnTo>
                    <a:pt x="0" y="1581786"/>
                  </a:lnTo>
                  <a:lnTo>
                    <a:pt x="8766" y="1587446"/>
                  </a:lnTo>
                  <a:close/>
                  <a:moveTo>
                    <a:pt x="12610" y="1515683"/>
                  </a:moveTo>
                  <a:lnTo>
                    <a:pt x="0" y="1581786"/>
                  </a:lnTo>
                  <a:lnTo>
                    <a:pt x="65048" y="1573777"/>
                  </a:lnTo>
                  <a:close/>
                  <a:moveTo>
                    <a:pt x="20146" y="1460279"/>
                  </a:moveTo>
                  <a:lnTo>
                    <a:pt x="11071" y="1488278"/>
                  </a:lnTo>
                  <a:lnTo>
                    <a:pt x="43722" y="1465629"/>
                  </a:lnTo>
                  <a:close/>
                  <a:moveTo>
                    <a:pt x="43722" y="1465629"/>
                  </a:moveTo>
                  <a:lnTo>
                    <a:pt x="11071" y="1488278"/>
                  </a:lnTo>
                  <a:lnTo>
                    <a:pt x="12610" y="1515683"/>
                  </a:lnTo>
                  <a:close/>
                  <a:moveTo>
                    <a:pt x="514641" y="1951551"/>
                  </a:moveTo>
                  <a:lnTo>
                    <a:pt x="494663" y="1938710"/>
                  </a:lnTo>
                  <a:lnTo>
                    <a:pt x="467283" y="1971242"/>
                  </a:lnTo>
                  <a:close/>
                  <a:moveTo>
                    <a:pt x="413007" y="1942987"/>
                  </a:moveTo>
                  <a:lnTo>
                    <a:pt x="467283" y="1971242"/>
                  </a:lnTo>
                  <a:lnTo>
                    <a:pt x="494663" y="1938710"/>
                  </a:lnTo>
                  <a:close/>
                  <a:moveTo>
                    <a:pt x="440832" y="1912123"/>
                  </a:moveTo>
                  <a:lnTo>
                    <a:pt x="413007" y="1942987"/>
                  </a:lnTo>
                  <a:lnTo>
                    <a:pt x="494663" y="1938710"/>
                  </a:lnTo>
                  <a:close/>
                  <a:moveTo>
                    <a:pt x="10554" y="1408743"/>
                  </a:moveTo>
                  <a:lnTo>
                    <a:pt x="8785" y="1393307"/>
                  </a:lnTo>
                  <a:lnTo>
                    <a:pt x="46329" y="1436186"/>
                  </a:lnTo>
                  <a:close/>
                  <a:moveTo>
                    <a:pt x="20146" y="1460279"/>
                  </a:moveTo>
                  <a:lnTo>
                    <a:pt x="10554" y="1408743"/>
                  </a:lnTo>
                  <a:lnTo>
                    <a:pt x="46329" y="1436186"/>
                  </a:lnTo>
                  <a:close/>
                  <a:moveTo>
                    <a:pt x="401595" y="1828556"/>
                  </a:moveTo>
                  <a:lnTo>
                    <a:pt x="416205" y="1820046"/>
                  </a:lnTo>
                  <a:lnTo>
                    <a:pt x="365330" y="1804508"/>
                  </a:lnTo>
                  <a:close/>
                  <a:moveTo>
                    <a:pt x="548136" y="1927457"/>
                  </a:moveTo>
                  <a:lnTo>
                    <a:pt x="576331" y="1934479"/>
                  </a:lnTo>
                  <a:lnTo>
                    <a:pt x="589205" y="1915465"/>
                  </a:lnTo>
                  <a:close/>
                  <a:moveTo>
                    <a:pt x="564481" y="1872822"/>
                  </a:moveTo>
                  <a:lnTo>
                    <a:pt x="589205" y="1915465"/>
                  </a:lnTo>
                  <a:lnTo>
                    <a:pt x="608160" y="1875294"/>
                  </a:lnTo>
                  <a:close/>
                  <a:moveTo>
                    <a:pt x="564481" y="1872822"/>
                  </a:moveTo>
                  <a:lnTo>
                    <a:pt x="608160" y="1875294"/>
                  </a:lnTo>
                  <a:lnTo>
                    <a:pt x="607148" y="1875020"/>
                  </a:lnTo>
                  <a:close/>
                  <a:moveTo>
                    <a:pt x="257768" y="1481907"/>
                  </a:moveTo>
                  <a:lnTo>
                    <a:pt x="239580" y="1515165"/>
                  </a:lnTo>
                  <a:lnTo>
                    <a:pt x="286596" y="1444866"/>
                  </a:lnTo>
                  <a:close/>
                  <a:moveTo>
                    <a:pt x="286596" y="1444866"/>
                  </a:moveTo>
                  <a:lnTo>
                    <a:pt x="239580" y="1515165"/>
                  </a:lnTo>
                  <a:lnTo>
                    <a:pt x="292842" y="1502531"/>
                  </a:lnTo>
                  <a:close/>
                  <a:moveTo>
                    <a:pt x="286596" y="1444866"/>
                  </a:moveTo>
                  <a:lnTo>
                    <a:pt x="275765" y="1439534"/>
                  </a:lnTo>
                  <a:lnTo>
                    <a:pt x="257768" y="1481907"/>
                  </a:lnTo>
                  <a:close/>
                  <a:moveTo>
                    <a:pt x="341070" y="1444005"/>
                  </a:moveTo>
                  <a:lnTo>
                    <a:pt x="331760" y="1439534"/>
                  </a:lnTo>
                  <a:lnTo>
                    <a:pt x="335798" y="1505591"/>
                  </a:lnTo>
                  <a:close/>
                  <a:moveTo>
                    <a:pt x="335798" y="1505591"/>
                  </a:moveTo>
                  <a:lnTo>
                    <a:pt x="331760" y="1439534"/>
                  </a:lnTo>
                  <a:lnTo>
                    <a:pt x="286596" y="1444866"/>
                  </a:lnTo>
                  <a:close/>
                  <a:moveTo>
                    <a:pt x="335798" y="1505591"/>
                  </a:moveTo>
                  <a:lnTo>
                    <a:pt x="286596" y="1444866"/>
                  </a:lnTo>
                  <a:lnTo>
                    <a:pt x="292842" y="1502531"/>
                  </a:lnTo>
                  <a:close/>
                  <a:moveTo>
                    <a:pt x="331760" y="1439534"/>
                  </a:moveTo>
                  <a:lnTo>
                    <a:pt x="290761" y="1387998"/>
                  </a:lnTo>
                  <a:lnTo>
                    <a:pt x="286596" y="1444866"/>
                  </a:lnTo>
                  <a:close/>
                  <a:moveTo>
                    <a:pt x="144751" y="1358733"/>
                  </a:moveTo>
                  <a:lnTo>
                    <a:pt x="187052" y="1299583"/>
                  </a:lnTo>
                  <a:lnTo>
                    <a:pt x="142240" y="1359544"/>
                  </a:lnTo>
                  <a:close/>
                  <a:moveTo>
                    <a:pt x="274038" y="1387998"/>
                  </a:moveTo>
                  <a:lnTo>
                    <a:pt x="259238" y="1429125"/>
                  </a:lnTo>
                  <a:lnTo>
                    <a:pt x="275765" y="1439534"/>
                  </a:lnTo>
                  <a:close/>
                  <a:moveTo>
                    <a:pt x="331760" y="1439534"/>
                  </a:moveTo>
                  <a:lnTo>
                    <a:pt x="343279" y="1436766"/>
                  </a:lnTo>
                  <a:lnTo>
                    <a:pt x="290761" y="1387998"/>
                  </a:lnTo>
                  <a:close/>
                  <a:moveTo>
                    <a:pt x="343279" y="1436766"/>
                  </a:moveTo>
                  <a:lnTo>
                    <a:pt x="352884" y="1439534"/>
                  </a:lnTo>
                  <a:lnTo>
                    <a:pt x="365361" y="1399924"/>
                  </a:lnTo>
                  <a:close/>
                  <a:moveTo>
                    <a:pt x="723731" y="1724660"/>
                  </a:moveTo>
                  <a:lnTo>
                    <a:pt x="741894" y="1759659"/>
                  </a:lnTo>
                  <a:lnTo>
                    <a:pt x="751596" y="1752102"/>
                  </a:lnTo>
                  <a:close/>
                  <a:moveTo>
                    <a:pt x="513862" y="1315716"/>
                  </a:moveTo>
                  <a:lnTo>
                    <a:pt x="547408" y="1384759"/>
                  </a:lnTo>
                  <a:lnTo>
                    <a:pt x="566944" y="1359781"/>
                  </a:lnTo>
                  <a:close/>
                  <a:moveTo>
                    <a:pt x="535473" y="1391346"/>
                  </a:moveTo>
                  <a:lnTo>
                    <a:pt x="547408" y="1384759"/>
                  </a:lnTo>
                  <a:lnTo>
                    <a:pt x="513862" y="1315716"/>
                  </a:lnTo>
                  <a:close/>
                  <a:moveTo>
                    <a:pt x="480416" y="1339810"/>
                  </a:moveTo>
                  <a:lnTo>
                    <a:pt x="535473" y="1391346"/>
                  </a:lnTo>
                  <a:lnTo>
                    <a:pt x="513862" y="1315716"/>
                  </a:lnTo>
                  <a:close/>
                  <a:moveTo>
                    <a:pt x="597071" y="1319623"/>
                  </a:moveTo>
                  <a:lnTo>
                    <a:pt x="566944" y="1359781"/>
                  </a:lnTo>
                  <a:lnTo>
                    <a:pt x="547408" y="1384759"/>
                  </a:lnTo>
                  <a:close/>
                  <a:moveTo>
                    <a:pt x="547408" y="1384759"/>
                  </a:moveTo>
                  <a:lnTo>
                    <a:pt x="582463" y="1367252"/>
                  </a:lnTo>
                  <a:lnTo>
                    <a:pt x="597071" y="1319623"/>
                  </a:lnTo>
                  <a:close/>
                  <a:moveTo>
                    <a:pt x="480416" y="1339810"/>
                  </a:moveTo>
                  <a:lnTo>
                    <a:pt x="513862" y="1315716"/>
                  </a:lnTo>
                  <a:lnTo>
                    <a:pt x="478234" y="1337689"/>
                  </a:lnTo>
                  <a:close/>
                  <a:moveTo>
                    <a:pt x="513862" y="1315716"/>
                  </a:moveTo>
                  <a:lnTo>
                    <a:pt x="506368" y="1307976"/>
                  </a:lnTo>
                  <a:lnTo>
                    <a:pt x="478234" y="1337689"/>
                  </a:lnTo>
                  <a:close/>
                  <a:moveTo>
                    <a:pt x="506368" y="1307976"/>
                  </a:moveTo>
                  <a:lnTo>
                    <a:pt x="419383" y="1288273"/>
                  </a:lnTo>
                  <a:lnTo>
                    <a:pt x="478234" y="1337689"/>
                  </a:lnTo>
                  <a:close/>
                  <a:moveTo>
                    <a:pt x="416213" y="1280478"/>
                  </a:moveTo>
                  <a:lnTo>
                    <a:pt x="419383" y="1288273"/>
                  </a:lnTo>
                  <a:lnTo>
                    <a:pt x="419251" y="1287498"/>
                  </a:lnTo>
                  <a:close/>
                  <a:moveTo>
                    <a:pt x="390820" y="1236736"/>
                  </a:moveTo>
                  <a:lnTo>
                    <a:pt x="416213" y="1280478"/>
                  </a:lnTo>
                  <a:lnTo>
                    <a:pt x="382253" y="1216852"/>
                  </a:lnTo>
                  <a:close/>
                  <a:moveTo>
                    <a:pt x="382253" y="1216852"/>
                  </a:moveTo>
                  <a:lnTo>
                    <a:pt x="416213" y="1280478"/>
                  </a:lnTo>
                  <a:lnTo>
                    <a:pt x="419251" y="1287498"/>
                  </a:lnTo>
                  <a:close/>
                  <a:moveTo>
                    <a:pt x="382253" y="1216852"/>
                  </a:moveTo>
                  <a:lnTo>
                    <a:pt x="419251" y="1287498"/>
                  </a:lnTo>
                  <a:lnTo>
                    <a:pt x="381489" y="1280216"/>
                  </a:lnTo>
                  <a:close/>
                  <a:moveTo>
                    <a:pt x="390820" y="1236736"/>
                  </a:moveTo>
                  <a:lnTo>
                    <a:pt x="382253" y="1216852"/>
                  </a:lnTo>
                  <a:lnTo>
                    <a:pt x="351346" y="1179236"/>
                  </a:lnTo>
                  <a:close/>
                  <a:moveTo>
                    <a:pt x="81913" y="875980"/>
                  </a:moveTo>
                  <a:lnTo>
                    <a:pt x="138463" y="805825"/>
                  </a:lnTo>
                  <a:lnTo>
                    <a:pt x="75679" y="812220"/>
                  </a:lnTo>
                  <a:close/>
                  <a:moveTo>
                    <a:pt x="75679" y="812220"/>
                  </a:moveTo>
                  <a:lnTo>
                    <a:pt x="138463" y="805825"/>
                  </a:lnTo>
                  <a:lnTo>
                    <a:pt x="124936" y="810157"/>
                  </a:lnTo>
                  <a:close/>
                  <a:moveTo>
                    <a:pt x="382187" y="1212643"/>
                  </a:moveTo>
                  <a:lnTo>
                    <a:pt x="351346" y="1179236"/>
                  </a:lnTo>
                  <a:lnTo>
                    <a:pt x="382253" y="1216852"/>
                  </a:lnTo>
                  <a:close/>
                  <a:moveTo>
                    <a:pt x="799302" y="1624935"/>
                  </a:moveTo>
                  <a:lnTo>
                    <a:pt x="835929" y="1666765"/>
                  </a:lnTo>
                  <a:lnTo>
                    <a:pt x="863112" y="1652378"/>
                  </a:lnTo>
                  <a:close/>
                  <a:moveTo>
                    <a:pt x="780222" y="1497768"/>
                  </a:moveTo>
                  <a:lnTo>
                    <a:pt x="815982" y="1457287"/>
                  </a:lnTo>
                  <a:lnTo>
                    <a:pt x="759383" y="1521862"/>
                  </a:lnTo>
                  <a:close/>
                  <a:moveTo>
                    <a:pt x="590357" y="1312421"/>
                  </a:moveTo>
                  <a:lnTo>
                    <a:pt x="595016" y="1315716"/>
                  </a:lnTo>
                  <a:lnTo>
                    <a:pt x="595692" y="1291622"/>
                  </a:lnTo>
                  <a:close/>
                  <a:moveTo>
                    <a:pt x="566944" y="1359781"/>
                  </a:moveTo>
                  <a:lnTo>
                    <a:pt x="595016" y="1315716"/>
                  </a:lnTo>
                  <a:lnTo>
                    <a:pt x="590357" y="1312421"/>
                  </a:lnTo>
                  <a:close/>
                  <a:moveTo>
                    <a:pt x="605910" y="1330794"/>
                  </a:moveTo>
                  <a:lnTo>
                    <a:pt x="582463" y="1367252"/>
                  </a:lnTo>
                  <a:lnTo>
                    <a:pt x="626370" y="1358547"/>
                  </a:lnTo>
                  <a:close/>
                  <a:moveTo>
                    <a:pt x="565050" y="1291622"/>
                  </a:moveTo>
                  <a:lnTo>
                    <a:pt x="566944" y="1359781"/>
                  </a:lnTo>
                  <a:lnTo>
                    <a:pt x="590357" y="1312421"/>
                  </a:lnTo>
                  <a:close/>
                  <a:moveTo>
                    <a:pt x="513862" y="1315716"/>
                  </a:moveTo>
                  <a:lnTo>
                    <a:pt x="581089" y="1277767"/>
                  </a:lnTo>
                  <a:lnTo>
                    <a:pt x="518457" y="1244828"/>
                  </a:lnTo>
                  <a:close/>
                  <a:moveTo>
                    <a:pt x="518457" y="1244828"/>
                  </a:moveTo>
                  <a:lnTo>
                    <a:pt x="581089" y="1277767"/>
                  </a:lnTo>
                  <a:lnTo>
                    <a:pt x="553551" y="1254279"/>
                  </a:lnTo>
                  <a:close/>
                  <a:moveTo>
                    <a:pt x="513862" y="1315716"/>
                  </a:moveTo>
                  <a:lnTo>
                    <a:pt x="518457" y="1244828"/>
                  </a:lnTo>
                  <a:lnTo>
                    <a:pt x="506368" y="1307976"/>
                  </a:lnTo>
                  <a:close/>
                  <a:moveTo>
                    <a:pt x="595692" y="1291622"/>
                  </a:moveTo>
                  <a:lnTo>
                    <a:pt x="553551" y="1254279"/>
                  </a:lnTo>
                  <a:lnTo>
                    <a:pt x="581089" y="1277767"/>
                  </a:lnTo>
                  <a:close/>
                  <a:moveTo>
                    <a:pt x="527613" y="1149881"/>
                  </a:moveTo>
                  <a:lnTo>
                    <a:pt x="548055" y="1154260"/>
                  </a:lnTo>
                  <a:lnTo>
                    <a:pt x="512686" y="1137012"/>
                  </a:lnTo>
                  <a:close/>
                  <a:moveTo>
                    <a:pt x="503831" y="1163592"/>
                  </a:moveTo>
                  <a:lnTo>
                    <a:pt x="519704" y="1188549"/>
                  </a:lnTo>
                  <a:lnTo>
                    <a:pt x="491886" y="1161106"/>
                  </a:lnTo>
                  <a:close/>
                  <a:moveTo>
                    <a:pt x="233537" y="851712"/>
                  </a:moveTo>
                  <a:lnTo>
                    <a:pt x="241391" y="851886"/>
                  </a:lnTo>
                  <a:lnTo>
                    <a:pt x="220391" y="833279"/>
                  </a:lnTo>
                  <a:close/>
                  <a:moveTo>
                    <a:pt x="233537" y="851712"/>
                  </a:moveTo>
                  <a:lnTo>
                    <a:pt x="256331" y="827793"/>
                  </a:lnTo>
                  <a:lnTo>
                    <a:pt x="252138" y="845451"/>
                  </a:lnTo>
                  <a:close/>
                  <a:moveTo>
                    <a:pt x="86158" y="784942"/>
                  </a:moveTo>
                  <a:lnTo>
                    <a:pt x="134488" y="790962"/>
                  </a:lnTo>
                  <a:lnTo>
                    <a:pt x="162979" y="762587"/>
                  </a:lnTo>
                  <a:close/>
                  <a:moveTo>
                    <a:pt x="162979" y="762587"/>
                  </a:moveTo>
                  <a:lnTo>
                    <a:pt x="134488" y="790962"/>
                  </a:lnTo>
                  <a:lnTo>
                    <a:pt x="209996" y="763698"/>
                  </a:lnTo>
                  <a:close/>
                  <a:moveTo>
                    <a:pt x="771155" y="1379547"/>
                  </a:moveTo>
                  <a:lnTo>
                    <a:pt x="720428" y="1446232"/>
                  </a:lnTo>
                  <a:lnTo>
                    <a:pt x="720796" y="1445248"/>
                  </a:lnTo>
                  <a:close/>
                  <a:moveTo>
                    <a:pt x="462511" y="1126843"/>
                  </a:moveTo>
                  <a:lnTo>
                    <a:pt x="503831" y="1163592"/>
                  </a:lnTo>
                  <a:lnTo>
                    <a:pt x="474499" y="1137012"/>
                  </a:lnTo>
                  <a:close/>
                  <a:moveTo>
                    <a:pt x="519104" y="1181559"/>
                  </a:moveTo>
                  <a:lnTo>
                    <a:pt x="516480" y="1210882"/>
                  </a:lnTo>
                  <a:lnTo>
                    <a:pt x="519704" y="1188549"/>
                  </a:lnTo>
                  <a:close/>
                  <a:moveTo>
                    <a:pt x="519704" y="1188549"/>
                  </a:moveTo>
                  <a:lnTo>
                    <a:pt x="503831" y="1163592"/>
                  </a:lnTo>
                  <a:lnTo>
                    <a:pt x="519104" y="1181559"/>
                  </a:lnTo>
                  <a:close/>
                  <a:moveTo>
                    <a:pt x="449763" y="1085476"/>
                  </a:moveTo>
                  <a:lnTo>
                    <a:pt x="465629" y="1061565"/>
                  </a:lnTo>
                  <a:lnTo>
                    <a:pt x="474499" y="1137012"/>
                  </a:lnTo>
                  <a:close/>
                  <a:moveTo>
                    <a:pt x="538332" y="1112918"/>
                  </a:moveTo>
                  <a:lnTo>
                    <a:pt x="497379" y="1073736"/>
                  </a:lnTo>
                  <a:lnTo>
                    <a:pt x="512583" y="1085476"/>
                  </a:lnTo>
                  <a:close/>
                  <a:moveTo>
                    <a:pt x="645972" y="1091639"/>
                  </a:moveTo>
                  <a:lnTo>
                    <a:pt x="588810" y="1100129"/>
                  </a:lnTo>
                  <a:lnTo>
                    <a:pt x="585623" y="1159820"/>
                  </a:lnTo>
                  <a:close/>
                  <a:moveTo>
                    <a:pt x="1109617" y="1482522"/>
                  </a:moveTo>
                  <a:lnTo>
                    <a:pt x="1061632" y="1447004"/>
                  </a:lnTo>
                  <a:lnTo>
                    <a:pt x="1109299" y="1477023"/>
                  </a:lnTo>
                  <a:close/>
                  <a:moveTo>
                    <a:pt x="1049925" y="1403231"/>
                  </a:moveTo>
                  <a:lnTo>
                    <a:pt x="1023039" y="1389441"/>
                  </a:lnTo>
                  <a:lnTo>
                    <a:pt x="1098893" y="1425487"/>
                  </a:lnTo>
                  <a:close/>
                  <a:moveTo>
                    <a:pt x="1018570" y="1373950"/>
                  </a:moveTo>
                  <a:lnTo>
                    <a:pt x="1023039" y="1389441"/>
                  </a:lnTo>
                  <a:lnTo>
                    <a:pt x="1049925" y="1403231"/>
                  </a:lnTo>
                  <a:close/>
                  <a:moveTo>
                    <a:pt x="854898" y="1223961"/>
                  </a:moveTo>
                  <a:lnTo>
                    <a:pt x="911529" y="1270877"/>
                  </a:lnTo>
                  <a:lnTo>
                    <a:pt x="862530" y="1226622"/>
                  </a:lnTo>
                  <a:close/>
                  <a:moveTo>
                    <a:pt x="908453" y="1281147"/>
                  </a:moveTo>
                  <a:lnTo>
                    <a:pt x="911529" y="1270877"/>
                  </a:lnTo>
                  <a:lnTo>
                    <a:pt x="854898" y="1223961"/>
                  </a:lnTo>
                  <a:close/>
                  <a:moveTo>
                    <a:pt x="849164" y="1219340"/>
                  </a:moveTo>
                  <a:lnTo>
                    <a:pt x="809089" y="1167803"/>
                  </a:lnTo>
                  <a:lnTo>
                    <a:pt x="824726" y="1185747"/>
                  </a:lnTo>
                  <a:close/>
                  <a:moveTo>
                    <a:pt x="1088794" y="1461469"/>
                  </a:moveTo>
                  <a:lnTo>
                    <a:pt x="1139069" y="1521321"/>
                  </a:lnTo>
                  <a:lnTo>
                    <a:pt x="1109299" y="1477023"/>
                  </a:lnTo>
                  <a:close/>
                  <a:moveTo>
                    <a:pt x="1109299" y="1477023"/>
                  </a:moveTo>
                  <a:lnTo>
                    <a:pt x="1139069" y="1521321"/>
                  </a:lnTo>
                  <a:lnTo>
                    <a:pt x="1121793" y="1497259"/>
                  </a:lnTo>
                  <a:close/>
                  <a:moveTo>
                    <a:pt x="1113039" y="1416997"/>
                  </a:moveTo>
                  <a:lnTo>
                    <a:pt x="1049925" y="1403231"/>
                  </a:lnTo>
                  <a:lnTo>
                    <a:pt x="1098893" y="1425487"/>
                  </a:lnTo>
                  <a:close/>
                  <a:moveTo>
                    <a:pt x="1085795" y="1298319"/>
                  </a:moveTo>
                  <a:lnTo>
                    <a:pt x="1071693" y="1349717"/>
                  </a:lnTo>
                  <a:lnTo>
                    <a:pt x="1097482" y="1304159"/>
                  </a:lnTo>
                  <a:close/>
                  <a:moveTo>
                    <a:pt x="911529" y="1270877"/>
                  </a:moveTo>
                  <a:lnTo>
                    <a:pt x="936438" y="1258396"/>
                  </a:lnTo>
                  <a:lnTo>
                    <a:pt x="862530" y="1226622"/>
                  </a:lnTo>
                  <a:close/>
                  <a:moveTo>
                    <a:pt x="1065209" y="1292414"/>
                  </a:moveTo>
                  <a:lnTo>
                    <a:pt x="1048211" y="1261922"/>
                  </a:lnTo>
                  <a:lnTo>
                    <a:pt x="1031777" y="1246783"/>
                  </a:lnTo>
                  <a:close/>
                  <a:moveTo>
                    <a:pt x="1025246" y="1224178"/>
                  </a:moveTo>
                  <a:lnTo>
                    <a:pt x="1065209" y="1292414"/>
                  </a:lnTo>
                  <a:lnTo>
                    <a:pt x="1031777" y="1246783"/>
                  </a:lnTo>
                  <a:close/>
                  <a:moveTo>
                    <a:pt x="1130468" y="1259894"/>
                  </a:moveTo>
                  <a:lnTo>
                    <a:pt x="1168234" y="1274225"/>
                  </a:lnTo>
                  <a:lnTo>
                    <a:pt x="1159253" y="1232615"/>
                  </a:lnTo>
                  <a:close/>
                  <a:moveTo>
                    <a:pt x="1159253" y="1232615"/>
                  </a:moveTo>
                  <a:lnTo>
                    <a:pt x="1168234" y="1274225"/>
                  </a:lnTo>
                  <a:lnTo>
                    <a:pt x="1194928" y="1200176"/>
                  </a:lnTo>
                  <a:close/>
                  <a:moveTo>
                    <a:pt x="1194928" y="1200176"/>
                  </a:moveTo>
                  <a:lnTo>
                    <a:pt x="1168234" y="1274225"/>
                  </a:lnTo>
                  <a:lnTo>
                    <a:pt x="1189015" y="1267727"/>
                  </a:lnTo>
                  <a:close/>
                  <a:moveTo>
                    <a:pt x="1194928" y="1200176"/>
                  </a:moveTo>
                  <a:lnTo>
                    <a:pt x="1192179" y="1198595"/>
                  </a:lnTo>
                  <a:lnTo>
                    <a:pt x="1159253" y="1232615"/>
                  </a:lnTo>
                  <a:close/>
                  <a:moveTo>
                    <a:pt x="1237303" y="1250132"/>
                  </a:moveTo>
                  <a:lnTo>
                    <a:pt x="1266031" y="1305839"/>
                  </a:lnTo>
                  <a:lnTo>
                    <a:pt x="1258292" y="1301668"/>
                  </a:lnTo>
                  <a:close/>
                  <a:moveTo>
                    <a:pt x="1181962" y="1277743"/>
                  </a:moveTo>
                  <a:lnTo>
                    <a:pt x="1266031" y="1305839"/>
                  </a:lnTo>
                  <a:lnTo>
                    <a:pt x="1237303" y="1250132"/>
                  </a:lnTo>
                  <a:close/>
                  <a:moveTo>
                    <a:pt x="1237303" y="1250132"/>
                  </a:moveTo>
                  <a:lnTo>
                    <a:pt x="1189015" y="1267727"/>
                  </a:lnTo>
                  <a:lnTo>
                    <a:pt x="1181962" y="1277743"/>
                  </a:lnTo>
                  <a:close/>
                  <a:moveTo>
                    <a:pt x="1189015" y="1267727"/>
                  </a:moveTo>
                  <a:lnTo>
                    <a:pt x="1251450" y="1227970"/>
                  </a:lnTo>
                  <a:lnTo>
                    <a:pt x="1234896" y="1205666"/>
                  </a:lnTo>
                  <a:close/>
                  <a:moveTo>
                    <a:pt x="1189015" y="1267727"/>
                  </a:moveTo>
                  <a:lnTo>
                    <a:pt x="1234896" y="1205666"/>
                  </a:lnTo>
                  <a:lnTo>
                    <a:pt x="1194928" y="1200176"/>
                  </a:lnTo>
                  <a:close/>
                  <a:moveTo>
                    <a:pt x="1266031" y="1305839"/>
                  </a:moveTo>
                  <a:lnTo>
                    <a:pt x="1234318" y="1298814"/>
                  </a:lnTo>
                  <a:lnTo>
                    <a:pt x="1279590" y="1250132"/>
                  </a:lnTo>
                  <a:close/>
                  <a:moveTo>
                    <a:pt x="1194928" y="1200176"/>
                  </a:moveTo>
                  <a:lnTo>
                    <a:pt x="1155084" y="1177248"/>
                  </a:lnTo>
                  <a:lnTo>
                    <a:pt x="1192179" y="1198595"/>
                  </a:lnTo>
                  <a:close/>
                  <a:moveTo>
                    <a:pt x="1192179" y="1198595"/>
                  </a:moveTo>
                  <a:lnTo>
                    <a:pt x="1141138" y="1171152"/>
                  </a:lnTo>
                  <a:lnTo>
                    <a:pt x="1141358" y="1147058"/>
                  </a:lnTo>
                  <a:close/>
                  <a:moveTo>
                    <a:pt x="1097610" y="1137043"/>
                  </a:moveTo>
                  <a:lnTo>
                    <a:pt x="1134160" y="1138798"/>
                  </a:lnTo>
                  <a:lnTo>
                    <a:pt x="1141358" y="1147058"/>
                  </a:lnTo>
                  <a:close/>
                  <a:moveTo>
                    <a:pt x="1043353" y="1108861"/>
                  </a:moveTo>
                  <a:lnTo>
                    <a:pt x="1026956" y="1087330"/>
                  </a:lnTo>
                  <a:lnTo>
                    <a:pt x="989691" y="1082902"/>
                  </a:lnTo>
                  <a:close/>
                  <a:moveTo>
                    <a:pt x="813058" y="810396"/>
                  </a:moveTo>
                  <a:lnTo>
                    <a:pt x="825097" y="816868"/>
                  </a:lnTo>
                  <a:lnTo>
                    <a:pt x="848703" y="852540"/>
                  </a:lnTo>
                  <a:close/>
                  <a:moveTo>
                    <a:pt x="1267337" y="1242034"/>
                  </a:moveTo>
                  <a:lnTo>
                    <a:pt x="1317874" y="1301644"/>
                  </a:lnTo>
                  <a:lnTo>
                    <a:pt x="1279590" y="1250132"/>
                  </a:lnTo>
                  <a:close/>
                  <a:moveTo>
                    <a:pt x="1288239" y="1287784"/>
                  </a:moveTo>
                  <a:lnTo>
                    <a:pt x="1317897" y="1301655"/>
                  </a:lnTo>
                  <a:lnTo>
                    <a:pt x="1267337" y="1242034"/>
                  </a:lnTo>
                  <a:close/>
                  <a:moveTo>
                    <a:pt x="1041408" y="872564"/>
                  </a:moveTo>
                  <a:lnTo>
                    <a:pt x="1038607" y="889375"/>
                  </a:lnTo>
                  <a:lnTo>
                    <a:pt x="1056915" y="889766"/>
                  </a:lnTo>
                  <a:close/>
                  <a:moveTo>
                    <a:pt x="891979" y="757352"/>
                  </a:moveTo>
                  <a:lnTo>
                    <a:pt x="916352" y="762208"/>
                  </a:lnTo>
                  <a:lnTo>
                    <a:pt x="906814" y="780536"/>
                  </a:lnTo>
                  <a:close/>
                  <a:moveTo>
                    <a:pt x="870338" y="716215"/>
                  </a:moveTo>
                  <a:lnTo>
                    <a:pt x="916352" y="762208"/>
                  </a:lnTo>
                  <a:lnTo>
                    <a:pt x="891979" y="757352"/>
                  </a:lnTo>
                  <a:close/>
                  <a:moveTo>
                    <a:pt x="368827" y="98396"/>
                  </a:moveTo>
                  <a:lnTo>
                    <a:pt x="386452" y="146810"/>
                  </a:lnTo>
                  <a:lnTo>
                    <a:pt x="407973" y="104553"/>
                  </a:lnTo>
                  <a:close/>
                  <a:moveTo>
                    <a:pt x="370994" y="71990"/>
                  </a:moveTo>
                  <a:lnTo>
                    <a:pt x="368827" y="98396"/>
                  </a:lnTo>
                  <a:lnTo>
                    <a:pt x="385389" y="40696"/>
                  </a:lnTo>
                  <a:close/>
                  <a:moveTo>
                    <a:pt x="319690" y="15071"/>
                  </a:moveTo>
                  <a:lnTo>
                    <a:pt x="311355" y="23688"/>
                  </a:lnTo>
                  <a:lnTo>
                    <a:pt x="351739" y="0"/>
                  </a:lnTo>
                  <a:close/>
                  <a:moveTo>
                    <a:pt x="1041408" y="872564"/>
                  </a:moveTo>
                  <a:lnTo>
                    <a:pt x="1029666" y="865282"/>
                  </a:lnTo>
                  <a:lnTo>
                    <a:pt x="985499" y="817292"/>
                  </a:lnTo>
                  <a:close/>
                  <a:moveTo>
                    <a:pt x="1016379" y="830169"/>
                  </a:moveTo>
                  <a:lnTo>
                    <a:pt x="1041408" y="872564"/>
                  </a:lnTo>
                  <a:lnTo>
                    <a:pt x="985499" y="817292"/>
                  </a:lnTo>
                  <a:close/>
                  <a:moveTo>
                    <a:pt x="382000" y="24944"/>
                  </a:moveTo>
                  <a:lnTo>
                    <a:pt x="370994" y="71990"/>
                  </a:lnTo>
                  <a:lnTo>
                    <a:pt x="385389" y="40696"/>
                  </a:lnTo>
                  <a:close/>
                  <a:moveTo>
                    <a:pt x="795518" y="341356"/>
                  </a:moveTo>
                  <a:lnTo>
                    <a:pt x="812190" y="353264"/>
                  </a:lnTo>
                  <a:lnTo>
                    <a:pt x="763720" y="318962"/>
                  </a:lnTo>
                  <a:close/>
                  <a:moveTo>
                    <a:pt x="1166820" y="658343"/>
                  </a:moveTo>
                  <a:lnTo>
                    <a:pt x="1192998" y="699803"/>
                  </a:lnTo>
                  <a:lnTo>
                    <a:pt x="1209430" y="71402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26" name="Output_density__4225">
              <a:extLst>
                <a:ext uri="{FF2B5EF4-FFF2-40B4-BE49-F238E27FC236}">
                  <a16:creationId xmlns:a16="http://schemas.microsoft.com/office/drawing/2014/main" id="{358FA085-5954-AC76-6DD8-089DFA4466AB}"/>
                </a:ext>
              </a:extLst>
            </p:cNvPr>
            <p:cNvSpPr>
              <a:spLocks noGrp="1"/>
            </p:cNvSpPr>
            <p:nvPr/>
          </p:nvSpPr>
          <p:spPr>
            <a:xfrm>
              <a:off x="15385522" y="2670690"/>
              <a:ext cx="1344122" cy="2034971"/>
            </a:xfrm>
            <a:custGeom>
              <a:avLst/>
              <a:gdLst/>
              <a:ahLst/>
              <a:cxnLst/>
              <a:rect l="0" t="0" r="0" b="0"/>
              <a:pathLst>
                <a:path w="1344122" h="2034971">
                  <a:moveTo>
                    <a:pt x="80259" y="1651099"/>
                  </a:moveTo>
                  <a:lnTo>
                    <a:pt x="28776" y="1657495"/>
                  </a:lnTo>
                  <a:lnTo>
                    <a:pt x="0" y="1660601"/>
                  </a:lnTo>
                  <a:close/>
                  <a:moveTo>
                    <a:pt x="131513" y="1577542"/>
                  </a:moveTo>
                  <a:lnTo>
                    <a:pt x="83335" y="1651122"/>
                  </a:lnTo>
                  <a:lnTo>
                    <a:pt x="126019" y="1647512"/>
                  </a:lnTo>
                  <a:close/>
                  <a:moveTo>
                    <a:pt x="702179" y="2017277"/>
                  </a:moveTo>
                  <a:lnTo>
                    <a:pt x="702350" y="2000205"/>
                  </a:lnTo>
                  <a:lnTo>
                    <a:pt x="675568" y="2034971"/>
                  </a:lnTo>
                  <a:close/>
                  <a:moveTo>
                    <a:pt x="702179" y="2017277"/>
                  </a:moveTo>
                  <a:lnTo>
                    <a:pt x="722976" y="1993183"/>
                  </a:lnTo>
                  <a:lnTo>
                    <a:pt x="702350" y="2000205"/>
                  </a:lnTo>
                  <a:close/>
                  <a:moveTo>
                    <a:pt x="360682" y="1556371"/>
                  </a:moveTo>
                  <a:lnTo>
                    <a:pt x="355811" y="1577937"/>
                  </a:lnTo>
                  <a:lnTo>
                    <a:pt x="324190" y="1594612"/>
                  </a:lnTo>
                  <a:close/>
                  <a:moveTo>
                    <a:pt x="734179" y="1941020"/>
                  </a:moveTo>
                  <a:lnTo>
                    <a:pt x="722976" y="1993183"/>
                  </a:lnTo>
                  <a:lnTo>
                    <a:pt x="733749" y="1942925"/>
                  </a:lnTo>
                  <a:close/>
                  <a:moveTo>
                    <a:pt x="278246" y="1355638"/>
                  </a:moveTo>
                  <a:lnTo>
                    <a:pt x="251617" y="1314544"/>
                  </a:lnTo>
                  <a:lnTo>
                    <a:pt x="326966" y="1335190"/>
                  </a:lnTo>
                  <a:close/>
                  <a:moveTo>
                    <a:pt x="491379" y="1465650"/>
                  </a:moveTo>
                  <a:lnTo>
                    <a:pt x="510658" y="1497954"/>
                  </a:lnTo>
                  <a:lnTo>
                    <a:pt x="535834" y="1457182"/>
                  </a:lnTo>
                  <a:close/>
                  <a:moveTo>
                    <a:pt x="358623" y="1318650"/>
                  </a:moveTo>
                  <a:lnTo>
                    <a:pt x="373868" y="1291121"/>
                  </a:lnTo>
                  <a:lnTo>
                    <a:pt x="367856" y="1275020"/>
                  </a:lnTo>
                  <a:close/>
                  <a:moveTo>
                    <a:pt x="326966" y="1335190"/>
                  </a:moveTo>
                  <a:lnTo>
                    <a:pt x="371615" y="1327448"/>
                  </a:lnTo>
                  <a:lnTo>
                    <a:pt x="358623" y="1318650"/>
                  </a:lnTo>
                  <a:close/>
                  <a:moveTo>
                    <a:pt x="535834" y="1457182"/>
                  </a:moveTo>
                  <a:lnTo>
                    <a:pt x="549901" y="1412202"/>
                  </a:lnTo>
                  <a:lnTo>
                    <a:pt x="514447" y="1416999"/>
                  </a:lnTo>
                  <a:close/>
                  <a:moveTo>
                    <a:pt x="491379" y="1465650"/>
                  </a:moveTo>
                  <a:lnTo>
                    <a:pt x="535834" y="1457182"/>
                  </a:lnTo>
                  <a:lnTo>
                    <a:pt x="514447" y="1416999"/>
                  </a:lnTo>
                  <a:close/>
                  <a:moveTo>
                    <a:pt x="549901" y="1412202"/>
                  </a:moveTo>
                  <a:lnTo>
                    <a:pt x="535834" y="1457182"/>
                  </a:lnTo>
                  <a:lnTo>
                    <a:pt x="561520" y="1429630"/>
                  </a:lnTo>
                  <a:close/>
                  <a:moveTo>
                    <a:pt x="529547" y="1405536"/>
                  </a:moveTo>
                  <a:lnTo>
                    <a:pt x="549901" y="1412202"/>
                  </a:lnTo>
                  <a:lnTo>
                    <a:pt x="495076" y="1356049"/>
                  </a:lnTo>
                  <a:close/>
                  <a:moveTo>
                    <a:pt x="447536" y="1143727"/>
                  </a:moveTo>
                  <a:lnTo>
                    <a:pt x="419632" y="1128430"/>
                  </a:lnTo>
                  <a:lnTo>
                    <a:pt x="441184" y="1199389"/>
                  </a:lnTo>
                  <a:close/>
                  <a:moveTo>
                    <a:pt x="201698" y="877946"/>
                  </a:moveTo>
                  <a:lnTo>
                    <a:pt x="197571" y="866076"/>
                  </a:lnTo>
                  <a:lnTo>
                    <a:pt x="193986" y="917553"/>
                  </a:lnTo>
                  <a:close/>
                  <a:moveTo>
                    <a:pt x="961947" y="1732491"/>
                  </a:moveTo>
                  <a:lnTo>
                    <a:pt x="1008153" y="1730570"/>
                  </a:lnTo>
                  <a:lnTo>
                    <a:pt x="988273" y="1722906"/>
                  </a:lnTo>
                  <a:close/>
                  <a:moveTo>
                    <a:pt x="1046425" y="1738760"/>
                  </a:moveTo>
                  <a:lnTo>
                    <a:pt x="988273" y="1722906"/>
                  </a:lnTo>
                  <a:lnTo>
                    <a:pt x="1025317" y="1730773"/>
                  </a:lnTo>
                  <a:close/>
                  <a:moveTo>
                    <a:pt x="451007" y="996592"/>
                  </a:moveTo>
                  <a:lnTo>
                    <a:pt x="458702" y="1009163"/>
                  </a:lnTo>
                  <a:lnTo>
                    <a:pt x="478528" y="1012904"/>
                  </a:lnTo>
                  <a:close/>
                  <a:moveTo>
                    <a:pt x="1055872" y="1705932"/>
                  </a:moveTo>
                  <a:lnTo>
                    <a:pt x="1068283" y="1718104"/>
                  </a:lnTo>
                  <a:lnTo>
                    <a:pt x="1068665" y="1687011"/>
                  </a:lnTo>
                  <a:close/>
                  <a:moveTo>
                    <a:pt x="711642" y="1225546"/>
                  </a:moveTo>
                  <a:lnTo>
                    <a:pt x="674074" y="1219986"/>
                  </a:lnTo>
                  <a:lnTo>
                    <a:pt x="756575" y="1218866"/>
                  </a:lnTo>
                  <a:close/>
                  <a:moveTo>
                    <a:pt x="413968" y="811300"/>
                  </a:moveTo>
                  <a:lnTo>
                    <a:pt x="357101" y="827570"/>
                  </a:lnTo>
                  <a:lnTo>
                    <a:pt x="336015" y="829424"/>
                  </a:lnTo>
                  <a:close/>
                  <a:moveTo>
                    <a:pt x="336015" y="829424"/>
                  </a:moveTo>
                  <a:lnTo>
                    <a:pt x="363530" y="841982"/>
                  </a:lnTo>
                  <a:lnTo>
                    <a:pt x="413968" y="811300"/>
                  </a:lnTo>
                  <a:close/>
                  <a:moveTo>
                    <a:pt x="336015" y="829424"/>
                  </a:moveTo>
                  <a:lnTo>
                    <a:pt x="357101" y="827570"/>
                  </a:lnTo>
                  <a:lnTo>
                    <a:pt x="316688" y="822442"/>
                  </a:lnTo>
                  <a:close/>
                  <a:moveTo>
                    <a:pt x="1162178" y="1687288"/>
                  </a:moveTo>
                  <a:lnTo>
                    <a:pt x="1182115" y="1694010"/>
                  </a:lnTo>
                  <a:lnTo>
                    <a:pt x="1173060" y="1686624"/>
                  </a:lnTo>
                  <a:close/>
                  <a:moveTo>
                    <a:pt x="1110271" y="1667895"/>
                  </a:moveTo>
                  <a:lnTo>
                    <a:pt x="1131601" y="1682348"/>
                  </a:lnTo>
                  <a:lnTo>
                    <a:pt x="1068665" y="1687011"/>
                  </a:lnTo>
                  <a:close/>
                  <a:moveTo>
                    <a:pt x="1110271" y="1667895"/>
                  </a:moveTo>
                  <a:lnTo>
                    <a:pt x="1162178" y="1687288"/>
                  </a:lnTo>
                  <a:lnTo>
                    <a:pt x="1131601" y="1682348"/>
                  </a:lnTo>
                  <a:close/>
                  <a:moveTo>
                    <a:pt x="1162178" y="1687288"/>
                  </a:moveTo>
                  <a:lnTo>
                    <a:pt x="1173060" y="1686624"/>
                  </a:lnTo>
                  <a:lnTo>
                    <a:pt x="1131601" y="1682348"/>
                  </a:lnTo>
                  <a:close/>
                  <a:moveTo>
                    <a:pt x="771991" y="1157365"/>
                  </a:moveTo>
                  <a:lnTo>
                    <a:pt x="711642" y="1225546"/>
                  </a:lnTo>
                  <a:lnTo>
                    <a:pt x="756575" y="1218866"/>
                  </a:lnTo>
                  <a:close/>
                  <a:moveTo>
                    <a:pt x="1200118" y="1694243"/>
                  </a:moveTo>
                  <a:lnTo>
                    <a:pt x="1131601" y="1682348"/>
                  </a:lnTo>
                  <a:lnTo>
                    <a:pt x="1173060" y="1686624"/>
                  </a:lnTo>
                  <a:close/>
                  <a:moveTo>
                    <a:pt x="1251552" y="1660794"/>
                  </a:moveTo>
                  <a:lnTo>
                    <a:pt x="1260215" y="1669916"/>
                  </a:lnTo>
                  <a:lnTo>
                    <a:pt x="1260737" y="1611308"/>
                  </a:lnTo>
                  <a:close/>
                  <a:moveTo>
                    <a:pt x="1260737" y="1611308"/>
                  </a:moveTo>
                  <a:lnTo>
                    <a:pt x="1283190" y="1655477"/>
                  </a:lnTo>
                  <a:lnTo>
                    <a:pt x="1311359" y="1625898"/>
                  </a:lnTo>
                  <a:close/>
                  <a:moveTo>
                    <a:pt x="1244123" y="1645822"/>
                  </a:moveTo>
                  <a:lnTo>
                    <a:pt x="1251552" y="1660794"/>
                  </a:lnTo>
                  <a:lnTo>
                    <a:pt x="1260737" y="1611308"/>
                  </a:lnTo>
                  <a:close/>
                  <a:moveTo>
                    <a:pt x="782337" y="1086211"/>
                  </a:moveTo>
                  <a:lnTo>
                    <a:pt x="773482" y="1147181"/>
                  </a:lnTo>
                  <a:lnTo>
                    <a:pt x="791219" y="1103014"/>
                  </a:lnTo>
                  <a:close/>
                  <a:moveTo>
                    <a:pt x="1311359" y="1625898"/>
                  </a:moveTo>
                  <a:lnTo>
                    <a:pt x="1344122" y="1613493"/>
                  </a:lnTo>
                  <a:lnTo>
                    <a:pt x="1260737" y="1611308"/>
                  </a:lnTo>
                  <a:close/>
                  <a:moveTo>
                    <a:pt x="1102042" y="1204436"/>
                  </a:moveTo>
                  <a:lnTo>
                    <a:pt x="1115709" y="1148628"/>
                  </a:lnTo>
                  <a:lnTo>
                    <a:pt x="1074936" y="1170860"/>
                  </a:lnTo>
                  <a:close/>
                  <a:moveTo>
                    <a:pt x="1115709" y="1148628"/>
                  </a:moveTo>
                  <a:lnTo>
                    <a:pt x="1138415" y="1193744"/>
                  </a:lnTo>
                  <a:lnTo>
                    <a:pt x="1169372" y="1174587"/>
                  </a:lnTo>
                  <a:close/>
                  <a:moveTo>
                    <a:pt x="169110" y="113542"/>
                  </a:moveTo>
                  <a:lnTo>
                    <a:pt x="188790" y="127167"/>
                  </a:lnTo>
                  <a:lnTo>
                    <a:pt x="196789" y="66279"/>
                  </a:lnTo>
                  <a:close/>
                  <a:moveTo>
                    <a:pt x="203810" y="9988"/>
                  </a:moveTo>
                  <a:lnTo>
                    <a:pt x="236214" y="9467"/>
                  </a:lnTo>
                  <a:lnTo>
                    <a:pt x="223394" y="0"/>
                  </a:lnTo>
                  <a:close/>
                  <a:moveTo>
                    <a:pt x="196789" y="66279"/>
                  </a:moveTo>
                  <a:lnTo>
                    <a:pt x="220732" y="33479"/>
                  </a:lnTo>
                  <a:lnTo>
                    <a:pt x="203810" y="9988"/>
                  </a:lnTo>
                  <a:close/>
                  <a:moveTo>
                    <a:pt x="1199381" y="1133805"/>
                  </a:moveTo>
                  <a:lnTo>
                    <a:pt x="1195595" y="1166361"/>
                  </a:lnTo>
                  <a:lnTo>
                    <a:pt x="1169372" y="1174587"/>
                  </a:lnTo>
                  <a:close/>
                  <a:moveTo>
                    <a:pt x="203810" y="9988"/>
                  </a:moveTo>
                  <a:lnTo>
                    <a:pt x="223394" y="0"/>
                  </a:lnTo>
                  <a:lnTo>
                    <a:pt x="285669" y="6468"/>
                  </a:lnTo>
                  <a:close/>
                  <a:moveTo>
                    <a:pt x="1201486" y="1098829"/>
                  </a:moveTo>
                  <a:lnTo>
                    <a:pt x="1208019" y="1161248"/>
                  </a:lnTo>
                  <a:lnTo>
                    <a:pt x="1204211" y="1109711"/>
                  </a:lnTo>
                  <a:close/>
                  <a:moveTo>
                    <a:pt x="1204211" y="1109711"/>
                  </a:moveTo>
                  <a:lnTo>
                    <a:pt x="1210001" y="1056692"/>
                  </a:lnTo>
                  <a:lnTo>
                    <a:pt x="1201486" y="1098829"/>
                  </a:lnTo>
                  <a:close/>
                  <a:moveTo>
                    <a:pt x="1217460" y="1034081"/>
                  </a:moveTo>
                  <a:lnTo>
                    <a:pt x="1210001" y="1056692"/>
                  </a:lnTo>
                  <a:lnTo>
                    <a:pt x="1204211" y="1109711"/>
                  </a:lnTo>
                  <a:close/>
                  <a:moveTo>
                    <a:pt x="1012059" y="903565"/>
                  </a:moveTo>
                  <a:lnTo>
                    <a:pt x="1032833" y="846262"/>
                  </a:lnTo>
                  <a:lnTo>
                    <a:pt x="1042371" y="827934"/>
                  </a:lnTo>
                  <a:close/>
                  <a:moveTo>
                    <a:pt x="512470" y="212536"/>
                  </a:moveTo>
                  <a:lnTo>
                    <a:pt x="529930" y="233589"/>
                  </a:lnTo>
                  <a:lnTo>
                    <a:pt x="533992" y="170279"/>
                  </a:lnTo>
                  <a:close/>
                  <a:moveTo>
                    <a:pt x="1233770" y="970886"/>
                  </a:moveTo>
                  <a:lnTo>
                    <a:pt x="1264659" y="958450"/>
                  </a:lnTo>
                  <a:lnTo>
                    <a:pt x="1211357" y="926862"/>
                  </a:lnTo>
                  <a:close/>
                  <a:moveTo>
                    <a:pt x="1233770" y="970886"/>
                  </a:moveTo>
                  <a:lnTo>
                    <a:pt x="1211357" y="926862"/>
                  </a:lnTo>
                  <a:lnTo>
                    <a:pt x="1182933" y="955492"/>
                  </a:lnTo>
                  <a:close/>
                  <a:moveTo>
                    <a:pt x="1271183" y="936090"/>
                  </a:moveTo>
                  <a:lnTo>
                    <a:pt x="1265987" y="958887"/>
                  </a:lnTo>
                  <a:lnTo>
                    <a:pt x="1233770" y="970886"/>
                  </a:lnTo>
                  <a:close/>
                  <a:moveTo>
                    <a:pt x="1274859" y="906914"/>
                  </a:moveTo>
                  <a:lnTo>
                    <a:pt x="1265987" y="958887"/>
                  </a:lnTo>
                  <a:lnTo>
                    <a:pt x="1271183" y="936090"/>
                  </a:lnTo>
                  <a:close/>
                  <a:moveTo>
                    <a:pt x="1275537" y="888381"/>
                  </a:moveTo>
                  <a:lnTo>
                    <a:pt x="1267013" y="958450"/>
                  </a:lnTo>
                  <a:lnTo>
                    <a:pt x="1274859" y="906914"/>
                  </a:lnTo>
                  <a:close/>
                  <a:moveTo>
                    <a:pt x="1275537" y="888381"/>
                  </a:moveTo>
                  <a:lnTo>
                    <a:pt x="1274859" y="906914"/>
                  </a:lnTo>
                  <a:lnTo>
                    <a:pt x="1280310" y="875093"/>
                  </a:lnTo>
                  <a:close/>
                  <a:moveTo>
                    <a:pt x="915763" y="489017"/>
                  </a:moveTo>
                  <a:lnTo>
                    <a:pt x="928255" y="546157"/>
                  </a:lnTo>
                  <a:lnTo>
                    <a:pt x="918359" y="49462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7" name="Output_density__4226">
              <a:extLst>
                <a:ext uri="{FF2B5EF4-FFF2-40B4-BE49-F238E27FC236}">
                  <a16:creationId xmlns:a16="http://schemas.microsoft.com/office/drawing/2014/main" id="{AF8216D0-E03D-86DD-50AF-69C94F5CFB8A}"/>
                </a:ext>
              </a:extLst>
            </p:cNvPr>
            <p:cNvSpPr>
              <a:spLocks noGrp="1"/>
            </p:cNvSpPr>
            <p:nvPr/>
          </p:nvSpPr>
          <p:spPr>
            <a:xfrm>
              <a:off x="15348874" y="3161962"/>
              <a:ext cx="1329486" cy="1456169"/>
            </a:xfrm>
            <a:custGeom>
              <a:avLst/>
              <a:gdLst/>
              <a:ahLst/>
              <a:cxnLst/>
              <a:rect l="0" t="0" r="0" b="0"/>
              <a:pathLst>
                <a:path w="1329486" h="1456169">
                  <a:moveTo>
                    <a:pt x="42720" y="1057133"/>
                  </a:moveTo>
                  <a:lnTo>
                    <a:pt x="0" y="1082921"/>
                  </a:lnTo>
                  <a:lnTo>
                    <a:pt x="40786" y="1058827"/>
                  </a:lnTo>
                  <a:close/>
                  <a:moveTo>
                    <a:pt x="42720" y="1057133"/>
                  </a:moveTo>
                  <a:lnTo>
                    <a:pt x="8275" y="1063248"/>
                  </a:lnTo>
                  <a:lnTo>
                    <a:pt x="0" y="1082921"/>
                  </a:lnTo>
                  <a:close/>
                  <a:moveTo>
                    <a:pt x="8275" y="1063248"/>
                  </a:moveTo>
                  <a:lnTo>
                    <a:pt x="42720" y="1057133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57146" y="1007291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40786" y="1058827"/>
                  </a:lnTo>
                  <a:lnTo>
                    <a:pt x="46201" y="1056366"/>
                  </a:lnTo>
                  <a:close/>
                  <a:moveTo>
                    <a:pt x="46201" y="1056366"/>
                  </a:moveTo>
                  <a:lnTo>
                    <a:pt x="57146" y="1007291"/>
                  </a:lnTo>
                  <a:lnTo>
                    <a:pt x="42720" y="1057133"/>
                  </a:lnTo>
                  <a:close/>
                  <a:moveTo>
                    <a:pt x="90148" y="995877"/>
                  </a:moveTo>
                  <a:lnTo>
                    <a:pt x="57146" y="1007291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90148" y="995877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46201" y="1056366"/>
                  </a:lnTo>
                  <a:lnTo>
                    <a:pt x="122869" y="1047218"/>
                  </a:lnTo>
                  <a:close/>
                  <a:moveTo>
                    <a:pt x="140132" y="1034733"/>
                  </a:moveTo>
                  <a:lnTo>
                    <a:pt x="132745" y="983197"/>
                  </a:lnTo>
                  <a:lnTo>
                    <a:pt x="115593" y="1037933"/>
                  </a:lnTo>
                  <a:close/>
                  <a:moveTo>
                    <a:pt x="132745" y="983197"/>
                  </a:moveTo>
                  <a:lnTo>
                    <a:pt x="90148" y="995877"/>
                  </a:lnTo>
                  <a:lnTo>
                    <a:pt x="115593" y="1037933"/>
                  </a:lnTo>
                  <a:close/>
                  <a:moveTo>
                    <a:pt x="68365" y="978338"/>
                  </a:moveTo>
                  <a:lnTo>
                    <a:pt x="57146" y="1007291"/>
                  </a:lnTo>
                  <a:lnTo>
                    <a:pt x="90148" y="995877"/>
                  </a:lnTo>
                  <a:close/>
                  <a:moveTo>
                    <a:pt x="132745" y="983197"/>
                  </a:moveTo>
                  <a:lnTo>
                    <a:pt x="68365" y="978338"/>
                  </a:lnTo>
                  <a:lnTo>
                    <a:pt x="90148" y="995877"/>
                  </a:lnTo>
                  <a:close/>
                  <a:moveTo>
                    <a:pt x="142954" y="947638"/>
                  </a:moveTo>
                  <a:lnTo>
                    <a:pt x="132745" y="983197"/>
                  </a:lnTo>
                  <a:lnTo>
                    <a:pt x="171452" y="967761"/>
                  </a:lnTo>
                  <a:close/>
                  <a:moveTo>
                    <a:pt x="716133" y="1450375"/>
                  </a:moveTo>
                  <a:lnTo>
                    <a:pt x="722315" y="1446557"/>
                  </a:lnTo>
                  <a:lnTo>
                    <a:pt x="669489" y="1456169"/>
                  </a:lnTo>
                  <a:close/>
                  <a:moveTo>
                    <a:pt x="333987" y="638027"/>
                  </a:moveTo>
                  <a:lnTo>
                    <a:pt x="300346" y="647148"/>
                  </a:lnTo>
                  <a:lnTo>
                    <a:pt x="291455" y="680675"/>
                  </a:lnTo>
                  <a:close/>
                  <a:moveTo>
                    <a:pt x="905774" y="1275020"/>
                  </a:moveTo>
                  <a:lnTo>
                    <a:pt x="961098" y="1275698"/>
                  </a:lnTo>
                  <a:lnTo>
                    <a:pt x="942941" y="1260301"/>
                  </a:lnTo>
                  <a:close/>
                  <a:moveTo>
                    <a:pt x="914613" y="1236799"/>
                  </a:moveTo>
                  <a:lnTo>
                    <a:pt x="905774" y="1275020"/>
                  </a:lnTo>
                  <a:lnTo>
                    <a:pt x="942941" y="1260301"/>
                  </a:lnTo>
                  <a:close/>
                  <a:moveTo>
                    <a:pt x="933744" y="1147853"/>
                  </a:moveTo>
                  <a:lnTo>
                    <a:pt x="917216" y="1223483"/>
                  </a:lnTo>
                  <a:lnTo>
                    <a:pt x="961969" y="1199389"/>
                  </a:lnTo>
                  <a:close/>
                  <a:moveTo>
                    <a:pt x="456280" y="637158"/>
                  </a:moveTo>
                  <a:lnTo>
                    <a:pt x="425987" y="605044"/>
                  </a:lnTo>
                  <a:lnTo>
                    <a:pt x="423052" y="621670"/>
                  </a:lnTo>
                  <a:close/>
                  <a:moveTo>
                    <a:pt x="922049" y="1096316"/>
                  </a:moveTo>
                  <a:lnTo>
                    <a:pt x="933744" y="1147853"/>
                  </a:lnTo>
                  <a:lnTo>
                    <a:pt x="966801" y="1123759"/>
                  </a:lnTo>
                  <a:close/>
                  <a:moveTo>
                    <a:pt x="301130" y="380279"/>
                  </a:moveTo>
                  <a:lnTo>
                    <a:pt x="279170" y="426340"/>
                  </a:lnTo>
                  <a:lnTo>
                    <a:pt x="340863" y="404054"/>
                  </a:lnTo>
                  <a:close/>
                  <a:moveTo>
                    <a:pt x="919477" y="400977"/>
                  </a:moveTo>
                  <a:lnTo>
                    <a:pt x="911532" y="415880"/>
                  </a:lnTo>
                  <a:lnTo>
                    <a:pt x="987764" y="391322"/>
                  </a:lnTo>
                  <a:close/>
                  <a:moveTo>
                    <a:pt x="919477" y="400977"/>
                  </a:moveTo>
                  <a:lnTo>
                    <a:pt x="987764" y="391322"/>
                  </a:lnTo>
                  <a:lnTo>
                    <a:pt x="975725" y="384850"/>
                  </a:lnTo>
                  <a:close/>
                  <a:moveTo>
                    <a:pt x="725057" y="24094"/>
                  </a:moveTo>
                  <a:lnTo>
                    <a:pt x="752834" y="51537"/>
                  </a:lnTo>
                  <a:lnTo>
                    <a:pt x="745693" y="0"/>
                  </a:lnTo>
                  <a:close/>
                  <a:moveTo>
                    <a:pt x="745693" y="0"/>
                  </a:moveTo>
                  <a:lnTo>
                    <a:pt x="752834" y="51537"/>
                  </a:lnTo>
                  <a:lnTo>
                    <a:pt x="800078" y="27442"/>
                  </a:lnTo>
                  <a:close/>
                  <a:moveTo>
                    <a:pt x="1147288" y="368604"/>
                  </a:moveTo>
                  <a:lnTo>
                    <a:pt x="1176507" y="342949"/>
                  </a:lnTo>
                  <a:lnTo>
                    <a:pt x="1162536" y="336662"/>
                  </a:lnTo>
                  <a:close/>
                  <a:moveTo>
                    <a:pt x="1176507" y="342949"/>
                  </a:moveTo>
                  <a:lnTo>
                    <a:pt x="1199336" y="312568"/>
                  </a:lnTo>
                  <a:lnTo>
                    <a:pt x="1162536" y="336662"/>
                  </a:lnTo>
                  <a:close/>
                  <a:moveTo>
                    <a:pt x="1212132" y="301468"/>
                  </a:moveTo>
                  <a:lnTo>
                    <a:pt x="1162536" y="336662"/>
                  </a:lnTo>
                  <a:lnTo>
                    <a:pt x="1199336" y="312568"/>
                  </a:lnTo>
                  <a:close/>
                  <a:moveTo>
                    <a:pt x="1226077" y="303645"/>
                  </a:moveTo>
                  <a:lnTo>
                    <a:pt x="1199336" y="312568"/>
                  </a:lnTo>
                  <a:lnTo>
                    <a:pt x="1250133" y="308649"/>
                  </a:lnTo>
                  <a:close/>
                  <a:moveTo>
                    <a:pt x="1212132" y="301468"/>
                  </a:moveTo>
                  <a:lnTo>
                    <a:pt x="1199336" y="312568"/>
                  </a:lnTo>
                  <a:lnTo>
                    <a:pt x="1226077" y="303645"/>
                  </a:lnTo>
                  <a:close/>
                  <a:moveTo>
                    <a:pt x="1243867" y="261031"/>
                  </a:moveTo>
                  <a:lnTo>
                    <a:pt x="1212132" y="301468"/>
                  </a:lnTo>
                  <a:lnTo>
                    <a:pt x="1286479" y="269865"/>
                  </a:lnTo>
                  <a:close/>
                  <a:moveTo>
                    <a:pt x="1286479" y="269865"/>
                  </a:moveTo>
                  <a:lnTo>
                    <a:pt x="1212132" y="301468"/>
                  </a:lnTo>
                  <a:lnTo>
                    <a:pt x="1280128" y="288474"/>
                  </a:lnTo>
                  <a:close/>
                  <a:moveTo>
                    <a:pt x="1280128" y="288474"/>
                  </a:moveTo>
                  <a:lnTo>
                    <a:pt x="1212132" y="301468"/>
                  </a:lnTo>
                  <a:lnTo>
                    <a:pt x="1226077" y="303645"/>
                  </a:lnTo>
                  <a:close/>
                  <a:moveTo>
                    <a:pt x="1256051" y="254516"/>
                  </a:moveTo>
                  <a:lnTo>
                    <a:pt x="1286479" y="269865"/>
                  </a:lnTo>
                  <a:lnTo>
                    <a:pt x="1307377" y="236938"/>
                  </a:lnTo>
                  <a:close/>
                  <a:moveTo>
                    <a:pt x="1286479" y="269865"/>
                  </a:moveTo>
                  <a:lnTo>
                    <a:pt x="1280128" y="288474"/>
                  </a:lnTo>
                  <a:lnTo>
                    <a:pt x="1298718" y="282571"/>
                  </a:lnTo>
                  <a:close/>
                  <a:moveTo>
                    <a:pt x="1298718" y="282571"/>
                  </a:moveTo>
                  <a:lnTo>
                    <a:pt x="1307377" y="236938"/>
                  </a:lnTo>
                  <a:lnTo>
                    <a:pt x="1286479" y="269865"/>
                  </a:lnTo>
                  <a:close/>
                  <a:moveTo>
                    <a:pt x="1329486" y="232797"/>
                  </a:moveTo>
                  <a:lnTo>
                    <a:pt x="1307377" y="236938"/>
                  </a:lnTo>
                  <a:lnTo>
                    <a:pt x="1298718" y="28257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8" name="Output_density__4227">
              <a:extLst>
                <a:ext uri="{FF2B5EF4-FFF2-40B4-BE49-F238E27FC236}">
                  <a16:creationId xmlns:a16="http://schemas.microsoft.com/office/drawing/2014/main" id="{44A0FD7B-051D-6ADE-50A6-8EBD24D03C7D}"/>
                </a:ext>
              </a:extLst>
            </p:cNvPr>
            <p:cNvSpPr>
              <a:spLocks noGrp="1"/>
            </p:cNvSpPr>
            <p:nvPr/>
          </p:nvSpPr>
          <p:spPr>
            <a:xfrm>
              <a:off x="15471743" y="2700485"/>
              <a:ext cx="1328037" cy="1987482"/>
            </a:xfrm>
            <a:custGeom>
              <a:avLst/>
              <a:gdLst/>
              <a:ahLst/>
              <a:cxnLst/>
              <a:rect l="0" t="0" r="0" b="0"/>
              <a:pathLst>
                <a:path w="1328037" h="1987482">
                  <a:moveTo>
                    <a:pt x="253204" y="1816031"/>
                  </a:moveTo>
                  <a:lnTo>
                    <a:pt x="324418" y="1848257"/>
                  </a:lnTo>
                  <a:lnTo>
                    <a:pt x="300554" y="1815518"/>
                  </a:lnTo>
                  <a:close/>
                  <a:moveTo>
                    <a:pt x="101270" y="1549872"/>
                  </a:moveTo>
                  <a:lnTo>
                    <a:pt x="52408" y="1551614"/>
                  </a:lnTo>
                  <a:lnTo>
                    <a:pt x="104846" y="1609708"/>
                  </a:lnTo>
                  <a:close/>
                  <a:moveTo>
                    <a:pt x="104846" y="1609708"/>
                  </a:moveTo>
                  <a:lnTo>
                    <a:pt x="96521" y="1655117"/>
                  </a:lnTo>
                  <a:lnTo>
                    <a:pt x="165296" y="1602681"/>
                  </a:lnTo>
                  <a:close/>
                  <a:moveTo>
                    <a:pt x="83520" y="1501560"/>
                  </a:moveTo>
                  <a:lnTo>
                    <a:pt x="52408" y="1551614"/>
                  </a:lnTo>
                  <a:lnTo>
                    <a:pt x="101270" y="1549872"/>
                  </a:lnTo>
                  <a:close/>
                  <a:moveTo>
                    <a:pt x="50869" y="1524208"/>
                  </a:moveTo>
                  <a:lnTo>
                    <a:pt x="17263" y="1496210"/>
                  </a:lnTo>
                  <a:lnTo>
                    <a:pt x="52408" y="1551614"/>
                  </a:lnTo>
                  <a:close/>
                  <a:moveTo>
                    <a:pt x="0" y="1508695"/>
                  </a:moveTo>
                  <a:lnTo>
                    <a:pt x="45292" y="1547747"/>
                  </a:lnTo>
                  <a:lnTo>
                    <a:pt x="52408" y="1551614"/>
                  </a:lnTo>
                  <a:close/>
                  <a:moveTo>
                    <a:pt x="9877" y="1444673"/>
                  </a:moveTo>
                  <a:lnTo>
                    <a:pt x="68780" y="1456274"/>
                  </a:lnTo>
                  <a:lnTo>
                    <a:pt x="48583" y="1429237"/>
                  </a:lnTo>
                  <a:close/>
                  <a:moveTo>
                    <a:pt x="17263" y="1496210"/>
                  </a:moveTo>
                  <a:lnTo>
                    <a:pt x="46263" y="1472116"/>
                  </a:lnTo>
                  <a:lnTo>
                    <a:pt x="9877" y="1444673"/>
                  </a:lnTo>
                  <a:close/>
                  <a:moveTo>
                    <a:pt x="593264" y="1911852"/>
                  </a:moveTo>
                  <a:lnTo>
                    <a:pt x="534461" y="1974641"/>
                  </a:lnTo>
                  <a:lnTo>
                    <a:pt x="554439" y="1987482"/>
                  </a:lnTo>
                  <a:close/>
                  <a:moveTo>
                    <a:pt x="593264" y="1911852"/>
                  </a:moveTo>
                  <a:lnTo>
                    <a:pt x="554439" y="1987482"/>
                  </a:lnTo>
                  <a:lnTo>
                    <a:pt x="587934" y="1963388"/>
                  </a:lnTo>
                  <a:close/>
                  <a:moveTo>
                    <a:pt x="546621" y="1917646"/>
                  </a:moveTo>
                  <a:lnTo>
                    <a:pt x="480630" y="1948054"/>
                  </a:lnTo>
                  <a:lnTo>
                    <a:pt x="534461" y="1974641"/>
                  </a:lnTo>
                  <a:close/>
                  <a:moveTo>
                    <a:pt x="546621" y="1917646"/>
                  </a:moveTo>
                  <a:lnTo>
                    <a:pt x="485920" y="1929012"/>
                  </a:lnTo>
                  <a:lnTo>
                    <a:pt x="480630" y="1948054"/>
                  </a:lnTo>
                  <a:close/>
                  <a:moveTo>
                    <a:pt x="485920" y="1929012"/>
                  </a:moveTo>
                  <a:lnTo>
                    <a:pt x="527937" y="1870092"/>
                  </a:lnTo>
                  <a:lnTo>
                    <a:pt x="483898" y="1867913"/>
                  </a:lnTo>
                  <a:close/>
                  <a:moveTo>
                    <a:pt x="441393" y="1864487"/>
                  </a:moveTo>
                  <a:lnTo>
                    <a:pt x="483898" y="1867913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05450" y="1866175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27937" y="1870092"/>
                  </a:lnTo>
                  <a:lnTo>
                    <a:pt x="505450" y="1866175"/>
                  </a:lnTo>
                  <a:close/>
                  <a:moveTo>
                    <a:pt x="593264" y="1911852"/>
                  </a:moveTo>
                  <a:lnTo>
                    <a:pt x="587934" y="1963388"/>
                  </a:lnTo>
                  <a:lnTo>
                    <a:pt x="629003" y="1951396"/>
                  </a:lnTo>
                  <a:close/>
                  <a:moveTo>
                    <a:pt x="604279" y="1908753"/>
                  </a:moveTo>
                  <a:lnTo>
                    <a:pt x="646946" y="1910950"/>
                  </a:lnTo>
                  <a:lnTo>
                    <a:pt x="599446" y="1908033"/>
                  </a:lnTo>
                  <a:close/>
                  <a:moveTo>
                    <a:pt x="170031" y="1269318"/>
                  </a:moveTo>
                  <a:lnTo>
                    <a:pt x="165485" y="1221933"/>
                  </a:lnTo>
                  <a:lnTo>
                    <a:pt x="165396" y="1284749"/>
                  </a:lnTo>
                  <a:close/>
                  <a:moveTo>
                    <a:pt x="371558" y="1475465"/>
                  </a:moveTo>
                  <a:lnTo>
                    <a:pt x="380868" y="1479936"/>
                  </a:lnTo>
                  <a:lnTo>
                    <a:pt x="383077" y="1472697"/>
                  </a:lnTo>
                  <a:close/>
                  <a:moveTo>
                    <a:pt x="383077" y="1472697"/>
                  </a:moveTo>
                  <a:lnTo>
                    <a:pt x="380868" y="1479936"/>
                  </a:lnTo>
                  <a:lnTo>
                    <a:pt x="392682" y="1475465"/>
                  </a:lnTo>
                  <a:close/>
                  <a:moveTo>
                    <a:pt x="791394" y="1788033"/>
                  </a:moveTo>
                  <a:lnTo>
                    <a:pt x="823434" y="1763939"/>
                  </a:lnTo>
                  <a:lnTo>
                    <a:pt x="782906" y="1736497"/>
                  </a:lnTo>
                  <a:close/>
                  <a:moveTo>
                    <a:pt x="870137" y="1763939"/>
                  </a:moveTo>
                  <a:lnTo>
                    <a:pt x="820073" y="1721777"/>
                  </a:lnTo>
                  <a:lnTo>
                    <a:pt x="838229" y="1737174"/>
                  </a:lnTo>
                  <a:close/>
                  <a:moveTo>
                    <a:pt x="830017" y="1736497"/>
                  </a:moveTo>
                  <a:lnTo>
                    <a:pt x="791744" y="1698276"/>
                  </a:lnTo>
                  <a:lnTo>
                    <a:pt x="820073" y="1721777"/>
                  </a:lnTo>
                  <a:close/>
                  <a:moveTo>
                    <a:pt x="616786" y="1478814"/>
                  </a:moveTo>
                  <a:lnTo>
                    <a:pt x="646638" y="1505101"/>
                  </a:lnTo>
                  <a:lnTo>
                    <a:pt x="664795" y="1458336"/>
                  </a:lnTo>
                  <a:close/>
                  <a:moveTo>
                    <a:pt x="587206" y="1420690"/>
                  </a:moveTo>
                  <a:lnTo>
                    <a:pt x="580132" y="1431124"/>
                  </a:lnTo>
                  <a:lnTo>
                    <a:pt x="622261" y="1403183"/>
                  </a:lnTo>
                  <a:close/>
                  <a:moveTo>
                    <a:pt x="580132" y="1431124"/>
                  </a:moveTo>
                  <a:lnTo>
                    <a:pt x="616786" y="1478814"/>
                  </a:lnTo>
                  <a:lnTo>
                    <a:pt x="622261" y="1403183"/>
                  </a:lnTo>
                  <a:close/>
                  <a:moveTo>
                    <a:pt x="622261" y="1403183"/>
                  </a:moveTo>
                  <a:lnTo>
                    <a:pt x="616786" y="1478814"/>
                  </a:lnTo>
                  <a:lnTo>
                    <a:pt x="665899" y="1442214"/>
                  </a:lnTo>
                  <a:close/>
                  <a:moveTo>
                    <a:pt x="665899" y="1442214"/>
                  </a:moveTo>
                  <a:lnTo>
                    <a:pt x="616786" y="1478814"/>
                  </a:lnTo>
                  <a:lnTo>
                    <a:pt x="664795" y="1458336"/>
                  </a:lnTo>
                  <a:close/>
                  <a:moveTo>
                    <a:pt x="361316" y="1113931"/>
                  </a:moveTo>
                  <a:lnTo>
                    <a:pt x="366818" y="1046715"/>
                  </a:lnTo>
                  <a:lnTo>
                    <a:pt x="333412" y="1098634"/>
                  </a:lnTo>
                  <a:close/>
                  <a:moveTo>
                    <a:pt x="154096" y="963448"/>
                  </a:moveTo>
                  <a:lnTo>
                    <a:pt x="156301" y="887817"/>
                  </a:lnTo>
                  <a:lnTo>
                    <a:pt x="121711" y="911911"/>
                  </a:lnTo>
                  <a:close/>
                  <a:moveTo>
                    <a:pt x="622261" y="1403183"/>
                  </a:moveTo>
                  <a:lnTo>
                    <a:pt x="665899" y="1442214"/>
                  </a:lnTo>
                  <a:lnTo>
                    <a:pt x="666168" y="1394477"/>
                  </a:lnTo>
                  <a:close/>
                  <a:moveTo>
                    <a:pt x="666168" y="1394477"/>
                  </a:moveTo>
                  <a:lnTo>
                    <a:pt x="665899" y="1442214"/>
                  </a:lnTo>
                  <a:lnTo>
                    <a:pt x="678230" y="1403183"/>
                  </a:lnTo>
                  <a:close/>
                  <a:moveTo>
                    <a:pt x="604848" y="1327553"/>
                  </a:moveTo>
                  <a:lnTo>
                    <a:pt x="553660" y="1351647"/>
                  </a:lnTo>
                  <a:lnTo>
                    <a:pt x="606742" y="1395712"/>
                  </a:lnTo>
                  <a:close/>
                  <a:moveTo>
                    <a:pt x="604848" y="1327553"/>
                  </a:moveTo>
                  <a:lnTo>
                    <a:pt x="620887" y="1313698"/>
                  </a:lnTo>
                  <a:lnTo>
                    <a:pt x="553660" y="1351647"/>
                  </a:lnTo>
                  <a:close/>
                  <a:moveTo>
                    <a:pt x="543629" y="1199523"/>
                  </a:moveTo>
                  <a:lnTo>
                    <a:pt x="526306" y="1181247"/>
                  </a:lnTo>
                  <a:lnTo>
                    <a:pt x="514297" y="1172943"/>
                  </a:lnTo>
                  <a:close/>
                  <a:moveTo>
                    <a:pt x="389324" y="1106855"/>
                  </a:moveTo>
                  <a:lnTo>
                    <a:pt x="340869" y="1100365"/>
                  </a:lnTo>
                  <a:lnTo>
                    <a:pt x="419481" y="1084706"/>
                  </a:lnTo>
                  <a:close/>
                  <a:moveTo>
                    <a:pt x="874839" y="1561142"/>
                  </a:moveTo>
                  <a:lnTo>
                    <a:pt x="819967" y="1533635"/>
                  </a:lnTo>
                  <a:lnTo>
                    <a:pt x="820020" y="1533699"/>
                  </a:lnTo>
                  <a:close/>
                  <a:moveTo>
                    <a:pt x="760226" y="1482162"/>
                  </a:moveTo>
                  <a:lnTo>
                    <a:pt x="819967" y="1533635"/>
                  </a:lnTo>
                  <a:lnTo>
                    <a:pt x="760594" y="1481178"/>
                  </a:lnTo>
                  <a:close/>
                  <a:moveTo>
                    <a:pt x="819846" y="1533543"/>
                  </a:moveTo>
                  <a:lnTo>
                    <a:pt x="819967" y="1533635"/>
                  </a:lnTo>
                  <a:lnTo>
                    <a:pt x="760226" y="1482162"/>
                  </a:lnTo>
                  <a:close/>
                  <a:moveTo>
                    <a:pt x="552484" y="1172943"/>
                  </a:moveTo>
                  <a:lnTo>
                    <a:pt x="587853" y="1190191"/>
                  </a:lnTo>
                  <a:lnTo>
                    <a:pt x="578129" y="1148849"/>
                  </a:lnTo>
                  <a:close/>
                  <a:moveTo>
                    <a:pt x="561872" y="1132829"/>
                  </a:moveTo>
                  <a:lnTo>
                    <a:pt x="537177" y="1109666"/>
                  </a:lnTo>
                  <a:lnTo>
                    <a:pt x="578129" y="1148849"/>
                  </a:lnTo>
                  <a:close/>
                  <a:moveTo>
                    <a:pt x="544404" y="1067520"/>
                  </a:moveTo>
                  <a:lnTo>
                    <a:pt x="537177" y="1109666"/>
                  </a:lnTo>
                  <a:lnTo>
                    <a:pt x="505792" y="1097312"/>
                  </a:lnTo>
                  <a:close/>
                  <a:moveTo>
                    <a:pt x="296129" y="863723"/>
                  </a:moveTo>
                  <a:lnTo>
                    <a:pt x="339672" y="839629"/>
                  </a:lnTo>
                  <a:lnTo>
                    <a:pt x="277309" y="812187"/>
                  </a:lnTo>
                  <a:close/>
                  <a:moveTo>
                    <a:pt x="902588" y="1441704"/>
                  </a:moveTo>
                  <a:lnTo>
                    <a:pt x="916237" y="1409679"/>
                  </a:lnTo>
                  <a:lnTo>
                    <a:pt x="874981" y="1430106"/>
                  </a:lnTo>
                  <a:close/>
                  <a:moveTo>
                    <a:pt x="902588" y="1441704"/>
                  </a:moveTo>
                  <a:lnTo>
                    <a:pt x="943321" y="1446571"/>
                  </a:lnTo>
                  <a:lnTo>
                    <a:pt x="916237" y="1409679"/>
                  </a:lnTo>
                  <a:close/>
                  <a:moveTo>
                    <a:pt x="1149415" y="1518452"/>
                  </a:moveTo>
                  <a:lnTo>
                    <a:pt x="1145934" y="1474649"/>
                  </a:lnTo>
                  <a:lnTo>
                    <a:pt x="1138691" y="1461417"/>
                  </a:lnTo>
                  <a:close/>
                  <a:moveTo>
                    <a:pt x="1149415" y="1518452"/>
                  </a:moveTo>
                  <a:lnTo>
                    <a:pt x="1161591" y="1533190"/>
                  </a:lnTo>
                  <a:lnTo>
                    <a:pt x="1164614" y="1512954"/>
                  </a:lnTo>
                  <a:close/>
                  <a:moveTo>
                    <a:pt x="1161591" y="1533190"/>
                  </a:moveTo>
                  <a:lnTo>
                    <a:pt x="1149415" y="1518452"/>
                  </a:lnTo>
                  <a:lnTo>
                    <a:pt x="1149097" y="1512954"/>
                  </a:lnTo>
                  <a:close/>
                  <a:moveTo>
                    <a:pt x="1005945" y="1370898"/>
                  </a:moveTo>
                  <a:lnTo>
                    <a:pt x="1058368" y="1409880"/>
                  </a:lnTo>
                  <a:lnTo>
                    <a:pt x="1028247" y="1383989"/>
                  </a:lnTo>
                  <a:close/>
                  <a:moveTo>
                    <a:pt x="1005945" y="1370898"/>
                  </a:moveTo>
                  <a:lnTo>
                    <a:pt x="1062837" y="1425372"/>
                  </a:lnTo>
                  <a:lnTo>
                    <a:pt x="1058368" y="1409880"/>
                  </a:lnTo>
                  <a:close/>
                  <a:moveTo>
                    <a:pt x="1010591" y="1358344"/>
                  </a:moveTo>
                  <a:lnTo>
                    <a:pt x="1005945" y="1370898"/>
                  </a:lnTo>
                  <a:lnTo>
                    <a:pt x="1028247" y="1383989"/>
                  </a:lnTo>
                  <a:close/>
                  <a:moveTo>
                    <a:pt x="948251" y="1317077"/>
                  </a:moveTo>
                  <a:lnTo>
                    <a:pt x="1010591" y="1358344"/>
                  </a:lnTo>
                  <a:lnTo>
                    <a:pt x="962990" y="1314682"/>
                  </a:lnTo>
                  <a:close/>
                  <a:moveTo>
                    <a:pt x="1005945" y="1370898"/>
                  </a:moveTo>
                  <a:lnTo>
                    <a:pt x="1010591" y="1358344"/>
                  </a:lnTo>
                  <a:lnTo>
                    <a:pt x="948251" y="1317077"/>
                  </a:lnTo>
                  <a:close/>
                  <a:moveTo>
                    <a:pt x="951327" y="1306807"/>
                  </a:moveTo>
                  <a:lnTo>
                    <a:pt x="948251" y="1317077"/>
                  </a:lnTo>
                  <a:lnTo>
                    <a:pt x="962990" y="1314682"/>
                  </a:lnTo>
                  <a:close/>
                  <a:moveTo>
                    <a:pt x="1164614" y="1512954"/>
                  </a:moveTo>
                  <a:lnTo>
                    <a:pt x="1161591" y="1533190"/>
                  </a:lnTo>
                  <a:lnTo>
                    <a:pt x="1233513" y="1492516"/>
                  </a:lnTo>
                  <a:close/>
                  <a:moveTo>
                    <a:pt x="1218174" y="1540396"/>
                  </a:moveTo>
                  <a:lnTo>
                    <a:pt x="1161591" y="1533190"/>
                  </a:lnTo>
                  <a:lnTo>
                    <a:pt x="1178867" y="1557251"/>
                  </a:lnTo>
                  <a:close/>
                  <a:moveTo>
                    <a:pt x="1138691" y="1461417"/>
                  </a:moveTo>
                  <a:lnTo>
                    <a:pt x="1145934" y="1474649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45934" y="1474649"/>
                  </a:lnTo>
                  <a:lnTo>
                    <a:pt x="1230043" y="1490886"/>
                  </a:lnTo>
                  <a:close/>
                  <a:moveTo>
                    <a:pt x="1214148" y="1441066"/>
                  </a:moveTo>
                  <a:lnTo>
                    <a:pt x="1152837" y="1452928"/>
                  </a:lnTo>
                  <a:lnTo>
                    <a:pt x="1230043" y="1490886"/>
                  </a:lnTo>
                  <a:close/>
                  <a:moveTo>
                    <a:pt x="1111469" y="1385835"/>
                  </a:moveTo>
                  <a:lnTo>
                    <a:pt x="1089723" y="1439161"/>
                  </a:lnTo>
                  <a:lnTo>
                    <a:pt x="1152837" y="1452928"/>
                  </a:lnTo>
                  <a:close/>
                  <a:moveTo>
                    <a:pt x="1154904" y="1388505"/>
                  </a:moveTo>
                  <a:lnTo>
                    <a:pt x="1111469" y="1385835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95902" y="1393156"/>
                  </a:lnTo>
                  <a:lnTo>
                    <a:pt x="1154904" y="1388505"/>
                  </a:lnTo>
                  <a:close/>
                  <a:moveTo>
                    <a:pt x="1058368" y="1409880"/>
                  </a:moveTo>
                  <a:lnTo>
                    <a:pt x="1089723" y="1439161"/>
                  </a:lnTo>
                  <a:lnTo>
                    <a:pt x="1111469" y="1385835"/>
                  </a:lnTo>
                  <a:close/>
                  <a:moveTo>
                    <a:pt x="1058368" y="1409880"/>
                  </a:moveTo>
                  <a:lnTo>
                    <a:pt x="1111469" y="1385835"/>
                  </a:lnTo>
                  <a:lnTo>
                    <a:pt x="1028247" y="1383989"/>
                  </a:lnTo>
                  <a:close/>
                  <a:moveTo>
                    <a:pt x="1137280" y="1340090"/>
                  </a:moveTo>
                  <a:lnTo>
                    <a:pt x="1111491" y="1385648"/>
                  </a:lnTo>
                  <a:lnTo>
                    <a:pt x="1111469" y="1385835"/>
                  </a:lnTo>
                  <a:close/>
                  <a:moveTo>
                    <a:pt x="1137280" y="1340090"/>
                  </a:moveTo>
                  <a:lnTo>
                    <a:pt x="1111469" y="1385835"/>
                  </a:lnTo>
                  <a:lnTo>
                    <a:pt x="1154904" y="1388505"/>
                  </a:lnTo>
                  <a:close/>
                  <a:moveTo>
                    <a:pt x="1008752" y="1282713"/>
                  </a:moveTo>
                  <a:lnTo>
                    <a:pt x="962990" y="1314682"/>
                  </a:lnTo>
                  <a:lnTo>
                    <a:pt x="1010591" y="1358344"/>
                  </a:lnTo>
                  <a:close/>
                  <a:moveTo>
                    <a:pt x="951327" y="1306807"/>
                  </a:moveTo>
                  <a:lnTo>
                    <a:pt x="962990" y="1314682"/>
                  </a:lnTo>
                  <a:lnTo>
                    <a:pt x="976235" y="1294327"/>
                  </a:lnTo>
                  <a:close/>
                  <a:moveTo>
                    <a:pt x="1233550" y="1488035"/>
                  </a:moveTo>
                  <a:lnTo>
                    <a:pt x="1233513" y="1492516"/>
                  </a:lnTo>
                  <a:lnTo>
                    <a:pt x="1213632" y="1466245"/>
                  </a:lnTo>
                  <a:close/>
                  <a:moveTo>
                    <a:pt x="1235215" y="1488860"/>
                  </a:moveTo>
                  <a:lnTo>
                    <a:pt x="1233513" y="1492516"/>
                  </a:lnTo>
                  <a:lnTo>
                    <a:pt x="1233550" y="1488035"/>
                  </a:lnTo>
                  <a:close/>
                  <a:moveTo>
                    <a:pt x="1105007" y="1328345"/>
                  </a:moveTo>
                  <a:lnTo>
                    <a:pt x="1111491" y="1385648"/>
                  </a:lnTo>
                  <a:lnTo>
                    <a:pt x="1125593" y="1334250"/>
                  </a:lnTo>
                  <a:close/>
                  <a:moveTo>
                    <a:pt x="1088009" y="1297853"/>
                  </a:moveTo>
                  <a:lnTo>
                    <a:pt x="1105007" y="1328345"/>
                  </a:lnTo>
                  <a:lnTo>
                    <a:pt x="1125593" y="1334250"/>
                  </a:lnTo>
                  <a:close/>
                  <a:moveTo>
                    <a:pt x="968802" y="1052473"/>
                  </a:moveTo>
                  <a:lnTo>
                    <a:pt x="999561" y="1006937"/>
                  </a:lnTo>
                  <a:lnTo>
                    <a:pt x="937863" y="1025030"/>
                  </a:lnTo>
                  <a:close/>
                  <a:moveTo>
                    <a:pt x="948154" y="1076567"/>
                  </a:moveTo>
                  <a:lnTo>
                    <a:pt x="968802" y="1052473"/>
                  </a:lnTo>
                  <a:lnTo>
                    <a:pt x="937863" y="1025030"/>
                  </a:lnTo>
                  <a:close/>
                  <a:moveTo>
                    <a:pt x="1277101" y="1286062"/>
                  </a:moveTo>
                  <a:lnTo>
                    <a:pt x="1291248" y="1263901"/>
                  </a:lnTo>
                  <a:lnTo>
                    <a:pt x="1228813" y="1303657"/>
                  </a:lnTo>
                  <a:close/>
                  <a:moveTo>
                    <a:pt x="1291248" y="1263901"/>
                  </a:moveTo>
                  <a:lnTo>
                    <a:pt x="1319388" y="1286062"/>
                  </a:lnTo>
                  <a:lnTo>
                    <a:pt x="1274694" y="1241597"/>
                  </a:lnTo>
                  <a:close/>
                  <a:moveTo>
                    <a:pt x="864895" y="852799"/>
                  </a:moveTo>
                  <a:lnTo>
                    <a:pt x="920081" y="897863"/>
                  </a:lnTo>
                  <a:lnTo>
                    <a:pt x="941118" y="828206"/>
                  </a:lnTo>
                  <a:close/>
                  <a:moveTo>
                    <a:pt x="861593" y="840452"/>
                  </a:moveTo>
                  <a:lnTo>
                    <a:pt x="852856" y="846327"/>
                  </a:lnTo>
                  <a:lnTo>
                    <a:pt x="833795" y="776299"/>
                  </a:lnTo>
                  <a:close/>
                  <a:moveTo>
                    <a:pt x="629966" y="513014"/>
                  </a:moveTo>
                  <a:lnTo>
                    <a:pt x="619462" y="537107"/>
                  </a:lnTo>
                  <a:lnTo>
                    <a:pt x="640813" y="564550"/>
                  </a:lnTo>
                  <a:close/>
                  <a:moveTo>
                    <a:pt x="602189" y="485570"/>
                  </a:moveTo>
                  <a:lnTo>
                    <a:pt x="619462" y="537107"/>
                  </a:lnTo>
                  <a:lnTo>
                    <a:pt x="629966" y="513014"/>
                  </a:lnTo>
                  <a:close/>
                  <a:moveTo>
                    <a:pt x="332186" y="203793"/>
                  </a:moveTo>
                  <a:lnTo>
                    <a:pt x="332463" y="152257"/>
                  </a:lnTo>
                  <a:lnTo>
                    <a:pt x="318461" y="207189"/>
                  </a:lnTo>
                  <a:close/>
                  <a:moveTo>
                    <a:pt x="318461" y="207189"/>
                  </a:moveTo>
                  <a:lnTo>
                    <a:pt x="332463" y="152257"/>
                  </a:lnTo>
                  <a:lnTo>
                    <a:pt x="332532" y="158207"/>
                  </a:lnTo>
                  <a:close/>
                  <a:moveTo>
                    <a:pt x="284699" y="221854"/>
                  </a:moveTo>
                  <a:lnTo>
                    <a:pt x="332186" y="203793"/>
                  </a:lnTo>
                  <a:lnTo>
                    <a:pt x="318461" y="207189"/>
                  </a:lnTo>
                  <a:close/>
                  <a:moveTo>
                    <a:pt x="289152" y="137383"/>
                  </a:moveTo>
                  <a:lnTo>
                    <a:pt x="332532" y="158207"/>
                  </a:lnTo>
                  <a:lnTo>
                    <a:pt x="332463" y="152257"/>
                  </a:lnTo>
                  <a:close/>
                  <a:moveTo>
                    <a:pt x="1298090" y="1337599"/>
                  </a:moveTo>
                  <a:lnTo>
                    <a:pt x="1328037" y="1323715"/>
                  </a:lnTo>
                  <a:lnTo>
                    <a:pt x="1277101" y="1286062"/>
                  </a:lnTo>
                  <a:close/>
                  <a:moveTo>
                    <a:pt x="1177808" y="1181656"/>
                  </a:moveTo>
                  <a:lnTo>
                    <a:pt x="1231977" y="1234526"/>
                  </a:lnTo>
                  <a:lnTo>
                    <a:pt x="1181156" y="1182989"/>
                  </a:lnTo>
                  <a:close/>
                  <a:moveTo>
                    <a:pt x="1177808" y="1181656"/>
                  </a:moveTo>
                  <a:lnTo>
                    <a:pt x="1173958" y="1174728"/>
                  </a:lnTo>
                  <a:lnTo>
                    <a:pt x="1163504" y="1182989"/>
                  </a:lnTo>
                  <a:close/>
                  <a:moveTo>
                    <a:pt x="1177808" y="1181656"/>
                  </a:moveTo>
                  <a:lnTo>
                    <a:pt x="1181156" y="1182989"/>
                  </a:lnTo>
                  <a:lnTo>
                    <a:pt x="1173958" y="1174728"/>
                  </a:lnTo>
                  <a:close/>
                  <a:moveTo>
                    <a:pt x="941118" y="828206"/>
                  </a:moveTo>
                  <a:lnTo>
                    <a:pt x="1003494" y="808206"/>
                  </a:lnTo>
                  <a:lnTo>
                    <a:pt x="946612" y="816467"/>
                  </a:lnTo>
                  <a:close/>
                  <a:moveTo>
                    <a:pt x="1024419" y="830081"/>
                  </a:moveTo>
                  <a:lnTo>
                    <a:pt x="1025296" y="853223"/>
                  </a:lnTo>
                  <a:lnTo>
                    <a:pt x="1021004" y="849675"/>
                  </a:lnTo>
                  <a:close/>
                  <a:moveTo>
                    <a:pt x="1003494" y="808206"/>
                  </a:moveTo>
                  <a:lnTo>
                    <a:pt x="990190" y="756278"/>
                  </a:lnTo>
                  <a:lnTo>
                    <a:pt x="946612" y="816467"/>
                  </a:lnTo>
                  <a:close/>
                  <a:moveTo>
                    <a:pt x="359488" y="51002"/>
                  </a:moveTo>
                  <a:lnTo>
                    <a:pt x="333445" y="31978"/>
                  </a:lnTo>
                  <a:lnTo>
                    <a:pt x="351153" y="59619"/>
                  </a:lnTo>
                  <a:close/>
                  <a:moveTo>
                    <a:pt x="224490" y="44592"/>
                  </a:moveTo>
                  <a:lnTo>
                    <a:pt x="280361" y="37152"/>
                  </a:lnTo>
                  <a:lnTo>
                    <a:pt x="252407" y="0"/>
                  </a:lnTo>
                  <a:close/>
                  <a:moveTo>
                    <a:pt x="280361" y="37152"/>
                  </a:moveTo>
                  <a:lnTo>
                    <a:pt x="333445" y="31978"/>
                  </a:lnTo>
                  <a:lnTo>
                    <a:pt x="303974" y="18123"/>
                  </a:lnTo>
                  <a:close/>
                  <a:moveTo>
                    <a:pt x="1175849" y="744047"/>
                  </a:moveTo>
                  <a:lnTo>
                    <a:pt x="1253256" y="781842"/>
                  </a:lnTo>
                  <a:lnTo>
                    <a:pt x="1232796" y="73573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29" name="Output_density__4228">
              <a:extLst>
                <a:ext uri="{FF2B5EF4-FFF2-40B4-BE49-F238E27FC236}">
                  <a16:creationId xmlns:a16="http://schemas.microsoft.com/office/drawing/2014/main" id="{FBA90E7D-26F1-6CC3-6AC6-C65A2AAF7998}"/>
                </a:ext>
              </a:extLst>
            </p:cNvPr>
            <p:cNvSpPr>
              <a:spLocks noGrp="1"/>
            </p:cNvSpPr>
            <p:nvPr/>
          </p:nvSpPr>
          <p:spPr>
            <a:xfrm>
              <a:off x="15465781" y="2736969"/>
              <a:ext cx="1373884" cy="1765800"/>
            </a:xfrm>
            <a:custGeom>
              <a:avLst/>
              <a:gdLst/>
              <a:ahLst/>
              <a:cxnLst/>
              <a:rect l="0" t="0" r="0" b="0"/>
              <a:pathLst>
                <a:path w="1373884" h="1765800">
                  <a:moveTo>
                    <a:pt x="45760" y="1581233"/>
                  </a:moveTo>
                  <a:lnTo>
                    <a:pt x="3076" y="1584843"/>
                  </a:lnTo>
                  <a:lnTo>
                    <a:pt x="0" y="1584820"/>
                  </a:lnTo>
                  <a:close/>
                  <a:moveTo>
                    <a:pt x="797356" y="1751549"/>
                  </a:moveTo>
                  <a:lnTo>
                    <a:pt x="787654" y="1759106"/>
                  </a:lnTo>
                  <a:lnTo>
                    <a:pt x="804184" y="1765800"/>
                  </a:lnTo>
                  <a:close/>
                  <a:moveTo>
                    <a:pt x="296649" y="1184647"/>
                  </a:moveTo>
                  <a:lnTo>
                    <a:pt x="287597" y="1208741"/>
                  </a:lnTo>
                  <a:lnTo>
                    <a:pt x="335692" y="1157135"/>
                  </a:lnTo>
                  <a:close/>
                  <a:moveTo>
                    <a:pt x="797356" y="1751549"/>
                  </a:moveTo>
                  <a:lnTo>
                    <a:pt x="804184" y="176580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22943" y="1756146"/>
                  </a:lnTo>
                  <a:lnTo>
                    <a:pt x="804184" y="1765800"/>
                  </a:lnTo>
                  <a:close/>
                  <a:moveTo>
                    <a:pt x="830880" y="1751549"/>
                  </a:moveTo>
                  <a:lnTo>
                    <a:pt x="854381" y="173879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76100" y="1727455"/>
                  </a:lnTo>
                  <a:lnTo>
                    <a:pt x="854381" y="1738790"/>
                  </a:lnTo>
                  <a:close/>
                  <a:moveTo>
                    <a:pt x="117312" y="799797"/>
                  </a:moveTo>
                  <a:lnTo>
                    <a:pt x="121439" y="811667"/>
                  </a:lnTo>
                  <a:lnTo>
                    <a:pt x="131918" y="784389"/>
                  </a:lnTo>
                  <a:close/>
                  <a:moveTo>
                    <a:pt x="927895" y="1664290"/>
                  </a:moveTo>
                  <a:lnTo>
                    <a:pt x="945058" y="1664494"/>
                  </a:lnTo>
                  <a:lnTo>
                    <a:pt x="908014" y="1656627"/>
                  </a:lnTo>
                  <a:close/>
                  <a:moveTo>
                    <a:pt x="988024" y="1651825"/>
                  </a:moveTo>
                  <a:lnTo>
                    <a:pt x="966166" y="1672481"/>
                  </a:lnTo>
                  <a:lnTo>
                    <a:pt x="945058" y="1664494"/>
                  </a:lnTo>
                  <a:close/>
                  <a:moveTo>
                    <a:pt x="975614" y="1639652"/>
                  </a:moveTo>
                  <a:lnTo>
                    <a:pt x="966166" y="1672481"/>
                  </a:lnTo>
                  <a:lnTo>
                    <a:pt x="988024" y="1651825"/>
                  </a:lnTo>
                  <a:close/>
                  <a:moveTo>
                    <a:pt x="988406" y="1620732"/>
                  </a:moveTo>
                  <a:lnTo>
                    <a:pt x="988024" y="1651825"/>
                  </a:lnTo>
                  <a:lnTo>
                    <a:pt x="1005043" y="1643159"/>
                  </a:lnTo>
                  <a:close/>
                  <a:moveTo>
                    <a:pt x="988406" y="1620732"/>
                  </a:moveTo>
                  <a:lnTo>
                    <a:pt x="1005043" y="1643159"/>
                  </a:lnTo>
                  <a:lnTo>
                    <a:pt x="1030013" y="1601616"/>
                  </a:lnTo>
                  <a:close/>
                  <a:moveTo>
                    <a:pt x="433760" y="944415"/>
                  </a:moveTo>
                  <a:lnTo>
                    <a:pt x="398270" y="946624"/>
                  </a:lnTo>
                  <a:lnTo>
                    <a:pt x="471696" y="911575"/>
                  </a:lnTo>
                  <a:close/>
                  <a:moveTo>
                    <a:pt x="327932" y="751609"/>
                  </a:moveTo>
                  <a:lnTo>
                    <a:pt x="292854" y="766946"/>
                  </a:lnTo>
                  <a:lnTo>
                    <a:pt x="276842" y="761291"/>
                  </a:lnTo>
                  <a:close/>
                  <a:moveTo>
                    <a:pt x="1119860" y="1627964"/>
                  </a:moveTo>
                  <a:lnTo>
                    <a:pt x="1092801" y="1620345"/>
                  </a:lnTo>
                  <a:lnTo>
                    <a:pt x="1132473" y="1635346"/>
                  </a:lnTo>
                  <a:close/>
                  <a:moveTo>
                    <a:pt x="1163912" y="1617992"/>
                  </a:moveTo>
                  <a:lnTo>
                    <a:pt x="1119860" y="1627964"/>
                  </a:lnTo>
                  <a:lnTo>
                    <a:pt x="1132473" y="1635346"/>
                  </a:lnTo>
                  <a:close/>
                  <a:moveTo>
                    <a:pt x="1171294" y="1594515"/>
                  </a:moveTo>
                  <a:lnTo>
                    <a:pt x="1163865" y="1579543"/>
                  </a:lnTo>
                  <a:lnTo>
                    <a:pt x="1163912" y="1617992"/>
                  </a:lnTo>
                  <a:close/>
                  <a:moveTo>
                    <a:pt x="1171294" y="1594515"/>
                  </a:moveTo>
                  <a:lnTo>
                    <a:pt x="1163912" y="1617992"/>
                  </a:lnTo>
                  <a:lnTo>
                    <a:pt x="1179957" y="1603637"/>
                  </a:lnTo>
                  <a:close/>
                  <a:moveTo>
                    <a:pt x="1180478" y="1545029"/>
                  </a:moveTo>
                  <a:lnTo>
                    <a:pt x="1179957" y="1603637"/>
                  </a:lnTo>
                  <a:lnTo>
                    <a:pt x="1202931" y="1589198"/>
                  </a:lnTo>
                  <a:close/>
                  <a:moveTo>
                    <a:pt x="1263863" y="1547214"/>
                  </a:moveTo>
                  <a:lnTo>
                    <a:pt x="1231101" y="1559619"/>
                  </a:lnTo>
                  <a:lnTo>
                    <a:pt x="1306249" y="1531012"/>
                  </a:lnTo>
                  <a:close/>
                  <a:moveTo>
                    <a:pt x="1263863" y="1547214"/>
                  </a:moveTo>
                  <a:lnTo>
                    <a:pt x="1306249" y="1531012"/>
                  </a:lnTo>
                  <a:lnTo>
                    <a:pt x="1336662" y="1509820"/>
                  </a:lnTo>
                  <a:close/>
                  <a:moveTo>
                    <a:pt x="111041" y="31831"/>
                  </a:moveTo>
                  <a:lnTo>
                    <a:pt x="117036" y="9351"/>
                  </a:lnTo>
                  <a:lnTo>
                    <a:pt x="116530" y="0"/>
                  </a:lnTo>
                  <a:close/>
                  <a:moveTo>
                    <a:pt x="1355977" y="1428282"/>
                  </a:moveTo>
                  <a:lnTo>
                    <a:pt x="1373884" y="1404188"/>
                  </a:lnTo>
                  <a:lnTo>
                    <a:pt x="1351553" y="1479819"/>
                  </a:lnTo>
                  <a:close/>
                  <a:moveTo>
                    <a:pt x="1185728" y="892608"/>
                  </a:moveTo>
                  <a:lnTo>
                    <a:pt x="1186381" y="892603"/>
                  </a:lnTo>
                  <a:lnTo>
                    <a:pt x="1184400" y="892171"/>
                  </a:lnTo>
                  <a:close/>
                  <a:moveTo>
                    <a:pt x="1185728" y="892608"/>
                  </a:moveTo>
                  <a:lnTo>
                    <a:pt x="1184400" y="892171"/>
                  </a:lnTo>
                  <a:lnTo>
                    <a:pt x="1153512" y="904607"/>
                  </a:lnTo>
                  <a:close/>
                  <a:moveTo>
                    <a:pt x="1186755" y="892171"/>
                  </a:moveTo>
                  <a:lnTo>
                    <a:pt x="1185728" y="892608"/>
                  </a:lnTo>
                  <a:lnTo>
                    <a:pt x="1194600" y="840634"/>
                  </a:lnTo>
                  <a:close/>
                  <a:moveTo>
                    <a:pt x="1186755" y="892171"/>
                  </a:moveTo>
                  <a:lnTo>
                    <a:pt x="1186381" y="892603"/>
                  </a:lnTo>
                  <a:lnTo>
                    <a:pt x="1185728" y="892608"/>
                  </a:lnTo>
                  <a:close/>
                  <a:moveTo>
                    <a:pt x="1184400" y="892171"/>
                  </a:moveTo>
                  <a:lnTo>
                    <a:pt x="1186381" y="892603"/>
                  </a:lnTo>
                  <a:lnTo>
                    <a:pt x="1186726" y="891796"/>
                  </a:lnTo>
                  <a:close/>
                  <a:moveTo>
                    <a:pt x="1186726" y="891796"/>
                  </a:moveTo>
                  <a:lnTo>
                    <a:pt x="1186381" y="892603"/>
                  </a:lnTo>
                  <a:lnTo>
                    <a:pt x="1186755" y="892171"/>
                  </a:lnTo>
                  <a:close/>
                  <a:moveTo>
                    <a:pt x="1200052" y="808814"/>
                  </a:moveTo>
                  <a:lnTo>
                    <a:pt x="1194600" y="840634"/>
                  </a:lnTo>
                  <a:lnTo>
                    <a:pt x="1210562" y="808331"/>
                  </a:lnTo>
                  <a:close/>
                  <a:moveTo>
                    <a:pt x="1200052" y="808814"/>
                  </a:moveTo>
                  <a:lnTo>
                    <a:pt x="1210562" y="808331"/>
                  </a:lnTo>
                  <a:lnTo>
                    <a:pt x="1241946" y="790772"/>
                  </a:lnTo>
                  <a:close/>
                  <a:moveTo>
                    <a:pt x="835505" y="422737"/>
                  </a:moveTo>
                  <a:lnTo>
                    <a:pt x="866731" y="396190"/>
                  </a:lnTo>
                  <a:lnTo>
                    <a:pt x="848051" y="366126"/>
                  </a:lnTo>
                  <a:close/>
                  <a:moveTo>
                    <a:pt x="1259218" y="745359"/>
                  </a:moveTo>
                  <a:lnTo>
                    <a:pt x="1241946" y="790772"/>
                  </a:lnTo>
                  <a:lnTo>
                    <a:pt x="1257860" y="76500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0" name="Output_density__4229">
              <a:extLst>
                <a:ext uri="{FF2B5EF4-FFF2-40B4-BE49-F238E27FC236}">
                  <a16:creationId xmlns:a16="http://schemas.microsoft.com/office/drawing/2014/main" id="{D0D62481-FC61-6A99-7ED2-3DE9FEC1E5B8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736416"/>
              <a:ext cx="1371510" cy="1894781"/>
            </a:xfrm>
            <a:custGeom>
              <a:avLst/>
              <a:gdLst/>
              <a:ahLst/>
              <a:cxnLst/>
              <a:rect l="0" t="0" r="0" b="0"/>
              <a:pathLst>
                <a:path w="1371510" h="1894781">
                  <a:moveTo>
                    <a:pt x="0" y="1536705"/>
                  </a:moveTo>
                  <a:lnTo>
                    <a:pt x="49435" y="1587446"/>
                  </a:lnTo>
                  <a:lnTo>
                    <a:pt x="2350" y="1541039"/>
                  </a:lnTo>
                  <a:close/>
                  <a:moveTo>
                    <a:pt x="31680" y="1511816"/>
                  </a:moveTo>
                  <a:lnTo>
                    <a:pt x="2350" y="1541039"/>
                  </a:lnTo>
                  <a:lnTo>
                    <a:pt x="49435" y="1587446"/>
                  </a:lnTo>
                  <a:close/>
                  <a:moveTo>
                    <a:pt x="550718" y="1894781"/>
                  </a:moveTo>
                  <a:lnTo>
                    <a:pt x="597506" y="1831983"/>
                  </a:lnTo>
                  <a:lnTo>
                    <a:pt x="555002" y="1828556"/>
                  </a:lnTo>
                  <a:close/>
                  <a:moveTo>
                    <a:pt x="325466" y="1471034"/>
                  </a:moveTo>
                  <a:lnTo>
                    <a:pt x="368816" y="1439534"/>
                  </a:lnTo>
                  <a:lnTo>
                    <a:pt x="334232" y="1454891"/>
                  </a:lnTo>
                  <a:close/>
                  <a:moveTo>
                    <a:pt x="334232" y="1454891"/>
                  </a:moveTo>
                  <a:lnTo>
                    <a:pt x="368816" y="1439534"/>
                  </a:lnTo>
                  <a:lnTo>
                    <a:pt x="347151" y="1417212"/>
                  </a:lnTo>
                  <a:close/>
                  <a:moveTo>
                    <a:pt x="368816" y="1439534"/>
                  </a:moveTo>
                  <a:lnTo>
                    <a:pt x="411174" y="1481907"/>
                  </a:lnTo>
                  <a:lnTo>
                    <a:pt x="412645" y="1429125"/>
                  </a:lnTo>
                  <a:close/>
                  <a:moveTo>
                    <a:pt x="350078" y="1379266"/>
                  </a:moveTo>
                  <a:lnTo>
                    <a:pt x="347151" y="1417212"/>
                  </a:lnTo>
                  <a:lnTo>
                    <a:pt x="389842" y="1363904"/>
                  </a:lnTo>
                  <a:close/>
                  <a:moveTo>
                    <a:pt x="347151" y="1417212"/>
                  </a:moveTo>
                  <a:lnTo>
                    <a:pt x="368816" y="1439534"/>
                  </a:lnTo>
                  <a:lnTo>
                    <a:pt x="389842" y="1363904"/>
                  </a:lnTo>
                  <a:close/>
                  <a:moveTo>
                    <a:pt x="389842" y="1363904"/>
                  </a:moveTo>
                  <a:lnTo>
                    <a:pt x="368816" y="1439534"/>
                  </a:lnTo>
                  <a:lnTo>
                    <a:pt x="422906" y="1390869"/>
                  </a:lnTo>
                  <a:close/>
                  <a:moveTo>
                    <a:pt x="422906" y="1390869"/>
                  </a:moveTo>
                  <a:lnTo>
                    <a:pt x="368816" y="1439534"/>
                  </a:lnTo>
                  <a:lnTo>
                    <a:pt x="412645" y="1429125"/>
                  </a:lnTo>
                  <a:close/>
                  <a:moveTo>
                    <a:pt x="412645" y="1429125"/>
                  </a:moveTo>
                  <a:lnTo>
                    <a:pt x="411174" y="1481907"/>
                  </a:lnTo>
                  <a:lnTo>
                    <a:pt x="429172" y="1439534"/>
                  </a:lnTo>
                  <a:close/>
                  <a:moveTo>
                    <a:pt x="534896" y="1280216"/>
                  </a:moveTo>
                  <a:lnTo>
                    <a:pt x="555479" y="1267383"/>
                  </a:lnTo>
                  <a:lnTo>
                    <a:pt x="549622" y="1264179"/>
                  </a:lnTo>
                  <a:close/>
                  <a:moveTo>
                    <a:pt x="534896" y="1280216"/>
                  </a:moveTo>
                  <a:lnTo>
                    <a:pt x="549622" y="1264179"/>
                  </a:lnTo>
                  <a:lnTo>
                    <a:pt x="535660" y="1216852"/>
                  </a:lnTo>
                  <a:close/>
                  <a:moveTo>
                    <a:pt x="361734" y="1181561"/>
                  </a:moveTo>
                  <a:lnTo>
                    <a:pt x="404238" y="1184988"/>
                  </a:lnTo>
                  <a:lnTo>
                    <a:pt x="419680" y="1109691"/>
                  </a:lnTo>
                  <a:close/>
                  <a:moveTo>
                    <a:pt x="419680" y="1109691"/>
                  </a:moveTo>
                  <a:lnTo>
                    <a:pt x="404296" y="1185200"/>
                  </a:lnTo>
                  <a:lnTo>
                    <a:pt x="474773" y="1140314"/>
                  </a:lnTo>
                  <a:close/>
                  <a:moveTo>
                    <a:pt x="258342" y="913920"/>
                  </a:moveTo>
                  <a:lnTo>
                    <a:pt x="265252" y="880981"/>
                  </a:lnTo>
                  <a:lnTo>
                    <a:pt x="267705" y="927517"/>
                  </a:lnTo>
                  <a:close/>
                  <a:moveTo>
                    <a:pt x="259682" y="954960"/>
                  </a:moveTo>
                  <a:lnTo>
                    <a:pt x="258342" y="913920"/>
                  </a:lnTo>
                  <a:lnTo>
                    <a:pt x="274492" y="963534"/>
                  </a:lnTo>
                  <a:close/>
                  <a:moveTo>
                    <a:pt x="937042" y="1728009"/>
                  </a:moveTo>
                  <a:lnTo>
                    <a:pt x="962028" y="1739344"/>
                  </a:lnTo>
                  <a:lnTo>
                    <a:pt x="981598" y="1709634"/>
                  </a:lnTo>
                  <a:close/>
                  <a:moveTo>
                    <a:pt x="555479" y="1267383"/>
                  </a:moveTo>
                  <a:lnTo>
                    <a:pt x="606317" y="1315716"/>
                  </a:lnTo>
                  <a:lnTo>
                    <a:pt x="618021" y="1240085"/>
                  </a:lnTo>
                  <a:close/>
                  <a:moveTo>
                    <a:pt x="535594" y="1212643"/>
                  </a:moveTo>
                  <a:lnTo>
                    <a:pt x="556264" y="1262844"/>
                  </a:lnTo>
                  <a:lnTo>
                    <a:pt x="548358" y="1206529"/>
                  </a:lnTo>
                  <a:close/>
                  <a:moveTo>
                    <a:pt x="528575" y="1137012"/>
                  </a:moveTo>
                  <a:lnTo>
                    <a:pt x="548358" y="1206529"/>
                  </a:lnTo>
                  <a:lnTo>
                    <a:pt x="566778" y="1174730"/>
                  </a:lnTo>
                  <a:close/>
                  <a:moveTo>
                    <a:pt x="535594" y="1212643"/>
                  </a:moveTo>
                  <a:lnTo>
                    <a:pt x="548358" y="1206529"/>
                  </a:lnTo>
                  <a:lnTo>
                    <a:pt x="528575" y="1137012"/>
                  </a:lnTo>
                  <a:close/>
                  <a:moveTo>
                    <a:pt x="494099" y="1161106"/>
                  </a:moveTo>
                  <a:lnTo>
                    <a:pt x="535594" y="1212643"/>
                  </a:lnTo>
                  <a:lnTo>
                    <a:pt x="528575" y="1137012"/>
                  </a:lnTo>
                  <a:close/>
                  <a:moveTo>
                    <a:pt x="548358" y="1206529"/>
                  </a:moveTo>
                  <a:lnTo>
                    <a:pt x="605776" y="1188549"/>
                  </a:lnTo>
                  <a:lnTo>
                    <a:pt x="566778" y="1174730"/>
                  </a:lnTo>
                  <a:close/>
                  <a:moveTo>
                    <a:pt x="1019370" y="1576747"/>
                  </a:moveTo>
                  <a:lnTo>
                    <a:pt x="1023570" y="1650750"/>
                  </a:lnTo>
                  <a:lnTo>
                    <a:pt x="1045500" y="1606955"/>
                  </a:lnTo>
                  <a:close/>
                  <a:moveTo>
                    <a:pt x="1016518" y="1652378"/>
                  </a:moveTo>
                  <a:lnTo>
                    <a:pt x="1023570" y="1650750"/>
                  </a:lnTo>
                  <a:lnTo>
                    <a:pt x="1019370" y="1576747"/>
                  </a:lnTo>
                  <a:close/>
                  <a:moveTo>
                    <a:pt x="973274" y="1511590"/>
                  </a:moveTo>
                  <a:lnTo>
                    <a:pt x="933575" y="1497704"/>
                  </a:lnTo>
                  <a:lnTo>
                    <a:pt x="988447" y="1525211"/>
                  </a:lnTo>
                  <a:close/>
                  <a:moveTo>
                    <a:pt x="874203" y="1445248"/>
                  </a:moveTo>
                  <a:lnTo>
                    <a:pt x="938994" y="1473674"/>
                  </a:lnTo>
                  <a:lnTo>
                    <a:pt x="906602" y="1436992"/>
                  </a:lnTo>
                  <a:close/>
                  <a:moveTo>
                    <a:pt x="874203" y="1445248"/>
                  </a:moveTo>
                  <a:lnTo>
                    <a:pt x="933575" y="1497704"/>
                  </a:lnTo>
                  <a:lnTo>
                    <a:pt x="938994" y="1473674"/>
                  </a:lnTo>
                  <a:close/>
                  <a:moveTo>
                    <a:pt x="718457" y="1291622"/>
                  </a:moveTo>
                  <a:lnTo>
                    <a:pt x="743764" y="1312421"/>
                  </a:lnTo>
                  <a:lnTo>
                    <a:pt x="750047" y="1281991"/>
                  </a:lnTo>
                  <a:close/>
                  <a:moveTo>
                    <a:pt x="734495" y="1277767"/>
                  </a:moveTo>
                  <a:lnTo>
                    <a:pt x="718457" y="1291622"/>
                  </a:lnTo>
                  <a:lnTo>
                    <a:pt x="750047" y="1281991"/>
                  </a:lnTo>
                  <a:close/>
                  <a:moveTo>
                    <a:pt x="743764" y="1312421"/>
                  </a:moveTo>
                  <a:lnTo>
                    <a:pt x="749099" y="1291622"/>
                  </a:lnTo>
                  <a:lnTo>
                    <a:pt x="750047" y="1281991"/>
                  </a:lnTo>
                  <a:close/>
                  <a:moveTo>
                    <a:pt x="750047" y="1281991"/>
                  </a:moveTo>
                  <a:lnTo>
                    <a:pt x="749099" y="1291622"/>
                  </a:lnTo>
                  <a:lnTo>
                    <a:pt x="734495" y="1277767"/>
                  </a:lnTo>
                  <a:close/>
                  <a:moveTo>
                    <a:pt x="638587" y="1233899"/>
                  </a:moveTo>
                  <a:lnTo>
                    <a:pt x="643575" y="1287187"/>
                  </a:lnTo>
                  <a:lnTo>
                    <a:pt x="648364" y="1240085"/>
                  </a:lnTo>
                  <a:close/>
                  <a:moveTo>
                    <a:pt x="638587" y="1233899"/>
                  </a:moveTo>
                  <a:lnTo>
                    <a:pt x="648364" y="1240085"/>
                  </a:lnTo>
                  <a:lnTo>
                    <a:pt x="672511" y="1181559"/>
                  </a:lnTo>
                  <a:close/>
                  <a:moveTo>
                    <a:pt x="615918" y="1126843"/>
                  </a:moveTo>
                  <a:lnTo>
                    <a:pt x="577295" y="1120261"/>
                  </a:lnTo>
                  <a:lnTo>
                    <a:pt x="621134" y="1185345"/>
                  </a:lnTo>
                  <a:close/>
                  <a:moveTo>
                    <a:pt x="621134" y="1185345"/>
                  </a:moveTo>
                  <a:lnTo>
                    <a:pt x="672511" y="1181559"/>
                  </a:lnTo>
                  <a:lnTo>
                    <a:pt x="615918" y="1126843"/>
                  </a:lnTo>
                  <a:close/>
                  <a:moveTo>
                    <a:pt x="627906" y="1137012"/>
                  </a:moveTo>
                  <a:lnTo>
                    <a:pt x="619036" y="1061565"/>
                  </a:lnTo>
                  <a:lnTo>
                    <a:pt x="615918" y="1126843"/>
                  </a:lnTo>
                  <a:close/>
                  <a:moveTo>
                    <a:pt x="619400" y="1061382"/>
                  </a:moveTo>
                  <a:lnTo>
                    <a:pt x="650785" y="1073736"/>
                  </a:lnTo>
                  <a:lnTo>
                    <a:pt x="675481" y="1096899"/>
                  </a:lnTo>
                  <a:close/>
                  <a:moveTo>
                    <a:pt x="564078" y="1068263"/>
                  </a:moveTo>
                  <a:lnTo>
                    <a:pt x="583527" y="1062674"/>
                  </a:lnTo>
                  <a:lnTo>
                    <a:pt x="533090" y="1048776"/>
                  </a:lnTo>
                  <a:close/>
                  <a:moveTo>
                    <a:pt x="564078" y="1068263"/>
                  </a:moveTo>
                  <a:lnTo>
                    <a:pt x="619036" y="1061565"/>
                  </a:lnTo>
                  <a:lnTo>
                    <a:pt x="583527" y="1062674"/>
                  </a:lnTo>
                  <a:close/>
                  <a:moveTo>
                    <a:pt x="938994" y="1473674"/>
                  </a:moveTo>
                  <a:lnTo>
                    <a:pt x="933575" y="1497704"/>
                  </a:lnTo>
                  <a:lnTo>
                    <a:pt x="973274" y="1511590"/>
                  </a:lnTo>
                  <a:close/>
                  <a:moveTo>
                    <a:pt x="894055" y="1422138"/>
                  </a:moveTo>
                  <a:lnTo>
                    <a:pt x="874203" y="1445248"/>
                  </a:lnTo>
                  <a:lnTo>
                    <a:pt x="906602" y="1436992"/>
                  </a:lnTo>
                  <a:close/>
                  <a:moveTo>
                    <a:pt x="894055" y="1422138"/>
                  </a:moveTo>
                  <a:lnTo>
                    <a:pt x="872605" y="1383804"/>
                  </a:lnTo>
                  <a:lnTo>
                    <a:pt x="874203" y="1445248"/>
                  </a:lnTo>
                  <a:close/>
                  <a:moveTo>
                    <a:pt x="1102682" y="1561674"/>
                  </a:moveTo>
                  <a:lnTo>
                    <a:pt x="1045500" y="1606955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58989" y="1616622"/>
                  </a:lnTo>
                  <a:lnTo>
                    <a:pt x="1156522" y="1604190"/>
                  </a:lnTo>
                  <a:close/>
                  <a:moveTo>
                    <a:pt x="1142133" y="1552654"/>
                  </a:moveTo>
                  <a:lnTo>
                    <a:pt x="1102682" y="1561674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48380" y="1507353"/>
                  </a:lnTo>
                  <a:lnTo>
                    <a:pt x="1102682" y="1561674"/>
                  </a:lnTo>
                  <a:close/>
                  <a:moveTo>
                    <a:pt x="1102682" y="1561674"/>
                  </a:moveTo>
                  <a:lnTo>
                    <a:pt x="1141781" y="1505126"/>
                  </a:lnTo>
                  <a:lnTo>
                    <a:pt x="1094266" y="1505772"/>
                  </a:lnTo>
                  <a:close/>
                  <a:moveTo>
                    <a:pt x="973274" y="1511590"/>
                  </a:moveTo>
                  <a:lnTo>
                    <a:pt x="1042531" y="1509850"/>
                  </a:lnTo>
                  <a:lnTo>
                    <a:pt x="1039980" y="1451417"/>
                  </a:lnTo>
                  <a:close/>
                  <a:moveTo>
                    <a:pt x="973274" y="1511590"/>
                  </a:moveTo>
                  <a:lnTo>
                    <a:pt x="1039980" y="1451417"/>
                  </a:lnTo>
                  <a:lnTo>
                    <a:pt x="993811" y="1453478"/>
                  </a:lnTo>
                  <a:close/>
                  <a:moveTo>
                    <a:pt x="1072259" y="1460921"/>
                  </a:moveTo>
                  <a:lnTo>
                    <a:pt x="1042531" y="1509850"/>
                  </a:lnTo>
                  <a:lnTo>
                    <a:pt x="1094266" y="1505772"/>
                  </a:lnTo>
                  <a:close/>
                  <a:moveTo>
                    <a:pt x="988826" y="1449580"/>
                  </a:moveTo>
                  <a:lnTo>
                    <a:pt x="938994" y="1473674"/>
                  </a:lnTo>
                  <a:lnTo>
                    <a:pt x="973274" y="1511590"/>
                  </a:lnTo>
                  <a:close/>
                  <a:moveTo>
                    <a:pt x="938994" y="1473674"/>
                  </a:moveTo>
                  <a:lnTo>
                    <a:pt x="988826" y="1449580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94055" y="1422138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57520" y="1370601"/>
                  </a:lnTo>
                  <a:lnTo>
                    <a:pt x="894055" y="1422138"/>
                  </a:lnTo>
                  <a:close/>
                  <a:moveTo>
                    <a:pt x="691738" y="1112918"/>
                  </a:moveTo>
                  <a:lnTo>
                    <a:pt x="742216" y="1100129"/>
                  </a:lnTo>
                  <a:lnTo>
                    <a:pt x="675481" y="1096899"/>
                  </a:lnTo>
                  <a:close/>
                  <a:moveTo>
                    <a:pt x="675481" y="1096899"/>
                  </a:moveTo>
                  <a:lnTo>
                    <a:pt x="742216" y="1100129"/>
                  </a:lnTo>
                  <a:lnTo>
                    <a:pt x="752632" y="1075776"/>
                  </a:lnTo>
                  <a:close/>
                  <a:moveTo>
                    <a:pt x="675481" y="1096899"/>
                  </a:moveTo>
                  <a:lnTo>
                    <a:pt x="752632" y="1075776"/>
                  </a:lnTo>
                  <a:lnTo>
                    <a:pt x="702774" y="1064046"/>
                  </a:lnTo>
                  <a:close/>
                  <a:moveTo>
                    <a:pt x="286493" y="640063"/>
                  </a:moveTo>
                  <a:lnTo>
                    <a:pt x="319105" y="637853"/>
                  </a:lnTo>
                  <a:lnTo>
                    <a:pt x="270553" y="631000"/>
                  </a:lnTo>
                  <a:close/>
                  <a:moveTo>
                    <a:pt x="1109395" y="1493473"/>
                  </a:moveTo>
                  <a:lnTo>
                    <a:pt x="1148380" y="1507353"/>
                  </a:lnTo>
                  <a:lnTo>
                    <a:pt x="1158186" y="1528560"/>
                  </a:lnTo>
                  <a:close/>
                  <a:moveTo>
                    <a:pt x="1158186" y="1528560"/>
                  </a:moveTo>
                  <a:lnTo>
                    <a:pt x="1148380" y="1507353"/>
                  </a:lnTo>
                  <a:lnTo>
                    <a:pt x="1142133" y="1552654"/>
                  </a:lnTo>
                  <a:close/>
                  <a:moveTo>
                    <a:pt x="1072791" y="1439193"/>
                  </a:moveTo>
                  <a:lnTo>
                    <a:pt x="1041164" y="1449580"/>
                  </a:lnTo>
                  <a:lnTo>
                    <a:pt x="1109395" y="1493473"/>
                  </a:lnTo>
                  <a:close/>
                  <a:moveTo>
                    <a:pt x="522231" y="778155"/>
                  </a:moveTo>
                  <a:lnTo>
                    <a:pt x="524535" y="779604"/>
                  </a:lnTo>
                  <a:lnTo>
                    <a:pt x="487689" y="783908"/>
                  </a:lnTo>
                  <a:close/>
                  <a:moveTo>
                    <a:pt x="434092" y="623294"/>
                  </a:moveTo>
                  <a:lnTo>
                    <a:pt x="352058" y="624995"/>
                  </a:lnTo>
                  <a:lnTo>
                    <a:pt x="351763" y="625055"/>
                  </a:lnTo>
                  <a:close/>
                  <a:moveTo>
                    <a:pt x="1288125" y="1545582"/>
                  </a:moveTo>
                  <a:lnTo>
                    <a:pt x="1331783" y="1504466"/>
                  </a:lnTo>
                  <a:lnTo>
                    <a:pt x="1292476" y="1521321"/>
                  </a:lnTo>
                  <a:close/>
                  <a:moveTo>
                    <a:pt x="1089844" y="1258396"/>
                  </a:moveTo>
                  <a:lnTo>
                    <a:pt x="1076599" y="1278751"/>
                  </a:lnTo>
                  <a:lnTo>
                    <a:pt x="1122361" y="1246783"/>
                  </a:lnTo>
                  <a:close/>
                  <a:moveTo>
                    <a:pt x="1122361" y="1246783"/>
                  </a:moveTo>
                  <a:lnTo>
                    <a:pt x="1124200" y="1322413"/>
                  </a:lnTo>
                  <a:lnTo>
                    <a:pt x="1164084" y="1298319"/>
                  </a:lnTo>
                  <a:close/>
                  <a:moveTo>
                    <a:pt x="1089844" y="1258396"/>
                  </a:moveTo>
                  <a:lnTo>
                    <a:pt x="1122361" y="1246783"/>
                  </a:lnTo>
                  <a:lnTo>
                    <a:pt x="1100677" y="1233877"/>
                  </a:lnTo>
                  <a:close/>
                  <a:moveTo>
                    <a:pt x="962496" y="1167803"/>
                  </a:moveTo>
                  <a:lnTo>
                    <a:pt x="1023703" y="1195246"/>
                  </a:lnTo>
                  <a:lnTo>
                    <a:pt x="990051" y="1143709"/>
                  </a:lnTo>
                  <a:close/>
                  <a:moveTo>
                    <a:pt x="956643" y="1102493"/>
                  </a:moveTo>
                  <a:lnTo>
                    <a:pt x="987967" y="1122052"/>
                  </a:lnTo>
                  <a:lnTo>
                    <a:pt x="990051" y="1143709"/>
                  </a:lnTo>
                  <a:close/>
                  <a:moveTo>
                    <a:pt x="990051" y="1143709"/>
                  </a:moveTo>
                  <a:lnTo>
                    <a:pt x="987967" y="1122052"/>
                  </a:lnTo>
                  <a:lnTo>
                    <a:pt x="962496" y="1167803"/>
                  </a:lnTo>
                  <a:close/>
                  <a:moveTo>
                    <a:pt x="990051" y="1143709"/>
                  </a:moveTo>
                  <a:lnTo>
                    <a:pt x="979112" y="1128716"/>
                  </a:lnTo>
                  <a:lnTo>
                    <a:pt x="956643" y="1102493"/>
                  </a:lnTo>
                  <a:close/>
                  <a:moveTo>
                    <a:pt x="951668" y="1092173"/>
                  </a:moveTo>
                  <a:lnTo>
                    <a:pt x="956643" y="1102493"/>
                  </a:lnTo>
                  <a:lnTo>
                    <a:pt x="979112" y="1128716"/>
                  </a:lnTo>
                  <a:close/>
                  <a:moveTo>
                    <a:pt x="1327241" y="1430314"/>
                  </a:moveTo>
                  <a:lnTo>
                    <a:pt x="1330390" y="1433806"/>
                  </a:lnTo>
                  <a:lnTo>
                    <a:pt x="1326248" y="1428835"/>
                  </a:lnTo>
                  <a:close/>
                  <a:moveTo>
                    <a:pt x="1356281" y="1480372"/>
                  </a:moveTo>
                  <a:lnTo>
                    <a:pt x="1331783" y="1504466"/>
                  </a:lnTo>
                  <a:lnTo>
                    <a:pt x="1371510" y="1547767"/>
                  </a:lnTo>
                  <a:close/>
                  <a:moveTo>
                    <a:pt x="1327241" y="1430314"/>
                  </a:moveTo>
                  <a:lnTo>
                    <a:pt x="1347122" y="1456586"/>
                  </a:lnTo>
                  <a:lnTo>
                    <a:pt x="1356281" y="1480372"/>
                  </a:lnTo>
                  <a:close/>
                  <a:moveTo>
                    <a:pt x="1356281" y="1480372"/>
                  </a:moveTo>
                  <a:lnTo>
                    <a:pt x="1330390" y="1433806"/>
                  </a:lnTo>
                  <a:lnTo>
                    <a:pt x="1327241" y="1430314"/>
                  </a:lnTo>
                  <a:close/>
                  <a:moveTo>
                    <a:pt x="1122361" y="1246783"/>
                  </a:moveTo>
                  <a:lnTo>
                    <a:pt x="1165060" y="1297972"/>
                  </a:lnTo>
                  <a:lnTo>
                    <a:pt x="1178653" y="1224178"/>
                  </a:lnTo>
                  <a:close/>
                  <a:moveTo>
                    <a:pt x="1165060" y="1297972"/>
                  </a:moveTo>
                  <a:lnTo>
                    <a:pt x="1218616" y="1292414"/>
                  </a:lnTo>
                  <a:lnTo>
                    <a:pt x="1178653" y="1224178"/>
                  </a:lnTo>
                  <a:close/>
                  <a:moveTo>
                    <a:pt x="1315601" y="1353205"/>
                  </a:moveTo>
                  <a:lnTo>
                    <a:pt x="1311708" y="1363959"/>
                  </a:lnTo>
                  <a:lnTo>
                    <a:pt x="1300594" y="1377299"/>
                  </a:lnTo>
                  <a:close/>
                  <a:moveTo>
                    <a:pt x="1183928" y="1100661"/>
                  </a:moveTo>
                  <a:lnTo>
                    <a:pt x="1107913" y="1126031"/>
                  </a:lnTo>
                  <a:lnTo>
                    <a:pt x="1140508" y="1113000"/>
                  </a:lnTo>
                  <a:close/>
                  <a:moveTo>
                    <a:pt x="1056246" y="1059500"/>
                  </a:moveTo>
                  <a:lnTo>
                    <a:pt x="1102324" y="1105134"/>
                  </a:lnTo>
                  <a:lnTo>
                    <a:pt x="1104582" y="1058186"/>
                  </a:lnTo>
                  <a:close/>
                  <a:moveTo>
                    <a:pt x="1056246" y="1059500"/>
                  </a:moveTo>
                  <a:lnTo>
                    <a:pt x="1083280" y="1033934"/>
                  </a:lnTo>
                  <a:lnTo>
                    <a:pt x="1032796" y="1019859"/>
                  </a:lnTo>
                  <a:close/>
                  <a:moveTo>
                    <a:pt x="1089774" y="1007481"/>
                  </a:moveTo>
                  <a:lnTo>
                    <a:pt x="1113373" y="1011546"/>
                  </a:lnTo>
                  <a:lnTo>
                    <a:pt x="1100772" y="992449"/>
                  </a:lnTo>
                  <a:close/>
                  <a:moveTo>
                    <a:pt x="1102324" y="1105134"/>
                  </a:moveTo>
                  <a:lnTo>
                    <a:pt x="1135036" y="1043985"/>
                  </a:lnTo>
                  <a:lnTo>
                    <a:pt x="1104582" y="1058186"/>
                  </a:lnTo>
                  <a:close/>
                  <a:moveTo>
                    <a:pt x="1143097" y="1082902"/>
                  </a:moveTo>
                  <a:lnTo>
                    <a:pt x="1180362" y="1087330"/>
                  </a:lnTo>
                  <a:lnTo>
                    <a:pt x="1102324" y="1105134"/>
                  </a:lnTo>
                  <a:close/>
                  <a:moveTo>
                    <a:pt x="1196760" y="1108861"/>
                  </a:moveTo>
                  <a:lnTo>
                    <a:pt x="1217076" y="1095522"/>
                  </a:lnTo>
                  <a:lnTo>
                    <a:pt x="1180362" y="1087330"/>
                  </a:lnTo>
                  <a:close/>
                  <a:moveTo>
                    <a:pt x="751695" y="532675"/>
                  </a:moveTo>
                  <a:lnTo>
                    <a:pt x="741400" y="536107"/>
                  </a:lnTo>
                  <a:lnTo>
                    <a:pt x="748272" y="528619"/>
                  </a:lnTo>
                  <a:close/>
                  <a:moveTo>
                    <a:pt x="371271" y="232665"/>
                  </a:moveTo>
                  <a:lnTo>
                    <a:pt x="398308" y="185924"/>
                  </a:lnTo>
                  <a:lnTo>
                    <a:pt x="357863" y="180822"/>
                  </a:lnTo>
                  <a:close/>
                  <a:moveTo>
                    <a:pt x="1100772" y="992449"/>
                  </a:moveTo>
                  <a:lnTo>
                    <a:pt x="1076374" y="955633"/>
                  </a:lnTo>
                  <a:lnTo>
                    <a:pt x="1089774" y="1007481"/>
                  </a:lnTo>
                  <a:close/>
                  <a:moveTo>
                    <a:pt x="1291416" y="1145725"/>
                  </a:moveTo>
                  <a:lnTo>
                    <a:pt x="1277113" y="1147058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291416" y="1145725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312659" y="1232615"/>
                  </a:lnTo>
                  <a:lnTo>
                    <a:pt x="1345585" y="1198595"/>
                  </a:lnTo>
                  <a:close/>
                  <a:moveTo>
                    <a:pt x="1291416" y="1145725"/>
                  </a:moveTo>
                  <a:lnTo>
                    <a:pt x="1320402" y="1184903"/>
                  </a:lnTo>
                  <a:lnTo>
                    <a:pt x="1345585" y="1198595"/>
                  </a:lnTo>
                  <a:close/>
                  <a:moveTo>
                    <a:pt x="1230960" y="1094150"/>
                  </a:moveTo>
                  <a:lnTo>
                    <a:pt x="1180362" y="1087330"/>
                  </a:lnTo>
                  <a:lnTo>
                    <a:pt x="1217076" y="1095522"/>
                  </a:lnTo>
                  <a:close/>
                  <a:moveTo>
                    <a:pt x="1193236" y="1024094"/>
                  </a:moveTo>
                  <a:lnTo>
                    <a:pt x="1180362" y="1087330"/>
                  </a:lnTo>
                  <a:lnTo>
                    <a:pt x="1230960" y="1094150"/>
                  </a:lnTo>
                  <a:close/>
                  <a:moveTo>
                    <a:pt x="1135036" y="1043985"/>
                  </a:moveTo>
                  <a:lnTo>
                    <a:pt x="1180362" y="1087330"/>
                  </a:lnTo>
                  <a:lnTo>
                    <a:pt x="1193236" y="1024094"/>
                  </a:lnTo>
                  <a:close/>
                  <a:moveTo>
                    <a:pt x="1135036" y="1043985"/>
                  </a:moveTo>
                  <a:lnTo>
                    <a:pt x="1193236" y="1024094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100772" y="992449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066377" y="940912"/>
                  </a:lnTo>
                  <a:lnTo>
                    <a:pt x="1100772" y="992449"/>
                  </a:lnTo>
                  <a:close/>
                  <a:moveTo>
                    <a:pt x="744084" y="504525"/>
                  </a:moveTo>
                  <a:lnTo>
                    <a:pt x="751695" y="532675"/>
                  </a:lnTo>
                  <a:lnTo>
                    <a:pt x="748272" y="528619"/>
                  </a:lnTo>
                  <a:close/>
                  <a:moveTo>
                    <a:pt x="772014" y="573961"/>
                  </a:moveTo>
                  <a:lnTo>
                    <a:pt x="751695" y="532675"/>
                  </a:lnTo>
                  <a:lnTo>
                    <a:pt x="721185" y="577302"/>
                  </a:lnTo>
                  <a:close/>
                  <a:moveTo>
                    <a:pt x="841578" y="559156"/>
                  </a:moveTo>
                  <a:lnTo>
                    <a:pt x="822044" y="621021"/>
                  </a:lnTo>
                  <a:lnTo>
                    <a:pt x="896972" y="591587"/>
                  </a:lnTo>
                  <a:close/>
                  <a:moveTo>
                    <a:pt x="744084" y="504525"/>
                  </a:moveTo>
                  <a:lnTo>
                    <a:pt x="748272" y="528619"/>
                  </a:lnTo>
                  <a:lnTo>
                    <a:pt x="721011" y="477083"/>
                  </a:lnTo>
                  <a:close/>
                  <a:moveTo>
                    <a:pt x="567576" y="195306"/>
                  </a:moveTo>
                  <a:lnTo>
                    <a:pt x="539858" y="146810"/>
                  </a:lnTo>
                  <a:lnTo>
                    <a:pt x="549022" y="164044"/>
                  </a:lnTo>
                  <a:close/>
                  <a:moveTo>
                    <a:pt x="402761" y="101452"/>
                  </a:moveTo>
                  <a:lnTo>
                    <a:pt x="446072" y="116327"/>
                  </a:lnTo>
                  <a:lnTo>
                    <a:pt x="446319" y="40696"/>
                  </a:lnTo>
                  <a:close/>
                  <a:moveTo>
                    <a:pt x="522234" y="98396"/>
                  </a:moveTo>
                  <a:lnTo>
                    <a:pt x="524401" y="71990"/>
                  </a:lnTo>
                  <a:lnTo>
                    <a:pt x="472508" y="52648"/>
                  </a:lnTo>
                  <a:close/>
                  <a:moveTo>
                    <a:pt x="338099" y="8662"/>
                  </a:moveTo>
                  <a:lnTo>
                    <a:pt x="413039" y="40696"/>
                  </a:lnTo>
                  <a:lnTo>
                    <a:pt x="419777" y="42983"/>
                  </a:lnTo>
                  <a:close/>
                  <a:moveTo>
                    <a:pt x="1061847" y="741232"/>
                  </a:moveTo>
                  <a:lnTo>
                    <a:pt x="1023744" y="716215"/>
                  </a:lnTo>
                  <a:lnTo>
                    <a:pt x="1011879" y="743873"/>
                  </a:lnTo>
                  <a:close/>
                  <a:moveTo>
                    <a:pt x="901747" y="481712"/>
                  </a:moveTo>
                  <a:lnTo>
                    <a:pt x="859722" y="428895"/>
                  </a:lnTo>
                  <a:lnTo>
                    <a:pt x="834362" y="435770"/>
                  </a:lnTo>
                  <a:close/>
                  <a:moveTo>
                    <a:pt x="769927" y="401452"/>
                  </a:moveTo>
                  <a:lnTo>
                    <a:pt x="834362" y="435770"/>
                  </a:lnTo>
                  <a:lnTo>
                    <a:pt x="785153" y="387970"/>
                  </a:lnTo>
                  <a:close/>
                  <a:moveTo>
                    <a:pt x="772684" y="385188"/>
                  </a:moveTo>
                  <a:lnTo>
                    <a:pt x="769927" y="401452"/>
                  </a:lnTo>
                  <a:lnTo>
                    <a:pt x="785153" y="387970"/>
                  </a:lnTo>
                  <a:close/>
                  <a:moveTo>
                    <a:pt x="795586" y="341808"/>
                  </a:moveTo>
                  <a:lnTo>
                    <a:pt x="769927" y="401452"/>
                  </a:lnTo>
                  <a:lnTo>
                    <a:pt x="772684" y="385188"/>
                  </a:lnTo>
                  <a:close/>
                  <a:moveTo>
                    <a:pt x="537630" y="195306"/>
                  </a:moveTo>
                  <a:lnTo>
                    <a:pt x="562560" y="214662"/>
                  </a:lnTo>
                  <a:lnTo>
                    <a:pt x="565202" y="188949"/>
                  </a:lnTo>
                  <a:close/>
                  <a:moveTo>
                    <a:pt x="549022" y="164044"/>
                  </a:moveTo>
                  <a:lnTo>
                    <a:pt x="537630" y="195306"/>
                  </a:lnTo>
                  <a:lnTo>
                    <a:pt x="565202" y="188949"/>
                  </a:lnTo>
                  <a:close/>
                  <a:moveTo>
                    <a:pt x="535407" y="24944"/>
                  </a:moveTo>
                  <a:lnTo>
                    <a:pt x="472508" y="52648"/>
                  </a:lnTo>
                  <a:lnTo>
                    <a:pt x="524401" y="71990"/>
                  </a:lnTo>
                  <a:close/>
                  <a:moveTo>
                    <a:pt x="483437" y="29211"/>
                  </a:moveTo>
                  <a:lnTo>
                    <a:pt x="472508" y="52648"/>
                  </a:lnTo>
                  <a:lnTo>
                    <a:pt x="535407" y="24944"/>
                  </a:lnTo>
                  <a:close/>
                  <a:moveTo>
                    <a:pt x="483437" y="29211"/>
                  </a:moveTo>
                  <a:lnTo>
                    <a:pt x="535407" y="24944"/>
                  </a:lnTo>
                  <a:lnTo>
                    <a:pt x="505146" y="0"/>
                  </a:lnTo>
                  <a:close/>
                  <a:moveTo>
                    <a:pt x="953311" y="477774"/>
                  </a:moveTo>
                  <a:lnTo>
                    <a:pt x="921773" y="480431"/>
                  </a:lnTo>
                  <a:lnTo>
                    <a:pt x="937685" y="515238"/>
                  </a:lnTo>
                  <a:close/>
                  <a:moveTo>
                    <a:pt x="901262" y="472730"/>
                  </a:moveTo>
                  <a:lnTo>
                    <a:pt x="870675" y="406247"/>
                  </a:lnTo>
                  <a:lnTo>
                    <a:pt x="859722" y="428895"/>
                  </a:lnTo>
                  <a:close/>
                  <a:moveTo>
                    <a:pt x="1267490" y="750737"/>
                  </a:moveTo>
                  <a:lnTo>
                    <a:pt x="1290885" y="817094"/>
                  </a:lnTo>
                  <a:lnTo>
                    <a:pt x="1329399" y="755600"/>
                  </a:lnTo>
                  <a:close/>
                  <a:moveTo>
                    <a:pt x="1329399" y="755600"/>
                  </a:moveTo>
                  <a:lnTo>
                    <a:pt x="1366865" y="745912"/>
                  </a:lnTo>
                  <a:lnTo>
                    <a:pt x="1331965" y="74146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31" name="Output_density__4230">
              <a:extLst>
                <a:ext uri="{FF2B5EF4-FFF2-40B4-BE49-F238E27FC236}">
                  <a16:creationId xmlns:a16="http://schemas.microsoft.com/office/drawing/2014/main" id="{2AF4E578-76CF-D603-31EB-1EB3A762BD27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677125"/>
              <a:ext cx="1465778" cy="1972063"/>
            </a:xfrm>
            <a:custGeom>
              <a:avLst/>
              <a:gdLst/>
              <a:ahLst/>
              <a:cxnLst/>
              <a:rect l="0" t="0" r="0" b="0"/>
              <a:pathLst>
                <a:path w="1465778" h="1972063">
                  <a:moveTo>
                    <a:pt x="0" y="1595996"/>
                  </a:moveTo>
                  <a:lnTo>
                    <a:pt x="56164" y="1651060"/>
                  </a:lnTo>
                  <a:lnTo>
                    <a:pt x="49435" y="1646737"/>
                  </a:lnTo>
                  <a:close/>
                  <a:moveTo>
                    <a:pt x="273903" y="1782015"/>
                  </a:moveTo>
                  <a:lnTo>
                    <a:pt x="316951" y="1841946"/>
                  </a:lnTo>
                  <a:lnTo>
                    <a:pt x="331701" y="1823435"/>
                  </a:lnTo>
                  <a:close/>
                  <a:moveTo>
                    <a:pt x="204766" y="1731700"/>
                  </a:moveTo>
                  <a:lnTo>
                    <a:pt x="199517" y="1725717"/>
                  </a:lnTo>
                  <a:lnTo>
                    <a:pt x="149126" y="1676210"/>
                  </a:lnTo>
                  <a:close/>
                  <a:moveTo>
                    <a:pt x="443922" y="1933434"/>
                  </a:moveTo>
                  <a:lnTo>
                    <a:pt x="414242" y="1926318"/>
                  </a:lnTo>
                  <a:lnTo>
                    <a:pt x="456713" y="1941480"/>
                  </a:lnTo>
                  <a:close/>
                  <a:moveTo>
                    <a:pt x="493785" y="1945187"/>
                  </a:moveTo>
                  <a:lnTo>
                    <a:pt x="443922" y="1933434"/>
                  </a:lnTo>
                  <a:lnTo>
                    <a:pt x="456713" y="1941480"/>
                  </a:lnTo>
                  <a:close/>
                  <a:moveTo>
                    <a:pt x="530942" y="1970150"/>
                  </a:moveTo>
                  <a:lnTo>
                    <a:pt x="525304" y="1959306"/>
                  </a:lnTo>
                  <a:lnTo>
                    <a:pt x="511612" y="1972063"/>
                  </a:lnTo>
                  <a:close/>
                  <a:moveTo>
                    <a:pt x="511612" y="1972063"/>
                  </a:moveTo>
                  <a:lnTo>
                    <a:pt x="525304" y="1959306"/>
                  </a:lnTo>
                  <a:lnTo>
                    <a:pt x="493785" y="1945187"/>
                  </a:lnTo>
                  <a:close/>
                  <a:moveTo>
                    <a:pt x="511612" y="1972063"/>
                  </a:moveTo>
                  <a:lnTo>
                    <a:pt x="493785" y="1945187"/>
                  </a:lnTo>
                  <a:lnTo>
                    <a:pt x="456713" y="1941480"/>
                  </a:lnTo>
                  <a:close/>
                  <a:moveTo>
                    <a:pt x="357841" y="1777253"/>
                  </a:moveTo>
                  <a:lnTo>
                    <a:pt x="352663" y="1766910"/>
                  </a:lnTo>
                  <a:lnTo>
                    <a:pt x="331701" y="1823435"/>
                  </a:lnTo>
                  <a:close/>
                  <a:moveTo>
                    <a:pt x="335411" y="1701623"/>
                  </a:moveTo>
                  <a:lnTo>
                    <a:pt x="353118" y="1753159"/>
                  </a:lnTo>
                  <a:lnTo>
                    <a:pt x="333203" y="1725717"/>
                  </a:lnTo>
                  <a:close/>
                  <a:moveTo>
                    <a:pt x="525304" y="1959306"/>
                  </a:moveTo>
                  <a:lnTo>
                    <a:pt x="530942" y="1970150"/>
                  </a:lnTo>
                  <a:lnTo>
                    <a:pt x="546571" y="1967868"/>
                  </a:lnTo>
                  <a:close/>
                  <a:moveTo>
                    <a:pt x="525304" y="1959306"/>
                  </a:moveTo>
                  <a:lnTo>
                    <a:pt x="546571" y="1967868"/>
                  </a:lnTo>
                  <a:lnTo>
                    <a:pt x="550718" y="1954072"/>
                  </a:lnTo>
                  <a:close/>
                  <a:moveTo>
                    <a:pt x="550718" y="1954072"/>
                  </a:moveTo>
                  <a:lnTo>
                    <a:pt x="493785" y="1945187"/>
                  </a:lnTo>
                  <a:lnTo>
                    <a:pt x="525304" y="1959306"/>
                  </a:lnTo>
                  <a:close/>
                  <a:moveTo>
                    <a:pt x="335438" y="1701430"/>
                  </a:moveTo>
                  <a:lnTo>
                    <a:pt x="353118" y="1753159"/>
                  </a:lnTo>
                  <a:lnTo>
                    <a:pt x="335411" y="1701623"/>
                  </a:lnTo>
                  <a:close/>
                  <a:moveTo>
                    <a:pt x="309428" y="1684594"/>
                  </a:moveTo>
                  <a:lnTo>
                    <a:pt x="335438" y="1701430"/>
                  </a:lnTo>
                  <a:lnTo>
                    <a:pt x="293412" y="1634872"/>
                  </a:lnTo>
                  <a:close/>
                  <a:moveTo>
                    <a:pt x="293746" y="1522919"/>
                  </a:moveTo>
                  <a:lnTo>
                    <a:pt x="334232" y="1514182"/>
                  </a:lnTo>
                  <a:lnTo>
                    <a:pt x="275890" y="1519645"/>
                  </a:lnTo>
                  <a:close/>
                  <a:moveTo>
                    <a:pt x="275890" y="1519645"/>
                  </a:moveTo>
                  <a:lnTo>
                    <a:pt x="347151" y="1476503"/>
                  </a:lnTo>
                  <a:lnTo>
                    <a:pt x="303498" y="1487966"/>
                  </a:lnTo>
                  <a:close/>
                  <a:moveTo>
                    <a:pt x="471738" y="1458060"/>
                  </a:moveTo>
                  <a:lnTo>
                    <a:pt x="412645" y="1488416"/>
                  </a:lnTo>
                  <a:lnTo>
                    <a:pt x="427445" y="1447288"/>
                  </a:lnTo>
                  <a:close/>
                  <a:moveTo>
                    <a:pt x="315502" y="1428684"/>
                  </a:moveTo>
                  <a:lnTo>
                    <a:pt x="350078" y="1438557"/>
                  </a:lnTo>
                  <a:lnTo>
                    <a:pt x="317381" y="1395752"/>
                  </a:lnTo>
                  <a:close/>
                  <a:moveTo>
                    <a:pt x="422906" y="1450160"/>
                  </a:moveTo>
                  <a:lnTo>
                    <a:pt x="471738" y="1458060"/>
                  </a:lnTo>
                  <a:lnTo>
                    <a:pt x="498813" y="1424388"/>
                  </a:lnTo>
                  <a:close/>
                  <a:moveTo>
                    <a:pt x="498813" y="1424388"/>
                  </a:moveTo>
                  <a:lnTo>
                    <a:pt x="471738" y="1458060"/>
                  </a:lnTo>
                  <a:lnTo>
                    <a:pt x="541835" y="1410564"/>
                  </a:lnTo>
                  <a:close/>
                  <a:moveTo>
                    <a:pt x="937042" y="1787300"/>
                  </a:moveTo>
                  <a:lnTo>
                    <a:pt x="930589" y="1815990"/>
                  </a:lnTo>
                  <a:lnTo>
                    <a:pt x="962028" y="1798634"/>
                  </a:lnTo>
                  <a:close/>
                  <a:moveTo>
                    <a:pt x="937042" y="1787300"/>
                  </a:moveTo>
                  <a:lnTo>
                    <a:pt x="905003" y="1811393"/>
                  </a:lnTo>
                  <a:lnTo>
                    <a:pt x="930589" y="1815990"/>
                  </a:lnTo>
                  <a:close/>
                  <a:moveTo>
                    <a:pt x="548739" y="1390995"/>
                  </a:moveTo>
                  <a:lnTo>
                    <a:pt x="498813" y="1424388"/>
                  </a:lnTo>
                  <a:lnTo>
                    <a:pt x="541835" y="1410564"/>
                  </a:lnTo>
                  <a:close/>
                  <a:moveTo>
                    <a:pt x="548739" y="1390995"/>
                  </a:moveTo>
                  <a:lnTo>
                    <a:pt x="511428" y="1383347"/>
                  </a:lnTo>
                  <a:lnTo>
                    <a:pt x="498813" y="1424388"/>
                  </a:lnTo>
                  <a:close/>
                  <a:moveTo>
                    <a:pt x="503717" y="1326873"/>
                  </a:moveTo>
                  <a:lnTo>
                    <a:pt x="548739" y="1390995"/>
                  </a:lnTo>
                  <a:lnTo>
                    <a:pt x="524527" y="1347564"/>
                  </a:lnTo>
                  <a:close/>
                  <a:moveTo>
                    <a:pt x="541835" y="1410564"/>
                  </a:moveTo>
                  <a:lnTo>
                    <a:pt x="556935" y="1399101"/>
                  </a:lnTo>
                  <a:lnTo>
                    <a:pt x="548739" y="1390995"/>
                  </a:lnTo>
                  <a:close/>
                  <a:moveTo>
                    <a:pt x="548739" y="1390995"/>
                  </a:moveTo>
                  <a:lnTo>
                    <a:pt x="556935" y="1399101"/>
                  </a:lnTo>
                  <a:lnTo>
                    <a:pt x="525835" y="1350741"/>
                  </a:lnTo>
                  <a:close/>
                  <a:moveTo>
                    <a:pt x="659775" y="1367267"/>
                  </a:moveTo>
                  <a:lnTo>
                    <a:pt x="629413" y="1375007"/>
                  </a:lnTo>
                  <a:lnTo>
                    <a:pt x="608434" y="1380446"/>
                  </a:lnTo>
                  <a:close/>
                  <a:moveTo>
                    <a:pt x="404296" y="1244491"/>
                  </a:moveTo>
                  <a:lnTo>
                    <a:pt x="404238" y="1244279"/>
                  </a:lnTo>
                  <a:lnTo>
                    <a:pt x="452048" y="1271934"/>
                  </a:lnTo>
                  <a:close/>
                  <a:moveTo>
                    <a:pt x="474773" y="1199605"/>
                  </a:moveTo>
                  <a:lnTo>
                    <a:pt x="404296" y="1244491"/>
                  </a:lnTo>
                  <a:lnTo>
                    <a:pt x="443339" y="1216979"/>
                  </a:lnTo>
                  <a:close/>
                  <a:moveTo>
                    <a:pt x="258342" y="973211"/>
                  </a:moveTo>
                  <a:lnTo>
                    <a:pt x="309311" y="1032500"/>
                  </a:lnTo>
                  <a:lnTo>
                    <a:pt x="274492" y="1022825"/>
                  </a:lnTo>
                  <a:close/>
                  <a:moveTo>
                    <a:pt x="274492" y="1022825"/>
                  </a:moveTo>
                  <a:lnTo>
                    <a:pt x="338794" y="1065787"/>
                  </a:lnTo>
                  <a:lnTo>
                    <a:pt x="290091" y="1033139"/>
                  </a:lnTo>
                  <a:close/>
                  <a:moveTo>
                    <a:pt x="981598" y="1768925"/>
                  </a:moveTo>
                  <a:lnTo>
                    <a:pt x="962028" y="1798634"/>
                  </a:lnTo>
                  <a:lnTo>
                    <a:pt x="983746" y="1787300"/>
                  </a:lnTo>
                  <a:close/>
                  <a:moveTo>
                    <a:pt x="643575" y="1346478"/>
                  </a:moveTo>
                  <a:lnTo>
                    <a:pt x="606317" y="1375007"/>
                  </a:lnTo>
                  <a:lnTo>
                    <a:pt x="640333" y="1354514"/>
                  </a:lnTo>
                  <a:close/>
                  <a:moveTo>
                    <a:pt x="640333" y="1354514"/>
                  </a:moveTo>
                  <a:lnTo>
                    <a:pt x="616497" y="1380137"/>
                  </a:lnTo>
                  <a:lnTo>
                    <a:pt x="629413" y="1375007"/>
                  </a:lnTo>
                  <a:close/>
                  <a:moveTo>
                    <a:pt x="629413" y="1375007"/>
                  </a:moveTo>
                  <a:lnTo>
                    <a:pt x="659775" y="1367267"/>
                  </a:lnTo>
                  <a:lnTo>
                    <a:pt x="640333" y="1354514"/>
                  </a:lnTo>
                  <a:close/>
                  <a:moveTo>
                    <a:pt x="1083260" y="1699497"/>
                  </a:moveTo>
                  <a:lnTo>
                    <a:pt x="1023570" y="1710041"/>
                  </a:lnTo>
                  <a:lnTo>
                    <a:pt x="1024799" y="1723750"/>
                  </a:lnTo>
                  <a:close/>
                  <a:moveTo>
                    <a:pt x="289233" y="760131"/>
                  </a:moveTo>
                  <a:lnTo>
                    <a:pt x="251225" y="835547"/>
                  </a:lnTo>
                  <a:lnTo>
                    <a:pt x="261108" y="789880"/>
                  </a:lnTo>
                  <a:close/>
                  <a:moveTo>
                    <a:pt x="344076" y="816007"/>
                  </a:moveTo>
                  <a:lnTo>
                    <a:pt x="345627" y="811453"/>
                  </a:lnTo>
                  <a:lnTo>
                    <a:pt x="316386" y="821878"/>
                  </a:lnTo>
                  <a:close/>
                  <a:moveTo>
                    <a:pt x="316386" y="821878"/>
                  </a:moveTo>
                  <a:lnTo>
                    <a:pt x="345627" y="811453"/>
                  </a:lnTo>
                  <a:lnTo>
                    <a:pt x="289233" y="760131"/>
                  </a:lnTo>
                  <a:close/>
                  <a:moveTo>
                    <a:pt x="316386" y="821878"/>
                  </a:moveTo>
                  <a:lnTo>
                    <a:pt x="289233" y="760131"/>
                  </a:lnTo>
                  <a:lnTo>
                    <a:pt x="261108" y="789880"/>
                  </a:lnTo>
                  <a:close/>
                  <a:moveTo>
                    <a:pt x="345627" y="811453"/>
                  </a:moveTo>
                  <a:lnTo>
                    <a:pt x="344076" y="816007"/>
                  </a:lnTo>
                  <a:lnTo>
                    <a:pt x="350509" y="814558"/>
                  </a:lnTo>
                  <a:close/>
                  <a:moveTo>
                    <a:pt x="400500" y="826790"/>
                  </a:moveTo>
                  <a:lnTo>
                    <a:pt x="350509" y="814558"/>
                  </a:lnTo>
                  <a:lnTo>
                    <a:pt x="344076" y="816007"/>
                  </a:lnTo>
                  <a:close/>
                  <a:moveTo>
                    <a:pt x="1041164" y="1508871"/>
                  </a:moveTo>
                  <a:lnTo>
                    <a:pt x="1039980" y="1510708"/>
                  </a:lnTo>
                  <a:lnTo>
                    <a:pt x="1072259" y="1520212"/>
                  </a:lnTo>
                  <a:close/>
                  <a:moveTo>
                    <a:pt x="1016197" y="1465064"/>
                  </a:moveTo>
                  <a:lnTo>
                    <a:pt x="1041164" y="1508871"/>
                  </a:lnTo>
                  <a:lnTo>
                    <a:pt x="1072259" y="1520212"/>
                  </a:lnTo>
                  <a:close/>
                  <a:moveTo>
                    <a:pt x="450752" y="805246"/>
                  </a:moveTo>
                  <a:lnTo>
                    <a:pt x="479962" y="814309"/>
                  </a:lnTo>
                  <a:lnTo>
                    <a:pt x="400500" y="826790"/>
                  </a:lnTo>
                  <a:close/>
                  <a:moveTo>
                    <a:pt x="400500" y="826790"/>
                  </a:moveTo>
                  <a:lnTo>
                    <a:pt x="479962" y="814309"/>
                  </a:lnTo>
                  <a:lnTo>
                    <a:pt x="431138" y="806440"/>
                  </a:lnTo>
                  <a:close/>
                  <a:moveTo>
                    <a:pt x="1156522" y="1663481"/>
                  </a:moveTo>
                  <a:lnTo>
                    <a:pt x="1158989" y="1675913"/>
                  </a:lnTo>
                  <a:lnTo>
                    <a:pt x="1183503" y="1697963"/>
                  </a:lnTo>
                  <a:close/>
                  <a:moveTo>
                    <a:pt x="1038995" y="1507024"/>
                  </a:moveTo>
                  <a:lnTo>
                    <a:pt x="1103282" y="1494991"/>
                  </a:lnTo>
                  <a:lnTo>
                    <a:pt x="1041164" y="1508871"/>
                  </a:lnTo>
                  <a:close/>
                  <a:moveTo>
                    <a:pt x="782992" y="1113679"/>
                  </a:moveTo>
                  <a:lnTo>
                    <a:pt x="702774" y="1123337"/>
                  </a:lnTo>
                  <a:lnTo>
                    <a:pt x="752632" y="1135067"/>
                  </a:lnTo>
                  <a:close/>
                  <a:moveTo>
                    <a:pt x="1288125" y="1604873"/>
                  </a:moveTo>
                  <a:lnTo>
                    <a:pt x="1292476" y="1580612"/>
                  </a:lnTo>
                  <a:lnTo>
                    <a:pt x="1271511" y="1639387"/>
                  </a:lnTo>
                  <a:close/>
                  <a:moveTo>
                    <a:pt x="1271511" y="1639387"/>
                  </a:moveTo>
                  <a:lnTo>
                    <a:pt x="1292476" y="1580612"/>
                  </a:lnTo>
                  <a:lnTo>
                    <a:pt x="1269790" y="1563757"/>
                  </a:lnTo>
                  <a:close/>
                  <a:moveTo>
                    <a:pt x="1271511" y="1639387"/>
                  </a:moveTo>
                  <a:lnTo>
                    <a:pt x="1269790" y="1563757"/>
                  </a:lnTo>
                  <a:lnTo>
                    <a:pt x="1300623" y="1615293"/>
                  </a:lnTo>
                  <a:close/>
                  <a:moveTo>
                    <a:pt x="1023703" y="1254537"/>
                  </a:moveTo>
                  <a:lnTo>
                    <a:pt x="1015936" y="1285913"/>
                  </a:lnTo>
                  <a:lnTo>
                    <a:pt x="1047467" y="1268900"/>
                  </a:lnTo>
                  <a:close/>
                  <a:moveTo>
                    <a:pt x="1023703" y="1254537"/>
                  </a:moveTo>
                  <a:lnTo>
                    <a:pt x="1002571" y="1278631"/>
                  </a:lnTo>
                  <a:lnTo>
                    <a:pt x="1015936" y="1285913"/>
                  </a:lnTo>
                  <a:close/>
                  <a:moveTo>
                    <a:pt x="893899" y="1112069"/>
                  </a:moveTo>
                  <a:lnTo>
                    <a:pt x="951668" y="1151464"/>
                  </a:lnTo>
                  <a:lnTo>
                    <a:pt x="915153" y="1123557"/>
                  </a:lnTo>
                  <a:close/>
                  <a:moveTo>
                    <a:pt x="1356281" y="1539663"/>
                  </a:moveTo>
                  <a:lnTo>
                    <a:pt x="1371510" y="1607058"/>
                  </a:lnTo>
                  <a:lnTo>
                    <a:pt x="1402027" y="1586259"/>
                  </a:lnTo>
                  <a:close/>
                  <a:moveTo>
                    <a:pt x="1210193" y="1295810"/>
                  </a:moveTo>
                  <a:lnTo>
                    <a:pt x="1229327" y="1289914"/>
                  </a:lnTo>
                  <a:lnTo>
                    <a:pt x="1186062" y="1281980"/>
                  </a:lnTo>
                  <a:close/>
                  <a:moveTo>
                    <a:pt x="1100677" y="1293167"/>
                  </a:moveTo>
                  <a:lnTo>
                    <a:pt x="1179869" y="1279677"/>
                  </a:lnTo>
                  <a:lnTo>
                    <a:pt x="1127422" y="1258265"/>
                  </a:lnTo>
                  <a:close/>
                  <a:moveTo>
                    <a:pt x="1178653" y="1283469"/>
                  </a:moveTo>
                  <a:lnTo>
                    <a:pt x="1212756" y="1230443"/>
                  </a:lnTo>
                  <a:lnTo>
                    <a:pt x="1179869" y="1279677"/>
                  </a:lnTo>
                  <a:close/>
                  <a:moveTo>
                    <a:pt x="1047467" y="1268900"/>
                  </a:moveTo>
                  <a:lnTo>
                    <a:pt x="1100677" y="1293167"/>
                  </a:lnTo>
                  <a:lnTo>
                    <a:pt x="1127422" y="1258265"/>
                  </a:lnTo>
                  <a:close/>
                  <a:moveTo>
                    <a:pt x="1104496" y="1180289"/>
                  </a:moveTo>
                  <a:lnTo>
                    <a:pt x="1129430" y="1198001"/>
                  </a:lnTo>
                  <a:lnTo>
                    <a:pt x="1102324" y="1164425"/>
                  </a:lnTo>
                  <a:close/>
                  <a:moveTo>
                    <a:pt x="192204" y="47855"/>
                  </a:moveTo>
                  <a:lnTo>
                    <a:pt x="196498" y="107107"/>
                  </a:lnTo>
                  <a:lnTo>
                    <a:pt x="224177" y="59844"/>
                  </a:lnTo>
                  <a:close/>
                  <a:moveTo>
                    <a:pt x="192204" y="47855"/>
                  </a:moveTo>
                  <a:lnTo>
                    <a:pt x="188574" y="18865"/>
                  </a:lnTo>
                  <a:lnTo>
                    <a:pt x="141975" y="19317"/>
                  </a:lnTo>
                  <a:close/>
                  <a:moveTo>
                    <a:pt x="133378" y="45101"/>
                  </a:moveTo>
                  <a:lnTo>
                    <a:pt x="143590" y="49395"/>
                  </a:lnTo>
                  <a:lnTo>
                    <a:pt x="141975" y="19317"/>
                  </a:lnTo>
                  <a:close/>
                  <a:moveTo>
                    <a:pt x="1447885" y="1515569"/>
                  </a:moveTo>
                  <a:lnTo>
                    <a:pt x="1457833" y="1522144"/>
                  </a:lnTo>
                  <a:lnTo>
                    <a:pt x="1462185" y="1501602"/>
                  </a:lnTo>
                  <a:close/>
                  <a:moveTo>
                    <a:pt x="1229327" y="1289914"/>
                  </a:moveTo>
                  <a:lnTo>
                    <a:pt x="1181870" y="1280854"/>
                  </a:lnTo>
                  <a:lnTo>
                    <a:pt x="1186062" y="1281980"/>
                  </a:lnTo>
                  <a:close/>
                  <a:moveTo>
                    <a:pt x="1216095" y="1280219"/>
                  </a:moveTo>
                  <a:lnTo>
                    <a:pt x="1181870" y="1280854"/>
                  </a:lnTo>
                  <a:lnTo>
                    <a:pt x="1229327" y="1289914"/>
                  </a:lnTo>
                  <a:close/>
                  <a:moveTo>
                    <a:pt x="1260019" y="1269770"/>
                  </a:moveTo>
                  <a:lnTo>
                    <a:pt x="1216095" y="1280219"/>
                  </a:lnTo>
                  <a:lnTo>
                    <a:pt x="1229327" y="1289914"/>
                  </a:lnTo>
                  <a:close/>
                  <a:moveTo>
                    <a:pt x="1237576" y="1206349"/>
                  </a:moveTo>
                  <a:lnTo>
                    <a:pt x="1248995" y="1228551"/>
                  </a:lnTo>
                  <a:lnTo>
                    <a:pt x="1181870" y="1280854"/>
                  </a:lnTo>
                  <a:close/>
                  <a:moveTo>
                    <a:pt x="1179869" y="1279677"/>
                  </a:moveTo>
                  <a:lnTo>
                    <a:pt x="1181870" y="1280854"/>
                  </a:lnTo>
                  <a:lnTo>
                    <a:pt x="1146664" y="1271493"/>
                  </a:lnTo>
                  <a:close/>
                  <a:moveTo>
                    <a:pt x="1235407" y="1154813"/>
                  </a:moveTo>
                  <a:lnTo>
                    <a:pt x="1232408" y="1166535"/>
                  </a:lnTo>
                  <a:lnTo>
                    <a:pt x="1222983" y="1159926"/>
                  </a:lnTo>
                  <a:close/>
                  <a:moveTo>
                    <a:pt x="1007797" y="1057454"/>
                  </a:moveTo>
                  <a:lnTo>
                    <a:pt x="1056246" y="1118791"/>
                  </a:lnTo>
                  <a:lnTo>
                    <a:pt x="1030738" y="1075834"/>
                  </a:lnTo>
                  <a:close/>
                  <a:moveTo>
                    <a:pt x="389863" y="189337"/>
                  </a:moveTo>
                  <a:lnTo>
                    <a:pt x="357863" y="240113"/>
                  </a:lnTo>
                  <a:lnTo>
                    <a:pt x="398308" y="245215"/>
                  </a:lnTo>
                  <a:close/>
                  <a:moveTo>
                    <a:pt x="188574" y="18865"/>
                  </a:moveTo>
                  <a:lnTo>
                    <a:pt x="231198" y="3553"/>
                  </a:lnTo>
                  <a:lnTo>
                    <a:pt x="266329" y="0"/>
                  </a:lnTo>
                  <a:close/>
                  <a:moveTo>
                    <a:pt x="1465778" y="1452942"/>
                  </a:moveTo>
                  <a:lnTo>
                    <a:pt x="1447885" y="1515569"/>
                  </a:lnTo>
                  <a:lnTo>
                    <a:pt x="1462185" y="1501602"/>
                  </a:lnTo>
                  <a:close/>
                  <a:moveTo>
                    <a:pt x="1447930" y="1404709"/>
                  </a:moveTo>
                  <a:lnTo>
                    <a:pt x="1427028" y="1446463"/>
                  </a:lnTo>
                  <a:lnTo>
                    <a:pt x="1465778" y="1452942"/>
                  </a:lnTo>
                  <a:close/>
                  <a:moveTo>
                    <a:pt x="1447930" y="1404709"/>
                  </a:moveTo>
                  <a:lnTo>
                    <a:pt x="1441646" y="1347075"/>
                  </a:lnTo>
                  <a:lnTo>
                    <a:pt x="1385274" y="1388719"/>
                  </a:lnTo>
                  <a:close/>
                  <a:moveTo>
                    <a:pt x="1232408" y="1166535"/>
                  </a:moveTo>
                  <a:lnTo>
                    <a:pt x="1235407" y="1154813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193236" y="1083385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230960" y="1153441"/>
                  </a:lnTo>
                  <a:lnTo>
                    <a:pt x="1235407" y="1154813"/>
                  </a:lnTo>
                  <a:close/>
                  <a:moveTo>
                    <a:pt x="1193236" y="1083385"/>
                  </a:moveTo>
                  <a:lnTo>
                    <a:pt x="1228874" y="1092394"/>
                  </a:lnTo>
                  <a:lnTo>
                    <a:pt x="1195516" y="1068379"/>
                  </a:lnTo>
                  <a:close/>
                  <a:moveTo>
                    <a:pt x="1228874" y="1092394"/>
                  </a:moveTo>
                  <a:lnTo>
                    <a:pt x="1237389" y="1050257"/>
                  </a:lnTo>
                  <a:lnTo>
                    <a:pt x="1195516" y="1068379"/>
                  </a:lnTo>
                  <a:close/>
                  <a:moveTo>
                    <a:pt x="822044" y="680312"/>
                  </a:moveTo>
                  <a:lnTo>
                    <a:pt x="870168" y="685565"/>
                  </a:lnTo>
                  <a:lnTo>
                    <a:pt x="896972" y="650878"/>
                  </a:lnTo>
                  <a:close/>
                  <a:moveTo>
                    <a:pt x="503854" y="260133"/>
                  </a:moveTo>
                  <a:lnTo>
                    <a:pt x="531779" y="330227"/>
                  </a:lnTo>
                  <a:lnTo>
                    <a:pt x="562560" y="273953"/>
                  </a:lnTo>
                  <a:close/>
                  <a:moveTo>
                    <a:pt x="1240979" y="1019810"/>
                  </a:moveTo>
                  <a:lnTo>
                    <a:pt x="1195516" y="1068379"/>
                  </a:lnTo>
                  <a:lnTo>
                    <a:pt x="1237389" y="1050257"/>
                  </a:lnTo>
                  <a:close/>
                  <a:moveTo>
                    <a:pt x="1240979" y="1019810"/>
                  </a:moveTo>
                  <a:lnTo>
                    <a:pt x="1210904" y="1006278"/>
                  </a:lnTo>
                  <a:lnTo>
                    <a:pt x="1195516" y="1068379"/>
                  </a:lnTo>
                  <a:close/>
                  <a:moveTo>
                    <a:pt x="1061847" y="800523"/>
                  </a:moveTo>
                  <a:lnTo>
                    <a:pt x="1061809" y="873036"/>
                  </a:lnTo>
                  <a:lnTo>
                    <a:pt x="1069759" y="821499"/>
                  </a:lnTo>
                  <a:close/>
                  <a:moveTo>
                    <a:pt x="1061847" y="800523"/>
                  </a:moveTo>
                  <a:lnTo>
                    <a:pt x="1062202" y="862977"/>
                  </a:lnTo>
                  <a:lnTo>
                    <a:pt x="1061809" y="873036"/>
                  </a:lnTo>
                  <a:close/>
                  <a:moveTo>
                    <a:pt x="1202637" y="887513"/>
                  </a:moveTo>
                  <a:lnTo>
                    <a:pt x="1233566" y="952015"/>
                  </a:lnTo>
                  <a:lnTo>
                    <a:pt x="1266318" y="888620"/>
                  </a:lnTo>
                  <a:close/>
                  <a:moveTo>
                    <a:pt x="1329399" y="814891"/>
                  </a:moveTo>
                  <a:lnTo>
                    <a:pt x="1290885" y="876385"/>
                  </a:lnTo>
                  <a:lnTo>
                    <a:pt x="1307698" y="868658"/>
                  </a:lnTo>
                  <a:close/>
                  <a:moveTo>
                    <a:pt x="1349593" y="850616"/>
                  </a:moveTo>
                  <a:lnTo>
                    <a:pt x="1366865" y="805203"/>
                  </a:lnTo>
                  <a:lnTo>
                    <a:pt x="1329399" y="814891"/>
                  </a:lnTo>
                  <a:close/>
                  <a:moveTo>
                    <a:pt x="1307698" y="868658"/>
                  </a:moveTo>
                  <a:lnTo>
                    <a:pt x="1349593" y="850616"/>
                  </a:lnTo>
                  <a:lnTo>
                    <a:pt x="1329399" y="814891"/>
                  </a:lnTo>
                  <a:close/>
                  <a:moveTo>
                    <a:pt x="957222" y="408399"/>
                  </a:moveTo>
                  <a:lnTo>
                    <a:pt x="949255" y="464092"/>
                  </a:lnTo>
                  <a:lnTo>
                    <a:pt x="955698" y="425970"/>
                  </a:lnTo>
                  <a:close/>
                  <a:moveTo>
                    <a:pt x="941209" y="446178"/>
                  </a:moveTo>
                  <a:lnTo>
                    <a:pt x="949255" y="464092"/>
                  </a:lnTo>
                  <a:lnTo>
                    <a:pt x="957222" y="408399"/>
                  </a:lnTo>
                  <a:close/>
                  <a:moveTo>
                    <a:pt x="919467" y="401111"/>
                  </a:moveTo>
                  <a:lnTo>
                    <a:pt x="941209" y="446178"/>
                  </a:lnTo>
                  <a:lnTo>
                    <a:pt x="957222" y="408399"/>
                  </a:lnTo>
                  <a:close/>
                  <a:moveTo>
                    <a:pt x="932442" y="336925"/>
                  </a:moveTo>
                  <a:lnTo>
                    <a:pt x="948925" y="400647"/>
                  </a:lnTo>
                  <a:lnTo>
                    <a:pt x="916524" y="361019"/>
                  </a:lnTo>
                  <a:close/>
                  <a:moveTo>
                    <a:pt x="919467" y="401111"/>
                  </a:moveTo>
                  <a:lnTo>
                    <a:pt x="948925" y="400647"/>
                  </a:lnTo>
                  <a:lnTo>
                    <a:pt x="932442" y="336925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32" name="Output_density__4231">
              <a:extLst>
                <a:ext uri="{FF2B5EF4-FFF2-40B4-BE49-F238E27FC236}">
                  <a16:creationId xmlns:a16="http://schemas.microsoft.com/office/drawing/2014/main" id="{070B5A25-67D6-9DE1-EEFA-86E3E8FA9DB8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96443"/>
              <a:ext cx="1377113" cy="1952097"/>
            </a:xfrm>
            <a:custGeom>
              <a:avLst/>
              <a:gdLst/>
              <a:ahLst/>
              <a:cxnLst/>
              <a:rect l="0" t="0" r="0" b="0"/>
              <a:pathLst>
                <a:path w="1377113" h="1952097">
                  <a:moveTo>
                    <a:pt x="0" y="1599977"/>
                  </a:moveTo>
                  <a:lnTo>
                    <a:pt x="61768" y="1631743"/>
                  </a:lnTo>
                  <a:lnTo>
                    <a:pt x="5604" y="1576679"/>
                  </a:lnTo>
                  <a:close/>
                  <a:moveTo>
                    <a:pt x="255639" y="1782030"/>
                  </a:moveTo>
                  <a:lnTo>
                    <a:pt x="322554" y="1822628"/>
                  </a:lnTo>
                  <a:lnTo>
                    <a:pt x="279507" y="1762697"/>
                  </a:lnTo>
                  <a:close/>
                  <a:moveTo>
                    <a:pt x="272174" y="1762862"/>
                  </a:moveTo>
                  <a:lnTo>
                    <a:pt x="255639" y="1782030"/>
                  </a:lnTo>
                  <a:lnTo>
                    <a:pt x="279507" y="1762697"/>
                  </a:lnTo>
                  <a:close/>
                  <a:moveTo>
                    <a:pt x="210370" y="1712383"/>
                  </a:moveTo>
                  <a:lnTo>
                    <a:pt x="272895" y="1757936"/>
                  </a:lnTo>
                  <a:lnTo>
                    <a:pt x="223475" y="1727883"/>
                  </a:lnTo>
                  <a:close/>
                  <a:moveTo>
                    <a:pt x="210370" y="1712383"/>
                  </a:moveTo>
                  <a:lnTo>
                    <a:pt x="272174" y="1762862"/>
                  </a:lnTo>
                  <a:lnTo>
                    <a:pt x="272895" y="1757936"/>
                  </a:lnTo>
                  <a:close/>
                  <a:moveTo>
                    <a:pt x="216145" y="1730493"/>
                  </a:moveTo>
                  <a:lnTo>
                    <a:pt x="272174" y="1762862"/>
                  </a:lnTo>
                  <a:lnTo>
                    <a:pt x="210370" y="1712383"/>
                  </a:lnTo>
                  <a:close/>
                  <a:moveTo>
                    <a:pt x="272895" y="1757936"/>
                  </a:moveTo>
                  <a:lnTo>
                    <a:pt x="272174" y="1762862"/>
                  </a:lnTo>
                  <a:lnTo>
                    <a:pt x="279507" y="1762697"/>
                  </a:lnTo>
                  <a:close/>
                  <a:moveTo>
                    <a:pt x="205121" y="1706399"/>
                  </a:moveTo>
                  <a:lnTo>
                    <a:pt x="210370" y="1712383"/>
                  </a:lnTo>
                  <a:lnTo>
                    <a:pt x="223475" y="1727883"/>
                  </a:lnTo>
                  <a:close/>
                  <a:moveTo>
                    <a:pt x="272895" y="1757936"/>
                  </a:moveTo>
                  <a:lnTo>
                    <a:pt x="279507" y="1762697"/>
                  </a:lnTo>
                  <a:lnTo>
                    <a:pt x="281151" y="1755563"/>
                  </a:lnTo>
                  <a:close/>
                  <a:moveTo>
                    <a:pt x="272895" y="1757936"/>
                  </a:moveTo>
                  <a:lnTo>
                    <a:pt x="281151" y="1755563"/>
                  </a:lnTo>
                  <a:lnTo>
                    <a:pt x="223475" y="1727883"/>
                  </a:lnTo>
                  <a:close/>
                  <a:moveTo>
                    <a:pt x="223475" y="1727883"/>
                  </a:moveTo>
                  <a:lnTo>
                    <a:pt x="281151" y="1755563"/>
                  </a:lnTo>
                  <a:lnTo>
                    <a:pt x="303079" y="1715928"/>
                  </a:lnTo>
                  <a:close/>
                  <a:moveTo>
                    <a:pt x="279507" y="1762697"/>
                  </a:moveTo>
                  <a:lnTo>
                    <a:pt x="347261" y="1733842"/>
                  </a:lnTo>
                  <a:lnTo>
                    <a:pt x="281151" y="1755563"/>
                  </a:lnTo>
                  <a:close/>
                  <a:moveTo>
                    <a:pt x="358267" y="1747593"/>
                  </a:moveTo>
                  <a:lnTo>
                    <a:pt x="347261" y="1733842"/>
                  </a:lnTo>
                  <a:lnTo>
                    <a:pt x="279507" y="1762697"/>
                  </a:lnTo>
                  <a:close/>
                  <a:moveTo>
                    <a:pt x="337305" y="1804118"/>
                  </a:moveTo>
                  <a:lnTo>
                    <a:pt x="358267" y="1747593"/>
                  </a:lnTo>
                  <a:lnTo>
                    <a:pt x="279507" y="1762697"/>
                  </a:lnTo>
                  <a:close/>
                  <a:moveTo>
                    <a:pt x="281151" y="1755563"/>
                  </a:moveTo>
                  <a:lnTo>
                    <a:pt x="347261" y="1733842"/>
                  </a:lnTo>
                  <a:lnTo>
                    <a:pt x="303079" y="1715928"/>
                  </a:lnTo>
                  <a:close/>
                  <a:moveTo>
                    <a:pt x="363445" y="1757936"/>
                  </a:moveTo>
                  <a:lnTo>
                    <a:pt x="358722" y="1733842"/>
                  </a:lnTo>
                  <a:lnTo>
                    <a:pt x="358267" y="1747593"/>
                  </a:lnTo>
                  <a:close/>
                  <a:moveTo>
                    <a:pt x="164504" y="1551790"/>
                  </a:moveTo>
                  <a:lnTo>
                    <a:pt x="119213" y="1512738"/>
                  </a:lnTo>
                  <a:lnTo>
                    <a:pt x="175596" y="1527696"/>
                  </a:lnTo>
                  <a:close/>
                  <a:moveTo>
                    <a:pt x="517582" y="1865525"/>
                  </a:moveTo>
                  <a:lnTo>
                    <a:pt x="499389" y="1925870"/>
                  </a:lnTo>
                  <a:lnTo>
                    <a:pt x="556322" y="1934755"/>
                  </a:lnTo>
                  <a:close/>
                  <a:moveTo>
                    <a:pt x="560606" y="1868529"/>
                  </a:moveTo>
                  <a:lnTo>
                    <a:pt x="517582" y="1865525"/>
                  </a:lnTo>
                  <a:lnTo>
                    <a:pt x="556322" y="1934755"/>
                  </a:lnTo>
                  <a:close/>
                  <a:moveTo>
                    <a:pt x="605132" y="1933055"/>
                  </a:moveTo>
                  <a:lnTo>
                    <a:pt x="552175" y="1948551"/>
                  </a:lnTo>
                  <a:lnTo>
                    <a:pt x="599843" y="1952097"/>
                  </a:lnTo>
                  <a:close/>
                  <a:moveTo>
                    <a:pt x="605132" y="1933055"/>
                  </a:moveTo>
                  <a:lnTo>
                    <a:pt x="556322" y="1934755"/>
                  </a:lnTo>
                  <a:lnTo>
                    <a:pt x="552175" y="1948551"/>
                  </a:lnTo>
                  <a:close/>
                  <a:moveTo>
                    <a:pt x="556322" y="1934755"/>
                  </a:moveTo>
                  <a:lnTo>
                    <a:pt x="605132" y="1933055"/>
                  </a:lnTo>
                  <a:lnTo>
                    <a:pt x="603110" y="1871956"/>
                  </a:lnTo>
                  <a:close/>
                  <a:moveTo>
                    <a:pt x="560606" y="1868529"/>
                  </a:moveTo>
                  <a:lnTo>
                    <a:pt x="524340" y="1844481"/>
                  </a:lnTo>
                  <a:lnTo>
                    <a:pt x="486383" y="1828146"/>
                  </a:lnTo>
                  <a:close/>
                  <a:moveTo>
                    <a:pt x="517582" y="1865525"/>
                  </a:moveTo>
                  <a:lnTo>
                    <a:pt x="560606" y="1868529"/>
                  </a:lnTo>
                  <a:lnTo>
                    <a:pt x="486383" y="1828146"/>
                  </a:lnTo>
                  <a:close/>
                  <a:moveTo>
                    <a:pt x="347261" y="1733842"/>
                  </a:moveTo>
                  <a:lnTo>
                    <a:pt x="358267" y="1747593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03079" y="1715928"/>
                  </a:lnTo>
                  <a:lnTo>
                    <a:pt x="347261" y="1733842"/>
                  </a:lnTo>
                  <a:close/>
                  <a:moveTo>
                    <a:pt x="341042" y="1682112"/>
                  </a:moveTo>
                  <a:lnTo>
                    <a:pt x="315032" y="1665277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58267" y="1747593"/>
                  </a:lnTo>
                  <a:lnTo>
                    <a:pt x="358722" y="1733842"/>
                  </a:lnTo>
                  <a:close/>
                  <a:moveTo>
                    <a:pt x="341042" y="1682112"/>
                  </a:moveTo>
                  <a:lnTo>
                    <a:pt x="357619" y="1731379"/>
                  </a:lnTo>
                  <a:lnTo>
                    <a:pt x="358722" y="1733842"/>
                  </a:lnTo>
                  <a:close/>
                  <a:moveTo>
                    <a:pt x="299350" y="1503602"/>
                  </a:moveTo>
                  <a:lnTo>
                    <a:pt x="320223" y="1510810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398591" y="1555138"/>
                  </a:lnTo>
                  <a:lnTo>
                    <a:pt x="416778" y="1521881"/>
                  </a:lnTo>
                  <a:close/>
                  <a:moveTo>
                    <a:pt x="299350" y="1503602"/>
                  </a:moveTo>
                  <a:lnTo>
                    <a:pt x="331070" y="1511008"/>
                  </a:lnTo>
                  <a:lnTo>
                    <a:pt x="339836" y="1494865"/>
                  </a:lnTo>
                  <a:close/>
                  <a:moveTo>
                    <a:pt x="281494" y="1500327"/>
                  </a:moveTo>
                  <a:lnTo>
                    <a:pt x="339836" y="1494865"/>
                  </a:lnTo>
                  <a:lnTo>
                    <a:pt x="352755" y="1457185"/>
                  </a:lnTo>
                  <a:close/>
                  <a:moveTo>
                    <a:pt x="416778" y="1521881"/>
                  </a:moveTo>
                  <a:lnTo>
                    <a:pt x="374420" y="1479508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416778" y="1521881"/>
                  </a:lnTo>
                  <a:lnTo>
                    <a:pt x="331070" y="1511008"/>
                  </a:lnTo>
                  <a:close/>
                  <a:moveTo>
                    <a:pt x="428510" y="1430842"/>
                  </a:moveTo>
                  <a:lnTo>
                    <a:pt x="418248" y="1469099"/>
                  </a:lnTo>
                  <a:lnTo>
                    <a:pt x="477342" y="1438743"/>
                  </a:lnTo>
                  <a:close/>
                  <a:moveTo>
                    <a:pt x="355682" y="1419239"/>
                  </a:moveTo>
                  <a:lnTo>
                    <a:pt x="309102" y="1468648"/>
                  </a:lnTo>
                  <a:lnTo>
                    <a:pt x="352755" y="1457185"/>
                  </a:lnTo>
                  <a:close/>
                  <a:moveTo>
                    <a:pt x="395446" y="1403877"/>
                  </a:moveTo>
                  <a:lnTo>
                    <a:pt x="335825" y="1393885"/>
                  </a:lnTo>
                  <a:lnTo>
                    <a:pt x="355682" y="1419239"/>
                  </a:lnTo>
                  <a:close/>
                  <a:moveTo>
                    <a:pt x="517032" y="1364029"/>
                  </a:moveTo>
                  <a:lnTo>
                    <a:pt x="554343" y="1371678"/>
                  </a:lnTo>
                  <a:lnTo>
                    <a:pt x="509321" y="1307555"/>
                  </a:lnTo>
                  <a:close/>
                  <a:moveTo>
                    <a:pt x="614038" y="1361129"/>
                  </a:moveTo>
                  <a:lnTo>
                    <a:pt x="611921" y="1355689"/>
                  </a:lnTo>
                  <a:lnTo>
                    <a:pt x="561083" y="1307356"/>
                  </a:lnTo>
                  <a:close/>
                  <a:moveTo>
                    <a:pt x="540499" y="1320189"/>
                  </a:moveTo>
                  <a:lnTo>
                    <a:pt x="614038" y="1361129"/>
                  </a:lnTo>
                  <a:lnTo>
                    <a:pt x="561083" y="1307356"/>
                  </a:lnTo>
                  <a:close/>
                  <a:moveTo>
                    <a:pt x="509321" y="1307555"/>
                  </a:moveTo>
                  <a:lnTo>
                    <a:pt x="476172" y="1299469"/>
                  </a:lnTo>
                  <a:lnTo>
                    <a:pt x="501479" y="1304153"/>
                  </a:lnTo>
                  <a:close/>
                  <a:moveTo>
                    <a:pt x="409842" y="1224962"/>
                  </a:moveTo>
                  <a:lnTo>
                    <a:pt x="409900" y="1225174"/>
                  </a:lnTo>
                  <a:lnTo>
                    <a:pt x="425284" y="1149665"/>
                  </a:lnTo>
                  <a:close/>
                  <a:moveTo>
                    <a:pt x="499703" y="1201080"/>
                  </a:moveTo>
                  <a:lnTo>
                    <a:pt x="480377" y="1180288"/>
                  </a:lnTo>
                  <a:lnTo>
                    <a:pt x="510356" y="1219210"/>
                  </a:lnTo>
                  <a:close/>
                  <a:moveTo>
                    <a:pt x="541198" y="1252616"/>
                  </a:moveTo>
                  <a:lnTo>
                    <a:pt x="499703" y="1201080"/>
                  </a:lnTo>
                  <a:lnTo>
                    <a:pt x="510356" y="1219210"/>
                  </a:lnTo>
                  <a:close/>
                  <a:moveTo>
                    <a:pt x="265286" y="994933"/>
                  </a:moveTo>
                  <a:lnTo>
                    <a:pt x="280096" y="1003508"/>
                  </a:lnTo>
                  <a:lnTo>
                    <a:pt x="295695" y="1013822"/>
                  </a:lnTo>
                  <a:close/>
                  <a:moveTo>
                    <a:pt x="987202" y="1749608"/>
                  </a:moveTo>
                  <a:lnTo>
                    <a:pt x="989350" y="1767982"/>
                  </a:lnTo>
                  <a:lnTo>
                    <a:pt x="957442" y="1741217"/>
                  </a:lnTo>
                  <a:close/>
                  <a:moveTo>
                    <a:pt x="1021265" y="1697154"/>
                  </a:moveTo>
                  <a:lnTo>
                    <a:pt x="1030403" y="1704433"/>
                  </a:lnTo>
                  <a:lnTo>
                    <a:pt x="1022122" y="1692352"/>
                  </a:lnTo>
                  <a:close/>
                  <a:moveTo>
                    <a:pt x="623625" y="1280059"/>
                  </a:moveTo>
                  <a:lnTo>
                    <a:pt x="611921" y="1355689"/>
                  </a:lnTo>
                  <a:lnTo>
                    <a:pt x="649179" y="1327160"/>
                  </a:lnTo>
                  <a:close/>
                  <a:moveTo>
                    <a:pt x="649179" y="1327160"/>
                  </a:moveTo>
                  <a:lnTo>
                    <a:pt x="677468" y="1284801"/>
                  </a:lnTo>
                  <a:lnTo>
                    <a:pt x="653968" y="1280059"/>
                  </a:lnTo>
                  <a:close/>
                  <a:moveTo>
                    <a:pt x="649179" y="1327160"/>
                  </a:moveTo>
                  <a:lnTo>
                    <a:pt x="665379" y="1347950"/>
                  </a:lnTo>
                  <a:lnTo>
                    <a:pt x="677468" y="1284801"/>
                  </a:lnTo>
                  <a:close/>
                  <a:moveTo>
                    <a:pt x="645937" y="1335196"/>
                  </a:moveTo>
                  <a:lnTo>
                    <a:pt x="665379" y="1347950"/>
                  </a:lnTo>
                  <a:lnTo>
                    <a:pt x="649179" y="1327160"/>
                  </a:lnTo>
                  <a:close/>
                  <a:moveTo>
                    <a:pt x="653968" y="1280059"/>
                  </a:moveTo>
                  <a:lnTo>
                    <a:pt x="677468" y="1284801"/>
                  </a:lnTo>
                  <a:lnTo>
                    <a:pt x="675490" y="1250855"/>
                  </a:lnTo>
                  <a:close/>
                  <a:moveTo>
                    <a:pt x="1022122" y="1692352"/>
                  </a:moveTo>
                  <a:lnTo>
                    <a:pt x="1030403" y="1704433"/>
                  </a:lnTo>
                  <a:lnTo>
                    <a:pt x="1029174" y="1690724"/>
                  </a:lnTo>
                  <a:close/>
                  <a:moveTo>
                    <a:pt x="1029174" y="1690724"/>
                  </a:moveTo>
                  <a:lnTo>
                    <a:pt x="1088864" y="1680179"/>
                  </a:lnTo>
                  <a:lnTo>
                    <a:pt x="1051104" y="1646928"/>
                  </a:lnTo>
                  <a:close/>
                  <a:moveTo>
                    <a:pt x="1088864" y="1680179"/>
                  </a:moveTo>
                  <a:lnTo>
                    <a:pt x="1101657" y="1661259"/>
                  </a:lnTo>
                  <a:lnTo>
                    <a:pt x="1051104" y="1646928"/>
                  </a:lnTo>
                  <a:close/>
                  <a:moveTo>
                    <a:pt x="678115" y="1221532"/>
                  </a:moveTo>
                  <a:lnTo>
                    <a:pt x="653968" y="1280059"/>
                  </a:lnTo>
                  <a:lnTo>
                    <a:pt x="675490" y="1250855"/>
                  </a:lnTo>
                  <a:close/>
                  <a:moveTo>
                    <a:pt x="678115" y="1221532"/>
                  </a:moveTo>
                  <a:lnTo>
                    <a:pt x="662842" y="1203566"/>
                  </a:lnTo>
                  <a:lnTo>
                    <a:pt x="621522" y="1166816"/>
                  </a:lnTo>
                  <a:close/>
                  <a:moveTo>
                    <a:pt x="899659" y="1462111"/>
                  </a:moveTo>
                  <a:lnTo>
                    <a:pt x="863124" y="1410575"/>
                  </a:lnTo>
                  <a:lnTo>
                    <a:pt x="878208" y="1423778"/>
                  </a:lnTo>
                  <a:close/>
                  <a:moveTo>
                    <a:pt x="1101657" y="1661259"/>
                  </a:moveTo>
                  <a:lnTo>
                    <a:pt x="1164593" y="1656596"/>
                  </a:lnTo>
                  <a:lnTo>
                    <a:pt x="1147737" y="1592627"/>
                  </a:lnTo>
                  <a:close/>
                  <a:moveTo>
                    <a:pt x="1077863" y="1500894"/>
                  </a:moveTo>
                  <a:lnTo>
                    <a:pt x="1045584" y="1491391"/>
                  </a:lnTo>
                  <a:lnTo>
                    <a:pt x="1048135" y="1549824"/>
                  </a:lnTo>
                  <a:close/>
                  <a:moveTo>
                    <a:pt x="1044598" y="1487707"/>
                  </a:moveTo>
                  <a:lnTo>
                    <a:pt x="1046768" y="1489554"/>
                  </a:lnTo>
                  <a:lnTo>
                    <a:pt x="1021801" y="1445747"/>
                  </a:lnTo>
                  <a:close/>
                  <a:moveTo>
                    <a:pt x="1044598" y="1487707"/>
                  </a:moveTo>
                  <a:lnTo>
                    <a:pt x="1021801" y="1445747"/>
                  </a:lnTo>
                  <a:lnTo>
                    <a:pt x="1014315" y="1438017"/>
                  </a:lnTo>
                  <a:close/>
                  <a:moveTo>
                    <a:pt x="863124" y="1410575"/>
                  </a:moveTo>
                  <a:lnTo>
                    <a:pt x="868056" y="1394049"/>
                  </a:lnTo>
                  <a:lnTo>
                    <a:pt x="835438" y="1357824"/>
                  </a:lnTo>
                  <a:close/>
                  <a:moveTo>
                    <a:pt x="697342" y="1152892"/>
                  </a:moveTo>
                  <a:lnTo>
                    <a:pt x="744634" y="1199793"/>
                  </a:lnTo>
                  <a:lnTo>
                    <a:pt x="747820" y="1140102"/>
                  </a:lnTo>
                  <a:close/>
                  <a:moveTo>
                    <a:pt x="747820" y="1140102"/>
                  </a:moveTo>
                  <a:lnTo>
                    <a:pt x="804983" y="1131613"/>
                  </a:lnTo>
                  <a:lnTo>
                    <a:pt x="758236" y="1115750"/>
                  </a:lnTo>
                  <a:close/>
                  <a:moveTo>
                    <a:pt x="804983" y="1131613"/>
                  </a:moveTo>
                  <a:lnTo>
                    <a:pt x="806474" y="1121429"/>
                  </a:lnTo>
                  <a:lnTo>
                    <a:pt x="758236" y="1115750"/>
                  </a:lnTo>
                  <a:close/>
                  <a:moveTo>
                    <a:pt x="1044598" y="1487707"/>
                  </a:moveTo>
                  <a:lnTo>
                    <a:pt x="1014315" y="1438017"/>
                  </a:lnTo>
                  <a:lnTo>
                    <a:pt x="1071911" y="1454922"/>
                  </a:lnTo>
                  <a:close/>
                  <a:moveTo>
                    <a:pt x="1071911" y="1454922"/>
                  </a:moveTo>
                  <a:lnTo>
                    <a:pt x="1014315" y="1438017"/>
                  </a:lnTo>
                  <a:lnTo>
                    <a:pt x="1002943" y="1485839"/>
                  </a:lnTo>
                  <a:close/>
                  <a:moveTo>
                    <a:pt x="1114999" y="1533446"/>
                  </a:moveTo>
                  <a:lnTo>
                    <a:pt x="1046768" y="1489554"/>
                  </a:lnTo>
                  <a:lnTo>
                    <a:pt x="1108885" y="1475674"/>
                  </a:lnTo>
                  <a:close/>
                  <a:moveTo>
                    <a:pt x="1045584" y="1491391"/>
                  </a:moveTo>
                  <a:lnTo>
                    <a:pt x="1046768" y="1489554"/>
                  </a:lnTo>
                  <a:lnTo>
                    <a:pt x="1078395" y="1479166"/>
                  </a:lnTo>
                  <a:close/>
                  <a:moveTo>
                    <a:pt x="581841" y="847380"/>
                  </a:moveTo>
                  <a:lnTo>
                    <a:pt x="530139" y="819578"/>
                  </a:lnTo>
                  <a:lnTo>
                    <a:pt x="527835" y="818129"/>
                  </a:lnTo>
                  <a:close/>
                  <a:moveTo>
                    <a:pt x="1377113" y="1587741"/>
                  </a:moveTo>
                  <a:lnTo>
                    <a:pt x="1337387" y="1544439"/>
                  </a:lnTo>
                  <a:lnTo>
                    <a:pt x="1293728" y="1585556"/>
                  </a:lnTo>
                  <a:close/>
                  <a:moveTo>
                    <a:pt x="1270965" y="1540222"/>
                  </a:moveTo>
                  <a:lnTo>
                    <a:pt x="1275394" y="1544439"/>
                  </a:lnTo>
                  <a:lnTo>
                    <a:pt x="1247805" y="1501442"/>
                  </a:lnTo>
                  <a:close/>
                  <a:moveTo>
                    <a:pt x="1275394" y="1544439"/>
                  </a:moveTo>
                  <a:lnTo>
                    <a:pt x="1298080" y="1561294"/>
                  </a:lnTo>
                  <a:lnTo>
                    <a:pt x="1247805" y="1501442"/>
                  </a:lnTo>
                  <a:close/>
                  <a:moveTo>
                    <a:pt x="1270965" y="1540222"/>
                  </a:moveTo>
                  <a:lnTo>
                    <a:pt x="1247805" y="1501442"/>
                  </a:lnTo>
                  <a:lnTo>
                    <a:pt x="1236515" y="1492902"/>
                  </a:lnTo>
                  <a:close/>
                  <a:moveTo>
                    <a:pt x="1021540" y="1266596"/>
                  </a:moveTo>
                  <a:lnTo>
                    <a:pt x="1095448" y="1298370"/>
                  </a:lnTo>
                  <a:lnTo>
                    <a:pt x="1106281" y="1273850"/>
                  </a:lnTo>
                  <a:close/>
                  <a:moveTo>
                    <a:pt x="1021540" y="1266596"/>
                  </a:moveTo>
                  <a:lnTo>
                    <a:pt x="1106281" y="1273850"/>
                  </a:lnTo>
                  <a:lnTo>
                    <a:pt x="1053070" y="1249583"/>
                  </a:lnTo>
                  <a:close/>
                  <a:moveTo>
                    <a:pt x="968100" y="1207777"/>
                  </a:moveTo>
                  <a:lnTo>
                    <a:pt x="1008175" y="1259313"/>
                  </a:lnTo>
                  <a:lnTo>
                    <a:pt x="1029307" y="1235220"/>
                  </a:lnTo>
                  <a:close/>
                  <a:moveTo>
                    <a:pt x="71332" y="125508"/>
                  </a:moveTo>
                  <a:lnTo>
                    <a:pt x="71268" y="118191"/>
                  </a:lnTo>
                  <a:lnTo>
                    <a:pt x="53769" y="69674"/>
                  </a:lnTo>
                  <a:close/>
                  <a:moveTo>
                    <a:pt x="1127965" y="1286756"/>
                  </a:moveTo>
                  <a:lnTo>
                    <a:pt x="1184257" y="1264152"/>
                  </a:lnTo>
                  <a:lnTo>
                    <a:pt x="1106281" y="1273850"/>
                  </a:lnTo>
                  <a:close/>
                  <a:moveTo>
                    <a:pt x="1106281" y="1273850"/>
                  </a:moveTo>
                  <a:lnTo>
                    <a:pt x="1184257" y="1264152"/>
                  </a:lnTo>
                  <a:lnTo>
                    <a:pt x="1185473" y="1260360"/>
                  </a:lnTo>
                  <a:close/>
                  <a:moveTo>
                    <a:pt x="1106713" y="1159589"/>
                  </a:moveTo>
                  <a:lnTo>
                    <a:pt x="1110100" y="1160972"/>
                  </a:lnTo>
                  <a:lnTo>
                    <a:pt x="1107928" y="1145108"/>
                  </a:lnTo>
                  <a:close/>
                  <a:moveTo>
                    <a:pt x="1113517" y="1166005"/>
                  </a:moveTo>
                  <a:lnTo>
                    <a:pt x="1110100" y="1160972"/>
                  </a:lnTo>
                  <a:lnTo>
                    <a:pt x="1106713" y="1159589"/>
                  </a:lnTo>
                  <a:close/>
                  <a:moveTo>
                    <a:pt x="162406" y="82080"/>
                  </a:moveTo>
                  <a:lnTo>
                    <a:pt x="202102" y="87790"/>
                  </a:lnTo>
                  <a:lnTo>
                    <a:pt x="197808" y="28537"/>
                  </a:lnTo>
                  <a:close/>
                  <a:moveTo>
                    <a:pt x="162406" y="82080"/>
                  </a:moveTo>
                  <a:lnTo>
                    <a:pt x="197808" y="28537"/>
                  </a:lnTo>
                  <a:lnTo>
                    <a:pt x="149194" y="30078"/>
                  </a:lnTo>
                  <a:close/>
                  <a:moveTo>
                    <a:pt x="149194" y="30078"/>
                  </a:moveTo>
                  <a:lnTo>
                    <a:pt x="197808" y="28537"/>
                  </a:lnTo>
                  <a:lnTo>
                    <a:pt x="147579" y="0"/>
                  </a:lnTo>
                  <a:close/>
                  <a:moveTo>
                    <a:pt x="1331852" y="1468809"/>
                  </a:moveTo>
                  <a:lnTo>
                    <a:pt x="1295508" y="1437899"/>
                  </a:lnTo>
                  <a:lnTo>
                    <a:pt x="1332845" y="1470288"/>
                  </a:lnTo>
                  <a:close/>
                  <a:moveTo>
                    <a:pt x="1331852" y="1468809"/>
                  </a:moveTo>
                  <a:lnTo>
                    <a:pt x="1306198" y="1417272"/>
                  </a:lnTo>
                  <a:lnTo>
                    <a:pt x="1295508" y="1437899"/>
                  </a:lnTo>
                  <a:close/>
                  <a:moveTo>
                    <a:pt x="1234931" y="1270597"/>
                  </a:moveTo>
                  <a:lnTo>
                    <a:pt x="1289479" y="1299868"/>
                  </a:lnTo>
                  <a:lnTo>
                    <a:pt x="1318263" y="1272588"/>
                  </a:lnTo>
                  <a:close/>
                  <a:moveTo>
                    <a:pt x="1265623" y="1250453"/>
                  </a:moveTo>
                  <a:lnTo>
                    <a:pt x="1234931" y="1270597"/>
                  </a:lnTo>
                  <a:lnTo>
                    <a:pt x="1318263" y="1272588"/>
                  </a:lnTo>
                  <a:close/>
                  <a:moveTo>
                    <a:pt x="1113517" y="1166005"/>
                  </a:moveTo>
                  <a:lnTo>
                    <a:pt x="1106713" y="1159589"/>
                  </a:lnTo>
                  <a:lnTo>
                    <a:pt x="1119522" y="1135495"/>
                  </a:lnTo>
                  <a:close/>
                  <a:moveTo>
                    <a:pt x="1238012" y="1147217"/>
                  </a:moveTo>
                  <a:lnTo>
                    <a:pt x="1222680" y="1135495"/>
                  </a:lnTo>
                  <a:lnTo>
                    <a:pt x="1228587" y="1140608"/>
                  </a:lnTo>
                  <a:close/>
                  <a:moveTo>
                    <a:pt x="1119522" y="1135495"/>
                  </a:moveTo>
                  <a:lnTo>
                    <a:pt x="1107928" y="1145108"/>
                  </a:lnTo>
                  <a:lnTo>
                    <a:pt x="1061850" y="1099473"/>
                  </a:lnTo>
                  <a:close/>
                  <a:moveTo>
                    <a:pt x="1106713" y="1159589"/>
                  </a:moveTo>
                  <a:lnTo>
                    <a:pt x="1107928" y="1145108"/>
                  </a:lnTo>
                  <a:lnTo>
                    <a:pt x="1119522" y="1135495"/>
                  </a:lnTo>
                  <a:close/>
                  <a:moveTo>
                    <a:pt x="815307" y="723202"/>
                  </a:moveTo>
                  <a:lnTo>
                    <a:pt x="772734" y="743391"/>
                  </a:lnTo>
                  <a:lnTo>
                    <a:pt x="794230" y="798833"/>
                  </a:lnTo>
                  <a:close/>
                  <a:moveTo>
                    <a:pt x="862489" y="791262"/>
                  </a:moveTo>
                  <a:lnTo>
                    <a:pt x="833247" y="816831"/>
                  </a:lnTo>
                  <a:lnTo>
                    <a:pt x="912775" y="804597"/>
                  </a:lnTo>
                  <a:close/>
                  <a:moveTo>
                    <a:pt x="765073" y="736613"/>
                  </a:moveTo>
                  <a:lnTo>
                    <a:pt x="772734" y="743391"/>
                  </a:lnTo>
                  <a:lnTo>
                    <a:pt x="833471" y="682767"/>
                  </a:lnTo>
                  <a:close/>
                  <a:moveTo>
                    <a:pt x="725483" y="628373"/>
                  </a:moveTo>
                  <a:lnTo>
                    <a:pt x="706726" y="693143"/>
                  </a:lnTo>
                  <a:lnTo>
                    <a:pt x="777972" y="649944"/>
                  </a:lnTo>
                  <a:close/>
                  <a:moveTo>
                    <a:pt x="777972" y="649944"/>
                  </a:moveTo>
                  <a:lnTo>
                    <a:pt x="750329" y="681489"/>
                  </a:lnTo>
                  <a:lnTo>
                    <a:pt x="827648" y="660994"/>
                  </a:lnTo>
                  <a:close/>
                  <a:moveTo>
                    <a:pt x="1106376" y="1032422"/>
                  </a:moveTo>
                  <a:lnTo>
                    <a:pt x="1071981" y="980886"/>
                  </a:lnTo>
                  <a:lnTo>
                    <a:pt x="1081978" y="995606"/>
                  </a:lnTo>
                  <a:close/>
                  <a:moveTo>
                    <a:pt x="1318263" y="1272588"/>
                  </a:moveTo>
                  <a:lnTo>
                    <a:pt x="1326006" y="1224876"/>
                  </a:lnTo>
                  <a:lnTo>
                    <a:pt x="1265623" y="1250453"/>
                  </a:lnTo>
                  <a:close/>
                  <a:moveTo>
                    <a:pt x="1265623" y="1250453"/>
                  </a:moveTo>
                  <a:lnTo>
                    <a:pt x="1326006" y="1224876"/>
                  </a:lnTo>
                  <a:lnTo>
                    <a:pt x="1273992" y="1229180"/>
                  </a:lnTo>
                  <a:close/>
                  <a:moveTo>
                    <a:pt x="1273992" y="1229180"/>
                  </a:moveTo>
                  <a:lnTo>
                    <a:pt x="1282716" y="1187032"/>
                  </a:lnTo>
                  <a:lnTo>
                    <a:pt x="1254599" y="1209233"/>
                  </a:lnTo>
                  <a:close/>
                  <a:moveTo>
                    <a:pt x="1225158" y="1168157"/>
                  </a:moveTo>
                  <a:lnTo>
                    <a:pt x="1243180" y="1187032"/>
                  </a:lnTo>
                  <a:lnTo>
                    <a:pt x="1189532" y="1140634"/>
                  </a:lnTo>
                  <a:close/>
                  <a:moveTo>
                    <a:pt x="1222680" y="1135495"/>
                  </a:moveTo>
                  <a:lnTo>
                    <a:pt x="1238012" y="1147217"/>
                  </a:lnTo>
                  <a:lnTo>
                    <a:pt x="1236564" y="1134123"/>
                  </a:lnTo>
                  <a:close/>
                  <a:moveTo>
                    <a:pt x="1118977" y="1051519"/>
                  </a:moveTo>
                  <a:lnTo>
                    <a:pt x="1198839" y="1064068"/>
                  </a:lnTo>
                  <a:lnTo>
                    <a:pt x="1201120" y="1049061"/>
                  </a:lnTo>
                  <a:close/>
                  <a:moveTo>
                    <a:pt x="859146" y="711121"/>
                  </a:moveTo>
                  <a:lnTo>
                    <a:pt x="879772" y="681202"/>
                  </a:lnTo>
                  <a:lnTo>
                    <a:pt x="833471" y="682767"/>
                  </a:lnTo>
                  <a:close/>
                  <a:moveTo>
                    <a:pt x="747411" y="492962"/>
                  </a:moveTo>
                  <a:lnTo>
                    <a:pt x="749688" y="544499"/>
                  </a:lnTo>
                  <a:lnTo>
                    <a:pt x="726614" y="517056"/>
                  </a:lnTo>
                  <a:close/>
                  <a:moveTo>
                    <a:pt x="418643" y="80669"/>
                  </a:moveTo>
                  <a:lnTo>
                    <a:pt x="408365" y="141426"/>
                  </a:lnTo>
                  <a:lnTo>
                    <a:pt x="425381" y="82957"/>
                  </a:lnTo>
                  <a:close/>
                  <a:moveTo>
                    <a:pt x="451923" y="80669"/>
                  </a:moveTo>
                  <a:lnTo>
                    <a:pt x="425381" y="82957"/>
                  </a:lnTo>
                  <a:lnTo>
                    <a:pt x="408365" y="141426"/>
                  </a:lnTo>
                  <a:close/>
                  <a:moveTo>
                    <a:pt x="374649" y="55145"/>
                  </a:moveTo>
                  <a:lnTo>
                    <a:pt x="418643" y="80669"/>
                  </a:lnTo>
                  <a:lnTo>
                    <a:pt x="343702" y="48635"/>
                  </a:lnTo>
                  <a:close/>
                  <a:moveTo>
                    <a:pt x="902576" y="631561"/>
                  </a:moveTo>
                  <a:lnTo>
                    <a:pt x="931331" y="604175"/>
                  </a:lnTo>
                  <a:lnTo>
                    <a:pt x="847182" y="599130"/>
                  </a:lnTo>
                  <a:close/>
                  <a:moveTo>
                    <a:pt x="790757" y="427943"/>
                  </a:moveTo>
                  <a:lnTo>
                    <a:pt x="839966" y="475743"/>
                  </a:lnTo>
                  <a:lnTo>
                    <a:pt x="847071" y="463816"/>
                  </a:lnTo>
                  <a:close/>
                  <a:moveTo>
                    <a:pt x="839966" y="475743"/>
                  </a:moveTo>
                  <a:lnTo>
                    <a:pt x="865326" y="468868"/>
                  </a:lnTo>
                  <a:lnTo>
                    <a:pt x="847071" y="463816"/>
                  </a:lnTo>
                  <a:close/>
                  <a:moveTo>
                    <a:pt x="570806" y="228922"/>
                  </a:moveTo>
                  <a:lnTo>
                    <a:pt x="568164" y="254635"/>
                  </a:lnTo>
                  <a:lnTo>
                    <a:pt x="573180" y="235279"/>
                  </a:lnTo>
                  <a:close/>
                  <a:moveTo>
                    <a:pt x="570806" y="228922"/>
                  </a:moveTo>
                  <a:lnTo>
                    <a:pt x="573180" y="235279"/>
                  </a:lnTo>
                  <a:lnTo>
                    <a:pt x="554626" y="204017"/>
                  </a:lnTo>
                  <a:close/>
                  <a:moveTo>
                    <a:pt x="973730" y="568445"/>
                  </a:moveTo>
                  <a:lnTo>
                    <a:pt x="958915" y="517747"/>
                  </a:lnTo>
                  <a:lnTo>
                    <a:pt x="943289" y="555211"/>
                  </a:lnTo>
                  <a:close/>
                  <a:moveTo>
                    <a:pt x="930631" y="466656"/>
                  </a:moveTo>
                  <a:lnTo>
                    <a:pt x="927376" y="520405"/>
                  </a:lnTo>
                  <a:lnTo>
                    <a:pt x="948755" y="463264"/>
                  </a:lnTo>
                  <a:close/>
                  <a:moveTo>
                    <a:pt x="948755" y="463264"/>
                  </a:moveTo>
                  <a:lnTo>
                    <a:pt x="927376" y="520405"/>
                  </a:lnTo>
                  <a:lnTo>
                    <a:pt x="958915" y="517747"/>
                  </a:lnTo>
                  <a:close/>
                  <a:moveTo>
                    <a:pt x="962826" y="389082"/>
                  </a:moveTo>
                  <a:lnTo>
                    <a:pt x="954529" y="381330"/>
                  </a:lnTo>
                  <a:lnTo>
                    <a:pt x="925070" y="381794"/>
                  </a:lnTo>
                  <a:close/>
                  <a:moveTo>
                    <a:pt x="962826" y="389082"/>
                  </a:moveTo>
                  <a:lnTo>
                    <a:pt x="961302" y="406652"/>
                  </a:lnTo>
                  <a:lnTo>
                    <a:pt x="971200" y="393238"/>
                  </a:lnTo>
                  <a:close/>
                  <a:moveTo>
                    <a:pt x="962826" y="389082"/>
                  </a:moveTo>
                  <a:lnTo>
                    <a:pt x="971200" y="393238"/>
                  </a:lnTo>
                  <a:lnTo>
                    <a:pt x="954529" y="38133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3" name="Output_density__4232">
              <a:extLst>
                <a:ext uri="{FF2B5EF4-FFF2-40B4-BE49-F238E27FC236}">
                  <a16:creationId xmlns:a16="http://schemas.microsoft.com/office/drawing/2014/main" id="{566A0E1C-1611-4C5E-E4A4-12E254F2B824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717792"/>
              <a:ext cx="1372469" cy="1746633"/>
            </a:xfrm>
            <a:custGeom>
              <a:avLst/>
              <a:gdLst/>
              <a:ahLst/>
              <a:cxnLst/>
              <a:rect l="0" t="0" r="0" b="0"/>
              <a:pathLst>
                <a:path w="1372469" h="1746633">
                  <a:moveTo>
                    <a:pt x="5604" y="1555329"/>
                  </a:moveTo>
                  <a:lnTo>
                    <a:pt x="6194" y="1553085"/>
                  </a:lnTo>
                  <a:lnTo>
                    <a:pt x="0" y="1578628"/>
                  </a:lnTo>
                  <a:close/>
                  <a:moveTo>
                    <a:pt x="0" y="1578628"/>
                  </a:moveTo>
                  <a:lnTo>
                    <a:pt x="6194" y="1553085"/>
                  </a:lnTo>
                  <a:lnTo>
                    <a:pt x="37130" y="1502997"/>
                  </a:lnTo>
                  <a:close/>
                  <a:moveTo>
                    <a:pt x="6007" y="1554534"/>
                  </a:moveTo>
                  <a:lnTo>
                    <a:pt x="5604" y="1555329"/>
                  </a:lnTo>
                  <a:lnTo>
                    <a:pt x="7954" y="1559663"/>
                  </a:lnTo>
                  <a:close/>
                  <a:moveTo>
                    <a:pt x="6194" y="1553085"/>
                  </a:moveTo>
                  <a:lnTo>
                    <a:pt x="5604" y="1555329"/>
                  </a:lnTo>
                  <a:lnTo>
                    <a:pt x="6007" y="1554534"/>
                  </a:lnTo>
                  <a:close/>
                  <a:moveTo>
                    <a:pt x="6007" y="1554534"/>
                  </a:moveTo>
                  <a:lnTo>
                    <a:pt x="7954" y="1559663"/>
                  </a:lnTo>
                  <a:lnTo>
                    <a:pt x="23696" y="1540620"/>
                  </a:lnTo>
                  <a:close/>
                  <a:moveTo>
                    <a:pt x="6194" y="1553085"/>
                  </a:moveTo>
                  <a:lnTo>
                    <a:pt x="6007" y="1554534"/>
                  </a:lnTo>
                  <a:lnTo>
                    <a:pt x="23696" y="1540620"/>
                  </a:lnTo>
                  <a:close/>
                  <a:moveTo>
                    <a:pt x="119213" y="1491388"/>
                  </a:moveTo>
                  <a:lnTo>
                    <a:pt x="73881" y="1496576"/>
                  </a:lnTo>
                  <a:lnTo>
                    <a:pt x="148337" y="1465378"/>
                  </a:lnTo>
                  <a:close/>
                  <a:moveTo>
                    <a:pt x="171340" y="1379179"/>
                  </a:moveTo>
                  <a:lnTo>
                    <a:pt x="188186" y="1395354"/>
                  </a:lnTo>
                  <a:lnTo>
                    <a:pt x="163890" y="1388630"/>
                  </a:lnTo>
                  <a:close/>
                  <a:moveTo>
                    <a:pt x="203020" y="1360255"/>
                  </a:moveTo>
                  <a:lnTo>
                    <a:pt x="188186" y="1395354"/>
                  </a:lnTo>
                  <a:lnTo>
                    <a:pt x="171340" y="1379179"/>
                  </a:lnTo>
                  <a:close/>
                  <a:moveTo>
                    <a:pt x="270825" y="1304188"/>
                  </a:moveTo>
                  <a:lnTo>
                    <a:pt x="225865" y="1364721"/>
                  </a:lnTo>
                  <a:lnTo>
                    <a:pt x="248463" y="1355085"/>
                  </a:lnTo>
                  <a:close/>
                  <a:moveTo>
                    <a:pt x="203020" y="1360255"/>
                  </a:moveTo>
                  <a:lnTo>
                    <a:pt x="225865" y="1364721"/>
                  </a:lnTo>
                  <a:lnTo>
                    <a:pt x="270825" y="1304188"/>
                  </a:lnTo>
                  <a:close/>
                  <a:moveTo>
                    <a:pt x="273112" y="1303548"/>
                  </a:moveTo>
                  <a:lnTo>
                    <a:pt x="290337" y="1242242"/>
                  </a:lnTo>
                  <a:lnTo>
                    <a:pt x="293536" y="1227918"/>
                  </a:lnTo>
                  <a:close/>
                  <a:moveTo>
                    <a:pt x="541264" y="1235476"/>
                  </a:moveTo>
                  <a:lnTo>
                    <a:pt x="555226" y="1282803"/>
                  </a:lnTo>
                  <a:lnTo>
                    <a:pt x="541198" y="1231267"/>
                  </a:lnTo>
                  <a:close/>
                  <a:moveTo>
                    <a:pt x="367338" y="1200185"/>
                  </a:moveTo>
                  <a:lnTo>
                    <a:pt x="425284" y="1128315"/>
                  </a:lnTo>
                  <a:lnTo>
                    <a:pt x="367947" y="1136947"/>
                  </a:lnTo>
                  <a:close/>
                  <a:moveTo>
                    <a:pt x="425284" y="1128315"/>
                  </a:moveTo>
                  <a:lnTo>
                    <a:pt x="480377" y="1158938"/>
                  </a:lnTo>
                  <a:lnTo>
                    <a:pt x="425785" y="1128194"/>
                  </a:lnTo>
                  <a:close/>
                  <a:moveTo>
                    <a:pt x="367947" y="1136947"/>
                  </a:moveTo>
                  <a:lnTo>
                    <a:pt x="425284" y="1128315"/>
                  </a:lnTo>
                  <a:lnTo>
                    <a:pt x="411363" y="1076890"/>
                  </a:lnTo>
                  <a:close/>
                  <a:moveTo>
                    <a:pt x="425785" y="1128194"/>
                  </a:moveTo>
                  <a:lnTo>
                    <a:pt x="460082" y="1083059"/>
                  </a:lnTo>
                  <a:lnTo>
                    <a:pt x="425284" y="1128315"/>
                  </a:lnTo>
                  <a:close/>
                  <a:moveTo>
                    <a:pt x="425284" y="1128315"/>
                  </a:moveTo>
                  <a:lnTo>
                    <a:pt x="460082" y="1083059"/>
                  </a:lnTo>
                  <a:lnTo>
                    <a:pt x="452624" y="1081328"/>
                  </a:lnTo>
                  <a:close/>
                  <a:moveTo>
                    <a:pt x="425284" y="1128315"/>
                  </a:moveTo>
                  <a:lnTo>
                    <a:pt x="452624" y="1081328"/>
                  </a:lnTo>
                  <a:lnTo>
                    <a:pt x="411363" y="1076890"/>
                  </a:lnTo>
                  <a:close/>
                  <a:moveTo>
                    <a:pt x="373213" y="1067848"/>
                  </a:moveTo>
                  <a:lnTo>
                    <a:pt x="350568" y="1088333"/>
                  </a:lnTo>
                  <a:lnTo>
                    <a:pt x="411363" y="1076890"/>
                  </a:lnTo>
                  <a:close/>
                  <a:moveTo>
                    <a:pt x="265286" y="973584"/>
                  </a:moveTo>
                  <a:lnTo>
                    <a:pt x="256271" y="922047"/>
                  </a:lnTo>
                  <a:lnTo>
                    <a:pt x="263946" y="932544"/>
                  </a:lnTo>
                  <a:close/>
                  <a:moveTo>
                    <a:pt x="263946" y="932544"/>
                  </a:moveTo>
                  <a:lnTo>
                    <a:pt x="256271" y="922047"/>
                  </a:lnTo>
                  <a:lnTo>
                    <a:pt x="270856" y="899605"/>
                  </a:lnTo>
                  <a:close/>
                  <a:moveTo>
                    <a:pt x="957442" y="1719868"/>
                  </a:moveTo>
                  <a:lnTo>
                    <a:pt x="942646" y="1746633"/>
                  </a:lnTo>
                  <a:lnTo>
                    <a:pt x="987202" y="1728258"/>
                  </a:lnTo>
                  <a:close/>
                  <a:moveTo>
                    <a:pt x="561868" y="1281468"/>
                  </a:moveTo>
                  <a:lnTo>
                    <a:pt x="561083" y="1286007"/>
                  </a:lnTo>
                  <a:lnTo>
                    <a:pt x="623625" y="1258709"/>
                  </a:lnTo>
                  <a:close/>
                  <a:moveTo>
                    <a:pt x="555226" y="1282803"/>
                  </a:moveTo>
                  <a:lnTo>
                    <a:pt x="561083" y="1286007"/>
                  </a:lnTo>
                  <a:lnTo>
                    <a:pt x="561868" y="1281468"/>
                  </a:lnTo>
                  <a:close/>
                  <a:moveTo>
                    <a:pt x="541198" y="1231267"/>
                  </a:moveTo>
                  <a:lnTo>
                    <a:pt x="555226" y="1282803"/>
                  </a:lnTo>
                  <a:lnTo>
                    <a:pt x="561868" y="1281468"/>
                  </a:lnTo>
                  <a:close/>
                  <a:moveTo>
                    <a:pt x="623625" y="1258709"/>
                  </a:moveTo>
                  <a:lnTo>
                    <a:pt x="611380" y="1207172"/>
                  </a:lnTo>
                  <a:lnTo>
                    <a:pt x="561868" y="1281468"/>
                  </a:lnTo>
                  <a:close/>
                  <a:moveTo>
                    <a:pt x="611380" y="1207172"/>
                  </a:moveTo>
                  <a:lnTo>
                    <a:pt x="553962" y="1225153"/>
                  </a:lnTo>
                  <a:lnTo>
                    <a:pt x="561868" y="1281468"/>
                  </a:lnTo>
                  <a:close/>
                  <a:moveTo>
                    <a:pt x="516944" y="1104100"/>
                  </a:moveTo>
                  <a:lnTo>
                    <a:pt x="480377" y="1158938"/>
                  </a:lnTo>
                  <a:lnTo>
                    <a:pt x="499703" y="1179730"/>
                  </a:lnTo>
                  <a:close/>
                  <a:moveTo>
                    <a:pt x="516944" y="1104100"/>
                  </a:moveTo>
                  <a:lnTo>
                    <a:pt x="499703" y="1179730"/>
                  </a:lnTo>
                  <a:lnTo>
                    <a:pt x="534179" y="1155636"/>
                  </a:lnTo>
                  <a:close/>
                  <a:moveTo>
                    <a:pt x="425785" y="1128194"/>
                  </a:moveTo>
                  <a:lnTo>
                    <a:pt x="480377" y="1158938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25785" y="1128194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91887" y="1112150"/>
                  </a:lnTo>
                  <a:lnTo>
                    <a:pt x="538694" y="1067399"/>
                  </a:lnTo>
                  <a:close/>
                  <a:moveTo>
                    <a:pt x="337206" y="848224"/>
                  </a:moveTo>
                  <a:lnTo>
                    <a:pt x="341739" y="855052"/>
                  </a:lnTo>
                  <a:lnTo>
                    <a:pt x="392547" y="870336"/>
                  </a:lnTo>
                  <a:close/>
                  <a:moveTo>
                    <a:pt x="988057" y="1619465"/>
                  </a:moveTo>
                  <a:lnTo>
                    <a:pt x="1022122" y="1671002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988057" y="1619465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1024974" y="1595371"/>
                  </a:lnTo>
                  <a:lnTo>
                    <a:pt x="994051" y="1543835"/>
                  </a:lnTo>
                  <a:close/>
                  <a:moveTo>
                    <a:pt x="994051" y="1543835"/>
                  </a:moveTo>
                  <a:lnTo>
                    <a:pt x="939233" y="1516392"/>
                  </a:lnTo>
                  <a:lnTo>
                    <a:pt x="963145" y="1567929"/>
                  </a:lnTo>
                  <a:close/>
                  <a:moveTo>
                    <a:pt x="611380" y="1207172"/>
                  </a:moveTo>
                  <a:lnTo>
                    <a:pt x="644191" y="1252523"/>
                  </a:lnTo>
                  <a:lnTo>
                    <a:pt x="626738" y="1203969"/>
                  </a:lnTo>
                  <a:close/>
                  <a:moveTo>
                    <a:pt x="611380" y="1207172"/>
                  </a:moveTo>
                  <a:lnTo>
                    <a:pt x="623625" y="1258709"/>
                  </a:lnTo>
                  <a:lnTo>
                    <a:pt x="644191" y="1252523"/>
                  </a:lnTo>
                  <a:close/>
                  <a:moveTo>
                    <a:pt x="626738" y="1203969"/>
                  </a:moveTo>
                  <a:lnTo>
                    <a:pt x="644191" y="1252523"/>
                  </a:lnTo>
                  <a:lnTo>
                    <a:pt x="678115" y="1200183"/>
                  </a:lnTo>
                  <a:close/>
                  <a:moveTo>
                    <a:pt x="626738" y="1203969"/>
                  </a:moveTo>
                  <a:lnTo>
                    <a:pt x="572382" y="1193354"/>
                  </a:lnTo>
                  <a:lnTo>
                    <a:pt x="611380" y="1207172"/>
                  </a:lnTo>
                  <a:close/>
                  <a:moveTo>
                    <a:pt x="582898" y="1138885"/>
                  </a:moveTo>
                  <a:lnTo>
                    <a:pt x="572382" y="1193354"/>
                  </a:lnTo>
                  <a:lnTo>
                    <a:pt x="626738" y="1203969"/>
                  </a:lnTo>
                  <a:close/>
                  <a:moveTo>
                    <a:pt x="516944" y="1104100"/>
                  </a:moveTo>
                  <a:lnTo>
                    <a:pt x="534179" y="1155636"/>
                  </a:lnTo>
                  <a:lnTo>
                    <a:pt x="582898" y="1138885"/>
                  </a:lnTo>
                  <a:close/>
                  <a:moveTo>
                    <a:pt x="582898" y="1138885"/>
                  </a:moveTo>
                  <a:lnTo>
                    <a:pt x="621522" y="1145467"/>
                  </a:lnTo>
                  <a:lnTo>
                    <a:pt x="624640" y="1080189"/>
                  </a:lnTo>
                  <a:close/>
                  <a:moveTo>
                    <a:pt x="392547" y="870336"/>
                  </a:moveTo>
                  <a:lnTo>
                    <a:pt x="341739" y="855052"/>
                  </a:lnTo>
                  <a:lnTo>
                    <a:pt x="423585" y="851479"/>
                  </a:lnTo>
                  <a:close/>
                  <a:moveTo>
                    <a:pt x="392547" y="870336"/>
                  </a:moveTo>
                  <a:lnTo>
                    <a:pt x="423585" y="851479"/>
                  </a:lnTo>
                  <a:lnTo>
                    <a:pt x="415342" y="846416"/>
                  </a:lnTo>
                  <a:close/>
                  <a:moveTo>
                    <a:pt x="423585" y="851479"/>
                  </a:moveTo>
                  <a:lnTo>
                    <a:pt x="458885" y="822322"/>
                  </a:lnTo>
                  <a:lnTo>
                    <a:pt x="415342" y="846416"/>
                  </a:lnTo>
                  <a:close/>
                  <a:moveTo>
                    <a:pt x="1024974" y="1595371"/>
                  </a:moveTo>
                  <a:lnTo>
                    <a:pt x="1051104" y="1625579"/>
                  </a:lnTo>
                  <a:lnTo>
                    <a:pt x="1055197" y="1585475"/>
                  </a:lnTo>
                  <a:close/>
                  <a:moveTo>
                    <a:pt x="994051" y="1543835"/>
                  </a:moveTo>
                  <a:lnTo>
                    <a:pt x="1055197" y="1585475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24974" y="1595371"/>
                  </a:lnTo>
                  <a:lnTo>
                    <a:pt x="1055197" y="1585475"/>
                  </a:lnTo>
                  <a:close/>
                  <a:moveTo>
                    <a:pt x="1108286" y="1580298"/>
                  </a:moveTo>
                  <a:lnTo>
                    <a:pt x="1055197" y="1585475"/>
                  </a:lnTo>
                  <a:lnTo>
                    <a:pt x="1051104" y="1625579"/>
                  </a:lnTo>
                  <a:close/>
                  <a:moveTo>
                    <a:pt x="1055197" y="1585475"/>
                  </a:moveTo>
                  <a:lnTo>
                    <a:pt x="1108286" y="1580298"/>
                  </a:lnTo>
                  <a:lnTo>
                    <a:pt x="1099870" y="1524396"/>
                  </a:lnTo>
                  <a:close/>
                  <a:moveTo>
                    <a:pt x="1055197" y="1585475"/>
                  </a:moveTo>
                  <a:lnTo>
                    <a:pt x="1099870" y="1524396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48135" y="1528474"/>
                  </a:lnTo>
                  <a:lnTo>
                    <a:pt x="978878" y="1530214"/>
                  </a:lnTo>
                  <a:close/>
                  <a:moveTo>
                    <a:pt x="677702" y="1055912"/>
                  </a:moveTo>
                  <a:lnTo>
                    <a:pt x="681085" y="1115523"/>
                  </a:lnTo>
                  <a:lnTo>
                    <a:pt x="708378" y="1082670"/>
                  </a:lnTo>
                  <a:close/>
                  <a:moveTo>
                    <a:pt x="677702" y="1055912"/>
                  </a:moveTo>
                  <a:lnTo>
                    <a:pt x="625004" y="1080005"/>
                  </a:lnTo>
                  <a:lnTo>
                    <a:pt x="681085" y="1115523"/>
                  </a:lnTo>
                  <a:close/>
                  <a:moveTo>
                    <a:pt x="691382" y="1019123"/>
                  </a:moveTo>
                  <a:lnTo>
                    <a:pt x="663617" y="1050213"/>
                  </a:lnTo>
                  <a:lnTo>
                    <a:pt x="625004" y="1080005"/>
                  </a:lnTo>
                  <a:close/>
                  <a:moveTo>
                    <a:pt x="470852" y="815537"/>
                  </a:moveTo>
                  <a:lnTo>
                    <a:pt x="458885" y="822322"/>
                  </a:lnTo>
                  <a:lnTo>
                    <a:pt x="493293" y="802532"/>
                  </a:lnTo>
                  <a:close/>
                  <a:moveTo>
                    <a:pt x="493293" y="802532"/>
                  </a:moveTo>
                  <a:lnTo>
                    <a:pt x="423585" y="851479"/>
                  </a:lnTo>
                  <a:lnTo>
                    <a:pt x="451456" y="820789"/>
                  </a:lnTo>
                  <a:close/>
                  <a:moveTo>
                    <a:pt x="470852" y="815537"/>
                  </a:moveTo>
                  <a:lnTo>
                    <a:pt x="493293" y="802532"/>
                  </a:lnTo>
                  <a:lnTo>
                    <a:pt x="530139" y="798228"/>
                  </a:lnTo>
                  <a:close/>
                  <a:moveTo>
                    <a:pt x="292097" y="658687"/>
                  </a:moveTo>
                  <a:lnTo>
                    <a:pt x="357153" y="643779"/>
                  </a:lnTo>
                  <a:lnTo>
                    <a:pt x="324709" y="656477"/>
                  </a:lnTo>
                  <a:close/>
                  <a:moveTo>
                    <a:pt x="357153" y="643779"/>
                  </a:moveTo>
                  <a:lnTo>
                    <a:pt x="292097" y="658687"/>
                  </a:lnTo>
                  <a:lnTo>
                    <a:pt x="357367" y="643679"/>
                  </a:lnTo>
                  <a:close/>
                  <a:moveTo>
                    <a:pt x="401809" y="635164"/>
                  </a:moveTo>
                  <a:lnTo>
                    <a:pt x="357153" y="643779"/>
                  </a:lnTo>
                  <a:lnTo>
                    <a:pt x="357662" y="643619"/>
                  </a:lnTo>
                  <a:close/>
                  <a:moveTo>
                    <a:pt x="324709" y="656477"/>
                  </a:moveTo>
                  <a:lnTo>
                    <a:pt x="357153" y="643779"/>
                  </a:lnTo>
                  <a:lnTo>
                    <a:pt x="401809" y="635164"/>
                  </a:lnTo>
                  <a:close/>
                  <a:moveTo>
                    <a:pt x="357153" y="643779"/>
                  </a:moveTo>
                  <a:lnTo>
                    <a:pt x="357367" y="643679"/>
                  </a:lnTo>
                  <a:lnTo>
                    <a:pt x="357662" y="643619"/>
                  </a:lnTo>
                  <a:close/>
                  <a:moveTo>
                    <a:pt x="1147737" y="1571277"/>
                  </a:moveTo>
                  <a:lnTo>
                    <a:pt x="1162126" y="1622814"/>
                  </a:lnTo>
                  <a:lnTo>
                    <a:pt x="1166757" y="1598720"/>
                  </a:lnTo>
                  <a:close/>
                  <a:moveTo>
                    <a:pt x="677702" y="1055912"/>
                  </a:moveTo>
                  <a:lnTo>
                    <a:pt x="714200" y="982618"/>
                  </a:lnTo>
                  <a:lnTo>
                    <a:pt x="691382" y="1019123"/>
                  </a:lnTo>
                  <a:close/>
                  <a:moveTo>
                    <a:pt x="1169688" y="1316943"/>
                  </a:moveTo>
                  <a:lnTo>
                    <a:pt x="1147459" y="1366682"/>
                  </a:lnTo>
                  <a:lnTo>
                    <a:pt x="1170506" y="1317950"/>
                  </a:lnTo>
                  <a:close/>
                  <a:moveTo>
                    <a:pt x="1361885" y="1498996"/>
                  </a:moveTo>
                  <a:lnTo>
                    <a:pt x="1352726" y="1475210"/>
                  </a:lnTo>
                  <a:lnTo>
                    <a:pt x="1337387" y="1523090"/>
                  </a:lnTo>
                  <a:close/>
                  <a:moveTo>
                    <a:pt x="1169688" y="1316943"/>
                  </a:moveTo>
                  <a:lnTo>
                    <a:pt x="1170506" y="1317950"/>
                  </a:lnTo>
                  <a:lnTo>
                    <a:pt x="1170664" y="1316596"/>
                  </a:lnTo>
                  <a:close/>
                  <a:moveTo>
                    <a:pt x="1127965" y="1265407"/>
                  </a:moveTo>
                  <a:lnTo>
                    <a:pt x="1169688" y="1316943"/>
                  </a:lnTo>
                  <a:lnTo>
                    <a:pt x="1170664" y="1316596"/>
                  </a:lnTo>
                  <a:close/>
                  <a:moveTo>
                    <a:pt x="1224220" y="1311038"/>
                  </a:moveTo>
                  <a:lnTo>
                    <a:pt x="1170506" y="1317950"/>
                  </a:lnTo>
                  <a:lnTo>
                    <a:pt x="1230703" y="1368341"/>
                  </a:lnTo>
                  <a:close/>
                  <a:moveTo>
                    <a:pt x="1224220" y="1311038"/>
                  </a:moveTo>
                  <a:lnTo>
                    <a:pt x="1170664" y="1316596"/>
                  </a:lnTo>
                  <a:lnTo>
                    <a:pt x="1170506" y="1317950"/>
                  </a:lnTo>
                  <a:close/>
                  <a:moveTo>
                    <a:pt x="1110186" y="1076809"/>
                  </a:moveTo>
                  <a:lnTo>
                    <a:pt x="1088884" y="1052558"/>
                  </a:lnTo>
                  <a:lnTo>
                    <a:pt x="1061850" y="1078123"/>
                  </a:lnTo>
                  <a:close/>
                  <a:moveTo>
                    <a:pt x="1185966" y="1105954"/>
                  </a:moveTo>
                  <a:lnTo>
                    <a:pt x="1140640" y="1062609"/>
                  </a:lnTo>
                  <a:lnTo>
                    <a:pt x="1107928" y="1123758"/>
                  </a:lnTo>
                  <a:close/>
                  <a:moveTo>
                    <a:pt x="1118977" y="1030170"/>
                  </a:moveTo>
                  <a:lnTo>
                    <a:pt x="1095378" y="1026105"/>
                  </a:lnTo>
                  <a:lnTo>
                    <a:pt x="1140640" y="1062609"/>
                  </a:lnTo>
                  <a:close/>
                  <a:moveTo>
                    <a:pt x="1140640" y="1062609"/>
                  </a:moveTo>
                  <a:lnTo>
                    <a:pt x="1095378" y="1026105"/>
                  </a:lnTo>
                  <a:lnTo>
                    <a:pt x="1088014" y="1035167"/>
                  </a:lnTo>
                  <a:close/>
                  <a:moveTo>
                    <a:pt x="1088884" y="1052558"/>
                  </a:moveTo>
                  <a:lnTo>
                    <a:pt x="1110186" y="1076809"/>
                  </a:lnTo>
                  <a:lnTo>
                    <a:pt x="1140640" y="1062609"/>
                  </a:lnTo>
                  <a:close/>
                  <a:moveTo>
                    <a:pt x="1088014" y="1035167"/>
                  </a:moveTo>
                  <a:lnTo>
                    <a:pt x="1088884" y="1052558"/>
                  </a:lnTo>
                  <a:lnTo>
                    <a:pt x="1140640" y="1062609"/>
                  </a:lnTo>
                  <a:close/>
                  <a:moveTo>
                    <a:pt x="833471" y="661417"/>
                  </a:moveTo>
                  <a:lnTo>
                    <a:pt x="772734" y="722041"/>
                  </a:lnTo>
                  <a:lnTo>
                    <a:pt x="815307" y="701853"/>
                  </a:lnTo>
                  <a:close/>
                  <a:moveTo>
                    <a:pt x="376875" y="251289"/>
                  </a:moveTo>
                  <a:lnTo>
                    <a:pt x="434880" y="242114"/>
                  </a:lnTo>
                  <a:lnTo>
                    <a:pt x="403911" y="204548"/>
                  </a:lnTo>
                  <a:close/>
                  <a:moveTo>
                    <a:pt x="329529" y="0"/>
                  </a:moveTo>
                  <a:lnTo>
                    <a:pt x="296378" y="55971"/>
                  </a:lnTo>
                  <a:lnTo>
                    <a:pt x="322745" y="31877"/>
                  </a:lnTo>
                  <a:close/>
                  <a:moveTo>
                    <a:pt x="777972" y="628594"/>
                  </a:moveTo>
                  <a:lnTo>
                    <a:pt x="844126" y="574685"/>
                  </a:lnTo>
                  <a:lnTo>
                    <a:pt x="777618" y="592585"/>
                  </a:lnTo>
                  <a:close/>
                  <a:moveTo>
                    <a:pt x="847182" y="577780"/>
                  </a:moveTo>
                  <a:lnTo>
                    <a:pt x="844126" y="574685"/>
                  </a:lnTo>
                  <a:lnTo>
                    <a:pt x="777972" y="628594"/>
                  </a:lnTo>
                  <a:close/>
                  <a:moveTo>
                    <a:pt x="827648" y="639645"/>
                  </a:moveTo>
                  <a:lnTo>
                    <a:pt x="847182" y="577780"/>
                  </a:lnTo>
                  <a:lnTo>
                    <a:pt x="777972" y="628594"/>
                  </a:lnTo>
                  <a:close/>
                  <a:moveTo>
                    <a:pt x="757299" y="551298"/>
                  </a:moveTo>
                  <a:lnTo>
                    <a:pt x="777618" y="592585"/>
                  </a:lnTo>
                  <a:lnTo>
                    <a:pt x="760026" y="547243"/>
                  </a:lnTo>
                  <a:close/>
                  <a:moveTo>
                    <a:pt x="760026" y="547243"/>
                  </a:moveTo>
                  <a:lnTo>
                    <a:pt x="777618" y="592585"/>
                  </a:lnTo>
                  <a:lnTo>
                    <a:pt x="844126" y="574685"/>
                  </a:lnTo>
                  <a:close/>
                  <a:moveTo>
                    <a:pt x="760026" y="547243"/>
                  </a:moveTo>
                  <a:lnTo>
                    <a:pt x="844126" y="574685"/>
                  </a:lnTo>
                  <a:lnTo>
                    <a:pt x="815282" y="523149"/>
                  </a:lnTo>
                  <a:close/>
                  <a:moveTo>
                    <a:pt x="749178" y="495707"/>
                  </a:moveTo>
                  <a:lnTo>
                    <a:pt x="760026" y="547243"/>
                  </a:lnTo>
                  <a:lnTo>
                    <a:pt x="815282" y="523149"/>
                  </a:lnTo>
                  <a:close/>
                  <a:moveTo>
                    <a:pt x="742037" y="444170"/>
                  </a:moveTo>
                  <a:lnTo>
                    <a:pt x="796422" y="471612"/>
                  </a:lnTo>
                  <a:lnTo>
                    <a:pt x="775531" y="420076"/>
                  </a:lnTo>
                  <a:close/>
                  <a:moveTo>
                    <a:pt x="509458" y="219465"/>
                  </a:moveTo>
                  <a:lnTo>
                    <a:pt x="568164" y="233286"/>
                  </a:lnTo>
                  <a:lnTo>
                    <a:pt x="543234" y="213930"/>
                  </a:lnTo>
                  <a:close/>
                  <a:moveTo>
                    <a:pt x="543234" y="213930"/>
                  </a:moveTo>
                  <a:lnTo>
                    <a:pt x="554626" y="182668"/>
                  </a:lnTo>
                  <a:lnTo>
                    <a:pt x="509458" y="219465"/>
                  </a:lnTo>
                  <a:close/>
                  <a:moveTo>
                    <a:pt x="509458" y="219465"/>
                  </a:moveTo>
                  <a:lnTo>
                    <a:pt x="554626" y="182668"/>
                  </a:lnTo>
                  <a:lnTo>
                    <a:pt x="545462" y="165434"/>
                  </a:lnTo>
                  <a:close/>
                  <a:moveTo>
                    <a:pt x="489342" y="173076"/>
                  </a:moveTo>
                  <a:lnTo>
                    <a:pt x="545462" y="165434"/>
                  </a:lnTo>
                  <a:lnTo>
                    <a:pt x="527838" y="117020"/>
                  </a:lnTo>
                  <a:close/>
                  <a:moveTo>
                    <a:pt x="451923" y="59320"/>
                  </a:moveTo>
                  <a:lnTo>
                    <a:pt x="451676" y="134950"/>
                  </a:lnTo>
                  <a:lnTo>
                    <a:pt x="478111" y="71272"/>
                  </a:lnTo>
                  <a:close/>
                  <a:moveTo>
                    <a:pt x="464532" y="130504"/>
                  </a:moveTo>
                  <a:lnTo>
                    <a:pt x="527838" y="117020"/>
                  </a:lnTo>
                  <a:lnTo>
                    <a:pt x="478111" y="71272"/>
                  </a:lnTo>
                  <a:close/>
                  <a:moveTo>
                    <a:pt x="343702" y="27286"/>
                  </a:moveTo>
                  <a:lnTo>
                    <a:pt x="322745" y="31877"/>
                  </a:lnTo>
                  <a:lnTo>
                    <a:pt x="302112" y="72169"/>
                  </a:lnTo>
                  <a:close/>
                  <a:moveTo>
                    <a:pt x="451923" y="59320"/>
                  </a:moveTo>
                  <a:lnTo>
                    <a:pt x="470366" y="42312"/>
                  </a:lnTo>
                  <a:lnTo>
                    <a:pt x="425381" y="61607"/>
                  </a:lnTo>
                  <a:close/>
                  <a:moveTo>
                    <a:pt x="425381" y="61607"/>
                  </a:moveTo>
                  <a:lnTo>
                    <a:pt x="470366" y="42312"/>
                  </a:lnTo>
                  <a:lnTo>
                    <a:pt x="452657" y="14671"/>
                  </a:lnTo>
                  <a:close/>
                  <a:moveTo>
                    <a:pt x="425381" y="61607"/>
                  </a:moveTo>
                  <a:lnTo>
                    <a:pt x="452657" y="14671"/>
                  </a:lnTo>
                  <a:lnTo>
                    <a:pt x="399574" y="19846"/>
                  </a:lnTo>
                  <a:close/>
                  <a:moveTo>
                    <a:pt x="343702" y="27286"/>
                  </a:moveTo>
                  <a:lnTo>
                    <a:pt x="425381" y="61607"/>
                  </a:lnTo>
                  <a:lnTo>
                    <a:pt x="399574" y="19846"/>
                  </a:lnTo>
                  <a:close/>
                  <a:moveTo>
                    <a:pt x="1172851" y="787119"/>
                  </a:moveTo>
                  <a:lnTo>
                    <a:pt x="1140216" y="832369"/>
                  </a:lnTo>
                  <a:lnTo>
                    <a:pt x="1160632" y="808275"/>
                  </a:lnTo>
                  <a:close/>
                  <a:moveTo>
                    <a:pt x="844126" y="574685"/>
                  </a:moveTo>
                  <a:lnTo>
                    <a:pt x="847182" y="577780"/>
                  </a:lnTo>
                  <a:lnTo>
                    <a:pt x="848472" y="572964"/>
                  </a:lnTo>
                  <a:close/>
                  <a:moveTo>
                    <a:pt x="815282" y="523149"/>
                  </a:moveTo>
                  <a:lnTo>
                    <a:pt x="844126" y="574685"/>
                  </a:lnTo>
                  <a:lnTo>
                    <a:pt x="848472" y="572964"/>
                  </a:lnTo>
                  <a:close/>
                  <a:moveTo>
                    <a:pt x="796422" y="471612"/>
                  </a:moveTo>
                  <a:lnTo>
                    <a:pt x="840874" y="516397"/>
                  </a:lnTo>
                  <a:lnTo>
                    <a:pt x="839966" y="454394"/>
                  </a:lnTo>
                  <a:close/>
                  <a:moveTo>
                    <a:pt x="906866" y="491354"/>
                  </a:moveTo>
                  <a:lnTo>
                    <a:pt x="865326" y="447519"/>
                  </a:lnTo>
                  <a:lnTo>
                    <a:pt x="907351" y="500336"/>
                  </a:lnTo>
                  <a:close/>
                  <a:moveTo>
                    <a:pt x="907351" y="500336"/>
                  </a:moveTo>
                  <a:lnTo>
                    <a:pt x="839966" y="454394"/>
                  </a:lnTo>
                  <a:lnTo>
                    <a:pt x="840874" y="516397"/>
                  </a:lnTo>
                  <a:close/>
                  <a:moveTo>
                    <a:pt x="796422" y="471612"/>
                  </a:moveTo>
                  <a:lnTo>
                    <a:pt x="839966" y="454394"/>
                  </a:lnTo>
                  <a:lnTo>
                    <a:pt x="775531" y="420076"/>
                  </a:lnTo>
                  <a:close/>
                  <a:moveTo>
                    <a:pt x="451923" y="59320"/>
                  </a:moveTo>
                  <a:lnTo>
                    <a:pt x="478111" y="71272"/>
                  </a:lnTo>
                  <a:lnTo>
                    <a:pt x="489041" y="47835"/>
                  </a:lnTo>
                  <a:close/>
                  <a:moveTo>
                    <a:pt x="489041" y="47835"/>
                  </a:moveTo>
                  <a:lnTo>
                    <a:pt x="510750" y="18624"/>
                  </a:lnTo>
                  <a:lnTo>
                    <a:pt x="470366" y="42312"/>
                  </a:lnTo>
                  <a:close/>
                  <a:moveTo>
                    <a:pt x="1192413" y="796971"/>
                  </a:moveTo>
                  <a:lnTo>
                    <a:pt x="1160632" y="808275"/>
                  </a:lnTo>
                  <a:lnTo>
                    <a:pt x="1208241" y="846846"/>
                  </a:lnTo>
                  <a:close/>
                  <a:moveTo>
                    <a:pt x="1225397" y="784181"/>
                  </a:moveTo>
                  <a:lnTo>
                    <a:pt x="1192413" y="796971"/>
                  </a:lnTo>
                  <a:lnTo>
                    <a:pt x="1208241" y="846846"/>
                  </a:lnTo>
                  <a:close/>
                  <a:moveTo>
                    <a:pt x="906866" y="491354"/>
                  </a:moveTo>
                  <a:lnTo>
                    <a:pt x="927376" y="499055"/>
                  </a:lnTo>
                  <a:lnTo>
                    <a:pt x="930631" y="445307"/>
                  </a:lnTo>
                  <a:close/>
                  <a:moveTo>
                    <a:pt x="1295062" y="726741"/>
                  </a:moveTo>
                  <a:lnTo>
                    <a:pt x="1337569" y="760087"/>
                  </a:lnTo>
                  <a:lnTo>
                    <a:pt x="1372469" y="764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34" name="Output_density__4233">
              <a:extLst>
                <a:ext uri="{FF2B5EF4-FFF2-40B4-BE49-F238E27FC236}">
                  <a16:creationId xmlns:a16="http://schemas.microsoft.com/office/drawing/2014/main" id="{E305170F-25CE-DE92-8960-1F0E05655260}"/>
                </a:ext>
              </a:extLst>
            </p:cNvPr>
            <p:cNvSpPr>
              <a:spLocks noGrp="1"/>
            </p:cNvSpPr>
            <p:nvPr/>
          </p:nvSpPr>
          <p:spPr>
            <a:xfrm>
              <a:off x="15414299" y="3264888"/>
              <a:ext cx="1403035" cy="1104935"/>
            </a:xfrm>
            <a:custGeom>
              <a:avLst/>
              <a:gdLst/>
              <a:ahLst/>
              <a:cxnLst/>
              <a:rect l="0" t="0" r="0" b="0"/>
              <a:pathLst>
                <a:path w="1403035" h="1104935">
                  <a:moveTo>
                    <a:pt x="32902" y="1058975"/>
                  </a:moveTo>
                  <a:lnTo>
                    <a:pt x="0" y="1063298"/>
                  </a:lnTo>
                  <a:lnTo>
                    <a:pt x="51482" y="1056901"/>
                  </a:lnTo>
                  <a:close/>
                  <a:moveTo>
                    <a:pt x="32902" y="1058975"/>
                  </a:moveTo>
                  <a:lnTo>
                    <a:pt x="7255" y="1066218"/>
                  </a:lnTo>
                  <a:lnTo>
                    <a:pt x="0" y="1063298"/>
                  </a:lnTo>
                  <a:close/>
                  <a:moveTo>
                    <a:pt x="54558" y="1056925"/>
                  </a:moveTo>
                  <a:lnTo>
                    <a:pt x="32902" y="1058975"/>
                  </a:lnTo>
                  <a:lnTo>
                    <a:pt x="51482" y="1056901"/>
                  </a:lnTo>
                  <a:close/>
                  <a:moveTo>
                    <a:pt x="199452" y="935156"/>
                  </a:moveTo>
                  <a:lnTo>
                    <a:pt x="219726" y="931882"/>
                  </a:lnTo>
                  <a:lnTo>
                    <a:pt x="247333" y="900203"/>
                  </a:lnTo>
                  <a:close/>
                  <a:moveTo>
                    <a:pt x="171690" y="323415"/>
                  </a:moveTo>
                  <a:lnTo>
                    <a:pt x="179043" y="279955"/>
                  </a:lnTo>
                  <a:lnTo>
                    <a:pt x="166027" y="314114"/>
                  </a:lnTo>
                  <a:close/>
                  <a:moveTo>
                    <a:pt x="195061" y="247784"/>
                  </a:moveTo>
                  <a:lnTo>
                    <a:pt x="179043" y="279955"/>
                  </a:lnTo>
                  <a:lnTo>
                    <a:pt x="171690" y="323415"/>
                  </a:lnTo>
                  <a:close/>
                  <a:moveTo>
                    <a:pt x="168795" y="271878"/>
                  </a:moveTo>
                  <a:lnTo>
                    <a:pt x="195061" y="247784"/>
                  </a:lnTo>
                  <a:lnTo>
                    <a:pt x="171690" y="323415"/>
                  </a:lnTo>
                  <a:close/>
                  <a:moveTo>
                    <a:pt x="485242" y="416497"/>
                  </a:moveTo>
                  <a:lnTo>
                    <a:pt x="436136" y="407577"/>
                  </a:lnTo>
                  <a:lnTo>
                    <a:pt x="449752" y="418706"/>
                  </a:lnTo>
                  <a:close/>
                  <a:moveTo>
                    <a:pt x="436136" y="407577"/>
                  </a:moveTo>
                  <a:lnTo>
                    <a:pt x="485242" y="416497"/>
                  </a:lnTo>
                  <a:lnTo>
                    <a:pt x="511735" y="380650"/>
                  </a:lnTo>
                  <a:close/>
                  <a:moveTo>
                    <a:pt x="511735" y="380650"/>
                  </a:moveTo>
                  <a:lnTo>
                    <a:pt x="525434" y="375301"/>
                  </a:lnTo>
                  <a:lnTo>
                    <a:pt x="529360" y="354206"/>
                  </a:lnTo>
                  <a:close/>
                  <a:moveTo>
                    <a:pt x="485242" y="416497"/>
                  </a:moveTo>
                  <a:lnTo>
                    <a:pt x="523178" y="383656"/>
                  </a:lnTo>
                  <a:lnTo>
                    <a:pt x="511735" y="380650"/>
                  </a:lnTo>
                  <a:close/>
                  <a:moveTo>
                    <a:pt x="1206075" y="1104935"/>
                  </a:moveTo>
                  <a:lnTo>
                    <a:pt x="1200676" y="1103161"/>
                  </a:lnTo>
                  <a:lnTo>
                    <a:pt x="1171342" y="1100045"/>
                  </a:lnTo>
                  <a:close/>
                  <a:moveTo>
                    <a:pt x="1215394" y="1090074"/>
                  </a:moveTo>
                  <a:lnTo>
                    <a:pt x="1206075" y="1104935"/>
                  </a:lnTo>
                  <a:lnTo>
                    <a:pt x="1171342" y="1100045"/>
                  </a:lnTo>
                  <a:close/>
                  <a:moveTo>
                    <a:pt x="1215347" y="1051624"/>
                  </a:moveTo>
                  <a:lnTo>
                    <a:pt x="1206075" y="1104935"/>
                  </a:lnTo>
                  <a:lnTo>
                    <a:pt x="1215394" y="1090074"/>
                  </a:lnTo>
                  <a:close/>
                  <a:moveTo>
                    <a:pt x="1211317" y="1103161"/>
                  </a:moveTo>
                  <a:lnTo>
                    <a:pt x="1206075" y="1104935"/>
                  </a:lnTo>
                  <a:lnTo>
                    <a:pt x="1215347" y="1051624"/>
                  </a:lnTo>
                  <a:close/>
                  <a:moveTo>
                    <a:pt x="528706" y="334658"/>
                  </a:moveTo>
                  <a:lnTo>
                    <a:pt x="511735" y="380650"/>
                  </a:lnTo>
                  <a:lnTo>
                    <a:pt x="529360" y="354206"/>
                  </a:lnTo>
                  <a:close/>
                  <a:moveTo>
                    <a:pt x="1215347" y="1051624"/>
                  </a:moveTo>
                  <a:lnTo>
                    <a:pt x="1244459" y="1027530"/>
                  </a:lnTo>
                  <a:lnTo>
                    <a:pt x="1211317" y="1103161"/>
                  </a:lnTo>
                  <a:close/>
                  <a:moveTo>
                    <a:pt x="1345863" y="998496"/>
                  </a:moveTo>
                  <a:lnTo>
                    <a:pt x="1315345" y="1019296"/>
                  </a:lnTo>
                  <a:lnTo>
                    <a:pt x="1388144" y="981901"/>
                  </a:lnTo>
                  <a:close/>
                  <a:moveTo>
                    <a:pt x="1401668" y="934381"/>
                  </a:moveTo>
                  <a:lnTo>
                    <a:pt x="1388144" y="981901"/>
                  </a:lnTo>
                  <a:lnTo>
                    <a:pt x="1403035" y="951900"/>
                  </a:lnTo>
                  <a:close/>
                  <a:moveTo>
                    <a:pt x="840807" y="63115"/>
                  </a:moveTo>
                  <a:lnTo>
                    <a:pt x="879131" y="31723"/>
                  </a:lnTo>
                  <a:lnTo>
                    <a:pt x="909059" y="8721"/>
                  </a:lnTo>
                  <a:close/>
                  <a:moveTo>
                    <a:pt x="1246760" y="294183"/>
                  </a:moveTo>
                  <a:lnTo>
                    <a:pt x="1235882" y="364252"/>
                  </a:lnTo>
                  <a:lnTo>
                    <a:pt x="1238208" y="363878"/>
                  </a:lnTo>
                  <a:close/>
                  <a:moveTo>
                    <a:pt x="1246760" y="294183"/>
                  </a:moveTo>
                  <a:lnTo>
                    <a:pt x="1238208" y="363878"/>
                  </a:lnTo>
                  <a:lnTo>
                    <a:pt x="1238237" y="364252"/>
                  </a:lnTo>
                  <a:close/>
                  <a:moveTo>
                    <a:pt x="911962" y="0"/>
                  </a:moveTo>
                  <a:lnTo>
                    <a:pt x="909059" y="8721"/>
                  </a:lnTo>
                  <a:lnTo>
                    <a:pt x="912348" y="349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5" name="Output_density__4234">
              <a:extLst>
                <a:ext uri="{FF2B5EF4-FFF2-40B4-BE49-F238E27FC236}">
                  <a16:creationId xmlns:a16="http://schemas.microsoft.com/office/drawing/2014/main" id="{5DDF7B42-C49C-9663-F401-1F334EFB18B8}"/>
                </a:ext>
              </a:extLst>
            </p:cNvPr>
            <p:cNvSpPr>
              <a:spLocks noGrp="1"/>
            </p:cNvSpPr>
            <p:nvPr/>
          </p:nvSpPr>
          <p:spPr>
            <a:xfrm>
              <a:off x="15407570" y="2677125"/>
              <a:ext cx="1432095" cy="1697963"/>
            </a:xfrm>
            <a:custGeom>
              <a:avLst/>
              <a:gdLst/>
              <a:ahLst/>
              <a:cxnLst/>
              <a:rect l="0" t="0" r="0" b="0"/>
              <a:pathLst>
                <a:path w="1432095" h="1697963">
                  <a:moveTo>
                    <a:pt x="0" y="1646737"/>
                  </a:moveTo>
                  <a:lnTo>
                    <a:pt x="6729" y="1651060"/>
                  </a:lnTo>
                  <a:lnTo>
                    <a:pt x="13984" y="1653981"/>
                  </a:lnTo>
                  <a:close/>
                  <a:moveTo>
                    <a:pt x="0" y="1646737"/>
                  </a:moveTo>
                  <a:lnTo>
                    <a:pt x="13984" y="1653981"/>
                  </a:lnTo>
                  <a:lnTo>
                    <a:pt x="53912" y="1674180"/>
                  </a:lnTo>
                  <a:close/>
                  <a:moveTo>
                    <a:pt x="188102" y="1492069"/>
                  </a:moveTo>
                  <a:lnTo>
                    <a:pt x="244311" y="1522919"/>
                  </a:lnTo>
                  <a:lnTo>
                    <a:pt x="226455" y="1519645"/>
                  </a:lnTo>
                  <a:close/>
                  <a:moveTo>
                    <a:pt x="312216" y="1395817"/>
                  </a:moveTo>
                  <a:lnTo>
                    <a:pt x="264576" y="1392373"/>
                  </a:lnTo>
                  <a:lnTo>
                    <a:pt x="267945" y="1395752"/>
                  </a:lnTo>
                  <a:close/>
                  <a:moveTo>
                    <a:pt x="340407" y="1423195"/>
                  </a:moveTo>
                  <a:lnTo>
                    <a:pt x="312216" y="1395817"/>
                  </a:lnTo>
                  <a:lnTo>
                    <a:pt x="283467" y="1389777"/>
                  </a:lnTo>
                  <a:close/>
                  <a:moveTo>
                    <a:pt x="422303" y="1458060"/>
                  </a:moveTo>
                  <a:lnTo>
                    <a:pt x="469332" y="1459215"/>
                  </a:lnTo>
                  <a:lnTo>
                    <a:pt x="492400" y="1410564"/>
                  </a:lnTo>
                  <a:close/>
                  <a:moveTo>
                    <a:pt x="556881" y="1375007"/>
                  </a:moveTo>
                  <a:lnTo>
                    <a:pt x="558999" y="1380446"/>
                  </a:lnTo>
                  <a:lnTo>
                    <a:pt x="567062" y="1380137"/>
                  </a:lnTo>
                  <a:close/>
                  <a:moveTo>
                    <a:pt x="579978" y="1375007"/>
                  </a:moveTo>
                  <a:lnTo>
                    <a:pt x="567062" y="1380137"/>
                  </a:lnTo>
                  <a:lnTo>
                    <a:pt x="558999" y="1380446"/>
                  </a:lnTo>
                  <a:close/>
                  <a:moveTo>
                    <a:pt x="556881" y="1375007"/>
                  </a:moveTo>
                  <a:lnTo>
                    <a:pt x="567062" y="1380137"/>
                  </a:lnTo>
                  <a:lnTo>
                    <a:pt x="590897" y="1354514"/>
                  </a:lnTo>
                  <a:close/>
                  <a:moveTo>
                    <a:pt x="201790" y="835547"/>
                  </a:moveTo>
                  <a:lnTo>
                    <a:pt x="175524" y="859641"/>
                  </a:lnTo>
                  <a:lnTo>
                    <a:pt x="211673" y="789880"/>
                  </a:lnTo>
                  <a:close/>
                  <a:moveTo>
                    <a:pt x="175524" y="859641"/>
                  </a:moveTo>
                  <a:lnTo>
                    <a:pt x="190130" y="844233"/>
                  </a:lnTo>
                  <a:lnTo>
                    <a:pt x="211673" y="789880"/>
                  </a:lnTo>
                  <a:close/>
                  <a:moveTo>
                    <a:pt x="351065" y="826790"/>
                  </a:moveTo>
                  <a:lnTo>
                    <a:pt x="294641" y="816007"/>
                  </a:lnTo>
                  <a:lnTo>
                    <a:pt x="335054" y="821135"/>
                  </a:lnTo>
                  <a:close/>
                  <a:moveTo>
                    <a:pt x="301073" y="814558"/>
                  </a:moveTo>
                  <a:lnTo>
                    <a:pt x="351065" y="826790"/>
                  </a:lnTo>
                  <a:lnTo>
                    <a:pt x="381703" y="806440"/>
                  </a:lnTo>
                  <a:close/>
                  <a:moveTo>
                    <a:pt x="1178071" y="1687808"/>
                  </a:moveTo>
                  <a:lnTo>
                    <a:pt x="1134068" y="1697963"/>
                  </a:lnTo>
                  <a:lnTo>
                    <a:pt x="1109553" y="1675913"/>
                  </a:lnTo>
                  <a:close/>
                  <a:moveTo>
                    <a:pt x="1178071" y="1687808"/>
                  </a:moveTo>
                  <a:lnTo>
                    <a:pt x="1207406" y="1690924"/>
                  </a:lnTo>
                  <a:lnTo>
                    <a:pt x="1165787" y="1681657"/>
                  </a:lnTo>
                  <a:close/>
                  <a:moveTo>
                    <a:pt x="1178071" y="1687808"/>
                  </a:moveTo>
                  <a:lnTo>
                    <a:pt x="1165787" y="1681657"/>
                  </a:lnTo>
                  <a:lnTo>
                    <a:pt x="1134068" y="1697963"/>
                  </a:lnTo>
                  <a:close/>
                  <a:moveTo>
                    <a:pt x="751435" y="1140746"/>
                  </a:moveTo>
                  <a:lnTo>
                    <a:pt x="760290" y="1079776"/>
                  </a:lnTo>
                  <a:lnTo>
                    <a:pt x="733557" y="1113679"/>
                  </a:lnTo>
                  <a:close/>
                  <a:moveTo>
                    <a:pt x="703196" y="1135067"/>
                  </a:moveTo>
                  <a:lnTo>
                    <a:pt x="751435" y="1140746"/>
                  </a:lnTo>
                  <a:lnTo>
                    <a:pt x="733557" y="1113679"/>
                  </a:lnTo>
                  <a:close/>
                  <a:moveTo>
                    <a:pt x="306319" y="367313"/>
                  </a:moveTo>
                  <a:lnTo>
                    <a:pt x="289729" y="354321"/>
                  </a:lnTo>
                  <a:lnTo>
                    <a:pt x="284997" y="349751"/>
                  </a:lnTo>
                  <a:close/>
                  <a:moveTo>
                    <a:pt x="1394873" y="1569664"/>
                  </a:moveTo>
                  <a:lnTo>
                    <a:pt x="1408397" y="1522144"/>
                  </a:lnTo>
                  <a:lnTo>
                    <a:pt x="1377268" y="1543620"/>
                  </a:lnTo>
                  <a:close/>
                  <a:moveTo>
                    <a:pt x="1352592" y="1586259"/>
                  </a:moveTo>
                  <a:lnTo>
                    <a:pt x="1394873" y="1569664"/>
                  </a:lnTo>
                  <a:lnTo>
                    <a:pt x="1377268" y="1543620"/>
                  </a:lnTo>
                  <a:close/>
                  <a:moveTo>
                    <a:pt x="1409764" y="1539663"/>
                  </a:moveTo>
                  <a:lnTo>
                    <a:pt x="1412750" y="1501602"/>
                  </a:lnTo>
                  <a:lnTo>
                    <a:pt x="1408397" y="1522144"/>
                  </a:lnTo>
                  <a:close/>
                  <a:moveTo>
                    <a:pt x="1432095" y="1464032"/>
                  </a:moveTo>
                  <a:lnTo>
                    <a:pt x="1412750" y="1501602"/>
                  </a:lnTo>
                  <a:lnTo>
                    <a:pt x="1409764" y="1539663"/>
                  </a:lnTo>
                  <a:close/>
                  <a:moveTo>
                    <a:pt x="1132435" y="1280854"/>
                  </a:moveTo>
                  <a:lnTo>
                    <a:pt x="1164539" y="1232513"/>
                  </a:lnTo>
                  <a:lnTo>
                    <a:pt x="1136627" y="1281980"/>
                  </a:lnTo>
                  <a:close/>
                  <a:moveTo>
                    <a:pt x="1132435" y="1280854"/>
                  </a:moveTo>
                  <a:lnTo>
                    <a:pt x="1130434" y="1279677"/>
                  </a:lnTo>
                  <a:lnTo>
                    <a:pt x="1163320" y="1230443"/>
                  </a:lnTo>
                  <a:close/>
                  <a:moveTo>
                    <a:pt x="651687" y="712460"/>
                  </a:moveTo>
                  <a:lnTo>
                    <a:pt x="695290" y="700807"/>
                  </a:lnTo>
                  <a:lnTo>
                    <a:pt x="722933" y="669261"/>
                  </a:lnTo>
                  <a:close/>
                  <a:moveTo>
                    <a:pt x="695290" y="700807"/>
                  </a:moveTo>
                  <a:lnTo>
                    <a:pt x="742121" y="701226"/>
                  </a:lnTo>
                  <a:lnTo>
                    <a:pt x="772608" y="680312"/>
                  </a:lnTo>
                  <a:close/>
                  <a:moveTo>
                    <a:pt x="333496" y="175617"/>
                  </a:moveTo>
                  <a:lnTo>
                    <a:pt x="317456" y="201312"/>
                  </a:lnTo>
                  <a:lnTo>
                    <a:pt x="340428" y="189337"/>
                  </a:lnTo>
                  <a:close/>
                  <a:moveTo>
                    <a:pt x="340428" y="189337"/>
                  </a:moveTo>
                  <a:lnTo>
                    <a:pt x="317456" y="201312"/>
                  </a:lnTo>
                  <a:lnTo>
                    <a:pt x="308428" y="240113"/>
                  </a:lnTo>
                  <a:close/>
                  <a:moveTo>
                    <a:pt x="333496" y="175617"/>
                  </a:moveTo>
                  <a:lnTo>
                    <a:pt x="340428" y="189337"/>
                  </a:lnTo>
                  <a:lnTo>
                    <a:pt x="353325" y="160743"/>
                  </a:lnTo>
                  <a:close/>
                  <a:moveTo>
                    <a:pt x="92540" y="19317"/>
                  </a:moveTo>
                  <a:lnTo>
                    <a:pt x="139139" y="18865"/>
                  </a:lnTo>
                  <a:lnTo>
                    <a:pt x="172905" y="10210"/>
                  </a:lnTo>
                  <a:close/>
                  <a:moveTo>
                    <a:pt x="172905" y="10210"/>
                  </a:moveTo>
                  <a:lnTo>
                    <a:pt x="139139" y="18865"/>
                  </a:lnTo>
                  <a:lnTo>
                    <a:pt x="216894" y="0"/>
                  </a:lnTo>
                  <a:close/>
                  <a:moveTo>
                    <a:pt x="1416343" y="1452942"/>
                  </a:moveTo>
                  <a:lnTo>
                    <a:pt x="1412750" y="1501602"/>
                  </a:lnTo>
                  <a:lnTo>
                    <a:pt x="1432095" y="1464032"/>
                  </a:lnTo>
                  <a:close/>
                  <a:moveTo>
                    <a:pt x="1398495" y="1404709"/>
                  </a:moveTo>
                  <a:lnTo>
                    <a:pt x="1416343" y="1452942"/>
                  </a:lnTo>
                  <a:lnTo>
                    <a:pt x="1432095" y="1464032"/>
                  </a:lnTo>
                  <a:close/>
                  <a:moveTo>
                    <a:pt x="1170119" y="1187474"/>
                  </a:moveTo>
                  <a:lnTo>
                    <a:pt x="1199559" y="1228551"/>
                  </a:lnTo>
                  <a:lnTo>
                    <a:pt x="1188141" y="1206349"/>
                  </a:lnTo>
                  <a:close/>
                  <a:moveTo>
                    <a:pt x="468233" y="311645"/>
                  </a:moveTo>
                  <a:lnTo>
                    <a:pt x="478353" y="381764"/>
                  </a:lnTo>
                  <a:lnTo>
                    <a:pt x="482343" y="330227"/>
                  </a:lnTo>
                  <a:close/>
                  <a:moveTo>
                    <a:pt x="501592" y="278690"/>
                  </a:moveTo>
                  <a:lnTo>
                    <a:pt x="518141" y="254597"/>
                  </a:lnTo>
                  <a:lnTo>
                    <a:pt x="513125" y="273953"/>
                  </a:lnTo>
                  <a:close/>
                  <a:moveTo>
                    <a:pt x="333270" y="125535"/>
                  </a:moveTo>
                  <a:lnTo>
                    <a:pt x="353325" y="160743"/>
                  </a:lnTo>
                  <a:lnTo>
                    <a:pt x="363604" y="99987"/>
                  </a:lnTo>
                  <a:close/>
                  <a:moveTo>
                    <a:pt x="333496" y="175617"/>
                  </a:moveTo>
                  <a:lnTo>
                    <a:pt x="353325" y="160743"/>
                  </a:lnTo>
                  <a:lnTo>
                    <a:pt x="333270" y="125535"/>
                  </a:lnTo>
                  <a:close/>
                  <a:moveTo>
                    <a:pt x="1161469" y="1006278"/>
                  </a:moveTo>
                  <a:lnTo>
                    <a:pt x="1174126" y="998560"/>
                  </a:lnTo>
                  <a:lnTo>
                    <a:pt x="1184131" y="952015"/>
                  </a:lnTo>
                  <a:close/>
                  <a:moveTo>
                    <a:pt x="1191544" y="1019810"/>
                  </a:moveTo>
                  <a:lnTo>
                    <a:pt x="1174126" y="998560"/>
                  </a:lnTo>
                  <a:lnTo>
                    <a:pt x="1161469" y="1006278"/>
                  </a:lnTo>
                  <a:close/>
                  <a:moveTo>
                    <a:pt x="1191544" y="1019810"/>
                  </a:moveTo>
                  <a:lnTo>
                    <a:pt x="1187953" y="1050257"/>
                  </a:lnTo>
                  <a:lnTo>
                    <a:pt x="1195413" y="1027646"/>
                  </a:lnTo>
                  <a:close/>
                  <a:moveTo>
                    <a:pt x="1191544" y="1019810"/>
                  </a:moveTo>
                  <a:lnTo>
                    <a:pt x="1195413" y="1027646"/>
                  </a:lnTo>
                  <a:lnTo>
                    <a:pt x="1174126" y="998560"/>
                  </a:lnTo>
                  <a:close/>
                  <a:moveTo>
                    <a:pt x="876292" y="623492"/>
                  </a:moveTo>
                  <a:lnTo>
                    <a:pt x="847536" y="650878"/>
                  </a:lnTo>
                  <a:lnTo>
                    <a:pt x="915788" y="596484"/>
                  </a:lnTo>
                  <a:close/>
                  <a:moveTo>
                    <a:pt x="1216883" y="888620"/>
                  </a:moveTo>
                  <a:lnTo>
                    <a:pt x="1184131" y="952015"/>
                  </a:lnTo>
                  <a:lnTo>
                    <a:pt x="1189309" y="920427"/>
                  </a:lnTo>
                  <a:close/>
                  <a:moveTo>
                    <a:pt x="1189309" y="920427"/>
                  </a:moveTo>
                  <a:lnTo>
                    <a:pt x="1242611" y="952015"/>
                  </a:lnTo>
                  <a:lnTo>
                    <a:pt x="1216883" y="888620"/>
                  </a:lnTo>
                  <a:close/>
                  <a:moveTo>
                    <a:pt x="1216883" y="888620"/>
                  </a:moveTo>
                  <a:lnTo>
                    <a:pt x="1242611" y="952015"/>
                  </a:lnTo>
                  <a:lnTo>
                    <a:pt x="1253489" y="881946"/>
                  </a:lnTo>
                  <a:close/>
                  <a:moveTo>
                    <a:pt x="1253489" y="881946"/>
                  </a:moveTo>
                  <a:lnTo>
                    <a:pt x="1241450" y="876385"/>
                  </a:lnTo>
                  <a:lnTo>
                    <a:pt x="1216883" y="888620"/>
                  </a:lnTo>
                  <a:close/>
                  <a:moveTo>
                    <a:pt x="1241450" y="876385"/>
                  </a:moveTo>
                  <a:lnTo>
                    <a:pt x="1253489" y="881946"/>
                  </a:lnTo>
                  <a:lnTo>
                    <a:pt x="1258263" y="868658"/>
                  </a:lnTo>
                  <a:close/>
                  <a:moveTo>
                    <a:pt x="918691" y="587763"/>
                  </a:moveTo>
                  <a:lnTo>
                    <a:pt x="876292" y="623492"/>
                  </a:lnTo>
                  <a:lnTo>
                    <a:pt x="915788" y="596484"/>
                  </a:lnTo>
                  <a:close/>
                  <a:moveTo>
                    <a:pt x="903876" y="537064"/>
                  </a:moveTo>
                  <a:lnTo>
                    <a:pt x="919077" y="591259"/>
                  </a:lnTo>
                  <a:lnTo>
                    <a:pt x="906208" y="539722"/>
                  </a:lnTo>
                  <a:close/>
                  <a:moveTo>
                    <a:pt x="903876" y="537064"/>
                  </a:moveTo>
                  <a:lnTo>
                    <a:pt x="918691" y="587763"/>
                  </a:lnTo>
                  <a:lnTo>
                    <a:pt x="919077" y="591259"/>
                  </a:lnTo>
                  <a:close/>
                  <a:moveTo>
                    <a:pt x="893716" y="482582"/>
                  </a:moveTo>
                  <a:lnTo>
                    <a:pt x="899820" y="464092"/>
                  </a:lnTo>
                  <a:lnTo>
                    <a:pt x="875592" y="485974"/>
                  </a:lnTo>
                  <a:close/>
                  <a:moveTo>
                    <a:pt x="893716" y="482582"/>
                  </a:moveTo>
                  <a:lnTo>
                    <a:pt x="903876" y="537064"/>
                  </a:lnTo>
                  <a:lnTo>
                    <a:pt x="906208" y="539722"/>
                  </a:lnTo>
                  <a:close/>
                  <a:moveTo>
                    <a:pt x="899820" y="464092"/>
                  </a:moveTo>
                  <a:lnTo>
                    <a:pt x="893716" y="482582"/>
                  </a:lnTo>
                  <a:lnTo>
                    <a:pt x="906262" y="42597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36" name="Output_density__4235">
              <a:extLst>
                <a:ext uri="{FF2B5EF4-FFF2-40B4-BE49-F238E27FC236}">
                  <a16:creationId xmlns:a16="http://schemas.microsoft.com/office/drawing/2014/main" id="{9C97F933-D904-A991-EA11-C2F3FF1535F7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717792"/>
              <a:ext cx="1331375" cy="1746633"/>
            </a:xfrm>
            <a:custGeom>
              <a:avLst/>
              <a:gdLst/>
              <a:ahLst/>
              <a:cxnLst/>
              <a:rect l="0" t="0" r="0" b="0"/>
              <a:pathLst>
                <a:path w="1331375" h="1746633">
                  <a:moveTo>
                    <a:pt x="36351" y="1500536"/>
                  </a:moveTo>
                  <a:lnTo>
                    <a:pt x="30935" y="1502997"/>
                  </a:lnTo>
                  <a:lnTo>
                    <a:pt x="67686" y="1496576"/>
                  </a:lnTo>
                  <a:close/>
                  <a:moveTo>
                    <a:pt x="30935" y="1502997"/>
                  </a:moveTo>
                  <a:lnTo>
                    <a:pt x="0" y="1553085"/>
                  </a:lnTo>
                  <a:lnTo>
                    <a:pt x="67686" y="1496576"/>
                  </a:lnTo>
                  <a:close/>
                  <a:moveTo>
                    <a:pt x="67686" y="1496576"/>
                  </a:moveTo>
                  <a:lnTo>
                    <a:pt x="0" y="1553085"/>
                  </a:lnTo>
                  <a:lnTo>
                    <a:pt x="31090" y="1530440"/>
                  </a:lnTo>
                  <a:close/>
                  <a:moveTo>
                    <a:pt x="36351" y="1500536"/>
                  </a:moveTo>
                  <a:lnTo>
                    <a:pt x="67686" y="1496576"/>
                  </a:lnTo>
                  <a:lnTo>
                    <a:pt x="113018" y="1491388"/>
                  </a:lnTo>
                  <a:close/>
                  <a:moveTo>
                    <a:pt x="196826" y="1360255"/>
                  </a:moveTo>
                  <a:lnTo>
                    <a:pt x="165146" y="1379179"/>
                  </a:lnTo>
                  <a:lnTo>
                    <a:pt x="219671" y="1364721"/>
                  </a:lnTo>
                  <a:close/>
                  <a:moveTo>
                    <a:pt x="295484" y="1176381"/>
                  </a:moveTo>
                  <a:lnTo>
                    <a:pt x="287342" y="1227918"/>
                  </a:lnTo>
                  <a:lnTo>
                    <a:pt x="346462" y="1203824"/>
                  </a:lnTo>
                  <a:close/>
                  <a:moveTo>
                    <a:pt x="295484" y="1176381"/>
                  </a:moveTo>
                  <a:lnTo>
                    <a:pt x="346462" y="1203824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295484" y="1176381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321494" y="1152287"/>
                  </a:lnTo>
                  <a:lnTo>
                    <a:pt x="318659" y="1100751"/>
                  </a:lnTo>
                  <a:close/>
                  <a:moveTo>
                    <a:pt x="324137" y="1082197"/>
                  </a:moveTo>
                  <a:lnTo>
                    <a:pt x="281605" y="1124845"/>
                  </a:lnTo>
                  <a:lnTo>
                    <a:pt x="318659" y="1100751"/>
                  </a:lnTo>
                  <a:close/>
                  <a:moveTo>
                    <a:pt x="936452" y="1746633"/>
                  </a:moveTo>
                  <a:lnTo>
                    <a:pt x="951247" y="1719868"/>
                  </a:lnTo>
                  <a:lnTo>
                    <a:pt x="895924" y="1719190"/>
                  </a:lnTo>
                  <a:close/>
                  <a:moveTo>
                    <a:pt x="321494" y="1152287"/>
                  </a:moveTo>
                  <a:lnTo>
                    <a:pt x="361144" y="1200185"/>
                  </a:lnTo>
                  <a:lnTo>
                    <a:pt x="361752" y="1136947"/>
                  </a:lnTo>
                  <a:close/>
                  <a:moveTo>
                    <a:pt x="321494" y="1152287"/>
                  </a:moveTo>
                  <a:lnTo>
                    <a:pt x="346462" y="1203824"/>
                  </a:lnTo>
                  <a:lnTo>
                    <a:pt x="361144" y="1200185"/>
                  </a:lnTo>
                  <a:close/>
                  <a:moveTo>
                    <a:pt x="318659" y="1100751"/>
                  </a:moveTo>
                  <a:lnTo>
                    <a:pt x="361752" y="1136947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21494" y="1152287"/>
                  </a:lnTo>
                  <a:lnTo>
                    <a:pt x="361752" y="1136947"/>
                  </a:lnTo>
                  <a:close/>
                  <a:moveTo>
                    <a:pt x="361752" y="1136947"/>
                  </a:moveTo>
                  <a:lnTo>
                    <a:pt x="405169" y="1076890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44374" y="1088333"/>
                  </a:lnTo>
                  <a:lnTo>
                    <a:pt x="324137" y="1082197"/>
                  </a:lnTo>
                  <a:close/>
                  <a:moveTo>
                    <a:pt x="324137" y="1082197"/>
                  </a:moveTo>
                  <a:lnTo>
                    <a:pt x="344374" y="1088333"/>
                  </a:lnTo>
                  <a:lnTo>
                    <a:pt x="367019" y="1067848"/>
                  </a:lnTo>
                  <a:close/>
                  <a:moveTo>
                    <a:pt x="485693" y="1112150"/>
                  </a:moveTo>
                  <a:lnTo>
                    <a:pt x="474182" y="1158938"/>
                  </a:lnTo>
                  <a:lnTo>
                    <a:pt x="510749" y="1104100"/>
                  </a:lnTo>
                  <a:close/>
                  <a:moveTo>
                    <a:pt x="532500" y="1067399"/>
                  </a:moveTo>
                  <a:lnTo>
                    <a:pt x="485693" y="1112150"/>
                  </a:lnTo>
                  <a:lnTo>
                    <a:pt x="510749" y="1104100"/>
                  </a:lnTo>
                  <a:close/>
                  <a:moveTo>
                    <a:pt x="250077" y="922047"/>
                  </a:moveTo>
                  <a:lnTo>
                    <a:pt x="301245" y="959928"/>
                  </a:lnTo>
                  <a:lnTo>
                    <a:pt x="286164" y="909446"/>
                  </a:lnTo>
                  <a:close/>
                  <a:moveTo>
                    <a:pt x="286164" y="909446"/>
                  </a:moveTo>
                  <a:lnTo>
                    <a:pt x="264662" y="899605"/>
                  </a:lnTo>
                  <a:lnTo>
                    <a:pt x="250077" y="922047"/>
                  </a:lnTo>
                  <a:close/>
                  <a:moveTo>
                    <a:pt x="331012" y="848224"/>
                  </a:moveTo>
                  <a:lnTo>
                    <a:pt x="269319" y="870510"/>
                  </a:lnTo>
                  <a:lnTo>
                    <a:pt x="335545" y="855052"/>
                  </a:lnTo>
                  <a:close/>
                  <a:moveTo>
                    <a:pt x="269319" y="870510"/>
                  </a:moveTo>
                  <a:lnTo>
                    <a:pt x="264662" y="899605"/>
                  </a:lnTo>
                  <a:lnTo>
                    <a:pt x="335545" y="855052"/>
                  </a:lnTo>
                  <a:close/>
                  <a:moveTo>
                    <a:pt x="335545" y="855052"/>
                  </a:moveTo>
                  <a:lnTo>
                    <a:pt x="264662" y="899605"/>
                  </a:lnTo>
                  <a:lnTo>
                    <a:pt x="318419" y="897953"/>
                  </a:lnTo>
                  <a:close/>
                  <a:moveTo>
                    <a:pt x="318419" y="897953"/>
                  </a:moveTo>
                  <a:lnTo>
                    <a:pt x="264662" y="899605"/>
                  </a:lnTo>
                  <a:lnTo>
                    <a:pt x="286164" y="909446"/>
                  </a:lnTo>
                  <a:close/>
                  <a:moveTo>
                    <a:pt x="510749" y="1104100"/>
                  </a:moveTo>
                  <a:lnTo>
                    <a:pt x="576704" y="1138885"/>
                  </a:lnTo>
                  <a:lnTo>
                    <a:pt x="563488" y="1086887"/>
                  </a:lnTo>
                  <a:close/>
                  <a:moveTo>
                    <a:pt x="576704" y="1138885"/>
                  </a:moveTo>
                  <a:lnTo>
                    <a:pt x="618446" y="1080189"/>
                  </a:lnTo>
                  <a:lnTo>
                    <a:pt x="563488" y="1086887"/>
                  </a:lnTo>
                  <a:close/>
                  <a:moveTo>
                    <a:pt x="532500" y="1067399"/>
                  </a:moveTo>
                  <a:lnTo>
                    <a:pt x="510749" y="1104100"/>
                  </a:lnTo>
                  <a:lnTo>
                    <a:pt x="563488" y="1086887"/>
                  </a:lnTo>
                  <a:close/>
                  <a:moveTo>
                    <a:pt x="335545" y="855052"/>
                  </a:moveTo>
                  <a:lnTo>
                    <a:pt x="318419" y="897953"/>
                  </a:lnTo>
                  <a:lnTo>
                    <a:pt x="358930" y="888271"/>
                  </a:lnTo>
                  <a:close/>
                  <a:moveTo>
                    <a:pt x="417390" y="851479"/>
                  </a:moveTo>
                  <a:lnTo>
                    <a:pt x="358930" y="888271"/>
                  </a:lnTo>
                  <a:lnTo>
                    <a:pt x="405369" y="873859"/>
                  </a:lnTo>
                  <a:close/>
                  <a:moveTo>
                    <a:pt x="335545" y="855052"/>
                  </a:moveTo>
                  <a:lnTo>
                    <a:pt x="358930" y="888271"/>
                  </a:lnTo>
                  <a:lnTo>
                    <a:pt x="417390" y="851479"/>
                  </a:lnTo>
                  <a:close/>
                  <a:moveTo>
                    <a:pt x="685188" y="1019123"/>
                  </a:moveTo>
                  <a:lnTo>
                    <a:pt x="618810" y="1080005"/>
                  </a:lnTo>
                  <a:lnTo>
                    <a:pt x="671508" y="1055912"/>
                  </a:lnTo>
                  <a:close/>
                  <a:moveTo>
                    <a:pt x="487099" y="802532"/>
                  </a:moveTo>
                  <a:lnTo>
                    <a:pt x="452690" y="822322"/>
                  </a:lnTo>
                  <a:lnTo>
                    <a:pt x="417390" y="851479"/>
                  </a:lnTo>
                  <a:close/>
                  <a:moveTo>
                    <a:pt x="438727" y="238023"/>
                  </a:moveTo>
                  <a:lnTo>
                    <a:pt x="445204" y="186487"/>
                  </a:lnTo>
                  <a:lnTo>
                    <a:pt x="428685" y="242114"/>
                  </a:lnTo>
                  <a:close/>
                  <a:moveTo>
                    <a:pt x="445204" y="186487"/>
                  </a:moveTo>
                  <a:lnTo>
                    <a:pt x="397717" y="204548"/>
                  </a:lnTo>
                  <a:lnTo>
                    <a:pt x="428685" y="242114"/>
                  </a:lnTo>
                  <a:close/>
                  <a:moveTo>
                    <a:pt x="827277" y="661417"/>
                  </a:moveTo>
                  <a:lnTo>
                    <a:pt x="809113" y="701853"/>
                  </a:lnTo>
                  <a:lnTo>
                    <a:pt x="852952" y="689772"/>
                  </a:lnTo>
                  <a:close/>
                  <a:moveTo>
                    <a:pt x="742984" y="495707"/>
                  </a:moveTo>
                  <a:lnTo>
                    <a:pt x="809088" y="523149"/>
                  </a:lnTo>
                  <a:lnTo>
                    <a:pt x="790228" y="471612"/>
                  </a:lnTo>
                  <a:close/>
                  <a:moveTo>
                    <a:pt x="445204" y="186487"/>
                  </a:moveTo>
                  <a:lnTo>
                    <a:pt x="503264" y="219465"/>
                  </a:lnTo>
                  <a:lnTo>
                    <a:pt x="483148" y="173076"/>
                  </a:lnTo>
                  <a:close/>
                  <a:moveTo>
                    <a:pt x="445204" y="186487"/>
                  </a:moveTo>
                  <a:lnTo>
                    <a:pt x="438727" y="238023"/>
                  </a:lnTo>
                  <a:lnTo>
                    <a:pt x="503264" y="219465"/>
                  </a:lnTo>
                  <a:close/>
                  <a:moveTo>
                    <a:pt x="503264" y="219465"/>
                  </a:moveTo>
                  <a:lnTo>
                    <a:pt x="539268" y="165434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445482" y="134950"/>
                  </a:lnTo>
                  <a:lnTo>
                    <a:pt x="445204" y="186487"/>
                  </a:lnTo>
                  <a:close/>
                  <a:moveTo>
                    <a:pt x="458338" y="130504"/>
                  </a:moveTo>
                  <a:lnTo>
                    <a:pt x="445482" y="134950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521643" y="117020"/>
                  </a:lnTo>
                  <a:lnTo>
                    <a:pt x="458338" y="130504"/>
                  </a:lnTo>
                  <a:close/>
                  <a:moveTo>
                    <a:pt x="471917" y="71272"/>
                  </a:moveTo>
                  <a:lnTo>
                    <a:pt x="445482" y="134950"/>
                  </a:lnTo>
                  <a:lnTo>
                    <a:pt x="458338" y="130504"/>
                  </a:lnTo>
                  <a:close/>
                  <a:moveTo>
                    <a:pt x="316551" y="31877"/>
                  </a:moveTo>
                  <a:lnTo>
                    <a:pt x="337508" y="27286"/>
                  </a:lnTo>
                  <a:lnTo>
                    <a:pt x="323335" y="0"/>
                  </a:lnTo>
                  <a:close/>
                  <a:moveTo>
                    <a:pt x="809088" y="523149"/>
                  </a:moveTo>
                  <a:lnTo>
                    <a:pt x="842278" y="572964"/>
                  </a:lnTo>
                  <a:lnTo>
                    <a:pt x="834680" y="516397"/>
                  </a:lnTo>
                  <a:close/>
                  <a:moveTo>
                    <a:pt x="840987" y="577780"/>
                  </a:moveTo>
                  <a:lnTo>
                    <a:pt x="901713" y="550592"/>
                  </a:lnTo>
                  <a:lnTo>
                    <a:pt x="842278" y="572964"/>
                  </a:lnTo>
                  <a:close/>
                  <a:moveTo>
                    <a:pt x="901713" y="550592"/>
                  </a:moveTo>
                  <a:lnTo>
                    <a:pt x="904197" y="504532"/>
                  </a:lnTo>
                  <a:lnTo>
                    <a:pt x="842278" y="572964"/>
                  </a:lnTo>
                  <a:close/>
                  <a:moveTo>
                    <a:pt x="842278" y="572964"/>
                  </a:moveTo>
                  <a:lnTo>
                    <a:pt x="904197" y="504532"/>
                  </a:lnTo>
                  <a:lnTo>
                    <a:pt x="901156" y="500336"/>
                  </a:lnTo>
                  <a:close/>
                  <a:moveTo>
                    <a:pt x="842278" y="572964"/>
                  </a:moveTo>
                  <a:lnTo>
                    <a:pt x="901156" y="500336"/>
                  </a:lnTo>
                  <a:lnTo>
                    <a:pt x="834680" y="516397"/>
                  </a:lnTo>
                  <a:close/>
                  <a:moveTo>
                    <a:pt x="790228" y="471612"/>
                  </a:moveTo>
                  <a:lnTo>
                    <a:pt x="809088" y="523149"/>
                  </a:lnTo>
                  <a:lnTo>
                    <a:pt x="834680" y="516397"/>
                  </a:lnTo>
                  <a:close/>
                  <a:moveTo>
                    <a:pt x="901156" y="500336"/>
                  </a:moveTo>
                  <a:lnTo>
                    <a:pt x="921182" y="499055"/>
                  </a:lnTo>
                  <a:lnTo>
                    <a:pt x="900672" y="491354"/>
                  </a:lnTo>
                  <a:close/>
                  <a:moveTo>
                    <a:pt x="901156" y="500336"/>
                  </a:moveTo>
                  <a:lnTo>
                    <a:pt x="904197" y="504532"/>
                  </a:lnTo>
                  <a:lnTo>
                    <a:pt x="921182" y="499055"/>
                  </a:lnTo>
                  <a:close/>
                  <a:moveTo>
                    <a:pt x="464172" y="42312"/>
                  </a:moveTo>
                  <a:lnTo>
                    <a:pt x="445728" y="59320"/>
                  </a:lnTo>
                  <a:lnTo>
                    <a:pt x="482847" y="47835"/>
                  </a:lnTo>
                  <a:close/>
                  <a:moveTo>
                    <a:pt x="1166657" y="787119"/>
                  </a:moveTo>
                  <a:lnTo>
                    <a:pt x="1154438" y="808275"/>
                  </a:lnTo>
                  <a:lnTo>
                    <a:pt x="1186219" y="796971"/>
                  </a:lnTo>
                  <a:close/>
                  <a:moveTo>
                    <a:pt x="1189486" y="756738"/>
                  </a:moveTo>
                  <a:lnTo>
                    <a:pt x="1166657" y="787119"/>
                  </a:lnTo>
                  <a:lnTo>
                    <a:pt x="1240283" y="752819"/>
                  </a:lnTo>
                  <a:close/>
                  <a:moveTo>
                    <a:pt x="1240283" y="752819"/>
                  </a:moveTo>
                  <a:lnTo>
                    <a:pt x="1166657" y="787119"/>
                  </a:lnTo>
                  <a:lnTo>
                    <a:pt x="1219202" y="784181"/>
                  </a:lnTo>
                  <a:close/>
                  <a:moveTo>
                    <a:pt x="1219202" y="784181"/>
                  </a:moveTo>
                  <a:lnTo>
                    <a:pt x="1166657" y="787119"/>
                  </a:lnTo>
                  <a:lnTo>
                    <a:pt x="1186219" y="796971"/>
                  </a:lnTo>
                  <a:close/>
                  <a:moveTo>
                    <a:pt x="1216226" y="747815"/>
                  </a:moveTo>
                  <a:lnTo>
                    <a:pt x="1240283" y="752819"/>
                  </a:lnTo>
                  <a:lnTo>
                    <a:pt x="1270278" y="732644"/>
                  </a:lnTo>
                  <a:close/>
                  <a:moveTo>
                    <a:pt x="937095" y="533862"/>
                  </a:moveTo>
                  <a:lnTo>
                    <a:pt x="921182" y="499055"/>
                  </a:lnTo>
                  <a:lnTo>
                    <a:pt x="904197" y="504532"/>
                  </a:lnTo>
                  <a:close/>
                  <a:moveTo>
                    <a:pt x="1266900" y="769361"/>
                  </a:moveTo>
                  <a:lnTo>
                    <a:pt x="1328808" y="774224"/>
                  </a:lnTo>
                  <a:lnTo>
                    <a:pt x="1323459" y="760087"/>
                  </a:lnTo>
                  <a:close/>
                  <a:moveTo>
                    <a:pt x="1240283" y="752819"/>
                  </a:moveTo>
                  <a:lnTo>
                    <a:pt x="1219202" y="784181"/>
                  </a:lnTo>
                  <a:lnTo>
                    <a:pt x="1266900" y="769361"/>
                  </a:lnTo>
                  <a:close/>
                  <a:moveTo>
                    <a:pt x="1288868" y="726741"/>
                  </a:moveTo>
                  <a:lnTo>
                    <a:pt x="1270278" y="732644"/>
                  </a:lnTo>
                  <a:lnTo>
                    <a:pt x="1324570" y="758380"/>
                  </a:lnTo>
                  <a:close/>
                  <a:moveTo>
                    <a:pt x="1270278" y="732644"/>
                  </a:moveTo>
                  <a:lnTo>
                    <a:pt x="1240283" y="752819"/>
                  </a:lnTo>
                  <a:lnTo>
                    <a:pt x="1324570" y="758380"/>
                  </a:lnTo>
                  <a:close/>
                  <a:moveTo>
                    <a:pt x="1324570" y="758380"/>
                  </a:moveTo>
                  <a:lnTo>
                    <a:pt x="1240283" y="752819"/>
                  </a:lnTo>
                  <a:lnTo>
                    <a:pt x="1323459" y="760087"/>
                  </a:lnTo>
                  <a:close/>
                  <a:moveTo>
                    <a:pt x="1323459" y="760087"/>
                  </a:moveTo>
                  <a:lnTo>
                    <a:pt x="1240283" y="752819"/>
                  </a:lnTo>
                  <a:lnTo>
                    <a:pt x="1266900" y="769361"/>
                  </a:lnTo>
                  <a:close/>
                  <a:moveTo>
                    <a:pt x="1324570" y="758380"/>
                  </a:moveTo>
                  <a:lnTo>
                    <a:pt x="1331375" y="760087"/>
                  </a:lnTo>
                  <a:lnTo>
                    <a:pt x="1288868" y="726741"/>
                  </a:lnTo>
                  <a:close/>
                  <a:moveTo>
                    <a:pt x="1323459" y="760087"/>
                  </a:moveTo>
                  <a:lnTo>
                    <a:pt x="1328808" y="774224"/>
                  </a:lnTo>
                  <a:lnTo>
                    <a:pt x="1325906" y="759372"/>
                  </a:lnTo>
                  <a:close/>
                  <a:moveTo>
                    <a:pt x="1324570" y="758380"/>
                  </a:moveTo>
                  <a:lnTo>
                    <a:pt x="1323459" y="760087"/>
                  </a:lnTo>
                  <a:lnTo>
                    <a:pt x="1325906" y="759372"/>
                  </a:lnTo>
                  <a:close/>
                  <a:moveTo>
                    <a:pt x="1325906" y="759372"/>
                  </a:moveTo>
                  <a:lnTo>
                    <a:pt x="1328808" y="774224"/>
                  </a:lnTo>
                  <a:lnTo>
                    <a:pt x="1331375" y="760087"/>
                  </a:lnTo>
                  <a:close/>
                  <a:moveTo>
                    <a:pt x="1325906" y="759372"/>
                  </a:moveTo>
                  <a:lnTo>
                    <a:pt x="1331375" y="760087"/>
                  </a:lnTo>
                  <a:lnTo>
                    <a:pt x="1324570" y="75838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7" name="Output_density__4236">
              <a:extLst>
                <a:ext uri="{FF2B5EF4-FFF2-40B4-BE49-F238E27FC236}">
                  <a16:creationId xmlns:a16="http://schemas.microsoft.com/office/drawing/2014/main" id="{EB97BBF2-7676-03DE-830B-F52EEC1E8148}"/>
                </a:ext>
              </a:extLst>
            </p:cNvPr>
            <p:cNvSpPr>
              <a:spLocks noGrp="1"/>
            </p:cNvSpPr>
            <p:nvPr/>
          </p:nvSpPr>
          <p:spPr>
            <a:xfrm>
              <a:off x="15404000" y="2693531"/>
              <a:ext cx="1419912" cy="1928782"/>
            </a:xfrm>
            <a:custGeom>
              <a:avLst/>
              <a:gdLst/>
              <a:ahLst/>
              <a:cxnLst/>
              <a:rect l="0" t="0" r="0" b="0"/>
              <a:pathLst>
                <a:path w="1419912" h="1928782">
                  <a:moveTo>
                    <a:pt x="5933" y="1606238"/>
                  </a:moveTo>
                  <a:lnTo>
                    <a:pt x="3569" y="1630332"/>
                  </a:lnTo>
                  <a:lnTo>
                    <a:pt x="57482" y="1657775"/>
                  </a:lnTo>
                  <a:close/>
                  <a:moveTo>
                    <a:pt x="172006" y="1730795"/>
                  </a:moveTo>
                  <a:lnTo>
                    <a:pt x="251609" y="1718840"/>
                  </a:lnTo>
                  <a:lnTo>
                    <a:pt x="201540" y="1706320"/>
                  </a:lnTo>
                  <a:close/>
                  <a:moveTo>
                    <a:pt x="67299" y="1633681"/>
                  </a:moveTo>
                  <a:lnTo>
                    <a:pt x="57482" y="1657775"/>
                  </a:lnTo>
                  <a:lnTo>
                    <a:pt x="60361" y="1662727"/>
                  </a:lnTo>
                  <a:close/>
                  <a:moveTo>
                    <a:pt x="345988" y="1897034"/>
                  </a:moveTo>
                  <a:lnTo>
                    <a:pt x="407978" y="1867270"/>
                  </a:lnTo>
                  <a:lnTo>
                    <a:pt x="352759" y="1884626"/>
                  </a:lnTo>
                  <a:close/>
                  <a:moveTo>
                    <a:pt x="422944" y="1875181"/>
                  </a:moveTo>
                  <a:lnTo>
                    <a:pt x="407978" y="1867270"/>
                  </a:lnTo>
                  <a:lnTo>
                    <a:pt x="345988" y="1897034"/>
                  </a:lnTo>
                  <a:close/>
                  <a:moveTo>
                    <a:pt x="398056" y="1917028"/>
                  </a:moveTo>
                  <a:lnTo>
                    <a:pt x="422944" y="1875181"/>
                  </a:lnTo>
                  <a:lnTo>
                    <a:pt x="345988" y="1897034"/>
                  </a:lnTo>
                  <a:close/>
                  <a:moveTo>
                    <a:pt x="447919" y="1928782"/>
                  </a:moveTo>
                  <a:lnTo>
                    <a:pt x="466112" y="1868437"/>
                  </a:lnTo>
                  <a:lnTo>
                    <a:pt x="422944" y="1875181"/>
                  </a:lnTo>
                  <a:close/>
                  <a:moveTo>
                    <a:pt x="398056" y="1917028"/>
                  </a:moveTo>
                  <a:lnTo>
                    <a:pt x="447919" y="1928782"/>
                  </a:lnTo>
                  <a:lnTo>
                    <a:pt x="422944" y="1875181"/>
                  </a:lnTo>
                  <a:close/>
                  <a:moveTo>
                    <a:pt x="466112" y="1868437"/>
                  </a:moveTo>
                  <a:lnTo>
                    <a:pt x="434913" y="1831058"/>
                  </a:lnTo>
                  <a:lnTo>
                    <a:pt x="454885" y="1867270"/>
                  </a:lnTo>
                  <a:close/>
                  <a:moveTo>
                    <a:pt x="434913" y="1831058"/>
                  </a:moveTo>
                  <a:lnTo>
                    <a:pt x="426485" y="1815733"/>
                  </a:lnTo>
                  <a:lnTo>
                    <a:pt x="454885" y="1867270"/>
                  </a:lnTo>
                  <a:close/>
                  <a:moveTo>
                    <a:pt x="263562" y="1668189"/>
                  </a:moveTo>
                  <a:lnTo>
                    <a:pt x="251609" y="1718840"/>
                  </a:lnTo>
                  <a:lnTo>
                    <a:pt x="306149" y="1734290"/>
                  </a:lnTo>
                  <a:close/>
                  <a:moveTo>
                    <a:pt x="263562" y="1668189"/>
                  </a:moveTo>
                  <a:lnTo>
                    <a:pt x="201540" y="1706320"/>
                  </a:lnTo>
                  <a:lnTo>
                    <a:pt x="251609" y="1718840"/>
                  </a:lnTo>
                  <a:close/>
                  <a:moveTo>
                    <a:pt x="263562" y="1668189"/>
                  </a:moveTo>
                  <a:lnTo>
                    <a:pt x="213951" y="1670539"/>
                  </a:lnTo>
                  <a:lnTo>
                    <a:pt x="201540" y="1706320"/>
                  </a:lnTo>
                  <a:close/>
                  <a:moveTo>
                    <a:pt x="418566" y="1806366"/>
                  </a:moveTo>
                  <a:lnTo>
                    <a:pt x="454885" y="1867270"/>
                  </a:lnTo>
                  <a:lnTo>
                    <a:pt x="426485" y="1815733"/>
                  </a:lnTo>
                  <a:close/>
                  <a:moveTo>
                    <a:pt x="418566" y="1806366"/>
                  </a:moveTo>
                  <a:lnTo>
                    <a:pt x="425786" y="1863239"/>
                  </a:lnTo>
                  <a:lnTo>
                    <a:pt x="454885" y="1867270"/>
                  </a:lnTo>
                  <a:close/>
                  <a:moveTo>
                    <a:pt x="418566" y="1806366"/>
                  </a:moveTo>
                  <a:lnTo>
                    <a:pt x="426485" y="1815733"/>
                  </a:lnTo>
                  <a:lnTo>
                    <a:pt x="401235" y="1794013"/>
                  </a:lnTo>
                  <a:close/>
                  <a:moveTo>
                    <a:pt x="212028" y="1421131"/>
                  </a:moveTo>
                  <a:lnTo>
                    <a:pt x="257632" y="1471560"/>
                  </a:lnTo>
                  <a:lnTo>
                    <a:pt x="269636" y="1412279"/>
                  </a:lnTo>
                  <a:close/>
                  <a:moveTo>
                    <a:pt x="262513" y="1458326"/>
                  </a:moveTo>
                  <a:lnTo>
                    <a:pt x="257632" y="1471560"/>
                  </a:lnTo>
                  <a:lnTo>
                    <a:pt x="212028" y="1421131"/>
                  </a:lnTo>
                  <a:close/>
                  <a:moveTo>
                    <a:pt x="304212" y="1422151"/>
                  </a:moveTo>
                  <a:lnTo>
                    <a:pt x="269636" y="1412279"/>
                  </a:lnTo>
                  <a:lnTo>
                    <a:pt x="257632" y="1471560"/>
                  </a:lnTo>
                  <a:close/>
                  <a:moveTo>
                    <a:pt x="377040" y="1433754"/>
                  </a:moveTo>
                  <a:lnTo>
                    <a:pt x="351499" y="1383708"/>
                  </a:lnTo>
                  <a:lnTo>
                    <a:pt x="343977" y="1406789"/>
                  </a:lnTo>
                  <a:close/>
                  <a:moveTo>
                    <a:pt x="353286" y="1384719"/>
                  </a:moveTo>
                  <a:lnTo>
                    <a:pt x="351499" y="1383708"/>
                  </a:lnTo>
                  <a:lnTo>
                    <a:pt x="377040" y="1433754"/>
                  </a:lnTo>
                  <a:close/>
                  <a:moveTo>
                    <a:pt x="242219" y="1355252"/>
                  </a:moveTo>
                  <a:lnTo>
                    <a:pt x="268145" y="1375968"/>
                  </a:lnTo>
                  <a:lnTo>
                    <a:pt x="225913" y="1347100"/>
                  </a:lnTo>
                  <a:close/>
                  <a:moveTo>
                    <a:pt x="242219" y="1355252"/>
                  </a:moveTo>
                  <a:lnTo>
                    <a:pt x="225913" y="1347100"/>
                  </a:lnTo>
                  <a:lnTo>
                    <a:pt x="202324" y="1303534"/>
                  </a:lnTo>
                  <a:close/>
                  <a:moveTo>
                    <a:pt x="465562" y="1366941"/>
                  </a:moveTo>
                  <a:lnTo>
                    <a:pt x="457851" y="1310467"/>
                  </a:lnTo>
                  <a:lnTo>
                    <a:pt x="450182" y="1358601"/>
                  </a:lnTo>
                  <a:close/>
                  <a:moveTo>
                    <a:pt x="457851" y="1310467"/>
                  </a:moveTo>
                  <a:lnTo>
                    <a:pt x="450009" y="1307065"/>
                  </a:lnTo>
                  <a:lnTo>
                    <a:pt x="450182" y="1358601"/>
                  </a:lnTo>
                  <a:close/>
                  <a:moveTo>
                    <a:pt x="349337" y="1259980"/>
                  </a:moveTo>
                  <a:lnTo>
                    <a:pt x="400205" y="1250565"/>
                  </a:lnTo>
                  <a:lnTo>
                    <a:pt x="358372" y="1227874"/>
                  </a:lnTo>
                  <a:close/>
                  <a:moveTo>
                    <a:pt x="406182" y="1255528"/>
                  </a:moveTo>
                  <a:lnTo>
                    <a:pt x="358372" y="1227874"/>
                  </a:lnTo>
                  <a:lnTo>
                    <a:pt x="400205" y="1250565"/>
                  </a:lnTo>
                  <a:close/>
                  <a:moveTo>
                    <a:pt x="433749" y="1292080"/>
                  </a:moveTo>
                  <a:lnTo>
                    <a:pt x="450182" y="1358601"/>
                  </a:lnTo>
                  <a:lnTo>
                    <a:pt x="450009" y="1307065"/>
                  </a:lnTo>
                  <a:close/>
                  <a:moveTo>
                    <a:pt x="405401" y="1252383"/>
                  </a:moveTo>
                  <a:lnTo>
                    <a:pt x="450009" y="1307065"/>
                  </a:lnTo>
                  <a:lnTo>
                    <a:pt x="406182" y="1255528"/>
                  </a:lnTo>
                  <a:close/>
                  <a:moveTo>
                    <a:pt x="405401" y="1252383"/>
                  </a:moveTo>
                  <a:lnTo>
                    <a:pt x="433749" y="1292080"/>
                  </a:lnTo>
                  <a:lnTo>
                    <a:pt x="450009" y="1307065"/>
                  </a:lnTo>
                  <a:close/>
                  <a:moveTo>
                    <a:pt x="279203" y="1028044"/>
                  </a:moveTo>
                  <a:lnTo>
                    <a:pt x="303633" y="1064177"/>
                  </a:lnTo>
                  <a:lnTo>
                    <a:pt x="322564" y="1093517"/>
                  </a:lnTo>
                  <a:close/>
                  <a:moveTo>
                    <a:pt x="255969" y="984190"/>
                  </a:moveTo>
                  <a:lnTo>
                    <a:pt x="244225" y="1016734"/>
                  </a:lnTo>
                  <a:lnTo>
                    <a:pt x="292928" y="1049382"/>
                  </a:lnTo>
                  <a:close/>
                  <a:moveTo>
                    <a:pt x="828132" y="1397753"/>
                  </a:moveTo>
                  <a:lnTo>
                    <a:pt x="816586" y="1396961"/>
                  </a:lnTo>
                  <a:lnTo>
                    <a:pt x="877242" y="1440929"/>
                  </a:lnTo>
                  <a:close/>
                  <a:moveTo>
                    <a:pt x="877242" y="1440929"/>
                  </a:moveTo>
                  <a:lnTo>
                    <a:pt x="816586" y="1396961"/>
                  </a:lnTo>
                  <a:lnTo>
                    <a:pt x="811654" y="1413487"/>
                  </a:lnTo>
                  <a:close/>
                  <a:moveTo>
                    <a:pt x="732480" y="1301870"/>
                  </a:moveTo>
                  <a:lnTo>
                    <a:pt x="769734" y="1337856"/>
                  </a:lnTo>
                  <a:lnTo>
                    <a:pt x="763179" y="1329582"/>
                  </a:lnTo>
                  <a:close/>
                  <a:moveTo>
                    <a:pt x="732480" y="1301870"/>
                  </a:moveTo>
                  <a:lnTo>
                    <a:pt x="783968" y="1360736"/>
                  </a:lnTo>
                  <a:lnTo>
                    <a:pt x="769734" y="1337856"/>
                  </a:lnTo>
                  <a:close/>
                  <a:moveTo>
                    <a:pt x="312565" y="770954"/>
                  </a:moveTo>
                  <a:lnTo>
                    <a:pt x="274481" y="725158"/>
                  </a:lnTo>
                  <a:lnTo>
                    <a:pt x="243367" y="743725"/>
                  </a:lnTo>
                  <a:close/>
                  <a:moveTo>
                    <a:pt x="237642" y="743511"/>
                  </a:moveTo>
                  <a:lnTo>
                    <a:pt x="271761" y="714986"/>
                  </a:lnTo>
                  <a:lnTo>
                    <a:pt x="211469" y="668671"/>
                  </a:lnTo>
                  <a:close/>
                  <a:moveTo>
                    <a:pt x="224687" y="673885"/>
                  </a:moveTo>
                  <a:lnTo>
                    <a:pt x="211469" y="668671"/>
                  </a:lnTo>
                  <a:lnTo>
                    <a:pt x="240627" y="682948"/>
                  </a:lnTo>
                  <a:close/>
                  <a:moveTo>
                    <a:pt x="818235" y="1389393"/>
                  </a:moveTo>
                  <a:lnTo>
                    <a:pt x="816586" y="1396961"/>
                  </a:lnTo>
                  <a:lnTo>
                    <a:pt x="828132" y="1397753"/>
                  </a:lnTo>
                  <a:close/>
                  <a:moveTo>
                    <a:pt x="818235" y="1389393"/>
                  </a:moveTo>
                  <a:lnTo>
                    <a:pt x="783968" y="1360736"/>
                  </a:lnTo>
                  <a:lnTo>
                    <a:pt x="816586" y="1396961"/>
                  </a:lnTo>
                  <a:close/>
                  <a:moveTo>
                    <a:pt x="818235" y="1389393"/>
                  </a:moveTo>
                  <a:lnTo>
                    <a:pt x="769734" y="1337856"/>
                  </a:lnTo>
                  <a:lnTo>
                    <a:pt x="783968" y="1360736"/>
                  </a:lnTo>
                  <a:close/>
                  <a:moveTo>
                    <a:pt x="717016" y="1286319"/>
                  </a:moveTo>
                  <a:lnTo>
                    <a:pt x="732480" y="1301870"/>
                  </a:lnTo>
                  <a:lnTo>
                    <a:pt x="763179" y="1329582"/>
                  </a:lnTo>
                  <a:close/>
                  <a:moveTo>
                    <a:pt x="1115287" y="1622982"/>
                  </a:moveTo>
                  <a:lnTo>
                    <a:pt x="1137637" y="1681557"/>
                  </a:lnTo>
                  <a:lnTo>
                    <a:pt x="1169356" y="1665251"/>
                  </a:lnTo>
                  <a:close/>
                  <a:moveTo>
                    <a:pt x="1115287" y="1622982"/>
                  </a:moveTo>
                  <a:lnTo>
                    <a:pt x="1110656" y="1647075"/>
                  </a:lnTo>
                  <a:lnTo>
                    <a:pt x="1137637" y="1681557"/>
                  </a:lnTo>
                  <a:close/>
                  <a:moveTo>
                    <a:pt x="1026925" y="1482078"/>
                  </a:moveTo>
                  <a:lnTo>
                    <a:pt x="1007693" y="1468372"/>
                  </a:lnTo>
                  <a:lnTo>
                    <a:pt x="947946" y="1496363"/>
                  </a:lnTo>
                  <a:close/>
                  <a:moveTo>
                    <a:pt x="994114" y="1494303"/>
                  </a:moveTo>
                  <a:lnTo>
                    <a:pt x="1026925" y="1482078"/>
                  </a:lnTo>
                  <a:lnTo>
                    <a:pt x="947946" y="1496363"/>
                  </a:lnTo>
                  <a:close/>
                  <a:moveTo>
                    <a:pt x="951473" y="1488751"/>
                  </a:moveTo>
                  <a:lnTo>
                    <a:pt x="1007693" y="1468372"/>
                  </a:lnTo>
                  <a:lnTo>
                    <a:pt x="1020441" y="1457834"/>
                  </a:lnTo>
                  <a:close/>
                  <a:moveTo>
                    <a:pt x="828132" y="1397753"/>
                  </a:moveTo>
                  <a:lnTo>
                    <a:pt x="877242" y="1440929"/>
                  </a:lnTo>
                  <a:lnTo>
                    <a:pt x="857230" y="1371645"/>
                  </a:lnTo>
                  <a:close/>
                  <a:moveTo>
                    <a:pt x="899764" y="1367322"/>
                  </a:moveTo>
                  <a:lnTo>
                    <a:pt x="877242" y="1440929"/>
                  </a:lnTo>
                  <a:lnTo>
                    <a:pt x="895532" y="1433505"/>
                  </a:lnTo>
                  <a:close/>
                  <a:moveTo>
                    <a:pt x="769734" y="1337856"/>
                  </a:moveTo>
                  <a:lnTo>
                    <a:pt x="830770" y="1313762"/>
                  </a:lnTo>
                  <a:lnTo>
                    <a:pt x="763179" y="1329582"/>
                  </a:lnTo>
                  <a:close/>
                  <a:moveTo>
                    <a:pt x="882552" y="1318572"/>
                  </a:moveTo>
                  <a:lnTo>
                    <a:pt x="854164" y="1278907"/>
                  </a:lnTo>
                  <a:lnTo>
                    <a:pt x="855479" y="1313762"/>
                  </a:lnTo>
                  <a:close/>
                  <a:moveTo>
                    <a:pt x="854164" y="1278907"/>
                  </a:moveTo>
                  <a:lnTo>
                    <a:pt x="841135" y="1262225"/>
                  </a:lnTo>
                  <a:lnTo>
                    <a:pt x="855479" y="1313762"/>
                  </a:lnTo>
                  <a:close/>
                  <a:moveTo>
                    <a:pt x="1059545" y="1519908"/>
                  </a:moveTo>
                  <a:lnTo>
                    <a:pt x="1067230" y="1495814"/>
                  </a:lnTo>
                  <a:lnTo>
                    <a:pt x="1026925" y="1482078"/>
                  </a:lnTo>
                  <a:close/>
                  <a:moveTo>
                    <a:pt x="1026925" y="1482078"/>
                  </a:moveTo>
                  <a:lnTo>
                    <a:pt x="992217" y="1455627"/>
                  </a:lnTo>
                  <a:lnTo>
                    <a:pt x="1007693" y="1468372"/>
                  </a:lnTo>
                  <a:close/>
                  <a:moveTo>
                    <a:pt x="503505" y="834151"/>
                  </a:moveTo>
                  <a:lnTo>
                    <a:pt x="529831" y="849933"/>
                  </a:lnTo>
                  <a:lnTo>
                    <a:pt x="476366" y="821041"/>
                  </a:lnTo>
                  <a:close/>
                  <a:moveTo>
                    <a:pt x="521938" y="731662"/>
                  </a:moveTo>
                  <a:lnTo>
                    <a:pt x="547359" y="774302"/>
                  </a:lnTo>
                  <a:lnTo>
                    <a:pt x="546139" y="772337"/>
                  </a:lnTo>
                  <a:close/>
                  <a:moveTo>
                    <a:pt x="3612" y="159023"/>
                  </a:moveTo>
                  <a:lnTo>
                    <a:pt x="0" y="127826"/>
                  </a:lnTo>
                  <a:lnTo>
                    <a:pt x="19798" y="121103"/>
                  </a:lnTo>
                  <a:close/>
                  <a:moveTo>
                    <a:pt x="33048" y="173074"/>
                  </a:moveTo>
                  <a:lnTo>
                    <a:pt x="3612" y="159023"/>
                  </a:lnTo>
                  <a:lnTo>
                    <a:pt x="19798" y="121103"/>
                  </a:lnTo>
                  <a:close/>
                  <a:moveTo>
                    <a:pt x="1247991" y="1587844"/>
                  </a:moveTo>
                  <a:lnTo>
                    <a:pt x="1244482" y="1636555"/>
                  </a:lnTo>
                  <a:lnTo>
                    <a:pt x="1254758" y="1598888"/>
                  </a:lnTo>
                  <a:close/>
                  <a:moveTo>
                    <a:pt x="1222052" y="1546189"/>
                  </a:moveTo>
                  <a:lnTo>
                    <a:pt x="1254758" y="1598888"/>
                  </a:lnTo>
                  <a:lnTo>
                    <a:pt x="1223924" y="1547351"/>
                  </a:lnTo>
                  <a:close/>
                  <a:moveTo>
                    <a:pt x="1168224" y="1489226"/>
                  </a:moveTo>
                  <a:lnTo>
                    <a:pt x="1219495" y="1543134"/>
                  </a:lnTo>
                  <a:lnTo>
                    <a:pt x="1185045" y="1495814"/>
                  </a:lnTo>
                  <a:close/>
                  <a:moveTo>
                    <a:pt x="1115024" y="1431751"/>
                  </a:moveTo>
                  <a:lnTo>
                    <a:pt x="1152955" y="1469028"/>
                  </a:lnTo>
                  <a:lnTo>
                    <a:pt x="1134745" y="1444278"/>
                  </a:lnTo>
                  <a:close/>
                  <a:moveTo>
                    <a:pt x="1168224" y="1489226"/>
                  </a:moveTo>
                  <a:lnTo>
                    <a:pt x="1152955" y="1469028"/>
                  </a:lnTo>
                  <a:lnTo>
                    <a:pt x="1115024" y="1431751"/>
                  </a:lnTo>
                  <a:close/>
                  <a:moveTo>
                    <a:pt x="1168224" y="1489226"/>
                  </a:moveTo>
                  <a:lnTo>
                    <a:pt x="1185045" y="1495814"/>
                  </a:lnTo>
                  <a:lnTo>
                    <a:pt x="1152955" y="1469028"/>
                  </a:lnTo>
                  <a:close/>
                  <a:moveTo>
                    <a:pt x="1001601" y="1252495"/>
                  </a:moveTo>
                  <a:lnTo>
                    <a:pt x="970531" y="1222286"/>
                  </a:lnTo>
                  <a:lnTo>
                    <a:pt x="977837" y="1238132"/>
                  </a:lnTo>
                  <a:close/>
                  <a:moveTo>
                    <a:pt x="970531" y="1222286"/>
                  </a:moveTo>
                  <a:lnTo>
                    <a:pt x="969149" y="1170938"/>
                  </a:lnTo>
                  <a:lnTo>
                    <a:pt x="977837" y="1238132"/>
                  </a:lnTo>
                  <a:close/>
                  <a:moveTo>
                    <a:pt x="977837" y="1238132"/>
                  </a:moveTo>
                  <a:lnTo>
                    <a:pt x="969149" y="1170938"/>
                  </a:lnTo>
                  <a:lnTo>
                    <a:pt x="970625" y="1162501"/>
                  </a:lnTo>
                  <a:close/>
                  <a:moveTo>
                    <a:pt x="922933" y="1110964"/>
                  </a:moveTo>
                  <a:lnTo>
                    <a:pt x="905802" y="1135058"/>
                  </a:lnTo>
                  <a:lnTo>
                    <a:pt x="933246" y="1171602"/>
                  </a:lnTo>
                  <a:close/>
                  <a:moveTo>
                    <a:pt x="615545" y="801745"/>
                  </a:moveTo>
                  <a:lnTo>
                    <a:pt x="547359" y="774302"/>
                  </a:lnTo>
                  <a:lnTo>
                    <a:pt x="589245" y="825839"/>
                  </a:lnTo>
                  <a:close/>
                  <a:moveTo>
                    <a:pt x="509678" y="722766"/>
                  </a:moveTo>
                  <a:lnTo>
                    <a:pt x="546139" y="772337"/>
                  </a:lnTo>
                  <a:lnTo>
                    <a:pt x="563300" y="750208"/>
                  </a:lnTo>
                  <a:close/>
                  <a:moveTo>
                    <a:pt x="97462" y="207399"/>
                  </a:moveTo>
                  <a:lnTo>
                    <a:pt x="129804" y="132395"/>
                  </a:lnTo>
                  <a:lnTo>
                    <a:pt x="126891" y="131769"/>
                  </a:lnTo>
                  <a:close/>
                  <a:moveTo>
                    <a:pt x="126891" y="131769"/>
                  </a:moveTo>
                  <a:lnTo>
                    <a:pt x="131644" y="135770"/>
                  </a:lnTo>
                  <a:lnTo>
                    <a:pt x="97462" y="207399"/>
                  </a:lnTo>
                  <a:close/>
                  <a:moveTo>
                    <a:pt x="110936" y="84992"/>
                  </a:moveTo>
                  <a:lnTo>
                    <a:pt x="97724" y="32990"/>
                  </a:lnTo>
                  <a:lnTo>
                    <a:pt x="88584" y="80232"/>
                  </a:lnTo>
                  <a:close/>
                  <a:moveTo>
                    <a:pt x="969149" y="1170938"/>
                  </a:moveTo>
                  <a:lnTo>
                    <a:pt x="970531" y="1222286"/>
                  </a:lnTo>
                  <a:lnTo>
                    <a:pt x="967844" y="1214038"/>
                  </a:lnTo>
                  <a:close/>
                  <a:moveTo>
                    <a:pt x="1357202" y="1499163"/>
                  </a:moveTo>
                  <a:lnTo>
                    <a:pt x="1356161" y="1569854"/>
                  </a:lnTo>
                  <a:lnTo>
                    <a:pt x="1380838" y="1527214"/>
                  </a:lnTo>
                  <a:close/>
                  <a:moveTo>
                    <a:pt x="1357202" y="1499163"/>
                  </a:moveTo>
                  <a:lnTo>
                    <a:pt x="1310415" y="1523257"/>
                  </a:lnTo>
                  <a:lnTo>
                    <a:pt x="1356161" y="1569854"/>
                  </a:lnTo>
                  <a:close/>
                  <a:moveTo>
                    <a:pt x="970625" y="1162501"/>
                  </a:moveTo>
                  <a:lnTo>
                    <a:pt x="969149" y="1170938"/>
                  </a:lnTo>
                  <a:lnTo>
                    <a:pt x="969035" y="1160759"/>
                  </a:lnTo>
                  <a:close/>
                  <a:moveTo>
                    <a:pt x="930997" y="1090958"/>
                  </a:moveTo>
                  <a:lnTo>
                    <a:pt x="966181" y="1159842"/>
                  </a:lnTo>
                  <a:lnTo>
                    <a:pt x="969035" y="1160759"/>
                  </a:lnTo>
                  <a:close/>
                  <a:moveTo>
                    <a:pt x="989896" y="1086871"/>
                  </a:moveTo>
                  <a:lnTo>
                    <a:pt x="1010380" y="1102385"/>
                  </a:lnTo>
                  <a:lnTo>
                    <a:pt x="961931" y="1041048"/>
                  </a:lnTo>
                  <a:close/>
                  <a:moveTo>
                    <a:pt x="293298" y="337915"/>
                  </a:moveTo>
                  <a:lnTo>
                    <a:pt x="353822" y="307526"/>
                  </a:lnTo>
                  <a:lnTo>
                    <a:pt x="289271" y="266944"/>
                  </a:lnTo>
                  <a:close/>
                  <a:moveTo>
                    <a:pt x="311997" y="223707"/>
                  </a:moveTo>
                  <a:lnTo>
                    <a:pt x="289271" y="266944"/>
                  </a:lnTo>
                  <a:lnTo>
                    <a:pt x="325405" y="275550"/>
                  </a:lnTo>
                  <a:close/>
                  <a:moveTo>
                    <a:pt x="77242" y="74402"/>
                  </a:moveTo>
                  <a:lnTo>
                    <a:pt x="126891" y="131769"/>
                  </a:lnTo>
                  <a:lnTo>
                    <a:pt x="88584" y="80232"/>
                  </a:lnTo>
                  <a:close/>
                  <a:moveTo>
                    <a:pt x="1381162" y="1430057"/>
                  </a:moveTo>
                  <a:lnTo>
                    <a:pt x="1341153" y="1424602"/>
                  </a:lnTo>
                  <a:lnTo>
                    <a:pt x="1386593" y="1488385"/>
                  </a:lnTo>
                  <a:close/>
                  <a:moveTo>
                    <a:pt x="1386593" y="1488385"/>
                  </a:moveTo>
                  <a:lnTo>
                    <a:pt x="1380838" y="1527214"/>
                  </a:lnTo>
                  <a:lnTo>
                    <a:pt x="1402020" y="1499163"/>
                  </a:lnTo>
                  <a:close/>
                  <a:moveTo>
                    <a:pt x="1386593" y="1488385"/>
                  </a:moveTo>
                  <a:lnTo>
                    <a:pt x="1402020" y="1499163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6593" y="1488385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0246" y="1390101"/>
                  </a:lnTo>
                  <a:lnTo>
                    <a:pt x="1342128" y="1422263"/>
                  </a:lnTo>
                  <a:close/>
                  <a:moveTo>
                    <a:pt x="1245064" y="1320460"/>
                  </a:moveTo>
                  <a:lnTo>
                    <a:pt x="1234202" y="1328321"/>
                  </a:lnTo>
                  <a:lnTo>
                    <a:pt x="1226148" y="1344554"/>
                  </a:lnTo>
                  <a:close/>
                  <a:moveTo>
                    <a:pt x="1067507" y="1054431"/>
                  </a:moveTo>
                  <a:lnTo>
                    <a:pt x="1149650" y="1051973"/>
                  </a:lnTo>
                  <a:lnTo>
                    <a:pt x="1104944" y="1059500"/>
                  </a:lnTo>
                  <a:close/>
                  <a:moveTo>
                    <a:pt x="1035051" y="972862"/>
                  </a:moveTo>
                  <a:lnTo>
                    <a:pt x="1020597" y="968593"/>
                  </a:lnTo>
                  <a:lnTo>
                    <a:pt x="1069551" y="1011240"/>
                  </a:lnTo>
                  <a:close/>
                  <a:moveTo>
                    <a:pt x="1069551" y="1011240"/>
                  </a:moveTo>
                  <a:lnTo>
                    <a:pt x="1020597" y="968593"/>
                  </a:lnTo>
                  <a:lnTo>
                    <a:pt x="1020511" y="983798"/>
                  </a:lnTo>
                  <a:close/>
                  <a:moveTo>
                    <a:pt x="929073" y="967037"/>
                  </a:moveTo>
                  <a:lnTo>
                    <a:pt x="941593" y="983798"/>
                  </a:lnTo>
                  <a:lnTo>
                    <a:pt x="969823" y="909147"/>
                  </a:lnTo>
                  <a:close/>
                  <a:moveTo>
                    <a:pt x="969823" y="909147"/>
                  </a:moveTo>
                  <a:lnTo>
                    <a:pt x="970635" y="906697"/>
                  </a:lnTo>
                  <a:lnTo>
                    <a:pt x="923199" y="904017"/>
                  </a:lnTo>
                  <a:close/>
                  <a:moveTo>
                    <a:pt x="972070" y="908167"/>
                  </a:moveTo>
                  <a:lnTo>
                    <a:pt x="1020597" y="968593"/>
                  </a:lnTo>
                  <a:lnTo>
                    <a:pt x="1001208" y="959703"/>
                  </a:lnTo>
                  <a:close/>
                  <a:moveTo>
                    <a:pt x="972070" y="908167"/>
                  </a:moveTo>
                  <a:lnTo>
                    <a:pt x="969823" y="909147"/>
                  </a:lnTo>
                  <a:lnTo>
                    <a:pt x="948293" y="958063"/>
                  </a:lnTo>
                  <a:close/>
                  <a:moveTo>
                    <a:pt x="819109" y="767481"/>
                  </a:moveTo>
                  <a:lnTo>
                    <a:pt x="763837" y="726114"/>
                  </a:lnTo>
                  <a:lnTo>
                    <a:pt x="780031" y="718089"/>
                  </a:lnTo>
                  <a:close/>
                  <a:moveTo>
                    <a:pt x="675319" y="620187"/>
                  </a:moveTo>
                  <a:lnTo>
                    <a:pt x="632043" y="649039"/>
                  </a:lnTo>
                  <a:lnTo>
                    <a:pt x="674013" y="631285"/>
                  </a:lnTo>
                  <a:close/>
                  <a:moveTo>
                    <a:pt x="634018" y="615782"/>
                  </a:moveTo>
                  <a:lnTo>
                    <a:pt x="675319" y="620187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690507" y="558053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705829" y="575560"/>
                  </a:lnTo>
                  <a:lnTo>
                    <a:pt x="698219" y="547411"/>
                  </a:lnTo>
                  <a:close/>
                  <a:moveTo>
                    <a:pt x="690507" y="558053"/>
                  </a:moveTo>
                  <a:lnTo>
                    <a:pt x="675319" y="620187"/>
                  </a:lnTo>
                  <a:lnTo>
                    <a:pt x="698219" y="547411"/>
                  </a:lnTo>
                  <a:close/>
                  <a:moveTo>
                    <a:pt x="444693" y="342040"/>
                  </a:moveTo>
                  <a:lnTo>
                    <a:pt x="481856" y="349808"/>
                  </a:lnTo>
                  <a:lnTo>
                    <a:pt x="471802" y="295239"/>
                  </a:lnTo>
                  <a:close/>
                  <a:moveTo>
                    <a:pt x="471802" y="295239"/>
                  </a:moveTo>
                  <a:lnTo>
                    <a:pt x="485913" y="313822"/>
                  </a:lnTo>
                  <a:lnTo>
                    <a:pt x="457988" y="243727"/>
                  </a:lnTo>
                  <a:close/>
                  <a:moveTo>
                    <a:pt x="256990" y="42216"/>
                  </a:moveTo>
                  <a:lnTo>
                    <a:pt x="260812" y="32045"/>
                  </a:lnTo>
                  <a:lnTo>
                    <a:pt x="185023" y="0"/>
                  </a:lnTo>
                  <a:close/>
                  <a:moveTo>
                    <a:pt x="1069551" y="1011240"/>
                  </a:moveTo>
                  <a:lnTo>
                    <a:pt x="1112611" y="987146"/>
                  </a:lnTo>
                  <a:lnTo>
                    <a:pt x="1035051" y="972862"/>
                  </a:lnTo>
                  <a:close/>
                  <a:moveTo>
                    <a:pt x="1149650" y="1051973"/>
                  </a:moveTo>
                  <a:lnTo>
                    <a:pt x="1165038" y="989872"/>
                  </a:lnTo>
                  <a:lnTo>
                    <a:pt x="1124746" y="998638"/>
                  </a:lnTo>
                  <a:close/>
                  <a:moveTo>
                    <a:pt x="1104944" y="1059500"/>
                  </a:moveTo>
                  <a:lnTo>
                    <a:pt x="1149650" y="1051973"/>
                  </a:lnTo>
                  <a:lnTo>
                    <a:pt x="1124746" y="998638"/>
                  </a:lnTo>
                  <a:close/>
                  <a:moveTo>
                    <a:pt x="966013" y="786758"/>
                  </a:moveTo>
                  <a:lnTo>
                    <a:pt x="1016831" y="832536"/>
                  </a:lnTo>
                  <a:lnTo>
                    <a:pt x="1016336" y="846571"/>
                  </a:lnTo>
                  <a:close/>
                  <a:moveTo>
                    <a:pt x="969490" y="767516"/>
                  </a:moveTo>
                  <a:lnTo>
                    <a:pt x="966013" y="786758"/>
                  </a:lnTo>
                  <a:lnTo>
                    <a:pt x="982802" y="729463"/>
                  </a:lnTo>
                  <a:close/>
                  <a:moveTo>
                    <a:pt x="842447" y="685765"/>
                  </a:moveTo>
                  <a:lnTo>
                    <a:pt x="878879" y="738313"/>
                  </a:lnTo>
                  <a:lnTo>
                    <a:pt x="893264" y="729463"/>
                  </a:lnTo>
                  <a:close/>
                  <a:moveTo>
                    <a:pt x="681785" y="489445"/>
                  </a:moveTo>
                  <a:lnTo>
                    <a:pt x="695941" y="495874"/>
                  </a:lnTo>
                  <a:lnTo>
                    <a:pt x="667654" y="472607"/>
                  </a:lnTo>
                  <a:close/>
                  <a:moveTo>
                    <a:pt x="726818" y="428074"/>
                  </a:moveTo>
                  <a:lnTo>
                    <a:pt x="726815" y="420243"/>
                  </a:lnTo>
                  <a:lnTo>
                    <a:pt x="673377" y="370794"/>
                  </a:lnTo>
                  <a:close/>
                  <a:moveTo>
                    <a:pt x="1156771" y="871108"/>
                  </a:moveTo>
                  <a:lnTo>
                    <a:pt x="1121627" y="852078"/>
                  </a:lnTo>
                  <a:lnTo>
                    <a:pt x="1136495" y="859979"/>
                  </a:lnTo>
                  <a:close/>
                  <a:moveTo>
                    <a:pt x="891819" y="558123"/>
                  </a:moveTo>
                  <a:lnTo>
                    <a:pt x="879862" y="607087"/>
                  </a:lnTo>
                  <a:lnTo>
                    <a:pt x="922260" y="571357"/>
                  </a:lnTo>
                  <a:close/>
                  <a:moveTo>
                    <a:pt x="795601" y="466728"/>
                  </a:moveTo>
                  <a:lnTo>
                    <a:pt x="813856" y="471780"/>
                  </a:lnTo>
                  <a:lnTo>
                    <a:pt x="824809" y="449133"/>
                  </a:lnTo>
                  <a:close/>
                  <a:moveTo>
                    <a:pt x="766540" y="397850"/>
                  </a:moveTo>
                  <a:lnTo>
                    <a:pt x="726815" y="420243"/>
                  </a:lnTo>
                  <a:lnTo>
                    <a:pt x="739287" y="430855"/>
                  </a:lnTo>
                  <a:close/>
                  <a:moveTo>
                    <a:pt x="824809" y="449133"/>
                  </a:moveTo>
                  <a:lnTo>
                    <a:pt x="826069" y="447686"/>
                  </a:lnTo>
                  <a:lnTo>
                    <a:pt x="795601" y="466728"/>
                  </a:lnTo>
                  <a:close/>
                  <a:moveTo>
                    <a:pt x="795601" y="466728"/>
                  </a:moveTo>
                  <a:lnTo>
                    <a:pt x="766540" y="397850"/>
                  </a:lnTo>
                  <a:lnTo>
                    <a:pt x="739287" y="430855"/>
                  </a:lnTo>
                  <a:close/>
                  <a:moveTo>
                    <a:pt x="826069" y="447686"/>
                  </a:moveTo>
                  <a:lnTo>
                    <a:pt x="824809" y="449133"/>
                  </a:lnTo>
                  <a:lnTo>
                    <a:pt x="826725" y="448195"/>
                  </a:lnTo>
                  <a:close/>
                  <a:moveTo>
                    <a:pt x="1241289" y="840379"/>
                  </a:moveTo>
                  <a:lnTo>
                    <a:pt x="1220452" y="872215"/>
                  </a:lnTo>
                  <a:lnTo>
                    <a:pt x="1245019" y="859979"/>
                  </a:lnTo>
                  <a:close/>
                  <a:moveTo>
                    <a:pt x="843499" y="245710"/>
                  </a:moveTo>
                  <a:lnTo>
                    <a:pt x="855225" y="268983"/>
                  </a:lnTo>
                  <a:lnTo>
                    <a:pt x="804430" y="229939"/>
                  </a:lnTo>
                  <a:close/>
                  <a:moveTo>
                    <a:pt x="639190" y="62836"/>
                  </a:moveTo>
                  <a:lnTo>
                    <a:pt x="697783" y="99981"/>
                  </a:lnTo>
                  <a:lnTo>
                    <a:pt x="631655" y="53017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8" name="Output_density__4237">
              <a:extLst>
                <a:ext uri="{FF2B5EF4-FFF2-40B4-BE49-F238E27FC236}">
                  <a16:creationId xmlns:a16="http://schemas.microsoft.com/office/drawing/2014/main" id="{FA66C91B-20C9-2290-E47E-3F907E61CE04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937258"/>
              <a:ext cx="1286564" cy="1379255"/>
            </a:xfrm>
            <a:custGeom>
              <a:avLst/>
              <a:gdLst/>
              <a:ahLst/>
              <a:cxnLst/>
              <a:rect l="0" t="0" r="0" b="0"/>
              <a:pathLst>
                <a:path w="1286564" h="1379255">
                  <a:moveTo>
                    <a:pt x="17502" y="1321155"/>
                  </a:moveTo>
                  <a:lnTo>
                    <a:pt x="1759" y="1340198"/>
                  </a:lnTo>
                  <a:lnTo>
                    <a:pt x="31090" y="1310975"/>
                  </a:lnTo>
                  <a:close/>
                  <a:moveTo>
                    <a:pt x="31090" y="1310975"/>
                  </a:moveTo>
                  <a:lnTo>
                    <a:pt x="0" y="1333619"/>
                  </a:lnTo>
                  <a:lnTo>
                    <a:pt x="17502" y="1321155"/>
                  </a:lnTo>
                  <a:close/>
                  <a:moveTo>
                    <a:pt x="31090" y="1310975"/>
                  </a:moveTo>
                  <a:lnTo>
                    <a:pt x="106972" y="1289093"/>
                  </a:lnTo>
                  <a:lnTo>
                    <a:pt x="104885" y="1288096"/>
                  </a:lnTo>
                  <a:close/>
                  <a:moveTo>
                    <a:pt x="76672" y="1338417"/>
                  </a:moveTo>
                  <a:lnTo>
                    <a:pt x="106972" y="1289093"/>
                  </a:lnTo>
                  <a:lnTo>
                    <a:pt x="31090" y="1310975"/>
                  </a:lnTo>
                  <a:close/>
                  <a:moveTo>
                    <a:pt x="51209" y="1362511"/>
                  </a:moveTo>
                  <a:lnTo>
                    <a:pt x="76672" y="1338417"/>
                  </a:lnTo>
                  <a:lnTo>
                    <a:pt x="31090" y="1310975"/>
                  </a:lnTo>
                  <a:close/>
                  <a:moveTo>
                    <a:pt x="67686" y="1277110"/>
                  </a:moveTo>
                  <a:lnTo>
                    <a:pt x="31090" y="1310975"/>
                  </a:lnTo>
                  <a:lnTo>
                    <a:pt x="104885" y="1288096"/>
                  </a:lnTo>
                  <a:close/>
                  <a:moveTo>
                    <a:pt x="104885" y="1288096"/>
                  </a:moveTo>
                  <a:lnTo>
                    <a:pt x="106972" y="1289093"/>
                  </a:lnTo>
                  <a:lnTo>
                    <a:pt x="109688" y="1286881"/>
                  </a:lnTo>
                  <a:close/>
                  <a:moveTo>
                    <a:pt x="106972" y="1289093"/>
                  </a:moveTo>
                  <a:lnTo>
                    <a:pt x="141529" y="1283395"/>
                  </a:lnTo>
                  <a:lnTo>
                    <a:pt x="109688" y="1286881"/>
                  </a:lnTo>
                  <a:close/>
                  <a:moveTo>
                    <a:pt x="145392" y="1262787"/>
                  </a:moveTo>
                  <a:lnTo>
                    <a:pt x="146549" y="1211250"/>
                  </a:lnTo>
                  <a:lnTo>
                    <a:pt x="109688" y="1286881"/>
                  </a:lnTo>
                  <a:close/>
                  <a:moveTo>
                    <a:pt x="190828" y="1158140"/>
                  </a:moveTo>
                  <a:lnTo>
                    <a:pt x="157696" y="1169165"/>
                  </a:lnTo>
                  <a:lnTo>
                    <a:pt x="146549" y="1211250"/>
                  </a:lnTo>
                  <a:close/>
                  <a:moveTo>
                    <a:pt x="219671" y="1145256"/>
                  </a:moveTo>
                  <a:lnTo>
                    <a:pt x="165146" y="1159714"/>
                  </a:lnTo>
                  <a:lnTo>
                    <a:pt x="238172" y="1160475"/>
                  </a:lnTo>
                  <a:close/>
                  <a:moveTo>
                    <a:pt x="238172" y="1160475"/>
                  </a:moveTo>
                  <a:lnTo>
                    <a:pt x="165146" y="1159714"/>
                  </a:lnTo>
                  <a:lnTo>
                    <a:pt x="157696" y="1169165"/>
                  </a:lnTo>
                  <a:close/>
                  <a:moveTo>
                    <a:pt x="238172" y="1160475"/>
                  </a:moveTo>
                  <a:lnTo>
                    <a:pt x="157696" y="1169165"/>
                  </a:lnTo>
                  <a:lnTo>
                    <a:pt x="190828" y="1158140"/>
                  </a:lnTo>
                  <a:close/>
                  <a:moveTo>
                    <a:pt x="219671" y="1145256"/>
                  </a:moveTo>
                  <a:lnTo>
                    <a:pt x="238172" y="1160475"/>
                  </a:lnTo>
                  <a:lnTo>
                    <a:pt x="242269" y="1135619"/>
                  </a:lnTo>
                  <a:close/>
                  <a:moveTo>
                    <a:pt x="242269" y="1135619"/>
                  </a:moveTo>
                  <a:lnTo>
                    <a:pt x="238172" y="1160475"/>
                  </a:lnTo>
                  <a:lnTo>
                    <a:pt x="257303" y="1177404"/>
                  </a:lnTo>
                  <a:close/>
                  <a:moveTo>
                    <a:pt x="324753" y="769910"/>
                  </a:moveTo>
                  <a:lnTo>
                    <a:pt x="324479" y="784317"/>
                  </a:lnTo>
                  <a:lnTo>
                    <a:pt x="323454" y="781561"/>
                  </a:lnTo>
                  <a:close/>
                  <a:moveTo>
                    <a:pt x="322254" y="730024"/>
                  </a:moveTo>
                  <a:lnTo>
                    <a:pt x="318419" y="678488"/>
                  </a:lnTo>
                  <a:lnTo>
                    <a:pt x="301245" y="740463"/>
                  </a:lnTo>
                  <a:close/>
                  <a:moveTo>
                    <a:pt x="318419" y="678488"/>
                  </a:moveTo>
                  <a:lnTo>
                    <a:pt x="286164" y="689981"/>
                  </a:lnTo>
                  <a:lnTo>
                    <a:pt x="301245" y="740463"/>
                  </a:lnTo>
                  <a:close/>
                  <a:moveTo>
                    <a:pt x="144073" y="575415"/>
                  </a:moveTo>
                  <a:lnTo>
                    <a:pt x="136052" y="523878"/>
                  </a:lnTo>
                  <a:lnTo>
                    <a:pt x="120516" y="585217"/>
                  </a:lnTo>
                  <a:close/>
                  <a:moveTo>
                    <a:pt x="324753" y="769910"/>
                  </a:moveTo>
                  <a:lnTo>
                    <a:pt x="323454" y="781561"/>
                  </a:lnTo>
                  <a:lnTo>
                    <a:pt x="331434" y="778662"/>
                  </a:lnTo>
                  <a:close/>
                  <a:moveTo>
                    <a:pt x="390348" y="706005"/>
                  </a:moveTo>
                  <a:lnTo>
                    <a:pt x="322254" y="730024"/>
                  </a:lnTo>
                  <a:lnTo>
                    <a:pt x="390518" y="706221"/>
                  </a:lnTo>
                  <a:close/>
                  <a:moveTo>
                    <a:pt x="322254" y="730024"/>
                  </a:moveTo>
                  <a:lnTo>
                    <a:pt x="324753" y="769910"/>
                  </a:lnTo>
                  <a:lnTo>
                    <a:pt x="390518" y="706221"/>
                  </a:lnTo>
                  <a:close/>
                  <a:moveTo>
                    <a:pt x="318419" y="678488"/>
                  </a:moveTo>
                  <a:lnTo>
                    <a:pt x="390348" y="706005"/>
                  </a:lnTo>
                  <a:lnTo>
                    <a:pt x="358930" y="668805"/>
                  </a:lnTo>
                  <a:close/>
                  <a:moveTo>
                    <a:pt x="318419" y="678488"/>
                  </a:moveTo>
                  <a:lnTo>
                    <a:pt x="322254" y="730024"/>
                  </a:lnTo>
                  <a:lnTo>
                    <a:pt x="390348" y="706005"/>
                  </a:lnTo>
                  <a:close/>
                  <a:moveTo>
                    <a:pt x="391062" y="705930"/>
                  </a:moveTo>
                  <a:lnTo>
                    <a:pt x="405369" y="654393"/>
                  </a:lnTo>
                  <a:lnTo>
                    <a:pt x="390348" y="706005"/>
                  </a:lnTo>
                  <a:close/>
                  <a:moveTo>
                    <a:pt x="405369" y="654393"/>
                  </a:moveTo>
                  <a:lnTo>
                    <a:pt x="358930" y="668805"/>
                  </a:lnTo>
                  <a:lnTo>
                    <a:pt x="390348" y="706005"/>
                  </a:lnTo>
                  <a:close/>
                  <a:moveTo>
                    <a:pt x="390348" y="706005"/>
                  </a:moveTo>
                  <a:lnTo>
                    <a:pt x="390518" y="706221"/>
                  </a:lnTo>
                  <a:lnTo>
                    <a:pt x="391062" y="705930"/>
                  </a:lnTo>
                  <a:close/>
                  <a:moveTo>
                    <a:pt x="390660" y="705752"/>
                  </a:moveTo>
                  <a:lnTo>
                    <a:pt x="391062" y="705930"/>
                  </a:lnTo>
                  <a:lnTo>
                    <a:pt x="390518" y="706221"/>
                  </a:lnTo>
                  <a:close/>
                  <a:moveTo>
                    <a:pt x="390660" y="705752"/>
                  </a:moveTo>
                  <a:lnTo>
                    <a:pt x="412507" y="653534"/>
                  </a:lnTo>
                  <a:lnTo>
                    <a:pt x="391062" y="705930"/>
                  </a:lnTo>
                  <a:close/>
                  <a:moveTo>
                    <a:pt x="391062" y="705930"/>
                  </a:moveTo>
                  <a:lnTo>
                    <a:pt x="423236" y="630300"/>
                  </a:lnTo>
                  <a:lnTo>
                    <a:pt x="405369" y="654393"/>
                  </a:lnTo>
                  <a:close/>
                  <a:moveTo>
                    <a:pt x="1141543" y="1351812"/>
                  </a:moveTo>
                  <a:lnTo>
                    <a:pt x="1160563" y="1379255"/>
                  </a:lnTo>
                  <a:lnTo>
                    <a:pt x="1157596" y="1327718"/>
                  </a:lnTo>
                  <a:close/>
                  <a:moveTo>
                    <a:pt x="309497" y="475690"/>
                  </a:moveTo>
                  <a:lnTo>
                    <a:pt x="319757" y="481431"/>
                  </a:lnTo>
                  <a:lnTo>
                    <a:pt x="324423" y="470648"/>
                  </a:lnTo>
                  <a:close/>
                  <a:moveTo>
                    <a:pt x="317036" y="471259"/>
                  </a:moveTo>
                  <a:lnTo>
                    <a:pt x="309497" y="475690"/>
                  </a:lnTo>
                  <a:lnTo>
                    <a:pt x="324423" y="470648"/>
                  </a:lnTo>
                  <a:close/>
                  <a:moveTo>
                    <a:pt x="428685" y="22649"/>
                  </a:moveTo>
                  <a:lnTo>
                    <a:pt x="370681" y="31823"/>
                  </a:lnTo>
                  <a:lnTo>
                    <a:pt x="435664" y="25838"/>
                  </a:lnTo>
                  <a:close/>
                  <a:moveTo>
                    <a:pt x="370681" y="31823"/>
                  </a:moveTo>
                  <a:lnTo>
                    <a:pt x="399097" y="63799"/>
                  </a:lnTo>
                  <a:lnTo>
                    <a:pt x="435664" y="25838"/>
                  </a:lnTo>
                  <a:close/>
                  <a:moveTo>
                    <a:pt x="428685" y="22649"/>
                  </a:moveTo>
                  <a:lnTo>
                    <a:pt x="435664" y="25838"/>
                  </a:lnTo>
                  <a:lnTo>
                    <a:pt x="438727" y="18558"/>
                  </a:lnTo>
                  <a:close/>
                  <a:moveTo>
                    <a:pt x="406436" y="65497"/>
                  </a:moveTo>
                  <a:lnTo>
                    <a:pt x="435664" y="25838"/>
                  </a:lnTo>
                  <a:lnTo>
                    <a:pt x="399097" y="63799"/>
                  </a:lnTo>
                  <a:close/>
                  <a:moveTo>
                    <a:pt x="406436" y="65497"/>
                  </a:moveTo>
                  <a:lnTo>
                    <a:pt x="465386" y="55555"/>
                  </a:lnTo>
                  <a:lnTo>
                    <a:pt x="435664" y="25838"/>
                  </a:lnTo>
                  <a:close/>
                  <a:moveTo>
                    <a:pt x="465386" y="55555"/>
                  </a:moveTo>
                  <a:lnTo>
                    <a:pt x="438727" y="18558"/>
                  </a:lnTo>
                  <a:lnTo>
                    <a:pt x="435664" y="25838"/>
                  </a:lnTo>
                  <a:close/>
                  <a:moveTo>
                    <a:pt x="503264" y="0"/>
                  </a:moveTo>
                  <a:lnTo>
                    <a:pt x="438727" y="18558"/>
                  </a:lnTo>
                  <a:lnTo>
                    <a:pt x="465386" y="55555"/>
                  </a:lnTo>
                  <a:close/>
                  <a:moveTo>
                    <a:pt x="904197" y="285066"/>
                  </a:moveTo>
                  <a:lnTo>
                    <a:pt x="901713" y="331126"/>
                  </a:lnTo>
                  <a:lnTo>
                    <a:pt x="937095" y="314396"/>
                  </a:lnTo>
                  <a:close/>
                  <a:moveTo>
                    <a:pt x="1219202" y="564715"/>
                  </a:moveTo>
                  <a:lnTo>
                    <a:pt x="1286564" y="596652"/>
                  </a:lnTo>
                  <a:lnTo>
                    <a:pt x="1266900" y="549896"/>
                  </a:lnTo>
                  <a:close/>
                  <a:moveTo>
                    <a:pt x="810596" y="14663"/>
                  </a:moveTo>
                  <a:lnTo>
                    <a:pt x="741781" y="45522"/>
                  </a:lnTo>
                  <a:lnTo>
                    <a:pt x="803056" y="2525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9" name="Output_density__4238">
              <a:extLst>
                <a:ext uri="{FF2B5EF4-FFF2-40B4-BE49-F238E27FC236}">
                  <a16:creationId xmlns:a16="http://schemas.microsoft.com/office/drawing/2014/main" id="{6E068D22-5417-A66F-5C22-6B39033F6DF6}"/>
                </a:ext>
              </a:extLst>
            </p:cNvPr>
            <p:cNvSpPr>
              <a:spLocks noGrp="1"/>
            </p:cNvSpPr>
            <p:nvPr/>
          </p:nvSpPr>
          <p:spPr>
            <a:xfrm>
              <a:off x="15305476" y="2767683"/>
              <a:ext cx="1485118" cy="1801028"/>
            </a:xfrm>
            <a:custGeom>
              <a:avLst/>
              <a:gdLst/>
              <a:ahLst/>
              <a:cxnLst/>
              <a:rect l="0" t="0" r="0" b="0"/>
              <a:pathLst>
                <a:path w="1485118" h="1801028">
                  <a:moveTo>
                    <a:pt x="84339" y="1480549"/>
                  </a:moveTo>
                  <a:lnTo>
                    <a:pt x="102094" y="1556179"/>
                  </a:lnTo>
                  <a:lnTo>
                    <a:pt x="104458" y="1532085"/>
                  </a:lnTo>
                  <a:close/>
                  <a:moveTo>
                    <a:pt x="104458" y="1532085"/>
                  </a:moveTo>
                  <a:lnTo>
                    <a:pt x="156006" y="1583622"/>
                  </a:lnTo>
                  <a:lnTo>
                    <a:pt x="165823" y="1559528"/>
                  </a:lnTo>
                  <a:close/>
                  <a:moveTo>
                    <a:pt x="521468" y="1801028"/>
                  </a:moveTo>
                  <a:lnTo>
                    <a:pt x="564636" y="1794285"/>
                  </a:lnTo>
                  <a:lnTo>
                    <a:pt x="553410" y="1793117"/>
                  </a:lnTo>
                  <a:close/>
                  <a:moveTo>
                    <a:pt x="499759" y="1719861"/>
                  </a:moveTo>
                  <a:lnTo>
                    <a:pt x="419618" y="1729803"/>
                  </a:lnTo>
                  <a:lnTo>
                    <a:pt x="455284" y="1728253"/>
                  </a:lnTo>
                  <a:close/>
                  <a:moveTo>
                    <a:pt x="524311" y="1789086"/>
                  </a:moveTo>
                  <a:lnTo>
                    <a:pt x="521468" y="1801028"/>
                  </a:lnTo>
                  <a:lnTo>
                    <a:pt x="553410" y="1793117"/>
                  </a:lnTo>
                  <a:close/>
                  <a:moveTo>
                    <a:pt x="470894" y="1731788"/>
                  </a:moveTo>
                  <a:lnTo>
                    <a:pt x="499759" y="1719861"/>
                  </a:lnTo>
                  <a:lnTo>
                    <a:pt x="455284" y="1728253"/>
                  </a:lnTo>
                  <a:close/>
                  <a:moveTo>
                    <a:pt x="470894" y="1731788"/>
                  </a:moveTo>
                  <a:lnTo>
                    <a:pt x="517090" y="1732213"/>
                  </a:lnTo>
                  <a:lnTo>
                    <a:pt x="499759" y="1719861"/>
                  </a:lnTo>
                  <a:close/>
                  <a:moveTo>
                    <a:pt x="368161" y="1338126"/>
                  </a:moveTo>
                  <a:lnTo>
                    <a:pt x="366670" y="1301815"/>
                  </a:lnTo>
                  <a:lnTo>
                    <a:pt x="310552" y="1346978"/>
                  </a:lnTo>
                  <a:close/>
                  <a:moveTo>
                    <a:pt x="295518" y="1305194"/>
                  </a:moveTo>
                  <a:lnTo>
                    <a:pt x="366670" y="1301815"/>
                  </a:lnTo>
                  <a:lnTo>
                    <a:pt x="340744" y="1281100"/>
                  </a:lnTo>
                  <a:close/>
                  <a:moveTo>
                    <a:pt x="301110" y="1229563"/>
                  </a:moveTo>
                  <a:lnTo>
                    <a:pt x="318330" y="1253152"/>
                  </a:lnTo>
                  <a:lnTo>
                    <a:pt x="295518" y="1305194"/>
                  </a:lnTo>
                  <a:close/>
                  <a:moveTo>
                    <a:pt x="340744" y="1281100"/>
                  </a:moveTo>
                  <a:lnTo>
                    <a:pt x="301110" y="1229563"/>
                  </a:lnTo>
                  <a:lnTo>
                    <a:pt x="295518" y="1305194"/>
                  </a:lnTo>
                  <a:close/>
                  <a:moveTo>
                    <a:pt x="0" y="793177"/>
                  </a:moveTo>
                  <a:lnTo>
                    <a:pt x="1075" y="741640"/>
                  </a:lnTo>
                  <a:lnTo>
                    <a:pt x="5967" y="752501"/>
                  </a:lnTo>
                  <a:close/>
                  <a:moveTo>
                    <a:pt x="447861" y="1185827"/>
                  </a:moveTo>
                  <a:lnTo>
                    <a:pt x="456897" y="1153721"/>
                  </a:lnTo>
                  <a:lnTo>
                    <a:pt x="414393" y="1150294"/>
                  </a:lnTo>
                  <a:close/>
                  <a:moveTo>
                    <a:pt x="447861" y="1185827"/>
                  </a:moveTo>
                  <a:lnTo>
                    <a:pt x="456128" y="1191811"/>
                  </a:lnTo>
                  <a:lnTo>
                    <a:pt x="485856" y="1181375"/>
                  </a:lnTo>
                  <a:close/>
                  <a:moveTo>
                    <a:pt x="377728" y="953891"/>
                  </a:moveTo>
                  <a:lnTo>
                    <a:pt x="378002" y="939485"/>
                  </a:lnTo>
                  <a:lnTo>
                    <a:pt x="391453" y="975229"/>
                  </a:lnTo>
                  <a:close/>
                  <a:moveTo>
                    <a:pt x="391453" y="975229"/>
                  </a:moveTo>
                  <a:lnTo>
                    <a:pt x="378002" y="939485"/>
                  </a:lnTo>
                  <a:lnTo>
                    <a:pt x="375503" y="899599"/>
                  </a:lnTo>
                  <a:close/>
                  <a:moveTo>
                    <a:pt x="375503" y="899599"/>
                  </a:moveTo>
                  <a:lnTo>
                    <a:pt x="354494" y="910037"/>
                  </a:lnTo>
                  <a:lnTo>
                    <a:pt x="391453" y="975229"/>
                  </a:lnTo>
                  <a:close/>
                  <a:moveTo>
                    <a:pt x="312341" y="923693"/>
                  </a:moveTo>
                  <a:lnTo>
                    <a:pt x="342749" y="942581"/>
                  </a:lnTo>
                  <a:lnTo>
                    <a:pt x="354494" y="910037"/>
                  </a:lnTo>
                  <a:close/>
                  <a:moveTo>
                    <a:pt x="150283" y="711139"/>
                  </a:moveTo>
                  <a:lnTo>
                    <a:pt x="138829" y="704189"/>
                  </a:lnTo>
                  <a:lnTo>
                    <a:pt x="118747" y="698795"/>
                  </a:lnTo>
                  <a:close/>
                  <a:moveTo>
                    <a:pt x="138829" y="704189"/>
                  </a:moveTo>
                  <a:lnTo>
                    <a:pt x="150283" y="711139"/>
                  </a:lnTo>
                  <a:lnTo>
                    <a:pt x="207191" y="650207"/>
                  </a:lnTo>
                  <a:close/>
                  <a:moveTo>
                    <a:pt x="670680" y="1208818"/>
                  </a:moveTo>
                  <a:lnTo>
                    <a:pt x="696234" y="1255919"/>
                  </a:lnTo>
                  <a:lnTo>
                    <a:pt x="691246" y="1202632"/>
                  </a:lnTo>
                  <a:close/>
                  <a:moveTo>
                    <a:pt x="194634" y="675082"/>
                  </a:moveTo>
                  <a:lnTo>
                    <a:pt x="207191" y="650207"/>
                  </a:lnTo>
                  <a:lnTo>
                    <a:pt x="189301" y="693452"/>
                  </a:lnTo>
                  <a:close/>
                  <a:moveTo>
                    <a:pt x="1041485" y="1418313"/>
                  </a:moveTo>
                  <a:lnTo>
                    <a:pt x="1025933" y="1480323"/>
                  </a:lnTo>
                  <a:lnTo>
                    <a:pt x="1046470" y="1422210"/>
                  </a:lnTo>
                  <a:close/>
                  <a:moveTo>
                    <a:pt x="1041485" y="1418313"/>
                  </a:moveTo>
                  <a:lnTo>
                    <a:pt x="988274" y="1379299"/>
                  </a:lnTo>
                  <a:lnTo>
                    <a:pt x="959261" y="1405725"/>
                  </a:lnTo>
                  <a:close/>
                  <a:moveTo>
                    <a:pt x="975767" y="1366777"/>
                  </a:moveTo>
                  <a:lnTo>
                    <a:pt x="959261" y="1405725"/>
                  </a:lnTo>
                  <a:lnTo>
                    <a:pt x="988274" y="1379299"/>
                  </a:lnTo>
                  <a:close/>
                  <a:moveTo>
                    <a:pt x="341891" y="669573"/>
                  </a:moveTo>
                  <a:lnTo>
                    <a:pt x="362746" y="645264"/>
                  </a:lnTo>
                  <a:lnTo>
                    <a:pt x="336167" y="669358"/>
                  </a:lnTo>
                  <a:close/>
                  <a:moveTo>
                    <a:pt x="309994" y="594518"/>
                  </a:moveTo>
                  <a:lnTo>
                    <a:pt x="370285" y="640833"/>
                  </a:lnTo>
                  <a:lnTo>
                    <a:pt x="339152" y="608796"/>
                  </a:lnTo>
                  <a:close/>
                  <a:moveTo>
                    <a:pt x="1041485" y="1418313"/>
                  </a:moveTo>
                  <a:lnTo>
                    <a:pt x="1046470" y="1422210"/>
                  </a:lnTo>
                  <a:lnTo>
                    <a:pt x="1049998" y="1414598"/>
                  </a:lnTo>
                  <a:close/>
                  <a:moveTo>
                    <a:pt x="1049998" y="1414598"/>
                  </a:moveTo>
                  <a:lnTo>
                    <a:pt x="988274" y="1379299"/>
                  </a:lnTo>
                  <a:lnTo>
                    <a:pt x="1041485" y="1418313"/>
                  </a:lnTo>
                  <a:close/>
                  <a:moveTo>
                    <a:pt x="994056" y="1359352"/>
                  </a:moveTo>
                  <a:lnTo>
                    <a:pt x="988274" y="1379299"/>
                  </a:lnTo>
                  <a:lnTo>
                    <a:pt x="1049998" y="1414598"/>
                  </a:lnTo>
                  <a:close/>
                  <a:moveTo>
                    <a:pt x="1046470" y="1422210"/>
                  </a:moveTo>
                  <a:lnTo>
                    <a:pt x="1106218" y="1394219"/>
                  </a:lnTo>
                  <a:lnTo>
                    <a:pt x="1049998" y="1414598"/>
                  </a:lnTo>
                  <a:close/>
                  <a:moveTo>
                    <a:pt x="1158070" y="1445756"/>
                  </a:moveTo>
                  <a:lnTo>
                    <a:pt x="1125450" y="1407926"/>
                  </a:lnTo>
                  <a:lnTo>
                    <a:pt x="1162054" y="1462205"/>
                  </a:lnTo>
                  <a:close/>
                  <a:moveTo>
                    <a:pt x="975767" y="1366777"/>
                  </a:moveTo>
                  <a:lnTo>
                    <a:pt x="988274" y="1379299"/>
                  </a:lnTo>
                  <a:lnTo>
                    <a:pt x="994056" y="1359352"/>
                  </a:lnTo>
                  <a:close/>
                  <a:moveTo>
                    <a:pt x="763872" y="981927"/>
                  </a:moveTo>
                  <a:lnTo>
                    <a:pt x="755433" y="1032779"/>
                  </a:lnTo>
                  <a:lnTo>
                    <a:pt x="740290" y="1037274"/>
                  </a:lnTo>
                  <a:close/>
                  <a:moveTo>
                    <a:pt x="408336" y="621170"/>
                  </a:moveTo>
                  <a:lnTo>
                    <a:pt x="373006" y="651005"/>
                  </a:lnTo>
                  <a:lnTo>
                    <a:pt x="411089" y="696801"/>
                  </a:lnTo>
                  <a:close/>
                  <a:moveTo>
                    <a:pt x="1158070" y="1445756"/>
                  </a:moveTo>
                  <a:lnTo>
                    <a:pt x="1162054" y="1462205"/>
                  </a:lnTo>
                  <a:lnTo>
                    <a:pt x="1190781" y="1477509"/>
                  </a:lnTo>
                  <a:close/>
                  <a:moveTo>
                    <a:pt x="1278012" y="1531401"/>
                  </a:moveTo>
                  <a:lnTo>
                    <a:pt x="1267881" y="1591098"/>
                  </a:lnTo>
                  <a:lnTo>
                    <a:pt x="1309675" y="1524735"/>
                  </a:lnTo>
                  <a:close/>
                  <a:moveTo>
                    <a:pt x="1213812" y="1548829"/>
                  </a:moveTo>
                  <a:lnTo>
                    <a:pt x="1267881" y="1591098"/>
                  </a:lnTo>
                  <a:lnTo>
                    <a:pt x="1278012" y="1531401"/>
                  </a:lnTo>
                  <a:close/>
                  <a:moveTo>
                    <a:pt x="1210845" y="1497292"/>
                  </a:moveTo>
                  <a:lnTo>
                    <a:pt x="1263187" y="1473199"/>
                  </a:lnTo>
                  <a:lnTo>
                    <a:pt x="1190781" y="1477509"/>
                  </a:lnTo>
                  <a:close/>
                  <a:moveTo>
                    <a:pt x="1263187" y="1473199"/>
                  </a:moveTo>
                  <a:lnTo>
                    <a:pt x="1222070" y="1459594"/>
                  </a:lnTo>
                  <a:lnTo>
                    <a:pt x="1190781" y="1477509"/>
                  </a:lnTo>
                  <a:close/>
                  <a:moveTo>
                    <a:pt x="1165755" y="1421662"/>
                  </a:moveTo>
                  <a:lnTo>
                    <a:pt x="1190781" y="1477509"/>
                  </a:lnTo>
                  <a:lnTo>
                    <a:pt x="1222070" y="1459594"/>
                  </a:lnTo>
                  <a:close/>
                  <a:moveTo>
                    <a:pt x="1165755" y="1421662"/>
                  </a:moveTo>
                  <a:lnTo>
                    <a:pt x="1158070" y="1445756"/>
                  </a:lnTo>
                  <a:lnTo>
                    <a:pt x="1190781" y="1477509"/>
                  </a:lnTo>
                  <a:close/>
                  <a:moveTo>
                    <a:pt x="1309675" y="1524735"/>
                  </a:moveTo>
                  <a:lnTo>
                    <a:pt x="1343006" y="1562403"/>
                  </a:lnTo>
                  <a:lnTo>
                    <a:pt x="1346515" y="1513692"/>
                  </a:lnTo>
                  <a:close/>
                  <a:moveTo>
                    <a:pt x="1320576" y="1472037"/>
                  </a:moveTo>
                  <a:lnTo>
                    <a:pt x="1346515" y="1513692"/>
                  </a:lnTo>
                  <a:lnTo>
                    <a:pt x="1353282" y="1524735"/>
                  </a:lnTo>
                  <a:close/>
                  <a:moveTo>
                    <a:pt x="1276219" y="1470116"/>
                  </a:moveTo>
                  <a:lnTo>
                    <a:pt x="1222070" y="1459594"/>
                  </a:lnTo>
                  <a:lnTo>
                    <a:pt x="1263187" y="1473199"/>
                  </a:lnTo>
                  <a:close/>
                  <a:moveTo>
                    <a:pt x="1266748" y="1415073"/>
                  </a:moveTo>
                  <a:lnTo>
                    <a:pt x="1230121" y="1406868"/>
                  </a:lnTo>
                  <a:lnTo>
                    <a:pt x="1276219" y="1470116"/>
                  </a:lnTo>
                  <a:close/>
                  <a:moveTo>
                    <a:pt x="1320576" y="1472037"/>
                  </a:moveTo>
                  <a:lnTo>
                    <a:pt x="1318020" y="1468981"/>
                  </a:lnTo>
                  <a:lnTo>
                    <a:pt x="1266748" y="1415073"/>
                  </a:lnTo>
                  <a:close/>
                  <a:moveTo>
                    <a:pt x="1276219" y="1470116"/>
                  </a:moveTo>
                  <a:lnTo>
                    <a:pt x="1320576" y="1472037"/>
                  </a:lnTo>
                  <a:lnTo>
                    <a:pt x="1266748" y="1415073"/>
                  </a:lnTo>
                  <a:close/>
                  <a:moveTo>
                    <a:pt x="1320576" y="1472037"/>
                  </a:moveTo>
                  <a:lnTo>
                    <a:pt x="1322449" y="1473199"/>
                  </a:lnTo>
                  <a:lnTo>
                    <a:pt x="1318020" y="1468981"/>
                  </a:lnTo>
                  <a:close/>
                  <a:moveTo>
                    <a:pt x="1230121" y="1406868"/>
                  </a:moveTo>
                  <a:lnTo>
                    <a:pt x="1266748" y="1415073"/>
                  </a:lnTo>
                  <a:lnTo>
                    <a:pt x="1213549" y="1357598"/>
                  </a:lnTo>
                  <a:close/>
                  <a:moveTo>
                    <a:pt x="1076362" y="1163979"/>
                  </a:moveTo>
                  <a:lnTo>
                    <a:pt x="1069150" y="1088348"/>
                  </a:lnTo>
                  <a:lnTo>
                    <a:pt x="1042710" y="1112442"/>
                  </a:lnTo>
                  <a:close/>
                  <a:moveTo>
                    <a:pt x="1042710" y="1112442"/>
                  </a:moveTo>
                  <a:lnTo>
                    <a:pt x="1069150" y="1088348"/>
                  </a:lnTo>
                  <a:lnTo>
                    <a:pt x="1031770" y="1097449"/>
                  </a:lnTo>
                  <a:close/>
                  <a:moveTo>
                    <a:pt x="1069150" y="1088348"/>
                  </a:moveTo>
                  <a:lnTo>
                    <a:pt x="1064705" y="1085689"/>
                  </a:lnTo>
                  <a:lnTo>
                    <a:pt x="1031770" y="1097449"/>
                  </a:lnTo>
                  <a:close/>
                  <a:moveTo>
                    <a:pt x="1021458" y="1036812"/>
                  </a:moveTo>
                  <a:lnTo>
                    <a:pt x="1031770" y="1097449"/>
                  </a:lnTo>
                  <a:lnTo>
                    <a:pt x="1064705" y="1085689"/>
                  </a:lnTo>
                  <a:close/>
                  <a:moveTo>
                    <a:pt x="714069" y="727592"/>
                  </a:moveTo>
                  <a:lnTo>
                    <a:pt x="647037" y="698647"/>
                  </a:lnTo>
                  <a:lnTo>
                    <a:pt x="645883" y="700149"/>
                  </a:lnTo>
                  <a:close/>
                  <a:moveTo>
                    <a:pt x="644664" y="698184"/>
                  </a:moveTo>
                  <a:lnTo>
                    <a:pt x="645883" y="700149"/>
                  </a:lnTo>
                  <a:lnTo>
                    <a:pt x="647037" y="698647"/>
                  </a:lnTo>
                  <a:close/>
                  <a:moveTo>
                    <a:pt x="661825" y="676056"/>
                  </a:moveTo>
                  <a:lnTo>
                    <a:pt x="644664" y="698184"/>
                  </a:lnTo>
                  <a:lnTo>
                    <a:pt x="647037" y="698647"/>
                  </a:lnTo>
                  <a:close/>
                  <a:moveTo>
                    <a:pt x="228329" y="58243"/>
                  </a:moveTo>
                  <a:lnTo>
                    <a:pt x="275179" y="58136"/>
                  </a:lnTo>
                  <a:lnTo>
                    <a:pt x="249156" y="16549"/>
                  </a:lnTo>
                  <a:close/>
                  <a:moveTo>
                    <a:pt x="228329" y="58243"/>
                  </a:moveTo>
                  <a:lnTo>
                    <a:pt x="249156" y="16549"/>
                  </a:lnTo>
                  <a:lnTo>
                    <a:pt x="209461" y="10839"/>
                  </a:lnTo>
                  <a:close/>
                  <a:moveTo>
                    <a:pt x="228329" y="58243"/>
                  </a:moveTo>
                  <a:lnTo>
                    <a:pt x="209461" y="10839"/>
                  </a:lnTo>
                  <a:lnTo>
                    <a:pt x="225416" y="57617"/>
                  </a:lnTo>
                  <a:close/>
                  <a:moveTo>
                    <a:pt x="209461" y="10839"/>
                  </a:moveTo>
                  <a:lnTo>
                    <a:pt x="187108" y="6080"/>
                  </a:lnTo>
                  <a:lnTo>
                    <a:pt x="225416" y="57617"/>
                  </a:lnTo>
                  <a:close/>
                  <a:moveTo>
                    <a:pt x="1408940" y="1449105"/>
                  </a:moveTo>
                  <a:lnTo>
                    <a:pt x="1455727" y="1425011"/>
                  </a:lnTo>
                  <a:lnTo>
                    <a:pt x="1383049" y="1402539"/>
                  </a:lnTo>
                  <a:close/>
                  <a:moveTo>
                    <a:pt x="1455727" y="1425011"/>
                  </a:moveTo>
                  <a:lnTo>
                    <a:pt x="1417687" y="1397145"/>
                  </a:lnTo>
                  <a:lnTo>
                    <a:pt x="1383049" y="1402539"/>
                  </a:lnTo>
                  <a:close/>
                  <a:moveTo>
                    <a:pt x="1394389" y="1373474"/>
                  </a:moveTo>
                  <a:lnTo>
                    <a:pt x="1383049" y="1402539"/>
                  </a:lnTo>
                  <a:lnTo>
                    <a:pt x="1417687" y="1397145"/>
                  </a:lnTo>
                  <a:close/>
                  <a:moveTo>
                    <a:pt x="1394389" y="1373474"/>
                  </a:moveTo>
                  <a:lnTo>
                    <a:pt x="1378907" y="1397568"/>
                  </a:lnTo>
                  <a:lnTo>
                    <a:pt x="1383049" y="1402539"/>
                  </a:lnTo>
                  <a:close/>
                  <a:moveTo>
                    <a:pt x="1353253" y="1346032"/>
                  </a:moveTo>
                  <a:lnTo>
                    <a:pt x="1378907" y="1397568"/>
                  </a:lnTo>
                  <a:lnTo>
                    <a:pt x="1394389" y="1373474"/>
                  </a:lnTo>
                  <a:close/>
                  <a:moveTo>
                    <a:pt x="1328921" y="1277025"/>
                  </a:moveTo>
                  <a:lnTo>
                    <a:pt x="1364367" y="1332692"/>
                  </a:lnTo>
                  <a:lnTo>
                    <a:pt x="1368260" y="1321937"/>
                  </a:lnTo>
                  <a:close/>
                  <a:moveTo>
                    <a:pt x="1368260" y="1321937"/>
                  </a:moveTo>
                  <a:lnTo>
                    <a:pt x="1342611" y="1291126"/>
                  </a:lnTo>
                  <a:lnTo>
                    <a:pt x="1328921" y="1277025"/>
                  </a:lnTo>
                  <a:close/>
                  <a:moveTo>
                    <a:pt x="1064705" y="1085689"/>
                  </a:moveTo>
                  <a:lnTo>
                    <a:pt x="1069150" y="1088348"/>
                  </a:lnTo>
                  <a:lnTo>
                    <a:pt x="1067560" y="1086606"/>
                  </a:lnTo>
                  <a:close/>
                  <a:moveTo>
                    <a:pt x="896470" y="830665"/>
                  </a:moveTo>
                  <a:lnTo>
                    <a:pt x="938760" y="829257"/>
                  </a:lnTo>
                  <a:lnTo>
                    <a:pt x="926284" y="858108"/>
                  </a:lnTo>
                  <a:close/>
                  <a:moveTo>
                    <a:pt x="940013" y="863364"/>
                  </a:moveTo>
                  <a:lnTo>
                    <a:pt x="903747" y="833248"/>
                  </a:lnTo>
                  <a:lnTo>
                    <a:pt x="896470" y="830665"/>
                  </a:lnTo>
                  <a:close/>
                  <a:moveTo>
                    <a:pt x="926284" y="858108"/>
                  </a:moveTo>
                  <a:lnTo>
                    <a:pt x="940013" y="863364"/>
                  </a:lnTo>
                  <a:lnTo>
                    <a:pt x="896470" y="830665"/>
                  </a:lnTo>
                  <a:close/>
                  <a:moveTo>
                    <a:pt x="966670" y="858108"/>
                  </a:moveTo>
                  <a:lnTo>
                    <a:pt x="908802" y="825995"/>
                  </a:lnTo>
                  <a:lnTo>
                    <a:pt x="909791" y="830665"/>
                  </a:lnTo>
                  <a:close/>
                  <a:moveTo>
                    <a:pt x="903747" y="833248"/>
                  </a:moveTo>
                  <a:lnTo>
                    <a:pt x="940013" y="863364"/>
                  </a:lnTo>
                  <a:lnTo>
                    <a:pt x="966670" y="858108"/>
                  </a:lnTo>
                  <a:close/>
                  <a:moveTo>
                    <a:pt x="909791" y="830665"/>
                  </a:moveTo>
                  <a:lnTo>
                    <a:pt x="903747" y="833248"/>
                  </a:lnTo>
                  <a:lnTo>
                    <a:pt x="966670" y="858108"/>
                  </a:lnTo>
                  <a:close/>
                  <a:moveTo>
                    <a:pt x="841285" y="727592"/>
                  </a:moveTo>
                  <a:lnTo>
                    <a:pt x="852247" y="680472"/>
                  </a:lnTo>
                  <a:lnTo>
                    <a:pt x="862362" y="651962"/>
                  </a:lnTo>
                  <a:close/>
                  <a:moveTo>
                    <a:pt x="387796" y="192792"/>
                  </a:moveTo>
                  <a:lnTo>
                    <a:pt x="452346" y="233373"/>
                  </a:lnTo>
                  <a:lnTo>
                    <a:pt x="423930" y="201397"/>
                  </a:lnTo>
                  <a:close/>
                  <a:moveTo>
                    <a:pt x="225416" y="57617"/>
                  </a:moveTo>
                  <a:lnTo>
                    <a:pt x="189652" y="51704"/>
                  </a:lnTo>
                  <a:lnTo>
                    <a:pt x="230169" y="61618"/>
                  </a:lnTo>
                  <a:close/>
                  <a:moveTo>
                    <a:pt x="267388" y="65873"/>
                  </a:moveTo>
                  <a:lnTo>
                    <a:pt x="276140" y="58820"/>
                  </a:lnTo>
                  <a:lnTo>
                    <a:pt x="230169" y="61618"/>
                  </a:lnTo>
                  <a:close/>
                  <a:moveTo>
                    <a:pt x="1455727" y="1425011"/>
                  </a:moveTo>
                  <a:lnTo>
                    <a:pt x="1479362" y="1453061"/>
                  </a:lnTo>
                  <a:lnTo>
                    <a:pt x="1485118" y="1414232"/>
                  </a:lnTo>
                  <a:close/>
                  <a:moveTo>
                    <a:pt x="1485118" y="1414232"/>
                  </a:moveTo>
                  <a:lnTo>
                    <a:pt x="1417687" y="1397145"/>
                  </a:lnTo>
                  <a:lnTo>
                    <a:pt x="1455727" y="1425011"/>
                  </a:lnTo>
                  <a:close/>
                  <a:moveTo>
                    <a:pt x="1439677" y="1350449"/>
                  </a:moveTo>
                  <a:lnTo>
                    <a:pt x="1417687" y="1397145"/>
                  </a:lnTo>
                  <a:lnTo>
                    <a:pt x="1485118" y="1414232"/>
                  </a:lnTo>
                  <a:close/>
                  <a:moveTo>
                    <a:pt x="1394389" y="1373474"/>
                  </a:moveTo>
                  <a:lnTo>
                    <a:pt x="1417687" y="1397145"/>
                  </a:lnTo>
                  <a:lnTo>
                    <a:pt x="1439677" y="1350449"/>
                  </a:lnTo>
                  <a:close/>
                  <a:moveTo>
                    <a:pt x="1368260" y="1321937"/>
                  </a:moveTo>
                  <a:lnTo>
                    <a:pt x="1394389" y="1373474"/>
                  </a:lnTo>
                  <a:lnTo>
                    <a:pt x="1393464" y="1297844"/>
                  </a:lnTo>
                  <a:close/>
                  <a:moveTo>
                    <a:pt x="1368260" y="1321937"/>
                  </a:moveTo>
                  <a:lnTo>
                    <a:pt x="1393464" y="1297844"/>
                  </a:lnTo>
                  <a:lnTo>
                    <a:pt x="1342611" y="1291126"/>
                  </a:lnTo>
                  <a:close/>
                  <a:moveTo>
                    <a:pt x="1343589" y="1246307"/>
                  </a:moveTo>
                  <a:lnTo>
                    <a:pt x="1324673" y="1270401"/>
                  </a:lnTo>
                  <a:lnTo>
                    <a:pt x="1342611" y="1291126"/>
                  </a:lnTo>
                  <a:close/>
                  <a:moveTo>
                    <a:pt x="1168075" y="937087"/>
                  </a:moveTo>
                  <a:lnTo>
                    <a:pt x="1166032" y="980279"/>
                  </a:lnTo>
                  <a:lnTo>
                    <a:pt x="1203468" y="985348"/>
                  </a:lnTo>
                  <a:close/>
                  <a:moveTo>
                    <a:pt x="1068347" y="834995"/>
                  </a:moveTo>
                  <a:lnTo>
                    <a:pt x="1070595" y="834014"/>
                  </a:lnTo>
                  <a:lnTo>
                    <a:pt x="1069160" y="832545"/>
                  </a:lnTo>
                  <a:close/>
                  <a:moveTo>
                    <a:pt x="909544" y="720021"/>
                  </a:moveTo>
                  <a:lnTo>
                    <a:pt x="966612" y="679404"/>
                  </a:lnTo>
                  <a:lnTo>
                    <a:pt x="917634" y="693328"/>
                  </a:lnTo>
                  <a:close/>
                  <a:moveTo>
                    <a:pt x="959830" y="733356"/>
                  </a:moveTo>
                  <a:lnTo>
                    <a:pt x="990451" y="712942"/>
                  </a:lnTo>
                  <a:lnTo>
                    <a:pt x="909544" y="720021"/>
                  </a:lnTo>
                  <a:close/>
                  <a:moveTo>
                    <a:pt x="917634" y="693328"/>
                  </a:moveTo>
                  <a:lnTo>
                    <a:pt x="977404" y="664160"/>
                  </a:lnTo>
                  <a:lnTo>
                    <a:pt x="949719" y="642484"/>
                  </a:lnTo>
                  <a:close/>
                  <a:moveTo>
                    <a:pt x="917634" y="693328"/>
                  </a:moveTo>
                  <a:lnTo>
                    <a:pt x="949719" y="642484"/>
                  </a:lnTo>
                  <a:lnTo>
                    <a:pt x="906201" y="639881"/>
                  </a:lnTo>
                  <a:close/>
                  <a:moveTo>
                    <a:pt x="824672" y="542694"/>
                  </a:moveTo>
                  <a:lnTo>
                    <a:pt x="772538" y="557133"/>
                  </a:lnTo>
                  <a:lnTo>
                    <a:pt x="825027" y="578703"/>
                  </a:lnTo>
                  <a:close/>
                  <a:moveTo>
                    <a:pt x="824672" y="542694"/>
                  </a:moveTo>
                  <a:lnTo>
                    <a:pt x="773843" y="546035"/>
                  </a:lnTo>
                  <a:lnTo>
                    <a:pt x="772538" y="557133"/>
                  </a:lnTo>
                  <a:close/>
                  <a:moveTo>
                    <a:pt x="1211136" y="912994"/>
                  </a:moveTo>
                  <a:lnTo>
                    <a:pt x="1203468" y="985348"/>
                  </a:lnTo>
                  <a:lnTo>
                    <a:pt x="1223271" y="924486"/>
                  </a:lnTo>
                  <a:close/>
                  <a:moveTo>
                    <a:pt x="1211136" y="912994"/>
                  </a:moveTo>
                  <a:lnTo>
                    <a:pt x="1168075" y="937087"/>
                  </a:lnTo>
                  <a:lnTo>
                    <a:pt x="1203468" y="985348"/>
                  </a:lnTo>
                  <a:close/>
                  <a:moveTo>
                    <a:pt x="1069160" y="832545"/>
                  </a:moveTo>
                  <a:lnTo>
                    <a:pt x="1070595" y="834014"/>
                  </a:lnTo>
                  <a:lnTo>
                    <a:pt x="1071537" y="832402"/>
                  </a:lnTo>
                  <a:close/>
                  <a:moveTo>
                    <a:pt x="1074938" y="719248"/>
                  </a:moveTo>
                  <a:lnTo>
                    <a:pt x="1115356" y="758384"/>
                  </a:lnTo>
                  <a:lnTo>
                    <a:pt x="1064538" y="712606"/>
                  </a:lnTo>
                  <a:close/>
                  <a:moveTo>
                    <a:pt x="1064538" y="712606"/>
                  </a:moveTo>
                  <a:lnTo>
                    <a:pt x="1114861" y="772419"/>
                  </a:lnTo>
                  <a:lnTo>
                    <a:pt x="1114506" y="709965"/>
                  </a:lnTo>
                  <a:close/>
                  <a:moveTo>
                    <a:pt x="825342" y="353921"/>
                  </a:moveTo>
                  <a:lnTo>
                    <a:pt x="837812" y="356703"/>
                  </a:lnTo>
                  <a:lnTo>
                    <a:pt x="825339" y="346091"/>
                  </a:lnTo>
                  <a:close/>
                  <a:moveTo>
                    <a:pt x="481749" y="36871"/>
                  </a:moveTo>
                  <a:lnTo>
                    <a:pt x="466911" y="18027"/>
                  </a:lnTo>
                  <a:lnTo>
                    <a:pt x="486848" y="0"/>
                  </a:lnTo>
                  <a:close/>
                  <a:moveTo>
                    <a:pt x="1255296" y="796955"/>
                  </a:moveTo>
                  <a:lnTo>
                    <a:pt x="1207687" y="758384"/>
                  </a:lnTo>
                  <a:lnTo>
                    <a:pt x="1220152" y="777925"/>
                  </a:lnTo>
                  <a:close/>
                  <a:moveTo>
                    <a:pt x="1220152" y="777925"/>
                  </a:moveTo>
                  <a:lnTo>
                    <a:pt x="1207687" y="758384"/>
                  </a:lnTo>
                  <a:lnTo>
                    <a:pt x="1184217" y="778473"/>
                  </a:lnTo>
                  <a:close/>
                  <a:moveTo>
                    <a:pt x="1299158" y="785827"/>
                  </a:moveTo>
                  <a:lnTo>
                    <a:pt x="1272451" y="734290"/>
                  </a:lnTo>
                  <a:lnTo>
                    <a:pt x="1255296" y="796955"/>
                  </a:lnTo>
                  <a:close/>
                  <a:moveTo>
                    <a:pt x="925249" y="374042"/>
                  </a:moveTo>
                  <a:lnTo>
                    <a:pt x="923334" y="374980"/>
                  </a:lnTo>
                  <a:lnTo>
                    <a:pt x="953921" y="441463"/>
                  </a:lnTo>
                  <a:close/>
                  <a:moveTo>
                    <a:pt x="977686" y="395416"/>
                  </a:moveTo>
                  <a:lnTo>
                    <a:pt x="925249" y="374042"/>
                  </a:lnTo>
                  <a:lnTo>
                    <a:pt x="953921" y="441463"/>
                  </a:lnTo>
                  <a:close/>
                  <a:moveTo>
                    <a:pt x="1299158" y="785827"/>
                  </a:moveTo>
                  <a:lnTo>
                    <a:pt x="1318977" y="798062"/>
                  </a:lnTo>
                  <a:lnTo>
                    <a:pt x="1339813" y="766226"/>
                  </a:lnTo>
                  <a:close/>
                  <a:moveTo>
                    <a:pt x="1339813" y="766226"/>
                  </a:moveTo>
                  <a:lnTo>
                    <a:pt x="1343544" y="785827"/>
                  </a:lnTo>
                  <a:lnTo>
                    <a:pt x="1320149" y="71947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0" name="Output_density__4239">
              <a:extLst>
                <a:ext uri="{FF2B5EF4-FFF2-40B4-BE49-F238E27FC236}">
                  <a16:creationId xmlns:a16="http://schemas.microsoft.com/office/drawing/2014/main" id="{BFEA656E-E528-B91C-A5AB-F73BF5D2F5AC}"/>
                </a:ext>
              </a:extLst>
            </p:cNvPr>
            <p:cNvSpPr>
              <a:spLocks noGrp="1"/>
            </p:cNvSpPr>
            <p:nvPr/>
          </p:nvSpPr>
          <p:spPr>
            <a:xfrm>
              <a:off x="15424223" y="2693531"/>
              <a:ext cx="1391744" cy="1917028"/>
            </a:xfrm>
            <a:custGeom>
              <a:avLst/>
              <a:gdLst/>
              <a:ahLst/>
              <a:cxnLst/>
              <a:rect l="0" t="0" r="0" b="0"/>
              <a:pathLst>
                <a:path w="1391744" h="1917028">
                  <a:moveTo>
                    <a:pt x="151783" y="1730795"/>
                  </a:moveTo>
                  <a:lnTo>
                    <a:pt x="127992" y="1686000"/>
                  </a:lnTo>
                  <a:lnTo>
                    <a:pt x="133429" y="1709311"/>
                  </a:lnTo>
                  <a:close/>
                  <a:moveTo>
                    <a:pt x="129890" y="1688717"/>
                  </a:moveTo>
                  <a:lnTo>
                    <a:pt x="127992" y="1686000"/>
                  </a:lnTo>
                  <a:lnTo>
                    <a:pt x="151783" y="1730795"/>
                  </a:lnTo>
                  <a:close/>
                  <a:moveTo>
                    <a:pt x="181318" y="1706320"/>
                  </a:moveTo>
                  <a:lnTo>
                    <a:pt x="129890" y="1688717"/>
                  </a:lnTo>
                  <a:lnTo>
                    <a:pt x="151783" y="1730795"/>
                  </a:lnTo>
                  <a:close/>
                  <a:moveTo>
                    <a:pt x="86577" y="1661674"/>
                  </a:moveTo>
                  <a:lnTo>
                    <a:pt x="80614" y="1679157"/>
                  </a:lnTo>
                  <a:lnTo>
                    <a:pt x="40139" y="1662727"/>
                  </a:lnTo>
                  <a:close/>
                  <a:moveTo>
                    <a:pt x="313421" y="1891364"/>
                  </a:moveTo>
                  <a:lnTo>
                    <a:pt x="320742" y="1894215"/>
                  </a:lnTo>
                  <a:lnTo>
                    <a:pt x="325766" y="1897034"/>
                  </a:lnTo>
                  <a:close/>
                  <a:moveTo>
                    <a:pt x="320742" y="1894215"/>
                  </a:moveTo>
                  <a:lnTo>
                    <a:pt x="313421" y="1891364"/>
                  </a:lnTo>
                  <a:lnTo>
                    <a:pt x="250500" y="1850596"/>
                  </a:lnTo>
                  <a:close/>
                  <a:moveTo>
                    <a:pt x="377834" y="1917028"/>
                  </a:moveTo>
                  <a:lnTo>
                    <a:pt x="320742" y="1894215"/>
                  </a:lnTo>
                  <a:lnTo>
                    <a:pt x="348154" y="1909913"/>
                  </a:lnTo>
                  <a:close/>
                  <a:moveTo>
                    <a:pt x="377834" y="1917028"/>
                  </a:moveTo>
                  <a:lnTo>
                    <a:pt x="325766" y="1897034"/>
                  </a:lnTo>
                  <a:lnTo>
                    <a:pt x="320742" y="1894215"/>
                  </a:lnTo>
                  <a:close/>
                  <a:moveTo>
                    <a:pt x="313421" y="1891364"/>
                  </a:moveTo>
                  <a:lnTo>
                    <a:pt x="325766" y="1897034"/>
                  </a:lnTo>
                  <a:lnTo>
                    <a:pt x="332537" y="1884626"/>
                  </a:lnTo>
                  <a:close/>
                  <a:moveTo>
                    <a:pt x="193729" y="1670539"/>
                  </a:moveTo>
                  <a:lnTo>
                    <a:pt x="129890" y="1688717"/>
                  </a:lnTo>
                  <a:lnTo>
                    <a:pt x="181318" y="1706320"/>
                  </a:lnTo>
                  <a:close/>
                  <a:moveTo>
                    <a:pt x="227323" y="1618467"/>
                  </a:moveTo>
                  <a:lnTo>
                    <a:pt x="193729" y="1670539"/>
                  </a:lnTo>
                  <a:lnTo>
                    <a:pt x="243340" y="1668189"/>
                  </a:lnTo>
                  <a:close/>
                  <a:moveTo>
                    <a:pt x="247923" y="1375968"/>
                  </a:moveTo>
                  <a:lnTo>
                    <a:pt x="249414" y="1412279"/>
                  </a:lnTo>
                  <a:lnTo>
                    <a:pt x="251293" y="1379346"/>
                  </a:lnTo>
                  <a:close/>
                  <a:moveTo>
                    <a:pt x="387039" y="1411847"/>
                  </a:moveTo>
                  <a:lnTo>
                    <a:pt x="333063" y="1384719"/>
                  </a:lnTo>
                  <a:lnTo>
                    <a:pt x="356818" y="1433754"/>
                  </a:lnTo>
                  <a:close/>
                  <a:moveTo>
                    <a:pt x="295563" y="1379412"/>
                  </a:moveTo>
                  <a:lnTo>
                    <a:pt x="323754" y="1406789"/>
                  </a:lnTo>
                  <a:lnTo>
                    <a:pt x="331277" y="1383708"/>
                  </a:lnTo>
                  <a:close/>
                  <a:moveTo>
                    <a:pt x="387039" y="1411847"/>
                  </a:moveTo>
                  <a:lnTo>
                    <a:pt x="356818" y="1433754"/>
                  </a:lnTo>
                  <a:lnTo>
                    <a:pt x="432725" y="1407983"/>
                  </a:lnTo>
                  <a:close/>
                  <a:moveTo>
                    <a:pt x="415808" y="1384509"/>
                  </a:moveTo>
                  <a:lnTo>
                    <a:pt x="445340" y="1366941"/>
                  </a:lnTo>
                  <a:lnTo>
                    <a:pt x="429959" y="1358601"/>
                  </a:lnTo>
                  <a:close/>
                  <a:moveTo>
                    <a:pt x="272706" y="1049382"/>
                  </a:moveTo>
                  <a:lnTo>
                    <a:pt x="283411" y="1064177"/>
                  </a:lnTo>
                  <a:lnTo>
                    <a:pt x="258981" y="1028044"/>
                  </a:lnTo>
                  <a:close/>
                  <a:moveTo>
                    <a:pt x="258981" y="1028044"/>
                  </a:moveTo>
                  <a:lnTo>
                    <a:pt x="302342" y="1093517"/>
                  </a:lnTo>
                  <a:lnTo>
                    <a:pt x="269446" y="1082279"/>
                  </a:lnTo>
                  <a:close/>
                  <a:moveTo>
                    <a:pt x="0" y="772948"/>
                  </a:moveTo>
                  <a:lnTo>
                    <a:pt x="20082" y="778342"/>
                  </a:lnTo>
                  <a:lnTo>
                    <a:pt x="20833" y="716068"/>
                  </a:lnTo>
                  <a:close/>
                  <a:moveTo>
                    <a:pt x="175536" y="744187"/>
                  </a:moveTo>
                  <a:lnTo>
                    <a:pt x="223144" y="743725"/>
                  </a:lnTo>
                  <a:lnTo>
                    <a:pt x="217420" y="743511"/>
                  </a:lnTo>
                  <a:close/>
                  <a:moveTo>
                    <a:pt x="175536" y="744187"/>
                  </a:moveTo>
                  <a:lnTo>
                    <a:pt x="217420" y="743511"/>
                  </a:lnTo>
                  <a:lnTo>
                    <a:pt x="176111" y="742553"/>
                  </a:lnTo>
                  <a:close/>
                  <a:moveTo>
                    <a:pt x="292343" y="770954"/>
                  </a:moveTo>
                  <a:lnTo>
                    <a:pt x="279538" y="795047"/>
                  </a:lnTo>
                  <a:lnTo>
                    <a:pt x="284421" y="798152"/>
                  </a:lnTo>
                  <a:close/>
                  <a:moveTo>
                    <a:pt x="279538" y="795047"/>
                  </a:moveTo>
                  <a:lnTo>
                    <a:pt x="292343" y="770954"/>
                  </a:lnTo>
                  <a:lnTo>
                    <a:pt x="223144" y="743725"/>
                  </a:lnTo>
                  <a:close/>
                  <a:moveTo>
                    <a:pt x="217420" y="743511"/>
                  </a:moveTo>
                  <a:lnTo>
                    <a:pt x="191247" y="668671"/>
                  </a:lnTo>
                  <a:lnTo>
                    <a:pt x="176111" y="742553"/>
                  </a:lnTo>
                  <a:close/>
                  <a:moveTo>
                    <a:pt x="712257" y="1301870"/>
                  </a:moveTo>
                  <a:lnTo>
                    <a:pt x="696794" y="1286319"/>
                  </a:lnTo>
                  <a:lnTo>
                    <a:pt x="648286" y="1253154"/>
                  </a:lnTo>
                  <a:close/>
                  <a:moveTo>
                    <a:pt x="939858" y="1419010"/>
                  </a:moveTo>
                  <a:lnTo>
                    <a:pt x="875310" y="1433505"/>
                  </a:lnTo>
                  <a:lnTo>
                    <a:pt x="931251" y="1488751"/>
                  </a:lnTo>
                  <a:close/>
                  <a:moveTo>
                    <a:pt x="931251" y="1488751"/>
                  </a:moveTo>
                  <a:lnTo>
                    <a:pt x="942623" y="1440929"/>
                  </a:lnTo>
                  <a:lnTo>
                    <a:pt x="939858" y="1419010"/>
                  </a:lnTo>
                  <a:close/>
                  <a:moveTo>
                    <a:pt x="837007" y="1371645"/>
                  </a:moveTo>
                  <a:lnTo>
                    <a:pt x="857020" y="1440929"/>
                  </a:lnTo>
                  <a:lnTo>
                    <a:pt x="879542" y="1367322"/>
                  </a:lnTo>
                  <a:close/>
                  <a:moveTo>
                    <a:pt x="875310" y="1433505"/>
                  </a:moveTo>
                  <a:lnTo>
                    <a:pt x="918905" y="1373302"/>
                  </a:lnTo>
                  <a:lnTo>
                    <a:pt x="879542" y="1367322"/>
                  </a:lnTo>
                  <a:close/>
                  <a:moveTo>
                    <a:pt x="827904" y="1365299"/>
                  </a:moveTo>
                  <a:lnTo>
                    <a:pt x="798013" y="1389393"/>
                  </a:lnTo>
                  <a:lnTo>
                    <a:pt x="807910" y="1397753"/>
                  </a:lnTo>
                  <a:close/>
                  <a:moveTo>
                    <a:pt x="749512" y="1337856"/>
                  </a:moveTo>
                  <a:lnTo>
                    <a:pt x="798013" y="1389393"/>
                  </a:lnTo>
                  <a:lnTo>
                    <a:pt x="827904" y="1365299"/>
                  </a:lnTo>
                  <a:close/>
                  <a:moveTo>
                    <a:pt x="879542" y="1367322"/>
                  </a:moveTo>
                  <a:lnTo>
                    <a:pt x="918905" y="1373302"/>
                  </a:lnTo>
                  <a:lnTo>
                    <a:pt x="862329" y="1318572"/>
                  </a:lnTo>
                  <a:close/>
                  <a:moveTo>
                    <a:pt x="862329" y="1318572"/>
                  </a:moveTo>
                  <a:lnTo>
                    <a:pt x="835256" y="1313762"/>
                  </a:lnTo>
                  <a:lnTo>
                    <a:pt x="860215" y="1365299"/>
                  </a:lnTo>
                  <a:close/>
                  <a:moveTo>
                    <a:pt x="510149" y="850292"/>
                  </a:moveTo>
                  <a:lnTo>
                    <a:pt x="456143" y="821041"/>
                  </a:lnTo>
                  <a:lnTo>
                    <a:pt x="509609" y="849933"/>
                  </a:lnTo>
                  <a:close/>
                  <a:moveTo>
                    <a:pt x="1149134" y="1665251"/>
                  </a:moveTo>
                  <a:lnTo>
                    <a:pt x="1190753" y="1674519"/>
                  </a:lnTo>
                  <a:lnTo>
                    <a:pt x="1190928" y="1598888"/>
                  </a:lnTo>
                  <a:close/>
                  <a:moveTo>
                    <a:pt x="1190928" y="1598888"/>
                  </a:moveTo>
                  <a:lnTo>
                    <a:pt x="1190753" y="1674519"/>
                  </a:lnTo>
                  <a:lnTo>
                    <a:pt x="1224259" y="1636555"/>
                  </a:lnTo>
                  <a:close/>
                  <a:moveTo>
                    <a:pt x="835256" y="1313762"/>
                  </a:moveTo>
                  <a:lnTo>
                    <a:pt x="820912" y="1262225"/>
                  </a:lnTo>
                  <a:lnTo>
                    <a:pt x="877054" y="1289668"/>
                  </a:lnTo>
                  <a:close/>
                  <a:moveTo>
                    <a:pt x="483283" y="834151"/>
                  </a:moveTo>
                  <a:lnTo>
                    <a:pt x="520277" y="901469"/>
                  </a:lnTo>
                  <a:lnTo>
                    <a:pt x="509609" y="849933"/>
                  </a:lnTo>
                  <a:close/>
                  <a:moveTo>
                    <a:pt x="569023" y="825839"/>
                  </a:moveTo>
                  <a:lnTo>
                    <a:pt x="527136" y="774302"/>
                  </a:lnTo>
                  <a:lnTo>
                    <a:pt x="547250" y="795368"/>
                  </a:lnTo>
                  <a:close/>
                  <a:moveTo>
                    <a:pt x="965513" y="1232952"/>
                  </a:moveTo>
                  <a:lnTo>
                    <a:pt x="950309" y="1222286"/>
                  </a:lnTo>
                  <a:lnTo>
                    <a:pt x="981378" y="1252495"/>
                  </a:lnTo>
                  <a:close/>
                  <a:moveTo>
                    <a:pt x="885580" y="1135058"/>
                  </a:moveTo>
                  <a:lnTo>
                    <a:pt x="902711" y="1110964"/>
                  </a:lnTo>
                  <a:lnTo>
                    <a:pt x="849065" y="1107151"/>
                  </a:lnTo>
                  <a:close/>
                  <a:moveTo>
                    <a:pt x="902711" y="1110964"/>
                  </a:moveTo>
                  <a:lnTo>
                    <a:pt x="882017" y="1095453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49065" y="1107151"/>
                  </a:lnTo>
                  <a:lnTo>
                    <a:pt x="882017" y="1095453"/>
                  </a:lnTo>
                  <a:close/>
                  <a:moveTo>
                    <a:pt x="835153" y="1059428"/>
                  </a:moveTo>
                  <a:lnTo>
                    <a:pt x="814520" y="1083522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23074" y="1049752"/>
                  </a:lnTo>
                  <a:lnTo>
                    <a:pt x="783442" y="1036473"/>
                  </a:lnTo>
                  <a:close/>
                  <a:moveTo>
                    <a:pt x="595323" y="801745"/>
                  </a:moveTo>
                  <a:lnTo>
                    <a:pt x="588287" y="830849"/>
                  </a:lnTo>
                  <a:lnTo>
                    <a:pt x="620263" y="815504"/>
                  </a:lnTo>
                  <a:close/>
                  <a:moveTo>
                    <a:pt x="93471" y="203554"/>
                  </a:moveTo>
                  <a:lnTo>
                    <a:pt x="156432" y="132289"/>
                  </a:lnTo>
                  <a:lnTo>
                    <a:pt x="109582" y="132395"/>
                  </a:lnTo>
                  <a:close/>
                  <a:moveTo>
                    <a:pt x="77502" y="32990"/>
                  </a:moveTo>
                  <a:lnTo>
                    <a:pt x="67290" y="28696"/>
                  </a:lnTo>
                  <a:lnTo>
                    <a:pt x="68361" y="80232"/>
                  </a:lnTo>
                  <a:close/>
                  <a:moveTo>
                    <a:pt x="1360616" y="1527214"/>
                  </a:moveTo>
                  <a:lnTo>
                    <a:pt x="1391744" y="1505739"/>
                  </a:lnTo>
                  <a:lnTo>
                    <a:pt x="1381797" y="1499163"/>
                  </a:lnTo>
                  <a:close/>
                  <a:moveTo>
                    <a:pt x="1080576" y="1255087"/>
                  </a:moveTo>
                  <a:lnTo>
                    <a:pt x="1064807" y="1241480"/>
                  </a:lnTo>
                  <a:lnTo>
                    <a:pt x="1061334" y="1241859"/>
                  </a:lnTo>
                  <a:close/>
                  <a:moveTo>
                    <a:pt x="1061334" y="1241859"/>
                  </a:moveTo>
                  <a:lnTo>
                    <a:pt x="1113781" y="1263272"/>
                  </a:lnTo>
                  <a:lnTo>
                    <a:pt x="1080576" y="1255087"/>
                  </a:lnTo>
                  <a:close/>
                  <a:moveTo>
                    <a:pt x="902711" y="1110964"/>
                  </a:moveTo>
                  <a:lnTo>
                    <a:pt x="945959" y="1159842"/>
                  </a:lnTo>
                  <a:lnTo>
                    <a:pt x="910775" y="1090958"/>
                  </a:lnTo>
                  <a:close/>
                  <a:moveTo>
                    <a:pt x="882017" y="1095453"/>
                  </a:moveTo>
                  <a:lnTo>
                    <a:pt x="902711" y="1110964"/>
                  </a:lnTo>
                  <a:lnTo>
                    <a:pt x="910775" y="1090958"/>
                  </a:lnTo>
                  <a:close/>
                  <a:moveTo>
                    <a:pt x="930557" y="1035334"/>
                  </a:moveTo>
                  <a:lnTo>
                    <a:pt x="958633" y="1072329"/>
                  </a:lnTo>
                  <a:lnTo>
                    <a:pt x="941709" y="1041048"/>
                  </a:lnTo>
                  <a:close/>
                  <a:moveTo>
                    <a:pt x="941709" y="1041048"/>
                  </a:moveTo>
                  <a:lnTo>
                    <a:pt x="914779" y="1000199"/>
                  </a:lnTo>
                  <a:lnTo>
                    <a:pt x="930557" y="1035334"/>
                  </a:lnTo>
                  <a:close/>
                  <a:moveTo>
                    <a:pt x="612919" y="679237"/>
                  </a:moveTo>
                  <a:lnTo>
                    <a:pt x="663510" y="738833"/>
                  </a:lnTo>
                  <a:lnTo>
                    <a:pt x="634597" y="698672"/>
                  </a:lnTo>
                  <a:close/>
                  <a:moveTo>
                    <a:pt x="612919" y="679237"/>
                  </a:moveTo>
                  <a:lnTo>
                    <a:pt x="634597" y="698672"/>
                  </a:lnTo>
                  <a:lnTo>
                    <a:pt x="611820" y="649039"/>
                  </a:lnTo>
                  <a:close/>
                  <a:moveTo>
                    <a:pt x="611820" y="649039"/>
                  </a:moveTo>
                  <a:lnTo>
                    <a:pt x="635034" y="696055"/>
                  </a:lnTo>
                  <a:lnTo>
                    <a:pt x="653791" y="631285"/>
                  </a:lnTo>
                  <a:close/>
                  <a:moveTo>
                    <a:pt x="273076" y="337915"/>
                  </a:moveTo>
                  <a:lnTo>
                    <a:pt x="316059" y="376843"/>
                  </a:lnTo>
                  <a:lnTo>
                    <a:pt x="341082" y="365358"/>
                  </a:lnTo>
                  <a:close/>
                  <a:moveTo>
                    <a:pt x="273076" y="337915"/>
                  </a:moveTo>
                  <a:lnTo>
                    <a:pt x="269049" y="266944"/>
                  </a:lnTo>
                  <a:lnTo>
                    <a:pt x="254468" y="321240"/>
                  </a:lnTo>
                  <a:close/>
                  <a:moveTo>
                    <a:pt x="401157" y="385435"/>
                  </a:moveTo>
                  <a:lnTo>
                    <a:pt x="341033" y="371891"/>
                  </a:lnTo>
                  <a:lnTo>
                    <a:pt x="375270" y="382039"/>
                  </a:lnTo>
                  <a:close/>
                  <a:moveTo>
                    <a:pt x="1381842" y="1388303"/>
                  </a:moveTo>
                  <a:lnTo>
                    <a:pt x="1360023" y="1390101"/>
                  </a:lnTo>
                  <a:lnTo>
                    <a:pt x="1360940" y="1430057"/>
                  </a:lnTo>
                  <a:close/>
                  <a:moveTo>
                    <a:pt x="1193931" y="1253365"/>
                  </a:moveTo>
                  <a:lnTo>
                    <a:pt x="1202300" y="1232092"/>
                  </a:lnTo>
                  <a:lnTo>
                    <a:pt x="1150007" y="1263813"/>
                  </a:lnTo>
                  <a:close/>
                  <a:moveTo>
                    <a:pt x="1202300" y="1232092"/>
                  </a:moveTo>
                  <a:lnTo>
                    <a:pt x="1182907" y="1212145"/>
                  </a:lnTo>
                  <a:lnTo>
                    <a:pt x="1153466" y="1171069"/>
                  </a:lnTo>
                  <a:close/>
                  <a:moveTo>
                    <a:pt x="928071" y="958063"/>
                  </a:moveTo>
                  <a:lnTo>
                    <a:pt x="1000375" y="968593"/>
                  </a:lnTo>
                  <a:lnTo>
                    <a:pt x="951848" y="908167"/>
                  </a:lnTo>
                  <a:close/>
                  <a:moveTo>
                    <a:pt x="790797" y="794174"/>
                  </a:moveTo>
                  <a:lnTo>
                    <a:pt x="798887" y="767481"/>
                  </a:lnTo>
                  <a:lnTo>
                    <a:pt x="775955" y="778456"/>
                  </a:lnTo>
                  <a:close/>
                  <a:moveTo>
                    <a:pt x="798887" y="767481"/>
                  </a:moveTo>
                  <a:lnTo>
                    <a:pt x="759809" y="718089"/>
                  </a:lnTo>
                  <a:lnTo>
                    <a:pt x="790626" y="753557"/>
                  </a:lnTo>
                  <a:close/>
                  <a:moveTo>
                    <a:pt x="655097" y="620187"/>
                  </a:moveTo>
                  <a:lnTo>
                    <a:pt x="613796" y="615782"/>
                  </a:lnTo>
                  <a:lnTo>
                    <a:pt x="611820" y="649039"/>
                  </a:lnTo>
                  <a:close/>
                  <a:moveTo>
                    <a:pt x="980986" y="959703"/>
                  </a:moveTo>
                  <a:lnTo>
                    <a:pt x="1000375" y="968593"/>
                  </a:lnTo>
                  <a:lnTo>
                    <a:pt x="1014829" y="972862"/>
                  </a:lnTo>
                  <a:close/>
                  <a:moveTo>
                    <a:pt x="164800" y="0"/>
                  </a:moveTo>
                  <a:lnTo>
                    <a:pt x="240590" y="32045"/>
                  </a:lnTo>
                  <a:lnTo>
                    <a:pt x="194734" y="2782"/>
                  </a:lnTo>
                  <a:close/>
                  <a:moveTo>
                    <a:pt x="1362557" y="1366000"/>
                  </a:moveTo>
                  <a:lnTo>
                    <a:pt x="1321906" y="1422263"/>
                  </a:lnTo>
                  <a:lnTo>
                    <a:pt x="1360023" y="1390101"/>
                  </a:lnTo>
                  <a:close/>
                  <a:moveTo>
                    <a:pt x="1342480" y="1319579"/>
                  </a:moveTo>
                  <a:lnTo>
                    <a:pt x="1327625" y="1356416"/>
                  </a:lnTo>
                  <a:lnTo>
                    <a:pt x="1362557" y="1366000"/>
                  </a:lnTo>
                  <a:close/>
                  <a:moveTo>
                    <a:pt x="1104524" y="998638"/>
                  </a:moveTo>
                  <a:lnTo>
                    <a:pt x="1144816" y="989872"/>
                  </a:lnTo>
                  <a:lnTo>
                    <a:pt x="1132822" y="987146"/>
                  </a:lnTo>
                  <a:close/>
                  <a:moveTo>
                    <a:pt x="1132822" y="987146"/>
                  </a:moveTo>
                  <a:lnTo>
                    <a:pt x="1144816" y="989872"/>
                  </a:lnTo>
                  <a:lnTo>
                    <a:pt x="1145451" y="976980"/>
                  </a:lnTo>
                  <a:close/>
                  <a:moveTo>
                    <a:pt x="672199" y="543540"/>
                  </a:moveTo>
                  <a:lnTo>
                    <a:pt x="621040" y="548608"/>
                  </a:lnTo>
                  <a:lnTo>
                    <a:pt x="670285" y="558053"/>
                  </a:lnTo>
                  <a:close/>
                  <a:moveTo>
                    <a:pt x="621235" y="546991"/>
                  </a:moveTo>
                  <a:lnTo>
                    <a:pt x="672199" y="543540"/>
                  </a:lnTo>
                  <a:lnTo>
                    <a:pt x="661563" y="489445"/>
                  </a:lnTo>
                  <a:close/>
                  <a:moveTo>
                    <a:pt x="672199" y="543540"/>
                  </a:moveTo>
                  <a:lnTo>
                    <a:pt x="670285" y="558053"/>
                  </a:lnTo>
                  <a:lnTo>
                    <a:pt x="677996" y="547411"/>
                  </a:lnTo>
                  <a:close/>
                  <a:moveTo>
                    <a:pt x="661563" y="489445"/>
                  </a:moveTo>
                  <a:lnTo>
                    <a:pt x="677996" y="547411"/>
                  </a:lnTo>
                  <a:lnTo>
                    <a:pt x="675719" y="495874"/>
                  </a:lnTo>
                  <a:close/>
                  <a:moveTo>
                    <a:pt x="661563" y="489445"/>
                  </a:moveTo>
                  <a:lnTo>
                    <a:pt x="672199" y="543540"/>
                  </a:lnTo>
                  <a:lnTo>
                    <a:pt x="677996" y="547411"/>
                  </a:lnTo>
                  <a:close/>
                  <a:moveTo>
                    <a:pt x="348164" y="92180"/>
                  </a:moveTo>
                  <a:lnTo>
                    <a:pt x="316617" y="109129"/>
                  </a:lnTo>
                  <a:lnTo>
                    <a:pt x="368101" y="74153"/>
                  </a:lnTo>
                  <a:close/>
                  <a:moveTo>
                    <a:pt x="368101" y="74153"/>
                  </a:moveTo>
                  <a:lnTo>
                    <a:pt x="316617" y="109129"/>
                  </a:lnTo>
                  <a:lnTo>
                    <a:pt x="346951" y="83581"/>
                  </a:lnTo>
                  <a:close/>
                  <a:moveTo>
                    <a:pt x="1132822" y="987146"/>
                  </a:moveTo>
                  <a:lnTo>
                    <a:pt x="1145451" y="976980"/>
                  </a:lnTo>
                  <a:lnTo>
                    <a:pt x="1109914" y="980266"/>
                  </a:lnTo>
                  <a:close/>
                  <a:moveTo>
                    <a:pt x="1148110" y="924452"/>
                  </a:moveTo>
                  <a:lnTo>
                    <a:pt x="1167478" y="935609"/>
                  </a:lnTo>
                  <a:lnTo>
                    <a:pt x="1136549" y="871108"/>
                  </a:lnTo>
                  <a:close/>
                  <a:moveTo>
                    <a:pt x="1136549" y="871108"/>
                  </a:moveTo>
                  <a:lnTo>
                    <a:pt x="1200230" y="872215"/>
                  </a:lnTo>
                  <a:lnTo>
                    <a:pt x="1180411" y="859979"/>
                  </a:lnTo>
                  <a:close/>
                  <a:moveTo>
                    <a:pt x="1148110" y="924452"/>
                  </a:moveTo>
                  <a:lnTo>
                    <a:pt x="1136549" y="871108"/>
                  </a:lnTo>
                  <a:lnTo>
                    <a:pt x="1122879" y="911516"/>
                  </a:lnTo>
                  <a:close/>
                  <a:moveTo>
                    <a:pt x="1136549" y="871108"/>
                  </a:moveTo>
                  <a:lnTo>
                    <a:pt x="1116273" y="859979"/>
                  </a:lnTo>
                  <a:lnTo>
                    <a:pt x="1122879" y="911516"/>
                  </a:lnTo>
                  <a:close/>
                  <a:moveTo>
                    <a:pt x="775379" y="466728"/>
                  </a:moveTo>
                  <a:lnTo>
                    <a:pt x="805847" y="447686"/>
                  </a:lnTo>
                  <a:lnTo>
                    <a:pt x="746318" y="397850"/>
                  </a:lnTo>
                  <a:close/>
                  <a:moveTo>
                    <a:pt x="806503" y="448195"/>
                  </a:moveTo>
                  <a:lnTo>
                    <a:pt x="858939" y="469568"/>
                  </a:lnTo>
                  <a:lnTo>
                    <a:pt x="865013" y="423592"/>
                  </a:lnTo>
                  <a:close/>
                  <a:moveTo>
                    <a:pt x="861282" y="296425"/>
                  </a:moveTo>
                  <a:lnTo>
                    <a:pt x="866156" y="311575"/>
                  </a:lnTo>
                  <a:lnTo>
                    <a:pt x="823277" y="245710"/>
                  </a:lnTo>
                  <a:close/>
                  <a:moveTo>
                    <a:pt x="823277" y="245710"/>
                  </a:moveTo>
                  <a:lnTo>
                    <a:pt x="866156" y="311575"/>
                  </a:lnTo>
                  <a:lnTo>
                    <a:pt x="835003" y="26898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41" name="Output_density__4240">
              <a:extLst>
                <a:ext uri="{FF2B5EF4-FFF2-40B4-BE49-F238E27FC236}">
                  <a16:creationId xmlns:a16="http://schemas.microsoft.com/office/drawing/2014/main" id="{8F94F88B-AE88-DF25-881A-486E52D42CC6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314552" cy="1899983"/>
            </a:xfrm>
            <a:custGeom>
              <a:avLst/>
              <a:gdLst/>
              <a:ahLst/>
              <a:cxnLst/>
              <a:rect l="0" t="0" r="0" b="0"/>
              <a:pathLst>
                <a:path w="1314552" h="1899983">
                  <a:moveTo>
                    <a:pt x="19286" y="1670294"/>
                  </a:moveTo>
                  <a:lnTo>
                    <a:pt x="66139" y="1717931"/>
                  </a:lnTo>
                  <a:lnTo>
                    <a:pt x="60702" y="1694619"/>
                  </a:lnTo>
                  <a:close/>
                  <a:moveTo>
                    <a:pt x="60702" y="1694619"/>
                  </a:moveTo>
                  <a:lnTo>
                    <a:pt x="42882" y="1693837"/>
                  </a:lnTo>
                  <a:lnTo>
                    <a:pt x="19286" y="1670294"/>
                  </a:lnTo>
                  <a:close/>
                  <a:moveTo>
                    <a:pt x="183209" y="1859216"/>
                  </a:moveTo>
                  <a:lnTo>
                    <a:pt x="246131" y="1899983"/>
                  </a:lnTo>
                  <a:lnTo>
                    <a:pt x="203777" y="1875818"/>
                  </a:lnTo>
                  <a:close/>
                  <a:moveTo>
                    <a:pt x="160033" y="1627086"/>
                  </a:moveTo>
                  <a:lnTo>
                    <a:pt x="133427" y="1652572"/>
                  </a:lnTo>
                  <a:lnTo>
                    <a:pt x="126438" y="1679159"/>
                  </a:lnTo>
                  <a:close/>
                  <a:moveTo>
                    <a:pt x="180633" y="1384588"/>
                  </a:moveTo>
                  <a:lnTo>
                    <a:pt x="228273" y="1388031"/>
                  </a:lnTo>
                  <a:lnTo>
                    <a:pt x="216141" y="1393243"/>
                  </a:lnTo>
                  <a:close/>
                  <a:moveTo>
                    <a:pt x="228273" y="1388031"/>
                  </a:moveTo>
                  <a:lnTo>
                    <a:pt x="263987" y="1392328"/>
                  </a:lnTo>
                  <a:lnTo>
                    <a:pt x="216141" y="1393243"/>
                  </a:lnTo>
                  <a:close/>
                  <a:moveTo>
                    <a:pt x="265773" y="1393338"/>
                  </a:moveTo>
                  <a:lnTo>
                    <a:pt x="319749" y="1420466"/>
                  </a:lnTo>
                  <a:lnTo>
                    <a:pt x="348517" y="1393129"/>
                  </a:lnTo>
                  <a:close/>
                  <a:moveTo>
                    <a:pt x="365435" y="1416602"/>
                  </a:moveTo>
                  <a:lnTo>
                    <a:pt x="378049" y="1375561"/>
                  </a:lnTo>
                  <a:lnTo>
                    <a:pt x="348517" y="1393129"/>
                  </a:lnTo>
                  <a:close/>
                  <a:moveTo>
                    <a:pt x="319749" y="1420466"/>
                  </a:moveTo>
                  <a:lnTo>
                    <a:pt x="365435" y="1416602"/>
                  </a:lnTo>
                  <a:lnTo>
                    <a:pt x="348517" y="1393129"/>
                  </a:lnTo>
                  <a:close/>
                  <a:moveTo>
                    <a:pt x="108245" y="752806"/>
                  </a:moveTo>
                  <a:lnTo>
                    <a:pt x="117847" y="827761"/>
                  </a:lnTo>
                  <a:lnTo>
                    <a:pt x="155854" y="752345"/>
                  </a:lnTo>
                  <a:close/>
                  <a:moveTo>
                    <a:pt x="107814" y="752130"/>
                  </a:moveTo>
                  <a:lnTo>
                    <a:pt x="108245" y="752806"/>
                  </a:lnTo>
                  <a:lnTo>
                    <a:pt x="108821" y="751173"/>
                  </a:lnTo>
                  <a:close/>
                  <a:moveTo>
                    <a:pt x="225052" y="779574"/>
                  </a:moveTo>
                  <a:lnTo>
                    <a:pt x="217130" y="806772"/>
                  </a:lnTo>
                  <a:lnTo>
                    <a:pt x="250364" y="796128"/>
                  </a:lnTo>
                  <a:close/>
                  <a:moveTo>
                    <a:pt x="250364" y="796128"/>
                  </a:moveTo>
                  <a:lnTo>
                    <a:pt x="217130" y="806772"/>
                  </a:lnTo>
                  <a:lnTo>
                    <a:pt x="297760" y="798654"/>
                  </a:lnTo>
                  <a:close/>
                  <a:moveTo>
                    <a:pt x="108821" y="751173"/>
                  </a:moveTo>
                  <a:lnTo>
                    <a:pt x="123957" y="677290"/>
                  </a:lnTo>
                  <a:lnTo>
                    <a:pt x="107814" y="752130"/>
                  </a:lnTo>
                  <a:close/>
                  <a:moveTo>
                    <a:pt x="107814" y="752130"/>
                  </a:moveTo>
                  <a:lnTo>
                    <a:pt x="123957" y="677290"/>
                  </a:lnTo>
                  <a:lnTo>
                    <a:pt x="123367" y="676500"/>
                  </a:lnTo>
                  <a:close/>
                  <a:moveTo>
                    <a:pt x="808019" y="1442125"/>
                  </a:moveTo>
                  <a:lnTo>
                    <a:pt x="872568" y="1427630"/>
                  </a:lnTo>
                  <a:lnTo>
                    <a:pt x="851614" y="1381922"/>
                  </a:lnTo>
                  <a:close/>
                  <a:moveTo>
                    <a:pt x="812251" y="1375941"/>
                  </a:moveTo>
                  <a:lnTo>
                    <a:pt x="795039" y="1327192"/>
                  </a:lnTo>
                  <a:lnTo>
                    <a:pt x="792925" y="1373919"/>
                  </a:lnTo>
                  <a:close/>
                  <a:moveTo>
                    <a:pt x="442859" y="858911"/>
                  </a:moveTo>
                  <a:lnTo>
                    <a:pt x="451492" y="914636"/>
                  </a:lnTo>
                  <a:lnTo>
                    <a:pt x="452146" y="934183"/>
                  </a:lnTo>
                  <a:close/>
                  <a:moveTo>
                    <a:pt x="451492" y="914636"/>
                  </a:moveTo>
                  <a:lnTo>
                    <a:pt x="442859" y="858911"/>
                  </a:lnTo>
                  <a:lnTo>
                    <a:pt x="452986" y="910089"/>
                  </a:lnTo>
                  <a:close/>
                  <a:moveTo>
                    <a:pt x="442859" y="858911"/>
                  </a:moveTo>
                  <a:lnTo>
                    <a:pt x="442318" y="858552"/>
                  </a:lnTo>
                  <a:lnTo>
                    <a:pt x="452986" y="910089"/>
                  </a:lnTo>
                  <a:close/>
                  <a:moveTo>
                    <a:pt x="1156969" y="1645175"/>
                  </a:moveTo>
                  <a:lnTo>
                    <a:pt x="1123462" y="1683138"/>
                  </a:lnTo>
                  <a:lnTo>
                    <a:pt x="1137953" y="1677520"/>
                  </a:lnTo>
                  <a:close/>
                  <a:moveTo>
                    <a:pt x="1167245" y="1607508"/>
                  </a:moveTo>
                  <a:lnTo>
                    <a:pt x="1156969" y="1645175"/>
                  </a:lnTo>
                  <a:lnTo>
                    <a:pt x="1134102" y="1683138"/>
                  </a:lnTo>
                  <a:close/>
                  <a:moveTo>
                    <a:pt x="945721" y="1244485"/>
                  </a:moveTo>
                  <a:lnTo>
                    <a:pt x="898223" y="1241572"/>
                  </a:lnTo>
                  <a:lnTo>
                    <a:pt x="914088" y="1261114"/>
                  </a:lnTo>
                  <a:close/>
                  <a:moveTo>
                    <a:pt x="945721" y="1244485"/>
                  </a:moveTo>
                  <a:lnTo>
                    <a:pt x="914088" y="1261114"/>
                  </a:lnTo>
                  <a:lnTo>
                    <a:pt x="994044" y="1250479"/>
                  </a:lnTo>
                  <a:close/>
                  <a:moveTo>
                    <a:pt x="747230" y="1092142"/>
                  </a:moveTo>
                  <a:lnTo>
                    <a:pt x="767862" y="1068048"/>
                  </a:lnTo>
                  <a:lnTo>
                    <a:pt x="716152" y="1045093"/>
                  </a:lnTo>
                  <a:close/>
                  <a:moveTo>
                    <a:pt x="679167" y="1081488"/>
                  </a:moveTo>
                  <a:lnTo>
                    <a:pt x="716152" y="1045093"/>
                  </a:lnTo>
                  <a:lnTo>
                    <a:pt x="755784" y="1058372"/>
                  </a:lnTo>
                  <a:close/>
                  <a:moveTo>
                    <a:pt x="528032" y="810365"/>
                  </a:moveTo>
                  <a:lnTo>
                    <a:pt x="501732" y="834458"/>
                  </a:lnTo>
                  <a:lnTo>
                    <a:pt x="520996" y="839469"/>
                  </a:lnTo>
                  <a:close/>
                  <a:moveTo>
                    <a:pt x="201054" y="341965"/>
                  </a:moveTo>
                  <a:lnTo>
                    <a:pt x="205786" y="346535"/>
                  </a:lnTo>
                  <a:lnTo>
                    <a:pt x="187178" y="329860"/>
                  </a:lnTo>
                  <a:close/>
                  <a:moveTo>
                    <a:pt x="26181" y="212174"/>
                  </a:moveTo>
                  <a:lnTo>
                    <a:pt x="42292" y="141015"/>
                  </a:lnTo>
                  <a:lnTo>
                    <a:pt x="9949" y="216019"/>
                  </a:lnTo>
                  <a:close/>
                  <a:moveTo>
                    <a:pt x="205786" y="346535"/>
                  </a:moveTo>
                  <a:lnTo>
                    <a:pt x="222376" y="359528"/>
                  </a:lnTo>
                  <a:lnTo>
                    <a:pt x="248768" y="385462"/>
                  </a:lnTo>
                  <a:close/>
                  <a:moveTo>
                    <a:pt x="994044" y="1250479"/>
                  </a:moveTo>
                  <a:lnTo>
                    <a:pt x="997516" y="1250100"/>
                  </a:lnTo>
                  <a:lnTo>
                    <a:pt x="980733" y="1240490"/>
                  </a:lnTo>
                  <a:close/>
                  <a:moveTo>
                    <a:pt x="994044" y="1250479"/>
                  </a:moveTo>
                  <a:lnTo>
                    <a:pt x="980733" y="1240490"/>
                  </a:lnTo>
                  <a:lnTo>
                    <a:pt x="945721" y="1244485"/>
                  </a:lnTo>
                  <a:close/>
                  <a:moveTo>
                    <a:pt x="723507" y="802794"/>
                  </a:moveTo>
                  <a:lnTo>
                    <a:pt x="676747" y="802642"/>
                  </a:lnTo>
                  <a:lnTo>
                    <a:pt x="694265" y="828363"/>
                  </a:lnTo>
                  <a:close/>
                  <a:moveTo>
                    <a:pt x="544530" y="657659"/>
                  </a:moveTo>
                  <a:lnTo>
                    <a:pt x="567306" y="707292"/>
                  </a:lnTo>
                  <a:lnTo>
                    <a:pt x="567744" y="704674"/>
                  </a:lnTo>
                  <a:close/>
                  <a:moveTo>
                    <a:pt x="248768" y="385462"/>
                  </a:moveTo>
                  <a:lnTo>
                    <a:pt x="294610" y="382178"/>
                  </a:lnTo>
                  <a:lnTo>
                    <a:pt x="273742" y="380511"/>
                  </a:lnTo>
                  <a:close/>
                  <a:moveTo>
                    <a:pt x="294610" y="382178"/>
                  </a:moveTo>
                  <a:lnTo>
                    <a:pt x="307979" y="390659"/>
                  </a:lnTo>
                  <a:lnTo>
                    <a:pt x="273742" y="380511"/>
                  </a:lnTo>
                  <a:close/>
                  <a:moveTo>
                    <a:pt x="212305" y="219368"/>
                  </a:moveTo>
                  <a:lnTo>
                    <a:pt x="202030" y="250491"/>
                  </a:lnTo>
                  <a:lnTo>
                    <a:pt x="224485" y="232327"/>
                  </a:lnTo>
                  <a:close/>
                  <a:moveTo>
                    <a:pt x="224485" y="232327"/>
                  </a:moveTo>
                  <a:lnTo>
                    <a:pt x="202030" y="250491"/>
                  </a:lnTo>
                  <a:lnTo>
                    <a:pt x="201758" y="275564"/>
                  </a:lnTo>
                  <a:close/>
                  <a:moveTo>
                    <a:pt x="212305" y="219368"/>
                  </a:moveTo>
                  <a:lnTo>
                    <a:pt x="224485" y="232327"/>
                  </a:lnTo>
                  <a:lnTo>
                    <a:pt x="233513" y="193526"/>
                  </a:lnTo>
                  <a:close/>
                  <a:moveTo>
                    <a:pt x="0" y="37316"/>
                  </a:moveTo>
                  <a:lnTo>
                    <a:pt x="20306" y="13222"/>
                  </a:lnTo>
                  <a:lnTo>
                    <a:pt x="1071" y="88852"/>
                  </a:lnTo>
                  <a:close/>
                  <a:moveTo>
                    <a:pt x="0" y="37316"/>
                  </a:moveTo>
                  <a:lnTo>
                    <a:pt x="8597" y="11532"/>
                  </a:lnTo>
                  <a:lnTo>
                    <a:pt x="41665" y="269"/>
                  </a:lnTo>
                  <a:close/>
                  <a:moveTo>
                    <a:pt x="997516" y="1250100"/>
                  </a:moveTo>
                  <a:lnTo>
                    <a:pt x="1013286" y="1263707"/>
                  </a:lnTo>
                  <a:lnTo>
                    <a:pt x="1036389" y="1273899"/>
                  </a:lnTo>
                  <a:close/>
                  <a:moveTo>
                    <a:pt x="1082716" y="1272433"/>
                  </a:moveTo>
                  <a:lnTo>
                    <a:pt x="1013286" y="1263707"/>
                  </a:lnTo>
                  <a:lnTo>
                    <a:pt x="1048491" y="1273069"/>
                  </a:lnTo>
                  <a:close/>
                  <a:moveTo>
                    <a:pt x="1082716" y="1272433"/>
                  </a:moveTo>
                  <a:lnTo>
                    <a:pt x="1036389" y="1273899"/>
                  </a:lnTo>
                  <a:lnTo>
                    <a:pt x="1013286" y="1263707"/>
                  </a:lnTo>
                  <a:close/>
                  <a:moveTo>
                    <a:pt x="1301144" y="1380616"/>
                  </a:moveTo>
                  <a:lnTo>
                    <a:pt x="1292733" y="1398721"/>
                  </a:lnTo>
                  <a:lnTo>
                    <a:pt x="1314552" y="1396923"/>
                  </a:lnTo>
                  <a:close/>
                  <a:moveTo>
                    <a:pt x="882310" y="917767"/>
                  </a:moveTo>
                  <a:lnTo>
                    <a:pt x="854080" y="992417"/>
                  </a:lnTo>
                  <a:lnTo>
                    <a:pt x="860781" y="966683"/>
                  </a:lnTo>
                  <a:close/>
                  <a:moveTo>
                    <a:pt x="676747" y="802642"/>
                  </a:moveTo>
                  <a:lnTo>
                    <a:pt x="723507" y="802794"/>
                  </a:lnTo>
                  <a:lnTo>
                    <a:pt x="708664" y="787076"/>
                  </a:lnTo>
                  <a:close/>
                  <a:moveTo>
                    <a:pt x="394343" y="358428"/>
                  </a:moveTo>
                  <a:lnTo>
                    <a:pt x="333867" y="394055"/>
                  </a:lnTo>
                  <a:lnTo>
                    <a:pt x="380861" y="395080"/>
                  </a:lnTo>
                  <a:close/>
                  <a:moveTo>
                    <a:pt x="384290" y="303859"/>
                  </a:moveTo>
                  <a:lnTo>
                    <a:pt x="394343" y="358428"/>
                  </a:lnTo>
                  <a:lnTo>
                    <a:pt x="394410" y="373978"/>
                  </a:lnTo>
                  <a:close/>
                  <a:moveTo>
                    <a:pt x="221148" y="187069"/>
                  </a:moveTo>
                  <a:lnTo>
                    <a:pt x="241004" y="156155"/>
                  </a:lnTo>
                  <a:lnTo>
                    <a:pt x="243266" y="143737"/>
                  </a:lnTo>
                  <a:close/>
                  <a:moveTo>
                    <a:pt x="221148" y="187069"/>
                  </a:moveTo>
                  <a:lnTo>
                    <a:pt x="233513" y="193526"/>
                  </a:lnTo>
                  <a:lnTo>
                    <a:pt x="241004" y="156155"/>
                  </a:lnTo>
                  <a:close/>
                  <a:moveTo>
                    <a:pt x="212305" y="219368"/>
                  </a:moveTo>
                  <a:lnTo>
                    <a:pt x="233513" y="193526"/>
                  </a:lnTo>
                  <a:lnTo>
                    <a:pt x="210316" y="205865"/>
                  </a:lnTo>
                  <a:close/>
                  <a:moveTo>
                    <a:pt x="233513" y="193526"/>
                  </a:moveTo>
                  <a:lnTo>
                    <a:pt x="249553" y="167832"/>
                  </a:lnTo>
                  <a:lnTo>
                    <a:pt x="241004" y="156155"/>
                  </a:lnTo>
                  <a:close/>
                  <a:moveTo>
                    <a:pt x="249326" y="117749"/>
                  </a:moveTo>
                  <a:lnTo>
                    <a:pt x="241004" y="156155"/>
                  </a:lnTo>
                  <a:lnTo>
                    <a:pt x="249553" y="167832"/>
                  </a:lnTo>
                  <a:close/>
                  <a:moveTo>
                    <a:pt x="127443" y="11402"/>
                  </a:moveTo>
                  <a:lnTo>
                    <a:pt x="61393" y="0"/>
                  </a:lnTo>
                  <a:lnTo>
                    <a:pt x="97510" y="8620"/>
                  </a:lnTo>
                  <a:close/>
                  <a:moveTo>
                    <a:pt x="1259147" y="1304986"/>
                  </a:moveTo>
                  <a:lnTo>
                    <a:pt x="1257978" y="1308558"/>
                  </a:lnTo>
                  <a:lnTo>
                    <a:pt x="1275190" y="1328199"/>
                  </a:lnTo>
                  <a:close/>
                  <a:moveTo>
                    <a:pt x="1295266" y="1374620"/>
                  </a:moveTo>
                  <a:lnTo>
                    <a:pt x="1292733" y="1398721"/>
                  </a:lnTo>
                  <a:lnTo>
                    <a:pt x="1301144" y="1380616"/>
                  </a:lnTo>
                  <a:close/>
                  <a:moveTo>
                    <a:pt x="1078160" y="985600"/>
                  </a:moveTo>
                  <a:lnTo>
                    <a:pt x="1077526" y="998492"/>
                  </a:lnTo>
                  <a:lnTo>
                    <a:pt x="1100187" y="944229"/>
                  </a:lnTo>
                  <a:close/>
                  <a:moveTo>
                    <a:pt x="1051544" y="925864"/>
                  </a:moveTo>
                  <a:lnTo>
                    <a:pt x="1078160" y="985600"/>
                  </a:lnTo>
                  <a:lnTo>
                    <a:pt x="1080820" y="933071"/>
                  </a:lnTo>
                  <a:close/>
                  <a:moveTo>
                    <a:pt x="1080820" y="933071"/>
                  </a:moveTo>
                  <a:lnTo>
                    <a:pt x="1078160" y="985600"/>
                  </a:lnTo>
                  <a:lnTo>
                    <a:pt x="1100187" y="944229"/>
                  </a:lnTo>
                  <a:close/>
                  <a:moveTo>
                    <a:pt x="645125" y="456723"/>
                  </a:moveTo>
                  <a:lnTo>
                    <a:pt x="639302" y="428863"/>
                  </a:lnTo>
                  <a:lnTo>
                    <a:pt x="679027" y="406470"/>
                  </a:lnTo>
                  <a:close/>
                  <a:moveTo>
                    <a:pt x="797722" y="432212"/>
                  </a:moveTo>
                  <a:lnTo>
                    <a:pt x="791648" y="478188"/>
                  </a:lnTo>
                  <a:lnTo>
                    <a:pt x="807831" y="438393"/>
                  </a:lnTo>
                  <a:close/>
                  <a:moveTo>
                    <a:pt x="807831" y="438393"/>
                  </a:moveTo>
                  <a:lnTo>
                    <a:pt x="791648" y="478188"/>
                  </a:lnTo>
                  <a:lnTo>
                    <a:pt x="815877" y="456306"/>
                  </a:lnTo>
                  <a:close/>
                  <a:moveTo>
                    <a:pt x="807831" y="438393"/>
                  </a:moveTo>
                  <a:lnTo>
                    <a:pt x="786088" y="393326"/>
                  </a:lnTo>
                  <a:lnTo>
                    <a:pt x="797722" y="432212"/>
                  </a:lnTo>
                  <a:close/>
                  <a:moveTo>
                    <a:pt x="786088" y="393326"/>
                  </a:moveTo>
                  <a:lnTo>
                    <a:pt x="772926" y="380675"/>
                  </a:lnTo>
                  <a:lnTo>
                    <a:pt x="797722" y="432212"/>
                  </a:lnTo>
                  <a:close/>
                  <a:moveTo>
                    <a:pt x="793265" y="349330"/>
                  </a:moveTo>
                  <a:lnTo>
                    <a:pt x="786088" y="393326"/>
                  </a:lnTo>
                  <a:lnTo>
                    <a:pt x="799064" y="329139"/>
                  </a:lnTo>
                  <a:close/>
                  <a:moveTo>
                    <a:pt x="772926" y="380675"/>
                  </a:moveTo>
                  <a:lnTo>
                    <a:pt x="786088" y="393326"/>
                  </a:lnTo>
                  <a:lnTo>
                    <a:pt x="793265" y="349330"/>
                  </a:lnTo>
                  <a:close/>
                  <a:moveTo>
                    <a:pt x="793265" y="349330"/>
                  </a:moveTo>
                  <a:lnTo>
                    <a:pt x="798865" y="320195"/>
                  </a:lnTo>
                  <a:lnTo>
                    <a:pt x="772926" y="380675"/>
                  </a:lnTo>
                  <a:close/>
                  <a:moveTo>
                    <a:pt x="772926" y="380675"/>
                  </a:moveTo>
                  <a:lnTo>
                    <a:pt x="798865" y="320195"/>
                  </a:lnTo>
                  <a:lnTo>
                    <a:pt x="793992" y="305045"/>
                  </a:lnTo>
                  <a:close/>
                  <a:moveTo>
                    <a:pt x="798865" y="320195"/>
                  </a:moveTo>
                  <a:lnTo>
                    <a:pt x="793265" y="349330"/>
                  </a:lnTo>
                  <a:lnTo>
                    <a:pt x="799064" y="32913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2" name="Output_density__4241">
              <a:extLst>
                <a:ext uri="{FF2B5EF4-FFF2-40B4-BE49-F238E27FC236}">
                  <a16:creationId xmlns:a16="http://schemas.microsoft.com/office/drawing/2014/main" id="{19BA845E-25C4-62E4-0182-724CDC5AD74C}"/>
                </a:ext>
              </a:extLst>
            </p:cNvPr>
            <p:cNvSpPr>
              <a:spLocks noGrp="1"/>
            </p:cNvSpPr>
            <p:nvPr/>
          </p:nvSpPr>
          <p:spPr>
            <a:xfrm>
              <a:off x="15410086" y="2537735"/>
              <a:ext cx="1289779" cy="1778777"/>
            </a:xfrm>
            <a:custGeom>
              <a:avLst/>
              <a:gdLst/>
              <a:ahLst/>
              <a:cxnLst/>
              <a:rect l="0" t="0" r="0" b="0"/>
              <a:pathLst>
                <a:path w="1289779" h="1778777">
                  <a:moveTo>
                    <a:pt x="90781" y="1645436"/>
                  </a:moveTo>
                  <a:lnTo>
                    <a:pt x="53524" y="1687619"/>
                  </a:lnTo>
                  <a:lnTo>
                    <a:pt x="58327" y="1686403"/>
                  </a:lnTo>
                  <a:close/>
                  <a:moveTo>
                    <a:pt x="16325" y="1676633"/>
                  </a:moveTo>
                  <a:lnTo>
                    <a:pt x="53524" y="1687619"/>
                  </a:lnTo>
                  <a:lnTo>
                    <a:pt x="90781" y="1645436"/>
                  </a:lnTo>
                  <a:close/>
                  <a:moveTo>
                    <a:pt x="95188" y="1610773"/>
                  </a:moveTo>
                  <a:lnTo>
                    <a:pt x="91459" y="1632017"/>
                  </a:lnTo>
                  <a:lnTo>
                    <a:pt x="58327" y="1686403"/>
                  </a:lnTo>
                  <a:close/>
                  <a:moveTo>
                    <a:pt x="106335" y="1568687"/>
                  </a:moveTo>
                  <a:lnTo>
                    <a:pt x="91459" y="1632017"/>
                  </a:lnTo>
                  <a:lnTo>
                    <a:pt x="95188" y="1610773"/>
                  </a:lnTo>
                  <a:close/>
                  <a:moveTo>
                    <a:pt x="205942" y="1576927"/>
                  </a:moveTo>
                  <a:lnTo>
                    <a:pt x="262060" y="1531763"/>
                  </a:lnTo>
                  <a:lnTo>
                    <a:pt x="190908" y="1535142"/>
                  </a:lnTo>
                  <a:close/>
                  <a:moveTo>
                    <a:pt x="232782" y="1422299"/>
                  </a:moveTo>
                  <a:lnTo>
                    <a:pt x="196500" y="1459511"/>
                  </a:lnTo>
                  <a:lnTo>
                    <a:pt x="219614" y="1412843"/>
                  </a:lnTo>
                  <a:close/>
                  <a:moveTo>
                    <a:pt x="264548" y="1406168"/>
                  </a:moveTo>
                  <a:lnTo>
                    <a:pt x="232782" y="1422299"/>
                  </a:lnTo>
                  <a:lnTo>
                    <a:pt x="219614" y="1412843"/>
                  </a:lnTo>
                  <a:close/>
                  <a:moveTo>
                    <a:pt x="232782" y="1422299"/>
                  </a:moveTo>
                  <a:lnTo>
                    <a:pt x="264548" y="1406168"/>
                  </a:lnTo>
                  <a:lnTo>
                    <a:pt x="235981" y="1407975"/>
                  </a:lnTo>
                  <a:close/>
                  <a:moveTo>
                    <a:pt x="264548" y="1406168"/>
                  </a:moveTo>
                  <a:lnTo>
                    <a:pt x="295101" y="1383881"/>
                  </a:lnTo>
                  <a:lnTo>
                    <a:pt x="235981" y="1407975"/>
                  </a:lnTo>
                  <a:close/>
                  <a:moveTo>
                    <a:pt x="309783" y="1380242"/>
                  </a:moveTo>
                  <a:lnTo>
                    <a:pt x="295101" y="1383881"/>
                  </a:lnTo>
                  <a:lnTo>
                    <a:pt x="343251" y="1415775"/>
                  </a:lnTo>
                  <a:close/>
                  <a:moveTo>
                    <a:pt x="343251" y="1415775"/>
                  </a:moveTo>
                  <a:lnTo>
                    <a:pt x="295101" y="1383881"/>
                  </a:lnTo>
                  <a:lnTo>
                    <a:pt x="294938" y="1384889"/>
                  </a:lnTo>
                  <a:close/>
                  <a:moveTo>
                    <a:pt x="294938" y="1384889"/>
                  </a:moveTo>
                  <a:lnTo>
                    <a:pt x="295101" y="1383881"/>
                  </a:lnTo>
                  <a:lnTo>
                    <a:pt x="264548" y="1406168"/>
                  </a:lnTo>
                  <a:close/>
                  <a:moveTo>
                    <a:pt x="198716" y="1102104"/>
                  </a:moveTo>
                  <a:lnTo>
                    <a:pt x="207731" y="1153641"/>
                  </a:lnTo>
                  <a:lnTo>
                    <a:pt x="249884" y="1139985"/>
                  </a:lnTo>
                  <a:close/>
                  <a:moveTo>
                    <a:pt x="16071" y="989913"/>
                  </a:moveTo>
                  <a:lnTo>
                    <a:pt x="69155" y="984740"/>
                  </a:lnTo>
                  <a:lnTo>
                    <a:pt x="45673" y="941087"/>
                  </a:lnTo>
                  <a:close/>
                  <a:moveTo>
                    <a:pt x="84691" y="923400"/>
                  </a:moveTo>
                  <a:lnTo>
                    <a:pt x="45673" y="941087"/>
                  </a:lnTo>
                  <a:lnTo>
                    <a:pt x="69155" y="984740"/>
                  </a:lnTo>
                  <a:close/>
                  <a:moveTo>
                    <a:pt x="102581" y="880155"/>
                  </a:moveTo>
                  <a:lnTo>
                    <a:pt x="45673" y="941087"/>
                  </a:lnTo>
                  <a:lnTo>
                    <a:pt x="84691" y="923400"/>
                  </a:lnTo>
                  <a:close/>
                  <a:moveTo>
                    <a:pt x="476624" y="1335693"/>
                  </a:moveTo>
                  <a:lnTo>
                    <a:pt x="514827" y="1373411"/>
                  </a:lnTo>
                  <a:lnTo>
                    <a:pt x="525343" y="1318942"/>
                  </a:lnTo>
                  <a:close/>
                  <a:moveTo>
                    <a:pt x="393901" y="1000846"/>
                  </a:moveTo>
                  <a:lnTo>
                    <a:pt x="354008" y="1053916"/>
                  </a:lnTo>
                  <a:lnTo>
                    <a:pt x="371875" y="1029822"/>
                  </a:lnTo>
                  <a:close/>
                  <a:moveTo>
                    <a:pt x="393901" y="1000846"/>
                  </a:moveTo>
                  <a:lnTo>
                    <a:pt x="366030" y="1031536"/>
                  </a:lnTo>
                  <a:lnTo>
                    <a:pt x="354008" y="1053916"/>
                  </a:lnTo>
                  <a:close/>
                  <a:moveTo>
                    <a:pt x="268396" y="880954"/>
                  </a:moveTo>
                  <a:lnTo>
                    <a:pt x="258136" y="875212"/>
                  </a:lnTo>
                  <a:lnTo>
                    <a:pt x="237281" y="899521"/>
                  </a:lnTo>
                  <a:close/>
                  <a:moveTo>
                    <a:pt x="258136" y="875212"/>
                  </a:moveTo>
                  <a:lnTo>
                    <a:pt x="265675" y="870782"/>
                  </a:lnTo>
                  <a:lnTo>
                    <a:pt x="231557" y="899306"/>
                  </a:lnTo>
                  <a:close/>
                  <a:moveTo>
                    <a:pt x="234542" y="838744"/>
                  </a:moveTo>
                  <a:lnTo>
                    <a:pt x="265675" y="870782"/>
                  </a:lnTo>
                  <a:lnTo>
                    <a:pt x="299812" y="823736"/>
                  </a:lnTo>
                  <a:close/>
                  <a:moveTo>
                    <a:pt x="1106235" y="1727241"/>
                  </a:moveTo>
                  <a:lnTo>
                    <a:pt x="1086171" y="1707457"/>
                  </a:lnTo>
                  <a:lnTo>
                    <a:pt x="1057444" y="1692154"/>
                  </a:lnTo>
                  <a:close/>
                  <a:moveTo>
                    <a:pt x="620147" y="1235969"/>
                  </a:moveTo>
                  <a:lnTo>
                    <a:pt x="650823" y="1262727"/>
                  </a:lnTo>
                  <a:lnTo>
                    <a:pt x="659262" y="1211875"/>
                  </a:lnTo>
                  <a:close/>
                  <a:moveTo>
                    <a:pt x="658234" y="1160338"/>
                  </a:moveTo>
                  <a:lnTo>
                    <a:pt x="656645" y="1162675"/>
                  </a:lnTo>
                  <a:lnTo>
                    <a:pt x="620147" y="1235969"/>
                  </a:lnTo>
                  <a:close/>
                  <a:moveTo>
                    <a:pt x="659262" y="1211875"/>
                  </a:moveTo>
                  <a:lnTo>
                    <a:pt x="658234" y="1160338"/>
                  </a:lnTo>
                  <a:lnTo>
                    <a:pt x="620147" y="1235969"/>
                  </a:lnTo>
                  <a:close/>
                  <a:moveTo>
                    <a:pt x="470280" y="976836"/>
                  </a:moveTo>
                  <a:lnTo>
                    <a:pt x="435738" y="982589"/>
                  </a:lnTo>
                  <a:lnTo>
                    <a:pt x="393901" y="1000846"/>
                  </a:lnTo>
                  <a:close/>
                  <a:moveTo>
                    <a:pt x="331780" y="808360"/>
                  </a:moveTo>
                  <a:lnTo>
                    <a:pt x="273062" y="870170"/>
                  </a:lnTo>
                  <a:lnTo>
                    <a:pt x="303727" y="851118"/>
                  </a:lnTo>
                  <a:close/>
                  <a:moveTo>
                    <a:pt x="265675" y="870782"/>
                  </a:moveTo>
                  <a:lnTo>
                    <a:pt x="273062" y="870170"/>
                  </a:lnTo>
                  <a:lnTo>
                    <a:pt x="331780" y="808360"/>
                  </a:lnTo>
                  <a:close/>
                  <a:moveTo>
                    <a:pt x="299812" y="823736"/>
                  </a:moveTo>
                  <a:lnTo>
                    <a:pt x="265675" y="870782"/>
                  </a:lnTo>
                  <a:lnTo>
                    <a:pt x="331780" y="808360"/>
                  </a:lnTo>
                  <a:close/>
                  <a:moveTo>
                    <a:pt x="1158577" y="1703147"/>
                  </a:moveTo>
                  <a:lnTo>
                    <a:pt x="1173402" y="1761350"/>
                  </a:lnTo>
                  <a:lnTo>
                    <a:pt x="1172842" y="1721928"/>
                  </a:lnTo>
                  <a:close/>
                  <a:moveTo>
                    <a:pt x="1109202" y="1778777"/>
                  </a:moveTo>
                  <a:lnTo>
                    <a:pt x="1173402" y="1761350"/>
                  </a:lnTo>
                  <a:lnTo>
                    <a:pt x="1158577" y="1703147"/>
                  </a:lnTo>
                  <a:close/>
                  <a:moveTo>
                    <a:pt x="1106235" y="1727241"/>
                  </a:moveTo>
                  <a:lnTo>
                    <a:pt x="1109202" y="1778777"/>
                  </a:lnTo>
                  <a:lnTo>
                    <a:pt x="1158577" y="1703147"/>
                  </a:lnTo>
                  <a:close/>
                  <a:moveTo>
                    <a:pt x="1173402" y="1761350"/>
                  </a:moveTo>
                  <a:lnTo>
                    <a:pt x="1205065" y="1754683"/>
                  </a:lnTo>
                  <a:lnTo>
                    <a:pt x="1172842" y="1721928"/>
                  </a:lnTo>
                  <a:close/>
                  <a:moveTo>
                    <a:pt x="658234" y="1160338"/>
                  </a:moveTo>
                  <a:lnTo>
                    <a:pt x="659262" y="1211875"/>
                  </a:lnTo>
                  <a:lnTo>
                    <a:pt x="678461" y="1187781"/>
                  </a:lnTo>
                  <a:close/>
                  <a:moveTo>
                    <a:pt x="658234" y="1160338"/>
                  </a:moveTo>
                  <a:lnTo>
                    <a:pt x="678461" y="1187781"/>
                  </a:lnTo>
                  <a:lnTo>
                    <a:pt x="668965" y="1136244"/>
                  </a:lnTo>
                  <a:close/>
                  <a:moveTo>
                    <a:pt x="680523" y="1103969"/>
                  </a:moveTo>
                  <a:lnTo>
                    <a:pt x="658234" y="1160338"/>
                  </a:lnTo>
                  <a:lnTo>
                    <a:pt x="668965" y="1136244"/>
                  </a:lnTo>
                  <a:close/>
                  <a:moveTo>
                    <a:pt x="1241905" y="1743640"/>
                  </a:moveTo>
                  <a:lnTo>
                    <a:pt x="1172842" y="1721928"/>
                  </a:lnTo>
                  <a:lnTo>
                    <a:pt x="1205065" y="1754683"/>
                  </a:lnTo>
                  <a:close/>
                  <a:moveTo>
                    <a:pt x="1171609" y="1700064"/>
                  </a:moveTo>
                  <a:lnTo>
                    <a:pt x="1172842" y="1721928"/>
                  </a:lnTo>
                  <a:lnTo>
                    <a:pt x="1241905" y="1743640"/>
                  </a:lnTo>
                  <a:close/>
                  <a:moveTo>
                    <a:pt x="1215966" y="1701985"/>
                  </a:moveTo>
                  <a:lnTo>
                    <a:pt x="1171609" y="1700064"/>
                  </a:lnTo>
                  <a:lnTo>
                    <a:pt x="1241905" y="1743640"/>
                  </a:lnTo>
                  <a:close/>
                  <a:moveTo>
                    <a:pt x="1158577" y="1703147"/>
                  </a:moveTo>
                  <a:lnTo>
                    <a:pt x="1172842" y="1721928"/>
                  </a:lnTo>
                  <a:lnTo>
                    <a:pt x="1171609" y="1700064"/>
                  </a:lnTo>
                  <a:close/>
                  <a:moveTo>
                    <a:pt x="680523" y="1103969"/>
                  </a:moveTo>
                  <a:lnTo>
                    <a:pt x="717661" y="1107923"/>
                  </a:lnTo>
                  <a:lnTo>
                    <a:pt x="704865" y="1084707"/>
                  </a:lnTo>
                  <a:close/>
                  <a:moveTo>
                    <a:pt x="717661" y="1107923"/>
                  </a:moveTo>
                  <a:lnTo>
                    <a:pt x="735917" y="1060614"/>
                  </a:lnTo>
                  <a:lnTo>
                    <a:pt x="704865" y="1084707"/>
                  </a:lnTo>
                  <a:close/>
                  <a:moveTo>
                    <a:pt x="1248643" y="1575980"/>
                  </a:moveTo>
                  <a:lnTo>
                    <a:pt x="1289779" y="1603422"/>
                  </a:lnTo>
                  <a:lnTo>
                    <a:pt x="1263650" y="1551886"/>
                  </a:lnTo>
                  <a:close/>
                  <a:moveTo>
                    <a:pt x="834150" y="1059205"/>
                  </a:moveTo>
                  <a:lnTo>
                    <a:pt x="804192" y="1055943"/>
                  </a:lnTo>
                  <a:lnTo>
                    <a:pt x="862060" y="1088056"/>
                  </a:lnTo>
                  <a:close/>
                  <a:moveTo>
                    <a:pt x="343285" y="469617"/>
                  </a:moveTo>
                  <a:lnTo>
                    <a:pt x="347736" y="463321"/>
                  </a:lnTo>
                  <a:lnTo>
                    <a:pt x="287213" y="493711"/>
                  </a:lnTo>
                  <a:close/>
                  <a:moveTo>
                    <a:pt x="801591" y="869829"/>
                  </a:moveTo>
                  <a:lnTo>
                    <a:pt x="757752" y="881910"/>
                  </a:lnTo>
                  <a:lnTo>
                    <a:pt x="813024" y="923277"/>
                  </a:lnTo>
                  <a:close/>
                  <a:moveTo>
                    <a:pt x="885841" y="942890"/>
                  </a:moveTo>
                  <a:lnTo>
                    <a:pt x="862002" y="909352"/>
                  </a:lnTo>
                  <a:lnTo>
                    <a:pt x="804934" y="949970"/>
                  </a:lnTo>
                  <a:close/>
                  <a:moveTo>
                    <a:pt x="862002" y="909352"/>
                  </a:moveTo>
                  <a:lnTo>
                    <a:pt x="872794" y="894108"/>
                  </a:lnTo>
                  <a:lnTo>
                    <a:pt x="813024" y="923277"/>
                  </a:lnTo>
                  <a:close/>
                  <a:moveTo>
                    <a:pt x="438607" y="497835"/>
                  </a:moveTo>
                  <a:lnTo>
                    <a:pt x="465717" y="451035"/>
                  </a:lnTo>
                  <a:lnTo>
                    <a:pt x="414025" y="455077"/>
                  </a:lnTo>
                  <a:close/>
                  <a:moveTo>
                    <a:pt x="465717" y="451035"/>
                  </a:moveTo>
                  <a:lnTo>
                    <a:pt x="451903" y="399523"/>
                  </a:lnTo>
                  <a:lnTo>
                    <a:pt x="414025" y="455077"/>
                  </a:lnTo>
                  <a:close/>
                  <a:moveTo>
                    <a:pt x="40876" y="14729"/>
                  </a:moveTo>
                  <a:lnTo>
                    <a:pt x="0" y="36576"/>
                  </a:lnTo>
                  <a:lnTo>
                    <a:pt x="76022" y="11230"/>
                  </a:lnTo>
                  <a:close/>
                  <a:moveTo>
                    <a:pt x="119737" y="0"/>
                  </a:moveTo>
                  <a:lnTo>
                    <a:pt x="40876" y="14729"/>
                  </a:lnTo>
                  <a:lnTo>
                    <a:pt x="76022" y="11230"/>
                  </a:lnTo>
                  <a:close/>
                  <a:moveTo>
                    <a:pt x="959928" y="942554"/>
                  </a:moveTo>
                  <a:lnTo>
                    <a:pt x="901240" y="960889"/>
                  </a:lnTo>
                  <a:lnTo>
                    <a:pt x="970328" y="949196"/>
                  </a:lnTo>
                  <a:close/>
                  <a:moveTo>
                    <a:pt x="970328" y="949196"/>
                  </a:moveTo>
                  <a:lnTo>
                    <a:pt x="901240" y="960889"/>
                  </a:lnTo>
                  <a:lnTo>
                    <a:pt x="891807" y="965194"/>
                  </a:lnTo>
                  <a:close/>
                  <a:moveTo>
                    <a:pt x="901240" y="960889"/>
                  </a:moveTo>
                  <a:lnTo>
                    <a:pt x="959928" y="942554"/>
                  </a:lnTo>
                  <a:lnTo>
                    <a:pt x="885841" y="942890"/>
                  </a:lnTo>
                  <a:close/>
                  <a:moveTo>
                    <a:pt x="885841" y="942890"/>
                  </a:moveTo>
                  <a:lnTo>
                    <a:pt x="959928" y="942554"/>
                  </a:lnTo>
                  <a:lnTo>
                    <a:pt x="963405" y="923312"/>
                  </a:lnTo>
                  <a:close/>
                  <a:moveTo>
                    <a:pt x="885841" y="942890"/>
                  </a:moveTo>
                  <a:lnTo>
                    <a:pt x="963405" y="923312"/>
                  </a:lnTo>
                  <a:lnTo>
                    <a:pt x="912674" y="908313"/>
                  </a:lnTo>
                  <a:close/>
                  <a:moveTo>
                    <a:pt x="885841" y="942890"/>
                  </a:moveTo>
                  <a:lnTo>
                    <a:pt x="887178" y="885258"/>
                  </a:lnTo>
                  <a:lnTo>
                    <a:pt x="862002" y="909352"/>
                  </a:lnTo>
                  <a:close/>
                  <a:moveTo>
                    <a:pt x="887178" y="885258"/>
                  </a:moveTo>
                  <a:lnTo>
                    <a:pt x="872794" y="894108"/>
                  </a:lnTo>
                  <a:lnTo>
                    <a:pt x="862002" y="909352"/>
                  </a:lnTo>
                  <a:close/>
                  <a:moveTo>
                    <a:pt x="873776" y="762883"/>
                  </a:moveTo>
                  <a:lnTo>
                    <a:pt x="850352" y="730649"/>
                  </a:lnTo>
                  <a:lnTo>
                    <a:pt x="789626" y="757837"/>
                  </a:lnTo>
                  <a:close/>
                  <a:moveTo>
                    <a:pt x="873776" y="762883"/>
                  </a:moveTo>
                  <a:lnTo>
                    <a:pt x="885734" y="713919"/>
                  </a:lnTo>
                  <a:lnTo>
                    <a:pt x="850352" y="730649"/>
                  </a:lnTo>
                  <a:close/>
                  <a:moveTo>
                    <a:pt x="1167841" y="964238"/>
                  </a:moveTo>
                  <a:lnTo>
                    <a:pt x="1194548" y="1015775"/>
                  </a:lnTo>
                  <a:lnTo>
                    <a:pt x="1235203" y="996174"/>
                  </a:lnTo>
                  <a:close/>
                  <a:moveTo>
                    <a:pt x="684525" y="444433"/>
                  </a:moveTo>
                  <a:lnTo>
                    <a:pt x="690420" y="445044"/>
                  </a:lnTo>
                  <a:lnTo>
                    <a:pt x="759235" y="414186"/>
                  </a:lnTo>
                  <a:close/>
                  <a:moveTo>
                    <a:pt x="729608" y="438316"/>
                  </a:moveTo>
                  <a:lnTo>
                    <a:pt x="684525" y="444433"/>
                  </a:lnTo>
                  <a:lnTo>
                    <a:pt x="759235" y="414186"/>
                  </a:lnTo>
                  <a:close/>
                  <a:moveTo>
                    <a:pt x="798345" y="385735"/>
                  </a:moveTo>
                  <a:lnTo>
                    <a:pt x="729608" y="438316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798345" y="385735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837414" y="401506"/>
                  </a:lnTo>
                  <a:lnTo>
                    <a:pt x="798345" y="38573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3" name="Output_density__4242">
              <a:extLst>
                <a:ext uri="{FF2B5EF4-FFF2-40B4-BE49-F238E27FC236}">
                  <a16:creationId xmlns:a16="http://schemas.microsoft.com/office/drawing/2014/main" id="{774DF0D5-BB54-1AA8-F6FA-B6A70E3A481C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156969" cy="1686204"/>
            </a:xfrm>
            <a:custGeom>
              <a:avLst/>
              <a:gdLst/>
              <a:ahLst/>
              <a:cxnLst/>
              <a:rect l="0" t="0" r="0" b="0"/>
              <a:pathLst>
                <a:path w="1156969" h="1686204">
                  <a:moveTo>
                    <a:pt x="154646" y="1491040"/>
                  </a:moveTo>
                  <a:lnTo>
                    <a:pt x="122238" y="1515133"/>
                  </a:lnTo>
                  <a:lnTo>
                    <a:pt x="170119" y="1480180"/>
                  </a:lnTo>
                  <a:close/>
                  <a:moveTo>
                    <a:pt x="75909" y="954928"/>
                  </a:moveTo>
                  <a:lnTo>
                    <a:pt x="88813" y="894091"/>
                  </a:lnTo>
                  <a:lnTo>
                    <a:pt x="94724" y="879298"/>
                  </a:lnTo>
                  <a:close/>
                  <a:moveTo>
                    <a:pt x="75909" y="954928"/>
                  </a:moveTo>
                  <a:lnTo>
                    <a:pt x="94724" y="879298"/>
                  </a:lnTo>
                  <a:lnTo>
                    <a:pt x="84920" y="930834"/>
                  </a:lnTo>
                  <a:close/>
                  <a:moveTo>
                    <a:pt x="94724" y="879298"/>
                  </a:moveTo>
                  <a:lnTo>
                    <a:pt x="88813" y="894091"/>
                  </a:lnTo>
                  <a:lnTo>
                    <a:pt x="101829" y="859932"/>
                  </a:lnTo>
                  <a:close/>
                  <a:moveTo>
                    <a:pt x="101829" y="859932"/>
                  </a:moveTo>
                  <a:lnTo>
                    <a:pt x="115944" y="809290"/>
                  </a:lnTo>
                  <a:lnTo>
                    <a:pt x="94724" y="879298"/>
                  </a:lnTo>
                  <a:close/>
                  <a:moveTo>
                    <a:pt x="115944" y="809290"/>
                  </a:moveTo>
                  <a:lnTo>
                    <a:pt x="101829" y="859932"/>
                  </a:lnTo>
                  <a:lnTo>
                    <a:pt x="117847" y="827761"/>
                  </a:lnTo>
                  <a:close/>
                  <a:moveTo>
                    <a:pt x="115944" y="809290"/>
                  </a:moveTo>
                  <a:lnTo>
                    <a:pt x="117847" y="827761"/>
                  </a:lnTo>
                  <a:lnTo>
                    <a:pt x="108245" y="752806"/>
                  </a:lnTo>
                  <a:close/>
                  <a:moveTo>
                    <a:pt x="115944" y="809290"/>
                  </a:moveTo>
                  <a:lnTo>
                    <a:pt x="108245" y="752806"/>
                  </a:lnTo>
                  <a:lnTo>
                    <a:pt x="115092" y="803667"/>
                  </a:lnTo>
                  <a:close/>
                  <a:moveTo>
                    <a:pt x="108245" y="752806"/>
                  </a:moveTo>
                  <a:lnTo>
                    <a:pt x="107814" y="752130"/>
                  </a:lnTo>
                  <a:lnTo>
                    <a:pt x="115092" y="803667"/>
                  </a:lnTo>
                  <a:close/>
                  <a:moveTo>
                    <a:pt x="347657" y="985213"/>
                  </a:moveTo>
                  <a:lnTo>
                    <a:pt x="358922" y="987554"/>
                  </a:lnTo>
                  <a:lnTo>
                    <a:pt x="392571" y="978463"/>
                  </a:lnTo>
                  <a:close/>
                  <a:moveTo>
                    <a:pt x="392571" y="978463"/>
                  </a:moveTo>
                  <a:lnTo>
                    <a:pt x="358922" y="987554"/>
                  </a:lnTo>
                  <a:lnTo>
                    <a:pt x="434521" y="960627"/>
                  </a:lnTo>
                  <a:close/>
                  <a:moveTo>
                    <a:pt x="421543" y="951883"/>
                  </a:moveTo>
                  <a:lnTo>
                    <a:pt x="451492" y="914636"/>
                  </a:lnTo>
                  <a:lnTo>
                    <a:pt x="452986" y="910089"/>
                  </a:lnTo>
                  <a:close/>
                  <a:moveTo>
                    <a:pt x="434521" y="960627"/>
                  </a:moveTo>
                  <a:lnTo>
                    <a:pt x="451492" y="914636"/>
                  </a:lnTo>
                  <a:lnTo>
                    <a:pt x="421543" y="951883"/>
                  </a:lnTo>
                  <a:close/>
                  <a:moveTo>
                    <a:pt x="392571" y="978463"/>
                  </a:moveTo>
                  <a:lnTo>
                    <a:pt x="434521" y="960627"/>
                  </a:lnTo>
                  <a:lnTo>
                    <a:pt x="421543" y="951883"/>
                  </a:lnTo>
                  <a:close/>
                  <a:moveTo>
                    <a:pt x="1123462" y="1683138"/>
                  </a:moveTo>
                  <a:lnTo>
                    <a:pt x="1128861" y="1684912"/>
                  </a:lnTo>
                  <a:lnTo>
                    <a:pt x="1131862" y="1686204"/>
                  </a:lnTo>
                  <a:close/>
                  <a:moveTo>
                    <a:pt x="1123462" y="1683138"/>
                  </a:moveTo>
                  <a:lnTo>
                    <a:pt x="1131862" y="1686204"/>
                  </a:lnTo>
                  <a:lnTo>
                    <a:pt x="1137953" y="1677520"/>
                  </a:lnTo>
                  <a:close/>
                  <a:moveTo>
                    <a:pt x="1137953" y="1677520"/>
                  </a:moveTo>
                  <a:lnTo>
                    <a:pt x="1131862" y="1686204"/>
                  </a:lnTo>
                  <a:lnTo>
                    <a:pt x="1134102" y="1683138"/>
                  </a:lnTo>
                  <a:close/>
                  <a:moveTo>
                    <a:pt x="1134102" y="1683138"/>
                  </a:moveTo>
                  <a:lnTo>
                    <a:pt x="1156969" y="1645175"/>
                  </a:lnTo>
                  <a:lnTo>
                    <a:pt x="1137953" y="1677520"/>
                  </a:lnTo>
                  <a:close/>
                  <a:moveTo>
                    <a:pt x="501732" y="834458"/>
                  </a:moveTo>
                  <a:lnTo>
                    <a:pt x="514778" y="838425"/>
                  </a:lnTo>
                  <a:lnTo>
                    <a:pt x="520996" y="839469"/>
                  </a:lnTo>
                  <a:close/>
                  <a:moveTo>
                    <a:pt x="530015" y="834458"/>
                  </a:moveTo>
                  <a:lnTo>
                    <a:pt x="520996" y="839469"/>
                  </a:lnTo>
                  <a:lnTo>
                    <a:pt x="514778" y="838425"/>
                  </a:lnTo>
                  <a:close/>
                  <a:moveTo>
                    <a:pt x="552973" y="824124"/>
                  </a:moveTo>
                  <a:lnTo>
                    <a:pt x="520996" y="839469"/>
                  </a:lnTo>
                  <a:lnTo>
                    <a:pt x="603948" y="840038"/>
                  </a:lnTo>
                  <a:close/>
                  <a:moveTo>
                    <a:pt x="20306" y="13222"/>
                  </a:moveTo>
                  <a:lnTo>
                    <a:pt x="0" y="37316"/>
                  </a:lnTo>
                  <a:lnTo>
                    <a:pt x="41665" y="269"/>
                  </a:lnTo>
                  <a:close/>
                  <a:moveTo>
                    <a:pt x="41665" y="269"/>
                  </a:moveTo>
                  <a:lnTo>
                    <a:pt x="8597" y="11532"/>
                  </a:lnTo>
                  <a:lnTo>
                    <a:pt x="88962" y="2425"/>
                  </a:lnTo>
                  <a:close/>
                  <a:moveTo>
                    <a:pt x="380861" y="395080"/>
                  </a:moveTo>
                  <a:lnTo>
                    <a:pt x="333867" y="394055"/>
                  </a:lnTo>
                  <a:lnTo>
                    <a:pt x="307979" y="390659"/>
                  </a:lnTo>
                  <a:close/>
                  <a:moveTo>
                    <a:pt x="394343" y="358428"/>
                  </a:moveTo>
                  <a:lnTo>
                    <a:pt x="380861" y="395080"/>
                  </a:lnTo>
                  <a:lnTo>
                    <a:pt x="394410" y="373978"/>
                  </a:lnTo>
                  <a:close/>
                  <a:moveTo>
                    <a:pt x="243266" y="143737"/>
                  </a:moveTo>
                  <a:lnTo>
                    <a:pt x="241004" y="156155"/>
                  </a:lnTo>
                  <a:lnTo>
                    <a:pt x="249326" y="117749"/>
                  </a:lnTo>
                  <a:close/>
                  <a:moveTo>
                    <a:pt x="41665" y="269"/>
                  </a:moveTo>
                  <a:lnTo>
                    <a:pt x="88962" y="2425"/>
                  </a:lnTo>
                  <a:lnTo>
                    <a:pt x="61393" y="0"/>
                  </a:lnTo>
                  <a:close/>
                  <a:moveTo>
                    <a:pt x="88962" y="2425"/>
                  </a:moveTo>
                  <a:lnTo>
                    <a:pt x="97510" y="8620"/>
                  </a:lnTo>
                  <a:lnTo>
                    <a:pt x="61393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44" name="Output_density__4243">
              <a:extLst>
                <a:ext uri="{FF2B5EF4-FFF2-40B4-BE49-F238E27FC236}">
                  <a16:creationId xmlns:a16="http://schemas.microsoft.com/office/drawing/2014/main" id="{4F52068E-4E63-790F-B45F-AA7CD70013FD}"/>
                </a:ext>
              </a:extLst>
            </p:cNvPr>
            <p:cNvSpPr>
              <a:spLocks noGrp="1"/>
            </p:cNvSpPr>
            <p:nvPr/>
          </p:nvSpPr>
          <p:spPr>
            <a:xfrm>
              <a:off x="15365733" y="2573197"/>
              <a:ext cx="1208497" cy="1987532"/>
            </a:xfrm>
            <a:custGeom>
              <a:avLst/>
              <a:gdLst/>
              <a:ahLst/>
              <a:cxnLst/>
              <a:rect l="0" t="0" r="0" b="0"/>
              <a:pathLst>
                <a:path w="1208497" h="1987532">
                  <a:moveTo>
                    <a:pt x="124113" y="1932718"/>
                  </a:moveTo>
                  <a:lnTo>
                    <a:pt x="131964" y="1938159"/>
                  </a:lnTo>
                  <a:lnTo>
                    <a:pt x="140703" y="1940369"/>
                  </a:lnTo>
                  <a:close/>
                  <a:moveTo>
                    <a:pt x="188380" y="1809050"/>
                  </a:moveTo>
                  <a:lnTo>
                    <a:pt x="168662" y="1805551"/>
                  </a:lnTo>
                  <a:lnTo>
                    <a:pt x="186482" y="1806333"/>
                  </a:lnTo>
                  <a:close/>
                  <a:moveTo>
                    <a:pt x="242596" y="1960161"/>
                  </a:moveTo>
                  <a:lnTo>
                    <a:pt x="262947" y="1970379"/>
                  </a:lnTo>
                  <a:lnTo>
                    <a:pt x="279605" y="1975447"/>
                  </a:lnTo>
                  <a:close/>
                  <a:moveTo>
                    <a:pt x="329557" y="1987532"/>
                  </a:moveTo>
                  <a:lnTo>
                    <a:pt x="279605" y="1975447"/>
                  </a:lnTo>
                  <a:lnTo>
                    <a:pt x="262947" y="1970379"/>
                  </a:lnTo>
                  <a:close/>
                  <a:moveTo>
                    <a:pt x="168662" y="1805551"/>
                  </a:moveTo>
                  <a:lnTo>
                    <a:pt x="188380" y="1809050"/>
                  </a:lnTo>
                  <a:lnTo>
                    <a:pt x="205469" y="1790897"/>
                  </a:lnTo>
                  <a:close/>
                  <a:moveTo>
                    <a:pt x="205469" y="1790897"/>
                  </a:moveTo>
                  <a:lnTo>
                    <a:pt x="188380" y="1809050"/>
                  </a:lnTo>
                  <a:lnTo>
                    <a:pt x="252219" y="1790873"/>
                  </a:lnTo>
                  <a:close/>
                  <a:moveTo>
                    <a:pt x="205469" y="1790897"/>
                  </a:moveTo>
                  <a:lnTo>
                    <a:pt x="252219" y="1790873"/>
                  </a:lnTo>
                  <a:lnTo>
                    <a:pt x="216746" y="1780205"/>
                  </a:lnTo>
                  <a:close/>
                  <a:moveTo>
                    <a:pt x="252219" y="1790873"/>
                  </a:moveTo>
                  <a:lnTo>
                    <a:pt x="259208" y="1764286"/>
                  </a:lnTo>
                  <a:lnTo>
                    <a:pt x="216746" y="1780205"/>
                  </a:lnTo>
                  <a:close/>
                  <a:moveTo>
                    <a:pt x="278485" y="1769518"/>
                  </a:moveTo>
                  <a:lnTo>
                    <a:pt x="251649" y="1757363"/>
                  </a:lnTo>
                  <a:lnTo>
                    <a:pt x="259208" y="1764286"/>
                  </a:lnTo>
                  <a:close/>
                  <a:moveTo>
                    <a:pt x="389767" y="1504041"/>
                  </a:moveTo>
                  <a:lnTo>
                    <a:pt x="391553" y="1505052"/>
                  </a:lnTo>
                  <a:lnTo>
                    <a:pt x="347225" y="1563388"/>
                  </a:lnTo>
                  <a:close/>
                  <a:moveTo>
                    <a:pt x="371093" y="1554565"/>
                  </a:moveTo>
                  <a:lnTo>
                    <a:pt x="391553" y="1505052"/>
                  </a:lnTo>
                  <a:lnTo>
                    <a:pt x="421841" y="1483393"/>
                  </a:lnTo>
                  <a:close/>
                  <a:moveTo>
                    <a:pt x="421841" y="1483393"/>
                  </a:moveTo>
                  <a:lnTo>
                    <a:pt x="391553" y="1505052"/>
                  </a:lnTo>
                  <a:lnTo>
                    <a:pt x="474298" y="1504842"/>
                  </a:lnTo>
                  <a:close/>
                  <a:moveTo>
                    <a:pt x="67980" y="1033751"/>
                  </a:moveTo>
                  <a:lnTo>
                    <a:pt x="2206" y="1089285"/>
                  </a:lnTo>
                  <a:lnTo>
                    <a:pt x="0" y="1089160"/>
                  </a:lnTo>
                  <a:close/>
                  <a:moveTo>
                    <a:pt x="421791" y="1478006"/>
                  </a:moveTo>
                  <a:lnTo>
                    <a:pt x="418292" y="1530471"/>
                  </a:lnTo>
                  <a:lnTo>
                    <a:pt x="421841" y="1483393"/>
                  </a:lnTo>
                  <a:close/>
                  <a:moveTo>
                    <a:pt x="18001" y="886664"/>
                  </a:moveTo>
                  <a:lnTo>
                    <a:pt x="61212" y="873546"/>
                  </a:lnTo>
                  <a:lnTo>
                    <a:pt x="85518" y="829522"/>
                  </a:lnTo>
                  <a:close/>
                  <a:moveTo>
                    <a:pt x="79323" y="836402"/>
                  </a:moveTo>
                  <a:lnTo>
                    <a:pt x="85518" y="829522"/>
                  </a:lnTo>
                  <a:lnTo>
                    <a:pt x="61212" y="873546"/>
                  </a:lnTo>
                  <a:close/>
                  <a:moveTo>
                    <a:pt x="460304" y="1182722"/>
                  </a:moveTo>
                  <a:lnTo>
                    <a:pt x="464973" y="1167167"/>
                  </a:lnTo>
                  <a:lnTo>
                    <a:pt x="443684" y="1160363"/>
                  </a:lnTo>
                  <a:close/>
                  <a:moveTo>
                    <a:pt x="421843" y="1213602"/>
                  </a:moveTo>
                  <a:lnTo>
                    <a:pt x="460304" y="1182722"/>
                  </a:lnTo>
                  <a:lnTo>
                    <a:pt x="443684" y="1160363"/>
                  </a:lnTo>
                  <a:close/>
                  <a:moveTo>
                    <a:pt x="464973" y="1167167"/>
                  </a:moveTo>
                  <a:lnTo>
                    <a:pt x="467227" y="1102593"/>
                  </a:lnTo>
                  <a:lnTo>
                    <a:pt x="454935" y="1148970"/>
                  </a:lnTo>
                  <a:close/>
                  <a:moveTo>
                    <a:pt x="467227" y="1102593"/>
                  </a:moveTo>
                  <a:lnTo>
                    <a:pt x="470562" y="1097433"/>
                  </a:lnTo>
                  <a:lnTo>
                    <a:pt x="454935" y="1148970"/>
                  </a:lnTo>
                  <a:close/>
                  <a:moveTo>
                    <a:pt x="233594" y="863844"/>
                  </a:moveTo>
                  <a:lnTo>
                    <a:pt x="249148" y="788214"/>
                  </a:lnTo>
                  <a:lnTo>
                    <a:pt x="246682" y="839750"/>
                  </a:lnTo>
                  <a:close/>
                  <a:moveTo>
                    <a:pt x="784225" y="1425303"/>
                  </a:moveTo>
                  <a:lnTo>
                    <a:pt x="752302" y="1399217"/>
                  </a:lnTo>
                  <a:lnTo>
                    <a:pt x="801447" y="1449916"/>
                  </a:lnTo>
                  <a:close/>
                  <a:moveTo>
                    <a:pt x="827955" y="1414125"/>
                  </a:moveTo>
                  <a:lnTo>
                    <a:pt x="784225" y="1425303"/>
                  </a:lnTo>
                  <a:lnTo>
                    <a:pt x="801447" y="1449916"/>
                  </a:lnTo>
                  <a:close/>
                  <a:moveTo>
                    <a:pt x="506178" y="1084438"/>
                  </a:moveTo>
                  <a:lnTo>
                    <a:pt x="447853" y="1143104"/>
                  </a:lnTo>
                  <a:lnTo>
                    <a:pt x="470562" y="1097433"/>
                  </a:lnTo>
                  <a:close/>
                  <a:moveTo>
                    <a:pt x="355488" y="867193"/>
                  </a:moveTo>
                  <a:lnTo>
                    <a:pt x="350832" y="891287"/>
                  </a:lnTo>
                  <a:lnTo>
                    <a:pt x="376144" y="907842"/>
                  </a:lnTo>
                  <a:close/>
                  <a:moveTo>
                    <a:pt x="249509" y="783728"/>
                  </a:moveTo>
                  <a:lnTo>
                    <a:pt x="261833" y="716428"/>
                  </a:lnTo>
                  <a:lnTo>
                    <a:pt x="249148" y="788214"/>
                  </a:lnTo>
                  <a:close/>
                  <a:moveTo>
                    <a:pt x="935993" y="1508486"/>
                  </a:moveTo>
                  <a:lnTo>
                    <a:pt x="918705" y="1485632"/>
                  </a:lnTo>
                  <a:lnTo>
                    <a:pt x="972533" y="1522348"/>
                  </a:lnTo>
                  <a:close/>
                  <a:moveTo>
                    <a:pt x="827955" y="1414125"/>
                  </a:moveTo>
                  <a:lnTo>
                    <a:pt x="869037" y="1434096"/>
                  </a:lnTo>
                  <a:lnTo>
                    <a:pt x="844493" y="1424993"/>
                  </a:lnTo>
                  <a:close/>
                  <a:moveTo>
                    <a:pt x="530909" y="1042004"/>
                  </a:moveTo>
                  <a:lnTo>
                    <a:pt x="547323" y="1063597"/>
                  </a:lnTo>
                  <a:lnTo>
                    <a:pt x="560717" y="1001826"/>
                  </a:lnTo>
                  <a:close/>
                  <a:moveTo>
                    <a:pt x="560717" y="1001826"/>
                  </a:moveTo>
                  <a:lnTo>
                    <a:pt x="547323" y="1063597"/>
                  </a:lnTo>
                  <a:lnTo>
                    <a:pt x="578766" y="1021803"/>
                  </a:lnTo>
                  <a:close/>
                  <a:moveTo>
                    <a:pt x="265738" y="709506"/>
                  </a:moveTo>
                  <a:lnTo>
                    <a:pt x="235391" y="699942"/>
                  </a:lnTo>
                  <a:lnTo>
                    <a:pt x="259811" y="712583"/>
                  </a:lnTo>
                  <a:close/>
                  <a:moveTo>
                    <a:pt x="265738" y="709506"/>
                  </a:moveTo>
                  <a:lnTo>
                    <a:pt x="271442" y="708616"/>
                  </a:lnTo>
                  <a:lnTo>
                    <a:pt x="273489" y="688489"/>
                  </a:lnTo>
                  <a:close/>
                  <a:moveTo>
                    <a:pt x="946640" y="1513075"/>
                  </a:moveTo>
                  <a:lnTo>
                    <a:pt x="972533" y="1522348"/>
                  </a:lnTo>
                  <a:lnTo>
                    <a:pt x="988934" y="1531747"/>
                  </a:lnTo>
                  <a:close/>
                  <a:moveTo>
                    <a:pt x="831875" y="1158984"/>
                  </a:moveTo>
                  <a:lnTo>
                    <a:pt x="787379" y="1203855"/>
                  </a:lnTo>
                  <a:lnTo>
                    <a:pt x="804947" y="1193201"/>
                  </a:lnTo>
                  <a:close/>
                  <a:moveTo>
                    <a:pt x="75255" y="252103"/>
                  </a:moveTo>
                  <a:lnTo>
                    <a:pt x="35818" y="221541"/>
                  </a:lnTo>
                  <a:lnTo>
                    <a:pt x="75356" y="251927"/>
                  </a:lnTo>
                  <a:close/>
                  <a:moveTo>
                    <a:pt x="75356" y="251927"/>
                  </a:moveTo>
                  <a:lnTo>
                    <a:pt x="35818" y="221541"/>
                  </a:lnTo>
                  <a:lnTo>
                    <a:pt x="75703" y="252103"/>
                  </a:lnTo>
                  <a:close/>
                  <a:moveTo>
                    <a:pt x="1106513" y="1352203"/>
                  </a:moveTo>
                  <a:lnTo>
                    <a:pt x="1024003" y="1353286"/>
                  </a:lnTo>
                  <a:lnTo>
                    <a:pt x="1071501" y="1356198"/>
                  </a:lnTo>
                  <a:close/>
                  <a:moveTo>
                    <a:pt x="312958" y="441574"/>
                  </a:moveTo>
                  <a:lnTo>
                    <a:pt x="327539" y="387278"/>
                  </a:lnTo>
                  <a:lnTo>
                    <a:pt x="297002" y="458249"/>
                  </a:lnTo>
                  <a:close/>
                  <a:moveTo>
                    <a:pt x="297002" y="458249"/>
                  </a:moveTo>
                  <a:lnTo>
                    <a:pt x="327539" y="387278"/>
                  </a:lnTo>
                  <a:lnTo>
                    <a:pt x="316233" y="382618"/>
                  </a:lnTo>
                  <a:close/>
                  <a:moveTo>
                    <a:pt x="297002" y="458249"/>
                  </a:moveTo>
                  <a:lnTo>
                    <a:pt x="316233" y="382618"/>
                  </a:lnTo>
                  <a:lnTo>
                    <a:pt x="307624" y="434155"/>
                  </a:lnTo>
                  <a:close/>
                  <a:moveTo>
                    <a:pt x="316233" y="382618"/>
                  </a:moveTo>
                  <a:lnTo>
                    <a:pt x="327539" y="387278"/>
                  </a:lnTo>
                  <a:lnTo>
                    <a:pt x="327810" y="362205"/>
                  </a:lnTo>
                  <a:close/>
                  <a:moveTo>
                    <a:pt x="75255" y="252103"/>
                  </a:moveTo>
                  <a:lnTo>
                    <a:pt x="75356" y="251927"/>
                  </a:lnTo>
                  <a:lnTo>
                    <a:pt x="98609" y="203969"/>
                  </a:lnTo>
                  <a:close/>
                  <a:moveTo>
                    <a:pt x="75356" y="251927"/>
                  </a:moveTo>
                  <a:lnTo>
                    <a:pt x="75703" y="252103"/>
                  </a:lnTo>
                  <a:lnTo>
                    <a:pt x="98609" y="203969"/>
                  </a:lnTo>
                  <a:close/>
                  <a:moveTo>
                    <a:pt x="98609" y="203969"/>
                  </a:moveTo>
                  <a:lnTo>
                    <a:pt x="75703" y="252103"/>
                  </a:lnTo>
                  <a:lnTo>
                    <a:pt x="115509" y="194736"/>
                  </a:lnTo>
                  <a:close/>
                  <a:moveTo>
                    <a:pt x="115509" y="194736"/>
                  </a:moveTo>
                  <a:lnTo>
                    <a:pt x="108115" y="176472"/>
                  </a:lnTo>
                  <a:lnTo>
                    <a:pt x="98609" y="203969"/>
                  </a:lnTo>
                  <a:close/>
                  <a:moveTo>
                    <a:pt x="146087" y="124936"/>
                  </a:moveTo>
                  <a:lnTo>
                    <a:pt x="128103" y="139564"/>
                  </a:lnTo>
                  <a:lnTo>
                    <a:pt x="126851" y="200566"/>
                  </a:lnTo>
                  <a:close/>
                  <a:moveTo>
                    <a:pt x="108115" y="176472"/>
                  </a:moveTo>
                  <a:lnTo>
                    <a:pt x="115509" y="194736"/>
                  </a:lnTo>
                  <a:lnTo>
                    <a:pt x="128103" y="139564"/>
                  </a:lnTo>
                  <a:close/>
                  <a:moveTo>
                    <a:pt x="1180245" y="1337720"/>
                  </a:moveTo>
                  <a:lnTo>
                    <a:pt x="1162169" y="1385613"/>
                  </a:lnTo>
                  <a:lnTo>
                    <a:pt x="1186057" y="1340027"/>
                  </a:lnTo>
                  <a:close/>
                  <a:moveTo>
                    <a:pt x="1180245" y="1337720"/>
                  </a:moveTo>
                  <a:lnTo>
                    <a:pt x="1123296" y="1361814"/>
                  </a:lnTo>
                  <a:lnTo>
                    <a:pt x="1162169" y="1385613"/>
                  </a:lnTo>
                  <a:close/>
                  <a:moveTo>
                    <a:pt x="1123296" y="1361814"/>
                  </a:moveTo>
                  <a:lnTo>
                    <a:pt x="1180245" y="1337720"/>
                  </a:lnTo>
                  <a:lnTo>
                    <a:pt x="1106513" y="1352203"/>
                  </a:lnTo>
                  <a:close/>
                  <a:moveTo>
                    <a:pt x="1180245" y="1337720"/>
                  </a:moveTo>
                  <a:lnTo>
                    <a:pt x="1135287" y="1324885"/>
                  </a:lnTo>
                  <a:lnTo>
                    <a:pt x="1106513" y="1352203"/>
                  </a:lnTo>
                  <a:close/>
                  <a:moveTo>
                    <a:pt x="1186057" y="1340027"/>
                  </a:moveTo>
                  <a:lnTo>
                    <a:pt x="1208497" y="1384147"/>
                  </a:lnTo>
                  <a:lnTo>
                    <a:pt x="1197006" y="1337720"/>
                  </a:lnTo>
                  <a:close/>
                  <a:moveTo>
                    <a:pt x="1162169" y="1385613"/>
                  </a:moveTo>
                  <a:lnTo>
                    <a:pt x="1208497" y="1384147"/>
                  </a:lnTo>
                  <a:lnTo>
                    <a:pt x="1186057" y="1340027"/>
                  </a:lnTo>
                  <a:close/>
                  <a:moveTo>
                    <a:pt x="642329" y="722487"/>
                  </a:moveTo>
                  <a:lnTo>
                    <a:pt x="672286" y="736116"/>
                  </a:lnTo>
                  <a:lnTo>
                    <a:pt x="641664" y="702044"/>
                  </a:lnTo>
                  <a:close/>
                  <a:moveTo>
                    <a:pt x="336096" y="317578"/>
                  </a:moveTo>
                  <a:lnTo>
                    <a:pt x="316233" y="382618"/>
                  </a:lnTo>
                  <a:lnTo>
                    <a:pt x="327810" y="362205"/>
                  </a:lnTo>
                  <a:close/>
                  <a:moveTo>
                    <a:pt x="336096" y="317578"/>
                  </a:moveTo>
                  <a:lnTo>
                    <a:pt x="327810" y="362205"/>
                  </a:lnTo>
                  <a:lnTo>
                    <a:pt x="338085" y="331082"/>
                  </a:lnTo>
                  <a:close/>
                  <a:moveTo>
                    <a:pt x="336096" y="317578"/>
                  </a:moveTo>
                  <a:lnTo>
                    <a:pt x="359293" y="305240"/>
                  </a:lnTo>
                  <a:lnTo>
                    <a:pt x="346928" y="298782"/>
                  </a:lnTo>
                  <a:close/>
                  <a:moveTo>
                    <a:pt x="143882" y="108927"/>
                  </a:moveTo>
                  <a:lnTo>
                    <a:pt x="108115" y="176472"/>
                  </a:lnTo>
                  <a:lnTo>
                    <a:pt x="128103" y="139564"/>
                  </a:lnTo>
                  <a:close/>
                  <a:moveTo>
                    <a:pt x="128103" y="139564"/>
                  </a:moveTo>
                  <a:lnTo>
                    <a:pt x="146087" y="124936"/>
                  </a:lnTo>
                  <a:lnTo>
                    <a:pt x="143882" y="108927"/>
                  </a:lnTo>
                  <a:close/>
                  <a:moveTo>
                    <a:pt x="187173" y="111714"/>
                  </a:moveTo>
                  <a:lnTo>
                    <a:pt x="170244" y="100841"/>
                  </a:lnTo>
                  <a:lnTo>
                    <a:pt x="167445" y="111982"/>
                  </a:lnTo>
                  <a:close/>
                  <a:moveTo>
                    <a:pt x="143882" y="108927"/>
                  </a:moveTo>
                  <a:lnTo>
                    <a:pt x="146087" y="124936"/>
                  </a:lnTo>
                  <a:lnTo>
                    <a:pt x="167445" y="111982"/>
                  </a:lnTo>
                  <a:close/>
                  <a:moveTo>
                    <a:pt x="253223" y="123115"/>
                  </a:moveTo>
                  <a:lnTo>
                    <a:pt x="203575" y="112164"/>
                  </a:lnTo>
                  <a:lnTo>
                    <a:pt x="187173" y="111714"/>
                  </a:lnTo>
                  <a:close/>
                  <a:moveTo>
                    <a:pt x="961466" y="1024351"/>
                  </a:moveTo>
                  <a:lnTo>
                    <a:pt x="1008903" y="1027031"/>
                  </a:lnTo>
                  <a:lnTo>
                    <a:pt x="987390" y="1008327"/>
                  </a:lnTo>
                  <a:close/>
                  <a:moveTo>
                    <a:pt x="849601" y="856155"/>
                  </a:moveTo>
                  <a:lnTo>
                    <a:pt x="788801" y="902813"/>
                  </a:lnTo>
                  <a:lnTo>
                    <a:pt x="834444" y="898790"/>
                  </a:lnTo>
                  <a:close/>
                  <a:moveTo>
                    <a:pt x="834444" y="898790"/>
                  </a:moveTo>
                  <a:lnTo>
                    <a:pt x="849116" y="873890"/>
                  </a:lnTo>
                  <a:lnTo>
                    <a:pt x="849601" y="856155"/>
                  </a:lnTo>
                  <a:close/>
                  <a:moveTo>
                    <a:pt x="679529" y="668941"/>
                  </a:moveTo>
                  <a:lnTo>
                    <a:pt x="679725" y="667325"/>
                  </a:lnTo>
                  <a:lnTo>
                    <a:pt x="667789" y="664823"/>
                  </a:lnTo>
                  <a:close/>
                  <a:moveTo>
                    <a:pt x="641664" y="702044"/>
                  </a:moveTo>
                  <a:lnTo>
                    <a:pt x="679529" y="668941"/>
                  </a:lnTo>
                  <a:lnTo>
                    <a:pt x="667789" y="664823"/>
                  </a:lnTo>
                  <a:close/>
                  <a:moveTo>
                    <a:pt x="679725" y="667325"/>
                  </a:moveTo>
                  <a:lnTo>
                    <a:pt x="720052" y="609778"/>
                  </a:lnTo>
                  <a:lnTo>
                    <a:pt x="686830" y="598806"/>
                  </a:lnTo>
                  <a:close/>
                  <a:moveTo>
                    <a:pt x="354098" y="240200"/>
                  </a:moveTo>
                  <a:lnTo>
                    <a:pt x="346928" y="298782"/>
                  </a:lnTo>
                  <a:lnTo>
                    <a:pt x="369046" y="255451"/>
                  </a:lnTo>
                  <a:close/>
                  <a:moveTo>
                    <a:pt x="354098" y="240200"/>
                  </a:moveTo>
                  <a:lnTo>
                    <a:pt x="369046" y="255451"/>
                  </a:lnTo>
                  <a:lnTo>
                    <a:pt x="357902" y="204913"/>
                  </a:lnTo>
                  <a:close/>
                  <a:moveTo>
                    <a:pt x="357902" y="204913"/>
                  </a:moveTo>
                  <a:lnTo>
                    <a:pt x="369046" y="255451"/>
                  </a:lnTo>
                  <a:lnTo>
                    <a:pt x="375107" y="229463"/>
                  </a:lnTo>
                  <a:close/>
                  <a:moveTo>
                    <a:pt x="1177324" y="1037578"/>
                  </a:moveTo>
                  <a:lnTo>
                    <a:pt x="1206600" y="1044785"/>
                  </a:lnTo>
                  <a:lnTo>
                    <a:pt x="1181369" y="1031849"/>
                  </a:lnTo>
                  <a:close/>
                  <a:moveTo>
                    <a:pt x="855396" y="842223"/>
                  </a:moveTo>
                  <a:lnTo>
                    <a:pt x="897963" y="826700"/>
                  </a:lnTo>
                  <a:lnTo>
                    <a:pt x="929721" y="810538"/>
                  </a:lnTo>
                  <a:close/>
                  <a:moveTo>
                    <a:pt x="804808" y="518184"/>
                  </a:moveTo>
                  <a:lnTo>
                    <a:pt x="864337" y="568020"/>
                  </a:lnTo>
                  <a:lnTo>
                    <a:pt x="839774" y="550429"/>
                  </a:lnTo>
                  <a:close/>
                  <a:moveTo>
                    <a:pt x="450352" y="106092"/>
                  </a:moveTo>
                  <a:lnTo>
                    <a:pt x="462014" y="155727"/>
                  </a:lnTo>
                  <a:lnTo>
                    <a:pt x="469457" y="137745"/>
                  </a:lnTo>
                  <a:close/>
                  <a:moveTo>
                    <a:pt x="450352" y="106092"/>
                  </a:moveTo>
                  <a:lnTo>
                    <a:pt x="469457" y="137745"/>
                  </a:lnTo>
                  <a:lnTo>
                    <a:pt x="491573" y="85533"/>
                  </a:lnTo>
                  <a:close/>
                  <a:moveTo>
                    <a:pt x="494952" y="76166"/>
                  </a:moveTo>
                  <a:lnTo>
                    <a:pt x="491573" y="85533"/>
                  </a:lnTo>
                  <a:lnTo>
                    <a:pt x="497513" y="80096"/>
                  </a:lnTo>
                  <a:close/>
                  <a:moveTo>
                    <a:pt x="508452" y="13744"/>
                  </a:moveTo>
                  <a:lnTo>
                    <a:pt x="497513" y="80096"/>
                  </a:lnTo>
                  <a:lnTo>
                    <a:pt x="525716" y="38512"/>
                  </a:lnTo>
                  <a:close/>
                  <a:moveTo>
                    <a:pt x="508452" y="13744"/>
                  </a:moveTo>
                  <a:lnTo>
                    <a:pt x="525716" y="38512"/>
                  </a:lnTo>
                  <a:lnTo>
                    <a:pt x="554438" y="11000"/>
                  </a:lnTo>
                  <a:close/>
                  <a:moveTo>
                    <a:pt x="848689" y="277550"/>
                  </a:moveTo>
                  <a:lnTo>
                    <a:pt x="770555" y="294995"/>
                  </a:lnTo>
                  <a:lnTo>
                    <a:pt x="818700" y="300323"/>
                  </a:lnTo>
                  <a:close/>
                  <a:moveTo>
                    <a:pt x="558183" y="0"/>
                  </a:moveTo>
                  <a:lnTo>
                    <a:pt x="508452" y="13744"/>
                  </a:lnTo>
                  <a:lnTo>
                    <a:pt x="554438" y="11000"/>
                  </a:lnTo>
                  <a:close/>
                  <a:moveTo>
                    <a:pt x="558183" y="0"/>
                  </a:moveTo>
                  <a:lnTo>
                    <a:pt x="554438" y="11000"/>
                  </a:lnTo>
                  <a:lnTo>
                    <a:pt x="561152" y="4466"/>
                  </a:lnTo>
                  <a:close/>
                  <a:moveTo>
                    <a:pt x="894283" y="273342"/>
                  </a:moveTo>
                  <a:lnTo>
                    <a:pt x="911682" y="216237"/>
                  </a:lnTo>
                  <a:lnTo>
                    <a:pt x="869489" y="220419"/>
                  </a:lnTo>
                  <a:close/>
                  <a:moveTo>
                    <a:pt x="848689" y="277550"/>
                  </a:moveTo>
                  <a:lnTo>
                    <a:pt x="894283" y="273342"/>
                  </a:lnTo>
                  <a:lnTo>
                    <a:pt x="869489" y="220419"/>
                  </a:lnTo>
                  <a:close/>
                  <a:moveTo>
                    <a:pt x="915528" y="238055"/>
                  </a:moveTo>
                  <a:lnTo>
                    <a:pt x="908188" y="190432"/>
                  </a:lnTo>
                  <a:lnTo>
                    <a:pt x="911682" y="216237"/>
                  </a:lnTo>
                  <a:close/>
                  <a:moveTo>
                    <a:pt x="914514" y="162424"/>
                  </a:moveTo>
                  <a:lnTo>
                    <a:pt x="908188" y="190432"/>
                  </a:lnTo>
                  <a:lnTo>
                    <a:pt x="915528" y="238055"/>
                  </a:lnTo>
                  <a:close/>
                  <a:moveTo>
                    <a:pt x="922422" y="108750"/>
                  </a:moveTo>
                  <a:lnTo>
                    <a:pt x="914514" y="162424"/>
                  </a:lnTo>
                  <a:lnTo>
                    <a:pt x="942638" y="144557"/>
                  </a:lnTo>
                  <a:close/>
                  <a:moveTo>
                    <a:pt x="922422" y="108750"/>
                  </a:moveTo>
                  <a:lnTo>
                    <a:pt x="942638" y="144557"/>
                  </a:lnTo>
                  <a:lnTo>
                    <a:pt x="971120" y="11614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5" name="Output_density__4244">
              <a:extLst>
                <a:ext uri="{FF2B5EF4-FFF2-40B4-BE49-F238E27FC236}">
                  <a16:creationId xmlns:a16="http://schemas.microsoft.com/office/drawing/2014/main" id="{F60B52DB-7801-AF3F-AE91-C517816EC728}"/>
                </a:ext>
              </a:extLst>
            </p:cNvPr>
            <p:cNvSpPr>
              <a:spLocks noGrp="1"/>
            </p:cNvSpPr>
            <p:nvPr/>
          </p:nvSpPr>
          <p:spPr>
            <a:xfrm>
              <a:off x="15372555" y="2538180"/>
              <a:ext cx="919340" cy="1916199"/>
            </a:xfrm>
            <a:custGeom>
              <a:avLst/>
              <a:gdLst/>
              <a:ahLst/>
              <a:cxnLst/>
              <a:rect l="0" t="0" r="0" b="0"/>
              <a:pathLst>
                <a:path w="919340" h="1916199">
                  <a:moveTo>
                    <a:pt x="139648" y="1862050"/>
                  </a:moveTo>
                  <a:lnTo>
                    <a:pt x="93609" y="1916199"/>
                  </a:lnTo>
                  <a:lnTo>
                    <a:pt x="142966" y="1892105"/>
                  </a:lnTo>
                  <a:close/>
                  <a:moveTo>
                    <a:pt x="153838" y="1892105"/>
                  </a:moveTo>
                  <a:lnTo>
                    <a:pt x="139648" y="1862050"/>
                  </a:lnTo>
                  <a:lnTo>
                    <a:pt x="154958" y="1886193"/>
                  </a:lnTo>
                  <a:close/>
                  <a:moveTo>
                    <a:pt x="62842" y="1737495"/>
                  </a:moveTo>
                  <a:lnTo>
                    <a:pt x="98744" y="1789032"/>
                  </a:lnTo>
                  <a:lnTo>
                    <a:pt x="142496" y="1764938"/>
                  </a:lnTo>
                  <a:close/>
                  <a:moveTo>
                    <a:pt x="62842" y="1737495"/>
                  </a:moveTo>
                  <a:lnTo>
                    <a:pt x="142496" y="1764938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62842" y="1737495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93142" y="1688171"/>
                  </a:lnTo>
                  <a:lnTo>
                    <a:pt x="62842" y="1737495"/>
                  </a:lnTo>
                  <a:close/>
                  <a:moveTo>
                    <a:pt x="127699" y="1682473"/>
                  </a:moveTo>
                  <a:lnTo>
                    <a:pt x="131562" y="1661865"/>
                  </a:lnTo>
                  <a:lnTo>
                    <a:pt x="95858" y="1685959"/>
                  </a:lnTo>
                  <a:close/>
                  <a:moveTo>
                    <a:pt x="127699" y="1682473"/>
                  </a:moveTo>
                  <a:lnTo>
                    <a:pt x="121362" y="1713401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1514" y="1686270"/>
                  </a:lnTo>
                  <a:lnTo>
                    <a:pt x="145355" y="1705772"/>
                  </a:lnTo>
                  <a:close/>
                  <a:moveTo>
                    <a:pt x="145355" y="1705772"/>
                  </a:moveTo>
                  <a:lnTo>
                    <a:pt x="211514" y="1686270"/>
                  </a:lnTo>
                  <a:lnTo>
                    <a:pt x="131562" y="1661865"/>
                  </a:lnTo>
                  <a:close/>
                  <a:moveTo>
                    <a:pt x="131562" y="1661865"/>
                  </a:moveTo>
                  <a:lnTo>
                    <a:pt x="211514" y="1686270"/>
                  </a:lnTo>
                  <a:lnTo>
                    <a:pt x="189910" y="1637771"/>
                  </a:lnTo>
                  <a:close/>
                  <a:moveTo>
                    <a:pt x="131562" y="1661865"/>
                  </a:moveTo>
                  <a:lnTo>
                    <a:pt x="127699" y="1682473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2794" y="1689307"/>
                  </a:lnTo>
                  <a:lnTo>
                    <a:pt x="211514" y="1686270"/>
                  </a:lnTo>
                  <a:close/>
                  <a:moveTo>
                    <a:pt x="211937" y="1689624"/>
                  </a:moveTo>
                  <a:lnTo>
                    <a:pt x="213313" y="1692993"/>
                  </a:lnTo>
                  <a:lnTo>
                    <a:pt x="212794" y="1689307"/>
                  </a:lnTo>
                  <a:close/>
                  <a:moveTo>
                    <a:pt x="132719" y="1610328"/>
                  </a:moveTo>
                  <a:lnTo>
                    <a:pt x="131562" y="1661865"/>
                  </a:lnTo>
                  <a:lnTo>
                    <a:pt x="189910" y="1637771"/>
                  </a:lnTo>
                  <a:close/>
                  <a:moveTo>
                    <a:pt x="132719" y="1610328"/>
                  </a:moveTo>
                  <a:lnTo>
                    <a:pt x="189910" y="1637771"/>
                  </a:lnTo>
                  <a:lnTo>
                    <a:pt x="170193" y="1586234"/>
                  </a:lnTo>
                  <a:close/>
                  <a:moveTo>
                    <a:pt x="176998" y="1557218"/>
                  </a:moveTo>
                  <a:lnTo>
                    <a:pt x="132719" y="1610328"/>
                  </a:lnTo>
                  <a:lnTo>
                    <a:pt x="170193" y="1586234"/>
                  </a:lnTo>
                  <a:close/>
                  <a:moveTo>
                    <a:pt x="210026" y="1628435"/>
                  </a:moveTo>
                  <a:lnTo>
                    <a:pt x="211514" y="1686270"/>
                  </a:lnTo>
                  <a:lnTo>
                    <a:pt x="249046" y="1613677"/>
                  </a:lnTo>
                  <a:close/>
                  <a:moveTo>
                    <a:pt x="249046" y="1613677"/>
                  </a:moveTo>
                  <a:lnTo>
                    <a:pt x="211514" y="1686270"/>
                  </a:lnTo>
                  <a:lnTo>
                    <a:pt x="212794" y="1689307"/>
                  </a:lnTo>
                  <a:close/>
                  <a:moveTo>
                    <a:pt x="189910" y="1637771"/>
                  </a:moveTo>
                  <a:lnTo>
                    <a:pt x="211514" y="1686270"/>
                  </a:lnTo>
                  <a:lnTo>
                    <a:pt x="210026" y="1628435"/>
                  </a:lnTo>
                  <a:close/>
                  <a:moveTo>
                    <a:pt x="170193" y="1586234"/>
                  </a:moveTo>
                  <a:lnTo>
                    <a:pt x="210026" y="1628435"/>
                  </a:lnTo>
                  <a:lnTo>
                    <a:pt x="206008" y="1568958"/>
                  </a:lnTo>
                  <a:close/>
                  <a:moveTo>
                    <a:pt x="170193" y="1586234"/>
                  </a:moveTo>
                  <a:lnTo>
                    <a:pt x="189910" y="1637771"/>
                  </a:lnTo>
                  <a:lnTo>
                    <a:pt x="210026" y="1628435"/>
                  </a:lnTo>
                  <a:close/>
                  <a:moveTo>
                    <a:pt x="210026" y="1628435"/>
                  </a:moveTo>
                  <a:lnTo>
                    <a:pt x="243473" y="1576482"/>
                  </a:lnTo>
                  <a:lnTo>
                    <a:pt x="206008" y="1568958"/>
                  </a:lnTo>
                  <a:close/>
                  <a:moveTo>
                    <a:pt x="176998" y="1557218"/>
                  </a:moveTo>
                  <a:lnTo>
                    <a:pt x="170193" y="1586234"/>
                  </a:lnTo>
                  <a:lnTo>
                    <a:pt x="206008" y="1568958"/>
                  </a:lnTo>
                  <a:close/>
                  <a:moveTo>
                    <a:pt x="206008" y="1568958"/>
                  </a:moveTo>
                  <a:lnTo>
                    <a:pt x="224342" y="1559553"/>
                  </a:lnTo>
                  <a:lnTo>
                    <a:pt x="176998" y="1557218"/>
                  </a:lnTo>
                  <a:close/>
                  <a:moveTo>
                    <a:pt x="206008" y="1568958"/>
                  </a:moveTo>
                  <a:lnTo>
                    <a:pt x="243473" y="1576482"/>
                  </a:lnTo>
                  <a:lnTo>
                    <a:pt x="224342" y="1559553"/>
                  </a:lnTo>
                  <a:close/>
                  <a:moveTo>
                    <a:pt x="291418" y="1405642"/>
                  </a:moveTo>
                  <a:lnTo>
                    <a:pt x="257145" y="1412398"/>
                  </a:lnTo>
                  <a:lnTo>
                    <a:pt x="234738" y="1434973"/>
                  </a:lnTo>
                  <a:close/>
                  <a:moveTo>
                    <a:pt x="295711" y="1408528"/>
                  </a:moveTo>
                  <a:lnTo>
                    <a:pt x="332469" y="1384444"/>
                  </a:lnTo>
                  <a:lnTo>
                    <a:pt x="291418" y="1405642"/>
                  </a:lnTo>
                  <a:close/>
                  <a:moveTo>
                    <a:pt x="118439" y="1026029"/>
                  </a:moveTo>
                  <a:lnTo>
                    <a:pt x="85788" y="1101660"/>
                  </a:lnTo>
                  <a:lnTo>
                    <a:pt x="128043" y="1077566"/>
                  </a:lnTo>
                  <a:close/>
                  <a:moveTo>
                    <a:pt x="106686" y="984295"/>
                  </a:moveTo>
                  <a:lnTo>
                    <a:pt x="127060" y="1005587"/>
                  </a:lnTo>
                  <a:lnTo>
                    <a:pt x="130243" y="974493"/>
                  </a:lnTo>
                  <a:close/>
                  <a:moveTo>
                    <a:pt x="317604" y="1177740"/>
                  </a:moveTo>
                  <a:lnTo>
                    <a:pt x="309624" y="1180639"/>
                  </a:lnTo>
                  <a:lnTo>
                    <a:pt x="349431" y="1178065"/>
                  </a:lnTo>
                  <a:close/>
                  <a:moveTo>
                    <a:pt x="376688" y="1105299"/>
                  </a:moveTo>
                  <a:lnTo>
                    <a:pt x="310923" y="1168988"/>
                  </a:lnTo>
                  <a:lnTo>
                    <a:pt x="364688" y="1156545"/>
                  </a:lnTo>
                  <a:close/>
                  <a:moveTo>
                    <a:pt x="364688" y="1156545"/>
                  </a:moveTo>
                  <a:lnTo>
                    <a:pt x="310923" y="1168988"/>
                  </a:lnTo>
                  <a:lnTo>
                    <a:pt x="317604" y="1177740"/>
                  </a:lnTo>
                  <a:close/>
                  <a:moveTo>
                    <a:pt x="317604" y="1177740"/>
                  </a:moveTo>
                  <a:lnTo>
                    <a:pt x="349431" y="1178065"/>
                  </a:lnTo>
                  <a:lnTo>
                    <a:pt x="364688" y="1156545"/>
                  </a:lnTo>
                  <a:close/>
                  <a:moveTo>
                    <a:pt x="118439" y="1026029"/>
                  </a:moveTo>
                  <a:lnTo>
                    <a:pt x="160107" y="1003607"/>
                  </a:lnTo>
                  <a:lnTo>
                    <a:pt x="127060" y="1005587"/>
                  </a:lnTo>
                  <a:close/>
                  <a:moveTo>
                    <a:pt x="130243" y="974493"/>
                  </a:moveTo>
                  <a:lnTo>
                    <a:pt x="127060" y="1005587"/>
                  </a:lnTo>
                  <a:lnTo>
                    <a:pt x="162798" y="1001935"/>
                  </a:lnTo>
                  <a:close/>
                  <a:moveTo>
                    <a:pt x="364688" y="1156545"/>
                  </a:moveTo>
                  <a:lnTo>
                    <a:pt x="376830" y="1104830"/>
                  </a:lnTo>
                  <a:lnTo>
                    <a:pt x="376688" y="1105299"/>
                  </a:lnTo>
                  <a:close/>
                  <a:moveTo>
                    <a:pt x="310593" y="869726"/>
                  </a:moveTo>
                  <a:lnTo>
                    <a:pt x="305927" y="880509"/>
                  </a:lnTo>
                  <a:lnTo>
                    <a:pt x="341257" y="850674"/>
                  </a:lnTo>
                  <a:close/>
                  <a:moveTo>
                    <a:pt x="164179" y="644528"/>
                  </a:moveTo>
                  <a:lnTo>
                    <a:pt x="147258" y="700339"/>
                  </a:lnTo>
                  <a:lnTo>
                    <a:pt x="156708" y="696064"/>
                  </a:lnTo>
                  <a:close/>
                  <a:moveTo>
                    <a:pt x="164179" y="644528"/>
                  </a:moveTo>
                  <a:lnTo>
                    <a:pt x="156708" y="696064"/>
                  </a:lnTo>
                  <a:lnTo>
                    <a:pt x="196101" y="620434"/>
                  </a:lnTo>
                  <a:close/>
                  <a:moveTo>
                    <a:pt x="210179" y="602077"/>
                  </a:moveTo>
                  <a:lnTo>
                    <a:pt x="164179" y="644528"/>
                  </a:lnTo>
                  <a:lnTo>
                    <a:pt x="196101" y="620434"/>
                  </a:lnTo>
                  <a:close/>
                  <a:moveTo>
                    <a:pt x="753900" y="1111706"/>
                  </a:moveTo>
                  <a:lnTo>
                    <a:pt x="757461" y="1173523"/>
                  </a:lnTo>
                  <a:lnTo>
                    <a:pt x="757842" y="1117387"/>
                  </a:lnTo>
                  <a:close/>
                  <a:moveTo>
                    <a:pt x="715992" y="1187336"/>
                  </a:moveTo>
                  <a:lnTo>
                    <a:pt x="757461" y="1173523"/>
                  </a:lnTo>
                  <a:lnTo>
                    <a:pt x="753900" y="1111706"/>
                  </a:lnTo>
                  <a:close/>
                  <a:moveTo>
                    <a:pt x="706496" y="1135800"/>
                  </a:moveTo>
                  <a:lnTo>
                    <a:pt x="715992" y="1187336"/>
                  </a:lnTo>
                  <a:lnTo>
                    <a:pt x="753900" y="1111706"/>
                  </a:lnTo>
                  <a:close/>
                  <a:moveTo>
                    <a:pt x="757461" y="1173523"/>
                  </a:moveTo>
                  <a:lnTo>
                    <a:pt x="785633" y="1163242"/>
                  </a:lnTo>
                  <a:lnTo>
                    <a:pt x="757842" y="1117387"/>
                  </a:lnTo>
                  <a:close/>
                  <a:moveTo>
                    <a:pt x="755192" y="1107479"/>
                  </a:moveTo>
                  <a:lnTo>
                    <a:pt x="706496" y="1135800"/>
                  </a:lnTo>
                  <a:lnTo>
                    <a:pt x="753900" y="1111706"/>
                  </a:lnTo>
                  <a:close/>
                  <a:moveTo>
                    <a:pt x="755192" y="1107479"/>
                  </a:moveTo>
                  <a:lnTo>
                    <a:pt x="718054" y="1103525"/>
                  </a:lnTo>
                  <a:lnTo>
                    <a:pt x="706496" y="1135800"/>
                  </a:lnTo>
                  <a:close/>
                  <a:moveTo>
                    <a:pt x="760855" y="1108021"/>
                  </a:moveTo>
                  <a:lnTo>
                    <a:pt x="757842" y="1117387"/>
                  </a:lnTo>
                  <a:lnTo>
                    <a:pt x="807404" y="1087612"/>
                  </a:lnTo>
                  <a:close/>
                  <a:moveTo>
                    <a:pt x="757842" y="1117387"/>
                  </a:moveTo>
                  <a:lnTo>
                    <a:pt x="785633" y="1163242"/>
                  </a:lnTo>
                  <a:lnTo>
                    <a:pt x="807404" y="1087612"/>
                  </a:lnTo>
                  <a:close/>
                  <a:moveTo>
                    <a:pt x="753900" y="1111706"/>
                  </a:moveTo>
                  <a:lnTo>
                    <a:pt x="757842" y="1117387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53900" y="1111706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60855" y="1108021"/>
                  </a:lnTo>
                  <a:lnTo>
                    <a:pt x="773448" y="1060169"/>
                  </a:lnTo>
                  <a:close/>
                  <a:moveTo>
                    <a:pt x="773448" y="1060169"/>
                  </a:moveTo>
                  <a:lnTo>
                    <a:pt x="760855" y="1108021"/>
                  </a:lnTo>
                  <a:lnTo>
                    <a:pt x="807404" y="1087612"/>
                  </a:lnTo>
                  <a:close/>
                  <a:moveTo>
                    <a:pt x="910706" y="1190685"/>
                  </a:moveTo>
                  <a:lnTo>
                    <a:pt x="895077" y="1137608"/>
                  </a:lnTo>
                  <a:lnTo>
                    <a:pt x="898686" y="1159727"/>
                  </a:lnTo>
                  <a:close/>
                  <a:moveTo>
                    <a:pt x="884369" y="1139149"/>
                  </a:moveTo>
                  <a:lnTo>
                    <a:pt x="898686" y="1159727"/>
                  </a:lnTo>
                  <a:lnTo>
                    <a:pt x="895077" y="1137608"/>
                  </a:lnTo>
                  <a:close/>
                  <a:moveTo>
                    <a:pt x="891388" y="1132437"/>
                  </a:moveTo>
                  <a:lnTo>
                    <a:pt x="884369" y="1139149"/>
                  </a:lnTo>
                  <a:lnTo>
                    <a:pt x="895077" y="1137608"/>
                  </a:lnTo>
                  <a:close/>
                  <a:moveTo>
                    <a:pt x="842610" y="989843"/>
                  </a:moveTo>
                  <a:lnTo>
                    <a:pt x="816639" y="1027640"/>
                  </a:lnTo>
                  <a:lnTo>
                    <a:pt x="810901" y="1036075"/>
                  </a:lnTo>
                  <a:close/>
                  <a:moveTo>
                    <a:pt x="380816" y="469173"/>
                  </a:moveTo>
                  <a:lnTo>
                    <a:pt x="403449" y="518503"/>
                  </a:lnTo>
                  <a:lnTo>
                    <a:pt x="392606" y="464576"/>
                  </a:lnTo>
                  <a:close/>
                  <a:moveTo>
                    <a:pt x="385267" y="462877"/>
                  </a:moveTo>
                  <a:lnTo>
                    <a:pt x="380816" y="469173"/>
                  </a:lnTo>
                  <a:lnTo>
                    <a:pt x="392606" y="464576"/>
                  </a:lnTo>
                  <a:close/>
                  <a:moveTo>
                    <a:pt x="63838" y="40004"/>
                  </a:moveTo>
                  <a:lnTo>
                    <a:pt x="10036" y="56880"/>
                  </a:lnTo>
                  <a:lnTo>
                    <a:pt x="79192" y="56992"/>
                  </a:lnTo>
                  <a:close/>
                  <a:moveTo>
                    <a:pt x="10036" y="56880"/>
                  </a:moveTo>
                  <a:lnTo>
                    <a:pt x="0" y="70485"/>
                  </a:lnTo>
                  <a:lnTo>
                    <a:pt x="79192" y="56992"/>
                  </a:lnTo>
                  <a:close/>
                  <a:moveTo>
                    <a:pt x="113553" y="10786"/>
                  </a:moveTo>
                  <a:lnTo>
                    <a:pt x="63838" y="40004"/>
                  </a:lnTo>
                  <a:lnTo>
                    <a:pt x="92095" y="32786"/>
                  </a:lnTo>
                  <a:close/>
                  <a:moveTo>
                    <a:pt x="37531" y="36131"/>
                  </a:moveTo>
                  <a:lnTo>
                    <a:pt x="63838" y="40004"/>
                  </a:lnTo>
                  <a:lnTo>
                    <a:pt x="113553" y="10786"/>
                  </a:lnTo>
                  <a:close/>
                  <a:moveTo>
                    <a:pt x="63838" y="40004"/>
                  </a:moveTo>
                  <a:lnTo>
                    <a:pt x="79192" y="56992"/>
                  </a:lnTo>
                  <a:lnTo>
                    <a:pt x="92095" y="32786"/>
                  </a:lnTo>
                  <a:close/>
                  <a:moveTo>
                    <a:pt x="146748" y="0"/>
                  </a:moveTo>
                  <a:lnTo>
                    <a:pt x="92095" y="32786"/>
                  </a:lnTo>
                  <a:lnTo>
                    <a:pt x="140334" y="8692"/>
                  </a:lnTo>
                  <a:close/>
                  <a:moveTo>
                    <a:pt x="146748" y="0"/>
                  </a:moveTo>
                  <a:lnTo>
                    <a:pt x="113553" y="10786"/>
                  </a:lnTo>
                  <a:lnTo>
                    <a:pt x="92095" y="32786"/>
                  </a:lnTo>
                  <a:close/>
                  <a:moveTo>
                    <a:pt x="908935" y="928246"/>
                  </a:moveTo>
                  <a:lnTo>
                    <a:pt x="908475" y="936351"/>
                  </a:lnTo>
                  <a:lnTo>
                    <a:pt x="913478" y="934420"/>
                  </a:lnTo>
                  <a:close/>
                  <a:moveTo>
                    <a:pt x="919340" y="936351"/>
                  </a:moveTo>
                  <a:lnTo>
                    <a:pt x="908935" y="928246"/>
                  </a:lnTo>
                  <a:lnTo>
                    <a:pt x="913478" y="934420"/>
                  </a:lnTo>
                  <a:close/>
                  <a:moveTo>
                    <a:pt x="678623" y="456279"/>
                  </a:moveTo>
                  <a:lnTo>
                    <a:pt x="664531" y="499964"/>
                  </a:lnTo>
                  <a:lnTo>
                    <a:pt x="718054" y="477407"/>
                  </a:lnTo>
                  <a:close/>
                  <a:moveTo>
                    <a:pt x="761634" y="457066"/>
                  </a:moveTo>
                  <a:lnTo>
                    <a:pt x="678623" y="456279"/>
                  </a:lnTo>
                  <a:lnTo>
                    <a:pt x="728373" y="475870"/>
                  </a:lnTo>
                  <a:close/>
                  <a:moveTo>
                    <a:pt x="812168" y="414116"/>
                  </a:moveTo>
                  <a:lnTo>
                    <a:pt x="789226" y="424334"/>
                  </a:lnTo>
                  <a:lnTo>
                    <a:pt x="831340" y="408107"/>
                  </a:lnTo>
                  <a:close/>
                  <a:moveTo>
                    <a:pt x="831340" y="408107"/>
                  </a:moveTo>
                  <a:lnTo>
                    <a:pt x="789226" y="424334"/>
                  </a:lnTo>
                  <a:lnTo>
                    <a:pt x="761634" y="457066"/>
                  </a:lnTo>
                  <a:close/>
                  <a:moveTo>
                    <a:pt x="831340" y="408107"/>
                  </a:moveTo>
                  <a:lnTo>
                    <a:pt x="761634" y="457066"/>
                  </a:lnTo>
                  <a:lnTo>
                    <a:pt x="793152" y="440007"/>
                  </a:lnTo>
                  <a:close/>
                  <a:moveTo>
                    <a:pt x="796766" y="413741"/>
                  </a:moveTo>
                  <a:lnTo>
                    <a:pt x="789226" y="424334"/>
                  </a:lnTo>
                  <a:lnTo>
                    <a:pt x="812168" y="41411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46" name="Output_density__4245">
              <a:extLst>
                <a:ext uri="{FF2B5EF4-FFF2-40B4-BE49-F238E27FC236}">
                  <a16:creationId xmlns:a16="http://schemas.microsoft.com/office/drawing/2014/main" id="{B7DF93B1-FBF5-1C0E-B988-27509210113C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468539" cy="2367960"/>
            </a:xfrm>
            <a:custGeom>
              <a:avLst/>
              <a:gdLst/>
              <a:ahLst/>
              <a:cxnLst/>
              <a:rect l="0" t="0" r="0" b="0"/>
              <a:pathLst>
                <a:path w="1468539" h="2367960">
                  <a:moveTo>
                    <a:pt x="228894" y="2190033"/>
                  </a:moveTo>
                  <a:lnTo>
                    <a:pt x="197924" y="2209139"/>
                  </a:lnTo>
                  <a:lnTo>
                    <a:pt x="182855" y="2244182"/>
                  </a:lnTo>
                  <a:close/>
                  <a:moveTo>
                    <a:pt x="187991" y="2117015"/>
                  </a:moveTo>
                  <a:lnTo>
                    <a:pt x="181053" y="2146061"/>
                  </a:lnTo>
                  <a:lnTo>
                    <a:pt x="221528" y="2162491"/>
                  </a:lnTo>
                  <a:close/>
                  <a:moveTo>
                    <a:pt x="473451" y="2367960"/>
                  </a:moveTo>
                  <a:lnTo>
                    <a:pt x="528670" y="2350604"/>
                  </a:lnTo>
                  <a:lnTo>
                    <a:pt x="486702" y="2320328"/>
                  </a:lnTo>
                  <a:close/>
                  <a:moveTo>
                    <a:pt x="291715" y="2250231"/>
                  </a:moveTo>
                  <a:lnTo>
                    <a:pt x="243084" y="2220088"/>
                  </a:lnTo>
                  <a:lnTo>
                    <a:pt x="244204" y="2214176"/>
                  </a:lnTo>
                  <a:close/>
                  <a:moveTo>
                    <a:pt x="221528" y="2162491"/>
                  </a:moveTo>
                  <a:lnTo>
                    <a:pt x="299170" y="2143206"/>
                  </a:lnTo>
                  <a:lnTo>
                    <a:pt x="245780" y="2118264"/>
                  </a:lnTo>
                  <a:close/>
                  <a:moveTo>
                    <a:pt x="528670" y="2350604"/>
                  </a:moveTo>
                  <a:lnTo>
                    <a:pt x="543636" y="2358515"/>
                  </a:lnTo>
                  <a:lnTo>
                    <a:pt x="546478" y="2346573"/>
                  </a:lnTo>
                  <a:close/>
                  <a:moveTo>
                    <a:pt x="546478" y="2346573"/>
                  </a:moveTo>
                  <a:lnTo>
                    <a:pt x="486702" y="2320328"/>
                  </a:lnTo>
                  <a:lnTo>
                    <a:pt x="528670" y="2350604"/>
                  </a:lnTo>
                  <a:close/>
                  <a:moveTo>
                    <a:pt x="493061" y="2289275"/>
                  </a:moveTo>
                  <a:lnTo>
                    <a:pt x="486702" y="2320328"/>
                  </a:lnTo>
                  <a:lnTo>
                    <a:pt x="546478" y="2346573"/>
                  </a:lnTo>
                  <a:close/>
                  <a:moveTo>
                    <a:pt x="539258" y="2289700"/>
                  </a:moveTo>
                  <a:lnTo>
                    <a:pt x="493061" y="2289275"/>
                  </a:lnTo>
                  <a:lnTo>
                    <a:pt x="546478" y="2346573"/>
                  </a:lnTo>
                  <a:close/>
                  <a:moveTo>
                    <a:pt x="493061" y="2289275"/>
                  </a:moveTo>
                  <a:lnTo>
                    <a:pt x="440680" y="2322934"/>
                  </a:lnTo>
                  <a:lnTo>
                    <a:pt x="486702" y="2320328"/>
                  </a:lnTo>
                  <a:close/>
                  <a:moveTo>
                    <a:pt x="493061" y="2289275"/>
                  </a:moveTo>
                  <a:lnTo>
                    <a:pt x="477451" y="2285740"/>
                  </a:lnTo>
                  <a:lnTo>
                    <a:pt x="426093" y="2242994"/>
                  </a:lnTo>
                  <a:close/>
                  <a:moveTo>
                    <a:pt x="346604" y="1830434"/>
                  </a:moveTo>
                  <a:lnTo>
                    <a:pt x="316988" y="1816530"/>
                  </a:lnTo>
                  <a:lnTo>
                    <a:pt x="323016" y="1786868"/>
                  </a:lnTo>
                  <a:close/>
                  <a:moveTo>
                    <a:pt x="127174" y="1455681"/>
                  </a:moveTo>
                  <a:lnTo>
                    <a:pt x="152100" y="1505273"/>
                  </a:lnTo>
                  <a:lnTo>
                    <a:pt x="136998" y="1481527"/>
                  </a:lnTo>
                  <a:close/>
                  <a:moveTo>
                    <a:pt x="470029" y="1743314"/>
                  </a:moveTo>
                  <a:lnTo>
                    <a:pt x="421715" y="1712427"/>
                  </a:lnTo>
                  <a:lnTo>
                    <a:pt x="465724" y="1738862"/>
                  </a:lnTo>
                  <a:close/>
                  <a:moveTo>
                    <a:pt x="478296" y="1749298"/>
                  </a:moveTo>
                  <a:lnTo>
                    <a:pt x="470029" y="1743314"/>
                  </a:lnTo>
                  <a:lnTo>
                    <a:pt x="465724" y="1738862"/>
                  </a:lnTo>
                  <a:close/>
                  <a:moveTo>
                    <a:pt x="133533" y="1450511"/>
                  </a:moveTo>
                  <a:lnTo>
                    <a:pt x="175035" y="1429643"/>
                  </a:lnTo>
                  <a:lnTo>
                    <a:pt x="150405" y="1396751"/>
                  </a:lnTo>
                  <a:close/>
                  <a:moveTo>
                    <a:pt x="22167" y="1350664"/>
                  </a:moveTo>
                  <a:lnTo>
                    <a:pt x="22281" y="1401974"/>
                  </a:lnTo>
                  <a:lnTo>
                    <a:pt x="30314" y="1332976"/>
                  </a:lnTo>
                  <a:close/>
                  <a:moveTo>
                    <a:pt x="22167" y="1350664"/>
                  </a:moveTo>
                  <a:lnTo>
                    <a:pt x="31404" y="1301183"/>
                  </a:lnTo>
                  <a:lnTo>
                    <a:pt x="34025" y="1275033"/>
                  </a:lnTo>
                  <a:close/>
                  <a:moveTo>
                    <a:pt x="22167" y="1350664"/>
                  </a:moveTo>
                  <a:lnTo>
                    <a:pt x="34025" y="1275033"/>
                  </a:lnTo>
                  <a:lnTo>
                    <a:pt x="23242" y="1299127"/>
                  </a:lnTo>
                  <a:close/>
                  <a:moveTo>
                    <a:pt x="21432" y="1263898"/>
                  </a:moveTo>
                  <a:lnTo>
                    <a:pt x="1816" y="1230659"/>
                  </a:lnTo>
                  <a:lnTo>
                    <a:pt x="34025" y="1275033"/>
                  </a:lnTo>
                  <a:close/>
                  <a:moveTo>
                    <a:pt x="0" y="1223496"/>
                  </a:moveTo>
                  <a:lnTo>
                    <a:pt x="1816" y="1230659"/>
                  </a:lnTo>
                  <a:lnTo>
                    <a:pt x="21432" y="1263898"/>
                  </a:lnTo>
                  <a:close/>
                  <a:moveTo>
                    <a:pt x="4347" y="1200018"/>
                  </a:moveTo>
                  <a:lnTo>
                    <a:pt x="1816" y="1230659"/>
                  </a:lnTo>
                  <a:lnTo>
                    <a:pt x="0" y="1223496"/>
                  </a:lnTo>
                  <a:close/>
                  <a:moveTo>
                    <a:pt x="445923" y="1724930"/>
                  </a:moveTo>
                  <a:lnTo>
                    <a:pt x="478296" y="1749298"/>
                  </a:lnTo>
                  <a:lnTo>
                    <a:pt x="465724" y="1738862"/>
                  </a:lnTo>
                  <a:close/>
                  <a:moveTo>
                    <a:pt x="517364" y="1767574"/>
                  </a:moveTo>
                  <a:lnTo>
                    <a:pt x="478296" y="1749298"/>
                  </a:lnTo>
                  <a:lnTo>
                    <a:pt x="445923" y="1724930"/>
                  </a:lnTo>
                  <a:close/>
                  <a:moveTo>
                    <a:pt x="517364" y="1767574"/>
                  </a:moveTo>
                  <a:lnTo>
                    <a:pt x="508023" y="1738862"/>
                  </a:lnTo>
                  <a:lnTo>
                    <a:pt x="478296" y="1749298"/>
                  </a:lnTo>
                  <a:close/>
                  <a:moveTo>
                    <a:pt x="526093" y="1735717"/>
                  </a:moveTo>
                  <a:lnTo>
                    <a:pt x="508023" y="1738862"/>
                  </a:lnTo>
                  <a:lnTo>
                    <a:pt x="517364" y="1767574"/>
                  </a:lnTo>
                  <a:close/>
                  <a:moveTo>
                    <a:pt x="445923" y="1724930"/>
                  </a:moveTo>
                  <a:lnTo>
                    <a:pt x="465724" y="1738862"/>
                  </a:lnTo>
                  <a:lnTo>
                    <a:pt x="421715" y="1712427"/>
                  </a:lnTo>
                  <a:close/>
                  <a:moveTo>
                    <a:pt x="158227" y="1367692"/>
                  </a:moveTo>
                  <a:lnTo>
                    <a:pt x="150405" y="1396751"/>
                  </a:lnTo>
                  <a:lnTo>
                    <a:pt x="207685" y="1354012"/>
                  </a:lnTo>
                  <a:close/>
                  <a:moveTo>
                    <a:pt x="158227" y="1367692"/>
                  </a:moveTo>
                  <a:lnTo>
                    <a:pt x="195932" y="1312278"/>
                  </a:lnTo>
                  <a:lnTo>
                    <a:pt x="142849" y="1317452"/>
                  </a:lnTo>
                  <a:close/>
                  <a:moveTo>
                    <a:pt x="142849" y="1317452"/>
                  </a:moveTo>
                  <a:lnTo>
                    <a:pt x="172450" y="1268625"/>
                  </a:lnTo>
                  <a:lnTo>
                    <a:pt x="140914" y="1256282"/>
                  </a:lnTo>
                  <a:close/>
                  <a:moveTo>
                    <a:pt x="0" y="1223496"/>
                  </a:moveTo>
                  <a:lnTo>
                    <a:pt x="14572" y="1157545"/>
                  </a:lnTo>
                  <a:lnTo>
                    <a:pt x="4347" y="1200018"/>
                  </a:lnTo>
                  <a:close/>
                  <a:moveTo>
                    <a:pt x="17034" y="1147866"/>
                  </a:moveTo>
                  <a:lnTo>
                    <a:pt x="14572" y="1157545"/>
                  </a:lnTo>
                  <a:lnTo>
                    <a:pt x="0" y="1223496"/>
                  </a:lnTo>
                  <a:close/>
                  <a:moveTo>
                    <a:pt x="399895" y="1511378"/>
                  </a:moveTo>
                  <a:lnTo>
                    <a:pt x="364049" y="1536601"/>
                  </a:lnTo>
                  <a:lnTo>
                    <a:pt x="398870" y="1508622"/>
                  </a:lnTo>
                  <a:close/>
                  <a:moveTo>
                    <a:pt x="218816" y="1226845"/>
                  </a:moveTo>
                  <a:lnTo>
                    <a:pt x="218504" y="1206885"/>
                  </a:lnTo>
                  <a:lnTo>
                    <a:pt x="216802" y="1232569"/>
                  </a:lnTo>
                  <a:close/>
                  <a:moveTo>
                    <a:pt x="232292" y="1278382"/>
                  </a:moveTo>
                  <a:lnTo>
                    <a:pt x="216802" y="1232569"/>
                  </a:lnTo>
                  <a:lnTo>
                    <a:pt x="228190" y="1286053"/>
                  </a:lnTo>
                  <a:close/>
                  <a:moveTo>
                    <a:pt x="232292" y="1278382"/>
                  </a:moveTo>
                  <a:lnTo>
                    <a:pt x="218816" y="1226845"/>
                  </a:lnTo>
                  <a:lnTo>
                    <a:pt x="216802" y="1232569"/>
                  </a:lnTo>
                  <a:close/>
                  <a:moveTo>
                    <a:pt x="781584" y="1644935"/>
                  </a:moveTo>
                  <a:lnTo>
                    <a:pt x="788601" y="1698992"/>
                  </a:lnTo>
                  <a:lnTo>
                    <a:pt x="783399" y="1694023"/>
                  </a:lnTo>
                  <a:close/>
                  <a:moveTo>
                    <a:pt x="1187922" y="1979149"/>
                  </a:moveTo>
                  <a:lnTo>
                    <a:pt x="1187217" y="1978570"/>
                  </a:lnTo>
                  <a:lnTo>
                    <a:pt x="1147617" y="1965412"/>
                  </a:lnTo>
                  <a:close/>
                  <a:moveTo>
                    <a:pt x="597057" y="1304375"/>
                  </a:moveTo>
                  <a:lnTo>
                    <a:pt x="602235" y="1309173"/>
                  </a:lnTo>
                  <a:lnTo>
                    <a:pt x="624197" y="1317485"/>
                  </a:lnTo>
                  <a:close/>
                  <a:moveTo>
                    <a:pt x="584484" y="1297140"/>
                  </a:moveTo>
                  <a:lnTo>
                    <a:pt x="602235" y="1309173"/>
                  </a:lnTo>
                  <a:lnTo>
                    <a:pt x="597057" y="1304375"/>
                  </a:lnTo>
                  <a:close/>
                  <a:moveTo>
                    <a:pt x="430504" y="1178657"/>
                  </a:moveTo>
                  <a:lnTo>
                    <a:pt x="437912" y="1230194"/>
                  </a:lnTo>
                  <a:lnTo>
                    <a:pt x="433580" y="1170278"/>
                  </a:lnTo>
                  <a:close/>
                  <a:moveTo>
                    <a:pt x="331750" y="999953"/>
                  </a:moveTo>
                  <a:lnTo>
                    <a:pt x="309081" y="1007301"/>
                  </a:lnTo>
                  <a:lnTo>
                    <a:pt x="348163" y="1072507"/>
                  </a:lnTo>
                  <a:close/>
                  <a:moveTo>
                    <a:pt x="340683" y="948417"/>
                  </a:moveTo>
                  <a:lnTo>
                    <a:pt x="311169" y="973972"/>
                  </a:lnTo>
                  <a:lnTo>
                    <a:pt x="345200" y="953176"/>
                  </a:lnTo>
                  <a:close/>
                  <a:moveTo>
                    <a:pt x="331750" y="999953"/>
                  </a:moveTo>
                  <a:lnTo>
                    <a:pt x="352482" y="953757"/>
                  </a:lnTo>
                  <a:lnTo>
                    <a:pt x="345200" y="953176"/>
                  </a:lnTo>
                  <a:close/>
                  <a:moveTo>
                    <a:pt x="1252288" y="1964355"/>
                  </a:moveTo>
                  <a:lnTo>
                    <a:pt x="1244237" y="2017081"/>
                  </a:lnTo>
                  <a:lnTo>
                    <a:pt x="1298387" y="2027603"/>
                  </a:lnTo>
                  <a:close/>
                  <a:moveTo>
                    <a:pt x="1187922" y="1979149"/>
                  </a:moveTo>
                  <a:lnTo>
                    <a:pt x="1244237" y="2017081"/>
                  </a:lnTo>
                  <a:lnTo>
                    <a:pt x="1252288" y="1964355"/>
                  </a:lnTo>
                  <a:close/>
                  <a:moveTo>
                    <a:pt x="1252288" y="1964355"/>
                  </a:moveTo>
                  <a:lnTo>
                    <a:pt x="1187217" y="1978570"/>
                  </a:lnTo>
                  <a:lnTo>
                    <a:pt x="1187922" y="1979149"/>
                  </a:lnTo>
                  <a:close/>
                  <a:moveTo>
                    <a:pt x="1199572" y="1906487"/>
                  </a:moveTo>
                  <a:lnTo>
                    <a:pt x="1187217" y="1978570"/>
                  </a:lnTo>
                  <a:lnTo>
                    <a:pt x="1252288" y="1964355"/>
                  </a:lnTo>
                  <a:close/>
                  <a:moveTo>
                    <a:pt x="846707" y="1501506"/>
                  </a:moveTo>
                  <a:lnTo>
                    <a:pt x="805238" y="1515319"/>
                  </a:lnTo>
                  <a:lnTo>
                    <a:pt x="856545" y="1556251"/>
                  </a:lnTo>
                  <a:close/>
                  <a:moveTo>
                    <a:pt x="856545" y="1556251"/>
                  </a:moveTo>
                  <a:lnTo>
                    <a:pt x="805238" y="1515319"/>
                  </a:lnTo>
                  <a:lnTo>
                    <a:pt x="817390" y="1509009"/>
                  </a:lnTo>
                  <a:close/>
                  <a:moveTo>
                    <a:pt x="703237" y="1256885"/>
                  </a:moveTo>
                  <a:lnTo>
                    <a:pt x="669204" y="1256134"/>
                  </a:lnTo>
                  <a:lnTo>
                    <a:pt x="736237" y="1285079"/>
                  </a:lnTo>
                  <a:close/>
                  <a:moveTo>
                    <a:pt x="311169" y="973972"/>
                  </a:moveTo>
                  <a:lnTo>
                    <a:pt x="340683" y="948417"/>
                  </a:lnTo>
                  <a:lnTo>
                    <a:pt x="317958" y="937341"/>
                  </a:lnTo>
                  <a:close/>
                  <a:moveTo>
                    <a:pt x="317958" y="937341"/>
                  </a:moveTo>
                  <a:lnTo>
                    <a:pt x="340683" y="948417"/>
                  </a:lnTo>
                  <a:lnTo>
                    <a:pt x="299425" y="930060"/>
                  </a:lnTo>
                  <a:close/>
                  <a:moveTo>
                    <a:pt x="683992" y="1233542"/>
                  </a:moveTo>
                  <a:lnTo>
                    <a:pt x="669204" y="1256134"/>
                  </a:lnTo>
                  <a:lnTo>
                    <a:pt x="703237" y="1256885"/>
                  </a:lnTo>
                  <a:close/>
                  <a:moveTo>
                    <a:pt x="64063" y="512030"/>
                  </a:moveTo>
                  <a:lnTo>
                    <a:pt x="65510" y="463944"/>
                  </a:lnTo>
                  <a:lnTo>
                    <a:pt x="70938" y="522275"/>
                  </a:lnTo>
                  <a:close/>
                  <a:moveTo>
                    <a:pt x="64063" y="512030"/>
                  </a:moveTo>
                  <a:lnTo>
                    <a:pt x="62551" y="460494"/>
                  </a:lnTo>
                  <a:lnTo>
                    <a:pt x="65510" y="463944"/>
                  </a:lnTo>
                  <a:close/>
                  <a:moveTo>
                    <a:pt x="976067" y="1542762"/>
                  </a:moveTo>
                  <a:lnTo>
                    <a:pt x="999952" y="1518668"/>
                  </a:lnTo>
                  <a:lnTo>
                    <a:pt x="963988" y="1533086"/>
                  </a:lnTo>
                  <a:close/>
                  <a:moveTo>
                    <a:pt x="874879" y="1491226"/>
                  </a:moveTo>
                  <a:lnTo>
                    <a:pt x="914299" y="1521984"/>
                  </a:lnTo>
                  <a:lnTo>
                    <a:pt x="930826" y="1471102"/>
                  </a:lnTo>
                  <a:close/>
                  <a:moveTo>
                    <a:pt x="914299" y="1521984"/>
                  </a:moveTo>
                  <a:lnTo>
                    <a:pt x="973615" y="1467132"/>
                  </a:lnTo>
                  <a:lnTo>
                    <a:pt x="930826" y="1471102"/>
                  </a:lnTo>
                  <a:close/>
                  <a:moveTo>
                    <a:pt x="963988" y="1533086"/>
                  </a:moveTo>
                  <a:lnTo>
                    <a:pt x="987933" y="1487710"/>
                  </a:lnTo>
                  <a:lnTo>
                    <a:pt x="914299" y="1521984"/>
                  </a:lnTo>
                  <a:close/>
                  <a:moveTo>
                    <a:pt x="948451" y="1415595"/>
                  </a:moveTo>
                  <a:lnTo>
                    <a:pt x="931175" y="1450179"/>
                  </a:lnTo>
                  <a:lnTo>
                    <a:pt x="962180" y="1420851"/>
                  </a:lnTo>
                  <a:close/>
                  <a:moveTo>
                    <a:pt x="962180" y="1420851"/>
                  </a:moveTo>
                  <a:lnTo>
                    <a:pt x="931175" y="1450179"/>
                  </a:lnTo>
                  <a:lnTo>
                    <a:pt x="930826" y="1471102"/>
                  </a:lnTo>
                  <a:close/>
                  <a:moveTo>
                    <a:pt x="709781" y="1223146"/>
                  </a:moveTo>
                  <a:lnTo>
                    <a:pt x="703237" y="1256885"/>
                  </a:lnTo>
                  <a:lnTo>
                    <a:pt x="767770" y="1209448"/>
                  </a:lnTo>
                  <a:close/>
                  <a:moveTo>
                    <a:pt x="767770" y="1209448"/>
                  </a:moveTo>
                  <a:lnTo>
                    <a:pt x="703237" y="1256885"/>
                  </a:lnTo>
                  <a:lnTo>
                    <a:pt x="736237" y="1285079"/>
                  </a:lnTo>
                  <a:close/>
                  <a:moveTo>
                    <a:pt x="767770" y="1209448"/>
                  </a:moveTo>
                  <a:lnTo>
                    <a:pt x="736237" y="1285079"/>
                  </a:lnTo>
                  <a:lnTo>
                    <a:pt x="757576" y="1260985"/>
                  </a:lnTo>
                  <a:close/>
                  <a:moveTo>
                    <a:pt x="683992" y="1233542"/>
                  </a:moveTo>
                  <a:lnTo>
                    <a:pt x="703237" y="1256885"/>
                  </a:lnTo>
                  <a:lnTo>
                    <a:pt x="709781" y="1223146"/>
                  </a:lnTo>
                  <a:close/>
                  <a:moveTo>
                    <a:pt x="638290" y="1182006"/>
                  </a:moveTo>
                  <a:lnTo>
                    <a:pt x="709781" y="1223146"/>
                  </a:lnTo>
                  <a:lnTo>
                    <a:pt x="670460" y="1174117"/>
                  </a:lnTo>
                  <a:close/>
                  <a:moveTo>
                    <a:pt x="683992" y="1233542"/>
                  </a:moveTo>
                  <a:lnTo>
                    <a:pt x="709781" y="1223146"/>
                  </a:lnTo>
                  <a:lnTo>
                    <a:pt x="638290" y="1182006"/>
                  </a:lnTo>
                  <a:close/>
                  <a:moveTo>
                    <a:pt x="753833" y="1162572"/>
                  </a:moveTo>
                  <a:lnTo>
                    <a:pt x="713970" y="1162116"/>
                  </a:lnTo>
                  <a:lnTo>
                    <a:pt x="709781" y="1223146"/>
                  </a:lnTo>
                  <a:close/>
                  <a:moveTo>
                    <a:pt x="767770" y="1209448"/>
                  </a:moveTo>
                  <a:lnTo>
                    <a:pt x="771534" y="1202660"/>
                  </a:lnTo>
                  <a:lnTo>
                    <a:pt x="753833" y="1162572"/>
                  </a:lnTo>
                  <a:close/>
                  <a:moveTo>
                    <a:pt x="709781" y="1223146"/>
                  </a:moveTo>
                  <a:lnTo>
                    <a:pt x="767770" y="1209448"/>
                  </a:lnTo>
                  <a:lnTo>
                    <a:pt x="753833" y="1162572"/>
                  </a:lnTo>
                  <a:close/>
                  <a:moveTo>
                    <a:pt x="771534" y="1202660"/>
                  </a:moveTo>
                  <a:lnTo>
                    <a:pt x="776393" y="1209448"/>
                  </a:lnTo>
                  <a:lnTo>
                    <a:pt x="753833" y="1162572"/>
                  </a:lnTo>
                  <a:close/>
                  <a:moveTo>
                    <a:pt x="826908" y="1235020"/>
                  </a:moveTo>
                  <a:lnTo>
                    <a:pt x="804424" y="1222167"/>
                  </a:lnTo>
                  <a:lnTo>
                    <a:pt x="776393" y="1209448"/>
                  </a:lnTo>
                  <a:close/>
                  <a:moveTo>
                    <a:pt x="470062" y="797156"/>
                  </a:moveTo>
                  <a:lnTo>
                    <a:pt x="413990" y="821250"/>
                  </a:lnTo>
                  <a:lnTo>
                    <a:pt x="481996" y="848693"/>
                  </a:lnTo>
                  <a:close/>
                  <a:moveTo>
                    <a:pt x="252336" y="619105"/>
                  </a:moveTo>
                  <a:lnTo>
                    <a:pt x="211819" y="609191"/>
                  </a:lnTo>
                  <a:lnTo>
                    <a:pt x="244911" y="631118"/>
                  </a:lnTo>
                  <a:close/>
                  <a:moveTo>
                    <a:pt x="252336" y="619105"/>
                  </a:moveTo>
                  <a:lnTo>
                    <a:pt x="244911" y="631118"/>
                  </a:lnTo>
                  <a:lnTo>
                    <a:pt x="289555" y="623360"/>
                  </a:lnTo>
                  <a:close/>
                  <a:moveTo>
                    <a:pt x="197934" y="557736"/>
                  </a:moveTo>
                  <a:lnTo>
                    <a:pt x="211819" y="609191"/>
                  </a:lnTo>
                  <a:lnTo>
                    <a:pt x="247583" y="615103"/>
                  </a:lnTo>
                  <a:close/>
                  <a:moveTo>
                    <a:pt x="481996" y="848693"/>
                  </a:moveTo>
                  <a:lnTo>
                    <a:pt x="481947" y="855225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1844" y="1907936"/>
                  </a:lnTo>
                  <a:lnTo>
                    <a:pt x="1462820" y="1905598"/>
                  </a:lnTo>
                  <a:close/>
                  <a:moveTo>
                    <a:pt x="1416556" y="1930961"/>
                  </a:moveTo>
                  <a:lnTo>
                    <a:pt x="1461844" y="1907936"/>
                  </a:lnTo>
                  <a:lnTo>
                    <a:pt x="1415632" y="1855331"/>
                  </a:lnTo>
                  <a:close/>
                  <a:moveTo>
                    <a:pt x="1415632" y="1855331"/>
                  </a:moveTo>
                  <a:lnTo>
                    <a:pt x="1398819" y="1840986"/>
                  </a:lnTo>
                  <a:lnTo>
                    <a:pt x="1364778" y="1848613"/>
                  </a:lnTo>
                  <a:close/>
                  <a:moveTo>
                    <a:pt x="1365756" y="1803794"/>
                  </a:moveTo>
                  <a:lnTo>
                    <a:pt x="1364778" y="1848613"/>
                  </a:lnTo>
                  <a:lnTo>
                    <a:pt x="1398819" y="1840986"/>
                  </a:lnTo>
                  <a:close/>
                  <a:moveTo>
                    <a:pt x="1090924" y="1494574"/>
                  </a:moveTo>
                  <a:lnTo>
                    <a:pt x="1049765" y="1450371"/>
                  </a:lnTo>
                  <a:lnTo>
                    <a:pt x="1066669" y="1472516"/>
                  </a:lnTo>
                  <a:close/>
                  <a:moveTo>
                    <a:pt x="931175" y="1450179"/>
                  </a:moveTo>
                  <a:lnTo>
                    <a:pt x="948451" y="1415595"/>
                  </a:lnTo>
                  <a:lnTo>
                    <a:pt x="949239" y="1393390"/>
                  </a:lnTo>
                  <a:close/>
                  <a:moveTo>
                    <a:pt x="1037343" y="1397727"/>
                  </a:moveTo>
                  <a:lnTo>
                    <a:pt x="988837" y="1415595"/>
                  </a:lnTo>
                  <a:lnTo>
                    <a:pt x="980634" y="1460421"/>
                  </a:lnTo>
                  <a:close/>
                  <a:moveTo>
                    <a:pt x="1049765" y="1450371"/>
                  </a:moveTo>
                  <a:lnTo>
                    <a:pt x="1037343" y="1397727"/>
                  </a:lnTo>
                  <a:lnTo>
                    <a:pt x="984324" y="1465591"/>
                  </a:lnTo>
                  <a:close/>
                  <a:moveTo>
                    <a:pt x="1037343" y="1397727"/>
                  </a:moveTo>
                  <a:lnTo>
                    <a:pt x="1049765" y="1450371"/>
                  </a:lnTo>
                  <a:lnTo>
                    <a:pt x="1090515" y="1392481"/>
                  </a:lnTo>
                  <a:close/>
                  <a:moveTo>
                    <a:pt x="960928" y="1386743"/>
                  </a:moveTo>
                  <a:lnTo>
                    <a:pt x="959513" y="1391501"/>
                  </a:lnTo>
                  <a:lnTo>
                    <a:pt x="950461" y="1387384"/>
                  </a:lnTo>
                  <a:close/>
                  <a:moveTo>
                    <a:pt x="949239" y="1393390"/>
                  </a:moveTo>
                  <a:lnTo>
                    <a:pt x="948451" y="1415595"/>
                  </a:lnTo>
                  <a:lnTo>
                    <a:pt x="960928" y="1386743"/>
                  </a:lnTo>
                  <a:close/>
                  <a:moveTo>
                    <a:pt x="960928" y="1386743"/>
                  </a:moveTo>
                  <a:lnTo>
                    <a:pt x="988837" y="1415595"/>
                  </a:lnTo>
                  <a:lnTo>
                    <a:pt x="1043891" y="1387351"/>
                  </a:lnTo>
                  <a:close/>
                  <a:moveTo>
                    <a:pt x="811178" y="1215983"/>
                  </a:moveTo>
                  <a:lnTo>
                    <a:pt x="775453" y="1207738"/>
                  </a:lnTo>
                  <a:lnTo>
                    <a:pt x="767770" y="1209448"/>
                  </a:lnTo>
                  <a:close/>
                  <a:moveTo>
                    <a:pt x="776393" y="1209448"/>
                  </a:moveTo>
                  <a:lnTo>
                    <a:pt x="775453" y="1207738"/>
                  </a:lnTo>
                  <a:lnTo>
                    <a:pt x="826908" y="1235020"/>
                  </a:lnTo>
                  <a:close/>
                  <a:moveTo>
                    <a:pt x="775453" y="1207738"/>
                  </a:moveTo>
                  <a:lnTo>
                    <a:pt x="771534" y="1202660"/>
                  </a:lnTo>
                  <a:lnTo>
                    <a:pt x="767770" y="1209448"/>
                  </a:lnTo>
                  <a:close/>
                  <a:moveTo>
                    <a:pt x="775453" y="1207738"/>
                  </a:moveTo>
                  <a:lnTo>
                    <a:pt x="776393" y="1209448"/>
                  </a:lnTo>
                  <a:lnTo>
                    <a:pt x="771534" y="1202660"/>
                  </a:lnTo>
                  <a:close/>
                  <a:moveTo>
                    <a:pt x="491126" y="852970"/>
                  </a:moveTo>
                  <a:lnTo>
                    <a:pt x="492696" y="846486"/>
                  </a:lnTo>
                  <a:lnTo>
                    <a:pt x="481996" y="848693"/>
                  </a:lnTo>
                  <a:close/>
                  <a:moveTo>
                    <a:pt x="565384" y="825374"/>
                  </a:moveTo>
                  <a:lnTo>
                    <a:pt x="491126" y="852970"/>
                  </a:lnTo>
                  <a:lnTo>
                    <a:pt x="542071" y="868769"/>
                  </a:lnTo>
                  <a:close/>
                  <a:moveTo>
                    <a:pt x="565384" y="825374"/>
                  </a:moveTo>
                  <a:lnTo>
                    <a:pt x="492696" y="846486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2820" y="1905598"/>
                  </a:lnTo>
                  <a:lnTo>
                    <a:pt x="1468539" y="1839750"/>
                  </a:lnTo>
                  <a:close/>
                  <a:moveTo>
                    <a:pt x="1415632" y="1855331"/>
                  </a:moveTo>
                  <a:lnTo>
                    <a:pt x="1468539" y="1839750"/>
                  </a:lnTo>
                  <a:lnTo>
                    <a:pt x="1398819" y="1840986"/>
                  </a:lnTo>
                  <a:close/>
                  <a:moveTo>
                    <a:pt x="1396153" y="1779700"/>
                  </a:moveTo>
                  <a:lnTo>
                    <a:pt x="1398819" y="1840986"/>
                  </a:lnTo>
                  <a:lnTo>
                    <a:pt x="1427799" y="1814437"/>
                  </a:lnTo>
                  <a:close/>
                  <a:moveTo>
                    <a:pt x="1396153" y="1779700"/>
                  </a:moveTo>
                  <a:lnTo>
                    <a:pt x="1365756" y="1803794"/>
                  </a:lnTo>
                  <a:lnTo>
                    <a:pt x="1398819" y="1840986"/>
                  </a:lnTo>
                  <a:close/>
                  <a:moveTo>
                    <a:pt x="972864" y="1296473"/>
                  </a:moveTo>
                  <a:lnTo>
                    <a:pt x="1008586" y="1264334"/>
                  </a:lnTo>
                  <a:lnTo>
                    <a:pt x="1053304" y="1287647"/>
                  </a:lnTo>
                  <a:close/>
                  <a:moveTo>
                    <a:pt x="972864" y="1296473"/>
                  </a:moveTo>
                  <a:lnTo>
                    <a:pt x="1053304" y="1287647"/>
                  </a:lnTo>
                  <a:lnTo>
                    <a:pt x="1018584" y="1292733"/>
                  </a:lnTo>
                  <a:close/>
                  <a:moveTo>
                    <a:pt x="1097105" y="1276735"/>
                  </a:moveTo>
                  <a:lnTo>
                    <a:pt x="1018584" y="1292733"/>
                  </a:lnTo>
                  <a:lnTo>
                    <a:pt x="1053304" y="1287647"/>
                  </a:lnTo>
                  <a:close/>
                  <a:moveTo>
                    <a:pt x="1156962" y="1325854"/>
                  </a:moveTo>
                  <a:lnTo>
                    <a:pt x="1122204" y="1303975"/>
                  </a:lnTo>
                  <a:lnTo>
                    <a:pt x="1141882" y="1309246"/>
                  </a:lnTo>
                  <a:close/>
                  <a:moveTo>
                    <a:pt x="1008586" y="1264334"/>
                  </a:moveTo>
                  <a:lnTo>
                    <a:pt x="1088261" y="1293588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097105" y="1276735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122204" y="1303975"/>
                  </a:lnTo>
                  <a:lnTo>
                    <a:pt x="1097105" y="1276735"/>
                  </a:lnTo>
                  <a:close/>
                  <a:moveTo>
                    <a:pt x="1122204" y="1303975"/>
                  </a:moveTo>
                  <a:lnTo>
                    <a:pt x="1137523" y="1315870"/>
                  </a:lnTo>
                  <a:lnTo>
                    <a:pt x="1097105" y="1276735"/>
                  </a:lnTo>
                  <a:close/>
                  <a:moveTo>
                    <a:pt x="1013956" y="1212797"/>
                  </a:moveTo>
                  <a:lnTo>
                    <a:pt x="1039451" y="1235852"/>
                  </a:lnTo>
                  <a:lnTo>
                    <a:pt x="1030480" y="1188703"/>
                  </a:lnTo>
                  <a:close/>
                  <a:moveTo>
                    <a:pt x="503916" y="594358"/>
                  </a:moveTo>
                  <a:lnTo>
                    <a:pt x="517161" y="645895"/>
                  </a:lnTo>
                  <a:lnTo>
                    <a:pt x="513318" y="578748"/>
                  </a:lnTo>
                  <a:close/>
                  <a:moveTo>
                    <a:pt x="489078" y="575514"/>
                  </a:moveTo>
                  <a:lnTo>
                    <a:pt x="503916" y="594358"/>
                  </a:lnTo>
                  <a:lnTo>
                    <a:pt x="513318" y="578748"/>
                  </a:lnTo>
                  <a:close/>
                  <a:moveTo>
                    <a:pt x="1226032" y="1320290"/>
                  </a:moveTo>
                  <a:lnTo>
                    <a:pt x="1242319" y="1335412"/>
                  </a:lnTo>
                  <a:lnTo>
                    <a:pt x="1188435" y="1308627"/>
                  </a:lnTo>
                  <a:close/>
                  <a:moveTo>
                    <a:pt x="1088562" y="1105115"/>
                  </a:moveTo>
                  <a:lnTo>
                    <a:pt x="1123465" y="1105490"/>
                  </a:lnTo>
                  <a:lnTo>
                    <a:pt x="1070082" y="1080577"/>
                  </a:lnTo>
                  <a:close/>
                  <a:moveTo>
                    <a:pt x="1088562" y="1105115"/>
                  </a:moveTo>
                  <a:lnTo>
                    <a:pt x="1130280" y="1109181"/>
                  </a:lnTo>
                  <a:lnTo>
                    <a:pt x="1123465" y="1105490"/>
                  </a:lnTo>
                  <a:close/>
                  <a:moveTo>
                    <a:pt x="752347" y="536352"/>
                  </a:moveTo>
                  <a:lnTo>
                    <a:pt x="823144" y="573613"/>
                  </a:lnTo>
                  <a:lnTo>
                    <a:pt x="773132" y="534140"/>
                  </a:lnTo>
                  <a:close/>
                  <a:moveTo>
                    <a:pt x="752347" y="536352"/>
                  </a:moveTo>
                  <a:lnTo>
                    <a:pt x="818475" y="583316"/>
                  </a:lnTo>
                  <a:lnTo>
                    <a:pt x="823144" y="573613"/>
                  </a:lnTo>
                  <a:close/>
                  <a:moveTo>
                    <a:pt x="955301" y="730984"/>
                  </a:moveTo>
                  <a:lnTo>
                    <a:pt x="1008335" y="755665"/>
                  </a:lnTo>
                  <a:lnTo>
                    <a:pt x="966297" y="732319"/>
                  </a:lnTo>
                  <a:close/>
                  <a:moveTo>
                    <a:pt x="994106" y="579238"/>
                  </a:moveTo>
                  <a:lnTo>
                    <a:pt x="950633" y="525425"/>
                  </a:lnTo>
                  <a:lnTo>
                    <a:pt x="935072" y="526507"/>
                  </a:lnTo>
                  <a:close/>
                  <a:moveTo>
                    <a:pt x="787009" y="257201"/>
                  </a:moveTo>
                  <a:lnTo>
                    <a:pt x="840107" y="243648"/>
                  </a:lnTo>
                  <a:lnTo>
                    <a:pt x="793166" y="204342"/>
                  </a:lnTo>
                  <a:close/>
                  <a:moveTo>
                    <a:pt x="797502" y="185927"/>
                  </a:moveTo>
                  <a:lnTo>
                    <a:pt x="793166" y="204342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848964" y="103387"/>
                  </a:lnTo>
                  <a:lnTo>
                    <a:pt x="827042" y="74408"/>
                  </a:lnTo>
                  <a:close/>
                  <a:moveTo>
                    <a:pt x="799533" y="121533"/>
                  </a:moveTo>
                  <a:lnTo>
                    <a:pt x="837679" y="116481"/>
                  </a:lnTo>
                  <a:lnTo>
                    <a:pt x="827042" y="74408"/>
                  </a:lnTo>
                  <a:close/>
                  <a:moveTo>
                    <a:pt x="775754" y="4342"/>
                  </a:moveTo>
                  <a:lnTo>
                    <a:pt x="696720" y="18425"/>
                  </a:lnTo>
                  <a:lnTo>
                    <a:pt x="727873" y="0"/>
                  </a:lnTo>
                  <a:close/>
                  <a:moveTo>
                    <a:pt x="1017935" y="308894"/>
                  </a:moveTo>
                  <a:lnTo>
                    <a:pt x="1047092" y="320123"/>
                  </a:lnTo>
                  <a:lnTo>
                    <a:pt x="995297" y="301147"/>
                  </a:lnTo>
                  <a:close/>
                  <a:moveTo>
                    <a:pt x="1017935" y="308894"/>
                  </a:moveTo>
                  <a:lnTo>
                    <a:pt x="1054482" y="317164"/>
                  </a:lnTo>
                  <a:lnTo>
                    <a:pt x="1047092" y="320123"/>
                  </a:lnTo>
                  <a:close/>
                  <a:moveTo>
                    <a:pt x="742305" y="4590"/>
                  </a:moveTo>
                  <a:lnTo>
                    <a:pt x="783131" y="9382"/>
                  </a:lnTo>
                  <a:lnTo>
                    <a:pt x="775754" y="434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7" name="Output_density__4246">
              <a:extLst>
                <a:ext uri="{FF2B5EF4-FFF2-40B4-BE49-F238E27FC236}">
                  <a16:creationId xmlns:a16="http://schemas.microsoft.com/office/drawing/2014/main" id="{B3D1771F-231B-9167-28B6-F3A7FFD559B8}"/>
                </a:ext>
              </a:extLst>
            </p:cNvPr>
            <p:cNvSpPr>
              <a:spLocks noGrp="1"/>
            </p:cNvSpPr>
            <p:nvPr/>
          </p:nvSpPr>
          <p:spPr>
            <a:xfrm>
              <a:off x="15285124" y="2214538"/>
              <a:ext cx="1501655" cy="2363618"/>
            </a:xfrm>
            <a:custGeom>
              <a:avLst/>
              <a:gdLst/>
              <a:ahLst/>
              <a:cxnLst/>
              <a:rect l="0" t="0" r="0" b="0"/>
              <a:pathLst>
                <a:path w="1501655" h="2363618">
                  <a:moveTo>
                    <a:pt x="227078" y="2185691"/>
                  </a:moveTo>
                  <a:lnTo>
                    <a:pt x="241268" y="2215746"/>
                  </a:lnTo>
                  <a:lnTo>
                    <a:pt x="196108" y="2204797"/>
                  </a:lnTo>
                  <a:close/>
                  <a:moveTo>
                    <a:pt x="410165" y="2346190"/>
                  </a:moveTo>
                  <a:lnTo>
                    <a:pt x="471636" y="2363618"/>
                  </a:lnTo>
                  <a:lnTo>
                    <a:pt x="484886" y="2315986"/>
                  </a:lnTo>
                  <a:close/>
                  <a:moveTo>
                    <a:pt x="410165" y="2346190"/>
                  </a:moveTo>
                  <a:lnTo>
                    <a:pt x="484886" y="2315986"/>
                  </a:lnTo>
                  <a:lnTo>
                    <a:pt x="438864" y="2318592"/>
                  </a:lnTo>
                  <a:close/>
                  <a:moveTo>
                    <a:pt x="491245" y="2284933"/>
                  </a:moveTo>
                  <a:lnTo>
                    <a:pt x="448718" y="2281525"/>
                  </a:lnTo>
                  <a:lnTo>
                    <a:pt x="438864" y="2318592"/>
                  </a:lnTo>
                  <a:close/>
                  <a:moveTo>
                    <a:pt x="448718" y="2281525"/>
                  </a:moveTo>
                  <a:lnTo>
                    <a:pt x="491245" y="2284933"/>
                  </a:lnTo>
                  <a:lnTo>
                    <a:pt x="424278" y="2238652"/>
                  </a:lnTo>
                  <a:close/>
                  <a:moveTo>
                    <a:pt x="94850" y="1449395"/>
                  </a:moveTo>
                  <a:lnTo>
                    <a:pt x="125358" y="1451339"/>
                  </a:lnTo>
                  <a:lnTo>
                    <a:pt x="135182" y="1477185"/>
                  </a:lnTo>
                  <a:close/>
                  <a:moveTo>
                    <a:pt x="20469" y="1397858"/>
                  </a:moveTo>
                  <a:lnTo>
                    <a:pt x="20498" y="1397881"/>
                  </a:lnTo>
                  <a:lnTo>
                    <a:pt x="20552" y="1397956"/>
                  </a:lnTo>
                  <a:close/>
                  <a:moveTo>
                    <a:pt x="20466" y="1397632"/>
                  </a:moveTo>
                  <a:lnTo>
                    <a:pt x="20498" y="1397881"/>
                  </a:lnTo>
                  <a:lnTo>
                    <a:pt x="20469" y="1397858"/>
                  </a:lnTo>
                  <a:close/>
                  <a:moveTo>
                    <a:pt x="80608" y="1447819"/>
                  </a:moveTo>
                  <a:lnTo>
                    <a:pt x="20552" y="1397956"/>
                  </a:lnTo>
                  <a:lnTo>
                    <a:pt x="20498" y="1397881"/>
                  </a:lnTo>
                  <a:close/>
                  <a:moveTo>
                    <a:pt x="20498" y="1397881"/>
                  </a:moveTo>
                  <a:lnTo>
                    <a:pt x="20466" y="1397632"/>
                  </a:lnTo>
                  <a:lnTo>
                    <a:pt x="33599" y="1362470"/>
                  </a:lnTo>
                  <a:close/>
                  <a:moveTo>
                    <a:pt x="135182" y="1477185"/>
                  </a:moveTo>
                  <a:lnTo>
                    <a:pt x="131717" y="1446169"/>
                  </a:lnTo>
                  <a:lnTo>
                    <a:pt x="94850" y="1449395"/>
                  </a:lnTo>
                  <a:close/>
                  <a:moveTo>
                    <a:pt x="94850" y="1449395"/>
                  </a:moveTo>
                  <a:lnTo>
                    <a:pt x="131717" y="1446169"/>
                  </a:lnTo>
                  <a:lnTo>
                    <a:pt x="148589" y="1392409"/>
                  </a:lnTo>
                  <a:close/>
                  <a:moveTo>
                    <a:pt x="20469" y="1397858"/>
                  </a:moveTo>
                  <a:lnTo>
                    <a:pt x="28498" y="1328634"/>
                  </a:lnTo>
                  <a:lnTo>
                    <a:pt x="20466" y="1397632"/>
                  </a:lnTo>
                  <a:close/>
                  <a:moveTo>
                    <a:pt x="32209" y="1270691"/>
                  </a:moveTo>
                  <a:lnTo>
                    <a:pt x="0" y="1226317"/>
                  </a:lnTo>
                  <a:lnTo>
                    <a:pt x="8113" y="1243248"/>
                  </a:lnTo>
                  <a:close/>
                  <a:moveTo>
                    <a:pt x="32209" y="1270691"/>
                  </a:moveTo>
                  <a:lnTo>
                    <a:pt x="8113" y="1243248"/>
                  </a:lnTo>
                  <a:lnTo>
                    <a:pt x="21426" y="1294785"/>
                  </a:lnTo>
                  <a:close/>
                  <a:moveTo>
                    <a:pt x="502399" y="1836665"/>
                  </a:moveTo>
                  <a:lnTo>
                    <a:pt x="563345" y="1825100"/>
                  </a:lnTo>
                  <a:lnTo>
                    <a:pt x="552625" y="1771072"/>
                  </a:lnTo>
                  <a:close/>
                  <a:moveTo>
                    <a:pt x="502399" y="1836665"/>
                  </a:moveTo>
                  <a:lnTo>
                    <a:pt x="552625" y="1771072"/>
                  </a:lnTo>
                  <a:lnTo>
                    <a:pt x="515548" y="1763232"/>
                  </a:lnTo>
                  <a:close/>
                  <a:moveTo>
                    <a:pt x="552625" y="1771072"/>
                  </a:moveTo>
                  <a:lnTo>
                    <a:pt x="563345" y="1825100"/>
                  </a:lnTo>
                  <a:lnTo>
                    <a:pt x="569058" y="1837594"/>
                  </a:lnTo>
                  <a:close/>
                  <a:moveTo>
                    <a:pt x="552625" y="1771072"/>
                  </a:moveTo>
                  <a:lnTo>
                    <a:pt x="524277" y="1731375"/>
                  </a:lnTo>
                  <a:lnTo>
                    <a:pt x="515548" y="1763232"/>
                  </a:lnTo>
                  <a:close/>
                  <a:moveTo>
                    <a:pt x="141033" y="1313110"/>
                  </a:moveTo>
                  <a:lnTo>
                    <a:pt x="139349" y="1298134"/>
                  </a:lnTo>
                  <a:lnTo>
                    <a:pt x="160480" y="1349670"/>
                  </a:lnTo>
                  <a:close/>
                  <a:moveTo>
                    <a:pt x="95817" y="1249145"/>
                  </a:moveTo>
                  <a:lnTo>
                    <a:pt x="32209" y="1270691"/>
                  </a:lnTo>
                  <a:lnTo>
                    <a:pt x="29589" y="1296841"/>
                  </a:lnTo>
                  <a:close/>
                  <a:moveTo>
                    <a:pt x="95817" y="1249145"/>
                  </a:moveTo>
                  <a:lnTo>
                    <a:pt x="141033" y="1313110"/>
                  </a:lnTo>
                  <a:lnTo>
                    <a:pt x="139098" y="1251940"/>
                  </a:lnTo>
                  <a:close/>
                  <a:moveTo>
                    <a:pt x="19616" y="1259556"/>
                  </a:moveTo>
                  <a:lnTo>
                    <a:pt x="32209" y="1270691"/>
                  </a:lnTo>
                  <a:lnTo>
                    <a:pt x="98610" y="1245323"/>
                  </a:lnTo>
                  <a:close/>
                  <a:moveTo>
                    <a:pt x="888610" y="1816848"/>
                  </a:moveTo>
                  <a:lnTo>
                    <a:pt x="967002" y="1844291"/>
                  </a:lnTo>
                  <a:lnTo>
                    <a:pt x="949646" y="1792755"/>
                  </a:lnTo>
                  <a:close/>
                  <a:moveTo>
                    <a:pt x="778277" y="1713775"/>
                  </a:moveTo>
                  <a:lnTo>
                    <a:pt x="820084" y="1751553"/>
                  </a:lnTo>
                  <a:lnTo>
                    <a:pt x="786785" y="1694650"/>
                  </a:lnTo>
                  <a:close/>
                  <a:moveTo>
                    <a:pt x="786785" y="1694650"/>
                  </a:moveTo>
                  <a:lnTo>
                    <a:pt x="820084" y="1751553"/>
                  </a:lnTo>
                  <a:lnTo>
                    <a:pt x="832910" y="1757876"/>
                  </a:lnTo>
                  <a:close/>
                  <a:moveTo>
                    <a:pt x="428688" y="1174315"/>
                  </a:moveTo>
                  <a:lnTo>
                    <a:pt x="431441" y="1249946"/>
                  </a:lnTo>
                  <a:lnTo>
                    <a:pt x="436096" y="1225852"/>
                  </a:lnTo>
                  <a:close/>
                  <a:moveTo>
                    <a:pt x="1129955" y="1941600"/>
                  </a:moveTo>
                  <a:lnTo>
                    <a:pt x="1111093" y="1934619"/>
                  </a:lnTo>
                  <a:lnTo>
                    <a:pt x="1145801" y="1961070"/>
                  </a:lnTo>
                  <a:close/>
                  <a:moveTo>
                    <a:pt x="1185401" y="1974228"/>
                  </a:moveTo>
                  <a:lnTo>
                    <a:pt x="1129955" y="1941600"/>
                  </a:lnTo>
                  <a:lnTo>
                    <a:pt x="1145801" y="1961070"/>
                  </a:lnTo>
                  <a:close/>
                  <a:moveTo>
                    <a:pt x="622381" y="1313143"/>
                  </a:moveTo>
                  <a:lnTo>
                    <a:pt x="600419" y="1304831"/>
                  </a:lnTo>
                  <a:lnTo>
                    <a:pt x="638491" y="1356368"/>
                  </a:lnTo>
                  <a:close/>
                  <a:moveTo>
                    <a:pt x="436096" y="1225852"/>
                  </a:moveTo>
                  <a:lnTo>
                    <a:pt x="435683" y="1225494"/>
                  </a:lnTo>
                  <a:lnTo>
                    <a:pt x="431764" y="1165937"/>
                  </a:lnTo>
                  <a:close/>
                  <a:moveTo>
                    <a:pt x="340419" y="1071242"/>
                  </a:moveTo>
                  <a:lnTo>
                    <a:pt x="316000" y="1058601"/>
                  </a:lnTo>
                  <a:lnTo>
                    <a:pt x="315064" y="1122779"/>
                  </a:lnTo>
                  <a:close/>
                  <a:moveTo>
                    <a:pt x="307265" y="1002959"/>
                  </a:moveTo>
                  <a:lnTo>
                    <a:pt x="316000" y="1058601"/>
                  </a:lnTo>
                  <a:lnTo>
                    <a:pt x="346347" y="1068165"/>
                  </a:lnTo>
                  <a:close/>
                  <a:moveTo>
                    <a:pt x="354098" y="1047148"/>
                  </a:moveTo>
                  <a:lnTo>
                    <a:pt x="329934" y="995611"/>
                  </a:lnTo>
                  <a:lnTo>
                    <a:pt x="346347" y="1068165"/>
                  </a:lnTo>
                  <a:close/>
                  <a:moveTo>
                    <a:pt x="1108143" y="1923270"/>
                  </a:moveTo>
                  <a:lnTo>
                    <a:pt x="1111093" y="1934619"/>
                  </a:lnTo>
                  <a:lnTo>
                    <a:pt x="1129955" y="1941600"/>
                  </a:lnTo>
                  <a:close/>
                  <a:moveTo>
                    <a:pt x="1111093" y="1934619"/>
                  </a:moveTo>
                  <a:lnTo>
                    <a:pt x="1108143" y="1923270"/>
                  </a:lnTo>
                  <a:lnTo>
                    <a:pt x="1053142" y="1881007"/>
                  </a:lnTo>
                  <a:close/>
                  <a:moveTo>
                    <a:pt x="122489" y="638015"/>
                  </a:moveTo>
                  <a:lnTo>
                    <a:pt x="170430" y="686392"/>
                  </a:lnTo>
                  <a:lnTo>
                    <a:pt x="130406" y="649929"/>
                  </a:lnTo>
                  <a:close/>
                  <a:moveTo>
                    <a:pt x="111975" y="634855"/>
                  </a:moveTo>
                  <a:lnTo>
                    <a:pt x="122489" y="638015"/>
                  </a:lnTo>
                  <a:lnTo>
                    <a:pt x="130406" y="649929"/>
                  </a:lnTo>
                  <a:close/>
                  <a:moveTo>
                    <a:pt x="118876" y="606819"/>
                  </a:moveTo>
                  <a:lnTo>
                    <a:pt x="122489" y="638015"/>
                  </a:lnTo>
                  <a:lnTo>
                    <a:pt x="111975" y="634855"/>
                  </a:lnTo>
                  <a:close/>
                  <a:moveTo>
                    <a:pt x="1233901" y="1910743"/>
                  </a:moveTo>
                  <a:lnTo>
                    <a:pt x="1197756" y="1902145"/>
                  </a:lnTo>
                  <a:lnTo>
                    <a:pt x="1250473" y="1960013"/>
                  </a:lnTo>
                  <a:close/>
                  <a:moveTo>
                    <a:pt x="1129955" y="1941600"/>
                  </a:moveTo>
                  <a:lnTo>
                    <a:pt x="1146330" y="1905972"/>
                  </a:lnTo>
                  <a:lnTo>
                    <a:pt x="1108143" y="1923270"/>
                  </a:lnTo>
                  <a:close/>
                  <a:moveTo>
                    <a:pt x="1197756" y="1902145"/>
                  </a:moveTo>
                  <a:lnTo>
                    <a:pt x="1129955" y="1941600"/>
                  </a:lnTo>
                  <a:lnTo>
                    <a:pt x="1185401" y="1974228"/>
                  </a:lnTo>
                  <a:close/>
                  <a:moveTo>
                    <a:pt x="1197756" y="1902145"/>
                  </a:moveTo>
                  <a:lnTo>
                    <a:pt x="1146330" y="1905972"/>
                  </a:lnTo>
                  <a:lnTo>
                    <a:pt x="1129955" y="1941600"/>
                  </a:lnTo>
                  <a:close/>
                  <a:moveTo>
                    <a:pt x="844891" y="1497165"/>
                  </a:moveTo>
                  <a:lnTo>
                    <a:pt x="867987" y="1562514"/>
                  </a:lnTo>
                  <a:lnTo>
                    <a:pt x="912484" y="1517642"/>
                  </a:lnTo>
                  <a:close/>
                  <a:moveTo>
                    <a:pt x="636474" y="1177664"/>
                  </a:moveTo>
                  <a:lnTo>
                    <a:pt x="628554" y="1201758"/>
                  </a:lnTo>
                  <a:lnTo>
                    <a:pt x="682176" y="1229201"/>
                  </a:lnTo>
                  <a:close/>
                  <a:moveTo>
                    <a:pt x="636474" y="1177664"/>
                  </a:moveTo>
                  <a:lnTo>
                    <a:pt x="633172" y="1172051"/>
                  </a:lnTo>
                  <a:lnTo>
                    <a:pt x="608738" y="1136006"/>
                  </a:lnTo>
                  <a:close/>
                  <a:moveTo>
                    <a:pt x="379141" y="982507"/>
                  </a:moveTo>
                  <a:lnTo>
                    <a:pt x="409427" y="994434"/>
                  </a:lnTo>
                  <a:lnTo>
                    <a:pt x="350667" y="949415"/>
                  </a:lnTo>
                  <a:close/>
                  <a:moveTo>
                    <a:pt x="410699" y="994833"/>
                  </a:moveTo>
                  <a:lnTo>
                    <a:pt x="379141" y="982507"/>
                  </a:lnTo>
                  <a:lnTo>
                    <a:pt x="444747" y="991588"/>
                  </a:lnTo>
                  <a:close/>
                  <a:moveTo>
                    <a:pt x="175784" y="662298"/>
                  </a:moveTo>
                  <a:lnTo>
                    <a:pt x="170430" y="686392"/>
                  </a:lnTo>
                  <a:lnTo>
                    <a:pt x="206095" y="713835"/>
                  </a:lnTo>
                  <a:close/>
                  <a:moveTo>
                    <a:pt x="130406" y="649929"/>
                  </a:moveTo>
                  <a:lnTo>
                    <a:pt x="155451" y="611217"/>
                  </a:lnTo>
                  <a:lnTo>
                    <a:pt x="111975" y="634855"/>
                  </a:lnTo>
                  <a:close/>
                  <a:moveTo>
                    <a:pt x="1087911" y="1639751"/>
                  </a:moveTo>
                  <a:lnTo>
                    <a:pt x="1088025" y="1649930"/>
                  </a:lnTo>
                  <a:lnTo>
                    <a:pt x="1058448" y="1625722"/>
                  </a:lnTo>
                  <a:close/>
                  <a:moveTo>
                    <a:pt x="1058448" y="1625722"/>
                  </a:moveTo>
                  <a:lnTo>
                    <a:pt x="1088025" y="1649930"/>
                  </a:lnTo>
                  <a:lnTo>
                    <a:pt x="1098577" y="1668936"/>
                  </a:lnTo>
                  <a:close/>
                  <a:moveTo>
                    <a:pt x="1098577" y="1668936"/>
                  </a:moveTo>
                  <a:lnTo>
                    <a:pt x="1088025" y="1649930"/>
                  </a:lnTo>
                  <a:lnTo>
                    <a:pt x="1086720" y="1693030"/>
                  </a:lnTo>
                  <a:close/>
                  <a:moveTo>
                    <a:pt x="998137" y="1514326"/>
                  </a:moveTo>
                  <a:lnTo>
                    <a:pt x="974251" y="1538420"/>
                  </a:lnTo>
                  <a:lnTo>
                    <a:pt x="1011589" y="1565863"/>
                  </a:lnTo>
                  <a:close/>
                  <a:moveTo>
                    <a:pt x="734421" y="1280737"/>
                  </a:moveTo>
                  <a:lnTo>
                    <a:pt x="759361" y="1294496"/>
                  </a:lnTo>
                  <a:lnTo>
                    <a:pt x="755760" y="1256643"/>
                  </a:lnTo>
                  <a:close/>
                  <a:moveTo>
                    <a:pt x="668645" y="1169775"/>
                  </a:moveTo>
                  <a:lnTo>
                    <a:pt x="707965" y="1218804"/>
                  </a:lnTo>
                  <a:lnTo>
                    <a:pt x="712154" y="1157775"/>
                  </a:lnTo>
                  <a:close/>
                  <a:moveTo>
                    <a:pt x="639646" y="1173622"/>
                  </a:moveTo>
                  <a:lnTo>
                    <a:pt x="636474" y="1177664"/>
                  </a:lnTo>
                  <a:lnTo>
                    <a:pt x="668645" y="1169775"/>
                  </a:lnTo>
                  <a:close/>
                  <a:moveTo>
                    <a:pt x="715252" y="1153570"/>
                  </a:moveTo>
                  <a:lnTo>
                    <a:pt x="712154" y="1157775"/>
                  </a:lnTo>
                  <a:lnTo>
                    <a:pt x="752018" y="1158230"/>
                  </a:lnTo>
                  <a:close/>
                  <a:moveTo>
                    <a:pt x="774577" y="1205107"/>
                  </a:moveTo>
                  <a:lnTo>
                    <a:pt x="802608" y="1217826"/>
                  </a:lnTo>
                  <a:lnTo>
                    <a:pt x="752018" y="1158230"/>
                  </a:lnTo>
                  <a:close/>
                  <a:moveTo>
                    <a:pt x="633172" y="1172051"/>
                  </a:moveTo>
                  <a:lnTo>
                    <a:pt x="636474" y="1177664"/>
                  </a:lnTo>
                  <a:lnTo>
                    <a:pt x="639646" y="1173622"/>
                  </a:lnTo>
                  <a:close/>
                  <a:moveTo>
                    <a:pt x="715252" y="1153570"/>
                  </a:moveTo>
                  <a:lnTo>
                    <a:pt x="752018" y="1158230"/>
                  </a:lnTo>
                  <a:lnTo>
                    <a:pt x="750919" y="1128032"/>
                  </a:lnTo>
                  <a:close/>
                  <a:moveTo>
                    <a:pt x="599639" y="1126127"/>
                  </a:moveTo>
                  <a:lnTo>
                    <a:pt x="639646" y="1173622"/>
                  </a:lnTo>
                  <a:lnTo>
                    <a:pt x="593536" y="1110384"/>
                  </a:lnTo>
                  <a:close/>
                  <a:moveTo>
                    <a:pt x="633172" y="1172051"/>
                  </a:moveTo>
                  <a:lnTo>
                    <a:pt x="639646" y="1173622"/>
                  </a:lnTo>
                  <a:lnTo>
                    <a:pt x="599639" y="1126127"/>
                  </a:lnTo>
                  <a:close/>
                  <a:moveTo>
                    <a:pt x="480180" y="844351"/>
                  </a:moveTo>
                  <a:lnTo>
                    <a:pt x="455157" y="855835"/>
                  </a:lnTo>
                  <a:lnTo>
                    <a:pt x="480131" y="850883"/>
                  </a:lnTo>
                  <a:close/>
                  <a:moveTo>
                    <a:pt x="156312" y="610762"/>
                  </a:moveTo>
                  <a:lnTo>
                    <a:pt x="243095" y="626776"/>
                  </a:lnTo>
                  <a:lnTo>
                    <a:pt x="210003" y="604849"/>
                  </a:lnTo>
                  <a:close/>
                  <a:moveTo>
                    <a:pt x="540256" y="864427"/>
                  </a:moveTo>
                  <a:lnTo>
                    <a:pt x="489310" y="848628"/>
                  </a:lnTo>
                  <a:lnTo>
                    <a:pt x="480131" y="850883"/>
                  </a:lnTo>
                  <a:close/>
                  <a:moveTo>
                    <a:pt x="1460029" y="1903594"/>
                  </a:moveTo>
                  <a:lnTo>
                    <a:pt x="1500038" y="1909050"/>
                  </a:lnTo>
                  <a:lnTo>
                    <a:pt x="1461004" y="1901256"/>
                  </a:lnTo>
                  <a:close/>
                  <a:moveTo>
                    <a:pt x="1322565" y="1751157"/>
                  </a:moveTo>
                  <a:lnTo>
                    <a:pt x="1353078" y="1807314"/>
                  </a:lnTo>
                  <a:lnTo>
                    <a:pt x="1363940" y="1799452"/>
                  </a:lnTo>
                  <a:close/>
                  <a:moveTo>
                    <a:pt x="1363940" y="1799452"/>
                  </a:moveTo>
                  <a:lnTo>
                    <a:pt x="1328424" y="1754913"/>
                  </a:lnTo>
                  <a:lnTo>
                    <a:pt x="1322565" y="1751157"/>
                  </a:lnTo>
                  <a:close/>
                  <a:moveTo>
                    <a:pt x="1060469" y="1462790"/>
                  </a:moveTo>
                  <a:lnTo>
                    <a:pt x="1047949" y="1446029"/>
                  </a:lnTo>
                  <a:lnTo>
                    <a:pt x="1089108" y="1490232"/>
                  </a:lnTo>
                  <a:close/>
                  <a:moveTo>
                    <a:pt x="987022" y="1411253"/>
                  </a:moveTo>
                  <a:lnTo>
                    <a:pt x="1035527" y="1393385"/>
                  </a:lnTo>
                  <a:lnTo>
                    <a:pt x="1042075" y="1383009"/>
                  </a:lnTo>
                  <a:close/>
                  <a:moveTo>
                    <a:pt x="712154" y="1157775"/>
                  </a:moveTo>
                  <a:lnTo>
                    <a:pt x="715252" y="1153570"/>
                  </a:lnTo>
                  <a:lnTo>
                    <a:pt x="711883" y="1152876"/>
                  </a:lnTo>
                  <a:close/>
                  <a:moveTo>
                    <a:pt x="711883" y="1152876"/>
                  </a:moveTo>
                  <a:lnTo>
                    <a:pt x="668645" y="1169775"/>
                  </a:lnTo>
                  <a:lnTo>
                    <a:pt x="712154" y="1157775"/>
                  </a:lnTo>
                  <a:close/>
                  <a:moveTo>
                    <a:pt x="1397003" y="1836644"/>
                  </a:moveTo>
                  <a:lnTo>
                    <a:pt x="1466724" y="1835408"/>
                  </a:lnTo>
                  <a:lnTo>
                    <a:pt x="1464367" y="1778930"/>
                  </a:lnTo>
                  <a:close/>
                  <a:moveTo>
                    <a:pt x="1397003" y="1836644"/>
                  </a:moveTo>
                  <a:lnTo>
                    <a:pt x="1464367" y="1778930"/>
                  </a:lnTo>
                  <a:lnTo>
                    <a:pt x="1425983" y="1810095"/>
                  </a:lnTo>
                  <a:close/>
                  <a:moveTo>
                    <a:pt x="1501655" y="1844992"/>
                  </a:moveTo>
                  <a:lnTo>
                    <a:pt x="1466724" y="1835408"/>
                  </a:lnTo>
                  <a:lnTo>
                    <a:pt x="1461004" y="1901256"/>
                  </a:lnTo>
                  <a:close/>
                  <a:moveTo>
                    <a:pt x="1363940" y="1799452"/>
                  </a:moveTo>
                  <a:lnTo>
                    <a:pt x="1394337" y="1775358"/>
                  </a:lnTo>
                  <a:lnTo>
                    <a:pt x="1328424" y="1754913"/>
                  </a:lnTo>
                  <a:close/>
                  <a:moveTo>
                    <a:pt x="1130758" y="1405005"/>
                  </a:moveTo>
                  <a:lnTo>
                    <a:pt x="1091888" y="1385547"/>
                  </a:lnTo>
                  <a:lnTo>
                    <a:pt x="1136166" y="1414602"/>
                  </a:lnTo>
                  <a:close/>
                  <a:moveTo>
                    <a:pt x="1136166" y="1414602"/>
                  </a:moveTo>
                  <a:lnTo>
                    <a:pt x="1091888" y="1385547"/>
                  </a:lnTo>
                  <a:lnTo>
                    <a:pt x="1090946" y="1387159"/>
                  </a:lnTo>
                  <a:close/>
                  <a:moveTo>
                    <a:pt x="1136166" y="1414602"/>
                  </a:moveTo>
                  <a:lnTo>
                    <a:pt x="1090946" y="1387159"/>
                  </a:lnTo>
                  <a:lnTo>
                    <a:pt x="1120084" y="1438696"/>
                  </a:lnTo>
                  <a:close/>
                  <a:moveTo>
                    <a:pt x="811298" y="1022533"/>
                  </a:moveTo>
                  <a:lnTo>
                    <a:pt x="760333" y="1025984"/>
                  </a:lnTo>
                  <a:lnTo>
                    <a:pt x="760138" y="1027600"/>
                  </a:lnTo>
                  <a:close/>
                  <a:moveTo>
                    <a:pt x="1464879" y="1774165"/>
                  </a:moveTo>
                  <a:lnTo>
                    <a:pt x="1431428" y="1763379"/>
                  </a:lnTo>
                  <a:lnTo>
                    <a:pt x="1425983" y="1810095"/>
                  </a:lnTo>
                  <a:close/>
                  <a:moveTo>
                    <a:pt x="1431428" y="1763379"/>
                  </a:moveTo>
                  <a:lnTo>
                    <a:pt x="1464879" y="1774165"/>
                  </a:lnTo>
                  <a:lnTo>
                    <a:pt x="1459943" y="1715435"/>
                  </a:lnTo>
                  <a:close/>
                  <a:moveTo>
                    <a:pt x="1431428" y="1763379"/>
                  </a:moveTo>
                  <a:lnTo>
                    <a:pt x="1459943" y="1715435"/>
                  </a:lnTo>
                  <a:lnTo>
                    <a:pt x="1420010" y="1709918"/>
                  </a:lnTo>
                  <a:close/>
                  <a:moveTo>
                    <a:pt x="1249012" y="1459258"/>
                  </a:moveTo>
                  <a:lnTo>
                    <a:pt x="1231487" y="1466139"/>
                  </a:lnTo>
                  <a:lnTo>
                    <a:pt x="1243622" y="1477631"/>
                  </a:lnTo>
                  <a:close/>
                  <a:moveTo>
                    <a:pt x="1249012" y="1459258"/>
                  </a:moveTo>
                  <a:lnTo>
                    <a:pt x="1243622" y="1477631"/>
                  </a:lnTo>
                  <a:lnTo>
                    <a:pt x="1271921" y="1466139"/>
                  </a:lnTo>
                  <a:close/>
                  <a:moveTo>
                    <a:pt x="1083627" y="1354280"/>
                  </a:moveTo>
                  <a:lnTo>
                    <a:pt x="1140066" y="1304905"/>
                  </a:lnTo>
                  <a:lnTo>
                    <a:pt x="1120388" y="1299633"/>
                  </a:lnTo>
                  <a:close/>
                  <a:moveTo>
                    <a:pt x="1028664" y="1184361"/>
                  </a:moveTo>
                  <a:lnTo>
                    <a:pt x="1037635" y="1231510"/>
                  </a:lnTo>
                  <a:lnTo>
                    <a:pt x="1066429" y="1204267"/>
                  </a:lnTo>
                  <a:close/>
                  <a:moveTo>
                    <a:pt x="1037635" y="1231510"/>
                  </a:moveTo>
                  <a:lnTo>
                    <a:pt x="1088366" y="1246509"/>
                  </a:lnTo>
                  <a:lnTo>
                    <a:pt x="1115609" y="1213464"/>
                  </a:lnTo>
                  <a:close/>
                  <a:moveTo>
                    <a:pt x="1224216" y="1315948"/>
                  </a:moveTo>
                  <a:lnTo>
                    <a:pt x="1247609" y="1334913"/>
                  </a:lnTo>
                  <a:lnTo>
                    <a:pt x="1240503" y="1331070"/>
                  </a:lnTo>
                  <a:close/>
                  <a:moveTo>
                    <a:pt x="1247609" y="1334913"/>
                  </a:moveTo>
                  <a:lnTo>
                    <a:pt x="1224216" y="1315948"/>
                  </a:lnTo>
                  <a:lnTo>
                    <a:pt x="1284819" y="1361860"/>
                  </a:lnTo>
                  <a:close/>
                  <a:moveTo>
                    <a:pt x="1247609" y="1334913"/>
                  </a:moveTo>
                  <a:lnTo>
                    <a:pt x="1255371" y="1338972"/>
                  </a:lnTo>
                  <a:lnTo>
                    <a:pt x="1240503" y="1331070"/>
                  </a:lnTo>
                  <a:close/>
                  <a:moveTo>
                    <a:pt x="964481" y="727977"/>
                  </a:moveTo>
                  <a:lnTo>
                    <a:pt x="1000380" y="775418"/>
                  </a:lnTo>
                  <a:lnTo>
                    <a:pt x="962375" y="724702"/>
                  </a:lnTo>
                  <a:close/>
                  <a:moveTo>
                    <a:pt x="811846" y="620808"/>
                  </a:moveTo>
                  <a:lnTo>
                    <a:pt x="821328" y="569271"/>
                  </a:lnTo>
                  <a:lnTo>
                    <a:pt x="816659" y="578974"/>
                  </a:lnTo>
                  <a:close/>
                  <a:moveTo>
                    <a:pt x="746421" y="517734"/>
                  </a:moveTo>
                  <a:lnTo>
                    <a:pt x="750531" y="532010"/>
                  </a:lnTo>
                  <a:lnTo>
                    <a:pt x="771317" y="529798"/>
                  </a:lnTo>
                  <a:close/>
                  <a:moveTo>
                    <a:pt x="746421" y="517734"/>
                  </a:moveTo>
                  <a:lnTo>
                    <a:pt x="743825" y="474719"/>
                  </a:lnTo>
                  <a:lnTo>
                    <a:pt x="750531" y="532010"/>
                  </a:lnTo>
                  <a:close/>
                  <a:moveTo>
                    <a:pt x="964481" y="727977"/>
                  </a:moveTo>
                  <a:lnTo>
                    <a:pt x="1006519" y="751324"/>
                  </a:lnTo>
                  <a:lnTo>
                    <a:pt x="1006316" y="751721"/>
                  </a:lnTo>
                  <a:close/>
                  <a:moveTo>
                    <a:pt x="821328" y="569271"/>
                  </a:moveTo>
                  <a:lnTo>
                    <a:pt x="813480" y="545177"/>
                  </a:lnTo>
                  <a:lnTo>
                    <a:pt x="771317" y="529798"/>
                  </a:lnTo>
                  <a:close/>
                  <a:moveTo>
                    <a:pt x="988797" y="549091"/>
                  </a:moveTo>
                  <a:lnTo>
                    <a:pt x="948818" y="521083"/>
                  </a:lnTo>
                  <a:lnTo>
                    <a:pt x="992290" y="574896"/>
                  </a:lnTo>
                  <a:close/>
                  <a:moveTo>
                    <a:pt x="948818" y="521083"/>
                  </a:moveTo>
                  <a:lnTo>
                    <a:pt x="988797" y="549091"/>
                  </a:lnTo>
                  <a:lnTo>
                    <a:pt x="985666" y="517538"/>
                  </a:lnTo>
                  <a:close/>
                  <a:moveTo>
                    <a:pt x="1003031" y="467409"/>
                  </a:moveTo>
                  <a:lnTo>
                    <a:pt x="948818" y="521083"/>
                  </a:lnTo>
                  <a:lnTo>
                    <a:pt x="985666" y="517538"/>
                  </a:lnTo>
                  <a:close/>
                  <a:moveTo>
                    <a:pt x="785193" y="252859"/>
                  </a:moveTo>
                  <a:lnTo>
                    <a:pt x="777378" y="314937"/>
                  </a:lnTo>
                  <a:lnTo>
                    <a:pt x="793875" y="308543"/>
                  </a:lnTo>
                  <a:close/>
                  <a:moveTo>
                    <a:pt x="811273" y="60602"/>
                  </a:moveTo>
                  <a:lnTo>
                    <a:pt x="797436" y="87855"/>
                  </a:lnTo>
                  <a:lnTo>
                    <a:pt x="825226" y="70066"/>
                  </a:lnTo>
                  <a:close/>
                  <a:moveTo>
                    <a:pt x="825226" y="70066"/>
                  </a:moveTo>
                  <a:lnTo>
                    <a:pt x="797436" y="87855"/>
                  </a:lnTo>
                  <a:lnTo>
                    <a:pt x="797717" y="117191"/>
                  </a:lnTo>
                  <a:close/>
                  <a:moveTo>
                    <a:pt x="781315" y="5040"/>
                  </a:moveTo>
                  <a:lnTo>
                    <a:pt x="811273" y="60602"/>
                  </a:lnTo>
                  <a:lnTo>
                    <a:pt x="783612" y="9066"/>
                  </a:lnTo>
                  <a:close/>
                  <a:moveTo>
                    <a:pt x="781315" y="5040"/>
                  </a:moveTo>
                  <a:lnTo>
                    <a:pt x="809483" y="44883"/>
                  </a:lnTo>
                  <a:lnTo>
                    <a:pt x="811273" y="60602"/>
                  </a:lnTo>
                  <a:close/>
                  <a:moveTo>
                    <a:pt x="781315" y="5040"/>
                  </a:moveTo>
                  <a:lnTo>
                    <a:pt x="783612" y="9066"/>
                  </a:lnTo>
                  <a:lnTo>
                    <a:pt x="773938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48" name="Output_density__4247">
              <a:extLst>
                <a:ext uri="{FF2B5EF4-FFF2-40B4-BE49-F238E27FC236}">
                  <a16:creationId xmlns:a16="http://schemas.microsoft.com/office/drawing/2014/main" id="{13D82AC2-2482-BC28-EA38-D9FCCEFFF3A5}"/>
                </a:ext>
              </a:extLst>
            </p:cNvPr>
            <p:cNvSpPr>
              <a:spLocks noGrp="1"/>
            </p:cNvSpPr>
            <p:nvPr/>
          </p:nvSpPr>
          <p:spPr>
            <a:xfrm>
              <a:off x="15339578" y="2210196"/>
              <a:ext cx="1010400" cy="2162491"/>
            </a:xfrm>
            <a:custGeom>
              <a:avLst/>
              <a:gdLst/>
              <a:ahLst/>
              <a:cxnLst/>
              <a:rect l="0" t="0" r="0" b="0"/>
              <a:pathLst>
                <a:path w="1010400" h="2162491">
                  <a:moveTo>
                    <a:pt x="70356" y="2089572"/>
                  </a:moveTo>
                  <a:lnTo>
                    <a:pt x="131721" y="2117015"/>
                  </a:lnTo>
                  <a:lnTo>
                    <a:pt x="95819" y="2065478"/>
                  </a:lnTo>
                  <a:close/>
                  <a:moveTo>
                    <a:pt x="175473" y="2092921"/>
                  </a:moveTo>
                  <a:lnTo>
                    <a:pt x="131721" y="2117015"/>
                  </a:lnTo>
                  <a:lnTo>
                    <a:pt x="165259" y="2162491"/>
                  </a:lnTo>
                  <a:close/>
                  <a:moveTo>
                    <a:pt x="282023" y="1941660"/>
                  </a:moveTo>
                  <a:lnTo>
                    <a:pt x="301905" y="1919338"/>
                  </a:lnTo>
                  <a:lnTo>
                    <a:pt x="243003" y="1956418"/>
                  </a:lnTo>
                  <a:close/>
                  <a:moveTo>
                    <a:pt x="243003" y="1956418"/>
                  </a:moveTo>
                  <a:lnTo>
                    <a:pt x="301905" y="1919338"/>
                  </a:lnTo>
                  <a:lnTo>
                    <a:pt x="276450" y="1904465"/>
                  </a:lnTo>
                  <a:close/>
                  <a:moveTo>
                    <a:pt x="266747" y="1786868"/>
                  </a:moveTo>
                  <a:lnTo>
                    <a:pt x="261876" y="1809452"/>
                  </a:lnTo>
                  <a:lnTo>
                    <a:pt x="267715" y="1762956"/>
                  </a:lnTo>
                  <a:close/>
                  <a:moveTo>
                    <a:pt x="260719" y="1816530"/>
                  </a:moveTo>
                  <a:lnTo>
                    <a:pt x="261876" y="1809452"/>
                  </a:lnTo>
                  <a:lnTo>
                    <a:pt x="266747" y="1786868"/>
                  </a:lnTo>
                  <a:close/>
                  <a:moveTo>
                    <a:pt x="290121" y="1740381"/>
                  </a:moveTo>
                  <a:lnTo>
                    <a:pt x="266747" y="1786868"/>
                  </a:lnTo>
                  <a:lnTo>
                    <a:pt x="267715" y="1762956"/>
                  </a:lnTo>
                  <a:close/>
                  <a:moveTo>
                    <a:pt x="365446" y="1712427"/>
                  </a:moveTo>
                  <a:lnTo>
                    <a:pt x="335056" y="1733706"/>
                  </a:lnTo>
                  <a:lnTo>
                    <a:pt x="290121" y="1740381"/>
                  </a:lnTo>
                  <a:close/>
                  <a:moveTo>
                    <a:pt x="365446" y="1712427"/>
                  </a:moveTo>
                  <a:lnTo>
                    <a:pt x="290121" y="1740381"/>
                  </a:lnTo>
                  <a:lnTo>
                    <a:pt x="324395" y="1733626"/>
                  </a:lnTo>
                  <a:close/>
                  <a:moveTo>
                    <a:pt x="88305" y="1509853"/>
                  </a:moveTo>
                  <a:lnTo>
                    <a:pt x="121630" y="1499548"/>
                  </a:lnTo>
                  <a:lnTo>
                    <a:pt x="95831" y="1505273"/>
                  </a:lnTo>
                  <a:close/>
                  <a:moveTo>
                    <a:pt x="121630" y="1499548"/>
                  </a:moveTo>
                  <a:lnTo>
                    <a:pt x="134347" y="1481180"/>
                  </a:lnTo>
                  <a:lnTo>
                    <a:pt x="95831" y="1505273"/>
                  </a:lnTo>
                  <a:close/>
                  <a:moveTo>
                    <a:pt x="77264" y="1450511"/>
                  </a:moveTo>
                  <a:lnTo>
                    <a:pt x="80728" y="1481527"/>
                  </a:lnTo>
                  <a:lnTo>
                    <a:pt x="118765" y="1429643"/>
                  </a:lnTo>
                  <a:close/>
                  <a:moveTo>
                    <a:pt x="118765" y="1429643"/>
                  </a:moveTo>
                  <a:lnTo>
                    <a:pt x="80728" y="1481527"/>
                  </a:lnTo>
                  <a:lnTo>
                    <a:pt x="95831" y="1505273"/>
                  </a:lnTo>
                  <a:close/>
                  <a:moveTo>
                    <a:pt x="118765" y="1429643"/>
                  </a:moveTo>
                  <a:lnTo>
                    <a:pt x="95831" y="1505273"/>
                  </a:lnTo>
                  <a:lnTo>
                    <a:pt x="134347" y="1481180"/>
                  </a:lnTo>
                  <a:close/>
                  <a:moveTo>
                    <a:pt x="328688" y="1736511"/>
                  </a:moveTo>
                  <a:lnTo>
                    <a:pt x="389654" y="1724930"/>
                  </a:lnTo>
                  <a:lnTo>
                    <a:pt x="365446" y="1712427"/>
                  </a:lnTo>
                  <a:close/>
                  <a:moveTo>
                    <a:pt x="151416" y="1354012"/>
                  </a:moveTo>
                  <a:lnTo>
                    <a:pt x="94135" y="1396751"/>
                  </a:lnTo>
                  <a:lnTo>
                    <a:pt x="118765" y="1429643"/>
                  </a:lnTo>
                  <a:close/>
                  <a:moveTo>
                    <a:pt x="151416" y="1354012"/>
                  </a:moveTo>
                  <a:lnTo>
                    <a:pt x="160037" y="1333570"/>
                  </a:lnTo>
                  <a:lnTo>
                    <a:pt x="101958" y="1367692"/>
                  </a:lnTo>
                  <a:close/>
                  <a:moveTo>
                    <a:pt x="101958" y="1367692"/>
                  </a:moveTo>
                  <a:lnTo>
                    <a:pt x="160037" y="1333570"/>
                  </a:lnTo>
                  <a:lnTo>
                    <a:pt x="139663" y="1312278"/>
                  </a:lnTo>
                  <a:close/>
                  <a:moveTo>
                    <a:pt x="382408" y="1506048"/>
                  </a:moveTo>
                  <a:lnTo>
                    <a:pt x="342600" y="1508622"/>
                  </a:lnTo>
                  <a:lnTo>
                    <a:pt x="307779" y="1536601"/>
                  </a:lnTo>
                  <a:close/>
                  <a:moveTo>
                    <a:pt x="195775" y="1329918"/>
                  </a:moveTo>
                  <a:lnTo>
                    <a:pt x="171921" y="1286053"/>
                  </a:lnTo>
                  <a:lnTo>
                    <a:pt x="163220" y="1302476"/>
                  </a:lnTo>
                  <a:close/>
                  <a:moveTo>
                    <a:pt x="155199" y="1250939"/>
                  </a:moveTo>
                  <a:lnTo>
                    <a:pt x="163220" y="1302476"/>
                  </a:lnTo>
                  <a:lnTo>
                    <a:pt x="160532" y="1232569"/>
                  </a:lnTo>
                  <a:close/>
                  <a:moveTo>
                    <a:pt x="163220" y="1302476"/>
                  </a:moveTo>
                  <a:lnTo>
                    <a:pt x="171921" y="1286053"/>
                  </a:lnTo>
                  <a:lnTo>
                    <a:pt x="160532" y="1232569"/>
                  </a:lnTo>
                  <a:close/>
                  <a:moveTo>
                    <a:pt x="382408" y="1506048"/>
                  </a:moveTo>
                  <a:lnTo>
                    <a:pt x="411181" y="1519199"/>
                  </a:lnTo>
                  <a:lnTo>
                    <a:pt x="397665" y="1484528"/>
                  </a:lnTo>
                  <a:close/>
                  <a:moveTo>
                    <a:pt x="397665" y="1484528"/>
                  </a:moveTo>
                  <a:lnTo>
                    <a:pt x="448892" y="1511971"/>
                  </a:lnTo>
                  <a:lnTo>
                    <a:pt x="445549" y="1460434"/>
                  </a:lnTo>
                  <a:close/>
                  <a:moveTo>
                    <a:pt x="423546" y="1408898"/>
                  </a:moveTo>
                  <a:lnTo>
                    <a:pt x="409807" y="1432813"/>
                  </a:lnTo>
                  <a:lnTo>
                    <a:pt x="397665" y="1484528"/>
                  </a:lnTo>
                  <a:close/>
                  <a:moveTo>
                    <a:pt x="445549" y="1460434"/>
                  </a:moveTo>
                  <a:lnTo>
                    <a:pt x="423546" y="1408898"/>
                  </a:lnTo>
                  <a:lnTo>
                    <a:pt x="397665" y="1484528"/>
                  </a:lnTo>
                  <a:close/>
                  <a:moveTo>
                    <a:pt x="410208" y="1432991"/>
                  </a:moveTo>
                  <a:lnTo>
                    <a:pt x="431654" y="1380596"/>
                  </a:lnTo>
                  <a:lnTo>
                    <a:pt x="442383" y="1357361"/>
                  </a:lnTo>
                  <a:close/>
                  <a:moveTo>
                    <a:pt x="431654" y="1380596"/>
                  </a:moveTo>
                  <a:lnTo>
                    <a:pt x="409807" y="1432813"/>
                  </a:lnTo>
                  <a:lnTo>
                    <a:pt x="423546" y="1408898"/>
                  </a:lnTo>
                  <a:close/>
                  <a:moveTo>
                    <a:pt x="431654" y="1380596"/>
                  </a:moveTo>
                  <a:lnTo>
                    <a:pt x="455464" y="1334717"/>
                  </a:lnTo>
                  <a:lnTo>
                    <a:pt x="442383" y="1357361"/>
                  </a:lnTo>
                  <a:close/>
                  <a:moveTo>
                    <a:pt x="455464" y="1334717"/>
                  </a:moveTo>
                  <a:lnTo>
                    <a:pt x="456395" y="1333267"/>
                  </a:lnTo>
                  <a:lnTo>
                    <a:pt x="442383" y="1357361"/>
                  </a:lnTo>
                  <a:close/>
                  <a:moveTo>
                    <a:pt x="151257" y="1030944"/>
                  </a:moveTo>
                  <a:lnTo>
                    <a:pt x="119214" y="1048141"/>
                  </a:lnTo>
                  <a:lnTo>
                    <a:pt x="180235" y="1028322"/>
                  </a:lnTo>
                  <a:close/>
                  <a:moveTo>
                    <a:pt x="731215" y="1532096"/>
                  </a:moveTo>
                  <a:lnTo>
                    <a:pt x="748969" y="1515319"/>
                  </a:lnTo>
                  <a:lnTo>
                    <a:pt x="729769" y="1539413"/>
                  </a:lnTo>
                  <a:close/>
                  <a:moveTo>
                    <a:pt x="377311" y="1170278"/>
                  </a:moveTo>
                  <a:lnTo>
                    <a:pt x="402288" y="1135899"/>
                  </a:lnTo>
                  <a:lnTo>
                    <a:pt x="374234" y="1178657"/>
                  </a:lnTo>
                  <a:close/>
                  <a:moveTo>
                    <a:pt x="288930" y="953176"/>
                  </a:moveTo>
                  <a:lnTo>
                    <a:pt x="254900" y="973972"/>
                  </a:lnTo>
                  <a:lnTo>
                    <a:pt x="252811" y="1007301"/>
                  </a:lnTo>
                  <a:close/>
                  <a:moveTo>
                    <a:pt x="252811" y="1007301"/>
                  </a:moveTo>
                  <a:lnTo>
                    <a:pt x="275481" y="999953"/>
                  </a:lnTo>
                  <a:lnTo>
                    <a:pt x="288930" y="953176"/>
                  </a:lnTo>
                  <a:close/>
                  <a:moveTo>
                    <a:pt x="243155" y="930060"/>
                  </a:moveTo>
                  <a:lnTo>
                    <a:pt x="213333" y="953458"/>
                  </a:lnTo>
                  <a:lnTo>
                    <a:pt x="197156" y="972511"/>
                  </a:lnTo>
                  <a:close/>
                  <a:moveTo>
                    <a:pt x="761121" y="1509009"/>
                  </a:moveTo>
                  <a:lnTo>
                    <a:pt x="748969" y="1515319"/>
                  </a:lnTo>
                  <a:lnTo>
                    <a:pt x="731215" y="1532096"/>
                  </a:lnTo>
                  <a:close/>
                  <a:moveTo>
                    <a:pt x="790438" y="1501506"/>
                  </a:moveTo>
                  <a:lnTo>
                    <a:pt x="858030" y="1521984"/>
                  </a:lnTo>
                  <a:lnTo>
                    <a:pt x="818610" y="1491226"/>
                  </a:lnTo>
                  <a:close/>
                  <a:moveTo>
                    <a:pt x="324687" y="986849"/>
                  </a:moveTo>
                  <a:lnTo>
                    <a:pt x="296213" y="953757"/>
                  </a:lnTo>
                  <a:lnTo>
                    <a:pt x="275481" y="999953"/>
                  </a:lnTo>
                  <a:close/>
                  <a:moveTo>
                    <a:pt x="943683" y="1518668"/>
                  </a:moveTo>
                  <a:lnTo>
                    <a:pt x="931663" y="1487710"/>
                  </a:lnTo>
                  <a:lnTo>
                    <a:pt x="907719" y="1533086"/>
                  </a:lnTo>
                  <a:close/>
                  <a:moveTo>
                    <a:pt x="840380" y="1415595"/>
                  </a:moveTo>
                  <a:lnTo>
                    <a:pt x="818610" y="1491226"/>
                  </a:lnTo>
                  <a:lnTo>
                    <a:pt x="874906" y="1450179"/>
                  </a:lnTo>
                  <a:close/>
                  <a:moveTo>
                    <a:pt x="874906" y="1450179"/>
                  </a:moveTo>
                  <a:lnTo>
                    <a:pt x="818610" y="1491226"/>
                  </a:lnTo>
                  <a:lnTo>
                    <a:pt x="874557" y="1471102"/>
                  </a:lnTo>
                  <a:close/>
                  <a:moveTo>
                    <a:pt x="931663" y="1487710"/>
                  </a:moveTo>
                  <a:lnTo>
                    <a:pt x="917346" y="1467132"/>
                  </a:lnTo>
                  <a:lnTo>
                    <a:pt x="858030" y="1521984"/>
                  </a:lnTo>
                  <a:close/>
                  <a:moveTo>
                    <a:pt x="917346" y="1467132"/>
                  </a:moveTo>
                  <a:lnTo>
                    <a:pt x="924364" y="1460421"/>
                  </a:lnTo>
                  <a:lnTo>
                    <a:pt x="905910" y="1420851"/>
                  </a:lnTo>
                  <a:close/>
                  <a:moveTo>
                    <a:pt x="874557" y="1471102"/>
                  </a:moveTo>
                  <a:lnTo>
                    <a:pt x="917346" y="1467132"/>
                  </a:lnTo>
                  <a:lnTo>
                    <a:pt x="905910" y="1420851"/>
                  </a:lnTo>
                  <a:close/>
                  <a:moveTo>
                    <a:pt x="806425" y="1388152"/>
                  </a:moveTo>
                  <a:lnTo>
                    <a:pt x="840380" y="1415595"/>
                  </a:lnTo>
                  <a:lnTo>
                    <a:pt x="843878" y="1364058"/>
                  </a:lnTo>
                  <a:close/>
                  <a:moveTo>
                    <a:pt x="905910" y="1420851"/>
                  </a:moveTo>
                  <a:lnTo>
                    <a:pt x="924364" y="1460421"/>
                  </a:lnTo>
                  <a:lnTo>
                    <a:pt x="932568" y="1415595"/>
                  </a:lnTo>
                  <a:close/>
                  <a:moveTo>
                    <a:pt x="849615" y="1355623"/>
                  </a:moveTo>
                  <a:lnTo>
                    <a:pt x="806425" y="1388152"/>
                  </a:lnTo>
                  <a:lnTo>
                    <a:pt x="843878" y="1364058"/>
                  </a:lnTo>
                  <a:close/>
                  <a:moveTo>
                    <a:pt x="32977" y="398469"/>
                  </a:moveTo>
                  <a:lnTo>
                    <a:pt x="6282" y="460494"/>
                  </a:lnTo>
                  <a:lnTo>
                    <a:pt x="0" y="436400"/>
                  </a:lnTo>
                  <a:close/>
                  <a:moveTo>
                    <a:pt x="32977" y="398469"/>
                  </a:moveTo>
                  <a:lnTo>
                    <a:pt x="11180" y="451874"/>
                  </a:lnTo>
                  <a:lnTo>
                    <a:pt x="6282" y="460494"/>
                  </a:lnTo>
                  <a:close/>
                  <a:moveTo>
                    <a:pt x="32977" y="398469"/>
                  </a:moveTo>
                  <a:lnTo>
                    <a:pt x="43013" y="384863"/>
                  </a:lnTo>
                  <a:lnTo>
                    <a:pt x="41068" y="408957"/>
                  </a:lnTo>
                  <a:close/>
                  <a:moveTo>
                    <a:pt x="943683" y="1518668"/>
                  </a:moveTo>
                  <a:lnTo>
                    <a:pt x="1010400" y="1472516"/>
                  </a:lnTo>
                  <a:lnTo>
                    <a:pt x="928054" y="1465591"/>
                  </a:lnTo>
                  <a:close/>
                  <a:moveTo>
                    <a:pt x="928054" y="1465591"/>
                  </a:moveTo>
                  <a:lnTo>
                    <a:pt x="1010400" y="1472516"/>
                  </a:lnTo>
                  <a:lnTo>
                    <a:pt x="993495" y="1450371"/>
                  </a:lnTo>
                  <a:close/>
                  <a:moveTo>
                    <a:pt x="928054" y="1465591"/>
                  </a:moveTo>
                  <a:lnTo>
                    <a:pt x="981074" y="1397727"/>
                  </a:lnTo>
                  <a:lnTo>
                    <a:pt x="924364" y="1460421"/>
                  </a:lnTo>
                  <a:close/>
                  <a:moveTo>
                    <a:pt x="894191" y="1387384"/>
                  </a:moveTo>
                  <a:lnTo>
                    <a:pt x="892969" y="1393390"/>
                  </a:lnTo>
                  <a:lnTo>
                    <a:pt x="904658" y="1386743"/>
                  </a:lnTo>
                  <a:close/>
                  <a:moveTo>
                    <a:pt x="916595" y="1296473"/>
                  </a:moveTo>
                  <a:lnTo>
                    <a:pt x="849615" y="1355623"/>
                  </a:lnTo>
                  <a:lnTo>
                    <a:pt x="875587" y="1317826"/>
                  </a:lnTo>
                  <a:close/>
                  <a:moveTo>
                    <a:pt x="425727" y="848693"/>
                  </a:moveTo>
                  <a:lnTo>
                    <a:pt x="436426" y="846486"/>
                  </a:lnTo>
                  <a:lnTo>
                    <a:pt x="413792" y="797156"/>
                  </a:lnTo>
                  <a:close/>
                  <a:moveTo>
                    <a:pt x="436426" y="846486"/>
                  </a:moveTo>
                  <a:lnTo>
                    <a:pt x="509115" y="825374"/>
                  </a:lnTo>
                  <a:lnTo>
                    <a:pt x="484533" y="782616"/>
                  </a:lnTo>
                  <a:close/>
                  <a:moveTo>
                    <a:pt x="436426" y="846486"/>
                  </a:moveTo>
                  <a:lnTo>
                    <a:pt x="484533" y="782616"/>
                  </a:lnTo>
                  <a:lnTo>
                    <a:pt x="425583" y="792559"/>
                  </a:lnTo>
                  <a:close/>
                  <a:moveTo>
                    <a:pt x="70508" y="364114"/>
                  </a:moveTo>
                  <a:lnTo>
                    <a:pt x="43013" y="384863"/>
                  </a:lnTo>
                  <a:lnTo>
                    <a:pt x="96815" y="367987"/>
                  </a:lnTo>
                  <a:close/>
                  <a:moveTo>
                    <a:pt x="875587" y="1317826"/>
                  </a:moveTo>
                  <a:lnTo>
                    <a:pt x="901942" y="1323352"/>
                  </a:lnTo>
                  <a:lnTo>
                    <a:pt x="916595" y="1296473"/>
                  </a:lnTo>
                  <a:close/>
                  <a:moveTo>
                    <a:pt x="916595" y="1296473"/>
                  </a:moveTo>
                  <a:lnTo>
                    <a:pt x="901942" y="1323352"/>
                  </a:lnTo>
                  <a:lnTo>
                    <a:pt x="941452" y="1264334"/>
                  </a:lnTo>
                  <a:close/>
                  <a:moveTo>
                    <a:pt x="941912" y="1256229"/>
                  </a:moveTo>
                  <a:lnTo>
                    <a:pt x="938231" y="1269089"/>
                  </a:lnTo>
                  <a:lnTo>
                    <a:pt x="941452" y="1264334"/>
                  </a:lnTo>
                  <a:close/>
                  <a:moveTo>
                    <a:pt x="983182" y="1235852"/>
                  </a:moveTo>
                  <a:lnTo>
                    <a:pt x="957686" y="1212797"/>
                  </a:lnTo>
                  <a:lnTo>
                    <a:pt x="956349" y="1270428"/>
                  </a:lnTo>
                  <a:close/>
                  <a:moveTo>
                    <a:pt x="941912" y="1256229"/>
                  </a:moveTo>
                  <a:lnTo>
                    <a:pt x="952316" y="1264334"/>
                  </a:lnTo>
                  <a:lnTo>
                    <a:pt x="938231" y="1269089"/>
                  </a:lnTo>
                  <a:close/>
                  <a:moveTo>
                    <a:pt x="222960" y="314953"/>
                  </a:moveTo>
                  <a:lnTo>
                    <a:pt x="190245" y="327539"/>
                  </a:lnTo>
                  <a:lnTo>
                    <a:pt x="146529" y="338769"/>
                  </a:lnTo>
                  <a:close/>
                  <a:moveTo>
                    <a:pt x="222960" y="314953"/>
                  </a:moveTo>
                  <a:lnTo>
                    <a:pt x="146529" y="338769"/>
                  </a:lnTo>
                  <a:lnTo>
                    <a:pt x="179725" y="327983"/>
                  </a:lnTo>
                  <a:close/>
                  <a:moveTo>
                    <a:pt x="457049" y="578748"/>
                  </a:moveTo>
                  <a:lnTo>
                    <a:pt x="460939" y="570264"/>
                  </a:lnTo>
                  <a:lnTo>
                    <a:pt x="432809" y="575514"/>
                  </a:lnTo>
                  <a:close/>
                  <a:moveTo>
                    <a:pt x="697989" y="848512"/>
                  </a:moveTo>
                  <a:lnTo>
                    <a:pt x="687867" y="870204"/>
                  </a:lnTo>
                  <a:lnTo>
                    <a:pt x="697508" y="827947"/>
                  </a:lnTo>
                  <a:close/>
                  <a:moveTo>
                    <a:pt x="711600" y="784262"/>
                  </a:moveTo>
                  <a:lnTo>
                    <a:pt x="697989" y="848512"/>
                  </a:lnTo>
                  <a:lnTo>
                    <a:pt x="697508" y="827947"/>
                  </a:lnTo>
                  <a:close/>
                  <a:moveTo>
                    <a:pt x="760928" y="772583"/>
                  </a:moveTo>
                  <a:lnTo>
                    <a:pt x="739333" y="776411"/>
                  </a:lnTo>
                  <a:lnTo>
                    <a:pt x="794611" y="785049"/>
                  </a:lnTo>
                  <a:close/>
                  <a:moveTo>
                    <a:pt x="739333" y="776411"/>
                  </a:moveTo>
                  <a:lnTo>
                    <a:pt x="711600" y="784262"/>
                  </a:lnTo>
                  <a:lnTo>
                    <a:pt x="794611" y="785049"/>
                  </a:lnTo>
                  <a:close/>
                  <a:moveTo>
                    <a:pt x="760928" y="772583"/>
                  </a:moveTo>
                  <a:lnTo>
                    <a:pt x="794611" y="785049"/>
                  </a:lnTo>
                  <a:lnTo>
                    <a:pt x="822203" y="752317"/>
                  </a:lnTo>
                  <a:close/>
                  <a:moveTo>
                    <a:pt x="907921" y="729044"/>
                  </a:moveTo>
                  <a:lnTo>
                    <a:pt x="845144" y="742099"/>
                  </a:lnTo>
                  <a:lnTo>
                    <a:pt x="910027" y="732319"/>
                  </a:lnTo>
                  <a:close/>
                  <a:moveTo>
                    <a:pt x="845144" y="742099"/>
                  </a:moveTo>
                  <a:lnTo>
                    <a:pt x="864317" y="736090"/>
                  </a:lnTo>
                  <a:lnTo>
                    <a:pt x="910027" y="732319"/>
                  </a:lnTo>
                  <a:close/>
                  <a:moveTo>
                    <a:pt x="864317" y="736090"/>
                  </a:moveTo>
                  <a:lnTo>
                    <a:pt x="899031" y="730984"/>
                  </a:lnTo>
                  <a:lnTo>
                    <a:pt x="910027" y="732319"/>
                  </a:lnTo>
                  <a:close/>
                  <a:moveTo>
                    <a:pt x="589638" y="138019"/>
                  </a:moveTo>
                  <a:lnTo>
                    <a:pt x="615859" y="101158"/>
                  </a:lnTo>
                  <a:lnTo>
                    <a:pt x="592910" y="113132"/>
                  </a:lnTo>
                  <a:close/>
                  <a:moveTo>
                    <a:pt x="614119" y="89039"/>
                  </a:moveTo>
                  <a:lnTo>
                    <a:pt x="626431" y="37502"/>
                  </a:lnTo>
                  <a:lnTo>
                    <a:pt x="592910" y="113132"/>
                  </a:lnTo>
                  <a:close/>
                  <a:moveTo>
                    <a:pt x="671604" y="0"/>
                  </a:moveTo>
                  <a:lnTo>
                    <a:pt x="640451" y="18425"/>
                  </a:lnTo>
                  <a:lnTo>
                    <a:pt x="626431" y="375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9" name="Output_density__4248">
              <a:extLst>
                <a:ext uri="{FF2B5EF4-FFF2-40B4-BE49-F238E27FC236}">
                  <a16:creationId xmlns:a16="http://schemas.microsoft.com/office/drawing/2014/main" id="{6BA2ADA2-569F-9AFB-9B55-DEBACDBFB63B}"/>
                </a:ext>
              </a:extLst>
            </p:cNvPr>
            <p:cNvSpPr>
              <a:spLocks noGrp="1"/>
            </p:cNvSpPr>
            <p:nvPr/>
          </p:nvSpPr>
          <p:spPr>
            <a:xfrm>
              <a:off x="15317333" y="2453845"/>
              <a:ext cx="1449369" cy="2131049"/>
            </a:xfrm>
            <a:custGeom>
              <a:avLst/>
              <a:gdLst/>
              <a:ahLst/>
              <a:cxnLst/>
              <a:rect l="0" t="0" r="0" b="0"/>
              <a:pathLst>
                <a:path w="1449369" h="2131049">
                  <a:moveTo>
                    <a:pt x="193466" y="1901360"/>
                  </a:moveTo>
                  <a:lnTo>
                    <a:pt x="217062" y="1924903"/>
                  </a:lnTo>
                  <a:lnTo>
                    <a:pt x="187503" y="1918843"/>
                  </a:lnTo>
                  <a:close/>
                  <a:moveTo>
                    <a:pt x="420311" y="2131049"/>
                  </a:moveTo>
                  <a:lnTo>
                    <a:pt x="439427" y="2124312"/>
                  </a:lnTo>
                  <a:lnTo>
                    <a:pt x="377956" y="2106884"/>
                  </a:lnTo>
                  <a:close/>
                  <a:moveTo>
                    <a:pt x="328004" y="2094799"/>
                  </a:moveTo>
                  <a:lnTo>
                    <a:pt x="377956" y="2106884"/>
                  </a:lnTo>
                  <a:lnTo>
                    <a:pt x="406655" y="2079285"/>
                  </a:lnTo>
                  <a:close/>
                  <a:moveTo>
                    <a:pt x="217062" y="1924903"/>
                  </a:moveTo>
                  <a:lnTo>
                    <a:pt x="253868" y="1910250"/>
                  </a:lnTo>
                  <a:lnTo>
                    <a:pt x="187503" y="1918843"/>
                  </a:lnTo>
                  <a:close/>
                  <a:moveTo>
                    <a:pt x="187503" y="1918843"/>
                  </a:moveTo>
                  <a:lnTo>
                    <a:pt x="253868" y="1910250"/>
                  </a:lnTo>
                  <a:lnTo>
                    <a:pt x="265145" y="1899558"/>
                  </a:lnTo>
                  <a:close/>
                  <a:moveTo>
                    <a:pt x="307607" y="1883638"/>
                  </a:moveTo>
                  <a:lnTo>
                    <a:pt x="293285" y="1869868"/>
                  </a:lnTo>
                  <a:lnTo>
                    <a:pt x="265145" y="1899558"/>
                  </a:lnTo>
                  <a:close/>
                  <a:moveTo>
                    <a:pt x="312580" y="1586786"/>
                  </a:moveTo>
                  <a:lnTo>
                    <a:pt x="354812" y="1615654"/>
                  </a:lnTo>
                  <a:lnTo>
                    <a:pt x="390321" y="1624309"/>
                  </a:lnTo>
                  <a:close/>
                  <a:moveTo>
                    <a:pt x="93149" y="1212032"/>
                  </a:moveTo>
                  <a:lnTo>
                    <a:pt x="62641" y="1210088"/>
                  </a:lnTo>
                  <a:lnTo>
                    <a:pt x="17729" y="1172623"/>
                  </a:lnTo>
                  <a:close/>
                  <a:moveTo>
                    <a:pt x="101972" y="1185994"/>
                  </a:moveTo>
                  <a:lnTo>
                    <a:pt x="50606" y="1208637"/>
                  </a:lnTo>
                  <a:lnTo>
                    <a:pt x="116380" y="1153103"/>
                  </a:lnTo>
                  <a:close/>
                  <a:moveTo>
                    <a:pt x="48400" y="1208513"/>
                  </a:moveTo>
                  <a:lnTo>
                    <a:pt x="62641" y="1210088"/>
                  </a:lnTo>
                  <a:lnTo>
                    <a:pt x="116380" y="1153103"/>
                  </a:lnTo>
                  <a:close/>
                  <a:moveTo>
                    <a:pt x="531136" y="1585793"/>
                  </a:moveTo>
                  <a:lnTo>
                    <a:pt x="470241" y="1602746"/>
                  </a:lnTo>
                  <a:lnTo>
                    <a:pt x="522697" y="1624195"/>
                  </a:lnTo>
                  <a:close/>
                  <a:moveTo>
                    <a:pt x="531136" y="1585793"/>
                  </a:moveTo>
                  <a:lnTo>
                    <a:pt x="470190" y="1597359"/>
                  </a:lnTo>
                  <a:lnTo>
                    <a:pt x="470241" y="1602746"/>
                  </a:lnTo>
                  <a:close/>
                  <a:moveTo>
                    <a:pt x="531136" y="1585793"/>
                  </a:moveTo>
                  <a:lnTo>
                    <a:pt x="522697" y="1624195"/>
                  </a:lnTo>
                  <a:lnTo>
                    <a:pt x="536849" y="1598287"/>
                  </a:lnTo>
                  <a:close/>
                  <a:moveTo>
                    <a:pt x="124203" y="1124044"/>
                  </a:moveTo>
                  <a:lnTo>
                    <a:pt x="108824" y="1073804"/>
                  </a:lnTo>
                  <a:lnTo>
                    <a:pt x="128271" y="1110364"/>
                  </a:lnTo>
                  <a:close/>
                  <a:moveTo>
                    <a:pt x="63608" y="1009838"/>
                  </a:moveTo>
                  <a:lnTo>
                    <a:pt x="107140" y="1058827"/>
                  </a:lnTo>
                  <a:lnTo>
                    <a:pt x="108824" y="1073804"/>
                  </a:lnTo>
                  <a:close/>
                  <a:moveTo>
                    <a:pt x="0" y="1031385"/>
                  </a:moveTo>
                  <a:lnTo>
                    <a:pt x="63608" y="1009838"/>
                  </a:lnTo>
                  <a:lnTo>
                    <a:pt x="66401" y="1006017"/>
                  </a:lnTo>
                  <a:close/>
                  <a:moveTo>
                    <a:pt x="63608" y="1009838"/>
                  </a:moveTo>
                  <a:lnTo>
                    <a:pt x="106889" y="1012633"/>
                  </a:lnTo>
                  <a:lnTo>
                    <a:pt x="66401" y="1006017"/>
                  </a:lnTo>
                  <a:close/>
                  <a:moveTo>
                    <a:pt x="106889" y="1012633"/>
                  </a:moveTo>
                  <a:lnTo>
                    <a:pt x="109612" y="992899"/>
                  </a:lnTo>
                  <a:lnTo>
                    <a:pt x="66401" y="1006017"/>
                  </a:lnTo>
                  <a:close/>
                  <a:moveTo>
                    <a:pt x="109612" y="992899"/>
                  </a:moveTo>
                  <a:lnTo>
                    <a:pt x="106889" y="1012633"/>
                  </a:lnTo>
                  <a:lnTo>
                    <a:pt x="127722" y="955754"/>
                  </a:lnTo>
                  <a:close/>
                  <a:moveTo>
                    <a:pt x="492084" y="1279715"/>
                  </a:moveTo>
                  <a:lnTo>
                    <a:pt x="513373" y="1286520"/>
                  </a:lnTo>
                  <a:lnTo>
                    <a:pt x="503335" y="1268322"/>
                  </a:lnTo>
                  <a:close/>
                  <a:moveTo>
                    <a:pt x="934793" y="1604985"/>
                  </a:moveTo>
                  <a:lnTo>
                    <a:pt x="914799" y="1637439"/>
                  </a:lnTo>
                  <a:lnTo>
                    <a:pt x="943897" y="1611331"/>
                  </a:lnTo>
                  <a:close/>
                  <a:moveTo>
                    <a:pt x="917437" y="1553448"/>
                  </a:moveTo>
                  <a:lnTo>
                    <a:pt x="876355" y="1533478"/>
                  </a:lnTo>
                  <a:lnTo>
                    <a:pt x="849846" y="1569268"/>
                  </a:lnTo>
                  <a:close/>
                  <a:moveTo>
                    <a:pt x="849846" y="1569268"/>
                  </a:moveTo>
                  <a:lnTo>
                    <a:pt x="800702" y="1518570"/>
                  </a:lnTo>
                  <a:lnTo>
                    <a:pt x="803683" y="1526005"/>
                  </a:lnTo>
                  <a:close/>
                  <a:moveTo>
                    <a:pt x="787875" y="1512247"/>
                  </a:moveTo>
                  <a:lnTo>
                    <a:pt x="803683" y="1526005"/>
                  </a:lnTo>
                  <a:lnTo>
                    <a:pt x="800702" y="1518570"/>
                  </a:lnTo>
                  <a:close/>
                  <a:moveTo>
                    <a:pt x="518962" y="1216786"/>
                  </a:moveTo>
                  <a:lnTo>
                    <a:pt x="496252" y="1262456"/>
                  </a:lnTo>
                  <a:lnTo>
                    <a:pt x="503335" y="1268322"/>
                  </a:lnTo>
                  <a:close/>
                  <a:moveTo>
                    <a:pt x="289925" y="939793"/>
                  </a:moveTo>
                  <a:lnTo>
                    <a:pt x="317467" y="976205"/>
                  </a:lnTo>
                  <a:lnTo>
                    <a:pt x="295081" y="959103"/>
                  </a:lnTo>
                  <a:close/>
                  <a:moveTo>
                    <a:pt x="403887" y="986546"/>
                  </a:moveTo>
                  <a:lnTo>
                    <a:pt x="424544" y="1027194"/>
                  </a:lnTo>
                  <a:lnTo>
                    <a:pt x="459613" y="1023410"/>
                  </a:lnTo>
                  <a:close/>
                  <a:moveTo>
                    <a:pt x="297547" y="907566"/>
                  </a:moveTo>
                  <a:lnTo>
                    <a:pt x="282855" y="883472"/>
                  </a:lnTo>
                  <a:lnTo>
                    <a:pt x="295081" y="959103"/>
                  </a:lnTo>
                  <a:close/>
                  <a:moveTo>
                    <a:pt x="297547" y="907566"/>
                  </a:moveTo>
                  <a:lnTo>
                    <a:pt x="308210" y="831936"/>
                  </a:lnTo>
                  <a:lnTo>
                    <a:pt x="282855" y="883472"/>
                  </a:lnTo>
                  <a:close/>
                  <a:moveTo>
                    <a:pt x="917437" y="1553448"/>
                  </a:moveTo>
                  <a:lnTo>
                    <a:pt x="934793" y="1604985"/>
                  </a:lnTo>
                  <a:lnTo>
                    <a:pt x="892893" y="1544346"/>
                  </a:lnTo>
                  <a:close/>
                  <a:moveTo>
                    <a:pt x="590172" y="1073837"/>
                  </a:moveTo>
                  <a:lnTo>
                    <a:pt x="609116" y="1121179"/>
                  </a:lnTo>
                  <a:lnTo>
                    <a:pt x="627166" y="1141155"/>
                  </a:lnTo>
                  <a:close/>
                  <a:moveTo>
                    <a:pt x="609116" y="1121179"/>
                  </a:moveTo>
                  <a:lnTo>
                    <a:pt x="590172" y="1073837"/>
                  </a:lnTo>
                  <a:lnTo>
                    <a:pt x="606282" y="1117061"/>
                  </a:lnTo>
                  <a:close/>
                  <a:moveTo>
                    <a:pt x="459613" y="1023410"/>
                  </a:moveTo>
                  <a:lnTo>
                    <a:pt x="403474" y="986187"/>
                  </a:lnTo>
                  <a:lnTo>
                    <a:pt x="403887" y="986546"/>
                  </a:lnTo>
                  <a:close/>
                  <a:moveTo>
                    <a:pt x="1020933" y="1641701"/>
                  </a:moveTo>
                  <a:lnTo>
                    <a:pt x="1075935" y="1683964"/>
                  </a:lnTo>
                  <a:lnTo>
                    <a:pt x="1037334" y="1651099"/>
                  </a:lnTo>
                  <a:close/>
                  <a:moveTo>
                    <a:pt x="1130755" y="1608334"/>
                  </a:moveTo>
                  <a:lnTo>
                    <a:pt x="1116539" y="1637659"/>
                  </a:lnTo>
                  <a:lnTo>
                    <a:pt x="1143547" y="1617982"/>
                  </a:lnTo>
                  <a:close/>
                  <a:moveTo>
                    <a:pt x="1143547" y="1617982"/>
                  </a:moveTo>
                  <a:lnTo>
                    <a:pt x="1116539" y="1637659"/>
                  </a:lnTo>
                  <a:lnTo>
                    <a:pt x="1114121" y="1666665"/>
                  </a:lnTo>
                  <a:close/>
                  <a:moveTo>
                    <a:pt x="1143547" y="1617982"/>
                  </a:moveTo>
                  <a:lnTo>
                    <a:pt x="1114121" y="1666665"/>
                  </a:lnTo>
                  <a:lnTo>
                    <a:pt x="1165548" y="1662839"/>
                  </a:lnTo>
                  <a:close/>
                  <a:moveTo>
                    <a:pt x="1165548" y="1662839"/>
                  </a:moveTo>
                  <a:lnTo>
                    <a:pt x="1201692" y="1671437"/>
                  </a:lnTo>
                  <a:lnTo>
                    <a:pt x="1143547" y="1617982"/>
                  </a:lnTo>
                  <a:close/>
                  <a:moveTo>
                    <a:pt x="822520" y="1312603"/>
                  </a:moveTo>
                  <a:lnTo>
                    <a:pt x="835778" y="1323208"/>
                  </a:lnTo>
                  <a:lnTo>
                    <a:pt x="812682" y="1257858"/>
                  </a:lnTo>
                  <a:close/>
                  <a:moveTo>
                    <a:pt x="880275" y="1278336"/>
                  </a:moveTo>
                  <a:lnTo>
                    <a:pt x="853346" y="1312554"/>
                  </a:lnTo>
                  <a:lnTo>
                    <a:pt x="929963" y="1289438"/>
                  </a:lnTo>
                  <a:close/>
                  <a:moveTo>
                    <a:pt x="123242" y="371911"/>
                  </a:moveTo>
                  <a:lnTo>
                    <a:pt x="98197" y="410623"/>
                  </a:lnTo>
                  <a:lnTo>
                    <a:pt x="124103" y="371455"/>
                  </a:lnTo>
                  <a:close/>
                  <a:moveTo>
                    <a:pt x="124103" y="371455"/>
                  </a:moveTo>
                  <a:lnTo>
                    <a:pt x="98197" y="410623"/>
                  </a:lnTo>
                  <a:lnTo>
                    <a:pt x="138221" y="447085"/>
                  </a:lnTo>
                  <a:close/>
                  <a:moveTo>
                    <a:pt x="124103" y="371455"/>
                  </a:moveTo>
                  <a:lnTo>
                    <a:pt x="138221" y="447085"/>
                  </a:lnTo>
                  <a:lnTo>
                    <a:pt x="143575" y="422992"/>
                  </a:lnTo>
                  <a:close/>
                  <a:moveTo>
                    <a:pt x="86667" y="367512"/>
                  </a:moveTo>
                  <a:lnTo>
                    <a:pt x="79766" y="395549"/>
                  </a:lnTo>
                  <a:lnTo>
                    <a:pt x="123242" y="371911"/>
                  </a:lnTo>
                  <a:close/>
                  <a:moveTo>
                    <a:pt x="124103" y="371455"/>
                  </a:moveTo>
                  <a:lnTo>
                    <a:pt x="84218" y="340893"/>
                  </a:lnTo>
                  <a:lnTo>
                    <a:pt x="87133" y="344012"/>
                  </a:lnTo>
                  <a:close/>
                  <a:moveTo>
                    <a:pt x="86667" y="367512"/>
                  </a:moveTo>
                  <a:lnTo>
                    <a:pt x="123242" y="371911"/>
                  </a:lnTo>
                  <a:lnTo>
                    <a:pt x="124103" y="371455"/>
                  </a:lnTo>
                  <a:close/>
                  <a:moveTo>
                    <a:pt x="87133" y="344012"/>
                  </a:moveTo>
                  <a:lnTo>
                    <a:pt x="86667" y="367512"/>
                  </a:lnTo>
                  <a:lnTo>
                    <a:pt x="124103" y="371455"/>
                  </a:lnTo>
                  <a:close/>
                  <a:moveTo>
                    <a:pt x="1116237" y="1602202"/>
                  </a:moveTo>
                  <a:lnTo>
                    <a:pt x="1130755" y="1608334"/>
                  </a:lnTo>
                  <a:lnTo>
                    <a:pt x="1102604" y="1585559"/>
                  </a:lnTo>
                  <a:close/>
                  <a:moveTo>
                    <a:pt x="942042" y="1299114"/>
                  </a:moveTo>
                  <a:lnTo>
                    <a:pt x="988907" y="1335139"/>
                  </a:lnTo>
                  <a:lnTo>
                    <a:pt x="979380" y="1326556"/>
                  </a:lnTo>
                  <a:close/>
                  <a:moveTo>
                    <a:pt x="718664" y="1070100"/>
                  </a:moveTo>
                  <a:lnTo>
                    <a:pt x="727152" y="1055190"/>
                  </a:lnTo>
                  <a:lnTo>
                    <a:pt x="752822" y="1080313"/>
                  </a:lnTo>
                  <a:close/>
                  <a:moveTo>
                    <a:pt x="163909" y="314088"/>
                  </a:moveTo>
                  <a:lnTo>
                    <a:pt x="124103" y="371455"/>
                  </a:lnTo>
                  <a:lnTo>
                    <a:pt x="177794" y="365543"/>
                  </a:lnTo>
                  <a:close/>
                  <a:moveTo>
                    <a:pt x="175251" y="319918"/>
                  </a:moveTo>
                  <a:lnTo>
                    <a:pt x="176503" y="258916"/>
                  </a:lnTo>
                  <a:lnTo>
                    <a:pt x="163909" y="314088"/>
                  </a:lnTo>
                  <a:close/>
                  <a:moveTo>
                    <a:pt x="1037446" y="1275020"/>
                  </a:moveTo>
                  <a:lnTo>
                    <a:pt x="1028260" y="1223483"/>
                  </a:lnTo>
                  <a:lnTo>
                    <a:pt x="1056899" y="1250926"/>
                  </a:lnTo>
                  <a:close/>
                  <a:moveTo>
                    <a:pt x="953805" y="1156349"/>
                  </a:moveTo>
                  <a:lnTo>
                    <a:pt x="925488" y="1147853"/>
                  </a:lnTo>
                  <a:lnTo>
                    <a:pt x="926903" y="1143095"/>
                  </a:lnTo>
                  <a:close/>
                  <a:moveTo>
                    <a:pt x="1009866" y="1143703"/>
                  </a:moveTo>
                  <a:lnTo>
                    <a:pt x="953805" y="1156349"/>
                  </a:lnTo>
                  <a:lnTo>
                    <a:pt x="926903" y="1143095"/>
                  </a:lnTo>
                  <a:close/>
                  <a:moveTo>
                    <a:pt x="1003318" y="1154078"/>
                  </a:moveTo>
                  <a:lnTo>
                    <a:pt x="1056490" y="1148833"/>
                  </a:lnTo>
                  <a:lnTo>
                    <a:pt x="1009866" y="1143703"/>
                  </a:lnTo>
                  <a:close/>
                  <a:moveTo>
                    <a:pt x="882844" y="1018142"/>
                  </a:moveTo>
                  <a:lnTo>
                    <a:pt x="905777" y="1007167"/>
                  </a:lnTo>
                  <a:lnTo>
                    <a:pt x="897515" y="993243"/>
                  </a:lnTo>
                  <a:close/>
                  <a:moveTo>
                    <a:pt x="720685" y="855468"/>
                  </a:moveTo>
                  <a:lnTo>
                    <a:pt x="683043" y="914264"/>
                  </a:lnTo>
                  <a:lnTo>
                    <a:pt x="718710" y="888725"/>
                  </a:lnTo>
                  <a:close/>
                  <a:moveTo>
                    <a:pt x="679674" y="913570"/>
                  </a:moveTo>
                  <a:lnTo>
                    <a:pt x="683043" y="914264"/>
                  </a:lnTo>
                  <a:lnTo>
                    <a:pt x="720685" y="855468"/>
                  </a:lnTo>
                  <a:close/>
                  <a:moveTo>
                    <a:pt x="690729" y="841840"/>
                  </a:moveTo>
                  <a:lnTo>
                    <a:pt x="679674" y="913570"/>
                  </a:lnTo>
                  <a:lnTo>
                    <a:pt x="720685" y="855468"/>
                  </a:lnTo>
                  <a:close/>
                  <a:moveTo>
                    <a:pt x="720685" y="855468"/>
                  </a:moveTo>
                  <a:lnTo>
                    <a:pt x="727929" y="788293"/>
                  </a:lnTo>
                  <a:lnTo>
                    <a:pt x="690063" y="821397"/>
                  </a:lnTo>
                  <a:close/>
                  <a:moveTo>
                    <a:pt x="568523" y="589494"/>
                  </a:moveTo>
                  <a:lnTo>
                    <a:pt x="531360" y="581725"/>
                  </a:lnTo>
                  <a:lnTo>
                    <a:pt x="508047" y="625121"/>
                  </a:lnTo>
                  <a:close/>
                  <a:moveTo>
                    <a:pt x="340764" y="497244"/>
                  </a:moveTo>
                  <a:lnTo>
                    <a:pt x="356024" y="553508"/>
                  </a:lnTo>
                  <a:lnTo>
                    <a:pt x="364633" y="501971"/>
                  </a:lnTo>
                  <a:close/>
                  <a:moveTo>
                    <a:pt x="340764" y="497244"/>
                  </a:moveTo>
                  <a:lnTo>
                    <a:pt x="364633" y="501971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40764" y="497244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84495" y="436931"/>
                  </a:lnTo>
                  <a:lnTo>
                    <a:pt x="347782" y="415049"/>
                  </a:lnTo>
                  <a:close/>
                  <a:moveTo>
                    <a:pt x="384495" y="436931"/>
                  </a:moveTo>
                  <a:lnTo>
                    <a:pt x="395327" y="418135"/>
                  </a:lnTo>
                  <a:lnTo>
                    <a:pt x="347782" y="415049"/>
                  </a:lnTo>
                  <a:close/>
                  <a:moveTo>
                    <a:pt x="218644" y="220194"/>
                  </a:moveTo>
                  <a:lnTo>
                    <a:pt x="235573" y="231066"/>
                  </a:lnTo>
                  <a:lnTo>
                    <a:pt x="251974" y="231516"/>
                  </a:lnTo>
                  <a:close/>
                  <a:moveTo>
                    <a:pt x="215845" y="231335"/>
                  </a:moveTo>
                  <a:lnTo>
                    <a:pt x="218644" y="220194"/>
                  </a:lnTo>
                  <a:lnTo>
                    <a:pt x="198641" y="206787"/>
                  </a:lnTo>
                  <a:close/>
                  <a:moveTo>
                    <a:pt x="198641" y="206787"/>
                  </a:moveTo>
                  <a:lnTo>
                    <a:pt x="192281" y="228279"/>
                  </a:lnTo>
                  <a:lnTo>
                    <a:pt x="215845" y="231335"/>
                  </a:lnTo>
                  <a:close/>
                  <a:moveTo>
                    <a:pt x="1449369" y="1559265"/>
                  </a:moveTo>
                  <a:lnTo>
                    <a:pt x="1432158" y="1539624"/>
                  </a:lnTo>
                  <a:lnTo>
                    <a:pt x="1434515" y="1596102"/>
                  </a:lnTo>
                  <a:close/>
                  <a:moveTo>
                    <a:pt x="1288161" y="1484515"/>
                  </a:moveTo>
                  <a:lnTo>
                    <a:pt x="1288496" y="1508609"/>
                  </a:lnTo>
                  <a:lnTo>
                    <a:pt x="1296215" y="1515606"/>
                  </a:lnTo>
                  <a:close/>
                  <a:moveTo>
                    <a:pt x="1199278" y="1226832"/>
                  </a:moveTo>
                  <a:lnTo>
                    <a:pt x="1156218" y="1206634"/>
                  </a:lnTo>
                  <a:lnTo>
                    <a:pt x="1121719" y="1212548"/>
                  </a:lnTo>
                  <a:close/>
                  <a:moveTo>
                    <a:pt x="1103957" y="1175295"/>
                  </a:moveTo>
                  <a:lnTo>
                    <a:pt x="1121719" y="1212548"/>
                  </a:lnTo>
                  <a:lnTo>
                    <a:pt x="1156218" y="1206634"/>
                  </a:lnTo>
                  <a:close/>
                  <a:moveTo>
                    <a:pt x="1103957" y="1175295"/>
                  </a:moveTo>
                  <a:lnTo>
                    <a:pt x="1087875" y="1199389"/>
                  </a:lnTo>
                  <a:lnTo>
                    <a:pt x="1121719" y="1212548"/>
                  </a:lnTo>
                  <a:close/>
                  <a:moveTo>
                    <a:pt x="1057303" y="1146383"/>
                  </a:moveTo>
                  <a:lnTo>
                    <a:pt x="1059679" y="1146240"/>
                  </a:lnTo>
                  <a:lnTo>
                    <a:pt x="1035790" y="1127679"/>
                  </a:lnTo>
                  <a:close/>
                  <a:moveTo>
                    <a:pt x="406301" y="324266"/>
                  </a:moveTo>
                  <a:lnTo>
                    <a:pt x="423506" y="348815"/>
                  </a:lnTo>
                  <a:lnTo>
                    <a:pt x="455053" y="331866"/>
                  </a:lnTo>
                  <a:close/>
                  <a:moveTo>
                    <a:pt x="266053" y="196100"/>
                  </a:moveTo>
                  <a:lnTo>
                    <a:pt x="218644" y="220194"/>
                  </a:lnTo>
                  <a:lnTo>
                    <a:pt x="251974" y="231516"/>
                  </a:lnTo>
                  <a:close/>
                  <a:moveTo>
                    <a:pt x="251974" y="231516"/>
                  </a:moveTo>
                  <a:lnTo>
                    <a:pt x="301623" y="242468"/>
                  </a:lnTo>
                  <a:lnTo>
                    <a:pt x="337115" y="240266"/>
                  </a:lnTo>
                  <a:close/>
                  <a:moveTo>
                    <a:pt x="280416" y="202957"/>
                  </a:moveTo>
                  <a:lnTo>
                    <a:pt x="251974" y="231516"/>
                  </a:lnTo>
                  <a:lnTo>
                    <a:pt x="337115" y="240266"/>
                  </a:lnTo>
                  <a:close/>
                  <a:moveTo>
                    <a:pt x="1098549" y="1165699"/>
                  </a:moveTo>
                  <a:lnTo>
                    <a:pt x="1035790" y="1127679"/>
                  </a:lnTo>
                  <a:lnTo>
                    <a:pt x="1059679" y="1146240"/>
                  </a:lnTo>
                  <a:close/>
                  <a:moveTo>
                    <a:pt x="1432670" y="1534858"/>
                  </a:moveTo>
                  <a:lnTo>
                    <a:pt x="1393774" y="1570789"/>
                  </a:lnTo>
                  <a:lnTo>
                    <a:pt x="1432158" y="1539624"/>
                  </a:lnTo>
                  <a:close/>
                  <a:moveTo>
                    <a:pt x="1432670" y="1534858"/>
                  </a:moveTo>
                  <a:lnTo>
                    <a:pt x="1432158" y="1539624"/>
                  </a:lnTo>
                  <a:lnTo>
                    <a:pt x="1433327" y="1536052"/>
                  </a:lnTo>
                  <a:close/>
                  <a:moveTo>
                    <a:pt x="1427734" y="1476129"/>
                  </a:moveTo>
                  <a:lnTo>
                    <a:pt x="1433327" y="1536052"/>
                  </a:lnTo>
                  <a:lnTo>
                    <a:pt x="1438171" y="1484515"/>
                  </a:lnTo>
                  <a:close/>
                  <a:moveTo>
                    <a:pt x="1427734" y="1476129"/>
                  </a:moveTo>
                  <a:lnTo>
                    <a:pt x="1432670" y="1534858"/>
                  </a:lnTo>
                  <a:lnTo>
                    <a:pt x="1433327" y="1536052"/>
                  </a:lnTo>
                  <a:close/>
                  <a:moveTo>
                    <a:pt x="1410563" y="1458881"/>
                  </a:moveTo>
                  <a:lnTo>
                    <a:pt x="1387801" y="1470612"/>
                  </a:lnTo>
                  <a:lnTo>
                    <a:pt x="1427734" y="1476129"/>
                  </a:lnTo>
                  <a:close/>
                  <a:moveTo>
                    <a:pt x="1199278" y="1226832"/>
                  </a:moveTo>
                  <a:lnTo>
                    <a:pt x="1216803" y="1219951"/>
                  </a:lnTo>
                  <a:lnTo>
                    <a:pt x="1225724" y="1156930"/>
                  </a:lnTo>
                  <a:close/>
                  <a:moveTo>
                    <a:pt x="1156218" y="1206634"/>
                  </a:moveTo>
                  <a:lnTo>
                    <a:pt x="1199278" y="1226832"/>
                  </a:lnTo>
                  <a:lnTo>
                    <a:pt x="1225724" y="1156930"/>
                  </a:lnTo>
                  <a:close/>
                  <a:moveTo>
                    <a:pt x="1216803" y="1219951"/>
                  </a:moveTo>
                  <a:lnTo>
                    <a:pt x="1252340" y="1216666"/>
                  </a:lnTo>
                  <a:lnTo>
                    <a:pt x="1225724" y="1156930"/>
                  </a:lnTo>
                  <a:close/>
                  <a:moveTo>
                    <a:pt x="1103957" y="1175295"/>
                  </a:moveTo>
                  <a:lnTo>
                    <a:pt x="1156218" y="1206634"/>
                  </a:lnTo>
                  <a:lnTo>
                    <a:pt x="1102596" y="1174092"/>
                  </a:lnTo>
                  <a:close/>
                  <a:moveTo>
                    <a:pt x="1098549" y="1165699"/>
                  </a:moveTo>
                  <a:lnTo>
                    <a:pt x="1103957" y="1175295"/>
                  </a:lnTo>
                  <a:lnTo>
                    <a:pt x="1102596" y="1174092"/>
                  </a:lnTo>
                  <a:close/>
                  <a:moveTo>
                    <a:pt x="979931" y="969149"/>
                  </a:moveTo>
                  <a:lnTo>
                    <a:pt x="996456" y="945055"/>
                  </a:lnTo>
                  <a:lnTo>
                    <a:pt x="946363" y="946053"/>
                  </a:lnTo>
                  <a:close/>
                  <a:moveTo>
                    <a:pt x="996456" y="945055"/>
                  </a:moveTo>
                  <a:lnTo>
                    <a:pt x="978121" y="929891"/>
                  </a:lnTo>
                  <a:lnTo>
                    <a:pt x="946363" y="946053"/>
                  </a:lnTo>
                  <a:close/>
                  <a:moveTo>
                    <a:pt x="1034221" y="964961"/>
                  </a:moveTo>
                  <a:lnTo>
                    <a:pt x="1005426" y="992203"/>
                  </a:lnTo>
                  <a:lnTo>
                    <a:pt x="1083400" y="974158"/>
                  </a:lnTo>
                  <a:close/>
                  <a:moveTo>
                    <a:pt x="455053" y="331866"/>
                  </a:moveTo>
                  <a:lnTo>
                    <a:pt x="436079" y="300700"/>
                  </a:lnTo>
                  <a:lnTo>
                    <a:pt x="406301" y="324266"/>
                  </a:lnTo>
                  <a:close/>
                  <a:moveTo>
                    <a:pt x="1223162" y="1099665"/>
                  </a:moveTo>
                  <a:lnTo>
                    <a:pt x="1215400" y="1095606"/>
                  </a:lnTo>
                  <a:lnTo>
                    <a:pt x="1261844" y="1127108"/>
                  </a:lnTo>
                  <a:close/>
                  <a:moveTo>
                    <a:pt x="1229768" y="1151202"/>
                  </a:moveTo>
                  <a:lnTo>
                    <a:pt x="1223162" y="1099665"/>
                  </a:lnTo>
                  <a:lnTo>
                    <a:pt x="1261844" y="1127108"/>
                  </a:lnTo>
                  <a:close/>
                  <a:moveTo>
                    <a:pt x="912737" y="687372"/>
                  </a:moveTo>
                  <a:lnTo>
                    <a:pt x="913392" y="687881"/>
                  </a:lnTo>
                  <a:lnTo>
                    <a:pt x="888174" y="669782"/>
                  </a:lnTo>
                  <a:close/>
                  <a:moveTo>
                    <a:pt x="495351" y="259304"/>
                  </a:moveTo>
                  <a:lnTo>
                    <a:pt x="525268" y="284810"/>
                  </a:lnTo>
                  <a:lnTo>
                    <a:pt x="510413" y="275079"/>
                  </a:lnTo>
                  <a:close/>
                  <a:moveTo>
                    <a:pt x="543352" y="195519"/>
                  </a:moveTo>
                  <a:lnTo>
                    <a:pt x="545913" y="199449"/>
                  </a:lnTo>
                  <a:lnTo>
                    <a:pt x="556852" y="133096"/>
                  </a:lnTo>
                  <a:close/>
                  <a:moveTo>
                    <a:pt x="974108" y="512415"/>
                  </a:moveTo>
                  <a:lnTo>
                    <a:pt x="968171" y="536111"/>
                  </a:lnTo>
                  <a:lnTo>
                    <a:pt x="932272" y="488670"/>
                  </a:lnTo>
                  <a:close/>
                  <a:moveTo>
                    <a:pt x="953457" y="278232"/>
                  </a:moveTo>
                  <a:lnTo>
                    <a:pt x="956588" y="309784"/>
                  </a:lnTo>
                  <a:lnTo>
                    <a:pt x="962914" y="281777"/>
                  </a:lnTo>
                  <a:close/>
                  <a:moveTo>
                    <a:pt x="953457" y="278232"/>
                  </a:moveTo>
                  <a:lnTo>
                    <a:pt x="962914" y="281777"/>
                  </a:lnTo>
                  <a:lnTo>
                    <a:pt x="970822" y="228102"/>
                  </a:lnTo>
                  <a:close/>
                  <a:moveTo>
                    <a:pt x="806082" y="0"/>
                  </a:moveTo>
                  <a:lnTo>
                    <a:pt x="752984" y="13553"/>
                  </a:lnTo>
                  <a:lnTo>
                    <a:pt x="799261" y="709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0" name="Output_density__4249">
              <a:extLst>
                <a:ext uri="{FF2B5EF4-FFF2-40B4-BE49-F238E27FC236}">
                  <a16:creationId xmlns:a16="http://schemas.microsoft.com/office/drawing/2014/main" id="{782428E1-DE2A-FD57-6A19-BE35B35CDB8A}"/>
                </a:ext>
              </a:extLst>
            </p:cNvPr>
            <p:cNvSpPr>
              <a:spLocks noGrp="1"/>
            </p:cNvSpPr>
            <p:nvPr/>
          </p:nvSpPr>
          <p:spPr>
            <a:xfrm>
              <a:off x="15614880" y="2516323"/>
              <a:ext cx="886140" cy="1579222"/>
            </a:xfrm>
            <a:custGeom>
              <a:avLst/>
              <a:gdLst/>
              <a:ahLst/>
              <a:cxnLst/>
              <a:rect l="0" t="0" r="0" b="0"/>
              <a:pathLst>
                <a:path w="886140" h="1579222">
                  <a:moveTo>
                    <a:pt x="221415" y="1154307"/>
                  </a:moveTo>
                  <a:lnTo>
                    <a:pt x="218079" y="1159467"/>
                  </a:lnTo>
                  <a:lnTo>
                    <a:pt x="224290" y="1153800"/>
                  </a:lnTo>
                  <a:close/>
                  <a:moveTo>
                    <a:pt x="688884" y="1544529"/>
                  </a:moveTo>
                  <a:lnTo>
                    <a:pt x="669557" y="1542506"/>
                  </a:lnTo>
                  <a:lnTo>
                    <a:pt x="646349" y="1548852"/>
                  </a:lnTo>
                  <a:close/>
                  <a:moveTo>
                    <a:pt x="221415" y="1154307"/>
                  </a:moveTo>
                  <a:lnTo>
                    <a:pt x="225699" y="1153272"/>
                  </a:lnTo>
                  <a:lnTo>
                    <a:pt x="257030" y="1141312"/>
                  </a:lnTo>
                  <a:close/>
                  <a:moveTo>
                    <a:pt x="225699" y="1153272"/>
                  </a:moveTo>
                  <a:lnTo>
                    <a:pt x="221415" y="1154307"/>
                  </a:lnTo>
                  <a:lnTo>
                    <a:pt x="224290" y="1153800"/>
                  </a:lnTo>
                  <a:close/>
                  <a:moveTo>
                    <a:pt x="277050" y="1130213"/>
                  </a:moveTo>
                  <a:lnTo>
                    <a:pt x="225699" y="1153272"/>
                  </a:lnTo>
                  <a:lnTo>
                    <a:pt x="298175" y="1120471"/>
                  </a:lnTo>
                  <a:close/>
                  <a:moveTo>
                    <a:pt x="298175" y="1120471"/>
                  </a:moveTo>
                  <a:lnTo>
                    <a:pt x="225699" y="1153272"/>
                  </a:lnTo>
                  <a:lnTo>
                    <a:pt x="224290" y="1153800"/>
                  </a:lnTo>
                  <a:close/>
                  <a:moveTo>
                    <a:pt x="298175" y="1120471"/>
                  </a:moveTo>
                  <a:lnTo>
                    <a:pt x="224290" y="1153800"/>
                  </a:lnTo>
                  <a:lnTo>
                    <a:pt x="269204" y="1147051"/>
                  </a:lnTo>
                  <a:close/>
                  <a:moveTo>
                    <a:pt x="49004" y="932004"/>
                  </a:moveTo>
                  <a:lnTo>
                    <a:pt x="34770" y="969249"/>
                  </a:lnTo>
                  <a:lnTo>
                    <a:pt x="53596" y="948161"/>
                  </a:lnTo>
                  <a:close/>
                  <a:moveTo>
                    <a:pt x="0" y="845087"/>
                  </a:moveTo>
                  <a:lnTo>
                    <a:pt x="12685" y="773302"/>
                  </a:lnTo>
                  <a:lnTo>
                    <a:pt x="10663" y="769457"/>
                  </a:lnTo>
                  <a:close/>
                  <a:moveTo>
                    <a:pt x="10663" y="769457"/>
                  </a:moveTo>
                  <a:lnTo>
                    <a:pt x="12685" y="773302"/>
                  </a:lnTo>
                  <a:lnTo>
                    <a:pt x="16591" y="766380"/>
                  </a:lnTo>
                  <a:close/>
                  <a:moveTo>
                    <a:pt x="277050" y="1130213"/>
                  </a:moveTo>
                  <a:lnTo>
                    <a:pt x="257030" y="1141312"/>
                  </a:lnTo>
                  <a:lnTo>
                    <a:pt x="225699" y="1153272"/>
                  </a:lnTo>
                  <a:close/>
                  <a:moveTo>
                    <a:pt x="723386" y="1579222"/>
                  </a:moveTo>
                  <a:lnTo>
                    <a:pt x="669557" y="1542506"/>
                  </a:lnTo>
                  <a:lnTo>
                    <a:pt x="694592" y="1539888"/>
                  </a:lnTo>
                  <a:close/>
                  <a:moveTo>
                    <a:pt x="277050" y="1130213"/>
                  </a:moveTo>
                  <a:lnTo>
                    <a:pt x="298175" y="1120471"/>
                  </a:lnTo>
                  <a:lnTo>
                    <a:pt x="271158" y="1116314"/>
                  </a:lnTo>
                  <a:close/>
                  <a:moveTo>
                    <a:pt x="63810" y="498448"/>
                  </a:moveTo>
                  <a:lnTo>
                    <a:pt x="47854" y="515123"/>
                  </a:lnTo>
                  <a:lnTo>
                    <a:pt x="9781" y="524691"/>
                  </a:lnTo>
                  <a:close/>
                  <a:moveTo>
                    <a:pt x="511865" y="990692"/>
                  </a:moveTo>
                  <a:lnTo>
                    <a:pt x="429605" y="992712"/>
                  </a:lnTo>
                  <a:lnTo>
                    <a:pt x="480581" y="1008625"/>
                  </a:lnTo>
                  <a:close/>
                  <a:moveTo>
                    <a:pt x="836460" y="1418688"/>
                  </a:moveTo>
                  <a:lnTo>
                    <a:pt x="857366" y="1409077"/>
                  </a:lnTo>
                  <a:lnTo>
                    <a:pt x="886140" y="1381759"/>
                  </a:lnTo>
                  <a:close/>
                  <a:moveTo>
                    <a:pt x="692098" y="1085374"/>
                  </a:moveTo>
                  <a:lnTo>
                    <a:pt x="656258" y="1093871"/>
                  </a:lnTo>
                  <a:lnTo>
                    <a:pt x="712319" y="1081225"/>
                  </a:lnTo>
                  <a:close/>
                  <a:moveTo>
                    <a:pt x="539653" y="959687"/>
                  </a:moveTo>
                  <a:lnTo>
                    <a:pt x="511865" y="990692"/>
                  </a:lnTo>
                  <a:lnTo>
                    <a:pt x="585297" y="955664"/>
                  </a:lnTo>
                  <a:close/>
                  <a:moveTo>
                    <a:pt x="738243" y="1065201"/>
                  </a:moveTo>
                  <a:lnTo>
                    <a:pt x="692098" y="1085374"/>
                  </a:lnTo>
                  <a:lnTo>
                    <a:pt x="712319" y="1081225"/>
                  </a:lnTo>
                  <a:close/>
                  <a:moveTo>
                    <a:pt x="430577" y="724199"/>
                  </a:moveTo>
                  <a:lnTo>
                    <a:pt x="437682" y="655680"/>
                  </a:lnTo>
                  <a:lnTo>
                    <a:pt x="423725" y="700524"/>
                  </a:lnTo>
                  <a:close/>
                  <a:moveTo>
                    <a:pt x="238080" y="161064"/>
                  </a:moveTo>
                  <a:lnTo>
                    <a:pt x="248366" y="136970"/>
                  </a:lnTo>
                  <a:lnTo>
                    <a:pt x="242425" y="142407"/>
                  </a:lnTo>
                  <a:close/>
                  <a:moveTo>
                    <a:pt x="284356" y="85434"/>
                  </a:moveTo>
                  <a:lnTo>
                    <a:pt x="312005" y="61340"/>
                  </a:lnTo>
                  <a:lnTo>
                    <a:pt x="305290" y="67874"/>
                  </a:lnTo>
                  <a:close/>
                  <a:moveTo>
                    <a:pt x="599542" y="334424"/>
                  </a:moveTo>
                  <a:lnTo>
                    <a:pt x="569552" y="357197"/>
                  </a:lnTo>
                  <a:lnTo>
                    <a:pt x="645135" y="330216"/>
                  </a:lnTo>
                  <a:close/>
                  <a:moveTo>
                    <a:pt x="327925" y="17601"/>
                  </a:moveTo>
                  <a:lnTo>
                    <a:pt x="309036" y="56874"/>
                  </a:lnTo>
                  <a:lnTo>
                    <a:pt x="369937" y="0"/>
                  </a:lnTo>
                  <a:close/>
                  <a:moveTo>
                    <a:pt x="662534" y="273111"/>
                  </a:moveTo>
                  <a:lnTo>
                    <a:pt x="645135" y="330216"/>
                  </a:lnTo>
                  <a:lnTo>
                    <a:pt x="666381" y="29492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1" name="Output_density__4250">
              <a:extLst>
                <a:ext uri="{FF2B5EF4-FFF2-40B4-BE49-F238E27FC236}">
                  <a16:creationId xmlns:a16="http://schemas.microsoft.com/office/drawing/2014/main" id="{CF162FF1-AFDB-DB19-2055-33641C9AE8EF}"/>
                </a:ext>
              </a:extLst>
            </p:cNvPr>
            <p:cNvSpPr>
              <a:spLocks noGrp="1"/>
            </p:cNvSpPr>
            <p:nvPr/>
          </p:nvSpPr>
          <p:spPr>
            <a:xfrm>
              <a:off x="15304740" y="2219578"/>
              <a:ext cx="1411811" cy="2313552"/>
            </a:xfrm>
            <a:custGeom>
              <a:avLst/>
              <a:gdLst/>
              <a:ahLst/>
              <a:cxnLst/>
              <a:rect l="0" t="0" r="0" b="0"/>
              <a:pathLst>
                <a:path w="1411811" h="2313552">
                  <a:moveTo>
                    <a:pt x="209126" y="2262243"/>
                  </a:moveTo>
                  <a:lnTo>
                    <a:pt x="201695" y="2293988"/>
                  </a:lnTo>
                  <a:lnTo>
                    <a:pt x="235000" y="2283610"/>
                  </a:lnTo>
                  <a:close/>
                  <a:moveTo>
                    <a:pt x="302594" y="2289685"/>
                  </a:moveTo>
                  <a:lnTo>
                    <a:pt x="298670" y="2306559"/>
                  </a:lnTo>
                  <a:lnTo>
                    <a:pt x="322562" y="2301413"/>
                  </a:lnTo>
                  <a:close/>
                  <a:moveTo>
                    <a:pt x="387966" y="2271945"/>
                  </a:moveTo>
                  <a:lnTo>
                    <a:pt x="322562" y="2301413"/>
                  </a:lnTo>
                  <a:lnTo>
                    <a:pt x="372142" y="2312109"/>
                  </a:lnTo>
                  <a:close/>
                  <a:moveTo>
                    <a:pt x="429102" y="2276485"/>
                  </a:moveTo>
                  <a:lnTo>
                    <a:pt x="372142" y="2312109"/>
                  </a:lnTo>
                  <a:lnTo>
                    <a:pt x="419248" y="2313552"/>
                  </a:lnTo>
                  <a:close/>
                  <a:moveTo>
                    <a:pt x="429102" y="2276485"/>
                  </a:moveTo>
                  <a:lnTo>
                    <a:pt x="387966" y="2271945"/>
                  </a:lnTo>
                  <a:lnTo>
                    <a:pt x="372142" y="2312109"/>
                  </a:lnTo>
                  <a:close/>
                  <a:moveTo>
                    <a:pt x="387966" y="2271945"/>
                  </a:moveTo>
                  <a:lnTo>
                    <a:pt x="429102" y="2276485"/>
                  </a:lnTo>
                  <a:lnTo>
                    <a:pt x="404661" y="2233612"/>
                  </a:lnTo>
                  <a:close/>
                  <a:moveTo>
                    <a:pt x="387966" y="2271945"/>
                  </a:moveTo>
                  <a:lnTo>
                    <a:pt x="404661" y="2233612"/>
                  </a:lnTo>
                  <a:lnTo>
                    <a:pt x="367529" y="2225817"/>
                  </a:lnTo>
                  <a:close/>
                  <a:moveTo>
                    <a:pt x="320200" y="2117905"/>
                  </a:moveTo>
                  <a:lnTo>
                    <a:pt x="312642" y="2110982"/>
                  </a:lnTo>
                  <a:lnTo>
                    <a:pt x="305878" y="2104134"/>
                  </a:lnTo>
                  <a:close/>
                  <a:moveTo>
                    <a:pt x="350057" y="2086888"/>
                  </a:moveTo>
                  <a:lnTo>
                    <a:pt x="312642" y="2110982"/>
                  </a:lnTo>
                  <a:lnTo>
                    <a:pt x="361220" y="2136374"/>
                  </a:lnTo>
                  <a:close/>
                  <a:moveTo>
                    <a:pt x="26364" y="1420261"/>
                  </a:moveTo>
                  <a:lnTo>
                    <a:pt x="936" y="1392916"/>
                  </a:lnTo>
                  <a:lnTo>
                    <a:pt x="38594" y="1424925"/>
                  </a:lnTo>
                  <a:close/>
                  <a:moveTo>
                    <a:pt x="853" y="1392818"/>
                  </a:moveTo>
                  <a:lnTo>
                    <a:pt x="936" y="1392916"/>
                  </a:lnTo>
                  <a:lnTo>
                    <a:pt x="26364" y="1420261"/>
                  </a:lnTo>
                  <a:close/>
                  <a:moveTo>
                    <a:pt x="4480" y="1368724"/>
                  </a:moveTo>
                  <a:lnTo>
                    <a:pt x="853" y="1392818"/>
                  </a:lnTo>
                  <a:lnTo>
                    <a:pt x="26364" y="1420261"/>
                  </a:lnTo>
                  <a:close/>
                  <a:moveTo>
                    <a:pt x="448811" y="1821262"/>
                  </a:moveTo>
                  <a:lnTo>
                    <a:pt x="468306" y="1868156"/>
                  </a:lnTo>
                  <a:lnTo>
                    <a:pt x="482783" y="1831625"/>
                  </a:lnTo>
                  <a:close/>
                  <a:moveTo>
                    <a:pt x="448811" y="1821262"/>
                  </a:moveTo>
                  <a:lnTo>
                    <a:pt x="482783" y="1831625"/>
                  </a:lnTo>
                  <a:lnTo>
                    <a:pt x="495932" y="1758192"/>
                  </a:lnTo>
                  <a:close/>
                  <a:moveTo>
                    <a:pt x="7422" y="1262038"/>
                  </a:moveTo>
                  <a:lnTo>
                    <a:pt x="75853" y="1241557"/>
                  </a:lnTo>
                  <a:lnTo>
                    <a:pt x="9972" y="1291801"/>
                  </a:lnTo>
                  <a:close/>
                  <a:moveTo>
                    <a:pt x="78994" y="1240283"/>
                  </a:moveTo>
                  <a:lnTo>
                    <a:pt x="7422" y="1262038"/>
                  </a:lnTo>
                  <a:lnTo>
                    <a:pt x="0" y="1254516"/>
                  </a:lnTo>
                  <a:close/>
                  <a:moveTo>
                    <a:pt x="123257" y="1331334"/>
                  </a:moveTo>
                  <a:lnTo>
                    <a:pt x="116318" y="1379831"/>
                  </a:lnTo>
                  <a:lnTo>
                    <a:pt x="140864" y="1344630"/>
                  </a:lnTo>
                  <a:close/>
                  <a:moveTo>
                    <a:pt x="446019" y="1509817"/>
                  </a:moveTo>
                  <a:lnTo>
                    <a:pt x="466025" y="1578219"/>
                  </a:lnTo>
                  <a:lnTo>
                    <a:pt x="504676" y="1513981"/>
                  </a:lnTo>
                  <a:close/>
                  <a:moveTo>
                    <a:pt x="230612" y="1320536"/>
                  </a:moveTo>
                  <a:lnTo>
                    <a:pt x="244683" y="1372073"/>
                  </a:lnTo>
                  <a:lnTo>
                    <a:pt x="312445" y="1319287"/>
                  </a:lnTo>
                  <a:close/>
                  <a:moveTo>
                    <a:pt x="230444" y="1320158"/>
                  </a:moveTo>
                  <a:lnTo>
                    <a:pt x="230612" y="1320536"/>
                  </a:lnTo>
                  <a:lnTo>
                    <a:pt x="312445" y="1319287"/>
                  </a:lnTo>
                  <a:close/>
                  <a:moveTo>
                    <a:pt x="243959" y="1371913"/>
                  </a:moveTo>
                  <a:lnTo>
                    <a:pt x="230444" y="1320158"/>
                  </a:lnTo>
                  <a:lnTo>
                    <a:pt x="312445" y="1319287"/>
                  </a:lnTo>
                  <a:close/>
                  <a:moveTo>
                    <a:pt x="200402" y="1244906"/>
                  </a:moveTo>
                  <a:lnTo>
                    <a:pt x="174708" y="1202002"/>
                  </a:lnTo>
                  <a:lnTo>
                    <a:pt x="197384" y="1217463"/>
                  </a:lnTo>
                  <a:close/>
                  <a:moveTo>
                    <a:pt x="197072" y="1197503"/>
                  </a:moveTo>
                  <a:lnTo>
                    <a:pt x="197384" y="1217463"/>
                  </a:lnTo>
                  <a:lnTo>
                    <a:pt x="174708" y="1202002"/>
                  </a:lnTo>
                  <a:close/>
                  <a:moveTo>
                    <a:pt x="483729" y="1502589"/>
                  </a:moveTo>
                  <a:lnTo>
                    <a:pt x="504676" y="1513981"/>
                  </a:lnTo>
                  <a:lnTo>
                    <a:pt x="508845" y="1496723"/>
                  </a:lnTo>
                  <a:close/>
                  <a:moveTo>
                    <a:pt x="483729" y="1502589"/>
                  </a:moveTo>
                  <a:lnTo>
                    <a:pt x="508845" y="1496723"/>
                  </a:lnTo>
                  <a:lnTo>
                    <a:pt x="492939" y="1426958"/>
                  </a:lnTo>
                  <a:close/>
                  <a:moveTo>
                    <a:pt x="480387" y="1451052"/>
                  </a:moveTo>
                  <a:lnTo>
                    <a:pt x="483729" y="1502589"/>
                  </a:lnTo>
                  <a:lnTo>
                    <a:pt x="492939" y="1426958"/>
                  </a:lnTo>
                  <a:close/>
                  <a:moveTo>
                    <a:pt x="508845" y="1496723"/>
                  </a:moveTo>
                  <a:lnTo>
                    <a:pt x="504676" y="1513981"/>
                  </a:lnTo>
                  <a:lnTo>
                    <a:pt x="515927" y="1502589"/>
                  </a:lnTo>
                  <a:close/>
                  <a:moveTo>
                    <a:pt x="310990" y="1229915"/>
                  </a:moveTo>
                  <a:lnTo>
                    <a:pt x="359144" y="1228749"/>
                  </a:lnTo>
                  <a:lnTo>
                    <a:pt x="302518" y="1174059"/>
                  </a:lnTo>
                  <a:close/>
                  <a:moveTo>
                    <a:pt x="250638" y="1178255"/>
                  </a:moveTo>
                  <a:lnTo>
                    <a:pt x="304659" y="1220812"/>
                  </a:lnTo>
                  <a:lnTo>
                    <a:pt x="310990" y="1229915"/>
                  </a:lnTo>
                  <a:close/>
                  <a:moveTo>
                    <a:pt x="250638" y="1178255"/>
                  </a:moveTo>
                  <a:lnTo>
                    <a:pt x="238366" y="1125488"/>
                  </a:lnTo>
                  <a:lnTo>
                    <a:pt x="237960" y="1169275"/>
                  </a:lnTo>
                  <a:close/>
                  <a:moveTo>
                    <a:pt x="307674" y="1193369"/>
                  </a:moveTo>
                  <a:lnTo>
                    <a:pt x="295669" y="1121665"/>
                  </a:lnTo>
                  <a:lnTo>
                    <a:pt x="302518" y="1174059"/>
                  </a:lnTo>
                  <a:close/>
                  <a:moveTo>
                    <a:pt x="295448" y="1117739"/>
                  </a:moveTo>
                  <a:lnTo>
                    <a:pt x="295669" y="1121665"/>
                  </a:lnTo>
                  <a:lnTo>
                    <a:pt x="307674" y="1193369"/>
                  </a:lnTo>
                  <a:close/>
                  <a:moveTo>
                    <a:pt x="238366" y="1125488"/>
                  </a:moveTo>
                  <a:lnTo>
                    <a:pt x="293607" y="1117739"/>
                  </a:lnTo>
                  <a:lnTo>
                    <a:pt x="242534" y="1097680"/>
                  </a:lnTo>
                  <a:close/>
                  <a:moveTo>
                    <a:pt x="845217" y="1778922"/>
                  </a:moveTo>
                  <a:lnTo>
                    <a:pt x="836322" y="1763620"/>
                  </a:lnTo>
                  <a:lnTo>
                    <a:pt x="827890" y="1753915"/>
                  </a:lnTo>
                  <a:close/>
                  <a:moveTo>
                    <a:pt x="730407" y="1618773"/>
                  </a:moveTo>
                  <a:lnTo>
                    <a:pt x="760152" y="1635553"/>
                  </a:lnTo>
                  <a:lnTo>
                    <a:pt x="770494" y="1660547"/>
                  </a:lnTo>
                  <a:close/>
                  <a:moveTo>
                    <a:pt x="400327" y="1196718"/>
                  </a:moveTo>
                  <a:lnTo>
                    <a:pt x="416067" y="1220454"/>
                  </a:lnTo>
                  <a:lnTo>
                    <a:pt x="457951" y="1244156"/>
                  </a:lnTo>
                  <a:close/>
                  <a:moveTo>
                    <a:pt x="1088527" y="1918230"/>
                  </a:moveTo>
                  <a:lnTo>
                    <a:pt x="1126714" y="1900932"/>
                  </a:lnTo>
                  <a:lnTo>
                    <a:pt x="1129132" y="1871925"/>
                  </a:lnTo>
                  <a:close/>
                  <a:moveTo>
                    <a:pt x="574995" y="1292697"/>
                  </a:moveTo>
                  <a:lnTo>
                    <a:pt x="618875" y="1351328"/>
                  </a:lnTo>
                  <a:lnTo>
                    <a:pt x="580803" y="1299791"/>
                  </a:lnTo>
                  <a:close/>
                  <a:moveTo>
                    <a:pt x="542004" y="1281537"/>
                  </a:moveTo>
                  <a:lnTo>
                    <a:pt x="604704" y="1331287"/>
                  </a:lnTo>
                  <a:lnTo>
                    <a:pt x="574995" y="1292697"/>
                  </a:lnTo>
                  <a:close/>
                  <a:moveTo>
                    <a:pt x="1027043" y="1717769"/>
                  </a:moveTo>
                  <a:lnTo>
                    <a:pt x="1080658" y="1774907"/>
                  </a:lnTo>
                  <a:lnTo>
                    <a:pt x="1042353" y="1739527"/>
                  </a:lnTo>
                  <a:close/>
                  <a:moveTo>
                    <a:pt x="573920" y="1105343"/>
                  </a:moveTo>
                  <a:lnTo>
                    <a:pt x="620030" y="1168582"/>
                  </a:lnTo>
                  <a:lnTo>
                    <a:pt x="629677" y="1148530"/>
                  </a:lnTo>
                  <a:close/>
                  <a:moveTo>
                    <a:pt x="156168" y="657258"/>
                  </a:moveTo>
                  <a:lnTo>
                    <a:pt x="185361" y="633164"/>
                  </a:lnTo>
                  <a:lnTo>
                    <a:pt x="136695" y="605721"/>
                  </a:lnTo>
                  <a:close/>
                  <a:moveTo>
                    <a:pt x="730714" y="1303140"/>
                  </a:moveTo>
                  <a:lnTo>
                    <a:pt x="731257" y="1304367"/>
                  </a:lnTo>
                  <a:lnTo>
                    <a:pt x="734148" y="1308306"/>
                  </a:lnTo>
                  <a:close/>
                  <a:moveTo>
                    <a:pt x="629677" y="1148530"/>
                  </a:moveTo>
                  <a:lnTo>
                    <a:pt x="620030" y="1168582"/>
                  </a:lnTo>
                  <a:lnTo>
                    <a:pt x="649028" y="1164735"/>
                  </a:lnTo>
                  <a:close/>
                  <a:moveTo>
                    <a:pt x="1162496" y="1726867"/>
                  </a:moveTo>
                  <a:lnTo>
                    <a:pt x="1135600" y="1691339"/>
                  </a:lnTo>
                  <a:lnTo>
                    <a:pt x="1080323" y="1729212"/>
                  </a:lnTo>
                  <a:close/>
                  <a:moveTo>
                    <a:pt x="1135600" y="1691339"/>
                  </a:moveTo>
                  <a:lnTo>
                    <a:pt x="1086348" y="1644795"/>
                  </a:lnTo>
                  <a:lnTo>
                    <a:pt x="1078961" y="1663896"/>
                  </a:lnTo>
                  <a:close/>
                  <a:moveTo>
                    <a:pt x="1056146" y="1638820"/>
                  </a:moveTo>
                  <a:lnTo>
                    <a:pt x="1078961" y="1663896"/>
                  </a:lnTo>
                  <a:lnTo>
                    <a:pt x="1086348" y="1644795"/>
                  </a:lnTo>
                  <a:close/>
                  <a:moveTo>
                    <a:pt x="326229" y="778325"/>
                  </a:moveTo>
                  <a:lnTo>
                    <a:pt x="369849" y="780845"/>
                  </a:lnTo>
                  <a:lnTo>
                    <a:pt x="353357" y="731510"/>
                  </a:lnTo>
                  <a:close/>
                  <a:moveTo>
                    <a:pt x="357257" y="665596"/>
                  </a:moveTo>
                  <a:lnTo>
                    <a:pt x="319195" y="670029"/>
                  </a:lnTo>
                  <a:lnTo>
                    <a:pt x="314814" y="724863"/>
                  </a:lnTo>
                  <a:close/>
                  <a:moveTo>
                    <a:pt x="357257" y="665596"/>
                  </a:moveTo>
                  <a:lnTo>
                    <a:pt x="314814" y="724863"/>
                  </a:lnTo>
                  <a:lnTo>
                    <a:pt x="353357" y="731510"/>
                  </a:lnTo>
                  <a:close/>
                  <a:moveTo>
                    <a:pt x="160353" y="460758"/>
                  </a:moveTo>
                  <a:lnTo>
                    <a:pt x="106695" y="403656"/>
                  </a:lnTo>
                  <a:lnTo>
                    <a:pt x="113338" y="460998"/>
                  </a:lnTo>
                  <a:close/>
                  <a:moveTo>
                    <a:pt x="160353" y="460758"/>
                  </a:moveTo>
                  <a:lnTo>
                    <a:pt x="204874" y="462546"/>
                  </a:lnTo>
                  <a:lnTo>
                    <a:pt x="159596" y="422666"/>
                  </a:lnTo>
                  <a:close/>
                  <a:moveTo>
                    <a:pt x="204874" y="462546"/>
                  </a:moveTo>
                  <a:lnTo>
                    <a:pt x="211234" y="441054"/>
                  </a:lnTo>
                  <a:lnTo>
                    <a:pt x="159596" y="422666"/>
                  </a:lnTo>
                  <a:close/>
                  <a:moveTo>
                    <a:pt x="1374721" y="1770318"/>
                  </a:moveTo>
                  <a:lnTo>
                    <a:pt x="1345893" y="1753629"/>
                  </a:lnTo>
                  <a:lnTo>
                    <a:pt x="1308808" y="1749873"/>
                  </a:lnTo>
                  <a:close/>
                  <a:moveTo>
                    <a:pt x="337925" y="605156"/>
                  </a:moveTo>
                  <a:lnTo>
                    <a:pt x="335609" y="660607"/>
                  </a:lnTo>
                  <a:lnTo>
                    <a:pt x="360375" y="649315"/>
                  </a:lnTo>
                  <a:close/>
                  <a:moveTo>
                    <a:pt x="231237" y="454460"/>
                  </a:moveTo>
                  <a:lnTo>
                    <a:pt x="278645" y="430366"/>
                  </a:lnTo>
                  <a:lnTo>
                    <a:pt x="211234" y="441054"/>
                  </a:lnTo>
                  <a:close/>
                  <a:moveTo>
                    <a:pt x="278645" y="430366"/>
                  </a:moveTo>
                  <a:lnTo>
                    <a:pt x="237357" y="403824"/>
                  </a:lnTo>
                  <a:lnTo>
                    <a:pt x="211234" y="441054"/>
                  </a:lnTo>
                  <a:close/>
                  <a:moveTo>
                    <a:pt x="1400394" y="1704878"/>
                  </a:moveTo>
                  <a:lnTo>
                    <a:pt x="1374721" y="1770318"/>
                  </a:lnTo>
                  <a:lnTo>
                    <a:pt x="1411811" y="1758339"/>
                  </a:lnTo>
                  <a:close/>
                  <a:moveTo>
                    <a:pt x="1219606" y="1612423"/>
                  </a:moveTo>
                  <a:lnTo>
                    <a:pt x="1215503" y="1591614"/>
                  </a:lnTo>
                  <a:lnTo>
                    <a:pt x="1202847" y="1568156"/>
                  </a:lnTo>
                  <a:close/>
                  <a:moveTo>
                    <a:pt x="1173024" y="1612312"/>
                  </a:moveTo>
                  <a:lnTo>
                    <a:pt x="1186288" y="1615708"/>
                  </a:lnTo>
                  <a:lnTo>
                    <a:pt x="1202847" y="1568156"/>
                  </a:lnTo>
                  <a:close/>
                  <a:moveTo>
                    <a:pt x="1115189" y="1408359"/>
                  </a:moveTo>
                  <a:lnTo>
                    <a:pt x="1150277" y="1442575"/>
                  </a:lnTo>
                  <a:lnTo>
                    <a:pt x="1081914" y="1397428"/>
                  </a:lnTo>
                  <a:close/>
                  <a:moveTo>
                    <a:pt x="1111142" y="1399965"/>
                  </a:moveTo>
                  <a:lnTo>
                    <a:pt x="1115189" y="1408359"/>
                  </a:lnTo>
                  <a:lnTo>
                    <a:pt x="1084985" y="1333931"/>
                  </a:lnTo>
                  <a:close/>
                  <a:moveTo>
                    <a:pt x="1084985" y="1333931"/>
                  </a:moveTo>
                  <a:lnTo>
                    <a:pt x="1120450" y="1299865"/>
                  </a:lnTo>
                  <a:lnTo>
                    <a:pt x="1064011" y="1349240"/>
                  </a:lnTo>
                  <a:close/>
                  <a:moveTo>
                    <a:pt x="1066830" y="1284206"/>
                  </a:moveTo>
                  <a:lnTo>
                    <a:pt x="1066801" y="1282395"/>
                  </a:lnTo>
                  <a:lnTo>
                    <a:pt x="1080834" y="1333931"/>
                  </a:lnTo>
                  <a:close/>
                  <a:moveTo>
                    <a:pt x="1066801" y="1282395"/>
                  </a:moveTo>
                  <a:lnTo>
                    <a:pt x="1066830" y="1284206"/>
                  </a:lnTo>
                  <a:lnTo>
                    <a:pt x="981292" y="1253021"/>
                  </a:lnTo>
                  <a:close/>
                  <a:moveTo>
                    <a:pt x="278645" y="430366"/>
                  </a:moveTo>
                  <a:lnTo>
                    <a:pt x="301951" y="406273"/>
                  </a:lnTo>
                  <a:lnTo>
                    <a:pt x="237357" y="403824"/>
                  </a:lnTo>
                  <a:close/>
                  <a:moveTo>
                    <a:pt x="349707" y="474532"/>
                  </a:moveTo>
                  <a:lnTo>
                    <a:pt x="326675" y="428194"/>
                  </a:lnTo>
                  <a:lnTo>
                    <a:pt x="293009" y="437224"/>
                  </a:lnTo>
                  <a:close/>
                  <a:moveTo>
                    <a:pt x="1026719" y="1155227"/>
                  </a:moveTo>
                  <a:lnTo>
                    <a:pt x="1009048" y="1179321"/>
                  </a:lnTo>
                  <a:lnTo>
                    <a:pt x="1065396" y="1206764"/>
                  </a:lnTo>
                  <a:close/>
                  <a:moveTo>
                    <a:pt x="1032279" y="1052154"/>
                  </a:moveTo>
                  <a:lnTo>
                    <a:pt x="1008428" y="1095490"/>
                  </a:lnTo>
                  <a:lnTo>
                    <a:pt x="1038008" y="1056666"/>
                  </a:lnTo>
                  <a:close/>
                  <a:moveTo>
                    <a:pt x="448672" y="534967"/>
                  </a:moveTo>
                  <a:lnTo>
                    <a:pt x="495777" y="560882"/>
                  </a:lnTo>
                  <a:lnTo>
                    <a:pt x="475693" y="501093"/>
                  </a:lnTo>
                  <a:close/>
                  <a:moveTo>
                    <a:pt x="475693" y="501093"/>
                  </a:moveTo>
                  <a:lnTo>
                    <a:pt x="495777" y="560882"/>
                  </a:lnTo>
                  <a:lnTo>
                    <a:pt x="507944" y="493570"/>
                  </a:lnTo>
                  <a:close/>
                  <a:moveTo>
                    <a:pt x="577116" y="538059"/>
                  </a:moveTo>
                  <a:lnTo>
                    <a:pt x="537861" y="519076"/>
                  </a:lnTo>
                  <a:lnTo>
                    <a:pt x="507944" y="493570"/>
                  </a:lnTo>
                  <a:close/>
                  <a:moveTo>
                    <a:pt x="1261169" y="1390404"/>
                  </a:moveTo>
                  <a:lnTo>
                    <a:pt x="1289007" y="1405754"/>
                  </a:lnTo>
                  <a:lnTo>
                    <a:pt x="1269210" y="1359107"/>
                  </a:lnTo>
                  <a:close/>
                  <a:moveTo>
                    <a:pt x="1232009" y="1351368"/>
                  </a:moveTo>
                  <a:lnTo>
                    <a:pt x="1269210" y="1359107"/>
                  </a:lnTo>
                  <a:lnTo>
                    <a:pt x="1265203" y="1356820"/>
                  </a:lnTo>
                  <a:close/>
                  <a:moveTo>
                    <a:pt x="1008428" y="1095490"/>
                  </a:moveTo>
                  <a:lnTo>
                    <a:pt x="1032279" y="1052154"/>
                  </a:lnTo>
                  <a:lnTo>
                    <a:pt x="1011442" y="1040281"/>
                  </a:lnTo>
                  <a:close/>
                  <a:moveTo>
                    <a:pt x="1099730" y="857477"/>
                  </a:moveTo>
                  <a:lnTo>
                    <a:pt x="1133492" y="876799"/>
                  </a:lnTo>
                  <a:lnTo>
                    <a:pt x="1076091" y="837477"/>
                  </a:lnTo>
                  <a:close/>
                  <a:moveTo>
                    <a:pt x="1133492" y="876799"/>
                  </a:moveTo>
                  <a:lnTo>
                    <a:pt x="1145648" y="881653"/>
                  </a:lnTo>
                  <a:lnTo>
                    <a:pt x="1076091" y="837477"/>
                  </a:lnTo>
                  <a:close/>
                  <a:moveTo>
                    <a:pt x="1076091" y="837477"/>
                  </a:moveTo>
                  <a:lnTo>
                    <a:pt x="1145648" y="881653"/>
                  </a:lnTo>
                  <a:lnTo>
                    <a:pt x="1104523" y="849357"/>
                  </a:lnTo>
                  <a:close/>
                  <a:moveTo>
                    <a:pt x="1160934" y="911628"/>
                  </a:moveTo>
                  <a:lnTo>
                    <a:pt x="1145648" y="881653"/>
                  </a:lnTo>
                  <a:lnTo>
                    <a:pt x="1133492" y="876799"/>
                  </a:lnTo>
                  <a:close/>
                  <a:moveTo>
                    <a:pt x="1039516" y="829229"/>
                  </a:moveTo>
                  <a:lnTo>
                    <a:pt x="1076091" y="837477"/>
                  </a:lnTo>
                  <a:lnTo>
                    <a:pt x="1005357" y="794256"/>
                  </a:lnTo>
                  <a:close/>
                  <a:moveTo>
                    <a:pt x="958560" y="731577"/>
                  </a:moveTo>
                  <a:lnTo>
                    <a:pt x="1005357" y="794256"/>
                  </a:lnTo>
                  <a:lnTo>
                    <a:pt x="986903" y="746283"/>
                  </a:lnTo>
                  <a:close/>
                  <a:moveTo>
                    <a:pt x="919816" y="534161"/>
                  </a:moveTo>
                  <a:lnTo>
                    <a:pt x="951659" y="567580"/>
                  </a:lnTo>
                  <a:lnTo>
                    <a:pt x="972674" y="569856"/>
                  </a:lnTo>
                  <a:close/>
                  <a:moveTo>
                    <a:pt x="862651" y="495108"/>
                  </a:moveTo>
                  <a:lnTo>
                    <a:pt x="793863" y="540137"/>
                  </a:lnTo>
                  <a:lnTo>
                    <a:pt x="863893" y="519585"/>
                  </a:lnTo>
                  <a:close/>
                  <a:moveTo>
                    <a:pt x="829943" y="464507"/>
                  </a:moveTo>
                  <a:lnTo>
                    <a:pt x="793863" y="540137"/>
                  </a:lnTo>
                  <a:lnTo>
                    <a:pt x="862651" y="495108"/>
                  </a:lnTo>
                  <a:close/>
                  <a:moveTo>
                    <a:pt x="790476" y="478547"/>
                  </a:moveTo>
                  <a:lnTo>
                    <a:pt x="829943" y="464507"/>
                  </a:lnTo>
                  <a:lnTo>
                    <a:pt x="806208" y="458751"/>
                  </a:lnTo>
                  <a:close/>
                  <a:moveTo>
                    <a:pt x="789582" y="464507"/>
                  </a:moveTo>
                  <a:lnTo>
                    <a:pt x="790476" y="478547"/>
                  </a:lnTo>
                  <a:lnTo>
                    <a:pt x="806208" y="458751"/>
                  </a:lnTo>
                  <a:close/>
                  <a:moveTo>
                    <a:pt x="869631" y="521203"/>
                  </a:moveTo>
                  <a:lnTo>
                    <a:pt x="904174" y="515456"/>
                  </a:lnTo>
                  <a:lnTo>
                    <a:pt x="919816" y="534161"/>
                  </a:lnTo>
                  <a:close/>
                  <a:moveTo>
                    <a:pt x="861974" y="395660"/>
                  </a:moveTo>
                  <a:lnTo>
                    <a:pt x="829943" y="464507"/>
                  </a:lnTo>
                  <a:lnTo>
                    <a:pt x="857705" y="461874"/>
                  </a:lnTo>
                  <a:close/>
                  <a:moveTo>
                    <a:pt x="861974" y="395660"/>
                  </a:moveTo>
                  <a:lnTo>
                    <a:pt x="900923" y="388876"/>
                  </a:lnTo>
                  <a:lnTo>
                    <a:pt x="865777" y="371894"/>
                  </a:lnTo>
                  <a:close/>
                  <a:moveTo>
                    <a:pt x="765577" y="247819"/>
                  </a:moveTo>
                  <a:lnTo>
                    <a:pt x="734883" y="182730"/>
                  </a:lnTo>
                  <a:lnTo>
                    <a:pt x="718435" y="185419"/>
                  </a:lnTo>
                  <a:close/>
                  <a:moveTo>
                    <a:pt x="718435" y="185419"/>
                  </a:moveTo>
                  <a:lnTo>
                    <a:pt x="723593" y="189647"/>
                  </a:lnTo>
                  <a:lnTo>
                    <a:pt x="765577" y="247819"/>
                  </a:lnTo>
                  <a:close/>
                  <a:moveTo>
                    <a:pt x="723593" y="189647"/>
                  </a:moveTo>
                  <a:lnTo>
                    <a:pt x="718435" y="185419"/>
                  </a:lnTo>
                  <a:lnTo>
                    <a:pt x="718113" y="182730"/>
                  </a:lnTo>
                  <a:close/>
                  <a:moveTo>
                    <a:pt x="865777" y="371894"/>
                  </a:moveTo>
                  <a:lnTo>
                    <a:pt x="941417" y="345122"/>
                  </a:lnTo>
                  <a:lnTo>
                    <a:pt x="891224" y="332137"/>
                  </a:lnTo>
                  <a:close/>
                  <a:moveTo>
                    <a:pt x="749715" y="210173"/>
                  </a:moveTo>
                  <a:lnTo>
                    <a:pt x="723593" y="189647"/>
                  </a:lnTo>
                  <a:lnTo>
                    <a:pt x="718113" y="182730"/>
                  </a:lnTo>
                  <a:close/>
                  <a:moveTo>
                    <a:pt x="962599" y="289420"/>
                  </a:moveTo>
                  <a:lnTo>
                    <a:pt x="941417" y="345122"/>
                  </a:lnTo>
                  <a:lnTo>
                    <a:pt x="996503" y="299512"/>
                  </a:lnTo>
                  <a:close/>
                  <a:moveTo>
                    <a:pt x="996503" y="299512"/>
                  </a:moveTo>
                  <a:lnTo>
                    <a:pt x="973865" y="291765"/>
                  </a:lnTo>
                  <a:lnTo>
                    <a:pt x="963308" y="289152"/>
                  </a:lnTo>
                  <a:close/>
                  <a:moveTo>
                    <a:pt x="777820" y="82815"/>
                  </a:moveTo>
                  <a:lnTo>
                    <a:pt x="791657" y="55562"/>
                  </a:lnTo>
                  <a:lnTo>
                    <a:pt x="789867" y="39843"/>
                  </a:lnTo>
                  <a:close/>
                  <a:moveTo>
                    <a:pt x="777820" y="82815"/>
                  </a:moveTo>
                  <a:lnTo>
                    <a:pt x="789867" y="39843"/>
                  </a:lnTo>
                  <a:lnTo>
                    <a:pt x="728929" y="74698"/>
                  </a:lnTo>
                  <a:close/>
                  <a:moveTo>
                    <a:pt x="728929" y="74698"/>
                  </a:moveTo>
                  <a:lnTo>
                    <a:pt x="789867" y="39843"/>
                  </a:lnTo>
                  <a:lnTo>
                    <a:pt x="747209" y="36540"/>
                  </a:lnTo>
                  <a:close/>
                  <a:moveTo>
                    <a:pt x="747209" y="36540"/>
                  </a:moveTo>
                  <a:lnTo>
                    <a:pt x="789867" y="39843"/>
                  </a:lnTo>
                  <a:lnTo>
                    <a:pt x="761699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52" name="Output_density__4251">
              <a:extLst>
                <a:ext uri="{FF2B5EF4-FFF2-40B4-BE49-F238E27FC236}">
                  <a16:creationId xmlns:a16="http://schemas.microsoft.com/office/drawing/2014/main" id="{E080F269-9ECE-5A2F-0151-DB2E28DF9157}"/>
                </a:ext>
              </a:extLst>
            </p:cNvPr>
            <p:cNvSpPr>
              <a:spLocks noGrp="1"/>
            </p:cNvSpPr>
            <p:nvPr/>
          </p:nvSpPr>
          <p:spPr>
            <a:xfrm>
              <a:off x="15305677" y="2326677"/>
              <a:ext cx="1399457" cy="2221967"/>
            </a:xfrm>
            <a:custGeom>
              <a:avLst/>
              <a:gdLst/>
              <a:ahLst/>
              <a:cxnLst/>
              <a:rect l="0" t="0" r="0" b="0"/>
              <a:pathLst>
                <a:path w="1399457" h="2221967">
                  <a:moveTo>
                    <a:pt x="208190" y="2155144"/>
                  </a:moveTo>
                  <a:lnTo>
                    <a:pt x="184169" y="2179238"/>
                  </a:lnTo>
                  <a:lnTo>
                    <a:pt x="200759" y="2186889"/>
                  </a:lnTo>
                  <a:close/>
                  <a:moveTo>
                    <a:pt x="339661" y="2221967"/>
                  </a:moveTo>
                  <a:lnTo>
                    <a:pt x="297734" y="2199460"/>
                  </a:lnTo>
                  <a:lnTo>
                    <a:pt x="302652" y="2206680"/>
                  </a:lnTo>
                  <a:close/>
                  <a:moveTo>
                    <a:pt x="321626" y="2194314"/>
                  </a:moveTo>
                  <a:lnTo>
                    <a:pt x="297734" y="2199460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21626" y="2194314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39661" y="2221967"/>
                  </a:lnTo>
                  <a:lnTo>
                    <a:pt x="418312" y="2206453"/>
                  </a:lnTo>
                  <a:close/>
                  <a:moveTo>
                    <a:pt x="284662" y="2191011"/>
                  </a:moveTo>
                  <a:lnTo>
                    <a:pt x="297734" y="2199460"/>
                  </a:lnTo>
                  <a:lnTo>
                    <a:pt x="234064" y="2176511"/>
                  </a:lnTo>
                  <a:close/>
                  <a:moveTo>
                    <a:pt x="349121" y="1979789"/>
                  </a:moveTo>
                  <a:lnTo>
                    <a:pt x="360284" y="2029275"/>
                  </a:lnTo>
                  <a:lnTo>
                    <a:pt x="391472" y="2010981"/>
                  </a:lnTo>
                  <a:close/>
                  <a:moveTo>
                    <a:pt x="438289" y="2011344"/>
                  </a:moveTo>
                  <a:lnTo>
                    <a:pt x="417273" y="1972548"/>
                  </a:lnTo>
                  <a:lnTo>
                    <a:pt x="391472" y="2010981"/>
                  </a:lnTo>
                  <a:close/>
                  <a:moveTo>
                    <a:pt x="0" y="1285817"/>
                  </a:moveTo>
                  <a:lnTo>
                    <a:pt x="60056" y="1335680"/>
                  </a:lnTo>
                  <a:lnTo>
                    <a:pt x="37658" y="1317826"/>
                  </a:lnTo>
                  <a:close/>
                  <a:moveTo>
                    <a:pt x="95235" y="1332310"/>
                  </a:moveTo>
                  <a:lnTo>
                    <a:pt x="46157" y="1323489"/>
                  </a:lnTo>
                  <a:lnTo>
                    <a:pt x="37658" y="1317826"/>
                  </a:lnTo>
                  <a:close/>
                  <a:moveTo>
                    <a:pt x="467370" y="1761057"/>
                  </a:moveTo>
                  <a:lnTo>
                    <a:pt x="478348" y="1776991"/>
                  </a:lnTo>
                  <a:lnTo>
                    <a:pt x="481847" y="1724526"/>
                  </a:lnTo>
                  <a:close/>
                  <a:moveTo>
                    <a:pt x="105649" y="1300532"/>
                  </a:moveTo>
                  <a:lnTo>
                    <a:pt x="46157" y="1323489"/>
                  </a:lnTo>
                  <a:lnTo>
                    <a:pt x="95235" y="1332310"/>
                  </a:lnTo>
                  <a:close/>
                  <a:moveTo>
                    <a:pt x="105649" y="1300532"/>
                  </a:moveTo>
                  <a:lnTo>
                    <a:pt x="50965" y="1307007"/>
                  </a:lnTo>
                  <a:lnTo>
                    <a:pt x="46157" y="1323489"/>
                  </a:lnTo>
                  <a:close/>
                  <a:moveTo>
                    <a:pt x="115381" y="1272732"/>
                  </a:moveTo>
                  <a:lnTo>
                    <a:pt x="135859" y="1251211"/>
                  </a:lnTo>
                  <a:lnTo>
                    <a:pt x="139928" y="1237531"/>
                  </a:lnTo>
                  <a:close/>
                  <a:moveTo>
                    <a:pt x="115381" y="1272732"/>
                  </a:moveTo>
                  <a:lnTo>
                    <a:pt x="128037" y="1280270"/>
                  </a:lnTo>
                  <a:lnTo>
                    <a:pt x="135859" y="1251211"/>
                  </a:lnTo>
                  <a:close/>
                  <a:moveTo>
                    <a:pt x="105649" y="1300532"/>
                  </a:moveTo>
                  <a:lnTo>
                    <a:pt x="128037" y="1280270"/>
                  </a:lnTo>
                  <a:lnTo>
                    <a:pt x="115381" y="1272732"/>
                  </a:lnTo>
                  <a:close/>
                  <a:moveTo>
                    <a:pt x="113629" y="1313162"/>
                  </a:moveTo>
                  <a:lnTo>
                    <a:pt x="128037" y="1280270"/>
                  </a:lnTo>
                  <a:lnTo>
                    <a:pt x="105649" y="1300532"/>
                  </a:lnTo>
                  <a:close/>
                  <a:moveTo>
                    <a:pt x="9036" y="1184702"/>
                  </a:moveTo>
                  <a:lnTo>
                    <a:pt x="74917" y="1134458"/>
                  </a:lnTo>
                  <a:lnTo>
                    <a:pt x="80039" y="1140593"/>
                  </a:lnTo>
                  <a:close/>
                  <a:moveTo>
                    <a:pt x="80039" y="1140593"/>
                  </a:moveTo>
                  <a:lnTo>
                    <a:pt x="75264" y="1137006"/>
                  </a:lnTo>
                  <a:lnTo>
                    <a:pt x="9036" y="1184702"/>
                  </a:lnTo>
                  <a:close/>
                  <a:moveTo>
                    <a:pt x="80039" y="1140593"/>
                  </a:moveTo>
                  <a:lnTo>
                    <a:pt x="118797" y="1185995"/>
                  </a:lnTo>
                  <a:lnTo>
                    <a:pt x="75264" y="1137006"/>
                  </a:lnTo>
                  <a:close/>
                  <a:moveTo>
                    <a:pt x="74917" y="1134458"/>
                  </a:moveTo>
                  <a:lnTo>
                    <a:pt x="6486" y="1154939"/>
                  </a:lnTo>
                  <a:lnTo>
                    <a:pt x="78058" y="1133184"/>
                  </a:lnTo>
                  <a:close/>
                  <a:moveTo>
                    <a:pt x="106942" y="1173995"/>
                  </a:moveTo>
                  <a:lnTo>
                    <a:pt x="139928" y="1237531"/>
                  </a:lnTo>
                  <a:lnTo>
                    <a:pt x="118797" y="1185995"/>
                  </a:lnTo>
                  <a:close/>
                  <a:moveTo>
                    <a:pt x="106942" y="1173995"/>
                  </a:moveTo>
                  <a:lnTo>
                    <a:pt x="122321" y="1224235"/>
                  </a:lnTo>
                  <a:lnTo>
                    <a:pt x="139928" y="1237531"/>
                  </a:lnTo>
                  <a:close/>
                  <a:moveTo>
                    <a:pt x="58733" y="1112463"/>
                  </a:moveTo>
                  <a:lnTo>
                    <a:pt x="106942" y="1173995"/>
                  </a:lnTo>
                  <a:lnTo>
                    <a:pt x="74917" y="1134458"/>
                  </a:lnTo>
                  <a:close/>
                  <a:moveTo>
                    <a:pt x="58733" y="1112463"/>
                  </a:moveTo>
                  <a:lnTo>
                    <a:pt x="74917" y="1134458"/>
                  </a:lnTo>
                  <a:lnTo>
                    <a:pt x="59725" y="1104418"/>
                  </a:lnTo>
                  <a:close/>
                  <a:moveTo>
                    <a:pt x="59725" y="1104418"/>
                  </a:moveTo>
                  <a:lnTo>
                    <a:pt x="74917" y="1134458"/>
                  </a:lnTo>
                  <a:lnTo>
                    <a:pt x="78058" y="1133184"/>
                  </a:lnTo>
                  <a:close/>
                  <a:moveTo>
                    <a:pt x="59725" y="1104418"/>
                  </a:moveTo>
                  <a:lnTo>
                    <a:pt x="78058" y="1133184"/>
                  </a:lnTo>
                  <a:lnTo>
                    <a:pt x="98221" y="1073672"/>
                  </a:lnTo>
                  <a:close/>
                  <a:moveTo>
                    <a:pt x="445083" y="1402718"/>
                  </a:moveTo>
                  <a:lnTo>
                    <a:pt x="414700" y="1452179"/>
                  </a:lnTo>
                  <a:lnTo>
                    <a:pt x="450566" y="1461003"/>
                  </a:lnTo>
                  <a:close/>
                  <a:moveTo>
                    <a:pt x="450566" y="1461003"/>
                  </a:moveTo>
                  <a:lnTo>
                    <a:pt x="465089" y="1471120"/>
                  </a:lnTo>
                  <a:lnTo>
                    <a:pt x="445083" y="1402718"/>
                  </a:lnTo>
                  <a:close/>
                  <a:moveTo>
                    <a:pt x="173771" y="1094903"/>
                  </a:moveTo>
                  <a:lnTo>
                    <a:pt x="162421" y="1086270"/>
                  </a:lnTo>
                  <a:lnTo>
                    <a:pt x="145574" y="1076041"/>
                  </a:lnTo>
                  <a:close/>
                  <a:moveTo>
                    <a:pt x="492002" y="1319859"/>
                  </a:moveTo>
                  <a:lnTo>
                    <a:pt x="507909" y="1389624"/>
                  </a:lnTo>
                  <a:lnTo>
                    <a:pt x="519573" y="1331178"/>
                  </a:lnTo>
                  <a:close/>
                  <a:moveTo>
                    <a:pt x="519573" y="1331178"/>
                  </a:moveTo>
                  <a:lnTo>
                    <a:pt x="507909" y="1389624"/>
                  </a:lnTo>
                  <a:lnTo>
                    <a:pt x="566234" y="1330958"/>
                  </a:lnTo>
                  <a:close/>
                  <a:moveTo>
                    <a:pt x="310054" y="1122816"/>
                  </a:moveTo>
                  <a:lnTo>
                    <a:pt x="309978" y="1185620"/>
                  </a:lnTo>
                  <a:lnTo>
                    <a:pt x="358208" y="1121650"/>
                  </a:lnTo>
                  <a:close/>
                  <a:moveTo>
                    <a:pt x="358208" y="1121650"/>
                  </a:moveTo>
                  <a:lnTo>
                    <a:pt x="329123" y="1103372"/>
                  </a:lnTo>
                  <a:lnTo>
                    <a:pt x="301582" y="1066960"/>
                  </a:lnTo>
                  <a:close/>
                  <a:moveTo>
                    <a:pt x="826954" y="1646816"/>
                  </a:moveTo>
                  <a:lnTo>
                    <a:pt x="814429" y="1668814"/>
                  </a:lnTo>
                  <a:lnTo>
                    <a:pt x="844281" y="1671823"/>
                  </a:lnTo>
                  <a:close/>
                  <a:moveTo>
                    <a:pt x="457014" y="1137057"/>
                  </a:moveTo>
                  <a:lnTo>
                    <a:pt x="415131" y="1113354"/>
                  </a:lnTo>
                  <a:lnTo>
                    <a:pt x="471269" y="1150578"/>
                  </a:lnTo>
                  <a:close/>
                  <a:moveTo>
                    <a:pt x="333545" y="935009"/>
                  </a:moveTo>
                  <a:lnTo>
                    <a:pt x="331498" y="955135"/>
                  </a:lnTo>
                  <a:lnTo>
                    <a:pt x="361628" y="955103"/>
                  </a:lnTo>
                  <a:close/>
                  <a:moveTo>
                    <a:pt x="1048990" y="1778267"/>
                  </a:moveTo>
                  <a:lnTo>
                    <a:pt x="1087591" y="1811131"/>
                  </a:lnTo>
                  <a:lnTo>
                    <a:pt x="1128196" y="1764826"/>
                  </a:lnTo>
                  <a:close/>
                  <a:moveTo>
                    <a:pt x="574059" y="1185598"/>
                  </a:moveTo>
                  <a:lnTo>
                    <a:pt x="603768" y="1224188"/>
                  </a:lnTo>
                  <a:lnTo>
                    <a:pt x="617939" y="1244229"/>
                  </a:lnTo>
                  <a:close/>
                  <a:moveTo>
                    <a:pt x="1128196" y="1764826"/>
                  </a:moveTo>
                  <a:lnTo>
                    <a:pt x="1127894" y="1729370"/>
                  </a:lnTo>
                  <a:lnTo>
                    <a:pt x="1107980" y="1787037"/>
                  </a:lnTo>
                  <a:close/>
                  <a:moveTo>
                    <a:pt x="1127894" y="1729370"/>
                  </a:moveTo>
                  <a:lnTo>
                    <a:pt x="1128196" y="1764826"/>
                  </a:lnTo>
                  <a:lnTo>
                    <a:pt x="1142411" y="1735501"/>
                  </a:lnTo>
                  <a:close/>
                  <a:moveTo>
                    <a:pt x="1106404" y="1711407"/>
                  </a:moveTo>
                  <a:lnTo>
                    <a:pt x="1127894" y="1729370"/>
                  </a:lnTo>
                  <a:lnTo>
                    <a:pt x="1079721" y="1667808"/>
                  </a:lnTo>
                  <a:close/>
                  <a:moveTo>
                    <a:pt x="1079721" y="1667808"/>
                  </a:moveTo>
                  <a:lnTo>
                    <a:pt x="1127894" y="1729370"/>
                  </a:lnTo>
                  <a:lnTo>
                    <a:pt x="1093252" y="1683964"/>
                  </a:lnTo>
                  <a:close/>
                  <a:moveTo>
                    <a:pt x="1079386" y="1622113"/>
                  </a:moveTo>
                  <a:lnTo>
                    <a:pt x="1064287" y="1617613"/>
                  </a:lnTo>
                  <a:lnTo>
                    <a:pt x="1132473" y="1645918"/>
                  </a:lnTo>
                  <a:close/>
                  <a:moveTo>
                    <a:pt x="523305" y="1013988"/>
                  </a:moveTo>
                  <a:lnTo>
                    <a:pt x="587828" y="1006995"/>
                  </a:lnTo>
                  <a:lnTo>
                    <a:pt x="575732" y="1041431"/>
                  </a:lnTo>
                  <a:close/>
                  <a:moveTo>
                    <a:pt x="523305" y="1013988"/>
                  </a:moveTo>
                  <a:lnTo>
                    <a:pt x="575732" y="1041431"/>
                  </a:lnTo>
                  <a:lnTo>
                    <a:pt x="555933" y="1065525"/>
                  </a:lnTo>
                  <a:close/>
                  <a:moveTo>
                    <a:pt x="572983" y="998244"/>
                  </a:moveTo>
                  <a:lnTo>
                    <a:pt x="628741" y="1041431"/>
                  </a:lnTo>
                  <a:lnTo>
                    <a:pt x="587828" y="1006995"/>
                  </a:lnTo>
                  <a:close/>
                  <a:moveTo>
                    <a:pt x="1132473" y="1645918"/>
                  </a:moveTo>
                  <a:lnTo>
                    <a:pt x="1161560" y="1619768"/>
                  </a:lnTo>
                  <a:lnTo>
                    <a:pt x="1079386" y="1622113"/>
                  </a:lnTo>
                  <a:close/>
                  <a:moveTo>
                    <a:pt x="1004624" y="1502650"/>
                  </a:moveTo>
                  <a:lnTo>
                    <a:pt x="1085412" y="1537696"/>
                  </a:lnTo>
                  <a:lnTo>
                    <a:pt x="1073964" y="1532703"/>
                  </a:lnTo>
                  <a:close/>
                  <a:moveTo>
                    <a:pt x="1055210" y="1531721"/>
                  </a:moveTo>
                  <a:lnTo>
                    <a:pt x="1085412" y="1537696"/>
                  </a:lnTo>
                  <a:lnTo>
                    <a:pt x="1010973" y="1505261"/>
                  </a:lnTo>
                  <a:close/>
                  <a:moveTo>
                    <a:pt x="628741" y="1041431"/>
                  </a:moveTo>
                  <a:lnTo>
                    <a:pt x="648092" y="1057636"/>
                  </a:lnTo>
                  <a:lnTo>
                    <a:pt x="650979" y="1035560"/>
                  </a:lnTo>
                  <a:close/>
                  <a:moveTo>
                    <a:pt x="628741" y="1041431"/>
                  </a:moveTo>
                  <a:lnTo>
                    <a:pt x="650979" y="1035560"/>
                  </a:lnTo>
                  <a:lnTo>
                    <a:pt x="587828" y="1006995"/>
                  </a:lnTo>
                  <a:close/>
                  <a:moveTo>
                    <a:pt x="691331" y="1040737"/>
                  </a:moveTo>
                  <a:lnTo>
                    <a:pt x="650979" y="1035560"/>
                  </a:lnTo>
                  <a:lnTo>
                    <a:pt x="648092" y="1057636"/>
                  </a:lnTo>
                  <a:close/>
                  <a:moveTo>
                    <a:pt x="702385" y="969007"/>
                  </a:moveTo>
                  <a:lnTo>
                    <a:pt x="650979" y="1035560"/>
                  </a:lnTo>
                  <a:lnTo>
                    <a:pt x="691331" y="1040737"/>
                  </a:lnTo>
                  <a:close/>
                  <a:moveTo>
                    <a:pt x="334673" y="553508"/>
                  </a:moveTo>
                  <a:lnTo>
                    <a:pt x="318259" y="562930"/>
                  </a:lnTo>
                  <a:lnTo>
                    <a:pt x="356321" y="558497"/>
                  </a:lnTo>
                  <a:close/>
                  <a:moveTo>
                    <a:pt x="334673" y="553508"/>
                  </a:moveTo>
                  <a:lnTo>
                    <a:pt x="356321" y="558497"/>
                  </a:lnTo>
                  <a:lnTo>
                    <a:pt x="359439" y="542216"/>
                  </a:lnTo>
                  <a:close/>
                  <a:moveTo>
                    <a:pt x="159417" y="353659"/>
                  </a:moveTo>
                  <a:lnTo>
                    <a:pt x="161804" y="414461"/>
                  </a:lnTo>
                  <a:lnTo>
                    <a:pt x="203938" y="355447"/>
                  </a:lnTo>
                  <a:close/>
                  <a:moveTo>
                    <a:pt x="112402" y="353899"/>
                  </a:moveTo>
                  <a:lnTo>
                    <a:pt x="161804" y="414461"/>
                  </a:lnTo>
                  <a:lnTo>
                    <a:pt x="159417" y="353659"/>
                  </a:lnTo>
                  <a:close/>
                  <a:moveTo>
                    <a:pt x="1299817" y="1611682"/>
                  </a:moveTo>
                  <a:lnTo>
                    <a:pt x="1307872" y="1642774"/>
                  </a:lnTo>
                  <a:lnTo>
                    <a:pt x="1344957" y="1646530"/>
                  </a:lnTo>
                  <a:close/>
                  <a:moveTo>
                    <a:pt x="1195344" y="1571405"/>
                  </a:moveTo>
                  <a:lnTo>
                    <a:pt x="1211457" y="1511188"/>
                  </a:lnTo>
                  <a:lnTo>
                    <a:pt x="1177165" y="1584240"/>
                  </a:lnTo>
                  <a:close/>
                  <a:moveTo>
                    <a:pt x="1216638" y="1516122"/>
                  </a:moveTo>
                  <a:lnTo>
                    <a:pt x="1208282" y="1576512"/>
                  </a:lnTo>
                  <a:lnTo>
                    <a:pt x="1177165" y="1584240"/>
                  </a:lnTo>
                  <a:close/>
                  <a:moveTo>
                    <a:pt x="1208282" y="1576512"/>
                  </a:moveTo>
                  <a:lnTo>
                    <a:pt x="1216638" y="1516122"/>
                  </a:lnTo>
                  <a:lnTo>
                    <a:pt x="1240302" y="1584240"/>
                  </a:lnTo>
                  <a:close/>
                  <a:moveTo>
                    <a:pt x="1211457" y="1511188"/>
                  </a:moveTo>
                  <a:lnTo>
                    <a:pt x="1195344" y="1571405"/>
                  </a:lnTo>
                  <a:lnTo>
                    <a:pt x="1240302" y="1584240"/>
                  </a:lnTo>
                  <a:close/>
                  <a:moveTo>
                    <a:pt x="978657" y="1285280"/>
                  </a:moveTo>
                  <a:lnTo>
                    <a:pt x="931380" y="1273243"/>
                  </a:lnTo>
                  <a:lnTo>
                    <a:pt x="937145" y="1275020"/>
                  </a:lnTo>
                  <a:close/>
                  <a:moveTo>
                    <a:pt x="964198" y="1270996"/>
                  </a:moveTo>
                  <a:lnTo>
                    <a:pt x="931380" y="1273243"/>
                  </a:lnTo>
                  <a:lnTo>
                    <a:pt x="978657" y="1285280"/>
                  </a:lnTo>
                  <a:close/>
                  <a:moveTo>
                    <a:pt x="320035" y="550015"/>
                  </a:moveTo>
                  <a:lnTo>
                    <a:pt x="318259" y="562930"/>
                  </a:lnTo>
                  <a:lnTo>
                    <a:pt x="334673" y="553508"/>
                  </a:lnTo>
                  <a:close/>
                  <a:moveTo>
                    <a:pt x="320035" y="550015"/>
                  </a:moveTo>
                  <a:lnTo>
                    <a:pt x="334673" y="553508"/>
                  </a:lnTo>
                  <a:lnTo>
                    <a:pt x="336989" y="498057"/>
                  </a:lnTo>
                  <a:close/>
                  <a:moveTo>
                    <a:pt x="336989" y="498057"/>
                  </a:moveTo>
                  <a:lnTo>
                    <a:pt x="359439" y="542216"/>
                  </a:lnTo>
                  <a:lnTo>
                    <a:pt x="383867" y="498651"/>
                  </a:lnTo>
                  <a:close/>
                  <a:moveTo>
                    <a:pt x="383867" y="498651"/>
                  </a:moveTo>
                  <a:lnTo>
                    <a:pt x="414154" y="486720"/>
                  </a:lnTo>
                  <a:lnTo>
                    <a:pt x="404814" y="477877"/>
                  </a:lnTo>
                  <a:close/>
                  <a:moveTo>
                    <a:pt x="359439" y="542216"/>
                  </a:moveTo>
                  <a:lnTo>
                    <a:pt x="406984" y="545302"/>
                  </a:lnTo>
                  <a:lnTo>
                    <a:pt x="383867" y="498651"/>
                  </a:lnTo>
                  <a:close/>
                  <a:moveTo>
                    <a:pt x="404814" y="477877"/>
                  </a:moveTo>
                  <a:lnTo>
                    <a:pt x="414154" y="486720"/>
                  </a:lnTo>
                  <a:lnTo>
                    <a:pt x="417958" y="451433"/>
                  </a:lnTo>
                  <a:close/>
                  <a:moveTo>
                    <a:pt x="277709" y="323267"/>
                  </a:moveTo>
                  <a:lnTo>
                    <a:pt x="263631" y="358684"/>
                  </a:lnTo>
                  <a:lnTo>
                    <a:pt x="292073" y="330125"/>
                  </a:lnTo>
                  <a:close/>
                  <a:moveTo>
                    <a:pt x="1344957" y="1646530"/>
                  </a:moveTo>
                  <a:lnTo>
                    <a:pt x="1373785" y="1663219"/>
                  </a:lnTo>
                  <a:lnTo>
                    <a:pt x="1374233" y="1621088"/>
                  </a:lnTo>
                  <a:close/>
                  <a:moveTo>
                    <a:pt x="1374233" y="1621088"/>
                  </a:moveTo>
                  <a:lnTo>
                    <a:pt x="1373785" y="1663219"/>
                  </a:lnTo>
                  <a:lnTo>
                    <a:pt x="1399457" y="1597779"/>
                  </a:lnTo>
                  <a:close/>
                  <a:moveTo>
                    <a:pt x="1344957" y="1646530"/>
                  </a:moveTo>
                  <a:lnTo>
                    <a:pt x="1312415" y="1592579"/>
                  </a:lnTo>
                  <a:lnTo>
                    <a:pt x="1299817" y="1611682"/>
                  </a:lnTo>
                  <a:close/>
                  <a:moveTo>
                    <a:pt x="1054446" y="1259067"/>
                  </a:moveTo>
                  <a:lnTo>
                    <a:pt x="1110206" y="1292866"/>
                  </a:lnTo>
                  <a:lnTo>
                    <a:pt x="1084049" y="1226832"/>
                  </a:lnTo>
                  <a:close/>
                  <a:moveTo>
                    <a:pt x="1063075" y="1242141"/>
                  </a:moveTo>
                  <a:lnTo>
                    <a:pt x="1099836" y="1187494"/>
                  </a:lnTo>
                  <a:lnTo>
                    <a:pt x="1065893" y="1177107"/>
                  </a:lnTo>
                  <a:close/>
                  <a:moveTo>
                    <a:pt x="1063075" y="1242141"/>
                  </a:moveTo>
                  <a:lnTo>
                    <a:pt x="1065893" y="1177107"/>
                  </a:lnTo>
                  <a:lnTo>
                    <a:pt x="1079898" y="1226832"/>
                  </a:lnTo>
                  <a:close/>
                  <a:moveTo>
                    <a:pt x="870674" y="1096004"/>
                  </a:moveTo>
                  <a:lnTo>
                    <a:pt x="915452" y="1088743"/>
                  </a:lnTo>
                  <a:lnTo>
                    <a:pt x="942408" y="1054628"/>
                  </a:lnTo>
                  <a:close/>
                  <a:moveTo>
                    <a:pt x="894345" y="1049605"/>
                  </a:moveTo>
                  <a:lnTo>
                    <a:pt x="870674" y="1096004"/>
                  </a:lnTo>
                  <a:lnTo>
                    <a:pt x="942408" y="1054628"/>
                  </a:lnTo>
                  <a:close/>
                  <a:moveTo>
                    <a:pt x="942408" y="1054628"/>
                  </a:moveTo>
                  <a:lnTo>
                    <a:pt x="915452" y="1088743"/>
                  </a:lnTo>
                  <a:lnTo>
                    <a:pt x="989777" y="1057058"/>
                  </a:lnTo>
                  <a:close/>
                  <a:moveTo>
                    <a:pt x="400865" y="427303"/>
                  </a:moveTo>
                  <a:lnTo>
                    <a:pt x="417958" y="451433"/>
                  </a:lnTo>
                  <a:lnTo>
                    <a:pt x="447736" y="427868"/>
                  </a:lnTo>
                  <a:close/>
                  <a:moveTo>
                    <a:pt x="292073" y="330125"/>
                  </a:moveTo>
                  <a:lnTo>
                    <a:pt x="301015" y="299174"/>
                  </a:lnTo>
                  <a:lnTo>
                    <a:pt x="277709" y="323267"/>
                  </a:lnTo>
                  <a:close/>
                  <a:moveTo>
                    <a:pt x="325738" y="321095"/>
                  </a:moveTo>
                  <a:lnTo>
                    <a:pt x="301015" y="299174"/>
                  </a:lnTo>
                  <a:lnTo>
                    <a:pt x="292073" y="330125"/>
                  </a:lnTo>
                  <a:close/>
                  <a:moveTo>
                    <a:pt x="1008112" y="1072222"/>
                  </a:moveTo>
                  <a:lnTo>
                    <a:pt x="1045877" y="1092128"/>
                  </a:lnTo>
                  <a:lnTo>
                    <a:pt x="1064459" y="1099665"/>
                  </a:lnTo>
                  <a:close/>
                  <a:moveTo>
                    <a:pt x="618239" y="246520"/>
                  </a:moveTo>
                  <a:lnTo>
                    <a:pt x="574472" y="244119"/>
                  </a:lnTo>
                  <a:lnTo>
                    <a:pt x="568509" y="260264"/>
                  </a:lnTo>
                  <a:close/>
                  <a:moveTo>
                    <a:pt x="1169163" y="821237"/>
                  </a:moveTo>
                  <a:lnTo>
                    <a:pt x="1144712" y="774554"/>
                  </a:lnTo>
                  <a:lnTo>
                    <a:pt x="1159997" y="804529"/>
                  </a:lnTo>
                  <a:close/>
                  <a:moveTo>
                    <a:pt x="1152841" y="793794"/>
                  </a:moveTo>
                  <a:lnTo>
                    <a:pt x="1144712" y="774554"/>
                  </a:lnTo>
                  <a:lnTo>
                    <a:pt x="1169163" y="821237"/>
                  </a:lnTo>
                  <a:close/>
                  <a:moveTo>
                    <a:pt x="929545" y="466938"/>
                  </a:moveTo>
                  <a:lnTo>
                    <a:pt x="971738" y="462757"/>
                  </a:lnTo>
                  <a:lnTo>
                    <a:pt x="950723" y="460481"/>
                  </a:lnTo>
                  <a:close/>
                  <a:moveTo>
                    <a:pt x="789844" y="433038"/>
                  </a:moveTo>
                  <a:lnTo>
                    <a:pt x="789540" y="371448"/>
                  </a:lnTo>
                  <a:lnTo>
                    <a:pt x="788646" y="357408"/>
                  </a:lnTo>
                  <a:close/>
                  <a:moveTo>
                    <a:pt x="788646" y="357408"/>
                  </a:moveTo>
                  <a:lnTo>
                    <a:pt x="809931" y="369072"/>
                  </a:lnTo>
                  <a:lnTo>
                    <a:pt x="789844" y="433038"/>
                  </a:lnTo>
                  <a:close/>
                  <a:moveTo>
                    <a:pt x="829006" y="357408"/>
                  </a:moveTo>
                  <a:lnTo>
                    <a:pt x="789540" y="371448"/>
                  </a:lnTo>
                  <a:lnTo>
                    <a:pt x="788033" y="422099"/>
                  </a:lnTo>
                  <a:close/>
                  <a:moveTo>
                    <a:pt x="937547" y="452572"/>
                  </a:moveTo>
                  <a:lnTo>
                    <a:pt x="929545" y="466938"/>
                  </a:lnTo>
                  <a:lnTo>
                    <a:pt x="950723" y="460481"/>
                  </a:lnTo>
                  <a:close/>
                  <a:moveTo>
                    <a:pt x="937547" y="452572"/>
                  </a:moveTo>
                  <a:lnTo>
                    <a:pt x="950723" y="460481"/>
                  </a:lnTo>
                  <a:lnTo>
                    <a:pt x="918880" y="427062"/>
                  </a:lnTo>
                  <a:close/>
                  <a:moveTo>
                    <a:pt x="805271" y="351652"/>
                  </a:moveTo>
                  <a:lnTo>
                    <a:pt x="829006" y="357408"/>
                  </a:lnTo>
                  <a:lnTo>
                    <a:pt x="826214" y="295054"/>
                  </a:lnTo>
                  <a:close/>
                  <a:moveTo>
                    <a:pt x="826214" y="295054"/>
                  </a:moveTo>
                  <a:lnTo>
                    <a:pt x="829006" y="357408"/>
                  </a:lnTo>
                  <a:lnTo>
                    <a:pt x="861038" y="288561"/>
                  </a:lnTo>
                  <a:close/>
                  <a:moveTo>
                    <a:pt x="840511" y="281777"/>
                  </a:moveTo>
                  <a:lnTo>
                    <a:pt x="861038" y="288561"/>
                  </a:lnTo>
                  <a:lnTo>
                    <a:pt x="864841" y="264795"/>
                  </a:lnTo>
                  <a:close/>
                  <a:moveTo>
                    <a:pt x="722657" y="82548"/>
                  </a:moveTo>
                  <a:lnTo>
                    <a:pt x="755142" y="127167"/>
                  </a:lnTo>
                  <a:lnTo>
                    <a:pt x="764641" y="140720"/>
                  </a:lnTo>
                  <a:close/>
                  <a:moveTo>
                    <a:pt x="1019100" y="309220"/>
                  </a:moveTo>
                  <a:lnTo>
                    <a:pt x="1012454" y="366912"/>
                  </a:lnTo>
                  <a:lnTo>
                    <a:pt x="1012203" y="331506"/>
                  </a:lnTo>
                  <a:close/>
                  <a:moveTo>
                    <a:pt x="982479" y="355270"/>
                  </a:moveTo>
                  <a:lnTo>
                    <a:pt x="1031176" y="362667"/>
                  </a:lnTo>
                  <a:lnTo>
                    <a:pt x="1019100" y="309220"/>
                  </a:lnTo>
                  <a:close/>
                  <a:moveTo>
                    <a:pt x="840511" y="281777"/>
                  </a:moveTo>
                  <a:lnTo>
                    <a:pt x="864841" y="264795"/>
                  </a:lnTo>
                  <a:lnTo>
                    <a:pt x="890287" y="225038"/>
                  </a:lnTo>
                  <a:close/>
                  <a:moveTo>
                    <a:pt x="755142" y="127167"/>
                  </a:moveTo>
                  <a:lnTo>
                    <a:pt x="722657" y="82548"/>
                  </a:lnTo>
                  <a:lnTo>
                    <a:pt x="754048" y="111350"/>
                  </a:lnTo>
                  <a:close/>
                  <a:moveTo>
                    <a:pt x="717177" y="75631"/>
                  </a:moveTo>
                  <a:lnTo>
                    <a:pt x="712065" y="19995"/>
                  </a:lnTo>
                  <a:lnTo>
                    <a:pt x="707766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3" name="Output_density__4252">
              <a:extLst>
                <a:ext uri="{FF2B5EF4-FFF2-40B4-BE49-F238E27FC236}">
                  <a16:creationId xmlns:a16="http://schemas.microsoft.com/office/drawing/2014/main" id="{FB855017-300A-5BEF-84A5-42118A44A675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4786"/>
              <a:ext cx="1433243" cy="2311351"/>
            </a:xfrm>
            <a:custGeom>
              <a:avLst/>
              <a:gdLst/>
              <a:ahLst/>
              <a:cxnLst/>
              <a:rect l="0" t="0" r="0" b="0"/>
              <a:pathLst>
                <a:path w="1433243" h="2311351">
                  <a:moveTo>
                    <a:pt x="182855" y="2239592"/>
                  </a:moveTo>
                  <a:lnTo>
                    <a:pt x="206538" y="2291129"/>
                  </a:lnTo>
                  <a:lnTo>
                    <a:pt x="230558" y="2267035"/>
                  </a:lnTo>
                  <a:close/>
                  <a:moveTo>
                    <a:pt x="293636" y="2242941"/>
                  </a:moveTo>
                  <a:lnTo>
                    <a:pt x="320102" y="2311351"/>
                  </a:lnTo>
                  <a:lnTo>
                    <a:pt x="324026" y="2294477"/>
                  </a:lnTo>
                  <a:close/>
                  <a:moveTo>
                    <a:pt x="256432" y="2288402"/>
                  </a:moveTo>
                  <a:lnTo>
                    <a:pt x="320102" y="2311351"/>
                  </a:lnTo>
                  <a:lnTo>
                    <a:pt x="293636" y="2242941"/>
                  </a:lnTo>
                  <a:close/>
                  <a:moveTo>
                    <a:pt x="268388" y="2252669"/>
                  </a:moveTo>
                  <a:lnTo>
                    <a:pt x="293636" y="2242941"/>
                  </a:lnTo>
                  <a:lnTo>
                    <a:pt x="291715" y="2245641"/>
                  </a:lnTo>
                  <a:close/>
                  <a:moveTo>
                    <a:pt x="244204" y="2209586"/>
                  </a:moveTo>
                  <a:lnTo>
                    <a:pt x="268388" y="2252669"/>
                  </a:lnTo>
                  <a:lnTo>
                    <a:pt x="291715" y="2245641"/>
                  </a:lnTo>
                  <a:close/>
                  <a:moveTo>
                    <a:pt x="353150" y="2284484"/>
                  </a:moveTo>
                  <a:lnTo>
                    <a:pt x="409398" y="2276737"/>
                  </a:lnTo>
                  <a:lnTo>
                    <a:pt x="388961" y="2230609"/>
                  </a:lnTo>
                  <a:close/>
                  <a:moveTo>
                    <a:pt x="353150" y="2284484"/>
                  </a:moveTo>
                  <a:lnTo>
                    <a:pt x="388961" y="2230609"/>
                  </a:lnTo>
                  <a:lnTo>
                    <a:pt x="351142" y="2223373"/>
                  </a:lnTo>
                  <a:close/>
                  <a:moveTo>
                    <a:pt x="351142" y="2223373"/>
                  </a:moveTo>
                  <a:lnTo>
                    <a:pt x="388961" y="2230609"/>
                  </a:lnTo>
                  <a:lnTo>
                    <a:pt x="316745" y="2188594"/>
                  </a:lnTo>
                  <a:close/>
                  <a:moveTo>
                    <a:pt x="299170" y="2138616"/>
                  </a:moveTo>
                  <a:lnTo>
                    <a:pt x="327310" y="2108926"/>
                  </a:lnTo>
                  <a:lnTo>
                    <a:pt x="245780" y="2113674"/>
                  </a:lnTo>
                  <a:close/>
                  <a:moveTo>
                    <a:pt x="338097" y="1861440"/>
                  </a:moveTo>
                  <a:lnTo>
                    <a:pt x="365629" y="1873121"/>
                  </a:lnTo>
                  <a:lnTo>
                    <a:pt x="338292" y="1937070"/>
                  </a:lnTo>
                  <a:close/>
                  <a:moveTo>
                    <a:pt x="365629" y="1873121"/>
                  </a:moveTo>
                  <a:lnTo>
                    <a:pt x="338097" y="1861440"/>
                  </a:lnTo>
                  <a:lnTo>
                    <a:pt x="316988" y="1811940"/>
                  </a:lnTo>
                  <a:close/>
                  <a:moveTo>
                    <a:pt x="427138" y="1823114"/>
                  </a:moveTo>
                  <a:lnTo>
                    <a:pt x="470243" y="1826054"/>
                  </a:lnTo>
                  <a:lnTo>
                    <a:pt x="469266" y="1764104"/>
                  </a:lnTo>
                  <a:close/>
                  <a:moveTo>
                    <a:pt x="470243" y="1826054"/>
                  </a:moveTo>
                  <a:lnTo>
                    <a:pt x="517364" y="1762984"/>
                  </a:lnTo>
                  <a:lnTo>
                    <a:pt x="469266" y="1764104"/>
                  </a:lnTo>
                  <a:close/>
                  <a:moveTo>
                    <a:pt x="30003" y="1246349"/>
                  </a:moveTo>
                  <a:lnTo>
                    <a:pt x="28854" y="1266830"/>
                  </a:lnTo>
                  <a:lnTo>
                    <a:pt x="33085" y="1321980"/>
                  </a:lnTo>
                  <a:close/>
                  <a:moveTo>
                    <a:pt x="30003" y="1246349"/>
                  </a:moveTo>
                  <a:lnTo>
                    <a:pt x="21432" y="1259308"/>
                  </a:lnTo>
                  <a:lnTo>
                    <a:pt x="28854" y="1266830"/>
                  </a:lnTo>
                  <a:close/>
                  <a:moveTo>
                    <a:pt x="0" y="1218906"/>
                  </a:moveTo>
                  <a:lnTo>
                    <a:pt x="21432" y="1259308"/>
                  </a:lnTo>
                  <a:lnTo>
                    <a:pt x="30003" y="1246349"/>
                  </a:lnTo>
                  <a:close/>
                  <a:moveTo>
                    <a:pt x="228190" y="1281463"/>
                  </a:moveTo>
                  <a:lnTo>
                    <a:pt x="250101" y="1320433"/>
                  </a:lnTo>
                  <a:lnTo>
                    <a:pt x="232292" y="1273792"/>
                  </a:lnTo>
                  <a:close/>
                  <a:moveTo>
                    <a:pt x="250101" y="1320433"/>
                  </a:moveTo>
                  <a:lnTo>
                    <a:pt x="228190" y="1281463"/>
                  </a:lnTo>
                  <a:lnTo>
                    <a:pt x="252044" y="1325328"/>
                  </a:lnTo>
                  <a:close/>
                  <a:moveTo>
                    <a:pt x="684164" y="1816600"/>
                  </a:moveTo>
                  <a:lnTo>
                    <a:pt x="627690" y="1840694"/>
                  </a:lnTo>
                  <a:lnTo>
                    <a:pt x="682609" y="1889447"/>
                  </a:lnTo>
                  <a:close/>
                  <a:moveTo>
                    <a:pt x="467451" y="1514609"/>
                  </a:moveTo>
                  <a:lnTo>
                    <a:pt x="526108" y="1518773"/>
                  </a:lnTo>
                  <a:lnTo>
                    <a:pt x="505161" y="1507381"/>
                  </a:lnTo>
                  <a:close/>
                  <a:moveTo>
                    <a:pt x="438678" y="1501458"/>
                  </a:moveTo>
                  <a:lnTo>
                    <a:pt x="460217" y="1507381"/>
                  </a:lnTo>
                  <a:lnTo>
                    <a:pt x="467451" y="1514609"/>
                  </a:lnTo>
                  <a:close/>
                  <a:moveTo>
                    <a:pt x="250101" y="1320433"/>
                  </a:moveTo>
                  <a:lnTo>
                    <a:pt x="252044" y="1325328"/>
                  </a:lnTo>
                  <a:lnTo>
                    <a:pt x="251876" y="1324949"/>
                  </a:lnTo>
                  <a:close/>
                  <a:moveTo>
                    <a:pt x="247208" y="1301234"/>
                  </a:moveTo>
                  <a:lnTo>
                    <a:pt x="250101" y="1320433"/>
                  </a:lnTo>
                  <a:lnTo>
                    <a:pt x="251876" y="1324949"/>
                  </a:lnTo>
                  <a:close/>
                  <a:moveTo>
                    <a:pt x="232292" y="1273792"/>
                  </a:moveTo>
                  <a:lnTo>
                    <a:pt x="250101" y="1320433"/>
                  </a:lnTo>
                  <a:lnTo>
                    <a:pt x="247208" y="1301234"/>
                  </a:lnTo>
                  <a:close/>
                  <a:moveTo>
                    <a:pt x="221834" y="1249698"/>
                  </a:moveTo>
                  <a:lnTo>
                    <a:pt x="218816" y="1222255"/>
                  </a:lnTo>
                  <a:lnTo>
                    <a:pt x="232292" y="1273792"/>
                  </a:lnTo>
                  <a:close/>
                  <a:moveTo>
                    <a:pt x="694151" y="1757967"/>
                  </a:moveTo>
                  <a:lnTo>
                    <a:pt x="729526" y="1755287"/>
                  </a:lnTo>
                  <a:lnTo>
                    <a:pt x="674710" y="1725017"/>
                  </a:lnTo>
                  <a:close/>
                  <a:moveTo>
                    <a:pt x="776792" y="1740970"/>
                  </a:moveTo>
                  <a:lnTo>
                    <a:pt x="748034" y="1814886"/>
                  </a:lnTo>
                  <a:lnTo>
                    <a:pt x="768839" y="1767370"/>
                  </a:lnTo>
                  <a:close/>
                  <a:moveTo>
                    <a:pt x="792144" y="1754264"/>
                  </a:moveTo>
                  <a:lnTo>
                    <a:pt x="776792" y="1740970"/>
                  </a:lnTo>
                  <a:lnTo>
                    <a:pt x="788601" y="1694402"/>
                  </a:lnTo>
                  <a:close/>
                  <a:moveTo>
                    <a:pt x="514371" y="1431750"/>
                  </a:moveTo>
                  <a:lnTo>
                    <a:pt x="479816" y="1404308"/>
                  </a:lnTo>
                  <a:lnTo>
                    <a:pt x="501818" y="1455844"/>
                  </a:lnTo>
                  <a:close/>
                  <a:moveTo>
                    <a:pt x="272070" y="1183047"/>
                  </a:moveTo>
                  <a:lnTo>
                    <a:pt x="332422" y="1234707"/>
                  </a:lnTo>
                  <a:lnTo>
                    <a:pt x="323950" y="1178851"/>
                  </a:lnTo>
                  <a:close/>
                  <a:moveTo>
                    <a:pt x="317100" y="1126457"/>
                  </a:moveTo>
                  <a:lnTo>
                    <a:pt x="315039" y="1122531"/>
                  </a:lnTo>
                  <a:lnTo>
                    <a:pt x="323950" y="1178851"/>
                  </a:lnTo>
                  <a:close/>
                  <a:moveTo>
                    <a:pt x="323950" y="1178851"/>
                  </a:moveTo>
                  <a:lnTo>
                    <a:pt x="315039" y="1122531"/>
                  </a:lnTo>
                  <a:lnTo>
                    <a:pt x="259798" y="1130280"/>
                  </a:lnTo>
                  <a:close/>
                  <a:moveTo>
                    <a:pt x="323950" y="1178851"/>
                  </a:moveTo>
                  <a:lnTo>
                    <a:pt x="259798" y="1130280"/>
                  </a:lnTo>
                  <a:lnTo>
                    <a:pt x="272070" y="1183047"/>
                  </a:lnTo>
                  <a:close/>
                  <a:moveTo>
                    <a:pt x="263966" y="1102471"/>
                  </a:moveTo>
                  <a:lnTo>
                    <a:pt x="219815" y="1070994"/>
                  </a:lnTo>
                  <a:lnTo>
                    <a:pt x="259798" y="1130280"/>
                  </a:lnTo>
                  <a:close/>
                  <a:moveTo>
                    <a:pt x="211593" y="1081334"/>
                  </a:moveTo>
                  <a:lnTo>
                    <a:pt x="253346" y="1122531"/>
                  </a:lnTo>
                  <a:lnTo>
                    <a:pt x="259798" y="1130280"/>
                  </a:lnTo>
                  <a:close/>
                  <a:moveTo>
                    <a:pt x="791926" y="1665339"/>
                  </a:moveTo>
                  <a:lnTo>
                    <a:pt x="781584" y="1640345"/>
                  </a:lnTo>
                  <a:lnTo>
                    <a:pt x="783399" y="1689433"/>
                  </a:lnTo>
                  <a:close/>
                  <a:moveTo>
                    <a:pt x="736056" y="1573652"/>
                  </a:moveTo>
                  <a:lnTo>
                    <a:pt x="781053" y="1637796"/>
                  </a:lnTo>
                  <a:lnTo>
                    <a:pt x="751838" y="1623565"/>
                  </a:lnTo>
                  <a:close/>
                  <a:moveTo>
                    <a:pt x="315039" y="1122531"/>
                  </a:moveTo>
                  <a:lnTo>
                    <a:pt x="317100" y="1126457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263966" y="1102471"/>
                  </a:lnTo>
                  <a:lnTo>
                    <a:pt x="315039" y="1122531"/>
                  </a:lnTo>
                  <a:close/>
                  <a:moveTo>
                    <a:pt x="267585" y="1061207"/>
                  </a:moveTo>
                  <a:lnTo>
                    <a:pt x="263966" y="1102471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317100" y="1126457"/>
                  </a:lnTo>
                  <a:lnTo>
                    <a:pt x="316880" y="1122531"/>
                  </a:lnTo>
                  <a:close/>
                  <a:moveTo>
                    <a:pt x="316880" y="1122531"/>
                  </a:moveTo>
                  <a:lnTo>
                    <a:pt x="317816" y="1058353"/>
                  </a:lnTo>
                  <a:lnTo>
                    <a:pt x="316490" y="1122173"/>
                  </a:lnTo>
                  <a:close/>
                  <a:moveTo>
                    <a:pt x="754281" y="1613803"/>
                  </a:moveTo>
                  <a:lnTo>
                    <a:pt x="736056" y="1573652"/>
                  </a:lnTo>
                  <a:lnTo>
                    <a:pt x="751838" y="1623565"/>
                  </a:lnTo>
                  <a:close/>
                  <a:moveTo>
                    <a:pt x="421759" y="1201510"/>
                  </a:moveTo>
                  <a:lnTo>
                    <a:pt x="433580" y="1165688"/>
                  </a:lnTo>
                  <a:lnTo>
                    <a:pt x="437499" y="1225245"/>
                  </a:lnTo>
                  <a:close/>
                  <a:moveTo>
                    <a:pt x="584484" y="1292550"/>
                  </a:moveTo>
                  <a:lnTo>
                    <a:pt x="563436" y="1286328"/>
                  </a:lnTo>
                  <a:lnTo>
                    <a:pt x="596427" y="1297489"/>
                  </a:lnTo>
                  <a:close/>
                  <a:moveTo>
                    <a:pt x="596427" y="1297489"/>
                  </a:moveTo>
                  <a:lnTo>
                    <a:pt x="602235" y="1304583"/>
                  </a:lnTo>
                  <a:lnTo>
                    <a:pt x="584484" y="1292550"/>
                  </a:lnTo>
                  <a:close/>
                  <a:moveTo>
                    <a:pt x="355913" y="1046900"/>
                  </a:moveTo>
                  <a:lnTo>
                    <a:pt x="383997" y="1066994"/>
                  </a:lnTo>
                  <a:lnTo>
                    <a:pt x="387210" y="1022806"/>
                  </a:lnTo>
                  <a:close/>
                  <a:moveTo>
                    <a:pt x="1086655" y="1729503"/>
                  </a:moveTo>
                  <a:lnTo>
                    <a:pt x="1101754" y="1734004"/>
                  </a:lnTo>
                  <a:lnTo>
                    <a:pt x="1079764" y="1720224"/>
                  </a:lnTo>
                  <a:close/>
                  <a:moveTo>
                    <a:pt x="1086655" y="1729503"/>
                  </a:moveTo>
                  <a:lnTo>
                    <a:pt x="1079764" y="1720224"/>
                  </a:lnTo>
                  <a:lnTo>
                    <a:pt x="1095629" y="1711104"/>
                  </a:lnTo>
                  <a:close/>
                  <a:moveTo>
                    <a:pt x="1100393" y="1668688"/>
                  </a:moveTo>
                  <a:lnTo>
                    <a:pt x="1086655" y="1729503"/>
                  </a:lnTo>
                  <a:lnTo>
                    <a:pt x="1095629" y="1711104"/>
                  </a:lnTo>
                  <a:close/>
                  <a:moveTo>
                    <a:pt x="757576" y="1256395"/>
                  </a:moveTo>
                  <a:lnTo>
                    <a:pt x="761177" y="1294248"/>
                  </a:lnTo>
                  <a:lnTo>
                    <a:pt x="752689" y="1309159"/>
                  </a:lnTo>
                  <a:close/>
                  <a:moveTo>
                    <a:pt x="757576" y="1256395"/>
                  </a:moveTo>
                  <a:lnTo>
                    <a:pt x="752689" y="1309159"/>
                  </a:lnTo>
                  <a:lnTo>
                    <a:pt x="752210" y="1300497"/>
                  </a:lnTo>
                  <a:close/>
                  <a:moveTo>
                    <a:pt x="402976" y="1003054"/>
                  </a:moveTo>
                  <a:lnTo>
                    <a:pt x="431172" y="973577"/>
                  </a:lnTo>
                  <a:lnTo>
                    <a:pt x="446562" y="991340"/>
                  </a:lnTo>
                  <a:close/>
                  <a:moveTo>
                    <a:pt x="260950" y="741029"/>
                  </a:moveTo>
                  <a:lnTo>
                    <a:pt x="214683" y="689775"/>
                  </a:lnTo>
                  <a:lnTo>
                    <a:pt x="207911" y="713586"/>
                  </a:lnTo>
                  <a:close/>
                  <a:moveTo>
                    <a:pt x="260950" y="741029"/>
                  </a:moveTo>
                  <a:lnTo>
                    <a:pt x="207911" y="713586"/>
                  </a:lnTo>
                  <a:lnTo>
                    <a:pt x="212936" y="765123"/>
                  </a:lnTo>
                  <a:close/>
                  <a:moveTo>
                    <a:pt x="214683" y="689775"/>
                  </a:moveTo>
                  <a:lnTo>
                    <a:pt x="213678" y="684433"/>
                  </a:lnTo>
                  <a:lnTo>
                    <a:pt x="207911" y="713586"/>
                  </a:lnTo>
                  <a:close/>
                  <a:moveTo>
                    <a:pt x="752210" y="1300497"/>
                  </a:moveTo>
                  <a:lnTo>
                    <a:pt x="752689" y="1309159"/>
                  </a:lnTo>
                  <a:lnTo>
                    <a:pt x="752146" y="1307932"/>
                  </a:lnTo>
                  <a:close/>
                  <a:moveTo>
                    <a:pt x="1100393" y="1668688"/>
                  </a:moveTo>
                  <a:lnTo>
                    <a:pt x="1095629" y="1711104"/>
                  </a:lnTo>
                  <a:lnTo>
                    <a:pt x="1157032" y="1696131"/>
                  </a:lnTo>
                  <a:close/>
                  <a:moveTo>
                    <a:pt x="907970" y="1335374"/>
                  </a:moveTo>
                  <a:lnTo>
                    <a:pt x="949239" y="1388800"/>
                  </a:lnTo>
                  <a:lnTo>
                    <a:pt x="950461" y="1382794"/>
                  </a:lnTo>
                  <a:close/>
                  <a:moveTo>
                    <a:pt x="896650" y="1411005"/>
                  </a:moveTo>
                  <a:lnTo>
                    <a:pt x="949239" y="1388800"/>
                  </a:lnTo>
                  <a:lnTo>
                    <a:pt x="907970" y="1335374"/>
                  </a:lnTo>
                  <a:close/>
                  <a:moveTo>
                    <a:pt x="900147" y="1359468"/>
                  </a:moveTo>
                  <a:lnTo>
                    <a:pt x="896650" y="1411005"/>
                  </a:lnTo>
                  <a:lnTo>
                    <a:pt x="907970" y="1335374"/>
                  </a:lnTo>
                  <a:close/>
                  <a:moveTo>
                    <a:pt x="931856" y="1313236"/>
                  </a:moveTo>
                  <a:lnTo>
                    <a:pt x="900147" y="1359468"/>
                  </a:lnTo>
                  <a:lnTo>
                    <a:pt x="907970" y="1335374"/>
                  </a:lnTo>
                  <a:close/>
                  <a:moveTo>
                    <a:pt x="757576" y="1256395"/>
                  </a:moveTo>
                  <a:lnTo>
                    <a:pt x="768868" y="1233263"/>
                  </a:lnTo>
                  <a:lnTo>
                    <a:pt x="767770" y="1204858"/>
                  </a:lnTo>
                  <a:close/>
                  <a:moveTo>
                    <a:pt x="552353" y="1077296"/>
                  </a:moveTo>
                  <a:lnTo>
                    <a:pt x="576375" y="1087580"/>
                  </a:lnTo>
                  <a:lnTo>
                    <a:pt x="594796" y="1061309"/>
                  </a:lnTo>
                  <a:close/>
                  <a:moveTo>
                    <a:pt x="347661" y="783117"/>
                  </a:moveTo>
                  <a:lnTo>
                    <a:pt x="374789" y="736302"/>
                  </a:lnTo>
                  <a:lnTo>
                    <a:pt x="336245" y="729655"/>
                  </a:lnTo>
                  <a:close/>
                  <a:moveTo>
                    <a:pt x="181028" y="427458"/>
                  </a:moveTo>
                  <a:lnTo>
                    <a:pt x="132282" y="407716"/>
                  </a:lnTo>
                  <a:lnTo>
                    <a:pt x="181785" y="465550"/>
                  </a:lnTo>
                  <a:close/>
                  <a:moveTo>
                    <a:pt x="1199533" y="1696131"/>
                  </a:moveTo>
                  <a:lnTo>
                    <a:pt x="1233825" y="1623079"/>
                  </a:lnTo>
                  <a:lnTo>
                    <a:pt x="1207720" y="1620500"/>
                  </a:lnTo>
                  <a:close/>
                  <a:moveTo>
                    <a:pt x="1207720" y="1620500"/>
                  </a:moveTo>
                  <a:lnTo>
                    <a:pt x="1239007" y="1628013"/>
                  </a:lnTo>
                  <a:lnTo>
                    <a:pt x="1199533" y="1696131"/>
                  </a:lnTo>
                  <a:close/>
                  <a:moveTo>
                    <a:pt x="1262670" y="1696131"/>
                  </a:moveTo>
                  <a:lnTo>
                    <a:pt x="1239007" y="1628013"/>
                  </a:lnTo>
                  <a:lnTo>
                    <a:pt x="1244154" y="1620500"/>
                  </a:lnTo>
                  <a:close/>
                  <a:moveTo>
                    <a:pt x="1244154" y="1620500"/>
                  </a:moveTo>
                  <a:lnTo>
                    <a:pt x="1233825" y="1623079"/>
                  </a:lnTo>
                  <a:lnTo>
                    <a:pt x="1262670" y="1696131"/>
                  </a:lnTo>
                  <a:close/>
                  <a:moveTo>
                    <a:pt x="1207720" y="1620500"/>
                  </a:moveTo>
                  <a:lnTo>
                    <a:pt x="1233825" y="1623079"/>
                  </a:lnTo>
                  <a:lnTo>
                    <a:pt x="1224279" y="1572948"/>
                  </a:lnTo>
                  <a:close/>
                  <a:moveTo>
                    <a:pt x="953748" y="1385134"/>
                  </a:moveTo>
                  <a:lnTo>
                    <a:pt x="971445" y="1326351"/>
                  </a:lnTo>
                  <a:lnTo>
                    <a:pt x="959513" y="1386911"/>
                  </a:lnTo>
                  <a:close/>
                  <a:moveTo>
                    <a:pt x="959513" y="1386911"/>
                  </a:moveTo>
                  <a:lnTo>
                    <a:pt x="971445" y="1326351"/>
                  </a:lnTo>
                  <a:lnTo>
                    <a:pt x="974063" y="1311280"/>
                  </a:lnTo>
                  <a:close/>
                  <a:moveTo>
                    <a:pt x="958211" y="1318762"/>
                  </a:moveTo>
                  <a:lnTo>
                    <a:pt x="950461" y="1382794"/>
                  </a:lnTo>
                  <a:lnTo>
                    <a:pt x="959513" y="1386911"/>
                  </a:lnTo>
                  <a:close/>
                  <a:moveTo>
                    <a:pt x="907970" y="1335374"/>
                  </a:moveTo>
                  <a:lnTo>
                    <a:pt x="950461" y="1382794"/>
                  </a:lnTo>
                  <a:lnTo>
                    <a:pt x="958211" y="1318762"/>
                  </a:lnTo>
                  <a:close/>
                  <a:moveTo>
                    <a:pt x="971445" y="1326351"/>
                  </a:moveTo>
                  <a:lnTo>
                    <a:pt x="953748" y="1385134"/>
                  </a:lnTo>
                  <a:lnTo>
                    <a:pt x="962396" y="1362817"/>
                  </a:lnTo>
                  <a:close/>
                  <a:moveTo>
                    <a:pt x="931856" y="1313236"/>
                  </a:moveTo>
                  <a:lnTo>
                    <a:pt x="907970" y="1335374"/>
                  </a:lnTo>
                  <a:lnTo>
                    <a:pt x="958211" y="1318762"/>
                  </a:lnTo>
                  <a:close/>
                  <a:moveTo>
                    <a:pt x="258788" y="408616"/>
                  </a:moveTo>
                  <a:lnTo>
                    <a:pt x="225448" y="383622"/>
                  </a:lnTo>
                  <a:lnTo>
                    <a:pt x="181028" y="427458"/>
                  </a:lnTo>
                  <a:close/>
                  <a:moveTo>
                    <a:pt x="232665" y="445846"/>
                  </a:moveTo>
                  <a:lnTo>
                    <a:pt x="258788" y="408616"/>
                  </a:lnTo>
                  <a:lnTo>
                    <a:pt x="181028" y="427458"/>
                  </a:lnTo>
                  <a:close/>
                  <a:moveTo>
                    <a:pt x="1396153" y="1775110"/>
                  </a:moveTo>
                  <a:lnTo>
                    <a:pt x="1427799" y="1809847"/>
                  </a:lnTo>
                  <a:lnTo>
                    <a:pt x="1433243" y="1763130"/>
                  </a:lnTo>
                  <a:close/>
                  <a:moveTo>
                    <a:pt x="1103346" y="1402220"/>
                  </a:moveTo>
                  <a:lnTo>
                    <a:pt x="1171709" y="1447367"/>
                  </a:lnTo>
                  <a:lnTo>
                    <a:pt x="1122406" y="1406517"/>
                  </a:lnTo>
                  <a:close/>
                  <a:moveTo>
                    <a:pt x="1136621" y="1413150"/>
                  </a:moveTo>
                  <a:lnTo>
                    <a:pt x="1103346" y="1402220"/>
                  </a:lnTo>
                  <a:lnTo>
                    <a:pt x="1106417" y="1338723"/>
                  </a:lnTo>
                  <a:close/>
                  <a:moveTo>
                    <a:pt x="1037690" y="1264454"/>
                  </a:moveTo>
                  <a:lnTo>
                    <a:pt x="1088233" y="1287187"/>
                  </a:lnTo>
                  <a:lnTo>
                    <a:pt x="1002724" y="1257813"/>
                  </a:lnTo>
                  <a:close/>
                  <a:moveTo>
                    <a:pt x="1002724" y="1257813"/>
                  </a:moveTo>
                  <a:lnTo>
                    <a:pt x="1088261" y="1288998"/>
                  </a:lnTo>
                  <a:lnTo>
                    <a:pt x="1008586" y="1259744"/>
                  </a:lnTo>
                  <a:close/>
                  <a:moveTo>
                    <a:pt x="489078" y="570924"/>
                  </a:moveTo>
                  <a:lnTo>
                    <a:pt x="517209" y="565674"/>
                  </a:lnTo>
                  <a:lnTo>
                    <a:pt x="470104" y="539759"/>
                  </a:lnTo>
                  <a:close/>
                  <a:moveTo>
                    <a:pt x="258788" y="408616"/>
                  </a:moveTo>
                  <a:lnTo>
                    <a:pt x="225937" y="366913"/>
                  </a:lnTo>
                  <a:lnTo>
                    <a:pt x="225448" y="383622"/>
                  </a:lnTo>
                  <a:close/>
                  <a:moveTo>
                    <a:pt x="506596" y="617211"/>
                  </a:moveTo>
                  <a:lnTo>
                    <a:pt x="513318" y="574158"/>
                  </a:lnTo>
                  <a:lnTo>
                    <a:pt x="510062" y="639549"/>
                  </a:lnTo>
                  <a:close/>
                  <a:moveTo>
                    <a:pt x="1226032" y="1315700"/>
                  </a:moveTo>
                  <a:lnTo>
                    <a:pt x="1228555" y="1319137"/>
                  </a:lnTo>
                  <a:lnTo>
                    <a:pt x="1286635" y="1361612"/>
                  </a:lnTo>
                  <a:close/>
                  <a:moveTo>
                    <a:pt x="1044127" y="1108483"/>
                  </a:moveTo>
                  <a:lnTo>
                    <a:pt x="1012145" y="1168949"/>
                  </a:lnTo>
                  <a:lnTo>
                    <a:pt x="1030480" y="1184113"/>
                  </a:lnTo>
                  <a:close/>
                  <a:moveTo>
                    <a:pt x="1026182" y="1113256"/>
                  </a:moveTo>
                  <a:lnTo>
                    <a:pt x="964776" y="1166519"/>
                  </a:lnTo>
                  <a:lnTo>
                    <a:pt x="1012145" y="1168949"/>
                  </a:lnTo>
                  <a:close/>
                  <a:moveTo>
                    <a:pt x="1026182" y="1113256"/>
                  </a:moveTo>
                  <a:lnTo>
                    <a:pt x="970732" y="1120354"/>
                  </a:lnTo>
                  <a:lnTo>
                    <a:pt x="964776" y="1166519"/>
                  </a:lnTo>
                  <a:close/>
                  <a:moveTo>
                    <a:pt x="970732" y="1120354"/>
                  </a:moveTo>
                  <a:lnTo>
                    <a:pt x="1026182" y="1113256"/>
                  </a:lnTo>
                  <a:lnTo>
                    <a:pt x="979352" y="1086115"/>
                  </a:lnTo>
                  <a:close/>
                  <a:moveTo>
                    <a:pt x="1059439" y="1061458"/>
                  </a:moveTo>
                  <a:lnTo>
                    <a:pt x="1029860" y="1100281"/>
                  </a:lnTo>
                  <a:lnTo>
                    <a:pt x="1026182" y="1113256"/>
                  </a:lnTo>
                  <a:close/>
                  <a:moveTo>
                    <a:pt x="1044127" y="1108483"/>
                  </a:moveTo>
                  <a:lnTo>
                    <a:pt x="1070082" y="1075987"/>
                  </a:lnTo>
                  <a:lnTo>
                    <a:pt x="1059439" y="1061458"/>
                  </a:lnTo>
                  <a:close/>
                  <a:moveTo>
                    <a:pt x="1026182" y="1113256"/>
                  </a:moveTo>
                  <a:lnTo>
                    <a:pt x="1044127" y="1108483"/>
                  </a:lnTo>
                  <a:lnTo>
                    <a:pt x="1059439" y="1061458"/>
                  </a:lnTo>
                  <a:close/>
                  <a:moveTo>
                    <a:pt x="529375" y="498362"/>
                  </a:moveTo>
                  <a:lnTo>
                    <a:pt x="517209" y="565674"/>
                  </a:lnTo>
                  <a:lnTo>
                    <a:pt x="534699" y="556776"/>
                  </a:lnTo>
                  <a:close/>
                  <a:moveTo>
                    <a:pt x="534699" y="556776"/>
                  </a:moveTo>
                  <a:lnTo>
                    <a:pt x="598547" y="542851"/>
                  </a:lnTo>
                  <a:lnTo>
                    <a:pt x="529375" y="498362"/>
                  </a:lnTo>
                  <a:close/>
                  <a:moveTo>
                    <a:pt x="598547" y="542851"/>
                  </a:moveTo>
                  <a:lnTo>
                    <a:pt x="600694" y="543760"/>
                  </a:lnTo>
                  <a:lnTo>
                    <a:pt x="650692" y="556019"/>
                  </a:lnTo>
                  <a:close/>
                  <a:moveTo>
                    <a:pt x="308437" y="284669"/>
                  </a:moveTo>
                  <a:lnTo>
                    <a:pt x="341161" y="283897"/>
                  </a:lnTo>
                  <a:lnTo>
                    <a:pt x="343935" y="284204"/>
                  </a:lnTo>
                  <a:close/>
                  <a:moveTo>
                    <a:pt x="296374" y="279342"/>
                  </a:moveTo>
                  <a:lnTo>
                    <a:pt x="341161" y="283897"/>
                  </a:lnTo>
                  <a:lnTo>
                    <a:pt x="308437" y="284669"/>
                  </a:lnTo>
                  <a:close/>
                  <a:moveTo>
                    <a:pt x="1253441" y="1356160"/>
                  </a:moveTo>
                  <a:lnTo>
                    <a:pt x="1286635" y="1361612"/>
                  </a:lnTo>
                  <a:lnTo>
                    <a:pt x="1228555" y="1319137"/>
                  </a:lnTo>
                  <a:close/>
                  <a:moveTo>
                    <a:pt x="1130280" y="1104591"/>
                  </a:moveTo>
                  <a:lnTo>
                    <a:pt x="1088562" y="1100525"/>
                  </a:lnTo>
                  <a:lnTo>
                    <a:pt x="1161661" y="1108810"/>
                  </a:lnTo>
                  <a:close/>
                  <a:moveTo>
                    <a:pt x="1032874" y="1045073"/>
                  </a:moveTo>
                  <a:lnTo>
                    <a:pt x="979352" y="1086115"/>
                  </a:lnTo>
                  <a:lnTo>
                    <a:pt x="1029860" y="1100281"/>
                  </a:lnTo>
                  <a:close/>
                  <a:moveTo>
                    <a:pt x="979992" y="736369"/>
                  </a:moveTo>
                  <a:lnTo>
                    <a:pt x="1008335" y="751075"/>
                  </a:lnTo>
                  <a:lnTo>
                    <a:pt x="955301" y="726394"/>
                  </a:lnTo>
                  <a:close/>
                  <a:moveTo>
                    <a:pt x="935072" y="521916"/>
                  </a:moveTo>
                  <a:lnTo>
                    <a:pt x="941248" y="538953"/>
                  </a:lnTo>
                  <a:lnTo>
                    <a:pt x="994106" y="574648"/>
                  </a:lnTo>
                  <a:close/>
                  <a:moveTo>
                    <a:pt x="885325" y="524377"/>
                  </a:moveTo>
                  <a:lnTo>
                    <a:pt x="935072" y="521916"/>
                  </a:lnTo>
                  <a:lnTo>
                    <a:pt x="884083" y="499900"/>
                  </a:lnTo>
                  <a:close/>
                  <a:moveTo>
                    <a:pt x="935072" y="521916"/>
                  </a:moveTo>
                  <a:lnTo>
                    <a:pt x="885325" y="524377"/>
                  </a:lnTo>
                  <a:lnTo>
                    <a:pt x="941248" y="538953"/>
                  </a:lnTo>
                  <a:close/>
                  <a:moveTo>
                    <a:pt x="885325" y="524377"/>
                  </a:moveTo>
                  <a:lnTo>
                    <a:pt x="891063" y="525995"/>
                  </a:lnTo>
                  <a:lnTo>
                    <a:pt x="941248" y="538953"/>
                  </a:lnTo>
                  <a:close/>
                  <a:moveTo>
                    <a:pt x="851374" y="469299"/>
                  </a:moveTo>
                  <a:lnTo>
                    <a:pt x="884083" y="499900"/>
                  </a:lnTo>
                  <a:lnTo>
                    <a:pt x="879136" y="466666"/>
                  </a:lnTo>
                  <a:close/>
                  <a:moveTo>
                    <a:pt x="975176" y="445205"/>
                  </a:moveTo>
                  <a:lnTo>
                    <a:pt x="950633" y="520835"/>
                  </a:lnTo>
                  <a:lnTo>
                    <a:pt x="1004847" y="467161"/>
                  </a:lnTo>
                  <a:close/>
                  <a:moveTo>
                    <a:pt x="933400" y="460533"/>
                  </a:moveTo>
                  <a:lnTo>
                    <a:pt x="879136" y="466666"/>
                  </a:lnTo>
                  <a:lnTo>
                    <a:pt x="884083" y="499900"/>
                  </a:lnTo>
                  <a:close/>
                  <a:moveTo>
                    <a:pt x="933400" y="460533"/>
                  </a:moveTo>
                  <a:lnTo>
                    <a:pt x="922354" y="393668"/>
                  </a:lnTo>
                  <a:lnTo>
                    <a:pt x="883406" y="400452"/>
                  </a:lnTo>
                  <a:close/>
                  <a:moveTo>
                    <a:pt x="933400" y="460533"/>
                  </a:moveTo>
                  <a:lnTo>
                    <a:pt x="883406" y="400452"/>
                  </a:lnTo>
                  <a:lnTo>
                    <a:pt x="879136" y="466666"/>
                  </a:lnTo>
                  <a:close/>
                  <a:moveTo>
                    <a:pt x="793166" y="199752"/>
                  </a:moveTo>
                  <a:lnTo>
                    <a:pt x="756314" y="187521"/>
                  </a:lnTo>
                  <a:lnTo>
                    <a:pt x="787009" y="252611"/>
                  </a:lnTo>
                  <a:close/>
                  <a:moveTo>
                    <a:pt x="739867" y="190211"/>
                  </a:moveTo>
                  <a:lnTo>
                    <a:pt x="756314" y="187521"/>
                  </a:lnTo>
                  <a:lnTo>
                    <a:pt x="737629" y="166783"/>
                  </a:lnTo>
                  <a:close/>
                  <a:moveTo>
                    <a:pt x="739545" y="187521"/>
                  </a:moveTo>
                  <a:lnTo>
                    <a:pt x="739867" y="190211"/>
                  </a:lnTo>
                  <a:lnTo>
                    <a:pt x="737629" y="166783"/>
                  </a:lnTo>
                  <a:close/>
                  <a:moveTo>
                    <a:pt x="1004847" y="467161"/>
                  </a:moveTo>
                  <a:lnTo>
                    <a:pt x="1020890" y="427387"/>
                  </a:lnTo>
                  <a:lnTo>
                    <a:pt x="975176" y="445205"/>
                  </a:lnTo>
                  <a:close/>
                  <a:moveTo>
                    <a:pt x="1041468" y="421110"/>
                  </a:moveTo>
                  <a:lnTo>
                    <a:pt x="1020890" y="427387"/>
                  </a:lnTo>
                  <a:lnTo>
                    <a:pt x="1004847" y="467161"/>
                  </a:lnTo>
                  <a:close/>
                  <a:moveTo>
                    <a:pt x="1020890" y="427387"/>
                  </a:moveTo>
                  <a:lnTo>
                    <a:pt x="1041468" y="421110"/>
                  </a:lnTo>
                  <a:lnTo>
                    <a:pt x="1026741" y="414120"/>
                  </a:lnTo>
                  <a:close/>
                  <a:moveTo>
                    <a:pt x="922354" y="393668"/>
                  </a:moveTo>
                  <a:lnTo>
                    <a:pt x="951634" y="382967"/>
                  </a:lnTo>
                  <a:lnTo>
                    <a:pt x="887209" y="376686"/>
                  </a:lnTo>
                  <a:close/>
                  <a:moveTo>
                    <a:pt x="887209" y="376686"/>
                  </a:moveTo>
                  <a:lnTo>
                    <a:pt x="951634" y="382967"/>
                  </a:lnTo>
                  <a:lnTo>
                    <a:pt x="962849" y="349914"/>
                  </a:lnTo>
                  <a:close/>
                  <a:moveTo>
                    <a:pt x="847660" y="266501"/>
                  </a:moveTo>
                  <a:lnTo>
                    <a:pt x="840107" y="239058"/>
                  </a:lnTo>
                  <a:lnTo>
                    <a:pt x="837551" y="290595"/>
                  </a:lnTo>
                  <a:close/>
                  <a:moveTo>
                    <a:pt x="756314" y="187521"/>
                  </a:moveTo>
                  <a:lnTo>
                    <a:pt x="793166" y="199752"/>
                  </a:lnTo>
                  <a:lnTo>
                    <a:pt x="797502" y="181337"/>
                  </a:lnTo>
                  <a:close/>
                  <a:moveTo>
                    <a:pt x="737629" y="166783"/>
                  </a:moveTo>
                  <a:lnTo>
                    <a:pt x="734433" y="131886"/>
                  </a:lnTo>
                  <a:lnTo>
                    <a:pt x="739545" y="187521"/>
                  </a:lnTo>
                  <a:close/>
                  <a:moveTo>
                    <a:pt x="797502" y="181337"/>
                  </a:moveTo>
                  <a:lnTo>
                    <a:pt x="737629" y="166783"/>
                  </a:lnTo>
                  <a:lnTo>
                    <a:pt x="756314" y="187521"/>
                  </a:lnTo>
                  <a:close/>
                  <a:moveTo>
                    <a:pt x="734433" y="131886"/>
                  </a:moveTo>
                  <a:lnTo>
                    <a:pt x="737629" y="166783"/>
                  </a:lnTo>
                  <a:lnTo>
                    <a:pt x="797502" y="181337"/>
                  </a:lnTo>
                  <a:close/>
                  <a:moveTo>
                    <a:pt x="799533" y="116943"/>
                  </a:moveTo>
                  <a:lnTo>
                    <a:pt x="734433" y="131886"/>
                  </a:lnTo>
                  <a:lnTo>
                    <a:pt x="797502" y="181337"/>
                  </a:lnTo>
                  <a:close/>
                  <a:moveTo>
                    <a:pt x="672129" y="96568"/>
                  </a:moveTo>
                  <a:lnTo>
                    <a:pt x="702620" y="75672"/>
                  </a:lnTo>
                  <a:lnTo>
                    <a:pt x="734433" y="131886"/>
                  </a:lnTo>
                  <a:close/>
                  <a:moveTo>
                    <a:pt x="734433" y="131886"/>
                  </a:moveTo>
                  <a:lnTo>
                    <a:pt x="750361" y="79490"/>
                  </a:lnTo>
                  <a:lnTo>
                    <a:pt x="712839" y="60354"/>
                  </a:lnTo>
                  <a:close/>
                  <a:moveTo>
                    <a:pt x="734433" y="131886"/>
                  </a:moveTo>
                  <a:lnTo>
                    <a:pt x="799533" y="116943"/>
                  </a:lnTo>
                  <a:lnTo>
                    <a:pt x="750361" y="79490"/>
                  </a:lnTo>
                  <a:close/>
                  <a:moveTo>
                    <a:pt x="799533" y="116943"/>
                  </a:moveTo>
                  <a:lnTo>
                    <a:pt x="799252" y="87607"/>
                  </a:lnTo>
                  <a:lnTo>
                    <a:pt x="750361" y="79490"/>
                  </a:lnTo>
                  <a:close/>
                  <a:moveTo>
                    <a:pt x="1041468" y="421110"/>
                  </a:moveTo>
                  <a:lnTo>
                    <a:pt x="1034571" y="443397"/>
                  </a:lnTo>
                  <a:lnTo>
                    <a:pt x="1039607" y="412170"/>
                  </a:lnTo>
                  <a:close/>
                  <a:moveTo>
                    <a:pt x="962849" y="349914"/>
                  </a:moveTo>
                  <a:lnTo>
                    <a:pt x="979025" y="369574"/>
                  </a:lnTo>
                  <a:lnTo>
                    <a:pt x="1017935" y="304304"/>
                  </a:lnTo>
                  <a:close/>
                  <a:moveTo>
                    <a:pt x="856729" y="139333"/>
                  </a:moveTo>
                  <a:lnTo>
                    <a:pt x="833290" y="89499"/>
                  </a:lnTo>
                  <a:lnTo>
                    <a:pt x="837679" y="111891"/>
                  </a:lnTo>
                  <a:close/>
                  <a:moveTo>
                    <a:pt x="712839" y="60354"/>
                  </a:moveTo>
                  <a:lnTo>
                    <a:pt x="750361" y="79490"/>
                  </a:lnTo>
                  <a:lnTo>
                    <a:pt x="768641" y="41332"/>
                  </a:lnTo>
                  <a:close/>
                  <a:moveTo>
                    <a:pt x="848964" y="98797"/>
                  </a:moveTo>
                  <a:lnTo>
                    <a:pt x="837679" y="111891"/>
                  </a:lnTo>
                  <a:lnTo>
                    <a:pt x="833290" y="89499"/>
                  </a:lnTo>
                  <a:close/>
                  <a:moveTo>
                    <a:pt x="768641" y="41332"/>
                  </a:moveTo>
                  <a:lnTo>
                    <a:pt x="783131" y="4792"/>
                  </a:lnTo>
                  <a:lnTo>
                    <a:pt x="742305" y="0"/>
                  </a:lnTo>
                  <a:close/>
                  <a:moveTo>
                    <a:pt x="1078997" y="299921"/>
                  </a:moveTo>
                  <a:lnTo>
                    <a:pt x="1064693" y="269849"/>
                  </a:lnTo>
                  <a:lnTo>
                    <a:pt x="1086911" y="2862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54" name="Output_density__4253">
              <a:extLst>
                <a:ext uri="{FF2B5EF4-FFF2-40B4-BE49-F238E27FC236}">
                  <a16:creationId xmlns:a16="http://schemas.microsoft.com/office/drawing/2014/main" id="{5E7EE4D0-B3F4-289F-C22C-48696751FDA3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210196"/>
              <a:ext cx="1218243" cy="2271625"/>
            </a:xfrm>
            <a:custGeom>
              <a:avLst/>
              <a:gdLst/>
              <a:ahLst/>
              <a:cxnLst/>
              <a:rect l="0" t="0" r="0" b="0"/>
              <a:pathLst>
                <a:path w="1218243" h="2271625">
                  <a:moveTo>
                    <a:pt x="156945" y="2244182"/>
                  </a:moveTo>
                  <a:lnTo>
                    <a:pt x="204647" y="2271625"/>
                  </a:lnTo>
                  <a:lnTo>
                    <a:pt x="206301" y="2220088"/>
                  </a:lnTo>
                  <a:close/>
                  <a:moveTo>
                    <a:pt x="206301" y="2220088"/>
                  </a:moveTo>
                  <a:lnTo>
                    <a:pt x="242477" y="2257259"/>
                  </a:lnTo>
                  <a:lnTo>
                    <a:pt x="218294" y="2214176"/>
                  </a:lnTo>
                  <a:close/>
                  <a:moveTo>
                    <a:pt x="206301" y="2220088"/>
                  </a:moveTo>
                  <a:lnTo>
                    <a:pt x="204647" y="2271625"/>
                  </a:lnTo>
                  <a:lnTo>
                    <a:pt x="242477" y="2257259"/>
                  </a:lnTo>
                  <a:close/>
                  <a:moveTo>
                    <a:pt x="202984" y="2190033"/>
                  </a:moveTo>
                  <a:lnTo>
                    <a:pt x="206301" y="2220088"/>
                  </a:lnTo>
                  <a:lnTo>
                    <a:pt x="218294" y="2214176"/>
                  </a:lnTo>
                  <a:close/>
                  <a:moveTo>
                    <a:pt x="205831" y="2092921"/>
                  </a:moveTo>
                  <a:lnTo>
                    <a:pt x="219869" y="2118264"/>
                  </a:lnTo>
                  <a:lnTo>
                    <a:pt x="219716" y="2087535"/>
                  </a:lnTo>
                  <a:close/>
                  <a:moveTo>
                    <a:pt x="184698" y="2041384"/>
                  </a:moveTo>
                  <a:lnTo>
                    <a:pt x="219716" y="2087535"/>
                  </a:lnTo>
                  <a:lnTo>
                    <a:pt x="208691" y="2033755"/>
                  </a:lnTo>
                  <a:close/>
                  <a:moveTo>
                    <a:pt x="184698" y="2041384"/>
                  </a:moveTo>
                  <a:lnTo>
                    <a:pt x="205831" y="2092921"/>
                  </a:lnTo>
                  <a:lnTo>
                    <a:pt x="219716" y="2087535"/>
                  </a:lnTo>
                  <a:close/>
                  <a:moveTo>
                    <a:pt x="219869" y="2118264"/>
                  </a:moveTo>
                  <a:lnTo>
                    <a:pt x="277426" y="2068827"/>
                  </a:lnTo>
                  <a:lnTo>
                    <a:pt x="219716" y="2087535"/>
                  </a:lnTo>
                  <a:close/>
                  <a:moveTo>
                    <a:pt x="301399" y="2113516"/>
                  </a:moveTo>
                  <a:lnTo>
                    <a:pt x="277426" y="2068827"/>
                  </a:lnTo>
                  <a:lnTo>
                    <a:pt x="219869" y="2118264"/>
                  </a:lnTo>
                  <a:close/>
                  <a:moveTo>
                    <a:pt x="277426" y="2068827"/>
                  </a:moveTo>
                  <a:lnTo>
                    <a:pt x="276648" y="2020977"/>
                  </a:lnTo>
                  <a:lnTo>
                    <a:pt x="219716" y="2087535"/>
                  </a:lnTo>
                  <a:close/>
                  <a:moveTo>
                    <a:pt x="219716" y="2087535"/>
                  </a:moveTo>
                  <a:lnTo>
                    <a:pt x="276648" y="2020977"/>
                  </a:lnTo>
                  <a:lnTo>
                    <a:pt x="275273" y="2017607"/>
                  </a:lnTo>
                  <a:close/>
                  <a:moveTo>
                    <a:pt x="219716" y="2087535"/>
                  </a:moveTo>
                  <a:lnTo>
                    <a:pt x="275273" y="2017607"/>
                  </a:lnTo>
                  <a:lnTo>
                    <a:pt x="208691" y="2033755"/>
                  </a:lnTo>
                  <a:close/>
                  <a:moveTo>
                    <a:pt x="317502" y="2044733"/>
                  </a:moveTo>
                  <a:lnTo>
                    <a:pt x="301399" y="2113516"/>
                  </a:lnTo>
                  <a:lnTo>
                    <a:pt x="320795" y="2051134"/>
                  </a:lnTo>
                  <a:close/>
                  <a:moveTo>
                    <a:pt x="317502" y="2044733"/>
                  </a:moveTo>
                  <a:lnTo>
                    <a:pt x="277426" y="2068827"/>
                  </a:lnTo>
                  <a:lnTo>
                    <a:pt x="301399" y="2113516"/>
                  </a:lnTo>
                  <a:close/>
                  <a:moveTo>
                    <a:pt x="316182" y="2033886"/>
                  </a:moveTo>
                  <a:lnTo>
                    <a:pt x="277426" y="2068827"/>
                  </a:lnTo>
                  <a:lnTo>
                    <a:pt x="317502" y="2044733"/>
                  </a:lnTo>
                  <a:close/>
                  <a:moveTo>
                    <a:pt x="316182" y="2033886"/>
                  </a:moveTo>
                  <a:lnTo>
                    <a:pt x="276648" y="2020977"/>
                  </a:lnTo>
                  <a:lnTo>
                    <a:pt x="277426" y="2068827"/>
                  </a:lnTo>
                  <a:close/>
                  <a:moveTo>
                    <a:pt x="276648" y="2020977"/>
                  </a:moveTo>
                  <a:lnTo>
                    <a:pt x="316182" y="2033886"/>
                  </a:lnTo>
                  <a:lnTo>
                    <a:pt x="276129" y="2017290"/>
                  </a:lnTo>
                  <a:close/>
                  <a:moveTo>
                    <a:pt x="316182" y="2033886"/>
                  </a:moveTo>
                  <a:lnTo>
                    <a:pt x="307540" y="1993196"/>
                  </a:lnTo>
                  <a:lnTo>
                    <a:pt x="276129" y="2017290"/>
                  </a:lnTo>
                  <a:close/>
                  <a:moveTo>
                    <a:pt x="312382" y="1941660"/>
                  </a:moveTo>
                  <a:lnTo>
                    <a:pt x="276129" y="2017290"/>
                  </a:lnTo>
                  <a:lnTo>
                    <a:pt x="307540" y="1993196"/>
                  </a:lnTo>
                  <a:close/>
                  <a:moveTo>
                    <a:pt x="316182" y="2033886"/>
                  </a:moveTo>
                  <a:lnTo>
                    <a:pt x="317502" y="2044733"/>
                  </a:lnTo>
                  <a:lnTo>
                    <a:pt x="321058" y="2043127"/>
                  </a:lnTo>
                  <a:close/>
                  <a:moveTo>
                    <a:pt x="316182" y="2033886"/>
                  </a:moveTo>
                  <a:lnTo>
                    <a:pt x="321058" y="2043127"/>
                  </a:lnTo>
                  <a:lnTo>
                    <a:pt x="307540" y="1993196"/>
                  </a:lnTo>
                  <a:close/>
                  <a:moveTo>
                    <a:pt x="312382" y="1941660"/>
                  </a:moveTo>
                  <a:lnTo>
                    <a:pt x="307540" y="1993196"/>
                  </a:lnTo>
                  <a:lnTo>
                    <a:pt x="347585" y="1969103"/>
                  </a:lnTo>
                  <a:close/>
                  <a:moveTo>
                    <a:pt x="312382" y="1941660"/>
                  </a:moveTo>
                  <a:lnTo>
                    <a:pt x="347585" y="1969103"/>
                  </a:lnTo>
                  <a:lnTo>
                    <a:pt x="337426" y="1917566"/>
                  </a:lnTo>
                  <a:close/>
                  <a:moveTo>
                    <a:pt x="337426" y="1917566"/>
                  </a:moveTo>
                  <a:lnTo>
                    <a:pt x="312186" y="1866030"/>
                  </a:lnTo>
                  <a:lnTo>
                    <a:pt x="312382" y="1941660"/>
                  </a:lnTo>
                  <a:close/>
                  <a:moveTo>
                    <a:pt x="309388" y="1801644"/>
                  </a:moveTo>
                  <a:lnTo>
                    <a:pt x="300816" y="1841537"/>
                  </a:lnTo>
                  <a:lnTo>
                    <a:pt x="325627" y="1790399"/>
                  </a:lnTo>
                  <a:close/>
                  <a:moveTo>
                    <a:pt x="325627" y="1790399"/>
                  </a:moveTo>
                  <a:lnTo>
                    <a:pt x="300816" y="1841537"/>
                  </a:lnTo>
                  <a:lnTo>
                    <a:pt x="312186" y="1866030"/>
                  </a:lnTo>
                  <a:close/>
                  <a:moveTo>
                    <a:pt x="292234" y="1809452"/>
                  </a:moveTo>
                  <a:lnTo>
                    <a:pt x="309388" y="1801644"/>
                  </a:lnTo>
                  <a:lnTo>
                    <a:pt x="298074" y="1762956"/>
                  </a:lnTo>
                  <a:close/>
                  <a:moveTo>
                    <a:pt x="298074" y="1762956"/>
                  </a:moveTo>
                  <a:lnTo>
                    <a:pt x="309388" y="1801644"/>
                  </a:lnTo>
                  <a:lnTo>
                    <a:pt x="325627" y="1790399"/>
                  </a:lnTo>
                  <a:close/>
                  <a:moveTo>
                    <a:pt x="298074" y="1762956"/>
                  </a:moveTo>
                  <a:lnTo>
                    <a:pt x="325627" y="1790399"/>
                  </a:lnTo>
                  <a:lnTo>
                    <a:pt x="350264" y="1738862"/>
                  </a:lnTo>
                  <a:close/>
                  <a:moveTo>
                    <a:pt x="354754" y="1733626"/>
                  </a:moveTo>
                  <a:lnTo>
                    <a:pt x="298074" y="1762956"/>
                  </a:lnTo>
                  <a:lnTo>
                    <a:pt x="350264" y="1738862"/>
                  </a:lnTo>
                  <a:close/>
                  <a:moveTo>
                    <a:pt x="401228" y="1827704"/>
                  </a:moveTo>
                  <a:lnTo>
                    <a:pt x="443356" y="1768694"/>
                  </a:lnTo>
                  <a:lnTo>
                    <a:pt x="387317" y="1776271"/>
                  </a:lnTo>
                  <a:close/>
                  <a:moveTo>
                    <a:pt x="350264" y="1738862"/>
                  </a:moveTo>
                  <a:lnTo>
                    <a:pt x="387317" y="1776271"/>
                  </a:lnTo>
                  <a:lnTo>
                    <a:pt x="359047" y="1736511"/>
                  </a:lnTo>
                  <a:close/>
                  <a:moveTo>
                    <a:pt x="350264" y="1738862"/>
                  </a:moveTo>
                  <a:lnTo>
                    <a:pt x="325627" y="1790399"/>
                  </a:lnTo>
                  <a:lnTo>
                    <a:pt x="387317" y="1776271"/>
                  </a:lnTo>
                  <a:close/>
                  <a:moveTo>
                    <a:pt x="387317" y="1776271"/>
                  </a:moveTo>
                  <a:lnTo>
                    <a:pt x="420012" y="1724930"/>
                  </a:lnTo>
                  <a:lnTo>
                    <a:pt x="359047" y="1736511"/>
                  </a:lnTo>
                  <a:close/>
                  <a:moveTo>
                    <a:pt x="354754" y="1733626"/>
                  </a:moveTo>
                  <a:lnTo>
                    <a:pt x="350264" y="1738862"/>
                  </a:lnTo>
                  <a:lnTo>
                    <a:pt x="359047" y="1736511"/>
                  </a:lnTo>
                  <a:close/>
                  <a:moveTo>
                    <a:pt x="185942" y="1491595"/>
                  </a:moveTo>
                  <a:lnTo>
                    <a:pt x="151989" y="1499548"/>
                  </a:lnTo>
                  <a:lnTo>
                    <a:pt x="113749" y="1531253"/>
                  </a:lnTo>
                  <a:close/>
                  <a:moveTo>
                    <a:pt x="151989" y="1499548"/>
                  </a:moveTo>
                  <a:lnTo>
                    <a:pt x="185942" y="1491595"/>
                  </a:lnTo>
                  <a:lnTo>
                    <a:pt x="164705" y="1481180"/>
                  </a:lnTo>
                  <a:close/>
                  <a:moveTo>
                    <a:pt x="185942" y="1491595"/>
                  </a:moveTo>
                  <a:lnTo>
                    <a:pt x="199651" y="1457085"/>
                  </a:lnTo>
                  <a:lnTo>
                    <a:pt x="164705" y="1481180"/>
                  </a:lnTo>
                  <a:close/>
                  <a:moveTo>
                    <a:pt x="149124" y="1429643"/>
                  </a:moveTo>
                  <a:lnTo>
                    <a:pt x="164705" y="1481180"/>
                  </a:lnTo>
                  <a:lnTo>
                    <a:pt x="199651" y="1457085"/>
                  </a:lnTo>
                  <a:close/>
                  <a:moveTo>
                    <a:pt x="149124" y="1429643"/>
                  </a:moveTo>
                  <a:lnTo>
                    <a:pt x="199651" y="1457085"/>
                  </a:lnTo>
                  <a:lnTo>
                    <a:pt x="191379" y="1405549"/>
                  </a:lnTo>
                  <a:close/>
                  <a:moveTo>
                    <a:pt x="236722" y="1432991"/>
                  </a:moveTo>
                  <a:lnTo>
                    <a:pt x="239504" y="1382277"/>
                  </a:lnTo>
                  <a:lnTo>
                    <a:pt x="191379" y="1405549"/>
                  </a:lnTo>
                  <a:close/>
                  <a:moveTo>
                    <a:pt x="199651" y="1457085"/>
                  </a:moveTo>
                  <a:lnTo>
                    <a:pt x="236722" y="1432991"/>
                  </a:lnTo>
                  <a:lnTo>
                    <a:pt x="191379" y="1405549"/>
                  </a:lnTo>
                  <a:close/>
                  <a:moveTo>
                    <a:pt x="181775" y="1354012"/>
                  </a:moveTo>
                  <a:lnTo>
                    <a:pt x="191379" y="1405549"/>
                  </a:lnTo>
                  <a:lnTo>
                    <a:pt x="238730" y="1381905"/>
                  </a:lnTo>
                  <a:close/>
                  <a:moveTo>
                    <a:pt x="54847" y="1081007"/>
                  </a:moveTo>
                  <a:lnTo>
                    <a:pt x="18298" y="1079256"/>
                  </a:lnTo>
                  <a:lnTo>
                    <a:pt x="0" y="1123772"/>
                  </a:lnTo>
                  <a:close/>
                  <a:moveTo>
                    <a:pt x="94529" y="1054693"/>
                  </a:moveTo>
                  <a:lnTo>
                    <a:pt x="18298" y="1079256"/>
                  </a:lnTo>
                  <a:lnTo>
                    <a:pt x="54847" y="1081007"/>
                  </a:lnTo>
                  <a:close/>
                  <a:moveTo>
                    <a:pt x="648800" y="1729607"/>
                  </a:moveTo>
                  <a:lnTo>
                    <a:pt x="647018" y="1769654"/>
                  </a:lnTo>
                  <a:lnTo>
                    <a:pt x="668240" y="1762557"/>
                  </a:lnTo>
                  <a:close/>
                  <a:moveTo>
                    <a:pt x="128917" y="1081502"/>
                  </a:moveTo>
                  <a:lnTo>
                    <a:pt x="179591" y="1078288"/>
                  </a:lnTo>
                  <a:lnTo>
                    <a:pt x="140339" y="1051293"/>
                  </a:lnTo>
                  <a:close/>
                  <a:moveTo>
                    <a:pt x="210594" y="1028322"/>
                  </a:moveTo>
                  <a:lnTo>
                    <a:pt x="149573" y="1048141"/>
                  </a:lnTo>
                  <a:lnTo>
                    <a:pt x="217376" y="1029745"/>
                  </a:lnTo>
                  <a:close/>
                  <a:moveTo>
                    <a:pt x="217376" y="1029745"/>
                  </a:moveTo>
                  <a:lnTo>
                    <a:pt x="140339" y="1051293"/>
                  </a:lnTo>
                  <a:lnTo>
                    <a:pt x="193905" y="1075584"/>
                  </a:lnTo>
                  <a:close/>
                  <a:moveTo>
                    <a:pt x="193905" y="1075584"/>
                  </a:moveTo>
                  <a:lnTo>
                    <a:pt x="140339" y="1051293"/>
                  </a:lnTo>
                  <a:lnTo>
                    <a:pt x="179591" y="1078288"/>
                  </a:lnTo>
                  <a:close/>
                  <a:moveTo>
                    <a:pt x="210594" y="1028322"/>
                  </a:moveTo>
                  <a:lnTo>
                    <a:pt x="217376" y="1029745"/>
                  </a:lnTo>
                  <a:lnTo>
                    <a:pt x="220043" y="1024047"/>
                  </a:lnTo>
                  <a:close/>
                  <a:moveTo>
                    <a:pt x="217376" y="1029745"/>
                  </a:moveTo>
                  <a:lnTo>
                    <a:pt x="193905" y="1075584"/>
                  </a:lnTo>
                  <a:lnTo>
                    <a:pt x="241674" y="1065797"/>
                  </a:lnTo>
                  <a:close/>
                  <a:moveTo>
                    <a:pt x="241674" y="1065797"/>
                  </a:moveTo>
                  <a:lnTo>
                    <a:pt x="220043" y="1024047"/>
                  </a:lnTo>
                  <a:lnTo>
                    <a:pt x="217376" y="1029745"/>
                  </a:lnTo>
                  <a:close/>
                  <a:moveTo>
                    <a:pt x="283170" y="1007301"/>
                  </a:moveTo>
                  <a:lnTo>
                    <a:pt x="220043" y="1024047"/>
                  </a:lnTo>
                  <a:lnTo>
                    <a:pt x="241674" y="1065797"/>
                  </a:lnTo>
                  <a:close/>
                  <a:moveTo>
                    <a:pt x="259436" y="948417"/>
                  </a:moveTo>
                  <a:lnTo>
                    <a:pt x="283170" y="1007301"/>
                  </a:lnTo>
                  <a:lnTo>
                    <a:pt x="285259" y="973972"/>
                  </a:lnTo>
                  <a:close/>
                  <a:moveTo>
                    <a:pt x="220043" y="1024047"/>
                  </a:moveTo>
                  <a:lnTo>
                    <a:pt x="283170" y="1007301"/>
                  </a:lnTo>
                  <a:lnTo>
                    <a:pt x="259436" y="948417"/>
                  </a:lnTo>
                  <a:close/>
                  <a:moveTo>
                    <a:pt x="305839" y="999953"/>
                  </a:moveTo>
                  <a:lnTo>
                    <a:pt x="377065" y="1007644"/>
                  </a:lnTo>
                  <a:lnTo>
                    <a:pt x="355046" y="986849"/>
                  </a:lnTo>
                  <a:close/>
                  <a:moveTo>
                    <a:pt x="1053853" y="1724815"/>
                  </a:moveTo>
                  <a:lnTo>
                    <a:pt x="1075844" y="1738594"/>
                  </a:lnTo>
                  <a:lnTo>
                    <a:pt x="1077097" y="1720799"/>
                  </a:lnTo>
                  <a:close/>
                  <a:moveTo>
                    <a:pt x="1053853" y="1724815"/>
                  </a:moveTo>
                  <a:lnTo>
                    <a:pt x="1077097" y="1720799"/>
                  </a:lnTo>
                  <a:lnTo>
                    <a:pt x="1069719" y="1715694"/>
                  </a:lnTo>
                  <a:close/>
                  <a:moveTo>
                    <a:pt x="142527" y="384976"/>
                  </a:moveTo>
                  <a:lnTo>
                    <a:pt x="63336" y="398469"/>
                  </a:lnTo>
                  <a:lnTo>
                    <a:pt x="106372" y="412306"/>
                  </a:lnTo>
                  <a:close/>
                  <a:moveTo>
                    <a:pt x="593831" y="1024264"/>
                  </a:moveTo>
                  <a:lnTo>
                    <a:pt x="575195" y="1047304"/>
                  </a:lnTo>
                  <a:lnTo>
                    <a:pt x="589629" y="1030745"/>
                  </a:lnTo>
                  <a:close/>
                  <a:moveTo>
                    <a:pt x="593831" y="1024264"/>
                  </a:moveTo>
                  <a:lnTo>
                    <a:pt x="602350" y="1025228"/>
                  </a:lnTo>
                  <a:lnTo>
                    <a:pt x="632279" y="993339"/>
                  </a:lnTo>
                  <a:close/>
                  <a:moveTo>
                    <a:pt x="632279" y="993339"/>
                  </a:moveTo>
                  <a:lnTo>
                    <a:pt x="602350" y="1025228"/>
                  </a:lnTo>
                  <a:lnTo>
                    <a:pt x="639752" y="955114"/>
                  </a:lnTo>
                  <a:close/>
                  <a:moveTo>
                    <a:pt x="142527" y="384976"/>
                  </a:moveTo>
                  <a:lnTo>
                    <a:pt x="164012" y="400781"/>
                  </a:lnTo>
                  <a:lnTo>
                    <a:pt x="155430" y="360769"/>
                  </a:lnTo>
                  <a:close/>
                  <a:moveTo>
                    <a:pt x="1218243" y="1625090"/>
                  </a:moveTo>
                  <a:lnTo>
                    <a:pt x="1213096" y="1632603"/>
                  </a:lnTo>
                  <a:lnTo>
                    <a:pt x="1215127" y="1621805"/>
                  </a:lnTo>
                  <a:close/>
                  <a:moveTo>
                    <a:pt x="480685" y="621801"/>
                  </a:moveTo>
                  <a:lnTo>
                    <a:pt x="491298" y="570264"/>
                  </a:lnTo>
                  <a:lnTo>
                    <a:pt x="487408" y="578748"/>
                  </a:lnTo>
                  <a:close/>
                  <a:moveTo>
                    <a:pt x="806929" y="892274"/>
                  </a:moveTo>
                  <a:lnTo>
                    <a:pt x="781666" y="855390"/>
                  </a:lnTo>
                  <a:lnTo>
                    <a:pt x="808485" y="908848"/>
                  </a:lnTo>
                  <a:close/>
                  <a:moveTo>
                    <a:pt x="808485" y="908848"/>
                  </a:moveTo>
                  <a:lnTo>
                    <a:pt x="781666" y="855390"/>
                  </a:lnTo>
                  <a:lnTo>
                    <a:pt x="728345" y="873275"/>
                  </a:lnTo>
                  <a:close/>
                  <a:moveTo>
                    <a:pt x="718226" y="870204"/>
                  </a:moveTo>
                  <a:lnTo>
                    <a:pt x="713628" y="879484"/>
                  </a:lnTo>
                  <a:lnTo>
                    <a:pt x="728345" y="873275"/>
                  </a:lnTo>
                  <a:close/>
                  <a:moveTo>
                    <a:pt x="781389" y="805390"/>
                  </a:moveTo>
                  <a:lnTo>
                    <a:pt x="727867" y="827947"/>
                  </a:lnTo>
                  <a:lnTo>
                    <a:pt x="786207" y="814797"/>
                  </a:lnTo>
                  <a:close/>
                  <a:moveTo>
                    <a:pt x="727867" y="827947"/>
                  </a:moveTo>
                  <a:lnTo>
                    <a:pt x="718226" y="870204"/>
                  </a:lnTo>
                  <a:lnTo>
                    <a:pt x="786207" y="814797"/>
                  </a:lnTo>
                  <a:close/>
                  <a:moveTo>
                    <a:pt x="786207" y="814797"/>
                  </a:moveTo>
                  <a:lnTo>
                    <a:pt x="718226" y="870204"/>
                  </a:lnTo>
                  <a:lnTo>
                    <a:pt x="781666" y="855390"/>
                  </a:lnTo>
                  <a:close/>
                  <a:moveTo>
                    <a:pt x="781666" y="855390"/>
                  </a:moveTo>
                  <a:lnTo>
                    <a:pt x="718226" y="870204"/>
                  </a:lnTo>
                  <a:lnTo>
                    <a:pt x="728345" y="873275"/>
                  </a:lnTo>
                  <a:close/>
                  <a:moveTo>
                    <a:pt x="791709" y="803853"/>
                  </a:moveTo>
                  <a:lnTo>
                    <a:pt x="741959" y="784262"/>
                  </a:lnTo>
                  <a:lnTo>
                    <a:pt x="781389" y="805390"/>
                  </a:lnTo>
                  <a:close/>
                  <a:moveTo>
                    <a:pt x="781389" y="805390"/>
                  </a:moveTo>
                  <a:lnTo>
                    <a:pt x="786207" y="814797"/>
                  </a:lnTo>
                  <a:lnTo>
                    <a:pt x="791709" y="803853"/>
                  </a:lnTo>
                  <a:close/>
                  <a:moveTo>
                    <a:pt x="491298" y="570264"/>
                  </a:moveTo>
                  <a:lnTo>
                    <a:pt x="531547" y="561374"/>
                  </a:lnTo>
                  <a:lnTo>
                    <a:pt x="508789" y="561366"/>
                  </a:lnTo>
                  <a:close/>
                  <a:moveTo>
                    <a:pt x="508789" y="561366"/>
                  </a:moveTo>
                  <a:lnTo>
                    <a:pt x="531547" y="561374"/>
                  </a:lnTo>
                  <a:lnTo>
                    <a:pt x="574783" y="548350"/>
                  </a:lnTo>
                  <a:close/>
                  <a:moveTo>
                    <a:pt x="786207" y="814797"/>
                  </a:moveTo>
                  <a:lnTo>
                    <a:pt x="781666" y="855390"/>
                  </a:lnTo>
                  <a:lnTo>
                    <a:pt x="817935" y="838422"/>
                  </a:lnTo>
                  <a:close/>
                  <a:moveTo>
                    <a:pt x="786207" y="814797"/>
                  </a:moveTo>
                  <a:lnTo>
                    <a:pt x="817935" y="838422"/>
                  </a:lnTo>
                  <a:lnTo>
                    <a:pt x="791709" y="803853"/>
                  </a:lnTo>
                  <a:close/>
                  <a:moveTo>
                    <a:pt x="791709" y="803853"/>
                  </a:moveTo>
                  <a:lnTo>
                    <a:pt x="831199" y="831296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791709" y="803853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824969" y="785049"/>
                  </a:lnTo>
                  <a:lnTo>
                    <a:pt x="791709" y="803853"/>
                  </a:lnTo>
                  <a:close/>
                  <a:moveTo>
                    <a:pt x="856488" y="767990"/>
                  </a:moveTo>
                  <a:lnTo>
                    <a:pt x="836149" y="779759"/>
                  </a:lnTo>
                  <a:lnTo>
                    <a:pt x="869638" y="771627"/>
                  </a:lnTo>
                  <a:close/>
                  <a:moveTo>
                    <a:pt x="929390" y="730984"/>
                  </a:moveTo>
                  <a:lnTo>
                    <a:pt x="869638" y="771627"/>
                  </a:lnTo>
                  <a:lnTo>
                    <a:pt x="904685" y="755665"/>
                  </a:lnTo>
                  <a:close/>
                  <a:moveTo>
                    <a:pt x="856488" y="767990"/>
                  </a:moveTo>
                  <a:lnTo>
                    <a:pt x="869638" y="771627"/>
                  </a:lnTo>
                  <a:lnTo>
                    <a:pt x="929390" y="730984"/>
                  </a:lnTo>
                  <a:close/>
                  <a:moveTo>
                    <a:pt x="894675" y="736090"/>
                  </a:moveTo>
                  <a:lnTo>
                    <a:pt x="856488" y="767990"/>
                  </a:lnTo>
                  <a:lnTo>
                    <a:pt x="929390" y="730984"/>
                  </a:lnTo>
                  <a:close/>
                  <a:moveTo>
                    <a:pt x="812346" y="168018"/>
                  </a:moveTo>
                  <a:lnTo>
                    <a:pt x="811768" y="116481"/>
                  </a:lnTo>
                  <a:lnTo>
                    <a:pt x="771591" y="185927"/>
                  </a:lnTo>
                  <a:close/>
                  <a:moveTo>
                    <a:pt x="656789" y="37502"/>
                  </a:moveTo>
                  <a:lnTo>
                    <a:pt x="644478" y="89039"/>
                  </a:lnTo>
                  <a:lnTo>
                    <a:pt x="686929" y="64944"/>
                  </a:lnTo>
                  <a:close/>
                  <a:moveTo>
                    <a:pt x="656789" y="37502"/>
                  </a:moveTo>
                  <a:lnTo>
                    <a:pt x="686929" y="64944"/>
                  </a:lnTo>
                  <a:lnTo>
                    <a:pt x="690771" y="13408"/>
                  </a:lnTo>
                  <a:close/>
                  <a:moveTo>
                    <a:pt x="701962" y="0"/>
                  </a:moveTo>
                  <a:lnTo>
                    <a:pt x="656789" y="37502"/>
                  </a:lnTo>
                  <a:lnTo>
                    <a:pt x="690771" y="13408"/>
                  </a:lnTo>
                  <a:close/>
                  <a:moveTo>
                    <a:pt x="992024" y="308894"/>
                  </a:moveTo>
                  <a:lnTo>
                    <a:pt x="1015178" y="350070"/>
                  </a:lnTo>
                  <a:lnTo>
                    <a:pt x="1015768" y="339663"/>
                  </a:lnTo>
                  <a:close/>
                  <a:moveTo>
                    <a:pt x="806303" y="215435"/>
                  </a:moveTo>
                  <a:lnTo>
                    <a:pt x="813466" y="214627"/>
                  </a:lnTo>
                  <a:lnTo>
                    <a:pt x="812346" y="168018"/>
                  </a:lnTo>
                  <a:close/>
                  <a:moveTo>
                    <a:pt x="701962" y="0"/>
                  </a:moveTo>
                  <a:lnTo>
                    <a:pt x="690771" y="13408"/>
                  </a:lnTo>
                  <a:lnTo>
                    <a:pt x="716394" y="459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55" name="Output_density__4254">
              <a:extLst>
                <a:ext uri="{FF2B5EF4-FFF2-40B4-BE49-F238E27FC236}">
                  <a16:creationId xmlns:a16="http://schemas.microsoft.com/office/drawing/2014/main" id="{47EBA00D-D7E2-F850-F81C-B29B327048D1}"/>
                </a:ext>
              </a:extLst>
            </p:cNvPr>
            <p:cNvSpPr>
              <a:spLocks noGrp="1"/>
            </p:cNvSpPr>
            <p:nvPr/>
          </p:nvSpPr>
          <p:spPr>
            <a:xfrm>
              <a:off x="15343334" y="2481287"/>
              <a:ext cx="1363817" cy="2036401"/>
            </a:xfrm>
            <a:custGeom>
              <a:avLst/>
              <a:gdLst/>
              <a:ahLst/>
              <a:cxnLst/>
              <a:rect l="0" t="0" r="0" b="0"/>
              <a:pathLst>
                <a:path w="1363817" h="2036401">
                  <a:moveTo>
                    <a:pt x="196406" y="2021902"/>
                  </a:moveTo>
                  <a:lnTo>
                    <a:pt x="163101" y="2032279"/>
                  </a:lnTo>
                  <a:lnTo>
                    <a:pt x="247004" y="2036401"/>
                  </a:lnTo>
                  <a:close/>
                  <a:moveTo>
                    <a:pt x="300884" y="1861428"/>
                  </a:moveTo>
                  <a:lnTo>
                    <a:pt x="322627" y="1874665"/>
                  </a:lnTo>
                  <a:lnTo>
                    <a:pt x="274048" y="1849273"/>
                  </a:lnTo>
                  <a:close/>
                  <a:moveTo>
                    <a:pt x="431914" y="1855628"/>
                  </a:moveTo>
                  <a:lnTo>
                    <a:pt x="431777" y="1852622"/>
                  </a:lnTo>
                  <a:lnTo>
                    <a:pt x="400631" y="1856735"/>
                  </a:lnTo>
                  <a:close/>
                  <a:moveTo>
                    <a:pt x="24605" y="1181195"/>
                  </a:moveTo>
                  <a:lnTo>
                    <a:pt x="75971" y="1158552"/>
                  </a:lnTo>
                  <a:lnTo>
                    <a:pt x="57578" y="1177700"/>
                  </a:lnTo>
                  <a:close/>
                  <a:moveTo>
                    <a:pt x="22398" y="1181070"/>
                  </a:moveTo>
                  <a:lnTo>
                    <a:pt x="24605" y="1181195"/>
                  </a:lnTo>
                  <a:lnTo>
                    <a:pt x="0" y="1163216"/>
                  </a:lnTo>
                  <a:close/>
                  <a:moveTo>
                    <a:pt x="57578" y="1177700"/>
                  </a:moveTo>
                  <a:lnTo>
                    <a:pt x="0" y="1163216"/>
                  </a:lnTo>
                  <a:lnTo>
                    <a:pt x="24605" y="1181195"/>
                  </a:lnTo>
                  <a:close/>
                  <a:moveTo>
                    <a:pt x="67991" y="1145922"/>
                  </a:moveTo>
                  <a:lnTo>
                    <a:pt x="57578" y="1177700"/>
                  </a:lnTo>
                  <a:lnTo>
                    <a:pt x="75971" y="1158552"/>
                  </a:lnTo>
                  <a:close/>
                  <a:moveTo>
                    <a:pt x="69284" y="1019385"/>
                  </a:moveTo>
                  <a:lnTo>
                    <a:pt x="81139" y="1031385"/>
                  </a:lnTo>
                  <a:lnTo>
                    <a:pt x="42381" y="985983"/>
                  </a:lnTo>
                  <a:close/>
                  <a:moveTo>
                    <a:pt x="37260" y="979848"/>
                  </a:moveTo>
                  <a:lnTo>
                    <a:pt x="69284" y="1019385"/>
                  </a:lnTo>
                  <a:lnTo>
                    <a:pt x="42381" y="985983"/>
                  </a:lnTo>
                  <a:close/>
                  <a:moveTo>
                    <a:pt x="60563" y="919062"/>
                  </a:moveTo>
                  <a:lnTo>
                    <a:pt x="40400" y="978574"/>
                  </a:lnTo>
                  <a:lnTo>
                    <a:pt x="107917" y="921432"/>
                  </a:lnTo>
                  <a:close/>
                  <a:moveTo>
                    <a:pt x="639198" y="1574193"/>
                  </a:moveTo>
                  <a:lnTo>
                    <a:pt x="651429" y="1595898"/>
                  </a:lnTo>
                  <a:lnTo>
                    <a:pt x="622583" y="1622946"/>
                  </a:lnTo>
                  <a:close/>
                  <a:moveTo>
                    <a:pt x="466083" y="1252273"/>
                  </a:moveTo>
                  <a:lnTo>
                    <a:pt x="427431" y="1316510"/>
                  </a:lnTo>
                  <a:lnTo>
                    <a:pt x="444242" y="1305512"/>
                  </a:lnTo>
                  <a:close/>
                  <a:moveTo>
                    <a:pt x="107917" y="921432"/>
                  </a:moveTo>
                  <a:lnTo>
                    <a:pt x="137161" y="904218"/>
                  </a:lnTo>
                  <a:lnTo>
                    <a:pt x="136114" y="940293"/>
                  </a:lnTo>
                  <a:close/>
                  <a:moveTo>
                    <a:pt x="107917" y="921432"/>
                  </a:moveTo>
                  <a:lnTo>
                    <a:pt x="124764" y="931660"/>
                  </a:lnTo>
                  <a:lnTo>
                    <a:pt x="93400" y="906935"/>
                  </a:lnTo>
                  <a:close/>
                  <a:moveTo>
                    <a:pt x="107917" y="921432"/>
                  </a:moveTo>
                  <a:lnTo>
                    <a:pt x="93400" y="906935"/>
                  </a:lnTo>
                  <a:lnTo>
                    <a:pt x="60563" y="919062"/>
                  </a:lnTo>
                  <a:close/>
                  <a:moveTo>
                    <a:pt x="320550" y="967040"/>
                  </a:moveTo>
                  <a:lnTo>
                    <a:pt x="271758" y="1034733"/>
                  </a:lnTo>
                  <a:lnTo>
                    <a:pt x="306316" y="1004285"/>
                  </a:lnTo>
                  <a:close/>
                  <a:moveTo>
                    <a:pt x="272320" y="1031010"/>
                  </a:moveTo>
                  <a:lnTo>
                    <a:pt x="271758" y="1034733"/>
                  </a:lnTo>
                  <a:lnTo>
                    <a:pt x="320550" y="967040"/>
                  </a:lnTo>
                  <a:close/>
                  <a:moveTo>
                    <a:pt x="272320" y="1031010"/>
                  </a:moveTo>
                  <a:lnTo>
                    <a:pt x="272396" y="968206"/>
                  </a:lnTo>
                  <a:lnTo>
                    <a:pt x="277587" y="1010640"/>
                  </a:lnTo>
                  <a:close/>
                  <a:moveTo>
                    <a:pt x="816147" y="1520175"/>
                  </a:moveTo>
                  <a:lnTo>
                    <a:pt x="797728" y="1501912"/>
                  </a:lnTo>
                  <a:lnTo>
                    <a:pt x="806624" y="1517213"/>
                  </a:lnTo>
                  <a:close/>
                  <a:moveTo>
                    <a:pt x="481915" y="1176569"/>
                  </a:moveTo>
                  <a:lnTo>
                    <a:pt x="435993" y="1162141"/>
                  </a:lnTo>
                  <a:lnTo>
                    <a:pt x="454345" y="1165249"/>
                  </a:lnTo>
                  <a:close/>
                  <a:moveTo>
                    <a:pt x="553308" y="1133914"/>
                  </a:moveTo>
                  <a:lnTo>
                    <a:pt x="583115" y="1093736"/>
                  </a:lnTo>
                  <a:lnTo>
                    <a:pt x="580281" y="1089619"/>
                  </a:lnTo>
                  <a:close/>
                  <a:moveTo>
                    <a:pt x="1070322" y="1632428"/>
                  </a:moveTo>
                  <a:lnTo>
                    <a:pt x="1045342" y="1636019"/>
                  </a:lnTo>
                  <a:lnTo>
                    <a:pt x="1090538" y="1610216"/>
                  </a:lnTo>
                  <a:close/>
                  <a:moveTo>
                    <a:pt x="1090538" y="1610216"/>
                  </a:moveTo>
                  <a:lnTo>
                    <a:pt x="1045342" y="1636019"/>
                  </a:lnTo>
                  <a:lnTo>
                    <a:pt x="1011333" y="1623657"/>
                  </a:lnTo>
                  <a:close/>
                  <a:moveTo>
                    <a:pt x="553308" y="1133914"/>
                  </a:moveTo>
                  <a:lnTo>
                    <a:pt x="566111" y="1069579"/>
                  </a:lnTo>
                  <a:lnTo>
                    <a:pt x="546619" y="1141155"/>
                  </a:lnTo>
                  <a:close/>
                  <a:moveTo>
                    <a:pt x="566111" y="1069579"/>
                  </a:moveTo>
                  <a:lnTo>
                    <a:pt x="553308" y="1133914"/>
                  </a:lnTo>
                  <a:lnTo>
                    <a:pt x="580281" y="1089619"/>
                  </a:lnTo>
                  <a:close/>
                  <a:moveTo>
                    <a:pt x="468273" y="985651"/>
                  </a:moveTo>
                  <a:lnTo>
                    <a:pt x="508972" y="1007929"/>
                  </a:lnTo>
                  <a:lnTo>
                    <a:pt x="428417" y="980071"/>
                  </a:lnTo>
                  <a:close/>
                  <a:moveTo>
                    <a:pt x="29433" y="361613"/>
                  </a:moveTo>
                  <a:lnTo>
                    <a:pt x="97653" y="344013"/>
                  </a:lnTo>
                  <a:lnTo>
                    <a:pt x="60069" y="377616"/>
                  </a:lnTo>
                  <a:close/>
                  <a:moveTo>
                    <a:pt x="1070322" y="1632428"/>
                  </a:moveTo>
                  <a:lnTo>
                    <a:pt x="1090236" y="1574760"/>
                  </a:lnTo>
                  <a:lnTo>
                    <a:pt x="1068746" y="1556797"/>
                  </a:lnTo>
                  <a:close/>
                  <a:moveTo>
                    <a:pt x="927804" y="1128907"/>
                  </a:moveTo>
                  <a:lnTo>
                    <a:pt x="940999" y="1130670"/>
                  </a:lnTo>
                  <a:lnTo>
                    <a:pt x="899487" y="1120410"/>
                  </a:lnTo>
                  <a:close/>
                  <a:moveTo>
                    <a:pt x="550170" y="852385"/>
                  </a:moveTo>
                  <a:lnTo>
                    <a:pt x="613322" y="880950"/>
                  </a:lnTo>
                  <a:lnTo>
                    <a:pt x="629092" y="837885"/>
                  </a:lnTo>
                  <a:close/>
                  <a:moveTo>
                    <a:pt x="659158" y="811190"/>
                  </a:moveTo>
                  <a:lnTo>
                    <a:pt x="629092" y="837885"/>
                  </a:lnTo>
                  <a:lnTo>
                    <a:pt x="664728" y="814397"/>
                  </a:lnTo>
                  <a:close/>
                  <a:moveTo>
                    <a:pt x="664728" y="814397"/>
                  </a:moveTo>
                  <a:lnTo>
                    <a:pt x="629092" y="837885"/>
                  </a:lnTo>
                  <a:lnTo>
                    <a:pt x="613322" y="880950"/>
                  </a:lnTo>
                  <a:close/>
                  <a:moveTo>
                    <a:pt x="659158" y="811190"/>
                  </a:moveTo>
                  <a:lnTo>
                    <a:pt x="664728" y="814397"/>
                  </a:lnTo>
                  <a:lnTo>
                    <a:pt x="664062" y="793954"/>
                  </a:lnTo>
                  <a:close/>
                  <a:moveTo>
                    <a:pt x="314763" y="469802"/>
                  </a:moveTo>
                  <a:lnTo>
                    <a:pt x="331255" y="519136"/>
                  </a:lnTo>
                  <a:lnTo>
                    <a:pt x="330023" y="526065"/>
                  </a:lnTo>
                  <a:close/>
                  <a:moveTo>
                    <a:pt x="124147" y="259851"/>
                  </a:moveTo>
                  <a:lnTo>
                    <a:pt x="121008" y="295879"/>
                  </a:lnTo>
                  <a:lnTo>
                    <a:pt x="130514" y="268382"/>
                  </a:lnTo>
                  <a:close/>
                  <a:moveTo>
                    <a:pt x="124147" y="259851"/>
                  </a:moveTo>
                  <a:lnTo>
                    <a:pt x="130514" y="268382"/>
                  </a:lnTo>
                  <a:lnTo>
                    <a:pt x="166280" y="200837"/>
                  </a:lnTo>
                  <a:close/>
                  <a:moveTo>
                    <a:pt x="1246935" y="1440904"/>
                  </a:moveTo>
                  <a:lnTo>
                    <a:pt x="1202644" y="1429630"/>
                  </a:lnTo>
                  <a:lnTo>
                    <a:pt x="1208456" y="1431937"/>
                  </a:lnTo>
                  <a:close/>
                  <a:moveTo>
                    <a:pt x="871999" y="948065"/>
                  </a:moveTo>
                  <a:lnTo>
                    <a:pt x="832862" y="941900"/>
                  </a:lnTo>
                  <a:lnTo>
                    <a:pt x="811199" y="994723"/>
                  </a:lnTo>
                  <a:close/>
                  <a:moveTo>
                    <a:pt x="832862" y="941900"/>
                  </a:moveTo>
                  <a:lnTo>
                    <a:pt x="871999" y="948065"/>
                  </a:lnTo>
                  <a:lnTo>
                    <a:pt x="805818" y="914264"/>
                  </a:lnTo>
                  <a:close/>
                  <a:moveTo>
                    <a:pt x="877794" y="934133"/>
                  </a:moveTo>
                  <a:lnTo>
                    <a:pt x="833017" y="941394"/>
                  </a:lnTo>
                  <a:lnTo>
                    <a:pt x="805818" y="914264"/>
                  </a:lnTo>
                  <a:close/>
                  <a:moveTo>
                    <a:pt x="369326" y="390692"/>
                  </a:moveTo>
                  <a:lnTo>
                    <a:pt x="376496" y="332110"/>
                  </a:lnTo>
                  <a:lnTo>
                    <a:pt x="346209" y="344041"/>
                  </a:lnTo>
                  <a:close/>
                  <a:moveTo>
                    <a:pt x="1361800" y="1443169"/>
                  </a:moveTo>
                  <a:lnTo>
                    <a:pt x="1353148" y="1432979"/>
                  </a:lnTo>
                  <a:lnTo>
                    <a:pt x="1336575" y="1466479"/>
                  </a:lnTo>
                  <a:close/>
                  <a:moveTo>
                    <a:pt x="1246935" y="1440904"/>
                  </a:moveTo>
                  <a:lnTo>
                    <a:pt x="1262160" y="1457072"/>
                  </a:lnTo>
                  <a:lnTo>
                    <a:pt x="1274757" y="1437969"/>
                  </a:lnTo>
                  <a:close/>
                  <a:moveTo>
                    <a:pt x="979665" y="1140334"/>
                  </a:moveTo>
                  <a:lnTo>
                    <a:pt x="1016789" y="1104457"/>
                  </a:lnTo>
                  <a:lnTo>
                    <a:pt x="1042240" y="1072223"/>
                  </a:lnTo>
                  <a:close/>
                  <a:moveTo>
                    <a:pt x="832939" y="941706"/>
                  </a:moveTo>
                  <a:lnTo>
                    <a:pt x="833017" y="941394"/>
                  </a:lnTo>
                  <a:lnTo>
                    <a:pt x="856687" y="894995"/>
                  </a:lnTo>
                  <a:close/>
                  <a:moveTo>
                    <a:pt x="357836" y="309298"/>
                  </a:moveTo>
                  <a:lnTo>
                    <a:pt x="346209" y="344041"/>
                  </a:lnTo>
                  <a:lnTo>
                    <a:pt x="367156" y="323267"/>
                  </a:lnTo>
                  <a:close/>
                  <a:moveTo>
                    <a:pt x="357836" y="309298"/>
                  </a:moveTo>
                  <a:lnTo>
                    <a:pt x="367156" y="323267"/>
                  </a:lnTo>
                  <a:lnTo>
                    <a:pt x="363207" y="272693"/>
                  </a:lnTo>
                  <a:close/>
                  <a:moveTo>
                    <a:pt x="363207" y="272693"/>
                  </a:moveTo>
                  <a:lnTo>
                    <a:pt x="367156" y="323267"/>
                  </a:lnTo>
                  <a:lnTo>
                    <a:pt x="380300" y="296823"/>
                  </a:lnTo>
                  <a:close/>
                  <a:moveTo>
                    <a:pt x="1353148" y="1432979"/>
                  </a:moveTo>
                  <a:lnTo>
                    <a:pt x="1363817" y="1393653"/>
                  </a:lnTo>
                  <a:lnTo>
                    <a:pt x="1349560" y="1415138"/>
                  </a:lnTo>
                  <a:close/>
                  <a:moveTo>
                    <a:pt x="469350" y="231861"/>
                  </a:moveTo>
                  <a:lnTo>
                    <a:pt x="458730" y="223543"/>
                  </a:lnTo>
                  <a:lnTo>
                    <a:pt x="437099" y="239384"/>
                  </a:lnTo>
                  <a:close/>
                  <a:moveTo>
                    <a:pt x="469350" y="231861"/>
                  </a:moveTo>
                  <a:lnTo>
                    <a:pt x="484412" y="247637"/>
                  </a:lnTo>
                  <a:lnTo>
                    <a:pt x="472750" y="198002"/>
                  </a:lnTo>
                  <a:close/>
                  <a:moveTo>
                    <a:pt x="458730" y="223543"/>
                  </a:moveTo>
                  <a:lnTo>
                    <a:pt x="469350" y="231861"/>
                  </a:lnTo>
                  <a:lnTo>
                    <a:pt x="472750" y="198002"/>
                  </a:lnTo>
                  <a:close/>
                  <a:moveTo>
                    <a:pt x="981740" y="743395"/>
                  </a:moveTo>
                  <a:lnTo>
                    <a:pt x="972848" y="778572"/>
                  </a:lnTo>
                  <a:lnTo>
                    <a:pt x="1024545" y="728758"/>
                  </a:lnTo>
                  <a:close/>
                  <a:moveTo>
                    <a:pt x="457076" y="179176"/>
                  </a:moveTo>
                  <a:lnTo>
                    <a:pt x="472750" y="198002"/>
                  </a:lnTo>
                  <a:lnTo>
                    <a:pt x="480377" y="160153"/>
                  </a:lnTo>
                  <a:close/>
                  <a:moveTo>
                    <a:pt x="458730" y="223543"/>
                  </a:moveTo>
                  <a:lnTo>
                    <a:pt x="472750" y="198002"/>
                  </a:lnTo>
                  <a:lnTo>
                    <a:pt x="448612" y="210739"/>
                  </a:lnTo>
                  <a:close/>
                  <a:moveTo>
                    <a:pt x="517351" y="168076"/>
                  </a:moveTo>
                  <a:lnTo>
                    <a:pt x="472750" y="198002"/>
                  </a:lnTo>
                  <a:lnTo>
                    <a:pt x="513971" y="177443"/>
                  </a:lnTo>
                  <a:close/>
                  <a:moveTo>
                    <a:pt x="517351" y="168076"/>
                  </a:moveTo>
                  <a:lnTo>
                    <a:pt x="480377" y="160153"/>
                  </a:lnTo>
                  <a:lnTo>
                    <a:pt x="472750" y="198002"/>
                  </a:lnTo>
                  <a:close/>
                  <a:moveTo>
                    <a:pt x="480377" y="160153"/>
                  </a:moveTo>
                  <a:lnTo>
                    <a:pt x="517351" y="168076"/>
                  </a:lnTo>
                  <a:lnTo>
                    <a:pt x="486585" y="114830"/>
                  </a:lnTo>
                  <a:close/>
                  <a:moveTo>
                    <a:pt x="517351" y="168076"/>
                  </a:moveTo>
                  <a:lnTo>
                    <a:pt x="530851" y="105654"/>
                  </a:lnTo>
                  <a:lnTo>
                    <a:pt x="486585" y="114830"/>
                  </a:lnTo>
                  <a:close/>
                  <a:moveTo>
                    <a:pt x="477497" y="147912"/>
                  </a:moveTo>
                  <a:lnTo>
                    <a:pt x="480377" y="160153"/>
                  </a:lnTo>
                  <a:lnTo>
                    <a:pt x="486585" y="114830"/>
                  </a:lnTo>
                  <a:close/>
                  <a:moveTo>
                    <a:pt x="1024545" y="728758"/>
                  </a:moveTo>
                  <a:lnTo>
                    <a:pt x="1059813" y="745854"/>
                  </a:lnTo>
                  <a:lnTo>
                    <a:pt x="981740" y="743395"/>
                  </a:lnTo>
                  <a:close/>
                  <a:moveTo>
                    <a:pt x="871088" y="369460"/>
                  </a:moveTo>
                  <a:lnTo>
                    <a:pt x="820958" y="386892"/>
                  </a:lnTo>
                  <a:lnTo>
                    <a:pt x="792953" y="386905"/>
                  </a:lnTo>
                  <a:close/>
                  <a:moveTo>
                    <a:pt x="530851" y="105654"/>
                  </a:moveTo>
                  <a:lnTo>
                    <a:pt x="536815" y="89510"/>
                  </a:lnTo>
                  <a:lnTo>
                    <a:pt x="513695" y="81290"/>
                  </a:lnTo>
                  <a:close/>
                  <a:moveTo>
                    <a:pt x="486585" y="114830"/>
                  </a:moveTo>
                  <a:lnTo>
                    <a:pt x="530851" y="105654"/>
                  </a:lnTo>
                  <a:lnTo>
                    <a:pt x="513695" y="81290"/>
                  </a:lnTo>
                  <a:close/>
                  <a:moveTo>
                    <a:pt x="536815" y="89510"/>
                  </a:moveTo>
                  <a:lnTo>
                    <a:pt x="580582" y="91910"/>
                  </a:lnTo>
                  <a:lnTo>
                    <a:pt x="552724" y="52534"/>
                  </a:lnTo>
                  <a:close/>
                  <a:moveTo>
                    <a:pt x="526357" y="72282"/>
                  </a:moveTo>
                  <a:lnTo>
                    <a:pt x="536815" y="89510"/>
                  </a:lnTo>
                  <a:lnTo>
                    <a:pt x="552724" y="52534"/>
                  </a:lnTo>
                  <a:close/>
                  <a:moveTo>
                    <a:pt x="836023" y="381501"/>
                  </a:moveTo>
                  <a:lnTo>
                    <a:pt x="871088" y="369460"/>
                  </a:lnTo>
                  <a:lnTo>
                    <a:pt x="891888" y="312329"/>
                  </a:lnTo>
                  <a:close/>
                  <a:moveTo>
                    <a:pt x="891888" y="312329"/>
                  </a:moveTo>
                  <a:lnTo>
                    <a:pt x="899889" y="297962"/>
                  </a:lnTo>
                  <a:lnTo>
                    <a:pt x="864385" y="357408"/>
                  </a:lnTo>
                  <a:close/>
                  <a:moveTo>
                    <a:pt x="881222" y="272452"/>
                  </a:moveTo>
                  <a:lnTo>
                    <a:pt x="908434" y="281777"/>
                  </a:lnTo>
                  <a:lnTo>
                    <a:pt x="899889" y="297962"/>
                  </a:lnTo>
                  <a:close/>
                  <a:moveTo>
                    <a:pt x="993519" y="208057"/>
                  </a:moveTo>
                  <a:lnTo>
                    <a:pt x="1026347" y="208375"/>
                  </a:lnTo>
                  <a:lnTo>
                    <a:pt x="981442" y="154610"/>
                  </a:lnTo>
                  <a:close/>
                  <a:moveTo>
                    <a:pt x="924714" y="27443"/>
                  </a:moveTo>
                  <a:lnTo>
                    <a:pt x="935271" y="30056"/>
                  </a:lnTo>
                  <a:lnTo>
                    <a:pt x="91212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56" name="Output_density__4255">
              <a:extLst>
                <a:ext uri="{FF2B5EF4-FFF2-40B4-BE49-F238E27FC236}">
                  <a16:creationId xmlns:a16="http://schemas.microsoft.com/office/drawing/2014/main" id="{ADFE7F02-189A-AB56-8AF7-7B140EBF6A62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228555" cy="2292992"/>
            </a:xfrm>
            <a:custGeom>
              <a:avLst/>
              <a:gdLst/>
              <a:ahLst/>
              <a:cxnLst/>
              <a:rect l="0" t="0" r="0" b="0"/>
              <a:pathLst>
                <a:path w="1228555" h="2292992">
                  <a:moveTo>
                    <a:pt x="230558" y="2271625"/>
                  </a:moveTo>
                  <a:lnTo>
                    <a:pt x="256432" y="2292992"/>
                  </a:lnTo>
                  <a:lnTo>
                    <a:pt x="268388" y="2257259"/>
                  </a:lnTo>
                  <a:close/>
                  <a:moveTo>
                    <a:pt x="293636" y="2247531"/>
                  </a:moveTo>
                  <a:lnTo>
                    <a:pt x="268388" y="2257259"/>
                  </a:lnTo>
                  <a:lnTo>
                    <a:pt x="256432" y="2292992"/>
                  </a:lnTo>
                  <a:close/>
                  <a:moveTo>
                    <a:pt x="231742" y="2092921"/>
                  </a:moveTo>
                  <a:lnTo>
                    <a:pt x="221528" y="2162491"/>
                  </a:lnTo>
                  <a:lnTo>
                    <a:pt x="245780" y="2118264"/>
                  </a:lnTo>
                  <a:close/>
                  <a:moveTo>
                    <a:pt x="308607" y="2195994"/>
                  </a:moveTo>
                  <a:lnTo>
                    <a:pt x="293636" y="2247531"/>
                  </a:lnTo>
                  <a:lnTo>
                    <a:pt x="351142" y="2227963"/>
                  </a:lnTo>
                  <a:close/>
                  <a:moveTo>
                    <a:pt x="334074" y="2120364"/>
                  </a:moveTo>
                  <a:lnTo>
                    <a:pt x="371489" y="2096270"/>
                  </a:lnTo>
                  <a:lnTo>
                    <a:pt x="327310" y="2113516"/>
                  </a:lnTo>
                  <a:close/>
                  <a:moveTo>
                    <a:pt x="371489" y="2096270"/>
                  </a:moveTo>
                  <a:lnTo>
                    <a:pt x="346705" y="2051134"/>
                  </a:lnTo>
                  <a:lnTo>
                    <a:pt x="327310" y="2113516"/>
                  </a:lnTo>
                  <a:close/>
                  <a:moveTo>
                    <a:pt x="316988" y="1816530"/>
                  </a:moveTo>
                  <a:lnTo>
                    <a:pt x="338097" y="1866030"/>
                  </a:lnTo>
                  <a:lnTo>
                    <a:pt x="326727" y="1841537"/>
                  </a:lnTo>
                  <a:close/>
                  <a:moveTo>
                    <a:pt x="317808" y="1814493"/>
                  </a:moveTo>
                  <a:lnTo>
                    <a:pt x="316988" y="1816530"/>
                  </a:lnTo>
                  <a:lnTo>
                    <a:pt x="326727" y="1841537"/>
                  </a:lnTo>
                  <a:close/>
                  <a:moveTo>
                    <a:pt x="318145" y="1809452"/>
                  </a:moveTo>
                  <a:lnTo>
                    <a:pt x="316988" y="1816530"/>
                  </a:lnTo>
                  <a:lnTo>
                    <a:pt x="317808" y="1814493"/>
                  </a:lnTo>
                  <a:close/>
                  <a:moveTo>
                    <a:pt x="338097" y="1866030"/>
                  </a:moveTo>
                  <a:lnTo>
                    <a:pt x="363337" y="1917566"/>
                  </a:lnTo>
                  <a:lnTo>
                    <a:pt x="405518" y="1893472"/>
                  </a:lnTo>
                  <a:close/>
                  <a:moveTo>
                    <a:pt x="317808" y="1814493"/>
                  </a:moveTo>
                  <a:lnTo>
                    <a:pt x="326727" y="1841537"/>
                  </a:lnTo>
                  <a:lnTo>
                    <a:pt x="335298" y="1801644"/>
                  </a:lnTo>
                  <a:close/>
                  <a:moveTo>
                    <a:pt x="318145" y="1809452"/>
                  </a:moveTo>
                  <a:lnTo>
                    <a:pt x="317808" y="1814493"/>
                  </a:lnTo>
                  <a:lnTo>
                    <a:pt x="335298" y="1801644"/>
                  </a:lnTo>
                  <a:close/>
                  <a:moveTo>
                    <a:pt x="177899" y="1499548"/>
                  </a:moveTo>
                  <a:lnTo>
                    <a:pt x="144574" y="1509853"/>
                  </a:lnTo>
                  <a:lnTo>
                    <a:pt x="139659" y="1531253"/>
                  </a:lnTo>
                  <a:close/>
                  <a:moveTo>
                    <a:pt x="413227" y="1776271"/>
                  </a:moveTo>
                  <a:lnTo>
                    <a:pt x="469266" y="1768694"/>
                  </a:lnTo>
                  <a:lnTo>
                    <a:pt x="445923" y="1724930"/>
                  </a:lnTo>
                  <a:close/>
                  <a:moveTo>
                    <a:pt x="469266" y="1768694"/>
                  </a:moveTo>
                  <a:lnTo>
                    <a:pt x="517364" y="1767574"/>
                  </a:lnTo>
                  <a:lnTo>
                    <a:pt x="445923" y="1724930"/>
                  </a:lnTo>
                  <a:close/>
                  <a:moveTo>
                    <a:pt x="21136" y="1199402"/>
                  </a:moveTo>
                  <a:lnTo>
                    <a:pt x="0" y="1223496"/>
                  </a:lnTo>
                  <a:lnTo>
                    <a:pt x="30003" y="1250939"/>
                  </a:lnTo>
                  <a:close/>
                  <a:moveTo>
                    <a:pt x="21136" y="1199402"/>
                  </a:moveTo>
                  <a:lnTo>
                    <a:pt x="17034" y="1147866"/>
                  </a:lnTo>
                  <a:lnTo>
                    <a:pt x="0" y="1223496"/>
                  </a:lnTo>
                  <a:close/>
                  <a:moveTo>
                    <a:pt x="217290" y="1405549"/>
                  </a:moveTo>
                  <a:lnTo>
                    <a:pt x="265414" y="1382277"/>
                  </a:lnTo>
                  <a:lnTo>
                    <a:pt x="264641" y="1381905"/>
                  </a:lnTo>
                  <a:close/>
                  <a:moveTo>
                    <a:pt x="207685" y="1354012"/>
                  </a:moveTo>
                  <a:lnTo>
                    <a:pt x="264641" y="1381905"/>
                  </a:lnTo>
                  <a:lnTo>
                    <a:pt x="249353" y="1331590"/>
                  </a:lnTo>
                  <a:close/>
                  <a:moveTo>
                    <a:pt x="266115" y="1381455"/>
                  </a:moveTo>
                  <a:lnTo>
                    <a:pt x="252044" y="1329918"/>
                  </a:lnTo>
                  <a:lnTo>
                    <a:pt x="264641" y="1381905"/>
                  </a:lnTo>
                  <a:close/>
                  <a:moveTo>
                    <a:pt x="252044" y="1329918"/>
                  </a:moveTo>
                  <a:lnTo>
                    <a:pt x="249353" y="1331590"/>
                  </a:lnTo>
                  <a:lnTo>
                    <a:pt x="264641" y="1381905"/>
                  </a:lnTo>
                  <a:close/>
                  <a:moveTo>
                    <a:pt x="264641" y="1381905"/>
                  </a:moveTo>
                  <a:lnTo>
                    <a:pt x="265414" y="1382277"/>
                  </a:lnTo>
                  <a:lnTo>
                    <a:pt x="266115" y="1381455"/>
                  </a:lnTo>
                  <a:close/>
                  <a:moveTo>
                    <a:pt x="216307" y="1333570"/>
                  </a:moveTo>
                  <a:lnTo>
                    <a:pt x="249353" y="1331590"/>
                  </a:lnTo>
                  <a:lnTo>
                    <a:pt x="252044" y="1329918"/>
                  </a:lnTo>
                  <a:close/>
                  <a:moveTo>
                    <a:pt x="21136" y="1199402"/>
                  </a:moveTo>
                  <a:lnTo>
                    <a:pt x="30003" y="1250939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21136" y="1199402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52459" y="1175308"/>
                  </a:lnTo>
                  <a:lnTo>
                    <a:pt x="25911" y="1123772"/>
                  </a:lnTo>
                  <a:close/>
                  <a:moveTo>
                    <a:pt x="44209" y="1079256"/>
                  </a:moveTo>
                  <a:lnTo>
                    <a:pt x="17034" y="1147866"/>
                  </a:lnTo>
                  <a:lnTo>
                    <a:pt x="25911" y="1123772"/>
                  </a:lnTo>
                  <a:close/>
                  <a:moveTo>
                    <a:pt x="639428" y="1793747"/>
                  </a:moveTo>
                  <a:lnTo>
                    <a:pt x="627690" y="1845284"/>
                  </a:lnTo>
                  <a:lnTo>
                    <a:pt x="684164" y="1821190"/>
                  </a:lnTo>
                  <a:close/>
                  <a:moveTo>
                    <a:pt x="639428" y="1793747"/>
                  </a:moveTo>
                  <a:lnTo>
                    <a:pt x="684164" y="1821190"/>
                  </a:lnTo>
                  <a:lnTo>
                    <a:pt x="672929" y="1769654"/>
                  </a:lnTo>
                  <a:close/>
                  <a:moveTo>
                    <a:pt x="674710" y="1729607"/>
                  </a:moveTo>
                  <a:lnTo>
                    <a:pt x="639428" y="1793747"/>
                  </a:lnTo>
                  <a:lnTo>
                    <a:pt x="672929" y="1769654"/>
                  </a:lnTo>
                  <a:close/>
                  <a:moveTo>
                    <a:pt x="453934" y="1484528"/>
                  </a:moveTo>
                  <a:lnTo>
                    <a:pt x="467451" y="1519199"/>
                  </a:lnTo>
                  <a:lnTo>
                    <a:pt x="505161" y="1511971"/>
                  </a:lnTo>
                  <a:close/>
                  <a:moveTo>
                    <a:pt x="262633" y="1432991"/>
                  </a:moveTo>
                  <a:lnTo>
                    <a:pt x="265391" y="1381295"/>
                  </a:lnTo>
                  <a:lnTo>
                    <a:pt x="265414" y="1382277"/>
                  </a:lnTo>
                  <a:close/>
                  <a:moveTo>
                    <a:pt x="106165" y="1058321"/>
                  </a:moveTo>
                  <a:lnTo>
                    <a:pt x="61994" y="1072235"/>
                  </a:lnTo>
                  <a:lnTo>
                    <a:pt x="120439" y="1054693"/>
                  </a:lnTo>
                  <a:close/>
                  <a:moveTo>
                    <a:pt x="120439" y="1054693"/>
                  </a:moveTo>
                  <a:lnTo>
                    <a:pt x="61994" y="1072235"/>
                  </a:lnTo>
                  <a:lnTo>
                    <a:pt x="44209" y="1079256"/>
                  </a:lnTo>
                  <a:close/>
                  <a:moveTo>
                    <a:pt x="788601" y="1698992"/>
                  </a:moveTo>
                  <a:lnTo>
                    <a:pt x="776792" y="1745560"/>
                  </a:lnTo>
                  <a:lnTo>
                    <a:pt x="783399" y="1694023"/>
                  </a:lnTo>
                  <a:close/>
                  <a:moveTo>
                    <a:pt x="259798" y="1134870"/>
                  </a:moveTo>
                  <a:lnTo>
                    <a:pt x="219815" y="1075584"/>
                  </a:lnTo>
                  <a:lnTo>
                    <a:pt x="205501" y="1078288"/>
                  </a:lnTo>
                  <a:close/>
                  <a:moveTo>
                    <a:pt x="205501" y="1078288"/>
                  </a:moveTo>
                  <a:lnTo>
                    <a:pt x="211593" y="1085924"/>
                  </a:lnTo>
                  <a:lnTo>
                    <a:pt x="259798" y="1134870"/>
                  </a:lnTo>
                  <a:close/>
                  <a:moveTo>
                    <a:pt x="154828" y="1081502"/>
                  </a:moveTo>
                  <a:lnTo>
                    <a:pt x="166249" y="1051293"/>
                  </a:lnTo>
                  <a:lnTo>
                    <a:pt x="120439" y="1054693"/>
                  </a:lnTo>
                  <a:close/>
                  <a:moveTo>
                    <a:pt x="175483" y="1048141"/>
                  </a:moveTo>
                  <a:lnTo>
                    <a:pt x="166249" y="1051293"/>
                  </a:lnTo>
                  <a:lnTo>
                    <a:pt x="243286" y="1029745"/>
                  </a:lnTo>
                  <a:close/>
                  <a:moveTo>
                    <a:pt x="783399" y="1694023"/>
                  </a:moveTo>
                  <a:lnTo>
                    <a:pt x="776792" y="1745560"/>
                  </a:lnTo>
                  <a:lnTo>
                    <a:pt x="821769" y="1721466"/>
                  </a:lnTo>
                  <a:close/>
                  <a:moveTo>
                    <a:pt x="783399" y="1694023"/>
                  </a:moveTo>
                  <a:lnTo>
                    <a:pt x="821769" y="1721466"/>
                  </a:lnTo>
                  <a:lnTo>
                    <a:pt x="791926" y="1669929"/>
                  </a:lnTo>
                  <a:close/>
                  <a:moveTo>
                    <a:pt x="219815" y="1075584"/>
                  </a:moveTo>
                  <a:lnTo>
                    <a:pt x="263966" y="1107061"/>
                  </a:lnTo>
                  <a:lnTo>
                    <a:pt x="267585" y="1065797"/>
                  </a:lnTo>
                  <a:close/>
                  <a:moveTo>
                    <a:pt x="317816" y="1062943"/>
                  </a:moveTo>
                  <a:lnTo>
                    <a:pt x="267585" y="1065797"/>
                  </a:lnTo>
                  <a:lnTo>
                    <a:pt x="316490" y="1126763"/>
                  </a:lnTo>
                  <a:close/>
                  <a:moveTo>
                    <a:pt x="317816" y="1062943"/>
                  </a:moveTo>
                  <a:lnTo>
                    <a:pt x="309081" y="1007301"/>
                  </a:lnTo>
                  <a:lnTo>
                    <a:pt x="267585" y="1065797"/>
                  </a:lnTo>
                  <a:close/>
                  <a:moveTo>
                    <a:pt x="754281" y="1618393"/>
                  </a:moveTo>
                  <a:lnTo>
                    <a:pt x="737805" y="1566856"/>
                  </a:lnTo>
                  <a:lnTo>
                    <a:pt x="736056" y="1578242"/>
                  </a:lnTo>
                  <a:close/>
                  <a:moveTo>
                    <a:pt x="745888" y="1551250"/>
                  </a:moveTo>
                  <a:lnTo>
                    <a:pt x="736056" y="1578242"/>
                  </a:lnTo>
                  <a:lnTo>
                    <a:pt x="737805" y="1566856"/>
                  </a:lnTo>
                  <a:close/>
                  <a:moveTo>
                    <a:pt x="421759" y="1206100"/>
                  </a:moveTo>
                  <a:lnTo>
                    <a:pt x="439216" y="1154563"/>
                  </a:lnTo>
                  <a:lnTo>
                    <a:pt x="433580" y="1170278"/>
                  </a:lnTo>
                  <a:close/>
                  <a:moveTo>
                    <a:pt x="443548" y="1119559"/>
                  </a:moveTo>
                  <a:lnTo>
                    <a:pt x="433580" y="1170278"/>
                  </a:lnTo>
                  <a:lnTo>
                    <a:pt x="439216" y="1154563"/>
                  </a:lnTo>
                  <a:close/>
                  <a:moveTo>
                    <a:pt x="775502" y="1527073"/>
                  </a:moveTo>
                  <a:lnTo>
                    <a:pt x="745888" y="1551250"/>
                  </a:lnTo>
                  <a:lnTo>
                    <a:pt x="737805" y="1566856"/>
                  </a:lnTo>
                  <a:close/>
                  <a:moveTo>
                    <a:pt x="817390" y="1509009"/>
                  </a:moveTo>
                  <a:lnTo>
                    <a:pt x="745888" y="1551250"/>
                  </a:lnTo>
                  <a:lnTo>
                    <a:pt x="775502" y="1527073"/>
                  </a:lnTo>
                  <a:close/>
                  <a:moveTo>
                    <a:pt x="421759" y="1206100"/>
                  </a:moveTo>
                  <a:lnTo>
                    <a:pt x="480705" y="1130469"/>
                  </a:lnTo>
                  <a:lnTo>
                    <a:pt x="439216" y="1154563"/>
                  </a:lnTo>
                  <a:close/>
                  <a:moveTo>
                    <a:pt x="480705" y="1130469"/>
                  </a:moveTo>
                  <a:lnTo>
                    <a:pt x="443548" y="1119559"/>
                  </a:lnTo>
                  <a:lnTo>
                    <a:pt x="439216" y="1154563"/>
                  </a:lnTo>
                  <a:close/>
                  <a:moveTo>
                    <a:pt x="387210" y="1027396"/>
                  </a:moveTo>
                  <a:lnTo>
                    <a:pt x="402976" y="1007644"/>
                  </a:lnTo>
                  <a:lnTo>
                    <a:pt x="331750" y="999953"/>
                  </a:lnTo>
                  <a:close/>
                  <a:moveTo>
                    <a:pt x="355913" y="1051490"/>
                  </a:moveTo>
                  <a:lnTo>
                    <a:pt x="387210" y="1027396"/>
                  </a:lnTo>
                  <a:lnTo>
                    <a:pt x="331750" y="999953"/>
                  </a:lnTo>
                  <a:close/>
                  <a:moveTo>
                    <a:pt x="380957" y="986849"/>
                  </a:moveTo>
                  <a:lnTo>
                    <a:pt x="402976" y="1007644"/>
                  </a:lnTo>
                  <a:lnTo>
                    <a:pt x="446562" y="995930"/>
                  </a:lnTo>
                  <a:close/>
                  <a:moveTo>
                    <a:pt x="285347" y="948417"/>
                  </a:moveTo>
                  <a:lnTo>
                    <a:pt x="311169" y="973972"/>
                  </a:lnTo>
                  <a:lnTo>
                    <a:pt x="317958" y="937341"/>
                  </a:lnTo>
                  <a:close/>
                  <a:moveTo>
                    <a:pt x="299425" y="930060"/>
                  </a:moveTo>
                  <a:lnTo>
                    <a:pt x="285347" y="948417"/>
                  </a:lnTo>
                  <a:lnTo>
                    <a:pt x="317958" y="937341"/>
                  </a:lnTo>
                  <a:close/>
                  <a:moveTo>
                    <a:pt x="1101754" y="1738594"/>
                  </a:moveTo>
                  <a:lnTo>
                    <a:pt x="1157032" y="1700721"/>
                  </a:lnTo>
                  <a:lnTo>
                    <a:pt x="1103008" y="1720799"/>
                  </a:lnTo>
                  <a:close/>
                  <a:moveTo>
                    <a:pt x="1095629" y="1715694"/>
                  </a:moveTo>
                  <a:lnTo>
                    <a:pt x="1103008" y="1720799"/>
                  </a:lnTo>
                  <a:lnTo>
                    <a:pt x="1157032" y="1700721"/>
                  </a:lnTo>
                  <a:close/>
                  <a:moveTo>
                    <a:pt x="1045891" y="1494574"/>
                  </a:moveTo>
                  <a:lnTo>
                    <a:pt x="1066669" y="1472516"/>
                  </a:lnTo>
                  <a:lnTo>
                    <a:pt x="999952" y="1518668"/>
                  </a:lnTo>
                  <a:close/>
                  <a:moveTo>
                    <a:pt x="896650" y="1415595"/>
                  </a:moveTo>
                  <a:lnTo>
                    <a:pt x="931175" y="1450179"/>
                  </a:lnTo>
                  <a:lnTo>
                    <a:pt x="949239" y="1393390"/>
                  </a:lnTo>
                  <a:close/>
                  <a:moveTo>
                    <a:pt x="594796" y="1065899"/>
                  </a:moveTo>
                  <a:lnTo>
                    <a:pt x="576375" y="1092170"/>
                  </a:lnTo>
                  <a:lnTo>
                    <a:pt x="615540" y="1030745"/>
                  </a:lnTo>
                  <a:close/>
                  <a:moveTo>
                    <a:pt x="594796" y="1065899"/>
                  </a:moveTo>
                  <a:lnTo>
                    <a:pt x="615540" y="1030745"/>
                  </a:lnTo>
                  <a:lnTo>
                    <a:pt x="601106" y="1047304"/>
                  </a:lnTo>
                  <a:close/>
                  <a:moveTo>
                    <a:pt x="593770" y="1054839"/>
                  </a:moveTo>
                  <a:lnTo>
                    <a:pt x="594796" y="1065899"/>
                  </a:lnTo>
                  <a:lnTo>
                    <a:pt x="601106" y="1047304"/>
                  </a:lnTo>
                  <a:close/>
                  <a:moveTo>
                    <a:pt x="619741" y="1024264"/>
                  </a:moveTo>
                  <a:lnTo>
                    <a:pt x="593770" y="1054839"/>
                  </a:lnTo>
                  <a:lnTo>
                    <a:pt x="601106" y="1047304"/>
                  </a:lnTo>
                  <a:close/>
                  <a:moveTo>
                    <a:pt x="627487" y="1013447"/>
                  </a:moveTo>
                  <a:lnTo>
                    <a:pt x="593770" y="1054839"/>
                  </a:lnTo>
                  <a:lnTo>
                    <a:pt x="619741" y="1024264"/>
                  </a:lnTo>
                  <a:close/>
                  <a:moveTo>
                    <a:pt x="658190" y="993339"/>
                  </a:moveTo>
                  <a:lnTo>
                    <a:pt x="627487" y="1013447"/>
                  </a:lnTo>
                  <a:lnTo>
                    <a:pt x="619741" y="1024264"/>
                  </a:lnTo>
                  <a:close/>
                  <a:moveTo>
                    <a:pt x="181785" y="470140"/>
                  </a:moveTo>
                  <a:lnTo>
                    <a:pt x="132282" y="412306"/>
                  </a:lnTo>
                  <a:lnTo>
                    <a:pt x="128127" y="413038"/>
                  </a:lnTo>
                  <a:close/>
                  <a:moveTo>
                    <a:pt x="89246" y="398469"/>
                  </a:moveTo>
                  <a:lnTo>
                    <a:pt x="56269" y="436400"/>
                  </a:lnTo>
                  <a:lnTo>
                    <a:pt x="128127" y="413038"/>
                  </a:lnTo>
                  <a:close/>
                  <a:moveTo>
                    <a:pt x="132282" y="412306"/>
                  </a:moveTo>
                  <a:lnTo>
                    <a:pt x="89246" y="398469"/>
                  </a:lnTo>
                  <a:lnTo>
                    <a:pt x="128127" y="413038"/>
                  </a:lnTo>
                  <a:close/>
                  <a:moveTo>
                    <a:pt x="974063" y="1315870"/>
                  </a:moveTo>
                  <a:lnTo>
                    <a:pt x="958211" y="1323352"/>
                  </a:lnTo>
                  <a:lnTo>
                    <a:pt x="959513" y="1391501"/>
                  </a:lnTo>
                  <a:close/>
                  <a:moveTo>
                    <a:pt x="997721" y="1264334"/>
                  </a:moveTo>
                  <a:lnTo>
                    <a:pt x="958211" y="1323352"/>
                  </a:lnTo>
                  <a:lnTo>
                    <a:pt x="974063" y="1315870"/>
                  </a:lnTo>
                  <a:close/>
                  <a:moveTo>
                    <a:pt x="658190" y="993339"/>
                  </a:moveTo>
                  <a:lnTo>
                    <a:pt x="665663" y="955114"/>
                  </a:lnTo>
                  <a:lnTo>
                    <a:pt x="665554" y="970149"/>
                  </a:lnTo>
                  <a:close/>
                  <a:moveTo>
                    <a:pt x="667362" y="979208"/>
                  </a:moveTo>
                  <a:lnTo>
                    <a:pt x="658190" y="993339"/>
                  </a:lnTo>
                  <a:lnTo>
                    <a:pt x="665554" y="970149"/>
                  </a:lnTo>
                  <a:close/>
                  <a:moveTo>
                    <a:pt x="678384" y="933943"/>
                  </a:moveTo>
                  <a:lnTo>
                    <a:pt x="667362" y="979208"/>
                  </a:lnTo>
                  <a:lnTo>
                    <a:pt x="665554" y="970149"/>
                  </a:lnTo>
                  <a:close/>
                  <a:moveTo>
                    <a:pt x="189923" y="400781"/>
                  </a:moveTo>
                  <a:lnTo>
                    <a:pt x="132282" y="412306"/>
                  </a:lnTo>
                  <a:lnTo>
                    <a:pt x="181028" y="432048"/>
                  </a:lnTo>
                  <a:close/>
                  <a:moveTo>
                    <a:pt x="168438" y="384976"/>
                  </a:moveTo>
                  <a:lnTo>
                    <a:pt x="132282" y="412306"/>
                  </a:lnTo>
                  <a:lnTo>
                    <a:pt x="189923" y="400781"/>
                  </a:lnTo>
                  <a:close/>
                  <a:moveTo>
                    <a:pt x="181028" y="432048"/>
                  </a:moveTo>
                  <a:lnTo>
                    <a:pt x="225448" y="388212"/>
                  </a:lnTo>
                  <a:lnTo>
                    <a:pt x="189923" y="400781"/>
                  </a:lnTo>
                  <a:close/>
                  <a:moveTo>
                    <a:pt x="181341" y="360769"/>
                  </a:moveTo>
                  <a:lnTo>
                    <a:pt x="189923" y="400781"/>
                  </a:lnTo>
                  <a:lnTo>
                    <a:pt x="225448" y="388212"/>
                  </a:lnTo>
                  <a:close/>
                  <a:moveTo>
                    <a:pt x="181341" y="360769"/>
                  </a:moveTo>
                  <a:lnTo>
                    <a:pt x="225448" y="388212"/>
                  </a:lnTo>
                  <a:lnTo>
                    <a:pt x="229580" y="336675"/>
                  </a:lnTo>
                  <a:close/>
                  <a:moveTo>
                    <a:pt x="678384" y="933943"/>
                  </a:moveTo>
                  <a:lnTo>
                    <a:pt x="665554" y="970149"/>
                  </a:lnTo>
                  <a:lnTo>
                    <a:pt x="665663" y="955114"/>
                  </a:lnTo>
                  <a:close/>
                  <a:moveTo>
                    <a:pt x="974063" y="1315870"/>
                  </a:moveTo>
                  <a:lnTo>
                    <a:pt x="971445" y="1330941"/>
                  </a:lnTo>
                  <a:lnTo>
                    <a:pt x="972798" y="1311493"/>
                  </a:lnTo>
                  <a:close/>
                  <a:moveTo>
                    <a:pt x="1102266" y="1343313"/>
                  </a:moveTo>
                  <a:lnTo>
                    <a:pt x="1107706" y="1356148"/>
                  </a:lnTo>
                  <a:lnTo>
                    <a:pt x="1103346" y="1406810"/>
                  </a:lnTo>
                  <a:close/>
                  <a:moveTo>
                    <a:pt x="1106417" y="1343313"/>
                  </a:moveTo>
                  <a:lnTo>
                    <a:pt x="1103346" y="1406810"/>
                  </a:lnTo>
                  <a:lnTo>
                    <a:pt x="1107706" y="1356148"/>
                  </a:lnTo>
                  <a:close/>
                  <a:moveTo>
                    <a:pt x="974063" y="1315870"/>
                  </a:moveTo>
                  <a:lnTo>
                    <a:pt x="972798" y="1311493"/>
                  </a:lnTo>
                  <a:lnTo>
                    <a:pt x="997721" y="1264334"/>
                  </a:lnTo>
                  <a:close/>
                  <a:moveTo>
                    <a:pt x="997721" y="1264334"/>
                  </a:moveTo>
                  <a:lnTo>
                    <a:pt x="972798" y="1311493"/>
                  </a:lnTo>
                  <a:lnTo>
                    <a:pt x="1037690" y="1269044"/>
                  </a:lnTo>
                  <a:close/>
                  <a:moveTo>
                    <a:pt x="1037690" y="1269044"/>
                  </a:moveTo>
                  <a:lnTo>
                    <a:pt x="1002724" y="1262403"/>
                  </a:lnTo>
                  <a:lnTo>
                    <a:pt x="997721" y="1264334"/>
                  </a:lnTo>
                  <a:close/>
                  <a:moveTo>
                    <a:pt x="678384" y="933943"/>
                  </a:moveTo>
                  <a:lnTo>
                    <a:pt x="710727" y="933423"/>
                  </a:lnTo>
                  <a:lnTo>
                    <a:pt x="718915" y="910804"/>
                  </a:lnTo>
                  <a:close/>
                  <a:moveTo>
                    <a:pt x="718915" y="910804"/>
                  </a:moveTo>
                  <a:lnTo>
                    <a:pt x="710727" y="933423"/>
                  </a:lnTo>
                  <a:lnTo>
                    <a:pt x="739539" y="879484"/>
                  </a:lnTo>
                  <a:close/>
                  <a:moveTo>
                    <a:pt x="496417" y="642728"/>
                  </a:moveTo>
                  <a:lnTo>
                    <a:pt x="468560" y="673475"/>
                  </a:lnTo>
                  <a:lnTo>
                    <a:pt x="458601" y="697431"/>
                  </a:lnTo>
                  <a:close/>
                  <a:moveTo>
                    <a:pt x="225448" y="388212"/>
                  </a:moveTo>
                  <a:lnTo>
                    <a:pt x="240517" y="312581"/>
                  </a:lnTo>
                  <a:lnTo>
                    <a:pt x="229580" y="336675"/>
                  </a:lnTo>
                  <a:close/>
                  <a:moveTo>
                    <a:pt x="261749" y="289376"/>
                  </a:moveTo>
                  <a:lnTo>
                    <a:pt x="229580" y="336675"/>
                  </a:lnTo>
                  <a:lnTo>
                    <a:pt x="240517" y="312581"/>
                  </a:lnTo>
                  <a:close/>
                  <a:moveTo>
                    <a:pt x="261749" y="289376"/>
                  </a:moveTo>
                  <a:lnTo>
                    <a:pt x="235994" y="327983"/>
                  </a:lnTo>
                  <a:lnTo>
                    <a:pt x="229580" y="336675"/>
                  </a:lnTo>
                  <a:close/>
                  <a:moveTo>
                    <a:pt x="744136" y="870204"/>
                  </a:moveTo>
                  <a:lnTo>
                    <a:pt x="731774" y="891552"/>
                  </a:lnTo>
                  <a:lnTo>
                    <a:pt x="739539" y="879484"/>
                  </a:lnTo>
                  <a:close/>
                  <a:moveTo>
                    <a:pt x="1176149" y="1322862"/>
                  </a:moveTo>
                  <a:lnTo>
                    <a:pt x="1106417" y="1343313"/>
                  </a:lnTo>
                  <a:lnTo>
                    <a:pt x="1183805" y="1331089"/>
                  </a:lnTo>
                  <a:close/>
                  <a:moveTo>
                    <a:pt x="1106417" y="1343313"/>
                  </a:moveTo>
                  <a:lnTo>
                    <a:pt x="1107706" y="1356148"/>
                  </a:lnTo>
                  <a:lnTo>
                    <a:pt x="1183805" y="1331089"/>
                  </a:lnTo>
                  <a:close/>
                  <a:moveTo>
                    <a:pt x="1141882" y="1309246"/>
                  </a:moveTo>
                  <a:lnTo>
                    <a:pt x="1106417" y="1343313"/>
                  </a:lnTo>
                  <a:lnTo>
                    <a:pt x="1176149" y="1322862"/>
                  </a:lnTo>
                  <a:close/>
                  <a:moveTo>
                    <a:pt x="1176149" y="1322862"/>
                  </a:moveTo>
                  <a:lnTo>
                    <a:pt x="1188435" y="1308627"/>
                  </a:lnTo>
                  <a:lnTo>
                    <a:pt x="1141882" y="1309246"/>
                  </a:lnTo>
                  <a:close/>
                  <a:moveTo>
                    <a:pt x="1176149" y="1322862"/>
                  </a:moveTo>
                  <a:lnTo>
                    <a:pt x="1226032" y="1320290"/>
                  </a:lnTo>
                  <a:lnTo>
                    <a:pt x="1188435" y="1308627"/>
                  </a:lnTo>
                  <a:close/>
                  <a:moveTo>
                    <a:pt x="1226032" y="1320290"/>
                  </a:moveTo>
                  <a:lnTo>
                    <a:pt x="1176149" y="1322862"/>
                  </a:lnTo>
                  <a:lnTo>
                    <a:pt x="1228555" y="1323728"/>
                  </a:lnTo>
                  <a:close/>
                  <a:moveTo>
                    <a:pt x="1176149" y="1322862"/>
                  </a:moveTo>
                  <a:lnTo>
                    <a:pt x="1183805" y="1331089"/>
                  </a:lnTo>
                  <a:lnTo>
                    <a:pt x="1228555" y="1323728"/>
                  </a:lnTo>
                  <a:close/>
                  <a:moveTo>
                    <a:pt x="1026182" y="1117846"/>
                  </a:moveTo>
                  <a:lnTo>
                    <a:pt x="1012145" y="1173539"/>
                  </a:lnTo>
                  <a:lnTo>
                    <a:pt x="1044127" y="1113073"/>
                  </a:lnTo>
                  <a:close/>
                  <a:moveTo>
                    <a:pt x="1044127" y="1113073"/>
                  </a:moveTo>
                  <a:lnTo>
                    <a:pt x="1030480" y="1188703"/>
                  </a:lnTo>
                  <a:lnTo>
                    <a:pt x="1048151" y="1164609"/>
                  </a:lnTo>
                  <a:close/>
                  <a:moveTo>
                    <a:pt x="1026182" y="1117846"/>
                  </a:moveTo>
                  <a:lnTo>
                    <a:pt x="1029860" y="1104871"/>
                  </a:lnTo>
                  <a:lnTo>
                    <a:pt x="979352" y="1090705"/>
                  </a:lnTo>
                  <a:close/>
                  <a:moveTo>
                    <a:pt x="598547" y="547441"/>
                  </a:moveTo>
                  <a:lnTo>
                    <a:pt x="534699" y="561366"/>
                  </a:lnTo>
                  <a:lnTo>
                    <a:pt x="600694" y="548350"/>
                  </a:lnTo>
                  <a:close/>
                  <a:moveTo>
                    <a:pt x="343935" y="288794"/>
                  </a:moveTo>
                  <a:lnTo>
                    <a:pt x="344461" y="289046"/>
                  </a:lnTo>
                  <a:lnTo>
                    <a:pt x="391383" y="289804"/>
                  </a:lnTo>
                  <a:close/>
                  <a:moveTo>
                    <a:pt x="344461" y="289046"/>
                  </a:moveTo>
                  <a:lnTo>
                    <a:pt x="343935" y="288794"/>
                  </a:lnTo>
                  <a:lnTo>
                    <a:pt x="341161" y="288487"/>
                  </a:lnTo>
                  <a:close/>
                  <a:moveTo>
                    <a:pt x="1044127" y="1113073"/>
                  </a:moveTo>
                  <a:lnTo>
                    <a:pt x="1115378" y="1115034"/>
                  </a:lnTo>
                  <a:lnTo>
                    <a:pt x="1088562" y="1105115"/>
                  </a:lnTo>
                  <a:close/>
                  <a:moveTo>
                    <a:pt x="1088562" y="1105115"/>
                  </a:moveTo>
                  <a:lnTo>
                    <a:pt x="1070082" y="1080577"/>
                  </a:lnTo>
                  <a:lnTo>
                    <a:pt x="1044127" y="1113073"/>
                  </a:lnTo>
                  <a:close/>
                  <a:moveTo>
                    <a:pt x="1088562" y="1105115"/>
                  </a:moveTo>
                  <a:lnTo>
                    <a:pt x="1115378" y="1115034"/>
                  </a:lnTo>
                  <a:lnTo>
                    <a:pt x="1161661" y="1113400"/>
                  </a:lnTo>
                  <a:close/>
                  <a:moveTo>
                    <a:pt x="631623" y="529089"/>
                  </a:moveTo>
                  <a:lnTo>
                    <a:pt x="600694" y="548350"/>
                  </a:lnTo>
                  <a:lnTo>
                    <a:pt x="557458" y="561374"/>
                  </a:lnTo>
                  <a:close/>
                  <a:moveTo>
                    <a:pt x="420711" y="264555"/>
                  </a:moveTo>
                  <a:lnTo>
                    <a:pt x="391383" y="289804"/>
                  </a:lnTo>
                  <a:lnTo>
                    <a:pt x="344461" y="289046"/>
                  </a:lnTo>
                  <a:close/>
                  <a:moveTo>
                    <a:pt x="955301" y="730984"/>
                  </a:moveTo>
                  <a:lnTo>
                    <a:pt x="930595" y="755665"/>
                  </a:lnTo>
                  <a:lnTo>
                    <a:pt x="979992" y="740959"/>
                  </a:lnTo>
                  <a:close/>
                  <a:moveTo>
                    <a:pt x="935072" y="526507"/>
                  </a:moveTo>
                  <a:lnTo>
                    <a:pt x="934252" y="517385"/>
                  </a:lnTo>
                  <a:lnTo>
                    <a:pt x="884083" y="504490"/>
                  </a:lnTo>
                  <a:close/>
                  <a:moveTo>
                    <a:pt x="934252" y="517385"/>
                  </a:moveTo>
                  <a:lnTo>
                    <a:pt x="935072" y="526507"/>
                  </a:lnTo>
                  <a:lnTo>
                    <a:pt x="950633" y="525425"/>
                  </a:lnTo>
                  <a:close/>
                  <a:moveTo>
                    <a:pt x="933400" y="465123"/>
                  </a:moveTo>
                  <a:lnTo>
                    <a:pt x="934252" y="517385"/>
                  </a:lnTo>
                  <a:lnTo>
                    <a:pt x="975176" y="449795"/>
                  </a:lnTo>
                  <a:close/>
                  <a:moveTo>
                    <a:pt x="934252" y="517385"/>
                  </a:moveTo>
                  <a:lnTo>
                    <a:pt x="950633" y="525425"/>
                  </a:lnTo>
                  <a:lnTo>
                    <a:pt x="975176" y="449795"/>
                  </a:lnTo>
                  <a:close/>
                  <a:moveTo>
                    <a:pt x="933400" y="465123"/>
                  </a:moveTo>
                  <a:lnTo>
                    <a:pt x="884083" y="504490"/>
                  </a:lnTo>
                  <a:lnTo>
                    <a:pt x="934252" y="517385"/>
                  </a:lnTo>
                  <a:close/>
                  <a:moveTo>
                    <a:pt x="943463" y="416925"/>
                  </a:moveTo>
                  <a:lnTo>
                    <a:pt x="922354" y="398258"/>
                  </a:lnTo>
                  <a:lnTo>
                    <a:pt x="933400" y="465123"/>
                  </a:lnTo>
                  <a:close/>
                  <a:moveTo>
                    <a:pt x="933400" y="465123"/>
                  </a:moveTo>
                  <a:lnTo>
                    <a:pt x="975176" y="449795"/>
                  </a:lnTo>
                  <a:lnTo>
                    <a:pt x="943463" y="416925"/>
                  </a:lnTo>
                  <a:close/>
                  <a:moveTo>
                    <a:pt x="672129" y="101158"/>
                  </a:moveTo>
                  <a:lnTo>
                    <a:pt x="670389" y="89039"/>
                  </a:lnTo>
                  <a:lnTo>
                    <a:pt x="649179" y="113132"/>
                  </a:lnTo>
                  <a:close/>
                  <a:moveTo>
                    <a:pt x="951634" y="387557"/>
                  </a:moveTo>
                  <a:lnTo>
                    <a:pt x="943463" y="416925"/>
                  </a:lnTo>
                  <a:lnTo>
                    <a:pt x="979025" y="374164"/>
                  </a:lnTo>
                  <a:close/>
                  <a:moveTo>
                    <a:pt x="943463" y="416925"/>
                  </a:moveTo>
                  <a:lnTo>
                    <a:pt x="975176" y="449795"/>
                  </a:lnTo>
                  <a:lnTo>
                    <a:pt x="979025" y="374164"/>
                  </a:lnTo>
                  <a:close/>
                  <a:moveTo>
                    <a:pt x="979025" y="374164"/>
                  </a:moveTo>
                  <a:lnTo>
                    <a:pt x="975176" y="449795"/>
                  </a:lnTo>
                  <a:lnTo>
                    <a:pt x="1026741" y="418710"/>
                  </a:lnTo>
                  <a:close/>
                  <a:moveTo>
                    <a:pt x="1026741" y="418710"/>
                  </a:moveTo>
                  <a:lnTo>
                    <a:pt x="975176" y="449795"/>
                  </a:lnTo>
                  <a:lnTo>
                    <a:pt x="1020890" y="431977"/>
                  </a:lnTo>
                  <a:close/>
                  <a:moveTo>
                    <a:pt x="922354" y="398258"/>
                  </a:moveTo>
                  <a:lnTo>
                    <a:pt x="943463" y="416925"/>
                  </a:lnTo>
                  <a:lnTo>
                    <a:pt x="951634" y="387557"/>
                  </a:lnTo>
                  <a:close/>
                  <a:moveTo>
                    <a:pt x="951634" y="387557"/>
                  </a:moveTo>
                  <a:lnTo>
                    <a:pt x="979025" y="374164"/>
                  </a:lnTo>
                  <a:lnTo>
                    <a:pt x="962849" y="354504"/>
                  </a:lnTo>
                  <a:close/>
                  <a:moveTo>
                    <a:pt x="847660" y="271091"/>
                  </a:moveTo>
                  <a:lnTo>
                    <a:pt x="831164" y="221303"/>
                  </a:lnTo>
                  <a:lnTo>
                    <a:pt x="840107" y="243648"/>
                  </a:lnTo>
                  <a:close/>
                  <a:moveTo>
                    <a:pt x="831164" y="221303"/>
                  </a:moveTo>
                  <a:lnTo>
                    <a:pt x="832213" y="215435"/>
                  </a:lnTo>
                  <a:lnTo>
                    <a:pt x="840107" y="243648"/>
                  </a:lnTo>
                  <a:close/>
                  <a:moveTo>
                    <a:pt x="840107" y="243648"/>
                  </a:moveTo>
                  <a:lnTo>
                    <a:pt x="832213" y="215435"/>
                  </a:lnTo>
                  <a:lnTo>
                    <a:pt x="838257" y="168018"/>
                  </a:lnTo>
                  <a:close/>
                  <a:moveTo>
                    <a:pt x="838257" y="168018"/>
                  </a:moveTo>
                  <a:lnTo>
                    <a:pt x="797502" y="185927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799533" y="121533"/>
                  </a:lnTo>
                  <a:lnTo>
                    <a:pt x="797502" y="185927"/>
                  </a:lnTo>
                  <a:close/>
                  <a:moveTo>
                    <a:pt x="670389" y="89039"/>
                  </a:moveTo>
                  <a:lnTo>
                    <a:pt x="672129" y="101158"/>
                  </a:lnTo>
                  <a:lnTo>
                    <a:pt x="734433" y="136476"/>
                  </a:lnTo>
                  <a:close/>
                  <a:moveTo>
                    <a:pt x="712839" y="64944"/>
                  </a:moveTo>
                  <a:lnTo>
                    <a:pt x="670389" y="89039"/>
                  </a:lnTo>
                  <a:lnTo>
                    <a:pt x="734433" y="136476"/>
                  </a:lnTo>
                  <a:close/>
                  <a:moveTo>
                    <a:pt x="1026741" y="418710"/>
                  </a:moveTo>
                  <a:lnTo>
                    <a:pt x="1041468" y="425701"/>
                  </a:lnTo>
                  <a:lnTo>
                    <a:pt x="1039607" y="416760"/>
                  </a:lnTo>
                  <a:close/>
                  <a:moveTo>
                    <a:pt x="979025" y="374164"/>
                  </a:moveTo>
                  <a:lnTo>
                    <a:pt x="1026741" y="418710"/>
                  </a:lnTo>
                  <a:lnTo>
                    <a:pt x="1045633" y="401607"/>
                  </a:lnTo>
                  <a:close/>
                  <a:moveTo>
                    <a:pt x="979025" y="374164"/>
                  </a:moveTo>
                  <a:lnTo>
                    <a:pt x="1041089" y="350070"/>
                  </a:lnTo>
                  <a:lnTo>
                    <a:pt x="1017935" y="308894"/>
                  </a:lnTo>
                  <a:close/>
                  <a:moveTo>
                    <a:pt x="1017935" y="308894"/>
                  </a:moveTo>
                  <a:lnTo>
                    <a:pt x="1041679" y="339663"/>
                  </a:lnTo>
                  <a:lnTo>
                    <a:pt x="1078997" y="304511"/>
                  </a:lnTo>
                  <a:close/>
                  <a:moveTo>
                    <a:pt x="856729" y="143923"/>
                  </a:moveTo>
                  <a:lnTo>
                    <a:pt x="837679" y="116481"/>
                  </a:lnTo>
                  <a:lnTo>
                    <a:pt x="838257" y="168018"/>
                  </a:lnTo>
                  <a:close/>
                  <a:moveTo>
                    <a:pt x="716682" y="13408"/>
                  </a:moveTo>
                  <a:lnTo>
                    <a:pt x="768641" y="45922"/>
                  </a:lnTo>
                  <a:lnTo>
                    <a:pt x="742305" y="4590"/>
                  </a:lnTo>
                  <a:close/>
                  <a:moveTo>
                    <a:pt x="712839" y="64944"/>
                  </a:moveTo>
                  <a:lnTo>
                    <a:pt x="768641" y="45922"/>
                  </a:lnTo>
                  <a:lnTo>
                    <a:pt x="716682" y="13408"/>
                  </a:lnTo>
                  <a:close/>
                  <a:moveTo>
                    <a:pt x="742305" y="4590"/>
                  </a:moveTo>
                  <a:lnTo>
                    <a:pt x="775754" y="4342"/>
                  </a:lnTo>
                  <a:lnTo>
                    <a:pt x="727873" y="0"/>
                  </a:lnTo>
                  <a:close/>
                  <a:moveTo>
                    <a:pt x="1041679" y="339663"/>
                  </a:moveTo>
                  <a:lnTo>
                    <a:pt x="1057549" y="339431"/>
                  </a:lnTo>
                  <a:lnTo>
                    <a:pt x="1078997" y="30451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57" name="Output_density__4256">
              <a:extLst>
                <a:ext uri="{FF2B5EF4-FFF2-40B4-BE49-F238E27FC236}">
                  <a16:creationId xmlns:a16="http://schemas.microsoft.com/office/drawing/2014/main" id="{4AB114ED-C67D-6CCE-F868-95D18200FF7F}"/>
                </a:ext>
              </a:extLst>
            </p:cNvPr>
            <p:cNvSpPr>
              <a:spLocks noGrp="1"/>
            </p:cNvSpPr>
            <p:nvPr/>
          </p:nvSpPr>
          <p:spPr>
            <a:xfrm>
              <a:off x="15440988" y="2519975"/>
              <a:ext cx="1268155" cy="1835977"/>
            </a:xfrm>
            <a:custGeom>
              <a:avLst/>
              <a:gdLst/>
              <a:ahLst/>
              <a:cxnLst/>
              <a:rect l="0" t="0" r="0" b="0"/>
              <a:pathLst>
                <a:path w="1268155" h="1835977">
                  <a:moveTo>
                    <a:pt x="256161" y="1817683"/>
                  </a:moveTo>
                  <a:lnTo>
                    <a:pt x="224973" y="1835977"/>
                  </a:lnTo>
                  <a:lnTo>
                    <a:pt x="302978" y="1818047"/>
                  </a:lnTo>
                  <a:close/>
                  <a:moveTo>
                    <a:pt x="334261" y="1816940"/>
                  </a:moveTo>
                  <a:lnTo>
                    <a:pt x="302978" y="1818047"/>
                  </a:lnTo>
                  <a:lnTo>
                    <a:pt x="345467" y="1813933"/>
                  </a:lnTo>
                  <a:close/>
                  <a:moveTo>
                    <a:pt x="315255" y="1267705"/>
                  </a:moveTo>
                  <a:lnTo>
                    <a:pt x="265167" y="1311756"/>
                  </a:lnTo>
                  <a:lnTo>
                    <a:pt x="307502" y="1295362"/>
                  </a:lnTo>
                  <a:close/>
                  <a:moveTo>
                    <a:pt x="315255" y="1267705"/>
                  </a:moveTo>
                  <a:lnTo>
                    <a:pt x="307502" y="1295362"/>
                  </a:lnTo>
                  <a:lnTo>
                    <a:pt x="329778" y="1277822"/>
                  </a:lnTo>
                  <a:close/>
                  <a:moveTo>
                    <a:pt x="174667" y="992322"/>
                  </a:moveTo>
                  <a:lnTo>
                    <a:pt x="176197" y="1018890"/>
                  </a:lnTo>
                  <a:lnTo>
                    <a:pt x="174105" y="996045"/>
                  </a:lnTo>
                  <a:close/>
                  <a:moveTo>
                    <a:pt x="678633" y="1487317"/>
                  </a:moveTo>
                  <a:lnTo>
                    <a:pt x="679118" y="1475516"/>
                  </a:lnTo>
                  <a:lnTo>
                    <a:pt x="675044" y="1526358"/>
                  </a:lnTo>
                  <a:close/>
                  <a:moveTo>
                    <a:pt x="679118" y="1475516"/>
                  </a:moveTo>
                  <a:lnTo>
                    <a:pt x="678633" y="1487317"/>
                  </a:lnTo>
                  <a:lnTo>
                    <a:pt x="708970" y="1478525"/>
                  </a:lnTo>
                  <a:close/>
                  <a:moveTo>
                    <a:pt x="419094" y="1133210"/>
                  </a:moveTo>
                  <a:lnTo>
                    <a:pt x="445051" y="1112661"/>
                  </a:lnTo>
                  <a:lnTo>
                    <a:pt x="448965" y="1102467"/>
                  </a:lnTo>
                  <a:close/>
                  <a:moveTo>
                    <a:pt x="430923" y="1137660"/>
                  </a:moveTo>
                  <a:lnTo>
                    <a:pt x="445051" y="1112661"/>
                  </a:lnTo>
                  <a:lnTo>
                    <a:pt x="419094" y="1133210"/>
                  </a:lnTo>
                  <a:close/>
                  <a:moveTo>
                    <a:pt x="384262" y="1137880"/>
                  </a:moveTo>
                  <a:lnTo>
                    <a:pt x="430923" y="1137660"/>
                  </a:lnTo>
                  <a:lnTo>
                    <a:pt x="419094" y="1133210"/>
                  </a:lnTo>
                  <a:close/>
                  <a:moveTo>
                    <a:pt x="445051" y="1112661"/>
                  </a:moveTo>
                  <a:lnTo>
                    <a:pt x="430923" y="1137660"/>
                  </a:lnTo>
                  <a:lnTo>
                    <a:pt x="450943" y="1126561"/>
                  </a:lnTo>
                  <a:close/>
                  <a:moveTo>
                    <a:pt x="445051" y="1112661"/>
                  </a:moveTo>
                  <a:lnTo>
                    <a:pt x="472068" y="1116819"/>
                  </a:lnTo>
                  <a:lnTo>
                    <a:pt x="455654" y="1095226"/>
                  </a:lnTo>
                  <a:close/>
                  <a:moveTo>
                    <a:pt x="448965" y="1102467"/>
                  </a:moveTo>
                  <a:lnTo>
                    <a:pt x="445051" y="1112661"/>
                  </a:lnTo>
                  <a:lnTo>
                    <a:pt x="455654" y="1095226"/>
                  </a:lnTo>
                  <a:close/>
                  <a:moveTo>
                    <a:pt x="12014" y="281230"/>
                  </a:moveTo>
                  <a:lnTo>
                    <a:pt x="0" y="305325"/>
                  </a:lnTo>
                  <a:lnTo>
                    <a:pt x="23355" y="257190"/>
                  </a:lnTo>
                  <a:close/>
                  <a:moveTo>
                    <a:pt x="1010353" y="1415036"/>
                  </a:moveTo>
                  <a:lnTo>
                    <a:pt x="1026249" y="1426470"/>
                  </a:lnTo>
                  <a:lnTo>
                    <a:pt x="997162" y="1452620"/>
                  </a:lnTo>
                  <a:close/>
                  <a:moveTo>
                    <a:pt x="1010353" y="1415036"/>
                  </a:moveTo>
                  <a:lnTo>
                    <a:pt x="1041854" y="1390942"/>
                  </a:lnTo>
                  <a:lnTo>
                    <a:pt x="1026249" y="1426470"/>
                  </a:lnTo>
                  <a:close/>
                  <a:moveTo>
                    <a:pt x="1041854" y="1390942"/>
                  </a:moveTo>
                  <a:lnTo>
                    <a:pt x="1010353" y="1415036"/>
                  </a:lnTo>
                  <a:lnTo>
                    <a:pt x="1060033" y="1378107"/>
                  </a:lnTo>
                  <a:close/>
                  <a:moveTo>
                    <a:pt x="1101924" y="1422418"/>
                  </a:moveTo>
                  <a:lnTo>
                    <a:pt x="1104991" y="1390942"/>
                  </a:lnTo>
                  <a:lnTo>
                    <a:pt x="1149281" y="1402216"/>
                  </a:lnTo>
                  <a:close/>
                  <a:moveTo>
                    <a:pt x="713546" y="956035"/>
                  </a:moveTo>
                  <a:lnTo>
                    <a:pt x="735209" y="903211"/>
                  </a:lnTo>
                  <a:lnTo>
                    <a:pt x="705146" y="978649"/>
                  </a:lnTo>
                  <a:close/>
                  <a:moveTo>
                    <a:pt x="705146" y="978649"/>
                  </a:moveTo>
                  <a:lnTo>
                    <a:pt x="735209" y="903211"/>
                  </a:lnTo>
                  <a:lnTo>
                    <a:pt x="735286" y="903018"/>
                  </a:lnTo>
                  <a:close/>
                  <a:moveTo>
                    <a:pt x="705146" y="978649"/>
                  </a:moveTo>
                  <a:lnTo>
                    <a:pt x="735286" y="903018"/>
                  </a:lnTo>
                  <a:lnTo>
                    <a:pt x="717719" y="954555"/>
                  </a:lnTo>
                  <a:close/>
                  <a:moveTo>
                    <a:pt x="735286" y="903018"/>
                  </a:moveTo>
                  <a:lnTo>
                    <a:pt x="735209" y="903211"/>
                  </a:lnTo>
                  <a:lnTo>
                    <a:pt x="735363" y="902706"/>
                  </a:lnTo>
                  <a:close/>
                  <a:moveTo>
                    <a:pt x="565767" y="801533"/>
                  </a:moveTo>
                  <a:lnTo>
                    <a:pt x="531439" y="799197"/>
                  </a:lnTo>
                  <a:lnTo>
                    <a:pt x="561505" y="772502"/>
                  </a:lnTo>
                  <a:close/>
                  <a:moveTo>
                    <a:pt x="561505" y="772502"/>
                  </a:moveTo>
                  <a:lnTo>
                    <a:pt x="566409" y="755266"/>
                  </a:lnTo>
                  <a:lnTo>
                    <a:pt x="592534" y="718045"/>
                  </a:lnTo>
                  <a:close/>
                  <a:moveTo>
                    <a:pt x="592534" y="718045"/>
                  </a:moveTo>
                  <a:lnTo>
                    <a:pt x="604470" y="720547"/>
                  </a:lnTo>
                  <a:lnTo>
                    <a:pt x="597618" y="696872"/>
                  </a:lnTo>
                  <a:close/>
                  <a:moveTo>
                    <a:pt x="1250584" y="1336493"/>
                  </a:moveTo>
                  <a:lnTo>
                    <a:pt x="1268155" y="1338479"/>
                  </a:lnTo>
                  <a:lnTo>
                    <a:pt x="1252092" y="1318660"/>
                  </a:lnTo>
                  <a:close/>
                  <a:moveTo>
                    <a:pt x="738370" y="342813"/>
                  </a:moveTo>
                  <a:lnTo>
                    <a:pt x="723304" y="348204"/>
                  </a:lnTo>
                  <a:lnTo>
                    <a:pt x="773434" y="330772"/>
                  </a:lnTo>
                  <a:close/>
                  <a:moveTo>
                    <a:pt x="482928" y="53222"/>
                  </a:moveTo>
                  <a:lnTo>
                    <a:pt x="501818" y="13949"/>
                  </a:lnTo>
                  <a:lnTo>
                    <a:pt x="455070" y="13846"/>
                  </a:lnTo>
                  <a:close/>
                  <a:moveTo>
                    <a:pt x="738370" y="342813"/>
                  </a:moveTo>
                  <a:lnTo>
                    <a:pt x="731292" y="347886"/>
                  </a:lnTo>
                  <a:lnTo>
                    <a:pt x="723304" y="348204"/>
                  </a:lnTo>
                  <a:close/>
                  <a:moveTo>
                    <a:pt x="738370" y="342813"/>
                  </a:moveTo>
                  <a:lnTo>
                    <a:pt x="761272" y="325076"/>
                  </a:lnTo>
                  <a:lnTo>
                    <a:pt x="731292" y="347886"/>
                  </a:lnTo>
                  <a:close/>
                  <a:moveTo>
                    <a:pt x="766731" y="318719"/>
                  </a:moveTo>
                  <a:lnTo>
                    <a:pt x="738370" y="342813"/>
                  </a:lnTo>
                  <a:lnTo>
                    <a:pt x="794234" y="273641"/>
                  </a:lnTo>
                  <a:close/>
                  <a:moveTo>
                    <a:pt x="455070" y="13846"/>
                  </a:moveTo>
                  <a:lnTo>
                    <a:pt x="501818" y="13949"/>
                  </a:lnTo>
                  <a:lnTo>
                    <a:pt x="534167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8" name="Output_density__4257">
              <a:extLst>
                <a:ext uri="{FF2B5EF4-FFF2-40B4-BE49-F238E27FC236}">
                  <a16:creationId xmlns:a16="http://schemas.microsoft.com/office/drawing/2014/main" id="{674F81A2-DBD2-1EDB-48E3-4E4F8B04009C}"/>
                </a:ext>
              </a:extLst>
            </p:cNvPr>
            <p:cNvSpPr>
              <a:spLocks noGrp="1"/>
            </p:cNvSpPr>
            <p:nvPr/>
          </p:nvSpPr>
          <p:spPr>
            <a:xfrm>
              <a:off x="15725145" y="3797798"/>
              <a:ext cx="45621" cy="17540"/>
            </a:xfrm>
            <a:custGeom>
              <a:avLst/>
              <a:gdLst/>
              <a:ahLst/>
              <a:cxnLst/>
              <a:rect l="0" t="0" r="0" b="0"/>
              <a:pathLst>
                <a:path w="45621" h="17540">
                  <a:moveTo>
                    <a:pt x="45621" y="0"/>
                  </a:moveTo>
                  <a:lnTo>
                    <a:pt x="23345" y="17540"/>
                  </a:lnTo>
                  <a:lnTo>
                    <a:pt x="0" y="15165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59" name="Output_density__4258">
              <a:extLst>
                <a:ext uri="{FF2B5EF4-FFF2-40B4-BE49-F238E27FC236}">
                  <a16:creationId xmlns:a16="http://schemas.microsoft.com/office/drawing/2014/main" id="{94C33AA9-CF63-43AE-F493-D4F8FE86E114}"/>
                </a:ext>
              </a:extLst>
            </p:cNvPr>
            <p:cNvSpPr>
              <a:spLocks noGrp="1"/>
            </p:cNvSpPr>
            <p:nvPr/>
          </p:nvSpPr>
          <p:spPr>
            <a:xfrm>
              <a:off x="15313312" y="2468150"/>
              <a:ext cx="1318937" cy="2052842"/>
            </a:xfrm>
            <a:custGeom>
              <a:avLst/>
              <a:gdLst/>
              <a:ahLst/>
              <a:cxnLst/>
              <a:rect l="0" t="0" r="0" b="0"/>
              <a:pathLst>
                <a:path w="1318937" h="2052842">
                  <a:moveTo>
                    <a:pt x="294023" y="2041114"/>
                  </a:moveTo>
                  <a:lnTo>
                    <a:pt x="313991" y="2052842"/>
                  </a:lnTo>
                  <a:lnTo>
                    <a:pt x="323147" y="2031120"/>
                  </a:lnTo>
                  <a:close/>
                  <a:moveTo>
                    <a:pt x="379395" y="2023374"/>
                  </a:moveTo>
                  <a:lnTo>
                    <a:pt x="323147" y="2031120"/>
                  </a:lnTo>
                  <a:lnTo>
                    <a:pt x="313991" y="2052842"/>
                  </a:lnTo>
                  <a:close/>
                  <a:moveTo>
                    <a:pt x="393263" y="1814222"/>
                  </a:moveTo>
                  <a:lnTo>
                    <a:pt x="383837" y="1869509"/>
                  </a:lnTo>
                  <a:lnTo>
                    <a:pt x="409638" y="1831075"/>
                  </a:lnTo>
                  <a:close/>
                  <a:moveTo>
                    <a:pt x="393263" y="1814222"/>
                  </a:moveTo>
                  <a:lnTo>
                    <a:pt x="341486" y="1838316"/>
                  </a:lnTo>
                  <a:lnTo>
                    <a:pt x="383837" y="1869509"/>
                  </a:lnTo>
                  <a:close/>
                  <a:moveTo>
                    <a:pt x="445203" y="1790128"/>
                  </a:moveTo>
                  <a:lnTo>
                    <a:pt x="409638" y="1831075"/>
                  </a:lnTo>
                  <a:lnTo>
                    <a:pt x="461800" y="1865759"/>
                  </a:lnTo>
                  <a:close/>
                  <a:moveTo>
                    <a:pt x="406491" y="1624888"/>
                  </a:moveTo>
                  <a:lnTo>
                    <a:pt x="459735" y="1619584"/>
                  </a:lnTo>
                  <a:lnTo>
                    <a:pt x="440240" y="1572690"/>
                  </a:lnTo>
                  <a:close/>
                  <a:moveTo>
                    <a:pt x="406491" y="1624888"/>
                  </a:moveTo>
                  <a:lnTo>
                    <a:pt x="440240" y="1572690"/>
                  </a:lnTo>
                  <a:lnTo>
                    <a:pt x="397135" y="1569751"/>
                  </a:lnTo>
                  <a:close/>
                  <a:moveTo>
                    <a:pt x="0" y="992985"/>
                  </a:moveTo>
                  <a:lnTo>
                    <a:pt x="51098" y="97099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35388" y="1123341"/>
                  </a:lnTo>
                  <a:lnTo>
                    <a:pt x="232630" y="1175038"/>
                  </a:lnTo>
                  <a:close/>
                  <a:moveTo>
                    <a:pt x="251400" y="1150944"/>
                  </a:moveTo>
                  <a:lnTo>
                    <a:pt x="224417" y="1099407"/>
                  </a:lnTo>
                  <a:lnTo>
                    <a:pt x="232630" y="1175038"/>
                  </a:lnTo>
                  <a:close/>
                  <a:moveTo>
                    <a:pt x="191831" y="996334"/>
                  </a:moveTo>
                  <a:lnTo>
                    <a:pt x="202289" y="1020428"/>
                  </a:lnTo>
                  <a:lnTo>
                    <a:pt x="217205" y="1047871"/>
                  </a:lnTo>
                  <a:close/>
                  <a:moveTo>
                    <a:pt x="52090" y="962945"/>
                  </a:moveTo>
                  <a:lnTo>
                    <a:pt x="51070" y="89326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21873" y="1071586"/>
                  </a:lnTo>
                  <a:lnTo>
                    <a:pt x="235388" y="1123341"/>
                  </a:lnTo>
                  <a:close/>
                  <a:moveTo>
                    <a:pt x="224417" y="1099407"/>
                  </a:moveTo>
                  <a:lnTo>
                    <a:pt x="217205" y="1047871"/>
                  </a:lnTo>
                  <a:lnTo>
                    <a:pt x="221873" y="1071586"/>
                  </a:lnTo>
                  <a:close/>
                  <a:moveTo>
                    <a:pt x="718031" y="1561522"/>
                  </a:moveTo>
                  <a:lnTo>
                    <a:pt x="701684" y="1539143"/>
                  </a:lnTo>
                  <a:lnTo>
                    <a:pt x="738836" y="1514006"/>
                  </a:lnTo>
                  <a:close/>
                  <a:moveTo>
                    <a:pt x="664148" y="1504603"/>
                  </a:moveTo>
                  <a:lnTo>
                    <a:pt x="696331" y="1541182"/>
                  </a:lnTo>
                  <a:lnTo>
                    <a:pt x="705096" y="1509296"/>
                  </a:lnTo>
                  <a:close/>
                  <a:moveTo>
                    <a:pt x="191831" y="996334"/>
                  </a:moveTo>
                  <a:lnTo>
                    <a:pt x="217205" y="1047871"/>
                  </a:lnTo>
                  <a:lnTo>
                    <a:pt x="249873" y="1023777"/>
                  </a:lnTo>
                  <a:close/>
                  <a:moveTo>
                    <a:pt x="191831" y="996334"/>
                  </a:moveTo>
                  <a:lnTo>
                    <a:pt x="249873" y="1023777"/>
                  </a:lnTo>
                  <a:lnTo>
                    <a:pt x="220438" y="972240"/>
                  </a:lnTo>
                  <a:close/>
                  <a:moveTo>
                    <a:pt x="191831" y="996334"/>
                  </a:moveTo>
                  <a:lnTo>
                    <a:pt x="220438" y="972240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0438" y="972240"/>
                  </a:lnTo>
                  <a:lnTo>
                    <a:pt x="257108" y="935643"/>
                  </a:lnTo>
                  <a:close/>
                  <a:moveTo>
                    <a:pt x="189582" y="992751"/>
                  </a:moveTo>
                  <a:lnTo>
                    <a:pt x="191831" y="996334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9389" y="920704"/>
                  </a:lnTo>
                  <a:lnTo>
                    <a:pt x="219983" y="971517"/>
                  </a:lnTo>
                  <a:close/>
                  <a:moveTo>
                    <a:pt x="219983" y="971517"/>
                  </a:moveTo>
                  <a:lnTo>
                    <a:pt x="189582" y="992751"/>
                  </a:lnTo>
                  <a:lnTo>
                    <a:pt x="242067" y="929683"/>
                  </a:lnTo>
                  <a:close/>
                  <a:moveTo>
                    <a:pt x="257108" y="935643"/>
                  </a:moveTo>
                  <a:lnTo>
                    <a:pt x="296088" y="972240"/>
                  </a:lnTo>
                  <a:lnTo>
                    <a:pt x="242067" y="929683"/>
                  </a:lnTo>
                  <a:close/>
                  <a:moveTo>
                    <a:pt x="806794" y="1527342"/>
                  </a:moveTo>
                  <a:lnTo>
                    <a:pt x="819319" y="1505344"/>
                  </a:lnTo>
                  <a:lnTo>
                    <a:pt x="759393" y="1527896"/>
                  </a:lnTo>
                  <a:close/>
                  <a:moveTo>
                    <a:pt x="761923" y="1411976"/>
                  </a:moveTo>
                  <a:lnTo>
                    <a:pt x="739180" y="1380393"/>
                  </a:lnTo>
                  <a:lnTo>
                    <a:pt x="721835" y="1370201"/>
                  </a:lnTo>
                  <a:close/>
                  <a:moveTo>
                    <a:pt x="257108" y="935643"/>
                  </a:moveTo>
                  <a:lnTo>
                    <a:pt x="220438" y="972240"/>
                  </a:lnTo>
                  <a:lnTo>
                    <a:pt x="294518" y="940613"/>
                  </a:lnTo>
                  <a:close/>
                  <a:moveTo>
                    <a:pt x="257108" y="935643"/>
                  </a:moveTo>
                  <a:lnTo>
                    <a:pt x="304236" y="948146"/>
                  </a:lnTo>
                  <a:lnTo>
                    <a:pt x="296088" y="972240"/>
                  </a:lnTo>
                  <a:close/>
                  <a:moveTo>
                    <a:pt x="257108" y="935643"/>
                  </a:moveTo>
                  <a:lnTo>
                    <a:pt x="294518" y="940613"/>
                  </a:lnTo>
                  <a:lnTo>
                    <a:pt x="304236" y="948146"/>
                  </a:lnTo>
                  <a:close/>
                  <a:moveTo>
                    <a:pt x="181590" y="827971"/>
                  </a:moveTo>
                  <a:lnTo>
                    <a:pt x="140195" y="847878"/>
                  </a:lnTo>
                  <a:lnTo>
                    <a:pt x="221103" y="840805"/>
                  </a:lnTo>
                  <a:close/>
                  <a:moveTo>
                    <a:pt x="724278" y="1360439"/>
                  </a:moveTo>
                  <a:lnTo>
                    <a:pt x="721835" y="1370201"/>
                  </a:lnTo>
                  <a:lnTo>
                    <a:pt x="739180" y="1380393"/>
                  </a:lnTo>
                  <a:close/>
                  <a:moveTo>
                    <a:pt x="761923" y="1411976"/>
                  </a:moveTo>
                  <a:lnTo>
                    <a:pt x="832152" y="1439419"/>
                  </a:lnTo>
                  <a:lnTo>
                    <a:pt x="778126" y="1387882"/>
                  </a:lnTo>
                  <a:close/>
                  <a:moveTo>
                    <a:pt x="761923" y="1411976"/>
                  </a:moveTo>
                  <a:lnTo>
                    <a:pt x="778126" y="1387882"/>
                  </a:lnTo>
                  <a:lnTo>
                    <a:pt x="739180" y="1380393"/>
                  </a:lnTo>
                  <a:close/>
                  <a:moveTo>
                    <a:pt x="778126" y="1387882"/>
                  </a:moveTo>
                  <a:lnTo>
                    <a:pt x="776707" y="1385803"/>
                  </a:lnTo>
                  <a:lnTo>
                    <a:pt x="739180" y="1380393"/>
                  </a:lnTo>
                  <a:close/>
                  <a:moveTo>
                    <a:pt x="533433" y="1032965"/>
                  </a:moveTo>
                  <a:lnTo>
                    <a:pt x="475996" y="1051219"/>
                  </a:lnTo>
                  <a:lnTo>
                    <a:pt x="542287" y="1033377"/>
                  </a:lnTo>
                  <a:close/>
                  <a:moveTo>
                    <a:pt x="542287" y="1033377"/>
                  </a:moveTo>
                  <a:lnTo>
                    <a:pt x="475996" y="1051219"/>
                  </a:lnTo>
                  <a:lnTo>
                    <a:pt x="465108" y="1054392"/>
                  </a:lnTo>
                  <a:close/>
                  <a:moveTo>
                    <a:pt x="542287" y="1033377"/>
                  </a:moveTo>
                  <a:lnTo>
                    <a:pt x="465108" y="1054392"/>
                  </a:lnTo>
                  <a:lnTo>
                    <a:pt x="494578" y="1029675"/>
                  </a:lnTo>
                  <a:close/>
                  <a:moveTo>
                    <a:pt x="391756" y="948146"/>
                  </a:moveTo>
                  <a:lnTo>
                    <a:pt x="449380" y="995585"/>
                  </a:lnTo>
                  <a:lnTo>
                    <a:pt x="392734" y="945900"/>
                  </a:lnTo>
                  <a:close/>
                  <a:moveTo>
                    <a:pt x="1032852" y="1520250"/>
                  </a:moveTo>
                  <a:lnTo>
                    <a:pt x="1072086" y="1526335"/>
                  </a:lnTo>
                  <a:lnTo>
                    <a:pt x="1018472" y="1469198"/>
                  </a:lnTo>
                  <a:close/>
                  <a:moveTo>
                    <a:pt x="1032852" y="1520250"/>
                  </a:moveTo>
                  <a:lnTo>
                    <a:pt x="1037856" y="1528590"/>
                  </a:lnTo>
                  <a:lnTo>
                    <a:pt x="1093991" y="1563791"/>
                  </a:lnTo>
                  <a:close/>
                  <a:moveTo>
                    <a:pt x="1018472" y="1469198"/>
                  </a:moveTo>
                  <a:lnTo>
                    <a:pt x="994956" y="1425573"/>
                  </a:lnTo>
                  <a:lnTo>
                    <a:pt x="987837" y="1466861"/>
                  </a:lnTo>
                  <a:close/>
                  <a:moveTo>
                    <a:pt x="787387" y="1251055"/>
                  </a:moveTo>
                  <a:lnTo>
                    <a:pt x="745499" y="1269120"/>
                  </a:lnTo>
                  <a:lnTo>
                    <a:pt x="821881" y="1245123"/>
                  </a:lnTo>
                  <a:close/>
                  <a:moveTo>
                    <a:pt x="184680" y="436412"/>
                  </a:moveTo>
                  <a:lnTo>
                    <a:pt x="185135" y="436527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4680" y="436412"/>
                  </a:lnTo>
                  <a:lnTo>
                    <a:pt x="184343" y="436129"/>
                  </a:lnTo>
                  <a:close/>
                  <a:moveTo>
                    <a:pt x="962237" y="1466861"/>
                  </a:moveTo>
                  <a:lnTo>
                    <a:pt x="983797" y="1501148"/>
                  </a:lnTo>
                  <a:lnTo>
                    <a:pt x="977435" y="1464578"/>
                  </a:lnTo>
                  <a:close/>
                  <a:moveTo>
                    <a:pt x="977435" y="1464578"/>
                  </a:moveTo>
                  <a:lnTo>
                    <a:pt x="983797" y="150114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77435" y="146457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64099" y="1339694"/>
                  </a:lnTo>
                  <a:lnTo>
                    <a:pt x="910426" y="1355587"/>
                  </a:lnTo>
                  <a:close/>
                  <a:moveTo>
                    <a:pt x="894137" y="1340601"/>
                  </a:moveTo>
                  <a:lnTo>
                    <a:pt x="910426" y="1355587"/>
                  </a:lnTo>
                  <a:lnTo>
                    <a:pt x="964099" y="1339694"/>
                  </a:lnTo>
                  <a:close/>
                  <a:moveTo>
                    <a:pt x="722143" y="1054569"/>
                  </a:moveTo>
                  <a:lnTo>
                    <a:pt x="725577" y="1059734"/>
                  </a:lnTo>
                  <a:lnTo>
                    <a:pt x="730934" y="1082011"/>
                  </a:lnTo>
                  <a:close/>
                  <a:moveTo>
                    <a:pt x="546372" y="834217"/>
                  </a:moveTo>
                  <a:lnTo>
                    <a:pt x="614108" y="857425"/>
                  </a:lnTo>
                  <a:lnTo>
                    <a:pt x="575224" y="824328"/>
                  </a:lnTo>
                  <a:close/>
                  <a:moveTo>
                    <a:pt x="511684" y="824436"/>
                  </a:moveTo>
                  <a:lnTo>
                    <a:pt x="561682" y="884513"/>
                  </a:lnTo>
                  <a:lnTo>
                    <a:pt x="546372" y="834217"/>
                  </a:lnTo>
                  <a:close/>
                  <a:moveTo>
                    <a:pt x="511684" y="824436"/>
                  </a:moveTo>
                  <a:lnTo>
                    <a:pt x="546372" y="834217"/>
                  </a:lnTo>
                  <a:lnTo>
                    <a:pt x="490792" y="778678"/>
                  </a:lnTo>
                  <a:close/>
                  <a:moveTo>
                    <a:pt x="428910" y="728262"/>
                  </a:moveTo>
                  <a:lnTo>
                    <a:pt x="450650" y="745349"/>
                  </a:lnTo>
                  <a:lnTo>
                    <a:pt x="401169" y="720213"/>
                  </a:lnTo>
                  <a:close/>
                  <a:moveTo>
                    <a:pt x="237400" y="519038"/>
                  </a:moveTo>
                  <a:lnTo>
                    <a:pt x="230947" y="487666"/>
                  </a:lnTo>
                  <a:lnTo>
                    <a:pt x="208256" y="522974"/>
                  </a:lnTo>
                  <a:close/>
                  <a:moveTo>
                    <a:pt x="250290" y="483798"/>
                  </a:moveTo>
                  <a:lnTo>
                    <a:pt x="230947" y="487666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250290" y="483798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317658" y="529754"/>
                  </a:lnTo>
                  <a:lnTo>
                    <a:pt x="306243" y="476292"/>
                  </a:lnTo>
                  <a:close/>
                  <a:moveTo>
                    <a:pt x="271443" y="529344"/>
                  </a:moveTo>
                  <a:lnTo>
                    <a:pt x="295154" y="538292"/>
                  </a:lnTo>
                  <a:lnTo>
                    <a:pt x="341584" y="537210"/>
                  </a:lnTo>
                  <a:close/>
                  <a:moveTo>
                    <a:pt x="184343" y="436129"/>
                  </a:moveTo>
                  <a:lnTo>
                    <a:pt x="185135" y="436527"/>
                  </a:lnTo>
                  <a:lnTo>
                    <a:pt x="185464" y="435775"/>
                  </a:lnTo>
                  <a:close/>
                  <a:moveTo>
                    <a:pt x="185464" y="435775"/>
                  </a:moveTo>
                  <a:lnTo>
                    <a:pt x="185135" y="436527"/>
                  </a:lnTo>
                  <a:lnTo>
                    <a:pt x="225680" y="412035"/>
                  </a:lnTo>
                  <a:close/>
                  <a:moveTo>
                    <a:pt x="185135" y="436527"/>
                  </a:moveTo>
                  <a:lnTo>
                    <a:pt x="230947" y="487666"/>
                  </a:lnTo>
                  <a:lnTo>
                    <a:pt x="225680" y="412035"/>
                  </a:lnTo>
                  <a:close/>
                  <a:moveTo>
                    <a:pt x="225680" y="412035"/>
                  </a:moveTo>
                  <a:lnTo>
                    <a:pt x="230947" y="487666"/>
                  </a:lnTo>
                  <a:lnTo>
                    <a:pt x="267116" y="433464"/>
                  </a:lnTo>
                  <a:close/>
                  <a:moveTo>
                    <a:pt x="250290" y="483798"/>
                  </a:moveTo>
                  <a:lnTo>
                    <a:pt x="306243" y="476292"/>
                  </a:lnTo>
                  <a:lnTo>
                    <a:pt x="267116" y="433464"/>
                  </a:lnTo>
                  <a:close/>
                  <a:moveTo>
                    <a:pt x="185464" y="435775"/>
                  </a:moveTo>
                  <a:lnTo>
                    <a:pt x="183675" y="431069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5464" y="435775"/>
                  </a:lnTo>
                  <a:lnTo>
                    <a:pt x="225680" y="412035"/>
                  </a:lnTo>
                  <a:close/>
                  <a:moveTo>
                    <a:pt x="1151843" y="1418673"/>
                  </a:moveTo>
                  <a:lnTo>
                    <a:pt x="1127029" y="1442767"/>
                  </a:lnTo>
                  <a:lnTo>
                    <a:pt x="1157094" y="1470210"/>
                  </a:lnTo>
                  <a:close/>
                  <a:moveTo>
                    <a:pt x="1093394" y="1383527"/>
                  </a:moveTo>
                  <a:lnTo>
                    <a:pt x="1086614" y="1401310"/>
                  </a:lnTo>
                  <a:lnTo>
                    <a:pt x="1152085" y="1367137"/>
                  </a:lnTo>
                  <a:close/>
                  <a:moveTo>
                    <a:pt x="1152085" y="1367137"/>
                  </a:moveTo>
                  <a:lnTo>
                    <a:pt x="1086614" y="1401310"/>
                  </a:lnTo>
                  <a:lnTo>
                    <a:pt x="1127029" y="1442767"/>
                  </a:lnTo>
                  <a:close/>
                  <a:moveTo>
                    <a:pt x="1152085" y="1367137"/>
                  </a:moveTo>
                  <a:lnTo>
                    <a:pt x="1127029" y="1442767"/>
                  </a:lnTo>
                  <a:lnTo>
                    <a:pt x="1151843" y="1418673"/>
                  </a:lnTo>
                  <a:close/>
                  <a:moveTo>
                    <a:pt x="1093394" y="1383527"/>
                  </a:moveTo>
                  <a:lnTo>
                    <a:pt x="1152085" y="1367137"/>
                  </a:lnTo>
                  <a:lnTo>
                    <a:pt x="1110434" y="1355468"/>
                  </a:lnTo>
                  <a:close/>
                  <a:moveTo>
                    <a:pt x="772168" y="1006380"/>
                  </a:moveTo>
                  <a:lnTo>
                    <a:pt x="706007" y="968629"/>
                  </a:lnTo>
                  <a:lnTo>
                    <a:pt x="737740" y="978937"/>
                  </a:lnTo>
                  <a:close/>
                  <a:moveTo>
                    <a:pt x="772168" y="1006380"/>
                  </a:moveTo>
                  <a:lnTo>
                    <a:pt x="737740" y="978937"/>
                  </a:lnTo>
                  <a:lnTo>
                    <a:pt x="735960" y="1030474"/>
                  </a:lnTo>
                  <a:close/>
                  <a:moveTo>
                    <a:pt x="575224" y="824328"/>
                  </a:moveTo>
                  <a:lnTo>
                    <a:pt x="614108" y="857425"/>
                  </a:lnTo>
                  <a:lnTo>
                    <a:pt x="632388" y="802269"/>
                  </a:lnTo>
                  <a:close/>
                  <a:moveTo>
                    <a:pt x="637131" y="800234"/>
                  </a:moveTo>
                  <a:lnTo>
                    <a:pt x="632388" y="802269"/>
                  </a:lnTo>
                  <a:lnTo>
                    <a:pt x="614108" y="857425"/>
                  </a:lnTo>
                  <a:close/>
                  <a:moveTo>
                    <a:pt x="1110434" y="1355468"/>
                  </a:moveTo>
                  <a:lnTo>
                    <a:pt x="1152085" y="1367137"/>
                  </a:lnTo>
                  <a:lnTo>
                    <a:pt x="1133746" y="1291506"/>
                  </a:lnTo>
                  <a:close/>
                  <a:moveTo>
                    <a:pt x="1082631" y="1204049"/>
                  </a:moveTo>
                  <a:lnTo>
                    <a:pt x="1040196" y="1212527"/>
                  </a:lnTo>
                  <a:lnTo>
                    <a:pt x="1111150" y="1223247"/>
                  </a:lnTo>
                  <a:close/>
                  <a:moveTo>
                    <a:pt x="1040196" y="1212527"/>
                  </a:moveTo>
                  <a:lnTo>
                    <a:pt x="1026076" y="1214746"/>
                  </a:lnTo>
                  <a:lnTo>
                    <a:pt x="1111150" y="1223247"/>
                  </a:lnTo>
                  <a:close/>
                  <a:moveTo>
                    <a:pt x="1111150" y="1223247"/>
                  </a:moveTo>
                  <a:lnTo>
                    <a:pt x="1082414" y="1212527"/>
                  </a:lnTo>
                  <a:lnTo>
                    <a:pt x="1082631" y="1204049"/>
                  </a:lnTo>
                  <a:close/>
                  <a:moveTo>
                    <a:pt x="195934" y="113549"/>
                  </a:moveTo>
                  <a:lnTo>
                    <a:pt x="209828" y="124151"/>
                  </a:lnTo>
                  <a:lnTo>
                    <a:pt x="185482" y="106165"/>
                  </a:lnTo>
                  <a:close/>
                  <a:moveTo>
                    <a:pt x="209828" y="124151"/>
                  </a:moveTo>
                  <a:lnTo>
                    <a:pt x="195934" y="113549"/>
                  </a:lnTo>
                  <a:lnTo>
                    <a:pt x="228786" y="155252"/>
                  </a:lnTo>
                  <a:close/>
                  <a:moveTo>
                    <a:pt x="1094662" y="1131524"/>
                  </a:moveTo>
                  <a:lnTo>
                    <a:pt x="1045336" y="1151858"/>
                  </a:lnTo>
                  <a:lnTo>
                    <a:pt x="1092403" y="1153154"/>
                  </a:lnTo>
                  <a:close/>
                  <a:moveTo>
                    <a:pt x="1052006" y="1065478"/>
                  </a:moveTo>
                  <a:lnTo>
                    <a:pt x="1077703" y="1098195"/>
                  </a:lnTo>
                  <a:lnTo>
                    <a:pt x="1072263" y="1085360"/>
                  </a:lnTo>
                  <a:close/>
                  <a:moveTo>
                    <a:pt x="1094662" y="1131524"/>
                  </a:moveTo>
                  <a:lnTo>
                    <a:pt x="1077703" y="1098195"/>
                  </a:lnTo>
                  <a:lnTo>
                    <a:pt x="1052006" y="1065478"/>
                  </a:lnTo>
                  <a:close/>
                  <a:moveTo>
                    <a:pt x="897335" y="812956"/>
                  </a:moveTo>
                  <a:lnTo>
                    <a:pt x="884016" y="803583"/>
                  </a:lnTo>
                  <a:lnTo>
                    <a:pt x="892039" y="868593"/>
                  </a:lnTo>
                  <a:close/>
                  <a:moveTo>
                    <a:pt x="892039" y="868593"/>
                  </a:moveTo>
                  <a:lnTo>
                    <a:pt x="834589" y="814573"/>
                  </a:lnTo>
                  <a:lnTo>
                    <a:pt x="859158" y="857342"/>
                  </a:lnTo>
                  <a:close/>
                  <a:moveTo>
                    <a:pt x="892039" y="868593"/>
                  </a:moveTo>
                  <a:lnTo>
                    <a:pt x="940729" y="866991"/>
                  </a:lnTo>
                  <a:lnTo>
                    <a:pt x="897335" y="812956"/>
                  </a:lnTo>
                  <a:close/>
                  <a:moveTo>
                    <a:pt x="940729" y="866991"/>
                  </a:moveTo>
                  <a:lnTo>
                    <a:pt x="949349" y="832752"/>
                  </a:lnTo>
                  <a:lnTo>
                    <a:pt x="897335" y="812956"/>
                  </a:lnTo>
                  <a:close/>
                  <a:moveTo>
                    <a:pt x="780426" y="820625"/>
                  </a:moveTo>
                  <a:lnTo>
                    <a:pt x="827924" y="757249"/>
                  </a:lnTo>
                  <a:lnTo>
                    <a:pt x="776181" y="761333"/>
                  </a:lnTo>
                  <a:close/>
                  <a:moveTo>
                    <a:pt x="1252598" y="1141833"/>
                  </a:moveTo>
                  <a:lnTo>
                    <a:pt x="1260639" y="1110535"/>
                  </a:lnTo>
                  <a:lnTo>
                    <a:pt x="1223438" y="1102797"/>
                  </a:lnTo>
                  <a:close/>
                  <a:moveTo>
                    <a:pt x="1056824" y="958193"/>
                  </a:moveTo>
                  <a:lnTo>
                    <a:pt x="1049055" y="895962"/>
                  </a:lnTo>
                  <a:lnTo>
                    <a:pt x="1063886" y="882562"/>
                  </a:lnTo>
                  <a:close/>
                  <a:moveTo>
                    <a:pt x="1056824" y="958193"/>
                  </a:moveTo>
                  <a:lnTo>
                    <a:pt x="1063886" y="882562"/>
                  </a:lnTo>
                  <a:lnTo>
                    <a:pt x="1018148" y="906656"/>
                  </a:lnTo>
                  <a:close/>
                  <a:moveTo>
                    <a:pt x="955538" y="792208"/>
                  </a:moveTo>
                  <a:lnTo>
                    <a:pt x="897335" y="812956"/>
                  </a:lnTo>
                  <a:lnTo>
                    <a:pt x="949349" y="832752"/>
                  </a:lnTo>
                  <a:close/>
                  <a:moveTo>
                    <a:pt x="955538" y="792208"/>
                  </a:moveTo>
                  <a:lnTo>
                    <a:pt x="1002871" y="791709"/>
                  </a:lnTo>
                  <a:lnTo>
                    <a:pt x="961379" y="742831"/>
                  </a:lnTo>
                  <a:close/>
                  <a:moveTo>
                    <a:pt x="1275839" y="1185681"/>
                  </a:moveTo>
                  <a:lnTo>
                    <a:pt x="1318937" y="1188625"/>
                  </a:lnTo>
                  <a:lnTo>
                    <a:pt x="1309229" y="1170002"/>
                  </a:lnTo>
                  <a:close/>
                  <a:moveTo>
                    <a:pt x="1166773" y="851836"/>
                  </a:moveTo>
                  <a:lnTo>
                    <a:pt x="1131658" y="855446"/>
                  </a:lnTo>
                  <a:lnTo>
                    <a:pt x="1085376" y="857080"/>
                  </a:lnTo>
                  <a:close/>
                  <a:moveTo>
                    <a:pt x="1024601" y="711300"/>
                  </a:moveTo>
                  <a:lnTo>
                    <a:pt x="961379" y="742831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29262" y="687058"/>
                  </a:lnTo>
                  <a:lnTo>
                    <a:pt x="978963" y="673674"/>
                  </a:lnTo>
                  <a:close/>
                  <a:moveTo>
                    <a:pt x="1056089" y="703858"/>
                  </a:moveTo>
                  <a:lnTo>
                    <a:pt x="1024601" y="711300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56089" y="703858"/>
                  </a:lnTo>
                  <a:lnTo>
                    <a:pt x="1029262" y="687058"/>
                  </a:lnTo>
                  <a:close/>
                  <a:moveTo>
                    <a:pt x="885693" y="676416"/>
                  </a:moveTo>
                  <a:lnTo>
                    <a:pt x="902618" y="671763"/>
                  </a:lnTo>
                  <a:lnTo>
                    <a:pt x="886314" y="600785"/>
                  </a:lnTo>
                  <a:close/>
                  <a:moveTo>
                    <a:pt x="868293" y="624879"/>
                  </a:moveTo>
                  <a:lnTo>
                    <a:pt x="885693" y="676416"/>
                  </a:lnTo>
                  <a:lnTo>
                    <a:pt x="886314" y="600785"/>
                  </a:lnTo>
                  <a:close/>
                  <a:moveTo>
                    <a:pt x="902618" y="671763"/>
                  </a:moveTo>
                  <a:lnTo>
                    <a:pt x="954657" y="652322"/>
                  </a:lnTo>
                  <a:lnTo>
                    <a:pt x="915896" y="612557"/>
                  </a:lnTo>
                  <a:close/>
                  <a:moveTo>
                    <a:pt x="827107" y="573342"/>
                  </a:moveTo>
                  <a:lnTo>
                    <a:pt x="868293" y="624879"/>
                  </a:lnTo>
                  <a:lnTo>
                    <a:pt x="886314" y="600785"/>
                  </a:lnTo>
                  <a:close/>
                  <a:moveTo>
                    <a:pt x="827107" y="573342"/>
                  </a:moveTo>
                  <a:lnTo>
                    <a:pt x="886314" y="600785"/>
                  </a:lnTo>
                  <a:lnTo>
                    <a:pt x="865381" y="549248"/>
                  </a:lnTo>
                  <a:close/>
                  <a:moveTo>
                    <a:pt x="1081541" y="755395"/>
                  </a:moveTo>
                  <a:lnTo>
                    <a:pt x="1072054" y="679764"/>
                  </a:lnTo>
                  <a:lnTo>
                    <a:pt x="1056089" y="703858"/>
                  </a:lnTo>
                  <a:close/>
                  <a:moveTo>
                    <a:pt x="989430" y="639169"/>
                  </a:moveTo>
                  <a:lnTo>
                    <a:pt x="1030945" y="580658"/>
                  </a:lnTo>
                  <a:lnTo>
                    <a:pt x="986849" y="578525"/>
                  </a:lnTo>
                  <a:close/>
                  <a:moveTo>
                    <a:pt x="1067520" y="588905"/>
                  </a:moveTo>
                  <a:lnTo>
                    <a:pt x="1030945" y="580658"/>
                  </a:lnTo>
                  <a:lnTo>
                    <a:pt x="1091159" y="608905"/>
                  </a:lnTo>
                  <a:close/>
                  <a:moveTo>
                    <a:pt x="1030945" y="580658"/>
                  </a:moveTo>
                  <a:lnTo>
                    <a:pt x="1040251" y="593243"/>
                  </a:lnTo>
                  <a:lnTo>
                    <a:pt x="1091159" y="608905"/>
                  </a:lnTo>
                  <a:close/>
                  <a:moveTo>
                    <a:pt x="970159" y="505857"/>
                  </a:moveTo>
                  <a:lnTo>
                    <a:pt x="994581" y="525155"/>
                  </a:lnTo>
                  <a:lnTo>
                    <a:pt x="949989" y="483006"/>
                  </a:lnTo>
                  <a:close/>
                  <a:moveTo>
                    <a:pt x="1102665" y="623075"/>
                  </a:moveTo>
                  <a:lnTo>
                    <a:pt x="1124921" y="628228"/>
                  </a:lnTo>
                  <a:lnTo>
                    <a:pt x="1091159" y="608905"/>
                  </a:lnTo>
                  <a:close/>
                  <a:moveTo>
                    <a:pt x="984421" y="517756"/>
                  </a:moveTo>
                  <a:lnTo>
                    <a:pt x="994581" y="525155"/>
                  </a:lnTo>
                  <a:lnTo>
                    <a:pt x="970159" y="505857"/>
                  </a:lnTo>
                  <a:close/>
                  <a:moveTo>
                    <a:pt x="687527" y="112862"/>
                  </a:moveTo>
                  <a:lnTo>
                    <a:pt x="686220" y="142966"/>
                  </a:lnTo>
                  <a:lnTo>
                    <a:pt x="687431" y="105331"/>
                  </a:lnTo>
                  <a:close/>
                  <a:moveTo>
                    <a:pt x="987256" y="165083"/>
                  </a:moveTo>
                  <a:lnTo>
                    <a:pt x="1009604" y="158807"/>
                  </a:lnTo>
                  <a:lnTo>
                    <a:pt x="1004568" y="190033"/>
                  </a:lnTo>
                  <a:close/>
                  <a:moveTo>
                    <a:pt x="1034690" y="16486"/>
                  </a:moveTo>
                  <a:lnTo>
                    <a:pt x="1120080" y="42536"/>
                  </a:lnTo>
                  <a:lnTo>
                    <a:pt x="1090598" y="5457"/>
                  </a:lnTo>
                  <a:close/>
                  <a:moveTo>
                    <a:pt x="1120971" y="43929"/>
                  </a:moveTo>
                  <a:lnTo>
                    <a:pt x="1090598" y="5457"/>
                  </a:lnTo>
                  <a:lnTo>
                    <a:pt x="1120080" y="42536"/>
                  </a:lnTo>
                  <a:close/>
                  <a:moveTo>
                    <a:pt x="1090598" y="5457"/>
                  </a:moveTo>
                  <a:lnTo>
                    <a:pt x="1072623" y="0"/>
                  </a:lnTo>
                  <a:lnTo>
                    <a:pt x="1034690" y="16486"/>
                  </a:lnTo>
                  <a:close/>
                  <a:moveTo>
                    <a:pt x="1120080" y="42536"/>
                  </a:moveTo>
                  <a:lnTo>
                    <a:pt x="1119340" y="43929"/>
                  </a:lnTo>
                  <a:lnTo>
                    <a:pt x="1121049" y="43444"/>
                  </a:lnTo>
                  <a:close/>
                  <a:moveTo>
                    <a:pt x="1121049" y="43444"/>
                  </a:moveTo>
                  <a:lnTo>
                    <a:pt x="1120971" y="43929"/>
                  </a:lnTo>
                  <a:lnTo>
                    <a:pt x="1120080" y="42536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0" name="Output_density__4259">
              <a:extLst>
                <a:ext uri="{FF2B5EF4-FFF2-40B4-BE49-F238E27FC236}">
                  <a16:creationId xmlns:a16="http://schemas.microsoft.com/office/drawing/2014/main" id="{A47027F3-B111-71EF-DFFF-AD8B7020CB3D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54120"/>
              <a:ext cx="1313322" cy="2155144"/>
            </a:xfrm>
            <a:custGeom>
              <a:avLst/>
              <a:gdLst/>
              <a:ahLst/>
              <a:cxnLst/>
              <a:rect l="0" t="0" r="0" b="0"/>
              <a:pathLst>
                <a:path w="1313322" h="2155144">
                  <a:moveTo>
                    <a:pt x="267726" y="2103607"/>
                  </a:moveTo>
                  <a:lnTo>
                    <a:pt x="327239" y="2145150"/>
                  </a:lnTo>
                  <a:lnTo>
                    <a:pt x="325231" y="2084040"/>
                  </a:lnTo>
                  <a:close/>
                  <a:moveTo>
                    <a:pt x="267726" y="2103607"/>
                  </a:moveTo>
                  <a:lnTo>
                    <a:pt x="298116" y="2155144"/>
                  </a:lnTo>
                  <a:lnTo>
                    <a:pt x="327239" y="2145150"/>
                  </a:lnTo>
                  <a:close/>
                  <a:moveTo>
                    <a:pt x="361811" y="1876716"/>
                  </a:moveTo>
                  <a:lnTo>
                    <a:pt x="345579" y="1952346"/>
                  </a:lnTo>
                  <a:lnTo>
                    <a:pt x="397356" y="1928252"/>
                  </a:lnTo>
                  <a:close/>
                  <a:moveTo>
                    <a:pt x="425023" y="1915407"/>
                  </a:moveTo>
                  <a:lnTo>
                    <a:pt x="413731" y="1945105"/>
                  </a:lnTo>
                  <a:lnTo>
                    <a:pt x="449295" y="1904158"/>
                  </a:lnTo>
                  <a:close/>
                  <a:moveTo>
                    <a:pt x="397356" y="1928252"/>
                  </a:moveTo>
                  <a:lnTo>
                    <a:pt x="413731" y="1945105"/>
                  </a:lnTo>
                  <a:lnTo>
                    <a:pt x="425023" y="1915407"/>
                  </a:lnTo>
                  <a:close/>
                  <a:moveTo>
                    <a:pt x="361811" y="1876716"/>
                  </a:moveTo>
                  <a:lnTo>
                    <a:pt x="397356" y="1928252"/>
                  </a:lnTo>
                  <a:lnTo>
                    <a:pt x="425023" y="1915407"/>
                  </a:lnTo>
                  <a:close/>
                  <a:moveTo>
                    <a:pt x="449295" y="1904158"/>
                  </a:moveTo>
                  <a:lnTo>
                    <a:pt x="426184" y="1852622"/>
                  </a:lnTo>
                  <a:lnTo>
                    <a:pt x="425023" y="1915407"/>
                  </a:lnTo>
                  <a:close/>
                  <a:moveTo>
                    <a:pt x="312186" y="1722106"/>
                  </a:moveTo>
                  <a:lnTo>
                    <a:pt x="379607" y="1749549"/>
                  </a:lnTo>
                  <a:lnTo>
                    <a:pt x="346952" y="1698012"/>
                  </a:lnTo>
                  <a:close/>
                  <a:moveTo>
                    <a:pt x="486077" y="1778268"/>
                  </a:moveTo>
                  <a:lnTo>
                    <a:pt x="491454" y="1776991"/>
                  </a:lnTo>
                  <a:lnTo>
                    <a:pt x="521733" y="1729755"/>
                  </a:lnTo>
                  <a:close/>
                  <a:moveTo>
                    <a:pt x="562148" y="1817149"/>
                  </a:moveTo>
                  <a:lnTo>
                    <a:pt x="554254" y="1760824"/>
                  </a:lnTo>
                  <a:lnTo>
                    <a:pt x="502269" y="1827848"/>
                  </a:lnTo>
                  <a:close/>
                  <a:moveTo>
                    <a:pt x="521733" y="1729755"/>
                  </a:moveTo>
                  <a:lnTo>
                    <a:pt x="491454" y="1776991"/>
                  </a:lnTo>
                  <a:lnTo>
                    <a:pt x="554254" y="1760824"/>
                  </a:lnTo>
                  <a:close/>
                  <a:moveTo>
                    <a:pt x="185942" y="1347672"/>
                  </a:moveTo>
                  <a:lnTo>
                    <a:pt x="211514" y="1347611"/>
                  </a:lnTo>
                  <a:lnTo>
                    <a:pt x="199651" y="1313162"/>
                  </a:lnTo>
                  <a:close/>
                  <a:moveTo>
                    <a:pt x="199651" y="1313162"/>
                  </a:moveTo>
                  <a:lnTo>
                    <a:pt x="234582" y="1340604"/>
                  </a:lnTo>
                  <a:lnTo>
                    <a:pt x="236722" y="1289068"/>
                  </a:lnTo>
                  <a:close/>
                  <a:moveTo>
                    <a:pt x="234582" y="1340604"/>
                  </a:moveTo>
                  <a:lnTo>
                    <a:pt x="255492" y="1264974"/>
                  </a:lnTo>
                  <a:lnTo>
                    <a:pt x="236722" y="1289068"/>
                  </a:lnTo>
                  <a:close/>
                  <a:moveTo>
                    <a:pt x="0" y="979848"/>
                  </a:moveTo>
                  <a:lnTo>
                    <a:pt x="26548" y="1031385"/>
                  </a:lnTo>
                  <a:lnTo>
                    <a:pt x="55162" y="1007291"/>
                  </a:lnTo>
                  <a:close/>
                  <a:moveTo>
                    <a:pt x="846402" y="1680615"/>
                  </a:moveTo>
                  <a:lnTo>
                    <a:pt x="847184" y="1708258"/>
                  </a:lnTo>
                  <a:lnTo>
                    <a:pt x="854243" y="1668867"/>
                  </a:lnTo>
                  <a:close/>
                  <a:moveTo>
                    <a:pt x="846402" y="1680615"/>
                  </a:moveTo>
                  <a:lnTo>
                    <a:pt x="874316" y="1604985"/>
                  </a:lnTo>
                  <a:lnTo>
                    <a:pt x="831843" y="1629079"/>
                  </a:lnTo>
                  <a:close/>
                  <a:moveTo>
                    <a:pt x="831843" y="1629079"/>
                  </a:moveTo>
                  <a:lnTo>
                    <a:pt x="874316" y="1604985"/>
                  </a:lnTo>
                  <a:lnTo>
                    <a:pt x="823411" y="1619374"/>
                  </a:lnTo>
                  <a:close/>
                  <a:moveTo>
                    <a:pt x="874316" y="1604985"/>
                  </a:moveTo>
                  <a:lnTo>
                    <a:pt x="845609" y="1567467"/>
                  </a:lnTo>
                  <a:lnTo>
                    <a:pt x="823411" y="1619374"/>
                  </a:lnTo>
                  <a:close/>
                  <a:moveTo>
                    <a:pt x="836244" y="1553449"/>
                  </a:moveTo>
                  <a:lnTo>
                    <a:pt x="823411" y="1619374"/>
                  </a:lnTo>
                  <a:lnTo>
                    <a:pt x="845609" y="1567467"/>
                  </a:lnTo>
                  <a:close/>
                  <a:moveTo>
                    <a:pt x="836244" y="1553449"/>
                  </a:moveTo>
                  <a:lnTo>
                    <a:pt x="795859" y="1577542"/>
                  </a:lnTo>
                  <a:lnTo>
                    <a:pt x="823411" y="1619374"/>
                  </a:lnTo>
                  <a:close/>
                  <a:moveTo>
                    <a:pt x="766015" y="1526006"/>
                  </a:moveTo>
                  <a:lnTo>
                    <a:pt x="795859" y="1577542"/>
                  </a:lnTo>
                  <a:lnTo>
                    <a:pt x="836244" y="1553449"/>
                  </a:lnTo>
                  <a:close/>
                  <a:moveTo>
                    <a:pt x="748636" y="1450375"/>
                  </a:moveTo>
                  <a:lnTo>
                    <a:pt x="743272" y="1494423"/>
                  </a:lnTo>
                  <a:lnTo>
                    <a:pt x="780800" y="1499833"/>
                  </a:lnTo>
                  <a:close/>
                  <a:moveTo>
                    <a:pt x="748636" y="1450375"/>
                  </a:moveTo>
                  <a:lnTo>
                    <a:pt x="728370" y="1474469"/>
                  </a:lnTo>
                  <a:lnTo>
                    <a:pt x="743272" y="1494423"/>
                  </a:lnTo>
                  <a:close/>
                  <a:moveTo>
                    <a:pt x="711895" y="1422933"/>
                  </a:moveTo>
                  <a:lnTo>
                    <a:pt x="728370" y="1474469"/>
                  </a:lnTo>
                  <a:lnTo>
                    <a:pt x="748636" y="1450375"/>
                  </a:lnTo>
                  <a:close/>
                  <a:moveTo>
                    <a:pt x="396826" y="1059930"/>
                  </a:moveTo>
                  <a:lnTo>
                    <a:pt x="416765" y="1012152"/>
                  </a:lnTo>
                  <a:lnTo>
                    <a:pt x="395849" y="1062176"/>
                  </a:lnTo>
                  <a:close/>
                  <a:moveTo>
                    <a:pt x="395849" y="1062176"/>
                  </a:moveTo>
                  <a:lnTo>
                    <a:pt x="416765" y="1012152"/>
                  </a:lnTo>
                  <a:lnTo>
                    <a:pt x="454795" y="986546"/>
                  </a:lnTo>
                  <a:close/>
                  <a:moveTo>
                    <a:pt x="416765" y="1012152"/>
                  </a:moveTo>
                  <a:lnTo>
                    <a:pt x="396826" y="1059930"/>
                  </a:lnTo>
                  <a:lnTo>
                    <a:pt x="402017" y="1038083"/>
                  </a:lnTo>
                  <a:close/>
                  <a:moveTo>
                    <a:pt x="991929" y="1580891"/>
                  </a:moveTo>
                  <a:lnTo>
                    <a:pt x="987890" y="1615178"/>
                  </a:lnTo>
                  <a:lnTo>
                    <a:pt x="1022564" y="1583228"/>
                  </a:lnTo>
                  <a:close/>
                  <a:moveTo>
                    <a:pt x="1022564" y="1583228"/>
                  </a:moveTo>
                  <a:lnTo>
                    <a:pt x="987890" y="1615178"/>
                  </a:lnTo>
                  <a:lnTo>
                    <a:pt x="990402" y="1634136"/>
                  </a:lnTo>
                  <a:close/>
                  <a:moveTo>
                    <a:pt x="1022564" y="1583228"/>
                  </a:moveTo>
                  <a:lnTo>
                    <a:pt x="990402" y="1634136"/>
                  </a:lnTo>
                  <a:lnTo>
                    <a:pt x="1036944" y="1634280"/>
                  </a:lnTo>
                  <a:close/>
                  <a:moveTo>
                    <a:pt x="1036944" y="1634280"/>
                  </a:moveTo>
                  <a:lnTo>
                    <a:pt x="990402" y="1634136"/>
                  </a:lnTo>
                  <a:lnTo>
                    <a:pt x="1041949" y="1642620"/>
                  </a:lnTo>
                  <a:close/>
                  <a:moveTo>
                    <a:pt x="836244" y="1553449"/>
                  </a:moveTo>
                  <a:lnTo>
                    <a:pt x="845609" y="1567467"/>
                  </a:lnTo>
                  <a:lnTo>
                    <a:pt x="847740" y="1548668"/>
                  </a:lnTo>
                  <a:close/>
                  <a:moveTo>
                    <a:pt x="825973" y="1359153"/>
                  </a:moveTo>
                  <a:lnTo>
                    <a:pt x="773600" y="1382731"/>
                  </a:lnTo>
                  <a:lnTo>
                    <a:pt x="796878" y="1374745"/>
                  </a:lnTo>
                  <a:close/>
                  <a:moveTo>
                    <a:pt x="749591" y="1383150"/>
                  </a:moveTo>
                  <a:lnTo>
                    <a:pt x="773600" y="1382731"/>
                  </a:lnTo>
                  <a:lnTo>
                    <a:pt x="825973" y="1359153"/>
                  </a:lnTo>
                  <a:close/>
                  <a:moveTo>
                    <a:pt x="377065" y="863720"/>
                  </a:moveTo>
                  <a:lnTo>
                    <a:pt x="361299" y="883473"/>
                  </a:lnTo>
                  <a:lnTo>
                    <a:pt x="362366" y="848542"/>
                  </a:lnTo>
                  <a:close/>
                  <a:moveTo>
                    <a:pt x="177944" y="643272"/>
                  </a:moveTo>
                  <a:lnTo>
                    <a:pt x="151827" y="677326"/>
                  </a:lnTo>
                  <a:lnTo>
                    <a:pt x="212349" y="637004"/>
                  </a:lnTo>
                  <a:close/>
                  <a:moveTo>
                    <a:pt x="177944" y="643272"/>
                  </a:moveTo>
                  <a:lnTo>
                    <a:pt x="212349" y="637004"/>
                  </a:lnTo>
                  <a:lnTo>
                    <a:pt x="187025" y="625790"/>
                  </a:lnTo>
                  <a:close/>
                  <a:moveTo>
                    <a:pt x="212349" y="637004"/>
                  </a:moveTo>
                  <a:lnTo>
                    <a:pt x="235039" y="601696"/>
                  </a:lnTo>
                  <a:lnTo>
                    <a:pt x="187025" y="625790"/>
                  </a:lnTo>
                  <a:close/>
                  <a:moveTo>
                    <a:pt x="189227" y="550557"/>
                  </a:moveTo>
                  <a:lnTo>
                    <a:pt x="188773" y="550442"/>
                  </a:lnTo>
                  <a:lnTo>
                    <a:pt x="235039" y="601696"/>
                  </a:lnTo>
                  <a:close/>
                  <a:moveTo>
                    <a:pt x="740053" y="1144504"/>
                  </a:moveTo>
                  <a:lnTo>
                    <a:pt x="726235" y="1168599"/>
                  </a:lnTo>
                  <a:lnTo>
                    <a:pt x="735026" y="1196041"/>
                  </a:lnTo>
                  <a:close/>
                  <a:moveTo>
                    <a:pt x="275535" y="643374"/>
                  </a:moveTo>
                  <a:lnTo>
                    <a:pt x="310335" y="590322"/>
                  </a:lnTo>
                  <a:lnTo>
                    <a:pt x="254383" y="597828"/>
                  </a:lnTo>
                  <a:close/>
                  <a:moveTo>
                    <a:pt x="321750" y="643784"/>
                  </a:moveTo>
                  <a:lnTo>
                    <a:pt x="275535" y="643374"/>
                  </a:lnTo>
                  <a:lnTo>
                    <a:pt x="345676" y="651240"/>
                  </a:lnTo>
                  <a:close/>
                  <a:moveTo>
                    <a:pt x="271208" y="547494"/>
                  </a:moveTo>
                  <a:lnTo>
                    <a:pt x="235039" y="601696"/>
                  </a:lnTo>
                  <a:lnTo>
                    <a:pt x="254383" y="597828"/>
                  </a:lnTo>
                  <a:close/>
                  <a:moveTo>
                    <a:pt x="389268" y="605044"/>
                  </a:moveTo>
                  <a:lnTo>
                    <a:pt x="393322" y="623579"/>
                  </a:lnTo>
                  <a:lnTo>
                    <a:pt x="379359" y="642276"/>
                  </a:lnTo>
                  <a:close/>
                  <a:moveTo>
                    <a:pt x="379359" y="642276"/>
                  </a:moveTo>
                  <a:lnTo>
                    <a:pt x="389121" y="638998"/>
                  </a:lnTo>
                  <a:lnTo>
                    <a:pt x="345676" y="651240"/>
                  </a:lnTo>
                  <a:close/>
                  <a:moveTo>
                    <a:pt x="1156178" y="1481167"/>
                  </a:moveTo>
                  <a:lnTo>
                    <a:pt x="1197277" y="1517154"/>
                  </a:lnTo>
                  <a:lnTo>
                    <a:pt x="1168545" y="1477770"/>
                  </a:lnTo>
                  <a:close/>
                  <a:moveTo>
                    <a:pt x="1213096" y="1488680"/>
                  </a:moveTo>
                  <a:lnTo>
                    <a:pt x="1211024" y="1457073"/>
                  </a:lnTo>
                  <a:lnTo>
                    <a:pt x="1215127" y="1477881"/>
                  </a:lnTo>
                  <a:close/>
                  <a:moveTo>
                    <a:pt x="1213096" y="1488680"/>
                  </a:moveTo>
                  <a:lnTo>
                    <a:pt x="1181810" y="1481167"/>
                  </a:lnTo>
                  <a:lnTo>
                    <a:pt x="1168545" y="1477770"/>
                  </a:lnTo>
                  <a:close/>
                  <a:moveTo>
                    <a:pt x="1137838" y="1405536"/>
                  </a:moveTo>
                  <a:lnTo>
                    <a:pt x="1156178" y="1481167"/>
                  </a:lnTo>
                  <a:lnTo>
                    <a:pt x="1187926" y="1434352"/>
                  </a:lnTo>
                  <a:close/>
                  <a:moveTo>
                    <a:pt x="1187926" y="1434352"/>
                  </a:moveTo>
                  <a:lnTo>
                    <a:pt x="1156178" y="1481167"/>
                  </a:lnTo>
                  <a:lnTo>
                    <a:pt x="1168545" y="1477770"/>
                  </a:lnTo>
                  <a:close/>
                  <a:moveTo>
                    <a:pt x="1115242" y="1337277"/>
                  </a:moveTo>
                  <a:lnTo>
                    <a:pt x="1030168" y="1328776"/>
                  </a:lnTo>
                  <a:lnTo>
                    <a:pt x="1107588" y="1353999"/>
                  </a:lnTo>
                  <a:close/>
                  <a:moveTo>
                    <a:pt x="1107588" y="1353999"/>
                  </a:moveTo>
                  <a:lnTo>
                    <a:pt x="1030168" y="1328776"/>
                  </a:lnTo>
                  <a:lnTo>
                    <a:pt x="1067125" y="1358772"/>
                  </a:lnTo>
                  <a:close/>
                  <a:moveTo>
                    <a:pt x="940147" y="1147853"/>
                  </a:moveTo>
                  <a:lnTo>
                    <a:pt x="946887" y="1167570"/>
                  </a:lnTo>
                  <a:lnTo>
                    <a:pt x="929595" y="1167202"/>
                  </a:lnTo>
                  <a:close/>
                  <a:moveTo>
                    <a:pt x="946887" y="1167570"/>
                  </a:moveTo>
                  <a:lnTo>
                    <a:pt x="945534" y="1187018"/>
                  </a:lnTo>
                  <a:lnTo>
                    <a:pt x="929595" y="1167202"/>
                  </a:lnTo>
                  <a:close/>
                  <a:moveTo>
                    <a:pt x="1011779" y="1125121"/>
                  </a:moveTo>
                  <a:lnTo>
                    <a:pt x="946887" y="1167570"/>
                  </a:lnTo>
                  <a:lnTo>
                    <a:pt x="963611" y="1119706"/>
                  </a:lnTo>
                  <a:close/>
                  <a:moveTo>
                    <a:pt x="409770" y="581301"/>
                  </a:moveTo>
                  <a:lnTo>
                    <a:pt x="444774" y="577275"/>
                  </a:lnTo>
                  <a:lnTo>
                    <a:pt x="432690" y="553508"/>
                  </a:lnTo>
                  <a:close/>
                  <a:moveTo>
                    <a:pt x="444774" y="577275"/>
                  </a:moveTo>
                  <a:lnTo>
                    <a:pt x="447651" y="529414"/>
                  </a:lnTo>
                  <a:lnTo>
                    <a:pt x="432690" y="553508"/>
                  </a:lnTo>
                  <a:close/>
                  <a:moveTo>
                    <a:pt x="205675" y="207353"/>
                  </a:moveTo>
                  <a:lnTo>
                    <a:pt x="200026" y="227579"/>
                  </a:lnTo>
                  <a:lnTo>
                    <a:pt x="189575" y="220195"/>
                  </a:lnTo>
                  <a:close/>
                  <a:moveTo>
                    <a:pt x="200026" y="227579"/>
                  </a:moveTo>
                  <a:lnTo>
                    <a:pt x="205675" y="207353"/>
                  </a:lnTo>
                  <a:lnTo>
                    <a:pt x="199538" y="244288"/>
                  </a:lnTo>
                  <a:close/>
                  <a:moveTo>
                    <a:pt x="199538" y="244288"/>
                  </a:moveTo>
                  <a:lnTo>
                    <a:pt x="205675" y="207353"/>
                  </a:lnTo>
                  <a:lnTo>
                    <a:pt x="214606" y="168658"/>
                  </a:lnTo>
                  <a:close/>
                  <a:moveTo>
                    <a:pt x="963611" y="1119706"/>
                  </a:moveTo>
                  <a:lnTo>
                    <a:pt x="946887" y="1167570"/>
                  </a:lnTo>
                  <a:lnTo>
                    <a:pt x="940147" y="1147853"/>
                  </a:lnTo>
                  <a:close/>
                  <a:moveTo>
                    <a:pt x="1115242" y="1337277"/>
                  </a:moveTo>
                  <a:lnTo>
                    <a:pt x="1124542" y="1350075"/>
                  </a:lnTo>
                  <a:lnTo>
                    <a:pt x="1135430" y="1302463"/>
                  </a:lnTo>
                  <a:close/>
                  <a:moveTo>
                    <a:pt x="1135430" y="1302463"/>
                  </a:moveTo>
                  <a:lnTo>
                    <a:pt x="1124542" y="1350075"/>
                  </a:lnTo>
                  <a:lnTo>
                    <a:pt x="1187434" y="1329906"/>
                  </a:lnTo>
                  <a:close/>
                  <a:moveTo>
                    <a:pt x="1135430" y="1302463"/>
                  </a:moveTo>
                  <a:lnTo>
                    <a:pt x="1187434" y="1329906"/>
                  </a:lnTo>
                  <a:lnTo>
                    <a:pt x="1167644" y="1278369"/>
                  </a:lnTo>
                  <a:close/>
                  <a:moveTo>
                    <a:pt x="1143236" y="1226832"/>
                  </a:moveTo>
                  <a:lnTo>
                    <a:pt x="1096495" y="1267184"/>
                  </a:lnTo>
                  <a:lnTo>
                    <a:pt x="1135430" y="1302463"/>
                  </a:lnTo>
                  <a:close/>
                  <a:moveTo>
                    <a:pt x="1143236" y="1226832"/>
                  </a:moveTo>
                  <a:lnTo>
                    <a:pt x="1135430" y="1302463"/>
                  </a:lnTo>
                  <a:lnTo>
                    <a:pt x="1167644" y="1278369"/>
                  </a:lnTo>
                  <a:close/>
                  <a:moveTo>
                    <a:pt x="896131" y="982623"/>
                  </a:moveTo>
                  <a:lnTo>
                    <a:pt x="888108" y="917613"/>
                  </a:lnTo>
                  <a:lnTo>
                    <a:pt x="838682" y="928603"/>
                  </a:lnTo>
                  <a:close/>
                  <a:moveTo>
                    <a:pt x="784519" y="934655"/>
                  </a:moveTo>
                  <a:lnTo>
                    <a:pt x="838682" y="928603"/>
                  </a:lnTo>
                  <a:lnTo>
                    <a:pt x="832016" y="871279"/>
                  </a:lnTo>
                  <a:close/>
                  <a:moveTo>
                    <a:pt x="888108" y="917613"/>
                  </a:moveTo>
                  <a:lnTo>
                    <a:pt x="855910" y="866076"/>
                  </a:lnTo>
                  <a:lnTo>
                    <a:pt x="838682" y="928603"/>
                  </a:lnTo>
                  <a:close/>
                  <a:moveTo>
                    <a:pt x="855910" y="866076"/>
                  </a:moveTo>
                  <a:lnTo>
                    <a:pt x="832016" y="871279"/>
                  </a:lnTo>
                  <a:lnTo>
                    <a:pt x="838682" y="928603"/>
                  </a:lnTo>
                  <a:close/>
                  <a:moveTo>
                    <a:pt x="832998" y="845819"/>
                  </a:moveTo>
                  <a:lnTo>
                    <a:pt x="798031" y="814540"/>
                  </a:lnTo>
                  <a:lnTo>
                    <a:pt x="832016" y="871279"/>
                  </a:lnTo>
                  <a:close/>
                  <a:moveTo>
                    <a:pt x="832016" y="871279"/>
                  </a:moveTo>
                  <a:lnTo>
                    <a:pt x="798031" y="814540"/>
                  </a:lnTo>
                  <a:lnTo>
                    <a:pt x="765989" y="824234"/>
                  </a:lnTo>
                  <a:close/>
                  <a:moveTo>
                    <a:pt x="832016" y="871279"/>
                  </a:moveTo>
                  <a:lnTo>
                    <a:pt x="765989" y="824234"/>
                  </a:lnTo>
                  <a:lnTo>
                    <a:pt x="780273" y="875363"/>
                  </a:lnTo>
                  <a:close/>
                  <a:moveTo>
                    <a:pt x="832998" y="845819"/>
                  </a:moveTo>
                  <a:lnTo>
                    <a:pt x="832016" y="871279"/>
                  </a:lnTo>
                  <a:lnTo>
                    <a:pt x="855910" y="866076"/>
                  </a:lnTo>
                  <a:close/>
                  <a:moveTo>
                    <a:pt x="504416" y="453783"/>
                  </a:moveTo>
                  <a:lnTo>
                    <a:pt x="531547" y="417450"/>
                  </a:lnTo>
                  <a:lnTo>
                    <a:pt x="491298" y="426341"/>
                  </a:lnTo>
                  <a:close/>
                  <a:moveTo>
                    <a:pt x="480685" y="477877"/>
                  </a:moveTo>
                  <a:lnTo>
                    <a:pt x="504416" y="453783"/>
                  </a:lnTo>
                  <a:lnTo>
                    <a:pt x="491298" y="426341"/>
                  </a:lnTo>
                  <a:close/>
                  <a:moveTo>
                    <a:pt x="232957" y="174456"/>
                  </a:moveTo>
                  <a:lnTo>
                    <a:pt x="205675" y="207353"/>
                  </a:lnTo>
                  <a:lnTo>
                    <a:pt x="189575" y="220195"/>
                  </a:lnTo>
                  <a:close/>
                  <a:moveTo>
                    <a:pt x="205675" y="207353"/>
                  </a:moveTo>
                  <a:lnTo>
                    <a:pt x="232957" y="174456"/>
                  </a:lnTo>
                  <a:lnTo>
                    <a:pt x="214606" y="168658"/>
                  </a:lnTo>
                  <a:close/>
                  <a:moveTo>
                    <a:pt x="232957" y="174456"/>
                  </a:moveTo>
                  <a:lnTo>
                    <a:pt x="263195" y="144564"/>
                  </a:lnTo>
                  <a:lnTo>
                    <a:pt x="214606" y="168658"/>
                  </a:lnTo>
                  <a:close/>
                  <a:moveTo>
                    <a:pt x="270463" y="140008"/>
                  </a:moveTo>
                  <a:lnTo>
                    <a:pt x="214606" y="168658"/>
                  </a:lnTo>
                  <a:lnTo>
                    <a:pt x="263195" y="144564"/>
                  </a:lnTo>
                  <a:close/>
                  <a:moveTo>
                    <a:pt x="270463" y="140008"/>
                  </a:moveTo>
                  <a:lnTo>
                    <a:pt x="235839" y="145453"/>
                  </a:lnTo>
                  <a:lnTo>
                    <a:pt x="214606" y="168658"/>
                  </a:lnTo>
                  <a:close/>
                  <a:moveTo>
                    <a:pt x="1193501" y="1269253"/>
                  </a:moveTo>
                  <a:lnTo>
                    <a:pt x="1256690" y="1255863"/>
                  </a:lnTo>
                  <a:lnTo>
                    <a:pt x="1227530" y="1216827"/>
                  </a:lnTo>
                  <a:close/>
                  <a:moveTo>
                    <a:pt x="1193501" y="1269253"/>
                  </a:moveTo>
                  <a:lnTo>
                    <a:pt x="1227530" y="1216827"/>
                  </a:lnTo>
                  <a:lnTo>
                    <a:pt x="1180951" y="1216712"/>
                  </a:lnTo>
                  <a:close/>
                  <a:moveTo>
                    <a:pt x="1256690" y="1255863"/>
                  </a:moveTo>
                  <a:lnTo>
                    <a:pt x="1261966" y="1266698"/>
                  </a:lnTo>
                  <a:lnTo>
                    <a:pt x="1313322" y="1284032"/>
                  </a:lnTo>
                  <a:close/>
                  <a:moveTo>
                    <a:pt x="1180951" y="1216712"/>
                  </a:moveTo>
                  <a:lnTo>
                    <a:pt x="1202644" y="1179804"/>
                  </a:lnTo>
                  <a:lnTo>
                    <a:pt x="1157894" y="1187166"/>
                  </a:lnTo>
                  <a:close/>
                  <a:moveTo>
                    <a:pt x="1180951" y="1216712"/>
                  </a:moveTo>
                  <a:lnTo>
                    <a:pt x="1227530" y="1216827"/>
                  </a:lnTo>
                  <a:lnTo>
                    <a:pt x="1202644" y="1179804"/>
                  </a:lnTo>
                  <a:close/>
                  <a:moveTo>
                    <a:pt x="888108" y="917613"/>
                  </a:moveTo>
                  <a:lnTo>
                    <a:pt x="901427" y="926986"/>
                  </a:lnTo>
                  <a:lnTo>
                    <a:pt x="901794" y="915276"/>
                  </a:lnTo>
                  <a:close/>
                  <a:moveTo>
                    <a:pt x="855910" y="866076"/>
                  </a:moveTo>
                  <a:lnTo>
                    <a:pt x="901794" y="915276"/>
                  </a:lnTo>
                  <a:lnTo>
                    <a:pt x="895073" y="857997"/>
                  </a:lnTo>
                  <a:close/>
                  <a:moveTo>
                    <a:pt x="855910" y="866076"/>
                  </a:moveTo>
                  <a:lnTo>
                    <a:pt x="888108" y="917613"/>
                  </a:lnTo>
                  <a:lnTo>
                    <a:pt x="901794" y="915276"/>
                  </a:lnTo>
                  <a:close/>
                  <a:moveTo>
                    <a:pt x="959630" y="906238"/>
                  </a:moveTo>
                  <a:lnTo>
                    <a:pt x="901794" y="915276"/>
                  </a:lnTo>
                  <a:lnTo>
                    <a:pt x="901427" y="926986"/>
                  </a:lnTo>
                  <a:close/>
                  <a:moveTo>
                    <a:pt x="965471" y="856861"/>
                  </a:moveTo>
                  <a:lnTo>
                    <a:pt x="949321" y="841982"/>
                  </a:lnTo>
                  <a:lnTo>
                    <a:pt x="959630" y="906238"/>
                  </a:lnTo>
                  <a:close/>
                  <a:moveTo>
                    <a:pt x="959630" y="906238"/>
                  </a:moveTo>
                  <a:lnTo>
                    <a:pt x="949321" y="841982"/>
                  </a:lnTo>
                  <a:lnTo>
                    <a:pt x="895073" y="857997"/>
                  </a:lnTo>
                  <a:close/>
                  <a:moveTo>
                    <a:pt x="959630" y="906238"/>
                  </a:moveTo>
                  <a:lnTo>
                    <a:pt x="895073" y="857997"/>
                  </a:lnTo>
                  <a:lnTo>
                    <a:pt x="901794" y="915276"/>
                  </a:lnTo>
                  <a:close/>
                  <a:moveTo>
                    <a:pt x="836439" y="804941"/>
                  </a:moveTo>
                  <a:lnTo>
                    <a:pt x="832998" y="845819"/>
                  </a:lnTo>
                  <a:lnTo>
                    <a:pt x="889785" y="790446"/>
                  </a:lnTo>
                  <a:close/>
                  <a:moveTo>
                    <a:pt x="832998" y="845819"/>
                  </a:moveTo>
                  <a:lnTo>
                    <a:pt x="855910" y="866076"/>
                  </a:lnTo>
                  <a:lnTo>
                    <a:pt x="889785" y="790446"/>
                  </a:lnTo>
                  <a:close/>
                  <a:moveTo>
                    <a:pt x="889785" y="790446"/>
                  </a:moveTo>
                  <a:lnTo>
                    <a:pt x="855910" y="866076"/>
                  </a:lnTo>
                  <a:lnTo>
                    <a:pt x="903493" y="799811"/>
                  </a:lnTo>
                  <a:close/>
                  <a:moveTo>
                    <a:pt x="903493" y="799811"/>
                  </a:moveTo>
                  <a:lnTo>
                    <a:pt x="855910" y="866076"/>
                  </a:lnTo>
                  <a:lnTo>
                    <a:pt x="895073" y="857997"/>
                  </a:lnTo>
                  <a:close/>
                  <a:moveTo>
                    <a:pt x="895073" y="857997"/>
                  </a:moveTo>
                  <a:lnTo>
                    <a:pt x="949321" y="841982"/>
                  </a:lnTo>
                  <a:lnTo>
                    <a:pt x="903493" y="799811"/>
                  </a:lnTo>
                  <a:close/>
                  <a:moveTo>
                    <a:pt x="815470" y="763003"/>
                  </a:moveTo>
                  <a:lnTo>
                    <a:pt x="889785" y="790446"/>
                  </a:lnTo>
                  <a:lnTo>
                    <a:pt x="872385" y="738909"/>
                  </a:lnTo>
                  <a:close/>
                  <a:moveTo>
                    <a:pt x="278977" y="138633"/>
                  </a:moveTo>
                  <a:lnTo>
                    <a:pt x="263195" y="144564"/>
                  </a:lnTo>
                  <a:lnTo>
                    <a:pt x="304194" y="131222"/>
                  </a:lnTo>
                  <a:close/>
                  <a:moveTo>
                    <a:pt x="315251" y="144564"/>
                  </a:moveTo>
                  <a:lnTo>
                    <a:pt x="278977" y="138633"/>
                  </a:lnTo>
                  <a:lnTo>
                    <a:pt x="318551" y="145123"/>
                  </a:lnTo>
                  <a:close/>
                  <a:moveTo>
                    <a:pt x="318551" y="145123"/>
                  </a:moveTo>
                  <a:lnTo>
                    <a:pt x="278977" y="138633"/>
                  </a:lnTo>
                  <a:lnTo>
                    <a:pt x="304194" y="131222"/>
                  </a:lnTo>
                  <a:close/>
                  <a:moveTo>
                    <a:pt x="318551" y="145123"/>
                  </a:moveTo>
                  <a:lnTo>
                    <a:pt x="304194" y="131222"/>
                  </a:lnTo>
                  <a:lnTo>
                    <a:pt x="356873" y="153505"/>
                  </a:lnTo>
                  <a:close/>
                  <a:moveTo>
                    <a:pt x="394800" y="120631"/>
                  </a:moveTo>
                  <a:lnTo>
                    <a:pt x="318551" y="145123"/>
                  </a:lnTo>
                  <a:lnTo>
                    <a:pt x="356873" y="153505"/>
                  </a:lnTo>
                  <a:close/>
                  <a:moveTo>
                    <a:pt x="270463" y="140008"/>
                  </a:moveTo>
                  <a:lnTo>
                    <a:pt x="263195" y="144564"/>
                  </a:lnTo>
                  <a:lnTo>
                    <a:pt x="278977" y="138633"/>
                  </a:lnTo>
                  <a:close/>
                  <a:moveTo>
                    <a:pt x="278977" y="138633"/>
                  </a:moveTo>
                  <a:lnTo>
                    <a:pt x="315251" y="144564"/>
                  </a:lnTo>
                  <a:lnTo>
                    <a:pt x="270463" y="140008"/>
                  </a:lnTo>
                  <a:close/>
                  <a:moveTo>
                    <a:pt x="1279932" y="1299711"/>
                  </a:moveTo>
                  <a:lnTo>
                    <a:pt x="1313322" y="1284032"/>
                  </a:lnTo>
                  <a:lnTo>
                    <a:pt x="1261966" y="1266698"/>
                  </a:lnTo>
                  <a:close/>
                  <a:moveTo>
                    <a:pt x="949321" y="841982"/>
                  </a:moveTo>
                  <a:lnTo>
                    <a:pt x="965471" y="856861"/>
                  </a:lnTo>
                  <a:lnTo>
                    <a:pt x="970052" y="835023"/>
                  </a:lnTo>
                  <a:close/>
                  <a:moveTo>
                    <a:pt x="906711" y="785793"/>
                  </a:moveTo>
                  <a:lnTo>
                    <a:pt x="903493" y="799811"/>
                  </a:lnTo>
                  <a:lnTo>
                    <a:pt x="958750" y="766352"/>
                  </a:lnTo>
                  <a:close/>
                  <a:moveTo>
                    <a:pt x="903493" y="799811"/>
                  </a:moveTo>
                  <a:lnTo>
                    <a:pt x="949321" y="841982"/>
                  </a:lnTo>
                  <a:lnTo>
                    <a:pt x="958750" y="766352"/>
                  </a:lnTo>
                  <a:close/>
                  <a:moveTo>
                    <a:pt x="958750" y="766352"/>
                  </a:moveTo>
                  <a:lnTo>
                    <a:pt x="949321" y="841982"/>
                  </a:lnTo>
                  <a:lnTo>
                    <a:pt x="983055" y="787704"/>
                  </a:lnTo>
                  <a:close/>
                  <a:moveTo>
                    <a:pt x="983055" y="787704"/>
                  </a:moveTo>
                  <a:lnTo>
                    <a:pt x="949321" y="841982"/>
                  </a:lnTo>
                  <a:lnTo>
                    <a:pt x="970052" y="835023"/>
                  </a:lnTo>
                  <a:close/>
                  <a:moveTo>
                    <a:pt x="1028694" y="825330"/>
                  </a:moveTo>
                  <a:lnTo>
                    <a:pt x="970052" y="835023"/>
                  </a:lnTo>
                  <a:lnTo>
                    <a:pt x="965471" y="856861"/>
                  </a:lnTo>
                  <a:close/>
                  <a:moveTo>
                    <a:pt x="970052" y="835023"/>
                  </a:moveTo>
                  <a:lnTo>
                    <a:pt x="1028694" y="825330"/>
                  </a:lnTo>
                  <a:lnTo>
                    <a:pt x="983055" y="787704"/>
                  </a:lnTo>
                  <a:close/>
                  <a:moveTo>
                    <a:pt x="889785" y="790446"/>
                  </a:moveTo>
                  <a:lnTo>
                    <a:pt x="903493" y="799811"/>
                  </a:lnTo>
                  <a:lnTo>
                    <a:pt x="906711" y="785793"/>
                  </a:lnTo>
                  <a:close/>
                  <a:moveTo>
                    <a:pt x="429314" y="114775"/>
                  </a:moveTo>
                  <a:lnTo>
                    <a:pt x="394800" y="120631"/>
                  </a:lnTo>
                  <a:lnTo>
                    <a:pt x="356873" y="153505"/>
                  </a:lnTo>
                  <a:close/>
                  <a:moveTo>
                    <a:pt x="458606" y="106544"/>
                  </a:moveTo>
                  <a:lnTo>
                    <a:pt x="395632" y="120470"/>
                  </a:lnTo>
                  <a:lnTo>
                    <a:pt x="473211" y="104220"/>
                  </a:lnTo>
                  <a:close/>
                  <a:moveTo>
                    <a:pt x="473211" y="104220"/>
                  </a:moveTo>
                  <a:lnTo>
                    <a:pt x="395632" y="120470"/>
                  </a:lnTo>
                  <a:lnTo>
                    <a:pt x="394800" y="120631"/>
                  </a:lnTo>
                  <a:close/>
                  <a:moveTo>
                    <a:pt x="473211" y="104220"/>
                  </a:moveTo>
                  <a:lnTo>
                    <a:pt x="394800" y="120631"/>
                  </a:lnTo>
                  <a:lnTo>
                    <a:pt x="429314" y="114775"/>
                  </a:lnTo>
                  <a:close/>
                  <a:moveTo>
                    <a:pt x="1060181" y="817888"/>
                  </a:moveTo>
                  <a:lnTo>
                    <a:pt x="1076146" y="793795"/>
                  </a:lnTo>
                  <a:lnTo>
                    <a:pt x="1033354" y="801088"/>
                  </a:lnTo>
                  <a:close/>
                  <a:moveTo>
                    <a:pt x="1076146" y="793795"/>
                  </a:moveTo>
                  <a:lnTo>
                    <a:pt x="1063301" y="778154"/>
                  </a:lnTo>
                  <a:lnTo>
                    <a:pt x="1033354" y="801088"/>
                  </a:lnTo>
                  <a:close/>
                  <a:moveTo>
                    <a:pt x="1033354" y="801088"/>
                  </a:moveTo>
                  <a:lnTo>
                    <a:pt x="1063301" y="778154"/>
                  </a:lnTo>
                  <a:lnTo>
                    <a:pt x="983055" y="787704"/>
                  </a:lnTo>
                  <a:close/>
                  <a:moveTo>
                    <a:pt x="993522" y="753199"/>
                  </a:moveTo>
                  <a:lnTo>
                    <a:pt x="1044343" y="707273"/>
                  </a:lnTo>
                  <a:lnTo>
                    <a:pt x="1035037" y="694688"/>
                  </a:lnTo>
                  <a:close/>
                  <a:moveTo>
                    <a:pt x="954081" y="597036"/>
                  </a:moveTo>
                  <a:lnTo>
                    <a:pt x="904685" y="611742"/>
                  </a:lnTo>
                  <a:lnTo>
                    <a:pt x="974251" y="619887"/>
                  </a:lnTo>
                  <a:close/>
                  <a:moveTo>
                    <a:pt x="974251" y="619887"/>
                  </a:moveTo>
                  <a:lnTo>
                    <a:pt x="904685" y="611742"/>
                  </a:lnTo>
                  <a:lnTo>
                    <a:pt x="894109" y="629825"/>
                  </a:lnTo>
                  <a:close/>
                  <a:moveTo>
                    <a:pt x="974251" y="619887"/>
                  </a:moveTo>
                  <a:lnTo>
                    <a:pt x="894109" y="629825"/>
                  </a:lnTo>
                  <a:lnTo>
                    <a:pt x="928820" y="624705"/>
                  </a:lnTo>
                  <a:close/>
                  <a:moveTo>
                    <a:pt x="626339" y="327387"/>
                  </a:moveTo>
                  <a:lnTo>
                    <a:pt x="656161" y="335614"/>
                  </a:lnTo>
                  <a:lnTo>
                    <a:pt x="644168" y="302522"/>
                  </a:lnTo>
                  <a:close/>
                  <a:moveTo>
                    <a:pt x="644168" y="302522"/>
                  </a:moveTo>
                  <a:lnTo>
                    <a:pt x="670142" y="329965"/>
                  </a:lnTo>
                  <a:lnTo>
                    <a:pt x="685792" y="278428"/>
                  </a:lnTo>
                  <a:close/>
                  <a:moveTo>
                    <a:pt x="690313" y="256996"/>
                  </a:moveTo>
                  <a:lnTo>
                    <a:pt x="644168" y="302522"/>
                  </a:lnTo>
                  <a:lnTo>
                    <a:pt x="685792" y="278428"/>
                  </a:lnTo>
                  <a:close/>
                  <a:moveTo>
                    <a:pt x="523688" y="72282"/>
                  </a:moveTo>
                  <a:lnTo>
                    <a:pt x="519245" y="95227"/>
                  </a:lnTo>
                  <a:lnTo>
                    <a:pt x="513424" y="119669"/>
                  </a:lnTo>
                  <a:close/>
                  <a:moveTo>
                    <a:pt x="513424" y="119669"/>
                  </a:moveTo>
                  <a:lnTo>
                    <a:pt x="519245" y="95227"/>
                  </a:lnTo>
                  <a:lnTo>
                    <a:pt x="518752" y="99813"/>
                  </a:lnTo>
                  <a:close/>
                  <a:moveTo>
                    <a:pt x="513424" y="119669"/>
                  </a:moveTo>
                  <a:lnTo>
                    <a:pt x="518752" y="99813"/>
                  </a:lnTo>
                  <a:lnTo>
                    <a:pt x="473211" y="104220"/>
                  </a:lnTo>
                  <a:close/>
                  <a:moveTo>
                    <a:pt x="541161" y="48696"/>
                  </a:moveTo>
                  <a:lnTo>
                    <a:pt x="519245" y="95227"/>
                  </a:lnTo>
                  <a:lnTo>
                    <a:pt x="523688" y="72282"/>
                  </a:lnTo>
                  <a:close/>
                  <a:moveTo>
                    <a:pt x="1106758" y="737105"/>
                  </a:moveTo>
                  <a:lnTo>
                    <a:pt x="1063290" y="734461"/>
                  </a:lnTo>
                  <a:lnTo>
                    <a:pt x="1132580" y="778855"/>
                  </a:lnTo>
                  <a:close/>
                  <a:moveTo>
                    <a:pt x="1063290" y="734461"/>
                  </a:moveTo>
                  <a:lnTo>
                    <a:pt x="1095251" y="722935"/>
                  </a:lnTo>
                  <a:lnTo>
                    <a:pt x="1044343" y="707273"/>
                  </a:lnTo>
                  <a:close/>
                  <a:moveTo>
                    <a:pt x="1063290" y="734461"/>
                  </a:moveTo>
                  <a:lnTo>
                    <a:pt x="1106758" y="737105"/>
                  </a:lnTo>
                  <a:lnTo>
                    <a:pt x="1095251" y="722935"/>
                  </a:lnTo>
                  <a:close/>
                  <a:moveTo>
                    <a:pt x="569246" y="18804"/>
                  </a:moveTo>
                  <a:lnTo>
                    <a:pt x="541161" y="48696"/>
                  </a:lnTo>
                  <a:lnTo>
                    <a:pt x="523688" y="72282"/>
                  </a:lnTo>
                  <a:close/>
                  <a:moveTo>
                    <a:pt x="817281" y="112556"/>
                  </a:moveTo>
                  <a:lnTo>
                    <a:pt x="805253" y="77380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05253" y="77380"/>
                  </a:lnTo>
                  <a:lnTo>
                    <a:pt x="817281" y="112556"/>
                  </a:lnTo>
                  <a:close/>
                  <a:moveTo>
                    <a:pt x="805253" y="77380"/>
                  </a:moveTo>
                  <a:lnTo>
                    <a:pt x="799928" y="75631"/>
                  </a:lnTo>
                  <a:lnTo>
                    <a:pt x="806303" y="71511"/>
                  </a:lnTo>
                  <a:close/>
                  <a:moveTo>
                    <a:pt x="1019723" y="257683"/>
                  </a:moveTo>
                  <a:lnTo>
                    <a:pt x="1013697" y="272837"/>
                  </a:lnTo>
                  <a:lnTo>
                    <a:pt x="991348" y="279113"/>
                  </a:lnTo>
                  <a:close/>
                  <a:moveTo>
                    <a:pt x="1019723" y="257683"/>
                  </a:moveTo>
                  <a:lnTo>
                    <a:pt x="1000830" y="274786"/>
                  </a:lnTo>
                  <a:lnTo>
                    <a:pt x="1013697" y="272837"/>
                  </a:lnTo>
                  <a:close/>
                  <a:moveTo>
                    <a:pt x="1015178" y="206147"/>
                  </a:moveTo>
                  <a:lnTo>
                    <a:pt x="953114" y="230241"/>
                  </a:lnTo>
                  <a:lnTo>
                    <a:pt x="1019723" y="257683"/>
                  </a:lnTo>
                  <a:close/>
                  <a:moveTo>
                    <a:pt x="821394" y="127936"/>
                  </a:moveTo>
                  <a:lnTo>
                    <a:pt x="834793" y="103074"/>
                  </a:lnTo>
                  <a:lnTo>
                    <a:pt x="822935" y="125748"/>
                  </a:lnTo>
                  <a:close/>
                  <a:moveTo>
                    <a:pt x="821749" y="127167"/>
                  </a:moveTo>
                  <a:lnTo>
                    <a:pt x="821394" y="127936"/>
                  </a:lnTo>
                  <a:lnTo>
                    <a:pt x="822935" y="125748"/>
                  </a:lnTo>
                  <a:close/>
                  <a:moveTo>
                    <a:pt x="822935" y="125748"/>
                  </a:moveTo>
                  <a:lnTo>
                    <a:pt x="842292" y="71170"/>
                  </a:lnTo>
                  <a:lnTo>
                    <a:pt x="821749" y="127167"/>
                  </a:lnTo>
                  <a:close/>
                  <a:moveTo>
                    <a:pt x="813466" y="70703"/>
                  </a:moveTo>
                  <a:lnTo>
                    <a:pt x="817281" y="112556"/>
                  </a:lnTo>
                  <a:lnTo>
                    <a:pt x="821749" y="127167"/>
                  </a:lnTo>
                  <a:close/>
                  <a:moveTo>
                    <a:pt x="841372" y="51537"/>
                  </a:moveTo>
                  <a:lnTo>
                    <a:pt x="813466" y="70703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17281" y="112556"/>
                  </a:lnTo>
                  <a:lnTo>
                    <a:pt x="813466" y="70703"/>
                  </a:lnTo>
                  <a:close/>
                  <a:moveTo>
                    <a:pt x="842292" y="71170"/>
                  </a:moveTo>
                  <a:lnTo>
                    <a:pt x="822935" y="125748"/>
                  </a:lnTo>
                  <a:lnTo>
                    <a:pt x="834793" y="103074"/>
                  </a:lnTo>
                  <a:close/>
                  <a:moveTo>
                    <a:pt x="806303" y="71511"/>
                  </a:moveTo>
                  <a:lnTo>
                    <a:pt x="799928" y="75631"/>
                  </a:lnTo>
                  <a:lnTo>
                    <a:pt x="813466" y="70703"/>
                  </a:lnTo>
                  <a:close/>
                  <a:moveTo>
                    <a:pt x="812346" y="24094"/>
                  </a:moveTo>
                  <a:lnTo>
                    <a:pt x="841372" y="51537"/>
                  </a:lnTo>
                  <a:lnTo>
                    <a:pt x="830818" y="0"/>
                  </a:lnTo>
                  <a:close/>
                  <a:moveTo>
                    <a:pt x="1019723" y="257683"/>
                  </a:moveTo>
                  <a:lnTo>
                    <a:pt x="1031309" y="233589"/>
                  </a:lnTo>
                  <a:lnTo>
                    <a:pt x="1015178" y="206147"/>
                  </a:lnTo>
                  <a:close/>
                  <a:moveTo>
                    <a:pt x="1053087" y="160588"/>
                  </a:moveTo>
                  <a:lnTo>
                    <a:pt x="1031638" y="195508"/>
                  </a:lnTo>
                  <a:lnTo>
                    <a:pt x="1038782" y="130516"/>
                  </a:lnTo>
                  <a:close/>
                  <a:moveTo>
                    <a:pt x="868406" y="27443"/>
                  </a:moveTo>
                  <a:lnTo>
                    <a:pt x="830818" y="0"/>
                  </a:lnTo>
                  <a:lnTo>
                    <a:pt x="841372" y="51537"/>
                  </a:lnTo>
                  <a:close/>
                  <a:moveTo>
                    <a:pt x="1123432" y="157959"/>
                  </a:moveTo>
                  <a:lnTo>
                    <a:pt x="1124172" y="156566"/>
                  </a:lnTo>
                  <a:lnTo>
                    <a:pt x="1038782" y="130516"/>
                  </a:lnTo>
                  <a:close/>
                  <a:moveTo>
                    <a:pt x="1051494" y="182053"/>
                  </a:moveTo>
                  <a:lnTo>
                    <a:pt x="1123432" y="157959"/>
                  </a:lnTo>
                  <a:lnTo>
                    <a:pt x="1038782" y="13051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1" name="Output_density__4260">
              <a:extLst>
                <a:ext uri="{FF2B5EF4-FFF2-40B4-BE49-F238E27FC236}">
                  <a16:creationId xmlns:a16="http://schemas.microsoft.com/office/drawing/2014/main" id="{746DBEB3-0D9A-258A-68C6-F2AD4F682C49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78214"/>
              <a:ext cx="1261966" cy="1928252"/>
            </a:xfrm>
            <a:custGeom>
              <a:avLst/>
              <a:gdLst/>
              <a:ahLst/>
              <a:cxnLst/>
              <a:rect l="0" t="0" r="0" b="0"/>
              <a:pathLst>
                <a:path w="1261966" h="1928252">
                  <a:moveTo>
                    <a:pt x="321058" y="1875110"/>
                  </a:moveTo>
                  <a:lnTo>
                    <a:pt x="320795" y="1883116"/>
                  </a:lnTo>
                  <a:lnTo>
                    <a:pt x="361811" y="1852622"/>
                  </a:lnTo>
                  <a:close/>
                  <a:moveTo>
                    <a:pt x="361811" y="1852622"/>
                  </a:moveTo>
                  <a:lnTo>
                    <a:pt x="320795" y="1883116"/>
                  </a:lnTo>
                  <a:lnTo>
                    <a:pt x="345579" y="1928252"/>
                  </a:lnTo>
                  <a:close/>
                  <a:moveTo>
                    <a:pt x="317502" y="1876715"/>
                  </a:moveTo>
                  <a:lnTo>
                    <a:pt x="320795" y="1883116"/>
                  </a:lnTo>
                  <a:lnTo>
                    <a:pt x="321058" y="1875110"/>
                  </a:lnTo>
                  <a:close/>
                  <a:moveTo>
                    <a:pt x="307540" y="1825179"/>
                  </a:moveTo>
                  <a:lnTo>
                    <a:pt x="321058" y="1875110"/>
                  </a:lnTo>
                  <a:lnTo>
                    <a:pt x="361811" y="1852622"/>
                  </a:lnTo>
                  <a:close/>
                  <a:moveTo>
                    <a:pt x="307540" y="1825179"/>
                  </a:moveTo>
                  <a:lnTo>
                    <a:pt x="361811" y="1852622"/>
                  </a:lnTo>
                  <a:lnTo>
                    <a:pt x="347585" y="1801085"/>
                  </a:lnTo>
                  <a:close/>
                  <a:moveTo>
                    <a:pt x="361811" y="1852622"/>
                  </a:moveTo>
                  <a:lnTo>
                    <a:pt x="425023" y="1891313"/>
                  </a:lnTo>
                  <a:lnTo>
                    <a:pt x="424564" y="1828943"/>
                  </a:lnTo>
                  <a:close/>
                  <a:moveTo>
                    <a:pt x="426184" y="1828528"/>
                  </a:moveTo>
                  <a:lnTo>
                    <a:pt x="424564" y="1828943"/>
                  </a:lnTo>
                  <a:lnTo>
                    <a:pt x="425023" y="1891313"/>
                  </a:lnTo>
                  <a:close/>
                  <a:moveTo>
                    <a:pt x="405061" y="1776991"/>
                  </a:moveTo>
                  <a:lnTo>
                    <a:pt x="424564" y="1828943"/>
                  </a:lnTo>
                  <a:lnTo>
                    <a:pt x="424038" y="1824650"/>
                  </a:lnTo>
                  <a:close/>
                  <a:moveTo>
                    <a:pt x="361811" y="1852622"/>
                  </a:moveTo>
                  <a:lnTo>
                    <a:pt x="424564" y="1828943"/>
                  </a:lnTo>
                  <a:lnTo>
                    <a:pt x="405061" y="1776991"/>
                  </a:lnTo>
                  <a:close/>
                  <a:moveTo>
                    <a:pt x="347585" y="1801085"/>
                  </a:moveTo>
                  <a:lnTo>
                    <a:pt x="361811" y="1852622"/>
                  </a:lnTo>
                  <a:lnTo>
                    <a:pt x="405061" y="1776991"/>
                  </a:lnTo>
                  <a:close/>
                  <a:moveTo>
                    <a:pt x="424564" y="1828943"/>
                  </a:moveTo>
                  <a:lnTo>
                    <a:pt x="426184" y="1828528"/>
                  </a:lnTo>
                  <a:lnTo>
                    <a:pt x="424038" y="1824650"/>
                  </a:lnTo>
                  <a:close/>
                  <a:moveTo>
                    <a:pt x="337426" y="1749548"/>
                  </a:moveTo>
                  <a:lnTo>
                    <a:pt x="347585" y="1801085"/>
                  </a:lnTo>
                  <a:lnTo>
                    <a:pt x="405061" y="1776991"/>
                  </a:lnTo>
                  <a:close/>
                  <a:moveTo>
                    <a:pt x="337426" y="1749548"/>
                  </a:moveTo>
                  <a:lnTo>
                    <a:pt x="405061" y="1776991"/>
                  </a:lnTo>
                  <a:lnTo>
                    <a:pt x="379607" y="1725454"/>
                  </a:lnTo>
                  <a:close/>
                  <a:moveTo>
                    <a:pt x="325627" y="1622381"/>
                  </a:moveTo>
                  <a:lnTo>
                    <a:pt x="312186" y="1698012"/>
                  </a:lnTo>
                  <a:lnTo>
                    <a:pt x="346952" y="1673918"/>
                  </a:lnTo>
                  <a:close/>
                  <a:moveTo>
                    <a:pt x="500089" y="1804433"/>
                  </a:moveTo>
                  <a:lnTo>
                    <a:pt x="497358" y="1789203"/>
                  </a:lnTo>
                  <a:lnTo>
                    <a:pt x="426184" y="1828528"/>
                  </a:lnTo>
                  <a:close/>
                  <a:moveTo>
                    <a:pt x="426184" y="1828528"/>
                  </a:moveTo>
                  <a:lnTo>
                    <a:pt x="497358" y="1789203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97358" y="1789203"/>
                  </a:lnTo>
                  <a:lnTo>
                    <a:pt x="486077" y="1754174"/>
                  </a:lnTo>
                  <a:close/>
                  <a:moveTo>
                    <a:pt x="426184" y="1828528"/>
                  </a:moveTo>
                  <a:lnTo>
                    <a:pt x="416923" y="1772412"/>
                  </a:lnTo>
                  <a:lnTo>
                    <a:pt x="424038" y="1824650"/>
                  </a:lnTo>
                  <a:close/>
                  <a:moveTo>
                    <a:pt x="405061" y="1776991"/>
                  </a:moveTo>
                  <a:lnTo>
                    <a:pt x="424038" y="1824650"/>
                  </a:lnTo>
                  <a:lnTo>
                    <a:pt x="416923" y="1772412"/>
                  </a:lnTo>
                  <a:close/>
                  <a:moveTo>
                    <a:pt x="379607" y="1725454"/>
                  </a:moveTo>
                  <a:lnTo>
                    <a:pt x="416923" y="1772412"/>
                  </a:lnTo>
                  <a:lnTo>
                    <a:pt x="410583" y="1714824"/>
                  </a:lnTo>
                  <a:close/>
                  <a:moveTo>
                    <a:pt x="379607" y="1725454"/>
                  </a:moveTo>
                  <a:lnTo>
                    <a:pt x="405061" y="1776991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86077" y="1754174"/>
                  </a:lnTo>
                  <a:lnTo>
                    <a:pt x="463827" y="1709520"/>
                  </a:lnTo>
                  <a:close/>
                  <a:moveTo>
                    <a:pt x="416923" y="1772412"/>
                  </a:moveTo>
                  <a:lnTo>
                    <a:pt x="463827" y="1709520"/>
                  </a:lnTo>
                  <a:lnTo>
                    <a:pt x="410583" y="1714824"/>
                  </a:lnTo>
                  <a:close/>
                  <a:moveTo>
                    <a:pt x="486077" y="1754174"/>
                  </a:moveTo>
                  <a:lnTo>
                    <a:pt x="497358" y="1789203"/>
                  </a:lnTo>
                  <a:lnTo>
                    <a:pt x="491454" y="1752897"/>
                  </a:lnTo>
                  <a:close/>
                  <a:moveTo>
                    <a:pt x="346952" y="1673918"/>
                  </a:moveTo>
                  <a:lnTo>
                    <a:pt x="410583" y="1714824"/>
                  </a:lnTo>
                  <a:lnTo>
                    <a:pt x="401228" y="1659687"/>
                  </a:lnTo>
                  <a:close/>
                  <a:moveTo>
                    <a:pt x="346952" y="1673918"/>
                  </a:moveTo>
                  <a:lnTo>
                    <a:pt x="379607" y="1725454"/>
                  </a:lnTo>
                  <a:lnTo>
                    <a:pt x="410583" y="1714824"/>
                  </a:lnTo>
                  <a:close/>
                  <a:moveTo>
                    <a:pt x="325627" y="1622381"/>
                  </a:moveTo>
                  <a:lnTo>
                    <a:pt x="401228" y="1659687"/>
                  </a:lnTo>
                  <a:lnTo>
                    <a:pt x="387317" y="1608253"/>
                  </a:lnTo>
                  <a:close/>
                  <a:moveTo>
                    <a:pt x="325627" y="1622381"/>
                  </a:moveTo>
                  <a:lnTo>
                    <a:pt x="346952" y="1673918"/>
                  </a:lnTo>
                  <a:lnTo>
                    <a:pt x="401228" y="1659687"/>
                  </a:lnTo>
                  <a:close/>
                  <a:moveTo>
                    <a:pt x="502269" y="1803753"/>
                  </a:moveTo>
                  <a:lnTo>
                    <a:pt x="491454" y="1752897"/>
                  </a:lnTo>
                  <a:lnTo>
                    <a:pt x="497358" y="1789203"/>
                  </a:lnTo>
                  <a:close/>
                  <a:moveTo>
                    <a:pt x="554254" y="1736729"/>
                  </a:moveTo>
                  <a:lnTo>
                    <a:pt x="491454" y="1752897"/>
                  </a:lnTo>
                  <a:lnTo>
                    <a:pt x="502269" y="1803753"/>
                  </a:lnTo>
                  <a:close/>
                  <a:moveTo>
                    <a:pt x="0" y="955754"/>
                  </a:moveTo>
                  <a:lnTo>
                    <a:pt x="55162" y="983197"/>
                  </a:lnTo>
                  <a:lnTo>
                    <a:pt x="47210" y="931660"/>
                  </a:lnTo>
                  <a:close/>
                  <a:moveTo>
                    <a:pt x="54847" y="912989"/>
                  </a:moveTo>
                  <a:lnTo>
                    <a:pt x="0" y="955754"/>
                  </a:lnTo>
                  <a:lnTo>
                    <a:pt x="47210" y="931660"/>
                  </a:lnTo>
                  <a:close/>
                  <a:moveTo>
                    <a:pt x="658253" y="1653172"/>
                  </a:moveTo>
                  <a:lnTo>
                    <a:pt x="685544" y="1698971"/>
                  </a:lnTo>
                  <a:lnTo>
                    <a:pt x="700423" y="1631118"/>
                  </a:lnTo>
                  <a:close/>
                  <a:moveTo>
                    <a:pt x="647018" y="1601636"/>
                  </a:moveTo>
                  <a:lnTo>
                    <a:pt x="700423" y="1631118"/>
                  </a:lnTo>
                  <a:lnTo>
                    <a:pt x="668240" y="1594539"/>
                  </a:lnTo>
                  <a:close/>
                  <a:moveTo>
                    <a:pt x="647018" y="1601636"/>
                  </a:moveTo>
                  <a:lnTo>
                    <a:pt x="658253" y="1653172"/>
                  </a:lnTo>
                  <a:lnTo>
                    <a:pt x="700423" y="1631118"/>
                  </a:lnTo>
                  <a:close/>
                  <a:moveTo>
                    <a:pt x="47210" y="931660"/>
                  </a:moveTo>
                  <a:lnTo>
                    <a:pt x="98102" y="939813"/>
                  </a:lnTo>
                  <a:lnTo>
                    <a:pt x="69271" y="923994"/>
                  </a:lnTo>
                  <a:close/>
                  <a:moveTo>
                    <a:pt x="54847" y="912989"/>
                  </a:moveTo>
                  <a:lnTo>
                    <a:pt x="47210" y="931660"/>
                  </a:lnTo>
                  <a:lnTo>
                    <a:pt x="69271" y="923994"/>
                  </a:lnTo>
                  <a:close/>
                  <a:moveTo>
                    <a:pt x="69271" y="923994"/>
                  </a:moveTo>
                  <a:lnTo>
                    <a:pt x="94529" y="886676"/>
                  </a:lnTo>
                  <a:lnTo>
                    <a:pt x="54847" y="912989"/>
                  </a:lnTo>
                  <a:close/>
                  <a:moveTo>
                    <a:pt x="69271" y="923994"/>
                  </a:moveTo>
                  <a:lnTo>
                    <a:pt x="128917" y="913484"/>
                  </a:lnTo>
                  <a:lnTo>
                    <a:pt x="94529" y="886676"/>
                  </a:lnTo>
                  <a:close/>
                  <a:moveTo>
                    <a:pt x="128917" y="913484"/>
                  </a:moveTo>
                  <a:lnTo>
                    <a:pt x="69271" y="923994"/>
                  </a:lnTo>
                  <a:lnTo>
                    <a:pt x="144287" y="937814"/>
                  </a:lnTo>
                  <a:close/>
                  <a:moveTo>
                    <a:pt x="69271" y="923994"/>
                  </a:moveTo>
                  <a:lnTo>
                    <a:pt x="98102" y="939813"/>
                  </a:lnTo>
                  <a:lnTo>
                    <a:pt x="144287" y="937814"/>
                  </a:lnTo>
                  <a:close/>
                  <a:moveTo>
                    <a:pt x="179591" y="910270"/>
                  </a:moveTo>
                  <a:lnTo>
                    <a:pt x="128917" y="913484"/>
                  </a:lnTo>
                  <a:lnTo>
                    <a:pt x="185682" y="917906"/>
                  </a:lnTo>
                  <a:close/>
                  <a:moveTo>
                    <a:pt x="128917" y="913484"/>
                  </a:moveTo>
                  <a:lnTo>
                    <a:pt x="144287" y="937814"/>
                  </a:lnTo>
                  <a:lnTo>
                    <a:pt x="185682" y="917906"/>
                  </a:lnTo>
                  <a:close/>
                  <a:moveTo>
                    <a:pt x="705777" y="1629079"/>
                  </a:moveTo>
                  <a:lnTo>
                    <a:pt x="786271" y="1631095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786271" y="1631095"/>
                  </a:lnTo>
                  <a:lnTo>
                    <a:pt x="822115" y="1656521"/>
                  </a:lnTo>
                  <a:close/>
                  <a:moveTo>
                    <a:pt x="742928" y="1603942"/>
                  </a:moveTo>
                  <a:lnTo>
                    <a:pt x="705777" y="1629079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823411" y="1595279"/>
                  </a:lnTo>
                  <a:lnTo>
                    <a:pt x="750882" y="1577542"/>
                  </a:lnTo>
                  <a:close/>
                  <a:moveTo>
                    <a:pt x="750882" y="1577542"/>
                  </a:moveTo>
                  <a:lnTo>
                    <a:pt x="823411" y="1595279"/>
                  </a:lnTo>
                  <a:lnTo>
                    <a:pt x="795859" y="1553448"/>
                  </a:lnTo>
                  <a:close/>
                  <a:moveTo>
                    <a:pt x="750882" y="1577542"/>
                  </a:moveTo>
                  <a:lnTo>
                    <a:pt x="742928" y="1603942"/>
                  </a:lnTo>
                  <a:lnTo>
                    <a:pt x="763486" y="1617831"/>
                  </a:lnTo>
                  <a:close/>
                  <a:moveTo>
                    <a:pt x="711895" y="1398838"/>
                  </a:moveTo>
                  <a:lnTo>
                    <a:pt x="748636" y="1426281"/>
                  </a:lnTo>
                  <a:lnTo>
                    <a:pt x="743832" y="1374745"/>
                  </a:lnTo>
                  <a:close/>
                  <a:moveTo>
                    <a:pt x="749591" y="1359056"/>
                  </a:moveTo>
                  <a:lnTo>
                    <a:pt x="711895" y="1398838"/>
                  </a:lnTo>
                  <a:lnTo>
                    <a:pt x="743832" y="1374745"/>
                  </a:lnTo>
                  <a:close/>
                  <a:moveTo>
                    <a:pt x="743832" y="1374745"/>
                  </a:moveTo>
                  <a:lnTo>
                    <a:pt x="795286" y="1395002"/>
                  </a:lnTo>
                  <a:lnTo>
                    <a:pt x="773600" y="1358637"/>
                  </a:lnTo>
                  <a:close/>
                  <a:moveTo>
                    <a:pt x="749591" y="1359056"/>
                  </a:moveTo>
                  <a:lnTo>
                    <a:pt x="743832" y="1374745"/>
                  </a:lnTo>
                  <a:lnTo>
                    <a:pt x="773600" y="1358637"/>
                  </a:lnTo>
                  <a:close/>
                  <a:moveTo>
                    <a:pt x="589629" y="862727"/>
                  </a:moveTo>
                  <a:lnTo>
                    <a:pt x="550464" y="924153"/>
                  </a:lnTo>
                  <a:lnTo>
                    <a:pt x="579316" y="914263"/>
                  </a:lnTo>
                  <a:close/>
                  <a:moveTo>
                    <a:pt x="589629" y="862727"/>
                  </a:moveTo>
                  <a:lnTo>
                    <a:pt x="636481" y="892205"/>
                  </a:lnTo>
                  <a:lnTo>
                    <a:pt x="602350" y="857210"/>
                  </a:lnTo>
                  <a:close/>
                  <a:moveTo>
                    <a:pt x="589629" y="862727"/>
                  </a:moveTo>
                  <a:lnTo>
                    <a:pt x="579316" y="914263"/>
                  </a:lnTo>
                  <a:lnTo>
                    <a:pt x="636481" y="892205"/>
                  </a:lnTo>
                  <a:close/>
                  <a:moveTo>
                    <a:pt x="641223" y="890170"/>
                  </a:moveTo>
                  <a:lnTo>
                    <a:pt x="646852" y="838633"/>
                  </a:lnTo>
                  <a:lnTo>
                    <a:pt x="636481" y="892205"/>
                  </a:lnTo>
                  <a:close/>
                  <a:moveTo>
                    <a:pt x="646852" y="838633"/>
                  </a:moveTo>
                  <a:lnTo>
                    <a:pt x="602350" y="857210"/>
                  </a:lnTo>
                  <a:lnTo>
                    <a:pt x="636481" y="892205"/>
                  </a:lnTo>
                  <a:close/>
                  <a:moveTo>
                    <a:pt x="593831" y="856247"/>
                  </a:moveTo>
                  <a:lnTo>
                    <a:pt x="589629" y="862727"/>
                  </a:lnTo>
                  <a:lnTo>
                    <a:pt x="602350" y="857210"/>
                  </a:lnTo>
                  <a:close/>
                  <a:moveTo>
                    <a:pt x="639752" y="787097"/>
                  </a:moveTo>
                  <a:lnTo>
                    <a:pt x="602350" y="857210"/>
                  </a:lnTo>
                  <a:lnTo>
                    <a:pt x="646852" y="838633"/>
                  </a:lnTo>
                  <a:close/>
                  <a:moveTo>
                    <a:pt x="1156178" y="1457072"/>
                  </a:moveTo>
                  <a:lnTo>
                    <a:pt x="1155935" y="1508609"/>
                  </a:lnTo>
                  <a:lnTo>
                    <a:pt x="1197277" y="1493060"/>
                  </a:lnTo>
                  <a:close/>
                  <a:moveTo>
                    <a:pt x="1223374" y="1484515"/>
                  </a:moveTo>
                  <a:lnTo>
                    <a:pt x="1211024" y="1432979"/>
                  </a:lnTo>
                  <a:lnTo>
                    <a:pt x="1213096" y="1464586"/>
                  </a:lnTo>
                  <a:close/>
                  <a:moveTo>
                    <a:pt x="1197277" y="1493060"/>
                  </a:moveTo>
                  <a:lnTo>
                    <a:pt x="1223374" y="1484515"/>
                  </a:lnTo>
                  <a:lnTo>
                    <a:pt x="1213096" y="1464586"/>
                  </a:lnTo>
                  <a:close/>
                  <a:moveTo>
                    <a:pt x="1168545" y="1453676"/>
                  </a:moveTo>
                  <a:lnTo>
                    <a:pt x="1197277" y="1493060"/>
                  </a:lnTo>
                  <a:lnTo>
                    <a:pt x="1213096" y="1464586"/>
                  </a:lnTo>
                  <a:close/>
                  <a:moveTo>
                    <a:pt x="639752" y="787097"/>
                  </a:moveTo>
                  <a:lnTo>
                    <a:pt x="689056" y="767802"/>
                  </a:lnTo>
                  <a:lnTo>
                    <a:pt x="684816" y="765406"/>
                  </a:lnTo>
                  <a:close/>
                  <a:moveTo>
                    <a:pt x="682371" y="814539"/>
                  </a:moveTo>
                  <a:lnTo>
                    <a:pt x="689056" y="767802"/>
                  </a:lnTo>
                  <a:lnTo>
                    <a:pt x="639752" y="787097"/>
                  </a:lnTo>
                  <a:close/>
                  <a:moveTo>
                    <a:pt x="646852" y="838633"/>
                  </a:moveTo>
                  <a:lnTo>
                    <a:pt x="682371" y="814539"/>
                  </a:lnTo>
                  <a:lnTo>
                    <a:pt x="639752" y="787097"/>
                  </a:lnTo>
                  <a:close/>
                  <a:moveTo>
                    <a:pt x="652473" y="765925"/>
                  </a:moveTo>
                  <a:lnTo>
                    <a:pt x="639752" y="787097"/>
                  </a:lnTo>
                  <a:lnTo>
                    <a:pt x="684816" y="765406"/>
                  </a:lnTo>
                  <a:close/>
                  <a:moveTo>
                    <a:pt x="713628" y="711466"/>
                  </a:moveTo>
                  <a:lnTo>
                    <a:pt x="684816" y="765406"/>
                  </a:lnTo>
                  <a:lnTo>
                    <a:pt x="689631" y="763003"/>
                  </a:lnTo>
                  <a:close/>
                  <a:moveTo>
                    <a:pt x="684816" y="765406"/>
                  </a:moveTo>
                  <a:lnTo>
                    <a:pt x="689056" y="767802"/>
                  </a:lnTo>
                  <a:lnTo>
                    <a:pt x="689631" y="763003"/>
                  </a:lnTo>
                  <a:close/>
                  <a:moveTo>
                    <a:pt x="444774" y="553180"/>
                  </a:moveTo>
                  <a:lnTo>
                    <a:pt x="409770" y="557207"/>
                  </a:lnTo>
                  <a:lnTo>
                    <a:pt x="389268" y="580950"/>
                  </a:lnTo>
                  <a:close/>
                  <a:moveTo>
                    <a:pt x="1115242" y="1313183"/>
                  </a:moveTo>
                  <a:lnTo>
                    <a:pt x="1107588" y="1329905"/>
                  </a:lnTo>
                  <a:lnTo>
                    <a:pt x="1124542" y="1325981"/>
                  </a:lnTo>
                  <a:close/>
                  <a:moveTo>
                    <a:pt x="1098755" y="1221460"/>
                  </a:moveTo>
                  <a:lnTo>
                    <a:pt x="1096495" y="1243089"/>
                  </a:lnTo>
                  <a:lnTo>
                    <a:pt x="1143236" y="1202738"/>
                  </a:lnTo>
                  <a:close/>
                  <a:moveTo>
                    <a:pt x="1157894" y="1163072"/>
                  </a:moveTo>
                  <a:lnTo>
                    <a:pt x="1081795" y="1188130"/>
                  </a:lnTo>
                  <a:lnTo>
                    <a:pt x="1143236" y="1202738"/>
                  </a:lnTo>
                  <a:close/>
                  <a:moveTo>
                    <a:pt x="1143236" y="1202738"/>
                  </a:moveTo>
                  <a:lnTo>
                    <a:pt x="1081795" y="1188130"/>
                  </a:lnTo>
                  <a:lnTo>
                    <a:pt x="1098755" y="1221460"/>
                  </a:lnTo>
                  <a:close/>
                  <a:moveTo>
                    <a:pt x="689056" y="767802"/>
                  </a:moveTo>
                  <a:lnTo>
                    <a:pt x="682371" y="814539"/>
                  </a:lnTo>
                  <a:lnTo>
                    <a:pt x="716125" y="802695"/>
                  </a:lnTo>
                  <a:close/>
                  <a:moveTo>
                    <a:pt x="716125" y="802695"/>
                  </a:moveTo>
                  <a:lnTo>
                    <a:pt x="689631" y="763003"/>
                  </a:lnTo>
                  <a:lnTo>
                    <a:pt x="689056" y="767802"/>
                  </a:lnTo>
                  <a:close/>
                  <a:moveTo>
                    <a:pt x="760451" y="741899"/>
                  </a:moveTo>
                  <a:lnTo>
                    <a:pt x="689631" y="763003"/>
                  </a:lnTo>
                  <a:lnTo>
                    <a:pt x="716125" y="802695"/>
                  </a:lnTo>
                  <a:close/>
                  <a:moveTo>
                    <a:pt x="765989" y="800139"/>
                  </a:moveTo>
                  <a:lnTo>
                    <a:pt x="760451" y="741899"/>
                  </a:lnTo>
                  <a:lnTo>
                    <a:pt x="716125" y="802695"/>
                  </a:lnTo>
                  <a:close/>
                  <a:moveTo>
                    <a:pt x="798031" y="790445"/>
                  </a:moveTo>
                  <a:lnTo>
                    <a:pt x="812876" y="746491"/>
                  </a:lnTo>
                  <a:lnTo>
                    <a:pt x="765989" y="800139"/>
                  </a:lnTo>
                  <a:close/>
                  <a:moveTo>
                    <a:pt x="765989" y="800139"/>
                  </a:moveTo>
                  <a:lnTo>
                    <a:pt x="812876" y="746491"/>
                  </a:lnTo>
                  <a:lnTo>
                    <a:pt x="808485" y="740830"/>
                  </a:lnTo>
                  <a:close/>
                  <a:moveTo>
                    <a:pt x="765989" y="800139"/>
                  </a:moveTo>
                  <a:lnTo>
                    <a:pt x="808485" y="740830"/>
                  </a:lnTo>
                  <a:lnTo>
                    <a:pt x="760451" y="741899"/>
                  </a:lnTo>
                  <a:close/>
                  <a:moveTo>
                    <a:pt x="815470" y="738909"/>
                  </a:moveTo>
                  <a:lnTo>
                    <a:pt x="808485" y="740830"/>
                  </a:lnTo>
                  <a:lnTo>
                    <a:pt x="812876" y="746491"/>
                  </a:lnTo>
                  <a:close/>
                  <a:moveTo>
                    <a:pt x="713628" y="711466"/>
                  </a:moveTo>
                  <a:lnTo>
                    <a:pt x="760451" y="741899"/>
                  </a:lnTo>
                  <a:lnTo>
                    <a:pt x="728345" y="705257"/>
                  </a:lnTo>
                  <a:close/>
                  <a:moveTo>
                    <a:pt x="713628" y="711466"/>
                  </a:moveTo>
                  <a:lnTo>
                    <a:pt x="689631" y="763003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728345" y="705257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815470" y="738909"/>
                  </a:lnTo>
                  <a:lnTo>
                    <a:pt x="806929" y="724257"/>
                  </a:lnTo>
                  <a:close/>
                  <a:moveTo>
                    <a:pt x="1202211" y="1300820"/>
                  </a:moveTo>
                  <a:lnTo>
                    <a:pt x="1261966" y="1242604"/>
                  </a:lnTo>
                  <a:lnTo>
                    <a:pt x="1256690" y="1231769"/>
                  </a:lnTo>
                  <a:close/>
                  <a:moveTo>
                    <a:pt x="1202211" y="1300820"/>
                  </a:moveTo>
                  <a:lnTo>
                    <a:pt x="1256690" y="1231769"/>
                  </a:lnTo>
                  <a:lnTo>
                    <a:pt x="1193501" y="1245158"/>
                  </a:lnTo>
                  <a:close/>
                  <a:moveTo>
                    <a:pt x="1143236" y="1202738"/>
                  </a:moveTo>
                  <a:lnTo>
                    <a:pt x="1193501" y="1245158"/>
                  </a:lnTo>
                  <a:lnTo>
                    <a:pt x="1180951" y="1192618"/>
                  </a:lnTo>
                  <a:close/>
                  <a:moveTo>
                    <a:pt x="1143236" y="1202738"/>
                  </a:moveTo>
                  <a:lnTo>
                    <a:pt x="1167644" y="1254275"/>
                  </a:lnTo>
                  <a:lnTo>
                    <a:pt x="1193501" y="1245158"/>
                  </a:lnTo>
                  <a:close/>
                  <a:moveTo>
                    <a:pt x="1157894" y="1163072"/>
                  </a:moveTo>
                  <a:lnTo>
                    <a:pt x="1143236" y="1202738"/>
                  </a:lnTo>
                  <a:lnTo>
                    <a:pt x="1180951" y="1192618"/>
                  </a:lnTo>
                  <a:close/>
                  <a:moveTo>
                    <a:pt x="1067979" y="972497"/>
                  </a:moveTo>
                  <a:lnTo>
                    <a:pt x="1089468" y="947016"/>
                  </a:lnTo>
                  <a:lnTo>
                    <a:pt x="1018216" y="945055"/>
                  </a:lnTo>
                  <a:close/>
                  <a:moveTo>
                    <a:pt x="1022240" y="996592"/>
                  </a:moveTo>
                  <a:lnTo>
                    <a:pt x="1067979" y="972497"/>
                  </a:lnTo>
                  <a:lnTo>
                    <a:pt x="1018216" y="945055"/>
                  </a:lnTo>
                  <a:close/>
                  <a:moveTo>
                    <a:pt x="798031" y="790445"/>
                  </a:moveTo>
                  <a:lnTo>
                    <a:pt x="832998" y="82172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798031" y="79044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836439" y="780846"/>
                  </a:lnTo>
                  <a:lnTo>
                    <a:pt x="815470" y="738909"/>
                  </a:lnTo>
                  <a:close/>
                  <a:moveTo>
                    <a:pt x="815470" y="738909"/>
                  </a:moveTo>
                  <a:lnTo>
                    <a:pt x="836439" y="780846"/>
                  </a:lnTo>
                  <a:lnTo>
                    <a:pt x="889785" y="766351"/>
                  </a:lnTo>
                  <a:close/>
                  <a:moveTo>
                    <a:pt x="817935" y="670404"/>
                  </a:moveTo>
                  <a:lnTo>
                    <a:pt x="806929" y="724257"/>
                  </a:lnTo>
                  <a:lnTo>
                    <a:pt x="831199" y="663278"/>
                  </a:lnTo>
                  <a:close/>
                  <a:moveTo>
                    <a:pt x="831199" y="663278"/>
                  </a:moveTo>
                  <a:lnTo>
                    <a:pt x="806929" y="724257"/>
                  </a:lnTo>
                  <a:lnTo>
                    <a:pt x="815470" y="738909"/>
                  </a:lnTo>
                  <a:close/>
                  <a:moveTo>
                    <a:pt x="831199" y="663278"/>
                  </a:moveTo>
                  <a:lnTo>
                    <a:pt x="815470" y="738909"/>
                  </a:lnTo>
                  <a:lnTo>
                    <a:pt x="872385" y="714815"/>
                  </a:lnTo>
                  <a:close/>
                  <a:moveTo>
                    <a:pt x="781666" y="687372"/>
                  </a:moveTo>
                  <a:lnTo>
                    <a:pt x="806929" y="724257"/>
                  </a:lnTo>
                  <a:lnTo>
                    <a:pt x="817935" y="670404"/>
                  </a:lnTo>
                  <a:close/>
                  <a:moveTo>
                    <a:pt x="791709" y="635835"/>
                  </a:moveTo>
                  <a:lnTo>
                    <a:pt x="817935" y="670404"/>
                  </a:lnTo>
                  <a:lnTo>
                    <a:pt x="831199" y="663278"/>
                  </a:lnTo>
                  <a:close/>
                  <a:moveTo>
                    <a:pt x="836149" y="611742"/>
                  </a:moveTo>
                  <a:lnTo>
                    <a:pt x="894109" y="605731"/>
                  </a:lnTo>
                  <a:lnTo>
                    <a:pt x="869638" y="603610"/>
                  </a:lnTo>
                  <a:close/>
                  <a:moveTo>
                    <a:pt x="869473" y="639184"/>
                  </a:moveTo>
                  <a:lnTo>
                    <a:pt x="894109" y="605731"/>
                  </a:lnTo>
                  <a:lnTo>
                    <a:pt x="836149" y="611742"/>
                  </a:lnTo>
                  <a:close/>
                  <a:moveTo>
                    <a:pt x="831199" y="663278"/>
                  </a:moveTo>
                  <a:lnTo>
                    <a:pt x="869473" y="639184"/>
                  </a:lnTo>
                  <a:lnTo>
                    <a:pt x="836149" y="611742"/>
                  </a:lnTo>
                  <a:close/>
                  <a:moveTo>
                    <a:pt x="869638" y="603610"/>
                  </a:moveTo>
                  <a:lnTo>
                    <a:pt x="894109" y="605731"/>
                  </a:lnTo>
                  <a:lnTo>
                    <a:pt x="904685" y="587648"/>
                  </a:lnTo>
                  <a:close/>
                  <a:moveTo>
                    <a:pt x="928820" y="600611"/>
                  </a:moveTo>
                  <a:lnTo>
                    <a:pt x="894109" y="605731"/>
                  </a:lnTo>
                  <a:lnTo>
                    <a:pt x="869473" y="639184"/>
                  </a:lnTo>
                  <a:close/>
                  <a:moveTo>
                    <a:pt x="473211" y="80126"/>
                  </a:moveTo>
                  <a:lnTo>
                    <a:pt x="429314" y="90680"/>
                  </a:lnTo>
                  <a:lnTo>
                    <a:pt x="513424" y="95575"/>
                  </a:lnTo>
                  <a:close/>
                  <a:moveTo>
                    <a:pt x="821749" y="103073"/>
                  </a:moveTo>
                  <a:lnTo>
                    <a:pt x="842292" y="47075"/>
                  </a:lnTo>
                  <a:lnTo>
                    <a:pt x="841372" y="27442"/>
                  </a:lnTo>
                  <a:close/>
                  <a:moveTo>
                    <a:pt x="812346" y="0"/>
                  </a:moveTo>
                  <a:lnTo>
                    <a:pt x="813466" y="46609"/>
                  </a:lnTo>
                  <a:lnTo>
                    <a:pt x="841372" y="27442"/>
                  </a:lnTo>
                  <a:close/>
                  <a:moveTo>
                    <a:pt x="1015178" y="182052"/>
                  </a:moveTo>
                  <a:lnTo>
                    <a:pt x="1049394" y="162465"/>
                  </a:lnTo>
                  <a:lnTo>
                    <a:pt x="1031638" y="171414"/>
                  </a:lnTo>
                  <a:close/>
                  <a:moveTo>
                    <a:pt x="1031309" y="209495"/>
                  </a:moveTo>
                  <a:lnTo>
                    <a:pt x="1049394" y="162465"/>
                  </a:lnTo>
                  <a:lnTo>
                    <a:pt x="1015178" y="182052"/>
                  </a:lnTo>
                  <a:close/>
                  <a:moveTo>
                    <a:pt x="1031638" y="171414"/>
                  </a:moveTo>
                  <a:lnTo>
                    <a:pt x="1015768" y="171645"/>
                  </a:lnTo>
                  <a:lnTo>
                    <a:pt x="1015178" y="182052"/>
                  </a:lnTo>
                  <a:close/>
                  <a:moveTo>
                    <a:pt x="1038782" y="106422"/>
                  </a:moveTo>
                  <a:lnTo>
                    <a:pt x="1031638" y="171414"/>
                  </a:lnTo>
                  <a:lnTo>
                    <a:pt x="1051494" y="157958"/>
                  </a:lnTo>
                  <a:close/>
                  <a:moveTo>
                    <a:pt x="1031638" y="171414"/>
                  </a:moveTo>
                  <a:lnTo>
                    <a:pt x="1049394" y="162465"/>
                  </a:lnTo>
                  <a:lnTo>
                    <a:pt x="1051494" y="157958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62" name="Output_density__4261">
              <a:extLst>
                <a:ext uri="{FF2B5EF4-FFF2-40B4-BE49-F238E27FC236}">
                  <a16:creationId xmlns:a16="http://schemas.microsoft.com/office/drawing/2014/main" id="{9653531C-7DC7-65B8-9F1E-E2C3B1A2C2A5}"/>
                </a:ext>
              </a:extLst>
            </p:cNvPr>
            <p:cNvSpPr>
              <a:spLocks noGrp="1"/>
            </p:cNvSpPr>
            <p:nvPr/>
          </p:nvSpPr>
          <p:spPr>
            <a:xfrm>
              <a:off x="15331105" y="2378214"/>
              <a:ext cx="1371772" cy="1959808"/>
            </a:xfrm>
            <a:custGeom>
              <a:avLst/>
              <a:gdLst/>
              <a:ahLst/>
              <a:cxnLst/>
              <a:rect l="0" t="0" r="0" b="0"/>
              <a:pathLst>
                <a:path w="1371772" h="1959808">
                  <a:moveTo>
                    <a:pt x="412861" y="1959808"/>
                  </a:moveTo>
                  <a:lnTo>
                    <a:pt x="444007" y="1955695"/>
                  </a:lnTo>
                  <a:lnTo>
                    <a:pt x="391845" y="1921011"/>
                  </a:lnTo>
                  <a:close/>
                  <a:moveTo>
                    <a:pt x="476875" y="1931601"/>
                  </a:moveTo>
                  <a:lnTo>
                    <a:pt x="448905" y="1959670"/>
                  </a:lnTo>
                  <a:lnTo>
                    <a:pt x="477636" y="1932193"/>
                  </a:lnTo>
                  <a:close/>
                  <a:moveTo>
                    <a:pt x="476875" y="1931601"/>
                  </a:moveTo>
                  <a:lnTo>
                    <a:pt x="444007" y="1955695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77636" y="1932193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83528" y="1931601"/>
                  </a:lnTo>
                  <a:lnTo>
                    <a:pt x="477636" y="1932193"/>
                  </a:lnTo>
                  <a:close/>
                  <a:moveTo>
                    <a:pt x="0" y="1261625"/>
                  </a:moveTo>
                  <a:lnTo>
                    <a:pt x="12230" y="1266289"/>
                  </a:lnTo>
                  <a:lnTo>
                    <a:pt x="20729" y="1271953"/>
                  </a:lnTo>
                  <a:close/>
                  <a:moveTo>
                    <a:pt x="495533" y="1864206"/>
                  </a:moveTo>
                  <a:lnTo>
                    <a:pt x="483528" y="1931601"/>
                  </a:lnTo>
                  <a:lnTo>
                    <a:pt x="522392" y="1924850"/>
                  </a:lnTo>
                  <a:close/>
                  <a:moveTo>
                    <a:pt x="25537" y="1255470"/>
                  </a:moveTo>
                  <a:lnTo>
                    <a:pt x="0" y="1261625"/>
                  </a:lnTo>
                  <a:lnTo>
                    <a:pt x="20729" y="1271953"/>
                  </a:lnTo>
                  <a:close/>
                  <a:moveTo>
                    <a:pt x="38205" y="1202395"/>
                  </a:moveTo>
                  <a:lnTo>
                    <a:pt x="0" y="1261625"/>
                  </a:lnTo>
                  <a:lnTo>
                    <a:pt x="25537" y="1255470"/>
                  </a:lnTo>
                  <a:close/>
                  <a:moveTo>
                    <a:pt x="25537" y="1255470"/>
                  </a:moveTo>
                  <a:lnTo>
                    <a:pt x="80221" y="1248995"/>
                  </a:lnTo>
                  <a:lnTo>
                    <a:pt x="38205" y="1202395"/>
                  </a:lnTo>
                  <a:close/>
                  <a:moveTo>
                    <a:pt x="80221" y="1248995"/>
                  </a:moveTo>
                  <a:lnTo>
                    <a:pt x="89953" y="1221195"/>
                  </a:lnTo>
                  <a:lnTo>
                    <a:pt x="38205" y="1202395"/>
                  </a:lnTo>
                  <a:close/>
                  <a:moveTo>
                    <a:pt x="548881" y="1848791"/>
                  </a:moveTo>
                  <a:lnTo>
                    <a:pt x="549288" y="1890512"/>
                  </a:lnTo>
                  <a:lnTo>
                    <a:pt x="582280" y="1855970"/>
                  </a:lnTo>
                  <a:close/>
                  <a:moveTo>
                    <a:pt x="96892" y="1172699"/>
                  </a:moveTo>
                  <a:lnTo>
                    <a:pt x="48997" y="1173655"/>
                  </a:lnTo>
                  <a:lnTo>
                    <a:pt x="38205" y="1202395"/>
                  </a:lnTo>
                  <a:close/>
                  <a:moveTo>
                    <a:pt x="412421" y="1343953"/>
                  </a:moveTo>
                  <a:lnTo>
                    <a:pt x="391902" y="1381626"/>
                  </a:lnTo>
                  <a:lnTo>
                    <a:pt x="419655" y="1351182"/>
                  </a:lnTo>
                  <a:close/>
                  <a:moveTo>
                    <a:pt x="419655" y="1351182"/>
                  </a:moveTo>
                  <a:lnTo>
                    <a:pt x="391902" y="1381626"/>
                  </a:lnTo>
                  <a:lnTo>
                    <a:pt x="389272" y="1400642"/>
                  </a:lnTo>
                  <a:close/>
                  <a:moveTo>
                    <a:pt x="34297" y="1052881"/>
                  </a:moveTo>
                  <a:lnTo>
                    <a:pt x="72793" y="1022135"/>
                  </a:lnTo>
                  <a:lnTo>
                    <a:pt x="105630" y="1010008"/>
                  </a:lnTo>
                  <a:close/>
                  <a:moveTo>
                    <a:pt x="284626" y="1071279"/>
                  </a:moveTo>
                  <a:lnTo>
                    <a:pt x="278295" y="1062176"/>
                  </a:lnTo>
                  <a:lnTo>
                    <a:pt x="289816" y="1113713"/>
                  </a:lnTo>
                  <a:close/>
                  <a:moveTo>
                    <a:pt x="707822" y="1680615"/>
                  </a:moveTo>
                  <a:lnTo>
                    <a:pt x="715824" y="1701530"/>
                  </a:lnTo>
                  <a:lnTo>
                    <a:pt x="754375" y="1728568"/>
                  </a:lnTo>
                  <a:close/>
                  <a:moveTo>
                    <a:pt x="741600" y="1617831"/>
                  </a:moveTo>
                  <a:lnTo>
                    <a:pt x="784927" y="1668119"/>
                  </a:lnTo>
                  <a:lnTo>
                    <a:pt x="789001" y="1617278"/>
                  </a:lnTo>
                  <a:close/>
                  <a:moveTo>
                    <a:pt x="202190" y="1061453"/>
                  </a:moveTo>
                  <a:lnTo>
                    <a:pt x="211596" y="1010639"/>
                  </a:lnTo>
                  <a:lnTo>
                    <a:pt x="201344" y="1000278"/>
                  </a:lnTo>
                  <a:close/>
                  <a:moveTo>
                    <a:pt x="440647" y="1083144"/>
                  </a:moveTo>
                  <a:lnTo>
                    <a:pt x="521202" y="1111002"/>
                  </a:lnTo>
                  <a:lnTo>
                    <a:pt x="473542" y="1107486"/>
                  </a:lnTo>
                  <a:close/>
                  <a:moveTo>
                    <a:pt x="374941" y="1035836"/>
                  </a:moveTo>
                  <a:lnTo>
                    <a:pt x="431586" y="1085520"/>
                  </a:lnTo>
                  <a:lnTo>
                    <a:pt x="440647" y="1083144"/>
                  </a:lnTo>
                  <a:close/>
                  <a:moveTo>
                    <a:pt x="1076198" y="1653726"/>
                  </a:moveTo>
                  <a:lnTo>
                    <a:pt x="1080976" y="1659870"/>
                  </a:lnTo>
                  <a:lnTo>
                    <a:pt x="1054293" y="1616271"/>
                  </a:lnTo>
                  <a:close/>
                  <a:moveTo>
                    <a:pt x="552124" y="1155982"/>
                  </a:moveTo>
                  <a:lnTo>
                    <a:pt x="568429" y="1220134"/>
                  </a:lnTo>
                  <a:lnTo>
                    <a:pt x="570805" y="1168598"/>
                  </a:lnTo>
                  <a:close/>
                  <a:moveTo>
                    <a:pt x="552124" y="1155982"/>
                  </a:moveTo>
                  <a:lnTo>
                    <a:pt x="570805" y="1168598"/>
                  </a:lnTo>
                  <a:lnTo>
                    <a:pt x="524494" y="1123313"/>
                  </a:lnTo>
                  <a:close/>
                  <a:moveTo>
                    <a:pt x="518398" y="1041431"/>
                  </a:moveTo>
                  <a:lnTo>
                    <a:pt x="483624" y="1110947"/>
                  </a:lnTo>
                  <a:lnTo>
                    <a:pt x="521202" y="1111002"/>
                  </a:lnTo>
                  <a:close/>
                  <a:moveTo>
                    <a:pt x="905469" y="1404530"/>
                  </a:moveTo>
                  <a:lnTo>
                    <a:pt x="879863" y="1393161"/>
                  </a:lnTo>
                  <a:lnTo>
                    <a:pt x="946306" y="1429629"/>
                  </a:lnTo>
                  <a:close/>
                  <a:moveTo>
                    <a:pt x="979196" y="1451113"/>
                  </a:moveTo>
                  <a:lnTo>
                    <a:pt x="1048536" y="1481166"/>
                  </a:lnTo>
                  <a:lnTo>
                    <a:pt x="1017168" y="1472801"/>
                  </a:lnTo>
                  <a:close/>
                  <a:moveTo>
                    <a:pt x="543888" y="974449"/>
                  </a:moveTo>
                  <a:lnTo>
                    <a:pt x="550304" y="989894"/>
                  </a:lnTo>
                  <a:lnTo>
                    <a:pt x="528579" y="924153"/>
                  </a:lnTo>
                  <a:close/>
                  <a:moveTo>
                    <a:pt x="528579" y="924153"/>
                  </a:moveTo>
                  <a:lnTo>
                    <a:pt x="550304" y="989894"/>
                  </a:lnTo>
                  <a:lnTo>
                    <a:pt x="596315" y="947361"/>
                  </a:lnTo>
                  <a:close/>
                  <a:moveTo>
                    <a:pt x="1109236" y="1532703"/>
                  </a:moveTo>
                  <a:lnTo>
                    <a:pt x="1136131" y="1568231"/>
                  </a:lnTo>
                  <a:lnTo>
                    <a:pt x="1139300" y="1560145"/>
                  </a:lnTo>
                  <a:close/>
                  <a:moveTo>
                    <a:pt x="1017168" y="1472801"/>
                  </a:moveTo>
                  <a:lnTo>
                    <a:pt x="1092641" y="1445404"/>
                  </a:lnTo>
                  <a:lnTo>
                    <a:pt x="1045303" y="1443096"/>
                  </a:lnTo>
                  <a:close/>
                  <a:moveTo>
                    <a:pt x="675650" y="943294"/>
                  </a:moveTo>
                  <a:lnTo>
                    <a:pt x="617518" y="952572"/>
                  </a:lnTo>
                  <a:lnTo>
                    <a:pt x="619337" y="890170"/>
                  </a:lnTo>
                  <a:close/>
                  <a:moveTo>
                    <a:pt x="641322" y="940958"/>
                  </a:moveTo>
                  <a:lnTo>
                    <a:pt x="675650" y="943294"/>
                  </a:lnTo>
                  <a:lnTo>
                    <a:pt x="619337" y="890170"/>
                  </a:lnTo>
                  <a:close/>
                  <a:moveTo>
                    <a:pt x="596315" y="947361"/>
                  </a:moveTo>
                  <a:lnTo>
                    <a:pt x="641322" y="940958"/>
                  </a:lnTo>
                  <a:lnTo>
                    <a:pt x="619337" y="890170"/>
                  </a:lnTo>
                  <a:close/>
                  <a:moveTo>
                    <a:pt x="193685" y="490058"/>
                  </a:moveTo>
                  <a:lnTo>
                    <a:pt x="259433" y="489092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249323" y="523400"/>
                  </a:lnTo>
                  <a:lnTo>
                    <a:pt x="292831" y="511393"/>
                  </a:lnTo>
                  <a:close/>
                  <a:moveTo>
                    <a:pt x="294607" y="498479"/>
                  </a:moveTo>
                  <a:lnTo>
                    <a:pt x="259433" y="489092"/>
                  </a:lnTo>
                  <a:lnTo>
                    <a:pt x="249323" y="523400"/>
                  </a:lnTo>
                  <a:close/>
                  <a:moveTo>
                    <a:pt x="259433" y="489092"/>
                  </a:moveTo>
                  <a:lnTo>
                    <a:pt x="294607" y="498479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311561" y="446521"/>
                  </a:lnTo>
                  <a:lnTo>
                    <a:pt x="262237" y="436784"/>
                  </a:lnTo>
                  <a:close/>
                  <a:moveTo>
                    <a:pt x="1123913" y="1283939"/>
                  </a:moveTo>
                  <a:lnTo>
                    <a:pt x="1127936" y="1343412"/>
                  </a:lnTo>
                  <a:lnTo>
                    <a:pt x="1093357" y="1313183"/>
                  </a:lnTo>
                  <a:close/>
                  <a:moveTo>
                    <a:pt x="1018220" y="1231159"/>
                  </a:moveTo>
                  <a:lnTo>
                    <a:pt x="1074610" y="1243089"/>
                  </a:lnTo>
                  <a:lnTo>
                    <a:pt x="1027543" y="1241793"/>
                  </a:lnTo>
                  <a:close/>
                  <a:moveTo>
                    <a:pt x="827602" y="1096316"/>
                  </a:moveTo>
                  <a:lnTo>
                    <a:pt x="850286" y="1072222"/>
                  </a:lnTo>
                  <a:lnTo>
                    <a:pt x="837348" y="1147853"/>
                  </a:lnTo>
                  <a:close/>
                  <a:moveTo>
                    <a:pt x="837713" y="1020686"/>
                  </a:moveTo>
                  <a:lnTo>
                    <a:pt x="850286" y="1072222"/>
                  </a:lnTo>
                  <a:lnTo>
                    <a:pt x="845169" y="1044779"/>
                  </a:lnTo>
                  <a:close/>
                  <a:moveTo>
                    <a:pt x="837713" y="1020686"/>
                  </a:moveTo>
                  <a:lnTo>
                    <a:pt x="845169" y="1044779"/>
                  </a:lnTo>
                  <a:lnTo>
                    <a:pt x="868917" y="998068"/>
                  </a:lnTo>
                  <a:close/>
                  <a:moveTo>
                    <a:pt x="483625" y="609003"/>
                  </a:moveTo>
                  <a:lnTo>
                    <a:pt x="484801" y="632487"/>
                  </a:lnTo>
                  <a:lnTo>
                    <a:pt x="483838" y="606383"/>
                  </a:lnTo>
                  <a:close/>
                  <a:moveTo>
                    <a:pt x="335829" y="402357"/>
                  </a:moveTo>
                  <a:lnTo>
                    <a:pt x="333320" y="40224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35829" y="40235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58439" y="447114"/>
                  </a:lnTo>
                  <a:lnTo>
                    <a:pt x="335829" y="402357"/>
                  </a:lnTo>
                  <a:close/>
                  <a:moveTo>
                    <a:pt x="275587" y="247637"/>
                  </a:moveTo>
                  <a:lnTo>
                    <a:pt x="245517" y="239370"/>
                  </a:lnTo>
                  <a:lnTo>
                    <a:pt x="210992" y="245188"/>
                  </a:lnTo>
                  <a:close/>
                  <a:moveTo>
                    <a:pt x="1076869" y="1221460"/>
                  </a:moveTo>
                  <a:lnTo>
                    <a:pt x="1031701" y="1220199"/>
                  </a:lnTo>
                  <a:lnTo>
                    <a:pt x="1027543" y="1241793"/>
                  </a:lnTo>
                  <a:close/>
                  <a:moveTo>
                    <a:pt x="1031701" y="1220199"/>
                  </a:moveTo>
                  <a:lnTo>
                    <a:pt x="1076869" y="1221460"/>
                  </a:lnTo>
                  <a:lnTo>
                    <a:pt x="1034213" y="1155414"/>
                  </a:lnTo>
                  <a:close/>
                  <a:moveTo>
                    <a:pt x="1020156" y="1104099"/>
                  </a:moveTo>
                  <a:lnTo>
                    <a:pt x="1034213" y="1155414"/>
                  </a:lnTo>
                  <a:lnTo>
                    <a:pt x="1054470" y="1175296"/>
                  </a:lnTo>
                  <a:close/>
                  <a:moveTo>
                    <a:pt x="874245" y="958528"/>
                  </a:moveTo>
                  <a:lnTo>
                    <a:pt x="837713" y="1020686"/>
                  </a:lnTo>
                  <a:lnTo>
                    <a:pt x="868917" y="998068"/>
                  </a:lnTo>
                  <a:close/>
                  <a:moveTo>
                    <a:pt x="335829" y="402357"/>
                  </a:moveTo>
                  <a:lnTo>
                    <a:pt x="335946" y="402127"/>
                  </a:lnTo>
                  <a:lnTo>
                    <a:pt x="333320" y="402247"/>
                  </a:lnTo>
                  <a:close/>
                  <a:moveTo>
                    <a:pt x="335946" y="402127"/>
                  </a:moveTo>
                  <a:lnTo>
                    <a:pt x="335829" y="402357"/>
                  </a:lnTo>
                  <a:lnTo>
                    <a:pt x="336021" y="402247"/>
                  </a:lnTo>
                  <a:close/>
                  <a:moveTo>
                    <a:pt x="358432" y="351963"/>
                  </a:moveTo>
                  <a:lnTo>
                    <a:pt x="336021" y="402247"/>
                  </a:lnTo>
                  <a:lnTo>
                    <a:pt x="375437" y="375766"/>
                  </a:lnTo>
                  <a:close/>
                  <a:moveTo>
                    <a:pt x="1307164" y="1281717"/>
                  </a:moveTo>
                  <a:lnTo>
                    <a:pt x="1262643" y="1247119"/>
                  </a:lnTo>
                  <a:lnTo>
                    <a:pt x="1291436" y="1259937"/>
                  </a:lnTo>
                  <a:close/>
                  <a:moveTo>
                    <a:pt x="1317213" y="1328240"/>
                  </a:moveTo>
                  <a:lnTo>
                    <a:pt x="1371414" y="1384285"/>
                  </a:lnTo>
                  <a:lnTo>
                    <a:pt x="1323755" y="1333254"/>
                  </a:lnTo>
                  <a:close/>
                  <a:moveTo>
                    <a:pt x="1371693" y="1384674"/>
                  </a:moveTo>
                  <a:lnTo>
                    <a:pt x="1371414" y="1384285"/>
                  </a:lnTo>
                  <a:lnTo>
                    <a:pt x="1317213" y="1328240"/>
                  </a:lnTo>
                  <a:close/>
                  <a:moveTo>
                    <a:pt x="1371693" y="1384674"/>
                  </a:moveTo>
                  <a:lnTo>
                    <a:pt x="1371772" y="1384791"/>
                  </a:lnTo>
                  <a:lnTo>
                    <a:pt x="1371414" y="1384285"/>
                  </a:lnTo>
                  <a:close/>
                  <a:moveTo>
                    <a:pt x="993970" y="846468"/>
                  </a:moveTo>
                  <a:lnTo>
                    <a:pt x="1072042" y="848927"/>
                  </a:lnTo>
                  <a:lnTo>
                    <a:pt x="1038295" y="793794"/>
                  </a:lnTo>
                  <a:close/>
                  <a:moveTo>
                    <a:pt x="1153276" y="946353"/>
                  </a:moveTo>
                  <a:lnTo>
                    <a:pt x="1180036" y="999940"/>
                  </a:lnTo>
                  <a:lnTo>
                    <a:pt x="1154672" y="948404"/>
                  </a:lnTo>
                  <a:close/>
                  <a:moveTo>
                    <a:pt x="1153276" y="946353"/>
                  </a:moveTo>
                  <a:lnTo>
                    <a:pt x="1173523" y="992636"/>
                  </a:lnTo>
                  <a:lnTo>
                    <a:pt x="1180036" y="999940"/>
                  </a:lnTo>
                  <a:close/>
                  <a:moveTo>
                    <a:pt x="976788" y="615090"/>
                  </a:moveTo>
                  <a:lnTo>
                    <a:pt x="968712" y="656910"/>
                  </a:lnTo>
                  <a:lnTo>
                    <a:pt x="978993" y="635621"/>
                  </a:lnTo>
                  <a:close/>
                  <a:moveTo>
                    <a:pt x="978993" y="635621"/>
                  </a:moveTo>
                  <a:lnTo>
                    <a:pt x="968712" y="656910"/>
                  </a:lnTo>
                  <a:lnTo>
                    <a:pt x="969055" y="668461"/>
                  </a:lnTo>
                  <a:close/>
                  <a:moveTo>
                    <a:pt x="1110694" y="754760"/>
                  </a:moveTo>
                  <a:lnTo>
                    <a:pt x="1146095" y="796086"/>
                  </a:lnTo>
                  <a:lnTo>
                    <a:pt x="1141157" y="767978"/>
                  </a:lnTo>
                  <a:close/>
                  <a:moveTo>
                    <a:pt x="1141157" y="767978"/>
                  </a:moveTo>
                  <a:lnTo>
                    <a:pt x="1146095" y="796086"/>
                  </a:lnTo>
                  <a:lnTo>
                    <a:pt x="1143735" y="769700"/>
                  </a:lnTo>
                  <a:close/>
                  <a:moveTo>
                    <a:pt x="1141157" y="767978"/>
                  </a:moveTo>
                  <a:lnTo>
                    <a:pt x="1143735" y="769700"/>
                  </a:lnTo>
                  <a:lnTo>
                    <a:pt x="1134569" y="752993"/>
                  </a:lnTo>
                  <a:close/>
                  <a:moveTo>
                    <a:pt x="750986" y="292601"/>
                  </a:moveTo>
                  <a:lnTo>
                    <a:pt x="784503" y="317535"/>
                  </a:lnTo>
                  <a:lnTo>
                    <a:pt x="763217" y="305871"/>
                  </a:lnTo>
                  <a:close/>
                  <a:moveTo>
                    <a:pt x="807546" y="347343"/>
                  </a:moveTo>
                  <a:lnTo>
                    <a:pt x="784503" y="317535"/>
                  </a:lnTo>
                  <a:lnTo>
                    <a:pt x="750986" y="292601"/>
                  </a:lnTo>
                  <a:close/>
                  <a:moveTo>
                    <a:pt x="762618" y="275490"/>
                  </a:moveTo>
                  <a:lnTo>
                    <a:pt x="763217" y="305871"/>
                  </a:lnTo>
                  <a:lnTo>
                    <a:pt x="779843" y="300115"/>
                  </a:lnTo>
                  <a:close/>
                  <a:moveTo>
                    <a:pt x="723351" y="51537"/>
                  </a:moveTo>
                  <a:lnTo>
                    <a:pt x="691749" y="24094"/>
                  </a:lnTo>
                  <a:lnTo>
                    <a:pt x="695185" y="0"/>
                  </a:lnTo>
                  <a:close/>
                  <a:moveTo>
                    <a:pt x="970139" y="140876"/>
                  </a:moveTo>
                  <a:lnTo>
                    <a:pt x="936943" y="130516"/>
                  </a:lnTo>
                  <a:lnTo>
                    <a:pt x="936235" y="130784"/>
                  </a:lnTo>
                  <a:close/>
                  <a:moveTo>
                    <a:pt x="864859" y="173501"/>
                  </a:moveTo>
                  <a:lnTo>
                    <a:pt x="915052" y="186486"/>
                  </a:lnTo>
                  <a:lnTo>
                    <a:pt x="936235" y="130784"/>
                  </a:lnTo>
                  <a:close/>
                  <a:moveTo>
                    <a:pt x="1103177" y="133865"/>
                  </a:moveTo>
                  <a:lnTo>
                    <a:pt x="1136379" y="185401"/>
                  </a:lnTo>
                  <a:lnTo>
                    <a:pt x="1107168" y="157958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63" name="Output_density__4262">
              <a:extLst>
                <a:ext uri="{FF2B5EF4-FFF2-40B4-BE49-F238E27FC236}">
                  <a16:creationId xmlns:a16="http://schemas.microsoft.com/office/drawing/2014/main" id="{D1776BCC-FB17-83F5-FFA0-FEBC13630B8C}"/>
                </a:ext>
              </a:extLst>
            </p:cNvPr>
            <p:cNvSpPr>
              <a:spLocks noGrp="1"/>
            </p:cNvSpPr>
            <p:nvPr/>
          </p:nvSpPr>
          <p:spPr>
            <a:xfrm>
              <a:off x="15380102" y="2465391"/>
              <a:ext cx="1327049" cy="1872493"/>
            </a:xfrm>
            <a:custGeom>
              <a:avLst/>
              <a:gdLst/>
              <a:ahLst/>
              <a:cxnLst/>
              <a:rect l="0" t="0" r="0" b="0"/>
              <a:pathLst>
                <a:path w="1327049" h="1872493">
                  <a:moveTo>
                    <a:pt x="395010" y="1868518"/>
                  </a:moveTo>
                  <a:lnTo>
                    <a:pt x="395147" y="1871524"/>
                  </a:lnTo>
                  <a:lnTo>
                    <a:pt x="399908" y="1872493"/>
                  </a:lnTo>
                  <a:close/>
                  <a:moveTo>
                    <a:pt x="406353" y="1868518"/>
                  </a:moveTo>
                  <a:lnTo>
                    <a:pt x="399908" y="1872493"/>
                  </a:lnTo>
                  <a:lnTo>
                    <a:pt x="395147" y="1871524"/>
                  </a:lnTo>
                  <a:close/>
                  <a:moveTo>
                    <a:pt x="434531" y="1844424"/>
                  </a:moveTo>
                  <a:lnTo>
                    <a:pt x="406353" y="1868518"/>
                  </a:lnTo>
                  <a:lnTo>
                    <a:pt x="473395" y="1837673"/>
                  </a:lnTo>
                  <a:close/>
                  <a:moveTo>
                    <a:pt x="487224" y="1792887"/>
                  </a:moveTo>
                  <a:lnTo>
                    <a:pt x="533284" y="1768793"/>
                  </a:lnTo>
                  <a:lnTo>
                    <a:pt x="500291" y="1803335"/>
                  </a:lnTo>
                  <a:close/>
                  <a:moveTo>
                    <a:pt x="499884" y="1761613"/>
                  </a:moveTo>
                  <a:lnTo>
                    <a:pt x="533284" y="1768793"/>
                  </a:lnTo>
                  <a:lnTo>
                    <a:pt x="526484" y="1715228"/>
                  </a:lnTo>
                  <a:close/>
                  <a:moveTo>
                    <a:pt x="491265" y="1705878"/>
                  </a:moveTo>
                  <a:lnTo>
                    <a:pt x="526484" y="1715228"/>
                  </a:lnTo>
                  <a:lnTo>
                    <a:pt x="520868" y="1657050"/>
                  </a:lnTo>
                  <a:close/>
                  <a:moveTo>
                    <a:pt x="32517" y="1035281"/>
                  </a:moveTo>
                  <a:lnTo>
                    <a:pt x="0" y="1086478"/>
                  </a:lnTo>
                  <a:lnTo>
                    <a:pt x="47896" y="1085522"/>
                  </a:lnTo>
                  <a:close/>
                  <a:moveTo>
                    <a:pt x="293063" y="1376609"/>
                  </a:moveTo>
                  <a:lnTo>
                    <a:pt x="287319" y="1396196"/>
                  </a:lnTo>
                  <a:lnTo>
                    <a:pt x="302441" y="1383943"/>
                  </a:lnTo>
                  <a:close/>
                  <a:moveTo>
                    <a:pt x="303455" y="1321628"/>
                  </a:moveTo>
                  <a:lnTo>
                    <a:pt x="340276" y="1313465"/>
                  </a:lnTo>
                  <a:lnTo>
                    <a:pt x="323093" y="1308313"/>
                  </a:lnTo>
                  <a:close/>
                  <a:moveTo>
                    <a:pt x="303455" y="1321628"/>
                  </a:moveTo>
                  <a:lnTo>
                    <a:pt x="326053" y="1366340"/>
                  </a:lnTo>
                  <a:lnTo>
                    <a:pt x="340276" y="1313465"/>
                  </a:lnTo>
                  <a:close/>
                  <a:moveTo>
                    <a:pt x="293063" y="1376609"/>
                  </a:moveTo>
                  <a:lnTo>
                    <a:pt x="326053" y="1366340"/>
                  </a:lnTo>
                  <a:lnTo>
                    <a:pt x="303455" y="1321628"/>
                  </a:lnTo>
                  <a:close/>
                  <a:moveTo>
                    <a:pt x="302441" y="1383943"/>
                  </a:moveTo>
                  <a:lnTo>
                    <a:pt x="326053" y="1366340"/>
                  </a:lnTo>
                  <a:lnTo>
                    <a:pt x="293063" y="1376609"/>
                  </a:lnTo>
                  <a:close/>
                  <a:moveTo>
                    <a:pt x="376141" y="1322289"/>
                  </a:moveTo>
                  <a:lnTo>
                    <a:pt x="340276" y="1313465"/>
                  </a:lnTo>
                  <a:lnTo>
                    <a:pt x="326053" y="1366340"/>
                  </a:lnTo>
                  <a:close/>
                  <a:moveTo>
                    <a:pt x="323093" y="1308313"/>
                  </a:moveTo>
                  <a:lnTo>
                    <a:pt x="340276" y="1313465"/>
                  </a:lnTo>
                  <a:lnTo>
                    <a:pt x="342905" y="1294448"/>
                  </a:lnTo>
                  <a:close/>
                  <a:moveTo>
                    <a:pt x="363424" y="1256776"/>
                  </a:moveTo>
                  <a:lnTo>
                    <a:pt x="369980" y="1260775"/>
                  </a:lnTo>
                  <a:lnTo>
                    <a:pt x="342905" y="1294448"/>
                  </a:lnTo>
                  <a:close/>
                  <a:moveTo>
                    <a:pt x="156553" y="871926"/>
                  </a:moveTo>
                  <a:lnTo>
                    <a:pt x="158305" y="847832"/>
                  </a:lnTo>
                  <a:lnTo>
                    <a:pt x="162599" y="923462"/>
                  </a:lnTo>
                  <a:close/>
                  <a:moveTo>
                    <a:pt x="509851" y="1157051"/>
                  </a:moveTo>
                  <a:lnTo>
                    <a:pt x="529343" y="1085474"/>
                  </a:lnTo>
                  <a:lnTo>
                    <a:pt x="521808" y="1081421"/>
                  </a:lnTo>
                  <a:close/>
                  <a:moveTo>
                    <a:pt x="509851" y="1157051"/>
                  </a:moveTo>
                  <a:lnTo>
                    <a:pt x="521808" y="1081421"/>
                  </a:lnTo>
                  <a:lnTo>
                    <a:pt x="519433" y="1132957"/>
                  </a:lnTo>
                  <a:close/>
                  <a:moveTo>
                    <a:pt x="480780" y="961488"/>
                  </a:moveTo>
                  <a:lnTo>
                    <a:pt x="469402" y="954254"/>
                  </a:lnTo>
                  <a:lnTo>
                    <a:pt x="472205" y="1023825"/>
                  </a:lnTo>
                  <a:close/>
                  <a:moveTo>
                    <a:pt x="480780" y="961488"/>
                  </a:moveTo>
                  <a:lnTo>
                    <a:pt x="472205" y="1023825"/>
                  </a:lnTo>
                  <a:lnTo>
                    <a:pt x="490016" y="978348"/>
                  </a:lnTo>
                  <a:close/>
                  <a:moveTo>
                    <a:pt x="469402" y="954254"/>
                  </a:moveTo>
                  <a:lnTo>
                    <a:pt x="480780" y="961488"/>
                  </a:lnTo>
                  <a:lnTo>
                    <a:pt x="484725" y="935735"/>
                  </a:lnTo>
                  <a:close/>
                  <a:moveTo>
                    <a:pt x="892336" y="1366547"/>
                  </a:moveTo>
                  <a:lnTo>
                    <a:pt x="906171" y="1408231"/>
                  </a:lnTo>
                  <a:lnTo>
                    <a:pt x="912857" y="1418083"/>
                  </a:lnTo>
                  <a:close/>
                  <a:moveTo>
                    <a:pt x="968171" y="1385624"/>
                  </a:moveTo>
                  <a:lnTo>
                    <a:pt x="906171" y="1408231"/>
                  </a:lnTo>
                  <a:lnTo>
                    <a:pt x="892336" y="1366547"/>
                  </a:lnTo>
                  <a:close/>
                  <a:moveTo>
                    <a:pt x="494892" y="887272"/>
                  </a:moveTo>
                  <a:lnTo>
                    <a:pt x="484725" y="935735"/>
                  </a:lnTo>
                  <a:lnTo>
                    <a:pt x="501307" y="902717"/>
                  </a:lnTo>
                  <a:close/>
                  <a:moveTo>
                    <a:pt x="547318" y="860184"/>
                  </a:moveTo>
                  <a:lnTo>
                    <a:pt x="501307" y="902717"/>
                  </a:lnTo>
                  <a:lnTo>
                    <a:pt x="513403" y="868281"/>
                  </a:lnTo>
                  <a:close/>
                  <a:moveTo>
                    <a:pt x="513403" y="868281"/>
                  </a:moveTo>
                  <a:lnTo>
                    <a:pt x="592325" y="853781"/>
                  </a:lnTo>
                  <a:lnTo>
                    <a:pt x="547318" y="860184"/>
                  </a:lnTo>
                  <a:close/>
                  <a:moveTo>
                    <a:pt x="58487" y="386740"/>
                  </a:moveTo>
                  <a:lnTo>
                    <a:pt x="144689" y="402880"/>
                  </a:lnTo>
                  <a:lnTo>
                    <a:pt x="98251" y="403934"/>
                  </a:lnTo>
                  <a:close/>
                  <a:moveTo>
                    <a:pt x="778605" y="1009139"/>
                  </a:moveTo>
                  <a:lnTo>
                    <a:pt x="788351" y="1060676"/>
                  </a:lnTo>
                  <a:lnTo>
                    <a:pt x="766032" y="1033233"/>
                  </a:lnTo>
                  <a:close/>
                  <a:moveTo>
                    <a:pt x="1246151" y="1456438"/>
                  </a:moveTo>
                  <a:lnTo>
                    <a:pt x="1183861" y="1472968"/>
                  </a:lnTo>
                  <a:lnTo>
                    <a:pt x="1237990" y="1453865"/>
                  </a:lnTo>
                  <a:close/>
                  <a:moveTo>
                    <a:pt x="1237990" y="1453865"/>
                  </a:moveTo>
                  <a:lnTo>
                    <a:pt x="1183861" y="1472968"/>
                  </a:lnTo>
                  <a:lnTo>
                    <a:pt x="1210167" y="1456800"/>
                  </a:lnTo>
                  <a:close/>
                  <a:moveTo>
                    <a:pt x="1246151" y="1456438"/>
                  </a:moveTo>
                  <a:lnTo>
                    <a:pt x="1237990" y="1453865"/>
                  </a:lnTo>
                  <a:lnTo>
                    <a:pt x="1270532" y="1507816"/>
                  </a:lnTo>
                  <a:close/>
                  <a:moveTo>
                    <a:pt x="1299808" y="1482375"/>
                  </a:moveTo>
                  <a:lnTo>
                    <a:pt x="1246151" y="1456438"/>
                  </a:lnTo>
                  <a:lnTo>
                    <a:pt x="1270532" y="1507816"/>
                  </a:lnTo>
                  <a:close/>
                  <a:moveTo>
                    <a:pt x="969223" y="1143982"/>
                  </a:moveTo>
                  <a:lnTo>
                    <a:pt x="942897" y="1156230"/>
                  </a:lnTo>
                  <a:lnTo>
                    <a:pt x="1005473" y="1088119"/>
                  </a:lnTo>
                  <a:close/>
                  <a:moveTo>
                    <a:pt x="801289" y="985045"/>
                  </a:moveTo>
                  <a:lnTo>
                    <a:pt x="778605" y="1009139"/>
                  </a:lnTo>
                  <a:lnTo>
                    <a:pt x="796172" y="957602"/>
                  </a:lnTo>
                  <a:close/>
                  <a:moveTo>
                    <a:pt x="286832" y="315180"/>
                  </a:moveTo>
                  <a:lnTo>
                    <a:pt x="321068" y="325194"/>
                  </a:lnTo>
                  <a:lnTo>
                    <a:pt x="287025" y="315069"/>
                  </a:lnTo>
                  <a:close/>
                  <a:moveTo>
                    <a:pt x="309442" y="359937"/>
                  </a:moveTo>
                  <a:lnTo>
                    <a:pt x="321068" y="325194"/>
                  </a:lnTo>
                  <a:lnTo>
                    <a:pt x="286832" y="315180"/>
                  </a:lnTo>
                  <a:close/>
                  <a:moveTo>
                    <a:pt x="287025" y="315069"/>
                  </a:moveTo>
                  <a:lnTo>
                    <a:pt x="321068" y="325194"/>
                  </a:lnTo>
                  <a:lnTo>
                    <a:pt x="326440" y="288589"/>
                  </a:lnTo>
                  <a:close/>
                  <a:moveTo>
                    <a:pt x="1312793" y="1431034"/>
                  </a:moveTo>
                  <a:lnTo>
                    <a:pt x="1246151" y="1456438"/>
                  </a:lnTo>
                  <a:lnTo>
                    <a:pt x="1299808" y="1482375"/>
                  </a:lnTo>
                  <a:close/>
                  <a:moveTo>
                    <a:pt x="1312793" y="1431034"/>
                  </a:moveTo>
                  <a:lnTo>
                    <a:pt x="1258417" y="1437257"/>
                  </a:lnTo>
                  <a:lnTo>
                    <a:pt x="1246151" y="1456438"/>
                  </a:lnTo>
                  <a:close/>
                  <a:moveTo>
                    <a:pt x="1258417" y="1437257"/>
                  </a:moveTo>
                  <a:lnTo>
                    <a:pt x="1312793" y="1431034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311470" y="1391077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299808" y="1482375"/>
                  </a:lnTo>
                  <a:lnTo>
                    <a:pt x="1316381" y="1448875"/>
                  </a:lnTo>
                  <a:close/>
                  <a:moveTo>
                    <a:pt x="1312793" y="1431034"/>
                  </a:moveTo>
                  <a:lnTo>
                    <a:pt x="1327049" y="1409549"/>
                  </a:lnTo>
                  <a:lnTo>
                    <a:pt x="1311470" y="1391077"/>
                  </a:lnTo>
                  <a:close/>
                  <a:moveTo>
                    <a:pt x="474605" y="493200"/>
                  </a:moveTo>
                  <a:lnTo>
                    <a:pt x="503275" y="465494"/>
                  </a:lnTo>
                  <a:lnTo>
                    <a:pt x="434841" y="519206"/>
                  </a:lnTo>
                  <a:close/>
                  <a:moveTo>
                    <a:pt x="309435" y="264786"/>
                  </a:moveTo>
                  <a:lnTo>
                    <a:pt x="326440" y="288589"/>
                  </a:lnTo>
                  <a:lnTo>
                    <a:pt x="356765" y="267068"/>
                  </a:lnTo>
                  <a:close/>
                  <a:moveTo>
                    <a:pt x="326440" y="288589"/>
                  </a:moveTo>
                  <a:lnTo>
                    <a:pt x="373311" y="289154"/>
                  </a:lnTo>
                  <a:lnTo>
                    <a:pt x="400332" y="255280"/>
                  </a:lnTo>
                  <a:close/>
                  <a:moveTo>
                    <a:pt x="356765" y="267068"/>
                  </a:moveTo>
                  <a:lnTo>
                    <a:pt x="326440" y="288589"/>
                  </a:lnTo>
                  <a:lnTo>
                    <a:pt x="400332" y="255280"/>
                  </a:lnTo>
                  <a:close/>
                  <a:moveTo>
                    <a:pt x="196520" y="152193"/>
                  </a:moveTo>
                  <a:lnTo>
                    <a:pt x="226590" y="160460"/>
                  </a:lnTo>
                  <a:lnTo>
                    <a:pt x="208709" y="152348"/>
                  </a:lnTo>
                  <a:close/>
                  <a:moveTo>
                    <a:pt x="411845" y="226635"/>
                  </a:moveTo>
                  <a:lnTo>
                    <a:pt x="356765" y="267068"/>
                  </a:lnTo>
                  <a:lnTo>
                    <a:pt x="400332" y="255280"/>
                  </a:lnTo>
                  <a:close/>
                  <a:moveTo>
                    <a:pt x="411845" y="226635"/>
                  </a:moveTo>
                  <a:lnTo>
                    <a:pt x="420309" y="195071"/>
                  </a:lnTo>
                  <a:lnTo>
                    <a:pt x="377776" y="210725"/>
                  </a:lnTo>
                  <a:close/>
                  <a:moveTo>
                    <a:pt x="411845" y="226635"/>
                  </a:moveTo>
                  <a:lnTo>
                    <a:pt x="400332" y="255280"/>
                  </a:lnTo>
                  <a:lnTo>
                    <a:pt x="421962" y="239439"/>
                  </a:lnTo>
                  <a:close/>
                  <a:moveTo>
                    <a:pt x="420309" y="195071"/>
                  </a:moveTo>
                  <a:lnTo>
                    <a:pt x="443610" y="176049"/>
                  </a:lnTo>
                  <a:lnTo>
                    <a:pt x="440730" y="163808"/>
                  </a:lnTo>
                  <a:close/>
                  <a:moveTo>
                    <a:pt x="411845" y="226635"/>
                  </a:moveTo>
                  <a:lnTo>
                    <a:pt x="435983" y="213898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3657" y="147469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9754" y="139714"/>
                  </a:lnTo>
                  <a:lnTo>
                    <a:pt x="443657" y="147469"/>
                  </a:lnTo>
                  <a:close/>
                  <a:moveTo>
                    <a:pt x="1124526" y="905459"/>
                  </a:moveTo>
                  <a:lnTo>
                    <a:pt x="1124381" y="945814"/>
                  </a:lnTo>
                  <a:lnTo>
                    <a:pt x="1131039" y="912763"/>
                  </a:lnTo>
                  <a:close/>
                  <a:moveTo>
                    <a:pt x="1100898" y="734060"/>
                  </a:moveTo>
                  <a:lnTo>
                    <a:pt x="1097098" y="708909"/>
                  </a:lnTo>
                  <a:lnTo>
                    <a:pt x="1086788" y="709966"/>
                  </a:lnTo>
                  <a:close/>
                  <a:moveTo>
                    <a:pt x="701989" y="205423"/>
                  </a:moveTo>
                  <a:lnTo>
                    <a:pt x="714221" y="218694"/>
                  </a:lnTo>
                  <a:lnTo>
                    <a:pt x="713621" y="188313"/>
                  </a:lnTo>
                  <a:close/>
                  <a:moveTo>
                    <a:pt x="713621" y="188313"/>
                  </a:moveTo>
                  <a:lnTo>
                    <a:pt x="730847" y="212938"/>
                  </a:lnTo>
                  <a:lnTo>
                    <a:pt x="751789" y="156340"/>
                  </a:lnTo>
                  <a:close/>
                  <a:moveTo>
                    <a:pt x="786613" y="149847"/>
                  </a:moveTo>
                  <a:lnTo>
                    <a:pt x="766087" y="143063"/>
                  </a:lnTo>
                  <a:lnTo>
                    <a:pt x="751789" y="156340"/>
                  </a:lnTo>
                  <a:close/>
                  <a:moveTo>
                    <a:pt x="558273" y="58069"/>
                  </a:moveTo>
                  <a:lnTo>
                    <a:pt x="559659" y="39990"/>
                  </a:lnTo>
                  <a:lnTo>
                    <a:pt x="549497" y="58934"/>
                  </a:lnTo>
                  <a:close/>
                  <a:moveTo>
                    <a:pt x="508052" y="60916"/>
                  </a:moveTo>
                  <a:lnTo>
                    <a:pt x="521011" y="64084"/>
                  </a:lnTo>
                  <a:lnTo>
                    <a:pt x="549497" y="58934"/>
                  </a:lnTo>
                  <a:close/>
                  <a:moveTo>
                    <a:pt x="887238" y="43607"/>
                  </a:moveTo>
                  <a:lnTo>
                    <a:pt x="887947" y="43339"/>
                  </a:lnTo>
                  <a:lnTo>
                    <a:pt x="887453" y="43105"/>
                  </a:lnTo>
                  <a:close/>
                  <a:moveTo>
                    <a:pt x="912142" y="1818"/>
                  </a:moveTo>
                  <a:lnTo>
                    <a:pt x="887453" y="43105"/>
                  </a:lnTo>
                  <a:lnTo>
                    <a:pt x="958375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64" name="Output_density__4263">
              <a:extLst>
                <a:ext uri="{FF2B5EF4-FFF2-40B4-BE49-F238E27FC236}">
                  <a16:creationId xmlns:a16="http://schemas.microsoft.com/office/drawing/2014/main" id="{D307BEC2-7F51-B0A2-289D-905EBF45F5D8}"/>
                </a:ext>
              </a:extLst>
            </p:cNvPr>
            <p:cNvSpPr>
              <a:spLocks noGrp="1"/>
            </p:cNvSpPr>
            <p:nvPr/>
          </p:nvSpPr>
          <p:spPr>
            <a:xfrm>
              <a:off x="15302039" y="2347406"/>
              <a:ext cx="1352821" cy="1986502"/>
            </a:xfrm>
            <a:custGeom>
              <a:avLst/>
              <a:gdLst/>
              <a:ahLst/>
              <a:cxnLst/>
              <a:rect l="0" t="0" r="0" b="0"/>
              <a:pathLst>
                <a:path w="1352821" h="1986502">
                  <a:moveTo>
                    <a:pt x="456475" y="1910872"/>
                  </a:moveTo>
                  <a:lnTo>
                    <a:pt x="473073" y="1986502"/>
                  </a:lnTo>
                  <a:lnTo>
                    <a:pt x="505941" y="1962409"/>
                  </a:lnTo>
                  <a:close/>
                  <a:moveTo>
                    <a:pt x="524599" y="1895014"/>
                  </a:moveTo>
                  <a:lnTo>
                    <a:pt x="551458" y="1955658"/>
                  </a:lnTo>
                  <a:lnTo>
                    <a:pt x="578354" y="1921320"/>
                  </a:lnTo>
                  <a:close/>
                  <a:moveTo>
                    <a:pt x="493258" y="1784982"/>
                  </a:moveTo>
                  <a:lnTo>
                    <a:pt x="481986" y="1756262"/>
                  </a:lnTo>
                  <a:lnTo>
                    <a:pt x="471008" y="1740328"/>
                  </a:lnTo>
                  <a:close/>
                  <a:moveTo>
                    <a:pt x="7181" y="1240896"/>
                  </a:moveTo>
                  <a:lnTo>
                    <a:pt x="29066" y="1292433"/>
                  </a:lnTo>
                  <a:lnTo>
                    <a:pt x="67271" y="1233203"/>
                  </a:lnTo>
                  <a:close/>
                  <a:moveTo>
                    <a:pt x="0" y="1229944"/>
                  </a:moveTo>
                  <a:lnTo>
                    <a:pt x="7181" y="1240896"/>
                  </a:lnTo>
                  <a:lnTo>
                    <a:pt x="67271" y="1233203"/>
                  </a:lnTo>
                  <a:close/>
                  <a:moveTo>
                    <a:pt x="569328" y="1823863"/>
                  </a:moveTo>
                  <a:lnTo>
                    <a:pt x="577947" y="1879598"/>
                  </a:lnTo>
                  <a:lnTo>
                    <a:pt x="604546" y="1833213"/>
                  </a:lnTo>
                  <a:close/>
                  <a:moveTo>
                    <a:pt x="569328" y="1823863"/>
                  </a:moveTo>
                  <a:lnTo>
                    <a:pt x="598930" y="1775035"/>
                  </a:lnTo>
                  <a:lnTo>
                    <a:pt x="561434" y="1767537"/>
                  </a:lnTo>
                  <a:close/>
                  <a:moveTo>
                    <a:pt x="125958" y="1203507"/>
                  </a:moveTo>
                  <a:lnTo>
                    <a:pt x="67271" y="1233203"/>
                  </a:lnTo>
                  <a:lnTo>
                    <a:pt x="119019" y="1252003"/>
                  </a:lnTo>
                  <a:close/>
                  <a:moveTo>
                    <a:pt x="33728" y="1038098"/>
                  </a:moveTo>
                  <a:lnTo>
                    <a:pt x="62371" y="1091734"/>
                  </a:lnTo>
                  <a:lnTo>
                    <a:pt x="63362" y="1083689"/>
                  </a:lnTo>
                  <a:close/>
                  <a:moveTo>
                    <a:pt x="665434" y="1683980"/>
                  </a:moveTo>
                  <a:lnTo>
                    <a:pt x="663878" y="1756827"/>
                  </a:lnTo>
                  <a:lnTo>
                    <a:pt x="692724" y="1729779"/>
                  </a:lnTo>
                  <a:close/>
                  <a:moveTo>
                    <a:pt x="200854" y="1113494"/>
                  </a:moveTo>
                  <a:lnTo>
                    <a:pt x="177409" y="1074174"/>
                  </a:lnTo>
                  <a:lnTo>
                    <a:pt x="203104" y="1117078"/>
                  </a:lnTo>
                  <a:close/>
                  <a:moveTo>
                    <a:pt x="166059" y="1065541"/>
                  </a:moveTo>
                  <a:lnTo>
                    <a:pt x="177409" y="1074174"/>
                  </a:lnTo>
                  <a:lnTo>
                    <a:pt x="200854" y="1113494"/>
                  </a:lnTo>
                  <a:close/>
                  <a:moveTo>
                    <a:pt x="712957" y="1659887"/>
                  </a:moveTo>
                  <a:lnTo>
                    <a:pt x="729304" y="1682266"/>
                  </a:lnTo>
                  <a:lnTo>
                    <a:pt x="736888" y="1711423"/>
                  </a:lnTo>
                  <a:close/>
                  <a:moveTo>
                    <a:pt x="722595" y="1683980"/>
                  </a:moveTo>
                  <a:lnTo>
                    <a:pt x="707603" y="1661926"/>
                  </a:lnTo>
                  <a:lnTo>
                    <a:pt x="692724" y="1729779"/>
                  </a:lnTo>
                  <a:close/>
                  <a:moveTo>
                    <a:pt x="235690" y="1220151"/>
                  </a:moveTo>
                  <a:lnTo>
                    <a:pt x="261145" y="1144520"/>
                  </a:lnTo>
                  <a:lnTo>
                    <a:pt x="228477" y="1168614"/>
                  </a:lnTo>
                  <a:close/>
                  <a:moveTo>
                    <a:pt x="231256" y="1092261"/>
                  </a:moveTo>
                  <a:lnTo>
                    <a:pt x="178793" y="1070790"/>
                  </a:lnTo>
                  <a:lnTo>
                    <a:pt x="200854" y="1113494"/>
                  </a:lnTo>
                  <a:close/>
                  <a:moveTo>
                    <a:pt x="241068" y="997661"/>
                  </a:moveTo>
                  <a:lnTo>
                    <a:pt x="234615" y="989911"/>
                  </a:lnTo>
                  <a:lnTo>
                    <a:pt x="240661" y="1041447"/>
                  </a:lnTo>
                  <a:close/>
                  <a:moveTo>
                    <a:pt x="829295" y="1687329"/>
                  </a:moveTo>
                  <a:lnTo>
                    <a:pt x="813993" y="1698927"/>
                  </a:lnTo>
                  <a:lnTo>
                    <a:pt x="770666" y="1648639"/>
                  </a:lnTo>
                  <a:close/>
                  <a:moveTo>
                    <a:pt x="839024" y="1635792"/>
                  </a:moveTo>
                  <a:lnTo>
                    <a:pt x="857443" y="1654056"/>
                  </a:lnTo>
                  <a:lnTo>
                    <a:pt x="853582" y="1687329"/>
                  </a:lnTo>
                  <a:close/>
                  <a:moveTo>
                    <a:pt x="234615" y="989911"/>
                  </a:moveTo>
                  <a:lnTo>
                    <a:pt x="192862" y="948714"/>
                  </a:lnTo>
                  <a:lnTo>
                    <a:pt x="236368" y="965817"/>
                  </a:lnTo>
                  <a:close/>
                  <a:moveTo>
                    <a:pt x="553560" y="1154120"/>
                  </a:moveTo>
                  <a:lnTo>
                    <a:pt x="599870" y="1199406"/>
                  </a:lnTo>
                  <a:lnTo>
                    <a:pt x="544705" y="1153709"/>
                  </a:lnTo>
                  <a:close/>
                  <a:moveTo>
                    <a:pt x="544705" y="1153709"/>
                  </a:moveTo>
                  <a:lnTo>
                    <a:pt x="599870" y="1199406"/>
                  </a:lnTo>
                  <a:lnTo>
                    <a:pt x="607406" y="1203459"/>
                  </a:lnTo>
                  <a:close/>
                  <a:moveTo>
                    <a:pt x="1083359" y="1647079"/>
                  </a:moveTo>
                  <a:lnTo>
                    <a:pt x="1044125" y="1640994"/>
                  </a:lnTo>
                  <a:lnTo>
                    <a:pt x="1105264" y="1684534"/>
                  </a:lnTo>
                  <a:close/>
                  <a:moveTo>
                    <a:pt x="1006228" y="1546317"/>
                  </a:moveTo>
                  <a:lnTo>
                    <a:pt x="990919" y="1536068"/>
                  </a:lnTo>
                  <a:lnTo>
                    <a:pt x="999110" y="1587605"/>
                  </a:lnTo>
                  <a:close/>
                  <a:moveTo>
                    <a:pt x="505851" y="1150419"/>
                  </a:moveTo>
                  <a:lnTo>
                    <a:pt x="581190" y="1186790"/>
                  </a:lnTo>
                  <a:lnTo>
                    <a:pt x="553560" y="1154120"/>
                  </a:lnTo>
                  <a:close/>
                  <a:moveTo>
                    <a:pt x="461975" y="993259"/>
                  </a:moveTo>
                  <a:lnTo>
                    <a:pt x="423945" y="1018865"/>
                  </a:lnTo>
                  <a:lnTo>
                    <a:pt x="445288" y="970340"/>
                  </a:lnTo>
                  <a:close/>
                  <a:moveTo>
                    <a:pt x="984234" y="1526216"/>
                  </a:moveTo>
                  <a:lnTo>
                    <a:pt x="999110" y="1587605"/>
                  </a:lnTo>
                  <a:lnTo>
                    <a:pt x="990919" y="1536068"/>
                  </a:lnTo>
                  <a:close/>
                  <a:moveTo>
                    <a:pt x="1089049" y="1516967"/>
                  </a:moveTo>
                  <a:lnTo>
                    <a:pt x="1097887" y="1522053"/>
                  </a:lnTo>
                  <a:lnTo>
                    <a:pt x="1077601" y="1511974"/>
                  </a:lnTo>
                  <a:close/>
                  <a:moveTo>
                    <a:pt x="1097887" y="1522053"/>
                  </a:moveTo>
                  <a:lnTo>
                    <a:pt x="1089049" y="1516967"/>
                  </a:lnTo>
                  <a:lnTo>
                    <a:pt x="1138302" y="1563511"/>
                  </a:lnTo>
                  <a:close/>
                  <a:moveTo>
                    <a:pt x="990418" y="1469599"/>
                  </a:moveTo>
                  <a:lnTo>
                    <a:pt x="975372" y="1460437"/>
                  </a:lnTo>
                  <a:lnTo>
                    <a:pt x="984234" y="1526216"/>
                  </a:lnTo>
                  <a:close/>
                  <a:moveTo>
                    <a:pt x="990418" y="1469599"/>
                  </a:moveTo>
                  <a:lnTo>
                    <a:pt x="984234" y="1526216"/>
                  </a:lnTo>
                  <a:lnTo>
                    <a:pt x="1046234" y="1503609"/>
                  </a:lnTo>
                  <a:close/>
                  <a:moveTo>
                    <a:pt x="887638" y="1432995"/>
                  </a:moveTo>
                  <a:lnTo>
                    <a:pt x="921699" y="1476330"/>
                  </a:lnTo>
                  <a:lnTo>
                    <a:pt x="905410" y="1461345"/>
                  </a:lnTo>
                  <a:close/>
                  <a:moveTo>
                    <a:pt x="918069" y="1432995"/>
                  </a:moveTo>
                  <a:lnTo>
                    <a:pt x="905410" y="1461345"/>
                  </a:lnTo>
                  <a:lnTo>
                    <a:pt x="975372" y="1460437"/>
                  </a:lnTo>
                  <a:close/>
                  <a:moveTo>
                    <a:pt x="557645" y="954960"/>
                  </a:moveTo>
                  <a:lnTo>
                    <a:pt x="533622" y="944676"/>
                  </a:lnTo>
                  <a:lnTo>
                    <a:pt x="502064" y="899422"/>
                  </a:lnTo>
                  <a:close/>
                  <a:moveTo>
                    <a:pt x="440183" y="849005"/>
                  </a:moveTo>
                  <a:lnTo>
                    <a:pt x="502064" y="899422"/>
                  </a:lnTo>
                  <a:lnTo>
                    <a:pt x="461923" y="866093"/>
                  </a:lnTo>
                  <a:close/>
                  <a:moveTo>
                    <a:pt x="461923" y="866093"/>
                  </a:moveTo>
                  <a:lnTo>
                    <a:pt x="502064" y="899422"/>
                  </a:lnTo>
                  <a:lnTo>
                    <a:pt x="467138" y="870780"/>
                  </a:lnTo>
                  <a:close/>
                  <a:moveTo>
                    <a:pt x="328931" y="650497"/>
                  </a:moveTo>
                  <a:lnTo>
                    <a:pt x="352857" y="657954"/>
                  </a:lnTo>
                  <a:lnTo>
                    <a:pt x="367316" y="711483"/>
                  </a:lnTo>
                  <a:close/>
                  <a:moveTo>
                    <a:pt x="317515" y="597035"/>
                  </a:moveTo>
                  <a:lnTo>
                    <a:pt x="321897" y="542201"/>
                  </a:lnTo>
                  <a:lnTo>
                    <a:pt x="278389" y="554208"/>
                  </a:lnTo>
                  <a:close/>
                  <a:moveTo>
                    <a:pt x="222751" y="520865"/>
                  </a:moveTo>
                  <a:lnTo>
                    <a:pt x="183690" y="504383"/>
                  </a:lnTo>
                  <a:lnTo>
                    <a:pt x="236952" y="532779"/>
                  </a:lnTo>
                  <a:close/>
                  <a:moveTo>
                    <a:pt x="188062" y="505336"/>
                  </a:moveTo>
                  <a:lnTo>
                    <a:pt x="194948" y="551813"/>
                  </a:lnTo>
                  <a:lnTo>
                    <a:pt x="236952" y="532779"/>
                  </a:lnTo>
                  <a:close/>
                  <a:moveTo>
                    <a:pt x="1077601" y="1511974"/>
                  </a:moveTo>
                  <a:lnTo>
                    <a:pt x="1097887" y="1522053"/>
                  </a:lnTo>
                  <a:lnTo>
                    <a:pt x="1104667" y="1504270"/>
                  </a:lnTo>
                  <a:close/>
                  <a:moveTo>
                    <a:pt x="1077601" y="1511974"/>
                  </a:moveTo>
                  <a:lnTo>
                    <a:pt x="1104667" y="1504270"/>
                  </a:lnTo>
                  <a:lnTo>
                    <a:pt x="1046234" y="1503609"/>
                  </a:lnTo>
                  <a:close/>
                  <a:moveTo>
                    <a:pt x="1046234" y="1503609"/>
                  </a:moveTo>
                  <a:lnTo>
                    <a:pt x="1104667" y="1504270"/>
                  </a:lnTo>
                  <a:lnTo>
                    <a:pt x="1121706" y="1476211"/>
                  </a:lnTo>
                  <a:close/>
                  <a:moveTo>
                    <a:pt x="990418" y="1469599"/>
                  </a:moveTo>
                  <a:lnTo>
                    <a:pt x="1046234" y="1503609"/>
                  </a:lnTo>
                  <a:lnTo>
                    <a:pt x="1074369" y="1473904"/>
                  </a:lnTo>
                  <a:close/>
                  <a:moveTo>
                    <a:pt x="236952" y="532779"/>
                  </a:moveTo>
                  <a:lnTo>
                    <a:pt x="278389" y="554208"/>
                  </a:lnTo>
                  <a:lnTo>
                    <a:pt x="288498" y="519900"/>
                  </a:lnTo>
                  <a:close/>
                  <a:moveTo>
                    <a:pt x="236952" y="532779"/>
                  </a:moveTo>
                  <a:lnTo>
                    <a:pt x="288498" y="519900"/>
                  </a:lnTo>
                  <a:lnTo>
                    <a:pt x="222751" y="520865"/>
                  </a:lnTo>
                  <a:close/>
                  <a:moveTo>
                    <a:pt x="943665" y="1230197"/>
                  </a:moveTo>
                  <a:lnTo>
                    <a:pt x="935018" y="1252514"/>
                  </a:lnTo>
                  <a:lnTo>
                    <a:pt x="967836" y="1250267"/>
                  </a:lnTo>
                  <a:close/>
                  <a:moveTo>
                    <a:pt x="1205548" y="1440329"/>
                  </a:moveTo>
                  <a:lnTo>
                    <a:pt x="1218204" y="1463787"/>
                  </a:lnTo>
                  <a:lnTo>
                    <a:pt x="1195107" y="1441065"/>
                  </a:lnTo>
                  <a:close/>
                  <a:moveTo>
                    <a:pt x="1195107" y="1441065"/>
                  </a:moveTo>
                  <a:lnTo>
                    <a:pt x="1175725" y="1484484"/>
                  </a:lnTo>
                  <a:lnTo>
                    <a:pt x="1205548" y="1440329"/>
                  </a:lnTo>
                  <a:close/>
                  <a:moveTo>
                    <a:pt x="1011980" y="1315430"/>
                  </a:moveTo>
                  <a:lnTo>
                    <a:pt x="1037349" y="1335490"/>
                  </a:lnTo>
                  <a:lnTo>
                    <a:pt x="1029228" y="1333271"/>
                  </a:lnTo>
                  <a:close/>
                  <a:moveTo>
                    <a:pt x="1131009" y="1384807"/>
                  </a:moveTo>
                  <a:lnTo>
                    <a:pt x="1093686" y="1333271"/>
                  </a:lnTo>
                  <a:lnTo>
                    <a:pt x="1122423" y="1343990"/>
                  </a:lnTo>
                  <a:close/>
                  <a:moveTo>
                    <a:pt x="1122423" y="1343990"/>
                  </a:moveTo>
                  <a:lnTo>
                    <a:pt x="1142610" y="1309177"/>
                  </a:lnTo>
                  <a:lnTo>
                    <a:pt x="1152979" y="1314747"/>
                  </a:lnTo>
                  <a:close/>
                  <a:moveTo>
                    <a:pt x="1084616" y="1269600"/>
                  </a:moveTo>
                  <a:lnTo>
                    <a:pt x="1103676" y="1273897"/>
                  </a:lnTo>
                  <a:lnTo>
                    <a:pt x="1047285" y="1261967"/>
                  </a:lnTo>
                  <a:close/>
                  <a:moveTo>
                    <a:pt x="1152979" y="1314747"/>
                  </a:moveTo>
                  <a:lnTo>
                    <a:pt x="1142610" y="1309177"/>
                  </a:lnTo>
                  <a:lnTo>
                    <a:pt x="1103676" y="1273897"/>
                  </a:lnTo>
                  <a:close/>
                  <a:moveTo>
                    <a:pt x="1084616" y="1269600"/>
                  </a:moveTo>
                  <a:lnTo>
                    <a:pt x="1047285" y="1261967"/>
                  </a:lnTo>
                  <a:lnTo>
                    <a:pt x="1083535" y="1206104"/>
                  </a:lnTo>
                  <a:close/>
                  <a:moveTo>
                    <a:pt x="274583" y="270178"/>
                  </a:moveTo>
                  <a:lnTo>
                    <a:pt x="221100" y="244895"/>
                  </a:lnTo>
                  <a:lnTo>
                    <a:pt x="240058" y="275996"/>
                  </a:lnTo>
                  <a:close/>
                  <a:moveTo>
                    <a:pt x="1049222" y="1134907"/>
                  </a:moveTo>
                  <a:lnTo>
                    <a:pt x="1083535" y="1206104"/>
                  </a:lnTo>
                  <a:lnTo>
                    <a:pt x="1069502" y="1154567"/>
                  </a:lnTo>
                  <a:close/>
                  <a:moveTo>
                    <a:pt x="861977" y="1047701"/>
                  </a:moveTo>
                  <a:lnTo>
                    <a:pt x="866779" y="1051493"/>
                  </a:lnTo>
                  <a:lnTo>
                    <a:pt x="903311" y="989336"/>
                  </a:lnTo>
                  <a:close/>
                  <a:moveTo>
                    <a:pt x="952001" y="987735"/>
                  </a:moveTo>
                  <a:lnTo>
                    <a:pt x="897982" y="1028876"/>
                  </a:lnTo>
                  <a:lnTo>
                    <a:pt x="946046" y="1033899"/>
                  </a:lnTo>
                  <a:close/>
                  <a:moveTo>
                    <a:pt x="952001" y="987735"/>
                  </a:moveTo>
                  <a:lnTo>
                    <a:pt x="903311" y="989336"/>
                  </a:lnTo>
                  <a:lnTo>
                    <a:pt x="897982" y="1028876"/>
                  </a:lnTo>
                  <a:close/>
                  <a:moveTo>
                    <a:pt x="1291709" y="1277926"/>
                  </a:moveTo>
                  <a:lnTo>
                    <a:pt x="1263871" y="1262577"/>
                  </a:lnTo>
                  <a:lnTo>
                    <a:pt x="1320502" y="1290745"/>
                  </a:lnTo>
                  <a:close/>
                  <a:moveTo>
                    <a:pt x="1014144" y="912453"/>
                  </a:moveTo>
                  <a:lnTo>
                    <a:pt x="966811" y="912952"/>
                  </a:lnTo>
                  <a:lnTo>
                    <a:pt x="960622" y="953496"/>
                  </a:lnTo>
                  <a:close/>
                  <a:moveTo>
                    <a:pt x="1014144" y="912453"/>
                  </a:moveTo>
                  <a:lnTo>
                    <a:pt x="1023036" y="877276"/>
                  </a:lnTo>
                  <a:lnTo>
                    <a:pt x="972652" y="863575"/>
                  </a:lnTo>
                  <a:close/>
                  <a:moveTo>
                    <a:pt x="1330210" y="1309369"/>
                  </a:moveTo>
                  <a:lnTo>
                    <a:pt x="1352821" y="1364062"/>
                  </a:lnTo>
                  <a:lnTo>
                    <a:pt x="1336230" y="1312525"/>
                  </a:lnTo>
                  <a:close/>
                  <a:moveTo>
                    <a:pt x="1330210" y="1309369"/>
                  </a:moveTo>
                  <a:lnTo>
                    <a:pt x="1346279" y="1359048"/>
                  </a:lnTo>
                  <a:lnTo>
                    <a:pt x="1352821" y="1364062"/>
                  </a:lnTo>
                  <a:close/>
                  <a:moveTo>
                    <a:pt x="1330210" y="1309369"/>
                  </a:moveTo>
                  <a:lnTo>
                    <a:pt x="1336230" y="1312525"/>
                  </a:lnTo>
                  <a:lnTo>
                    <a:pt x="1320502" y="1290745"/>
                  </a:lnTo>
                  <a:close/>
                  <a:moveTo>
                    <a:pt x="1142931" y="976190"/>
                  </a:moveTo>
                  <a:lnTo>
                    <a:pt x="1178046" y="972580"/>
                  </a:lnTo>
                  <a:lnTo>
                    <a:pt x="1183738" y="979212"/>
                  </a:lnTo>
                  <a:close/>
                  <a:moveTo>
                    <a:pt x="1182342" y="977161"/>
                  </a:moveTo>
                  <a:lnTo>
                    <a:pt x="1183738" y="979212"/>
                  </a:lnTo>
                  <a:lnTo>
                    <a:pt x="1178046" y="972580"/>
                  </a:lnTo>
                  <a:close/>
                  <a:moveTo>
                    <a:pt x="1008059" y="666428"/>
                  </a:moveTo>
                  <a:lnTo>
                    <a:pt x="998121" y="699269"/>
                  </a:lnTo>
                  <a:lnTo>
                    <a:pt x="1042217" y="701402"/>
                  </a:lnTo>
                  <a:close/>
                  <a:moveTo>
                    <a:pt x="1005854" y="645898"/>
                  </a:moveTo>
                  <a:lnTo>
                    <a:pt x="1008059" y="666428"/>
                  </a:lnTo>
                  <a:lnTo>
                    <a:pt x="961262" y="603749"/>
                  </a:lnTo>
                  <a:close/>
                  <a:moveTo>
                    <a:pt x="1113938" y="743819"/>
                  </a:moveTo>
                  <a:lnTo>
                    <a:pt x="1163635" y="783801"/>
                  </a:lnTo>
                  <a:lnTo>
                    <a:pt x="1136193" y="748971"/>
                  </a:lnTo>
                  <a:close/>
                  <a:moveTo>
                    <a:pt x="1170223" y="798785"/>
                  </a:moveTo>
                  <a:lnTo>
                    <a:pt x="1163635" y="783801"/>
                  </a:lnTo>
                  <a:lnTo>
                    <a:pt x="1113938" y="743819"/>
                  </a:lnTo>
                  <a:close/>
                  <a:moveTo>
                    <a:pt x="1139760" y="785568"/>
                  </a:moveTo>
                  <a:lnTo>
                    <a:pt x="1170223" y="798785"/>
                  </a:lnTo>
                  <a:lnTo>
                    <a:pt x="1113938" y="743819"/>
                  </a:lnTo>
                  <a:close/>
                  <a:moveTo>
                    <a:pt x="995694" y="638499"/>
                  </a:moveTo>
                  <a:lnTo>
                    <a:pt x="997778" y="687718"/>
                  </a:lnTo>
                  <a:lnTo>
                    <a:pt x="1005854" y="645898"/>
                  </a:lnTo>
                  <a:close/>
                  <a:moveTo>
                    <a:pt x="862491" y="388215"/>
                  </a:moveTo>
                  <a:lnTo>
                    <a:pt x="836612" y="378151"/>
                  </a:lnTo>
                  <a:lnTo>
                    <a:pt x="872332" y="393375"/>
                  </a:lnTo>
                  <a:close/>
                  <a:moveTo>
                    <a:pt x="798496" y="371156"/>
                  </a:moveTo>
                  <a:lnTo>
                    <a:pt x="836612" y="378151"/>
                  </a:lnTo>
                  <a:lnTo>
                    <a:pt x="780052" y="323408"/>
                  </a:lnTo>
                  <a:close/>
                  <a:moveTo>
                    <a:pt x="836612" y="378151"/>
                  </a:moveTo>
                  <a:lnTo>
                    <a:pt x="862491" y="388215"/>
                  </a:lnTo>
                  <a:lnTo>
                    <a:pt x="813569" y="348343"/>
                  </a:lnTo>
                  <a:close/>
                  <a:moveTo>
                    <a:pt x="757685" y="90621"/>
                  </a:moveTo>
                  <a:lnTo>
                    <a:pt x="726295" y="61819"/>
                  </a:lnTo>
                  <a:lnTo>
                    <a:pt x="752417" y="82345"/>
                  </a:lnTo>
                  <a:close/>
                  <a:moveTo>
                    <a:pt x="875586" y="34157"/>
                  </a:moveTo>
                  <a:lnTo>
                    <a:pt x="838696" y="0"/>
                  </a:lnTo>
                  <a:lnTo>
                    <a:pt x="837999" y="671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5" name="Output_density__4264">
              <a:extLst>
                <a:ext uri="{FF2B5EF4-FFF2-40B4-BE49-F238E27FC236}">
                  <a16:creationId xmlns:a16="http://schemas.microsoft.com/office/drawing/2014/main" id="{638F8E45-A36D-F106-E4C2-694108C08AFA}"/>
                </a:ext>
              </a:extLst>
            </p:cNvPr>
            <p:cNvSpPr>
              <a:spLocks noGrp="1"/>
            </p:cNvSpPr>
            <p:nvPr/>
          </p:nvSpPr>
          <p:spPr>
            <a:xfrm>
              <a:off x="15354842" y="2429867"/>
              <a:ext cx="1368226" cy="1873197"/>
            </a:xfrm>
            <a:custGeom>
              <a:avLst/>
              <a:gdLst/>
              <a:ahLst/>
              <a:cxnLst/>
              <a:rect l="0" t="0" r="0" b="0"/>
              <a:pathLst>
                <a:path w="1368226" h="1873197">
                  <a:moveTo>
                    <a:pt x="512484" y="1828411"/>
                  </a:moveTo>
                  <a:lnTo>
                    <a:pt x="525551" y="1838859"/>
                  </a:lnTo>
                  <a:lnTo>
                    <a:pt x="498655" y="1873197"/>
                  </a:lnTo>
                  <a:close/>
                  <a:moveTo>
                    <a:pt x="237879" y="1462004"/>
                  </a:moveTo>
                  <a:lnTo>
                    <a:pt x="279742" y="1443850"/>
                  </a:lnTo>
                  <a:lnTo>
                    <a:pt x="312579" y="1431720"/>
                  </a:lnTo>
                  <a:close/>
                  <a:moveTo>
                    <a:pt x="279980" y="1443561"/>
                  </a:moveTo>
                  <a:lnTo>
                    <a:pt x="312579" y="1431720"/>
                  </a:lnTo>
                  <a:lnTo>
                    <a:pt x="279742" y="1443850"/>
                  </a:lnTo>
                  <a:close/>
                  <a:moveTo>
                    <a:pt x="279980" y="1443561"/>
                  </a:moveTo>
                  <a:lnTo>
                    <a:pt x="327701" y="1419467"/>
                  </a:lnTo>
                  <a:lnTo>
                    <a:pt x="312579" y="1431720"/>
                  </a:lnTo>
                  <a:close/>
                  <a:moveTo>
                    <a:pt x="327701" y="1419467"/>
                  </a:moveTo>
                  <a:lnTo>
                    <a:pt x="279980" y="1443561"/>
                  </a:lnTo>
                  <a:lnTo>
                    <a:pt x="351313" y="1401864"/>
                  </a:lnTo>
                  <a:close/>
                  <a:moveTo>
                    <a:pt x="14468" y="1150742"/>
                  </a:moveTo>
                  <a:lnTo>
                    <a:pt x="25260" y="1122002"/>
                  </a:lnTo>
                  <a:lnTo>
                    <a:pt x="0" y="1185878"/>
                  </a:lnTo>
                  <a:close/>
                  <a:moveTo>
                    <a:pt x="348353" y="1343837"/>
                  </a:moveTo>
                  <a:lnTo>
                    <a:pt x="368165" y="1329972"/>
                  </a:lnTo>
                  <a:lnTo>
                    <a:pt x="395240" y="1296299"/>
                  </a:lnTo>
                  <a:close/>
                  <a:moveTo>
                    <a:pt x="736746" y="1676313"/>
                  </a:moveTo>
                  <a:lnTo>
                    <a:pt x="730638" y="1676914"/>
                  </a:lnTo>
                  <a:lnTo>
                    <a:pt x="761685" y="1628962"/>
                  </a:lnTo>
                  <a:close/>
                  <a:moveTo>
                    <a:pt x="505240" y="1223319"/>
                  </a:moveTo>
                  <a:lnTo>
                    <a:pt x="462407" y="1237848"/>
                  </a:lnTo>
                  <a:lnTo>
                    <a:pt x="470408" y="1227988"/>
                  </a:lnTo>
                  <a:close/>
                  <a:moveTo>
                    <a:pt x="535111" y="1192575"/>
                  </a:moveTo>
                  <a:lnTo>
                    <a:pt x="532991" y="1192175"/>
                  </a:lnTo>
                  <a:lnTo>
                    <a:pt x="505240" y="1223319"/>
                  </a:lnTo>
                  <a:close/>
                  <a:moveTo>
                    <a:pt x="535111" y="1192575"/>
                  </a:moveTo>
                  <a:lnTo>
                    <a:pt x="544693" y="1168481"/>
                  </a:lnTo>
                  <a:lnTo>
                    <a:pt x="532991" y="1192175"/>
                  </a:lnTo>
                  <a:close/>
                  <a:moveTo>
                    <a:pt x="515276" y="1013872"/>
                  </a:moveTo>
                  <a:lnTo>
                    <a:pt x="509985" y="971259"/>
                  </a:lnTo>
                  <a:lnTo>
                    <a:pt x="506040" y="997012"/>
                  </a:lnTo>
                  <a:close/>
                  <a:moveTo>
                    <a:pt x="526567" y="938241"/>
                  </a:moveTo>
                  <a:lnTo>
                    <a:pt x="509985" y="971259"/>
                  </a:lnTo>
                  <a:lnTo>
                    <a:pt x="515276" y="1013872"/>
                  </a:lnTo>
                  <a:close/>
                  <a:moveTo>
                    <a:pt x="1112395" y="1516578"/>
                  </a:moveTo>
                  <a:lnTo>
                    <a:pt x="1128000" y="1481050"/>
                  </a:lnTo>
                  <a:lnTo>
                    <a:pt x="1132710" y="1519551"/>
                  </a:lnTo>
                  <a:close/>
                  <a:moveTo>
                    <a:pt x="459888" y="557350"/>
                  </a:moveTo>
                  <a:lnTo>
                    <a:pt x="441627" y="620558"/>
                  </a:lnTo>
                  <a:lnTo>
                    <a:pt x="461064" y="580834"/>
                  </a:lnTo>
                  <a:close/>
                  <a:moveTo>
                    <a:pt x="460101" y="554730"/>
                  </a:moveTo>
                  <a:lnTo>
                    <a:pt x="461064" y="580834"/>
                  </a:lnTo>
                  <a:lnTo>
                    <a:pt x="471023" y="555787"/>
                  </a:lnTo>
                  <a:close/>
                  <a:moveTo>
                    <a:pt x="460101" y="554730"/>
                  </a:moveTo>
                  <a:lnTo>
                    <a:pt x="471023" y="555787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28535" y="501018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40913" y="481109"/>
                  </a:lnTo>
                  <a:lnTo>
                    <a:pt x="528535" y="501018"/>
                  </a:lnTo>
                  <a:close/>
                  <a:moveTo>
                    <a:pt x="1368226" y="1409460"/>
                  </a:moveTo>
                  <a:lnTo>
                    <a:pt x="1297637" y="1455116"/>
                  </a:lnTo>
                  <a:lnTo>
                    <a:pt x="1336730" y="1426601"/>
                  </a:lnTo>
                  <a:close/>
                  <a:moveTo>
                    <a:pt x="1338238" y="1408768"/>
                  </a:moveTo>
                  <a:lnTo>
                    <a:pt x="1368226" y="1409460"/>
                  </a:lnTo>
                  <a:lnTo>
                    <a:pt x="1336730" y="1426601"/>
                  </a:lnTo>
                  <a:close/>
                  <a:moveTo>
                    <a:pt x="536764" y="429573"/>
                  </a:moveTo>
                  <a:lnTo>
                    <a:pt x="538549" y="468639"/>
                  </a:lnTo>
                  <a:lnTo>
                    <a:pt x="540913" y="481109"/>
                  </a:lnTo>
                  <a:close/>
                  <a:moveTo>
                    <a:pt x="594638" y="438587"/>
                  </a:moveTo>
                  <a:lnTo>
                    <a:pt x="538549" y="468639"/>
                  </a:lnTo>
                  <a:lnTo>
                    <a:pt x="536764" y="429573"/>
                  </a:lnTo>
                  <a:close/>
                  <a:moveTo>
                    <a:pt x="1138015" y="972381"/>
                  </a:moveTo>
                  <a:lnTo>
                    <a:pt x="1156299" y="948287"/>
                  </a:lnTo>
                  <a:lnTo>
                    <a:pt x="1149641" y="981338"/>
                  </a:lnTo>
                  <a:close/>
                  <a:moveTo>
                    <a:pt x="475014" y="175238"/>
                  </a:moveTo>
                  <a:lnTo>
                    <a:pt x="465990" y="199332"/>
                  </a:lnTo>
                  <a:lnTo>
                    <a:pt x="502188" y="132710"/>
                  </a:lnTo>
                  <a:close/>
                  <a:moveTo>
                    <a:pt x="465990" y="199332"/>
                  </a:moveTo>
                  <a:lnTo>
                    <a:pt x="475078" y="166250"/>
                  </a:lnTo>
                  <a:lnTo>
                    <a:pt x="502188" y="132710"/>
                  </a:lnTo>
                  <a:close/>
                  <a:moveTo>
                    <a:pt x="502188" y="132710"/>
                  </a:moveTo>
                  <a:lnTo>
                    <a:pt x="525307" y="140930"/>
                  </a:lnTo>
                  <a:lnTo>
                    <a:pt x="514850" y="123702"/>
                  </a:lnTo>
                  <a:close/>
                  <a:moveTo>
                    <a:pt x="806334" y="436256"/>
                  </a:moveTo>
                  <a:lnTo>
                    <a:pt x="817438" y="437994"/>
                  </a:lnTo>
                  <a:lnTo>
                    <a:pt x="847418" y="415184"/>
                  </a:lnTo>
                  <a:close/>
                  <a:moveTo>
                    <a:pt x="824516" y="432921"/>
                  </a:moveTo>
                  <a:lnTo>
                    <a:pt x="852877" y="408828"/>
                  </a:lnTo>
                  <a:lnTo>
                    <a:pt x="847418" y="415184"/>
                  </a:lnTo>
                  <a:close/>
                  <a:moveTo>
                    <a:pt x="514850" y="123702"/>
                  </a:moveTo>
                  <a:lnTo>
                    <a:pt x="530637" y="104177"/>
                  </a:lnTo>
                  <a:lnTo>
                    <a:pt x="502188" y="132710"/>
                  </a:lnTo>
                  <a:close/>
                  <a:moveTo>
                    <a:pt x="514850" y="123702"/>
                  </a:moveTo>
                  <a:lnTo>
                    <a:pt x="546271" y="99608"/>
                  </a:lnTo>
                  <a:lnTo>
                    <a:pt x="530637" y="104177"/>
                  </a:lnTo>
                  <a:close/>
                  <a:moveTo>
                    <a:pt x="546271" y="99608"/>
                  </a:moveTo>
                  <a:lnTo>
                    <a:pt x="514850" y="123702"/>
                  </a:lnTo>
                  <a:lnTo>
                    <a:pt x="574757" y="94458"/>
                  </a:lnTo>
                  <a:close/>
                  <a:moveTo>
                    <a:pt x="514850" y="123702"/>
                  </a:moveTo>
                  <a:lnTo>
                    <a:pt x="541216" y="103954"/>
                  </a:lnTo>
                  <a:lnTo>
                    <a:pt x="574757" y="94458"/>
                  </a:lnTo>
                  <a:close/>
                  <a:moveTo>
                    <a:pt x="574757" y="94458"/>
                  </a:moveTo>
                  <a:lnTo>
                    <a:pt x="541216" y="103954"/>
                  </a:lnTo>
                  <a:lnTo>
                    <a:pt x="620313" y="90108"/>
                  </a:lnTo>
                  <a:close/>
                  <a:moveTo>
                    <a:pt x="574757" y="94458"/>
                  </a:moveTo>
                  <a:lnTo>
                    <a:pt x="620313" y="90108"/>
                  </a:lnTo>
                  <a:lnTo>
                    <a:pt x="583533" y="93593"/>
                  </a:lnTo>
                  <a:close/>
                  <a:moveTo>
                    <a:pt x="738881" y="223837"/>
                  </a:moveTo>
                  <a:lnTo>
                    <a:pt x="777049" y="191864"/>
                  </a:lnTo>
                  <a:lnTo>
                    <a:pt x="808617" y="174990"/>
                  </a:lnTo>
                  <a:close/>
                  <a:moveTo>
                    <a:pt x="791346" y="178587"/>
                  </a:moveTo>
                  <a:lnTo>
                    <a:pt x="808617" y="174990"/>
                  </a:lnTo>
                  <a:lnTo>
                    <a:pt x="777049" y="191864"/>
                  </a:lnTo>
                  <a:close/>
                  <a:moveTo>
                    <a:pt x="791346" y="178587"/>
                  </a:moveTo>
                  <a:lnTo>
                    <a:pt x="820647" y="154493"/>
                  </a:lnTo>
                  <a:lnTo>
                    <a:pt x="808617" y="174990"/>
                  </a:lnTo>
                  <a:close/>
                  <a:moveTo>
                    <a:pt x="820647" y="154493"/>
                  </a:moveTo>
                  <a:lnTo>
                    <a:pt x="791346" y="178587"/>
                  </a:lnTo>
                  <a:lnTo>
                    <a:pt x="841122" y="121848"/>
                  </a:lnTo>
                  <a:close/>
                  <a:moveTo>
                    <a:pt x="820647" y="154493"/>
                  </a:moveTo>
                  <a:lnTo>
                    <a:pt x="841122" y="121848"/>
                  </a:lnTo>
                  <a:lnTo>
                    <a:pt x="872874" y="105661"/>
                  </a:lnTo>
                  <a:close/>
                  <a:moveTo>
                    <a:pt x="872874" y="105661"/>
                  </a:moveTo>
                  <a:lnTo>
                    <a:pt x="841122" y="121848"/>
                  </a:lnTo>
                  <a:lnTo>
                    <a:pt x="912498" y="79131"/>
                  </a:lnTo>
                  <a:close/>
                  <a:moveTo>
                    <a:pt x="912498" y="79131"/>
                  </a:moveTo>
                  <a:lnTo>
                    <a:pt x="912713" y="78629"/>
                  </a:lnTo>
                  <a:lnTo>
                    <a:pt x="906009" y="94648"/>
                  </a:lnTo>
                  <a:close/>
                  <a:moveTo>
                    <a:pt x="931522" y="27326"/>
                  </a:moveTo>
                  <a:lnTo>
                    <a:pt x="912713" y="78629"/>
                  </a:lnTo>
                  <a:lnTo>
                    <a:pt x="913207" y="78863"/>
                  </a:lnTo>
                  <a:close/>
                  <a:moveTo>
                    <a:pt x="983635" y="35524"/>
                  </a:moveTo>
                  <a:lnTo>
                    <a:pt x="912713" y="78629"/>
                  </a:lnTo>
                  <a:lnTo>
                    <a:pt x="931522" y="27326"/>
                  </a:lnTo>
                  <a:close/>
                  <a:moveTo>
                    <a:pt x="917731" y="54769"/>
                  </a:moveTo>
                  <a:lnTo>
                    <a:pt x="912713" y="78629"/>
                  </a:lnTo>
                  <a:lnTo>
                    <a:pt x="937402" y="37342"/>
                  </a:lnTo>
                  <a:close/>
                  <a:moveTo>
                    <a:pt x="983635" y="35524"/>
                  </a:moveTo>
                  <a:lnTo>
                    <a:pt x="978510" y="377"/>
                  </a:lnTo>
                  <a:lnTo>
                    <a:pt x="963495" y="0"/>
                  </a:lnTo>
                  <a:close/>
                  <a:moveTo>
                    <a:pt x="937402" y="37342"/>
                  </a:moveTo>
                  <a:lnTo>
                    <a:pt x="983635" y="35524"/>
                  </a:lnTo>
                  <a:lnTo>
                    <a:pt x="963495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66" name="Output_density__4265">
              <a:extLst>
                <a:ext uri="{FF2B5EF4-FFF2-40B4-BE49-F238E27FC236}">
                  <a16:creationId xmlns:a16="http://schemas.microsoft.com/office/drawing/2014/main" id="{00566D5F-D30C-52E0-0096-FBC65FBDCEF7}"/>
                </a:ext>
              </a:extLst>
            </p:cNvPr>
            <p:cNvSpPr>
              <a:spLocks noGrp="1"/>
            </p:cNvSpPr>
            <p:nvPr/>
          </p:nvSpPr>
          <p:spPr>
            <a:xfrm>
              <a:off x="15413208" y="2347406"/>
              <a:ext cx="1289590" cy="1963001"/>
            </a:xfrm>
            <a:custGeom>
              <a:avLst/>
              <a:gdLst/>
              <a:ahLst/>
              <a:cxnLst/>
              <a:rect l="0" t="0" r="0" b="0"/>
              <a:pathLst>
                <a:path w="1289590" h="1963001">
                  <a:moveTo>
                    <a:pt x="394772" y="1962409"/>
                  </a:moveTo>
                  <a:lnTo>
                    <a:pt x="395533" y="1963001"/>
                  </a:lnTo>
                  <a:lnTo>
                    <a:pt x="395951" y="1961940"/>
                  </a:lnTo>
                  <a:close/>
                  <a:moveTo>
                    <a:pt x="395951" y="1961940"/>
                  </a:moveTo>
                  <a:lnTo>
                    <a:pt x="395533" y="1963001"/>
                  </a:lnTo>
                  <a:lnTo>
                    <a:pt x="401425" y="1962409"/>
                  </a:lnTo>
                  <a:close/>
                  <a:moveTo>
                    <a:pt x="37887" y="1526022"/>
                  </a:moveTo>
                  <a:lnTo>
                    <a:pt x="0" y="1491262"/>
                  </a:lnTo>
                  <a:lnTo>
                    <a:pt x="28625" y="1498579"/>
                  </a:lnTo>
                  <a:close/>
                  <a:moveTo>
                    <a:pt x="37887" y="1526022"/>
                  </a:moveTo>
                  <a:lnTo>
                    <a:pt x="28625" y="1498579"/>
                  </a:lnTo>
                  <a:lnTo>
                    <a:pt x="9064" y="1550116"/>
                  </a:lnTo>
                  <a:close/>
                  <a:moveTo>
                    <a:pt x="210304" y="1496978"/>
                  </a:moveTo>
                  <a:lnTo>
                    <a:pt x="160454" y="1512986"/>
                  </a:lnTo>
                  <a:lnTo>
                    <a:pt x="206261" y="1509576"/>
                  </a:lnTo>
                  <a:close/>
                  <a:moveTo>
                    <a:pt x="210304" y="1496978"/>
                  </a:moveTo>
                  <a:lnTo>
                    <a:pt x="165530" y="1495396"/>
                  </a:lnTo>
                  <a:lnTo>
                    <a:pt x="160454" y="1512986"/>
                  </a:lnTo>
                  <a:close/>
                  <a:moveTo>
                    <a:pt x="224935" y="1444497"/>
                  </a:moveTo>
                  <a:lnTo>
                    <a:pt x="193845" y="1426298"/>
                  </a:lnTo>
                  <a:lnTo>
                    <a:pt x="210304" y="1496978"/>
                  </a:lnTo>
                  <a:close/>
                  <a:moveTo>
                    <a:pt x="131917" y="1334495"/>
                  </a:moveTo>
                  <a:lnTo>
                    <a:pt x="156407" y="1362957"/>
                  </a:lnTo>
                  <a:lnTo>
                    <a:pt x="111367" y="1347318"/>
                  </a:lnTo>
                  <a:close/>
                  <a:moveTo>
                    <a:pt x="156364" y="1377362"/>
                  </a:moveTo>
                  <a:lnTo>
                    <a:pt x="120509" y="1363641"/>
                  </a:lnTo>
                  <a:lnTo>
                    <a:pt x="111367" y="1347318"/>
                  </a:lnTo>
                  <a:close/>
                  <a:moveTo>
                    <a:pt x="147466" y="1374761"/>
                  </a:moveTo>
                  <a:lnTo>
                    <a:pt x="156364" y="1377362"/>
                  </a:lnTo>
                  <a:lnTo>
                    <a:pt x="111367" y="1347318"/>
                  </a:lnTo>
                  <a:close/>
                  <a:moveTo>
                    <a:pt x="163498" y="1374761"/>
                  </a:moveTo>
                  <a:lnTo>
                    <a:pt x="131917" y="1334495"/>
                  </a:lnTo>
                  <a:lnTo>
                    <a:pt x="130593" y="1347318"/>
                  </a:lnTo>
                  <a:close/>
                  <a:moveTo>
                    <a:pt x="130593" y="1347318"/>
                  </a:moveTo>
                  <a:lnTo>
                    <a:pt x="120509" y="1363641"/>
                  </a:lnTo>
                  <a:lnTo>
                    <a:pt x="163498" y="1374761"/>
                  </a:lnTo>
                  <a:close/>
                  <a:moveTo>
                    <a:pt x="153319" y="1216511"/>
                  </a:moveTo>
                  <a:lnTo>
                    <a:pt x="132748" y="1208333"/>
                  </a:lnTo>
                  <a:lnTo>
                    <a:pt x="201342" y="1247594"/>
                  </a:lnTo>
                  <a:close/>
                  <a:moveTo>
                    <a:pt x="201342" y="1247594"/>
                  </a:moveTo>
                  <a:lnTo>
                    <a:pt x="132748" y="1208333"/>
                  </a:lnTo>
                  <a:lnTo>
                    <a:pt x="124520" y="1220151"/>
                  </a:lnTo>
                  <a:close/>
                  <a:moveTo>
                    <a:pt x="678380" y="1758774"/>
                  </a:moveTo>
                  <a:lnTo>
                    <a:pt x="731777" y="1790402"/>
                  </a:lnTo>
                  <a:lnTo>
                    <a:pt x="713458" y="1778462"/>
                  </a:lnTo>
                  <a:close/>
                  <a:moveTo>
                    <a:pt x="233509" y="1071852"/>
                  </a:moveTo>
                  <a:lnTo>
                    <a:pt x="204339" y="1068890"/>
                  </a:lnTo>
                  <a:lnTo>
                    <a:pt x="203053" y="1063673"/>
                  </a:lnTo>
                  <a:close/>
                  <a:moveTo>
                    <a:pt x="891690" y="1762046"/>
                  </a:moveTo>
                  <a:lnTo>
                    <a:pt x="878797" y="1742214"/>
                  </a:lnTo>
                  <a:lnTo>
                    <a:pt x="881215" y="1746748"/>
                  </a:lnTo>
                  <a:close/>
                  <a:moveTo>
                    <a:pt x="271380" y="983363"/>
                  </a:moveTo>
                  <a:lnTo>
                    <a:pt x="312776" y="1018865"/>
                  </a:lnTo>
                  <a:lnTo>
                    <a:pt x="316486" y="1020702"/>
                  </a:lnTo>
                  <a:close/>
                  <a:moveTo>
                    <a:pt x="316486" y="1020702"/>
                  </a:moveTo>
                  <a:lnTo>
                    <a:pt x="297375" y="1001061"/>
                  </a:lnTo>
                  <a:lnTo>
                    <a:pt x="271380" y="983363"/>
                  </a:lnTo>
                  <a:close/>
                  <a:moveTo>
                    <a:pt x="767794" y="1473092"/>
                  </a:moveTo>
                  <a:lnTo>
                    <a:pt x="810530" y="1476330"/>
                  </a:lnTo>
                  <a:lnTo>
                    <a:pt x="776468" y="1432995"/>
                  </a:lnTo>
                  <a:close/>
                  <a:moveTo>
                    <a:pt x="771875" y="1417501"/>
                  </a:moveTo>
                  <a:lnTo>
                    <a:pt x="767794" y="1473092"/>
                  </a:lnTo>
                  <a:lnTo>
                    <a:pt x="776468" y="1432995"/>
                  </a:lnTo>
                  <a:close/>
                  <a:moveTo>
                    <a:pt x="823366" y="1435338"/>
                  </a:moveTo>
                  <a:lnTo>
                    <a:pt x="771875" y="1417501"/>
                  </a:lnTo>
                  <a:lnTo>
                    <a:pt x="776468" y="1432995"/>
                  </a:lnTo>
                  <a:close/>
                  <a:moveTo>
                    <a:pt x="681467" y="1317063"/>
                  </a:moveTo>
                  <a:lnTo>
                    <a:pt x="721984" y="1365866"/>
                  </a:lnTo>
                  <a:lnTo>
                    <a:pt x="722530" y="1357364"/>
                  </a:lnTo>
                  <a:close/>
                  <a:moveTo>
                    <a:pt x="722530" y="1357364"/>
                  </a:moveTo>
                  <a:lnTo>
                    <a:pt x="706807" y="1348900"/>
                  </a:lnTo>
                  <a:lnTo>
                    <a:pt x="681467" y="1317063"/>
                  </a:lnTo>
                  <a:close/>
                  <a:moveTo>
                    <a:pt x="427169" y="1002083"/>
                  </a:moveTo>
                  <a:lnTo>
                    <a:pt x="461785" y="1005257"/>
                  </a:lnTo>
                  <a:lnTo>
                    <a:pt x="429666" y="996608"/>
                  </a:lnTo>
                  <a:close/>
                  <a:moveTo>
                    <a:pt x="427169" y="1002083"/>
                  </a:moveTo>
                  <a:lnTo>
                    <a:pt x="421115" y="996608"/>
                  </a:lnTo>
                  <a:lnTo>
                    <a:pt x="428411" y="1057150"/>
                  </a:lnTo>
                  <a:close/>
                  <a:moveTo>
                    <a:pt x="337409" y="967665"/>
                  </a:moveTo>
                  <a:lnTo>
                    <a:pt x="305623" y="955524"/>
                  </a:lnTo>
                  <a:lnTo>
                    <a:pt x="373499" y="1001068"/>
                  </a:lnTo>
                  <a:close/>
                  <a:moveTo>
                    <a:pt x="358026" y="918249"/>
                  </a:moveTo>
                  <a:lnTo>
                    <a:pt x="313336" y="893535"/>
                  </a:lnTo>
                  <a:lnTo>
                    <a:pt x="337409" y="967665"/>
                  </a:lnTo>
                  <a:close/>
                  <a:moveTo>
                    <a:pt x="337409" y="967665"/>
                  </a:moveTo>
                  <a:lnTo>
                    <a:pt x="313336" y="893535"/>
                  </a:lnTo>
                  <a:lnTo>
                    <a:pt x="303073" y="894854"/>
                  </a:lnTo>
                  <a:close/>
                  <a:moveTo>
                    <a:pt x="390895" y="899422"/>
                  </a:moveTo>
                  <a:lnTo>
                    <a:pt x="358026" y="918249"/>
                  </a:lnTo>
                  <a:lnTo>
                    <a:pt x="337409" y="967665"/>
                  </a:lnTo>
                  <a:close/>
                  <a:moveTo>
                    <a:pt x="390895" y="899422"/>
                  </a:moveTo>
                  <a:lnTo>
                    <a:pt x="337409" y="967665"/>
                  </a:lnTo>
                  <a:lnTo>
                    <a:pt x="411787" y="945179"/>
                  </a:lnTo>
                  <a:close/>
                  <a:moveTo>
                    <a:pt x="682344" y="1305828"/>
                  </a:moveTo>
                  <a:lnTo>
                    <a:pt x="642456" y="1254291"/>
                  </a:lnTo>
                  <a:lnTo>
                    <a:pt x="658638" y="1272880"/>
                  </a:lnTo>
                  <a:close/>
                  <a:moveTo>
                    <a:pt x="869149" y="1436344"/>
                  </a:moveTo>
                  <a:lnTo>
                    <a:pt x="879249" y="1469599"/>
                  </a:lnTo>
                  <a:lnTo>
                    <a:pt x="912393" y="1458622"/>
                  </a:lnTo>
                  <a:close/>
                  <a:moveTo>
                    <a:pt x="869149" y="1436344"/>
                  </a:moveTo>
                  <a:lnTo>
                    <a:pt x="864202" y="1460437"/>
                  </a:lnTo>
                  <a:lnTo>
                    <a:pt x="879249" y="1469599"/>
                  </a:lnTo>
                  <a:close/>
                  <a:moveTo>
                    <a:pt x="864202" y="1460437"/>
                  </a:moveTo>
                  <a:lnTo>
                    <a:pt x="869149" y="1436344"/>
                  </a:lnTo>
                  <a:lnTo>
                    <a:pt x="823366" y="1435338"/>
                  </a:lnTo>
                  <a:close/>
                  <a:moveTo>
                    <a:pt x="869149" y="1436344"/>
                  </a:moveTo>
                  <a:lnTo>
                    <a:pt x="858273" y="1430953"/>
                  </a:lnTo>
                  <a:lnTo>
                    <a:pt x="823366" y="1435338"/>
                  </a:lnTo>
                  <a:close/>
                  <a:moveTo>
                    <a:pt x="912393" y="1458622"/>
                  </a:moveTo>
                  <a:lnTo>
                    <a:pt x="879249" y="1469599"/>
                  </a:lnTo>
                  <a:lnTo>
                    <a:pt x="963200" y="1473904"/>
                  </a:lnTo>
                  <a:close/>
                  <a:moveTo>
                    <a:pt x="771875" y="1417501"/>
                  </a:moveTo>
                  <a:lnTo>
                    <a:pt x="823366" y="1435338"/>
                  </a:lnTo>
                  <a:lnTo>
                    <a:pt x="858273" y="1430953"/>
                  </a:lnTo>
                  <a:close/>
                  <a:moveTo>
                    <a:pt x="734729" y="1318392"/>
                  </a:moveTo>
                  <a:lnTo>
                    <a:pt x="722530" y="1357364"/>
                  </a:lnTo>
                  <a:lnTo>
                    <a:pt x="758293" y="1292587"/>
                  </a:lnTo>
                  <a:close/>
                  <a:moveTo>
                    <a:pt x="758293" y="1292587"/>
                  </a:moveTo>
                  <a:lnTo>
                    <a:pt x="722530" y="1357364"/>
                  </a:lnTo>
                  <a:lnTo>
                    <a:pt x="773142" y="1343258"/>
                  </a:lnTo>
                  <a:close/>
                  <a:moveTo>
                    <a:pt x="716964" y="1281734"/>
                  </a:moveTo>
                  <a:lnTo>
                    <a:pt x="682344" y="1305828"/>
                  </a:lnTo>
                  <a:lnTo>
                    <a:pt x="706807" y="1348900"/>
                  </a:lnTo>
                  <a:close/>
                  <a:moveTo>
                    <a:pt x="537309" y="929626"/>
                  </a:moveTo>
                  <a:lnTo>
                    <a:pt x="535415" y="983380"/>
                  </a:lnTo>
                  <a:lnTo>
                    <a:pt x="535923" y="972514"/>
                  </a:lnTo>
                  <a:close/>
                  <a:moveTo>
                    <a:pt x="178108" y="669514"/>
                  </a:moveTo>
                  <a:lnTo>
                    <a:pt x="195257" y="659036"/>
                  </a:lnTo>
                  <a:lnTo>
                    <a:pt x="142830" y="637694"/>
                  </a:lnTo>
                  <a:close/>
                  <a:moveTo>
                    <a:pt x="606619" y="1075587"/>
                  </a:moveTo>
                  <a:lnTo>
                    <a:pt x="606110" y="1089373"/>
                  </a:lnTo>
                  <a:lnTo>
                    <a:pt x="628078" y="1094322"/>
                  </a:lnTo>
                  <a:close/>
                  <a:moveTo>
                    <a:pt x="617449" y="1054580"/>
                  </a:moveTo>
                  <a:lnTo>
                    <a:pt x="606110" y="1089373"/>
                  </a:lnTo>
                  <a:lnTo>
                    <a:pt x="606619" y="1075587"/>
                  </a:lnTo>
                  <a:close/>
                  <a:moveTo>
                    <a:pt x="1057197" y="1590953"/>
                  </a:moveTo>
                  <a:lnTo>
                    <a:pt x="1092202" y="1606865"/>
                  </a:lnTo>
                  <a:lnTo>
                    <a:pt x="1080689" y="1603598"/>
                  </a:lnTo>
                  <a:close/>
                  <a:moveTo>
                    <a:pt x="1028120" y="1413380"/>
                  </a:moveTo>
                  <a:lnTo>
                    <a:pt x="963200" y="1473904"/>
                  </a:lnTo>
                  <a:lnTo>
                    <a:pt x="1010537" y="1476211"/>
                  </a:lnTo>
                  <a:close/>
                  <a:moveTo>
                    <a:pt x="844078" y="1260828"/>
                  </a:moveTo>
                  <a:lnTo>
                    <a:pt x="849567" y="1263503"/>
                  </a:lnTo>
                  <a:lnTo>
                    <a:pt x="838595" y="1257640"/>
                  </a:lnTo>
                  <a:close/>
                  <a:moveTo>
                    <a:pt x="768182" y="1103030"/>
                  </a:moveTo>
                  <a:lnTo>
                    <a:pt x="772589" y="1150369"/>
                  </a:lnTo>
                  <a:lnTo>
                    <a:pt x="755245" y="1178660"/>
                  </a:lnTo>
                  <a:close/>
                  <a:moveTo>
                    <a:pt x="628078" y="1094322"/>
                  </a:moveTo>
                  <a:lnTo>
                    <a:pt x="703094" y="1065217"/>
                  </a:lnTo>
                  <a:lnTo>
                    <a:pt x="662386" y="1087694"/>
                  </a:lnTo>
                  <a:close/>
                  <a:moveTo>
                    <a:pt x="628078" y="1094322"/>
                  </a:moveTo>
                  <a:lnTo>
                    <a:pt x="592594" y="1062379"/>
                  </a:lnTo>
                  <a:lnTo>
                    <a:pt x="606619" y="1075587"/>
                  </a:lnTo>
                  <a:close/>
                  <a:moveTo>
                    <a:pt x="362934" y="695943"/>
                  </a:moveTo>
                  <a:lnTo>
                    <a:pt x="383260" y="703019"/>
                  </a:lnTo>
                  <a:lnTo>
                    <a:pt x="358539" y="650365"/>
                  </a:lnTo>
                  <a:close/>
                  <a:moveTo>
                    <a:pt x="392442" y="639201"/>
                  </a:moveTo>
                  <a:lnTo>
                    <a:pt x="401521" y="639811"/>
                  </a:lnTo>
                  <a:lnTo>
                    <a:pt x="401735" y="637191"/>
                  </a:lnTo>
                  <a:close/>
                  <a:moveTo>
                    <a:pt x="152639" y="439248"/>
                  </a:moveTo>
                  <a:lnTo>
                    <a:pt x="201714" y="437333"/>
                  </a:lnTo>
                  <a:lnTo>
                    <a:pt x="155801" y="416394"/>
                  </a:lnTo>
                  <a:close/>
                  <a:moveTo>
                    <a:pt x="201714" y="437333"/>
                  </a:moveTo>
                  <a:lnTo>
                    <a:pt x="206559" y="431491"/>
                  </a:lnTo>
                  <a:lnTo>
                    <a:pt x="155801" y="416394"/>
                  </a:lnTo>
                  <a:close/>
                  <a:moveTo>
                    <a:pt x="1197174" y="1554862"/>
                  </a:moveTo>
                  <a:lnTo>
                    <a:pt x="1177542" y="1542765"/>
                  </a:lnTo>
                  <a:lnTo>
                    <a:pt x="1128477" y="1607594"/>
                  </a:lnTo>
                  <a:close/>
                  <a:moveTo>
                    <a:pt x="849567" y="1263503"/>
                  </a:moveTo>
                  <a:lnTo>
                    <a:pt x="907086" y="1303881"/>
                  </a:lnTo>
                  <a:lnTo>
                    <a:pt x="934014" y="1269657"/>
                  </a:lnTo>
                  <a:close/>
                  <a:moveTo>
                    <a:pt x="886419" y="1138901"/>
                  </a:moveTo>
                  <a:lnTo>
                    <a:pt x="947586" y="1182009"/>
                  </a:lnTo>
                  <a:lnTo>
                    <a:pt x="952109" y="1186222"/>
                  </a:lnTo>
                  <a:close/>
                  <a:moveTo>
                    <a:pt x="766867" y="1097389"/>
                  </a:moveTo>
                  <a:lnTo>
                    <a:pt x="703094" y="1065217"/>
                  </a:lnTo>
                  <a:lnTo>
                    <a:pt x="748315" y="1103030"/>
                  </a:lnTo>
                  <a:close/>
                  <a:moveTo>
                    <a:pt x="705055" y="1046915"/>
                  </a:moveTo>
                  <a:lnTo>
                    <a:pt x="703094" y="1065217"/>
                  </a:lnTo>
                  <a:lnTo>
                    <a:pt x="766867" y="1097389"/>
                  </a:lnTo>
                  <a:close/>
                  <a:moveTo>
                    <a:pt x="750808" y="1047701"/>
                  </a:moveTo>
                  <a:lnTo>
                    <a:pt x="705055" y="1046915"/>
                  </a:lnTo>
                  <a:lnTo>
                    <a:pt x="766867" y="1097389"/>
                  </a:lnTo>
                  <a:close/>
                  <a:moveTo>
                    <a:pt x="766867" y="1097389"/>
                  </a:moveTo>
                  <a:lnTo>
                    <a:pt x="772589" y="1150369"/>
                  </a:lnTo>
                  <a:lnTo>
                    <a:pt x="768182" y="1103030"/>
                  </a:lnTo>
                  <a:close/>
                  <a:moveTo>
                    <a:pt x="750808" y="1047701"/>
                  </a:moveTo>
                  <a:lnTo>
                    <a:pt x="768182" y="1103030"/>
                  </a:lnTo>
                  <a:lnTo>
                    <a:pt x="755610" y="1051493"/>
                  </a:lnTo>
                  <a:close/>
                  <a:moveTo>
                    <a:pt x="750808" y="1047701"/>
                  </a:moveTo>
                  <a:lnTo>
                    <a:pt x="766867" y="1097389"/>
                  </a:lnTo>
                  <a:lnTo>
                    <a:pt x="768182" y="1103030"/>
                  </a:lnTo>
                  <a:close/>
                  <a:moveTo>
                    <a:pt x="705055" y="1046915"/>
                  </a:moveTo>
                  <a:lnTo>
                    <a:pt x="750808" y="1047701"/>
                  </a:lnTo>
                  <a:lnTo>
                    <a:pt x="759261" y="978086"/>
                  </a:lnTo>
                  <a:close/>
                  <a:moveTo>
                    <a:pt x="759261" y="978086"/>
                  </a:moveTo>
                  <a:lnTo>
                    <a:pt x="750808" y="1047701"/>
                  </a:lnTo>
                  <a:lnTo>
                    <a:pt x="792142" y="989336"/>
                  </a:lnTo>
                  <a:close/>
                  <a:moveTo>
                    <a:pt x="650946" y="990180"/>
                  </a:moveTo>
                  <a:lnTo>
                    <a:pt x="680530" y="941368"/>
                  </a:lnTo>
                  <a:lnTo>
                    <a:pt x="640558" y="935882"/>
                  </a:lnTo>
                  <a:close/>
                  <a:moveTo>
                    <a:pt x="358064" y="637159"/>
                  </a:moveTo>
                  <a:lnTo>
                    <a:pt x="401735" y="637191"/>
                  </a:lnTo>
                  <a:lnTo>
                    <a:pt x="372676" y="568323"/>
                  </a:lnTo>
                  <a:close/>
                  <a:moveTo>
                    <a:pt x="335821" y="529757"/>
                  </a:moveTo>
                  <a:lnTo>
                    <a:pt x="339183" y="587664"/>
                  </a:lnTo>
                  <a:lnTo>
                    <a:pt x="314842" y="571573"/>
                  </a:lnTo>
                  <a:close/>
                  <a:moveTo>
                    <a:pt x="1197174" y="1554862"/>
                  </a:moveTo>
                  <a:lnTo>
                    <a:pt x="1207923" y="1542765"/>
                  </a:lnTo>
                  <a:lnTo>
                    <a:pt x="1201587" y="1536547"/>
                  </a:lnTo>
                  <a:close/>
                  <a:moveTo>
                    <a:pt x="1239271" y="1537577"/>
                  </a:moveTo>
                  <a:lnTo>
                    <a:pt x="1201587" y="1536547"/>
                  </a:lnTo>
                  <a:lnTo>
                    <a:pt x="1207923" y="1542765"/>
                  </a:lnTo>
                  <a:close/>
                  <a:moveTo>
                    <a:pt x="1258371" y="1518671"/>
                  </a:moveTo>
                  <a:lnTo>
                    <a:pt x="1210106" y="1467135"/>
                  </a:lnTo>
                  <a:lnTo>
                    <a:pt x="1239271" y="1537577"/>
                  </a:lnTo>
                  <a:close/>
                  <a:moveTo>
                    <a:pt x="905968" y="1123009"/>
                  </a:moveTo>
                  <a:lnTo>
                    <a:pt x="901404" y="1147733"/>
                  </a:lnTo>
                  <a:lnTo>
                    <a:pt x="937806" y="1157916"/>
                  </a:lnTo>
                  <a:close/>
                  <a:moveTo>
                    <a:pt x="1258951" y="1402408"/>
                  </a:moveTo>
                  <a:lnTo>
                    <a:pt x="1289590" y="1415482"/>
                  </a:lnTo>
                  <a:lnTo>
                    <a:pt x="1235110" y="1359048"/>
                  </a:lnTo>
                  <a:close/>
                  <a:moveTo>
                    <a:pt x="786417" y="721529"/>
                  </a:moveTo>
                  <a:lnTo>
                    <a:pt x="802722" y="792507"/>
                  </a:lnTo>
                  <a:lnTo>
                    <a:pt x="816000" y="733300"/>
                  </a:lnTo>
                  <a:close/>
                  <a:moveTo>
                    <a:pt x="886952" y="699269"/>
                  </a:moveTo>
                  <a:lnTo>
                    <a:pt x="854761" y="773065"/>
                  </a:lnTo>
                  <a:lnTo>
                    <a:pt x="889533" y="759913"/>
                  </a:lnTo>
                  <a:close/>
                  <a:moveTo>
                    <a:pt x="1053681" y="827951"/>
                  </a:moveTo>
                  <a:lnTo>
                    <a:pt x="1063992" y="826894"/>
                  </a:lnTo>
                  <a:lnTo>
                    <a:pt x="1028591" y="785568"/>
                  </a:lnTo>
                  <a:close/>
                  <a:moveTo>
                    <a:pt x="1028591" y="785568"/>
                  </a:moveTo>
                  <a:lnTo>
                    <a:pt x="1053601" y="827823"/>
                  </a:lnTo>
                  <a:lnTo>
                    <a:pt x="1053681" y="827951"/>
                  </a:lnTo>
                  <a:close/>
                  <a:moveTo>
                    <a:pt x="898496" y="673341"/>
                  </a:moveTo>
                  <a:lnTo>
                    <a:pt x="886609" y="687718"/>
                  </a:lnTo>
                  <a:lnTo>
                    <a:pt x="839245" y="637328"/>
                  </a:lnTo>
                  <a:close/>
                  <a:moveTo>
                    <a:pt x="639595" y="371979"/>
                  </a:moveTo>
                  <a:lnTo>
                    <a:pt x="687327" y="371156"/>
                  </a:lnTo>
                  <a:lnTo>
                    <a:pt x="668882" y="323408"/>
                  </a:lnTo>
                  <a:close/>
                  <a:moveTo>
                    <a:pt x="639595" y="371979"/>
                  </a:moveTo>
                  <a:lnTo>
                    <a:pt x="668882" y="323408"/>
                  </a:lnTo>
                  <a:lnTo>
                    <a:pt x="625962" y="320319"/>
                  </a:lnTo>
                  <a:close/>
                  <a:moveTo>
                    <a:pt x="580022" y="279925"/>
                  </a:moveTo>
                  <a:lnTo>
                    <a:pt x="625962" y="320319"/>
                  </a:lnTo>
                  <a:lnTo>
                    <a:pt x="629880" y="291662"/>
                  </a:lnTo>
                  <a:close/>
                  <a:moveTo>
                    <a:pt x="625962" y="320319"/>
                  </a:moveTo>
                  <a:lnTo>
                    <a:pt x="668882" y="323408"/>
                  </a:lnTo>
                  <a:lnTo>
                    <a:pt x="629880" y="291662"/>
                  </a:lnTo>
                  <a:close/>
                  <a:moveTo>
                    <a:pt x="474945" y="178901"/>
                  </a:moveTo>
                  <a:lnTo>
                    <a:pt x="431961" y="175864"/>
                  </a:lnTo>
                  <a:lnTo>
                    <a:pt x="432291" y="211838"/>
                  </a:lnTo>
                  <a:close/>
                  <a:moveTo>
                    <a:pt x="516391" y="176919"/>
                  </a:moveTo>
                  <a:lnTo>
                    <a:pt x="526552" y="157975"/>
                  </a:lnTo>
                  <a:lnTo>
                    <a:pt x="490246" y="118944"/>
                  </a:lnTo>
                  <a:close/>
                  <a:moveTo>
                    <a:pt x="552922" y="178605"/>
                  </a:moveTo>
                  <a:lnTo>
                    <a:pt x="581563" y="209511"/>
                  </a:lnTo>
                  <a:lnTo>
                    <a:pt x="576355" y="197182"/>
                  </a:lnTo>
                  <a:close/>
                  <a:moveTo>
                    <a:pt x="526552" y="157975"/>
                  </a:moveTo>
                  <a:lnTo>
                    <a:pt x="552922" y="178605"/>
                  </a:lnTo>
                  <a:lnTo>
                    <a:pt x="559048" y="185418"/>
                  </a:lnTo>
                  <a:close/>
                  <a:moveTo>
                    <a:pt x="705798" y="161324"/>
                  </a:moveTo>
                  <a:lnTo>
                    <a:pt x="669965" y="133881"/>
                  </a:lnTo>
                  <a:lnTo>
                    <a:pt x="668382" y="109787"/>
                  </a:lnTo>
                  <a:close/>
                  <a:moveTo>
                    <a:pt x="641248" y="82345"/>
                  </a:moveTo>
                  <a:lnTo>
                    <a:pt x="630415" y="65727"/>
                  </a:lnTo>
                  <a:lnTo>
                    <a:pt x="668382" y="109787"/>
                  </a:lnTo>
                  <a:close/>
                  <a:moveTo>
                    <a:pt x="669965" y="133881"/>
                  </a:moveTo>
                  <a:lnTo>
                    <a:pt x="641248" y="82345"/>
                  </a:lnTo>
                  <a:lnTo>
                    <a:pt x="668382" y="109787"/>
                  </a:lnTo>
                  <a:close/>
                  <a:moveTo>
                    <a:pt x="761600" y="30085"/>
                  </a:moveTo>
                  <a:lnTo>
                    <a:pt x="727526" y="0"/>
                  </a:lnTo>
                  <a:lnTo>
                    <a:pt x="764417" y="34157"/>
                  </a:lnTo>
                  <a:close/>
                  <a:moveTo>
                    <a:pt x="761600" y="30085"/>
                  </a:moveTo>
                  <a:lnTo>
                    <a:pt x="764880" y="32375"/>
                  </a:lnTo>
                  <a:lnTo>
                    <a:pt x="731089" y="21864"/>
                  </a:lnTo>
                  <a:close/>
                  <a:moveTo>
                    <a:pt x="1021152" y="164187"/>
                  </a:moveTo>
                  <a:lnTo>
                    <a:pt x="1019443" y="164673"/>
                  </a:lnTo>
                  <a:lnTo>
                    <a:pt x="1057526" y="197360"/>
                  </a:lnTo>
                  <a:close/>
                  <a:moveTo>
                    <a:pt x="1021152" y="164187"/>
                  </a:moveTo>
                  <a:lnTo>
                    <a:pt x="1054276" y="216209"/>
                  </a:lnTo>
                  <a:lnTo>
                    <a:pt x="1021074" y="16467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7" name="Output_density__4266">
              <a:extLst>
                <a:ext uri="{FF2B5EF4-FFF2-40B4-BE49-F238E27FC236}">
                  <a16:creationId xmlns:a16="http://schemas.microsoft.com/office/drawing/2014/main" id="{25CE4545-00DE-B62E-F80B-770A6B6D8E1A}"/>
                </a:ext>
              </a:extLst>
            </p:cNvPr>
            <p:cNvSpPr>
              <a:spLocks noGrp="1"/>
            </p:cNvSpPr>
            <p:nvPr/>
          </p:nvSpPr>
          <p:spPr>
            <a:xfrm>
              <a:off x="15072191" y="2203903"/>
              <a:ext cx="1617437" cy="2105912"/>
            </a:xfrm>
            <a:custGeom>
              <a:avLst/>
              <a:gdLst/>
              <a:ahLst/>
              <a:cxnLst/>
              <a:rect l="0" t="0" r="0" b="0"/>
              <a:pathLst>
                <a:path w="1617437" h="2105912">
                  <a:moveTo>
                    <a:pt x="746727" y="2030282"/>
                  </a:moveTo>
                  <a:lnTo>
                    <a:pt x="736968" y="2105443"/>
                  </a:lnTo>
                  <a:lnTo>
                    <a:pt x="754447" y="2038518"/>
                  </a:lnTo>
                  <a:close/>
                  <a:moveTo>
                    <a:pt x="686323" y="2054375"/>
                  </a:moveTo>
                  <a:lnTo>
                    <a:pt x="735789" y="2105912"/>
                  </a:lnTo>
                  <a:lnTo>
                    <a:pt x="746727" y="2030282"/>
                  </a:lnTo>
                  <a:close/>
                  <a:moveTo>
                    <a:pt x="746727" y="2030282"/>
                  </a:moveTo>
                  <a:lnTo>
                    <a:pt x="754447" y="2038518"/>
                  </a:lnTo>
                  <a:lnTo>
                    <a:pt x="754779" y="2028221"/>
                  </a:lnTo>
                  <a:close/>
                  <a:moveTo>
                    <a:pt x="807795" y="2023102"/>
                  </a:moveTo>
                  <a:lnTo>
                    <a:pt x="754779" y="2028221"/>
                  </a:lnTo>
                  <a:lnTo>
                    <a:pt x="754447" y="2038518"/>
                  </a:lnTo>
                  <a:close/>
                  <a:moveTo>
                    <a:pt x="754779" y="2028221"/>
                  </a:moveTo>
                  <a:lnTo>
                    <a:pt x="807795" y="2023102"/>
                  </a:lnTo>
                  <a:lnTo>
                    <a:pt x="799176" y="1967366"/>
                  </a:lnTo>
                  <a:close/>
                  <a:moveTo>
                    <a:pt x="754779" y="2028221"/>
                  </a:moveTo>
                  <a:lnTo>
                    <a:pt x="799176" y="1967366"/>
                  </a:lnTo>
                  <a:lnTo>
                    <a:pt x="739297" y="1978065"/>
                  </a:lnTo>
                  <a:close/>
                  <a:moveTo>
                    <a:pt x="484188" y="1456974"/>
                  </a:moveTo>
                  <a:lnTo>
                    <a:pt x="508931" y="1448733"/>
                  </a:lnTo>
                  <a:lnTo>
                    <a:pt x="492520" y="1415191"/>
                  </a:lnTo>
                  <a:close/>
                  <a:moveTo>
                    <a:pt x="492520" y="1415191"/>
                  </a:moveTo>
                  <a:lnTo>
                    <a:pt x="519235" y="1442634"/>
                  </a:lnTo>
                  <a:lnTo>
                    <a:pt x="542359" y="1391097"/>
                  </a:lnTo>
                  <a:close/>
                  <a:moveTo>
                    <a:pt x="320519" y="1133414"/>
                  </a:moveTo>
                  <a:lnTo>
                    <a:pt x="335130" y="1114125"/>
                  </a:lnTo>
                  <a:lnTo>
                    <a:pt x="284238" y="1105972"/>
                  </a:lnTo>
                  <a:close/>
                  <a:moveTo>
                    <a:pt x="0" y="780952"/>
                  </a:moveTo>
                  <a:lnTo>
                    <a:pt x="36408" y="772658"/>
                  </a:lnTo>
                  <a:lnTo>
                    <a:pt x="6260" y="757916"/>
                  </a:lnTo>
                  <a:close/>
                  <a:moveTo>
                    <a:pt x="0" y="780952"/>
                  </a:moveTo>
                  <a:lnTo>
                    <a:pt x="15805" y="793606"/>
                  </a:lnTo>
                  <a:lnTo>
                    <a:pt x="36408" y="772658"/>
                  </a:lnTo>
                  <a:close/>
                  <a:moveTo>
                    <a:pt x="535638" y="1204860"/>
                  </a:moveTo>
                  <a:lnTo>
                    <a:pt x="461558" y="1236487"/>
                  </a:lnTo>
                  <a:lnTo>
                    <a:pt x="522854" y="1212393"/>
                  </a:lnTo>
                  <a:close/>
                  <a:moveTo>
                    <a:pt x="1080104" y="1858275"/>
                  </a:moveTo>
                  <a:lnTo>
                    <a:pt x="1065943" y="1806739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65943" y="1806739"/>
                  </a:lnTo>
                  <a:lnTo>
                    <a:pt x="1091271" y="1819084"/>
                  </a:lnTo>
                  <a:close/>
                  <a:moveTo>
                    <a:pt x="1064391" y="1865697"/>
                  </a:moveTo>
                  <a:lnTo>
                    <a:pt x="1080104" y="1858275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59143" y="1830832"/>
                  </a:lnTo>
                  <a:lnTo>
                    <a:pt x="1057091" y="1808889"/>
                  </a:lnTo>
                  <a:close/>
                  <a:moveTo>
                    <a:pt x="1057091" y="1808889"/>
                  </a:moveTo>
                  <a:lnTo>
                    <a:pt x="1064391" y="1865697"/>
                  </a:lnTo>
                  <a:lnTo>
                    <a:pt x="1084212" y="1858475"/>
                  </a:lnTo>
                  <a:close/>
                  <a:moveTo>
                    <a:pt x="69223" y="548851"/>
                  </a:moveTo>
                  <a:lnTo>
                    <a:pt x="7292" y="593954"/>
                  </a:lnTo>
                  <a:lnTo>
                    <a:pt x="43485" y="569860"/>
                  </a:lnTo>
                  <a:close/>
                  <a:moveTo>
                    <a:pt x="69223" y="548851"/>
                  </a:moveTo>
                  <a:lnTo>
                    <a:pt x="37903" y="566650"/>
                  </a:lnTo>
                  <a:lnTo>
                    <a:pt x="7292" y="593954"/>
                  </a:lnTo>
                  <a:close/>
                  <a:moveTo>
                    <a:pt x="1222232" y="1890252"/>
                  </a:moveTo>
                  <a:lnTo>
                    <a:pt x="1219814" y="1885718"/>
                  </a:lnTo>
                  <a:lnTo>
                    <a:pt x="1203020" y="1858202"/>
                  </a:lnTo>
                  <a:close/>
                  <a:moveTo>
                    <a:pt x="1159128" y="1739156"/>
                  </a:moveTo>
                  <a:lnTo>
                    <a:pt x="1111344" y="1755202"/>
                  </a:lnTo>
                  <a:lnTo>
                    <a:pt x="1114927" y="1799852"/>
                  </a:lnTo>
                  <a:close/>
                  <a:moveTo>
                    <a:pt x="1162336" y="1799291"/>
                  </a:moveTo>
                  <a:lnTo>
                    <a:pt x="1159128" y="1739156"/>
                  </a:lnTo>
                  <a:lnTo>
                    <a:pt x="1114927" y="1799852"/>
                  </a:lnTo>
                  <a:close/>
                  <a:moveTo>
                    <a:pt x="1224918" y="1765395"/>
                  </a:moveTo>
                  <a:lnTo>
                    <a:pt x="1203357" y="1731108"/>
                  </a:lnTo>
                  <a:lnTo>
                    <a:pt x="1227430" y="1784353"/>
                  </a:lnTo>
                  <a:close/>
                  <a:moveTo>
                    <a:pt x="1227430" y="1784353"/>
                  </a:moveTo>
                  <a:lnTo>
                    <a:pt x="1203357" y="1731108"/>
                  </a:lnTo>
                  <a:lnTo>
                    <a:pt x="1159128" y="1739156"/>
                  </a:lnTo>
                  <a:close/>
                  <a:moveTo>
                    <a:pt x="1227430" y="1784353"/>
                  </a:moveTo>
                  <a:lnTo>
                    <a:pt x="1159128" y="1739156"/>
                  </a:lnTo>
                  <a:lnTo>
                    <a:pt x="1162336" y="1799291"/>
                  </a:lnTo>
                  <a:close/>
                  <a:moveTo>
                    <a:pt x="1227430" y="1784353"/>
                  </a:moveTo>
                  <a:lnTo>
                    <a:pt x="1162336" y="1799291"/>
                  </a:lnTo>
                  <a:lnTo>
                    <a:pt x="1233793" y="1798579"/>
                  </a:lnTo>
                  <a:close/>
                  <a:moveTo>
                    <a:pt x="1227430" y="1784353"/>
                  </a:moveTo>
                  <a:lnTo>
                    <a:pt x="1233793" y="1798579"/>
                  </a:lnTo>
                  <a:lnTo>
                    <a:pt x="1278977" y="1792837"/>
                  </a:lnTo>
                  <a:close/>
                  <a:moveTo>
                    <a:pt x="1084768" y="1698885"/>
                  </a:moveTo>
                  <a:lnTo>
                    <a:pt x="1082637" y="1717684"/>
                  </a:lnTo>
                  <a:lnTo>
                    <a:pt x="1127373" y="1679572"/>
                  </a:lnTo>
                  <a:close/>
                  <a:moveTo>
                    <a:pt x="1082637" y="1717684"/>
                  </a:moveTo>
                  <a:lnTo>
                    <a:pt x="1111344" y="1755202"/>
                  </a:lnTo>
                  <a:lnTo>
                    <a:pt x="1127373" y="1679572"/>
                  </a:lnTo>
                  <a:close/>
                  <a:moveTo>
                    <a:pt x="1127373" y="1679572"/>
                  </a:moveTo>
                  <a:lnTo>
                    <a:pt x="1111344" y="1755202"/>
                  </a:lnTo>
                  <a:lnTo>
                    <a:pt x="1165549" y="1718102"/>
                  </a:lnTo>
                  <a:close/>
                  <a:moveTo>
                    <a:pt x="1165549" y="1718102"/>
                  </a:moveTo>
                  <a:lnTo>
                    <a:pt x="1111344" y="1755202"/>
                  </a:lnTo>
                  <a:lnTo>
                    <a:pt x="1159128" y="1739156"/>
                  </a:lnTo>
                  <a:close/>
                  <a:moveTo>
                    <a:pt x="1159128" y="1739156"/>
                  </a:moveTo>
                  <a:lnTo>
                    <a:pt x="1203357" y="1731108"/>
                  </a:lnTo>
                  <a:lnTo>
                    <a:pt x="1165549" y="1718102"/>
                  </a:lnTo>
                  <a:close/>
                  <a:moveTo>
                    <a:pt x="1066518" y="1628035"/>
                  </a:moveTo>
                  <a:lnTo>
                    <a:pt x="1084768" y="1698885"/>
                  </a:lnTo>
                  <a:lnTo>
                    <a:pt x="1101662" y="1653917"/>
                  </a:lnTo>
                  <a:close/>
                  <a:moveTo>
                    <a:pt x="1073272" y="1703666"/>
                  </a:moveTo>
                  <a:lnTo>
                    <a:pt x="1084768" y="1698885"/>
                  </a:lnTo>
                  <a:lnTo>
                    <a:pt x="1066518" y="1628035"/>
                  </a:lnTo>
                  <a:close/>
                  <a:moveTo>
                    <a:pt x="1019247" y="1652129"/>
                  </a:moveTo>
                  <a:lnTo>
                    <a:pt x="1073272" y="1703666"/>
                  </a:lnTo>
                  <a:lnTo>
                    <a:pt x="1066518" y="1628035"/>
                  </a:lnTo>
                  <a:close/>
                  <a:moveTo>
                    <a:pt x="1084768" y="1698885"/>
                  </a:moveTo>
                  <a:lnTo>
                    <a:pt x="1127373" y="1679572"/>
                  </a:lnTo>
                  <a:lnTo>
                    <a:pt x="1101662" y="1653917"/>
                  </a:lnTo>
                  <a:close/>
                  <a:moveTo>
                    <a:pt x="1019247" y="1652129"/>
                  </a:moveTo>
                  <a:lnTo>
                    <a:pt x="1066518" y="1628035"/>
                  </a:lnTo>
                  <a:lnTo>
                    <a:pt x="1017828" y="1650050"/>
                  </a:lnTo>
                  <a:close/>
                  <a:moveTo>
                    <a:pt x="1066518" y="1628035"/>
                  </a:moveTo>
                  <a:lnTo>
                    <a:pt x="1035069" y="1579612"/>
                  </a:lnTo>
                  <a:lnTo>
                    <a:pt x="1017828" y="1650050"/>
                  </a:lnTo>
                  <a:close/>
                  <a:moveTo>
                    <a:pt x="1033256" y="1576498"/>
                  </a:moveTo>
                  <a:lnTo>
                    <a:pt x="985664" y="1600592"/>
                  </a:lnTo>
                  <a:lnTo>
                    <a:pt x="1017828" y="1650050"/>
                  </a:lnTo>
                  <a:close/>
                  <a:moveTo>
                    <a:pt x="657503" y="1164206"/>
                  </a:moveTo>
                  <a:lnTo>
                    <a:pt x="653793" y="1162369"/>
                  </a:lnTo>
                  <a:lnTo>
                    <a:pt x="639045" y="1188300"/>
                  </a:lnTo>
                  <a:close/>
                  <a:moveTo>
                    <a:pt x="1278977" y="1792837"/>
                  </a:moveTo>
                  <a:lnTo>
                    <a:pt x="1233793" y="1798579"/>
                  </a:lnTo>
                  <a:lnTo>
                    <a:pt x="1317738" y="1802860"/>
                  </a:lnTo>
                  <a:close/>
                  <a:moveTo>
                    <a:pt x="1174658" y="1663788"/>
                  </a:moveTo>
                  <a:lnTo>
                    <a:pt x="1165549" y="1718102"/>
                  </a:lnTo>
                  <a:lnTo>
                    <a:pt x="1218555" y="1728826"/>
                  </a:lnTo>
                  <a:close/>
                  <a:moveTo>
                    <a:pt x="1127373" y="1679572"/>
                  </a:moveTo>
                  <a:lnTo>
                    <a:pt x="1165549" y="1718102"/>
                  </a:lnTo>
                  <a:lnTo>
                    <a:pt x="1174658" y="1663788"/>
                  </a:lnTo>
                  <a:close/>
                  <a:moveTo>
                    <a:pt x="1174658" y="1663788"/>
                  </a:moveTo>
                  <a:lnTo>
                    <a:pt x="1101662" y="1653917"/>
                  </a:lnTo>
                  <a:lnTo>
                    <a:pt x="1127373" y="1679572"/>
                  </a:lnTo>
                  <a:close/>
                  <a:moveTo>
                    <a:pt x="1108811" y="1616595"/>
                  </a:moveTo>
                  <a:lnTo>
                    <a:pt x="1101662" y="1653917"/>
                  </a:lnTo>
                  <a:lnTo>
                    <a:pt x="1174658" y="1663788"/>
                  </a:lnTo>
                  <a:close/>
                  <a:moveTo>
                    <a:pt x="1151547" y="1619834"/>
                  </a:moveTo>
                  <a:lnTo>
                    <a:pt x="1108811" y="1616595"/>
                  </a:lnTo>
                  <a:lnTo>
                    <a:pt x="1174658" y="1663788"/>
                  </a:lnTo>
                  <a:close/>
                  <a:moveTo>
                    <a:pt x="1066518" y="1628035"/>
                  </a:moveTo>
                  <a:lnTo>
                    <a:pt x="1101662" y="1653917"/>
                  </a:lnTo>
                  <a:lnTo>
                    <a:pt x="1108811" y="1616595"/>
                  </a:lnTo>
                  <a:close/>
                  <a:moveTo>
                    <a:pt x="1036068" y="1575009"/>
                  </a:moveTo>
                  <a:lnTo>
                    <a:pt x="1035069" y="1579612"/>
                  </a:lnTo>
                  <a:lnTo>
                    <a:pt x="1098573" y="1552404"/>
                  </a:lnTo>
                  <a:close/>
                  <a:moveTo>
                    <a:pt x="1035069" y="1579612"/>
                  </a:moveTo>
                  <a:lnTo>
                    <a:pt x="1066518" y="1628035"/>
                  </a:lnTo>
                  <a:lnTo>
                    <a:pt x="1098573" y="1552404"/>
                  </a:lnTo>
                  <a:close/>
                  <a:moveTo>
                    <a:pt x="1098573" y="1552404"/>
                  </a:moveTo>
                  <a:lnTo>
                    <a:pt x="1066518" y="1628035"/>
                  </a:lnTo>
                  <a:lnTo>
                    <a:pt x="1112892" y="1561004"/>
                  </a:lnTo>
                  <a:close/>
                  <a:moveTo>
                    <a:pt x="1033906" y="1524962"/>
                  </a:moveTo>
                  <a:lnTo>
                    <a:pt x="1036068" y="1575009"/>
                  </a:lnTo>
                  <a:lnTo>
                    <a:pt x="1098573" y="1552404"/>
                  </a:lnTo>
                  <a:close/>
                  <a:moveTo>
                    <a:pt x="1033906" y="1524962"/>
                  </a:moveTo>
                  <a:lnTo>
                    <a:pt x="1098573" y="1552404"/>
                  </a:lnTo>
                  <a:lnTo>
                    <a:pt x="1063547" y="1500868"/>
                  </a:lnTo>
                  <a:close/>
                  <a:moveTo>
                    <a:pt x="1063547" y="1500868"/>
                  </a:moveTo>
                  <a:lnTo>
                    <a:pt x="1063001" y="1509370"/>
                  </a:lnTo>
                  <a:lnTo>
                    <a:pt x="1033906" y="1524962"/>
                  </a:lnTo>
                  <a:close/>
                  <a:moveTo>
                    <a:pt x="762132" y="1140111"/>
                  </a:moveTo>
                  <a:lnTo>
                    <a:pt x="754425" y="1094139"/>
                  </a:lnTo>
                  <a:lnTo>
                    <a:pt x="714516" y="1144571"/>
                  </a:lnTo>
                  <a:close/>
                  <a:moveTo>
                    <a:pt x="714516" y="1144571"/>
                  </a:moveTo>
                  <a:lnTo>
                    <a:pt x="754425" y="1094139"/>
                  </a:lnTo>
                  <a:lnTo>
                    <a:pt x="752804" y="1088683"/>
                  </a:lnTo>
                  <a:close/>
                  <a:moveTo>
                    <a:pt x="754425" y="1094139"/>
                  </a:moveTo>
                  <a:lnTo>
                    <a:pt x="770683" y="1140111"/>
                  </a:lnTo>
                  <a:lnTo>
                    <a:pt x="752804" y="1088683"/>
                  </a:lnTo>
                  <a:close/>
                  <a:moveTo>
                    <a:pt x="565577" y="1001463"/>
                  </a:moveTo>
                  <a:lnTo>
                    <a:pt x="644090" y="1038358"/>
                  </a:lnTo>
                  <a:lnTo>
                    <a:pt x="614951" y="999305"/>
                  </a:lnTo>
                  <a:close/>
                  <a:moveTo>
                    <a:pt x="251557" y="521672"/>
                  </a:moveTo>
                  <a:lnTo>
                    <a:pt x="246461" y="544284"/>
                  </a:lnTo>
                  <a:lnTo>
                    <a:pt x="234393" y="547238"/>
                  </a:lnTo>
                  <a:close/>
                  <a:moveTo>
                    <a:pt x="251557" y="521672"/>
                  </a:moveTo>
                  <a:lnTo>
                    <a:pt x="247611" y="480606"/>
                  </a:lnTo>
                  <a:lnTo>
                    <a:pt x="246461" y="544284"/>
                  </a:lnTo>
                  <a:close/>
                  <a:moveTo>
                    <a:pt x="251557" y="521672"/>
                  </a:moveTo>
                  <a:lnTo>
                    <a:pt x="244292" y="470136"/>
                  </a:lnTo>
                  <a:lnTo>
                    <a:pt x="247611" y="480606"/>
                  </a:lnTo>
                  <a:close/>
                  <a:moveTo>
                    <a:pt x="253674" y="444650"/>
                  </a:moveTo>
                  <a:lnTo>
                    <a:pt x="247611" y="480606"/>
                  </a:lnTo>
                  <a:lnTo>
                    <a:pt x="244292" y="470136"/>
                  </a:lnTo>
                  <a:close/>
                  <a:moveTo>
                    <a:pt x="972054" y="1346258"/>
                  </a:moveTo>
                  <a:lnTo>
                    <a:pt x="983473" y="1397795"/>
                  </a:lnTo>
                  <a:lnTo>
                    <a:pt x="1019679" y="1373701"/>
                  </a:lnTo>
                  <a:close/>
                  <a:moveTo>
                    <a:pt x="754425" y="1094139"/>
                  </a:moveTo>
                  <a:lnTo>
                    <a:pt x="762132" y="1140111"/>
                  </a:lnTo>
                  <a:lnTo>
                    <a:pt x="767622" y="1139379"/>
                  </a:lnTo>
                  <a:close/>
                  <a:moveTo>
                    <a:pt x="767622" y="1139379"/>
                  </a:moveTo>
                  <a:lnTo>
                    <a:pt x="770683" y="1140111"/>
                  </a:lnTo>
                  <a:lnTo>
                    <a:pt x="754425" y="1094139"/>
                  </a:lnTo>
                  <a:close/>
                  <a:moveTo>
                    <a:pt x="536274" y="802539"/>
                  </a:moveTo>
                  <a:lnTo>
                    <a:pt x="562000" y="816143"/>
                  </a:lnTo>
                  <a:lnTo>
                    <a:pt x="616387" y="792493"/>
                  </a:lnTo>
                  <a:close/>
                  <a:moveTo>
                    <a:pt x="582704" y="801457"/>
                  </a:moveTo>
                  <a:lnTo>
                    <a:pt x="536274" y="802539"/>
                  </a:lnTo>
                  <a:lnTo>
                    <a:pt x="616387" y="792493"/>
                  </a:lnTo>
                  <a:close/>
                  <a:moveTo>
                    <a:pt x="283596" y="421627"/>
                  </a:moveTo>
                  <a:lnTo>
                    <a:pt x="253674" y="444650"/>
                  </a:lnTo>
                  <a:lnTo>
                    <a:pt x="244292" y="470136"/>
                  </a:lnTo>
                  <a:close/>
                  <a:moveTo>
                    <a:pt x="253674" y="444650"/>
                  </a:moveTo>
                  <a:lnTo>
                    <a:pt x="283596" y="421627"/>
                  </a:lnTo>
                  <a:lnTo>
                    <a:pt x="276527" y="418599"/>
                  </a:lnTo>
                  <a:close/>
                  <a:moveTo>
                    <a:pt x="283596" y="421627"/>
                  </a:moveTo>
                  <a:lnTo>
                    <a:pt x="301667" y="394505"/>
                  </a:lnTo>
                  <a:lnTo>
                    <a:pt x="276527" y="418599"/>
                  </a:lnTo>
                  <a:close/>
                  <a:moveTo>
                    <a:pt x="1261389" y="1568517"/>
                  </a:moveTo>
                  <a:lnTo>
                    <a:pt x="1316826" y="1561429"/>
                  </a:lnTo>
                  <a:lnTo>
                    <a:pt x="1304153" y="1508989"/>
                  </a:lnTo>
                  <a:close/>
                  <a:moveTo>
                    <a:pt x="1261389" y="1568517"/>
                  </a:moveTo>
                  <a:lnTo>
                    <a:pt x="1304153" y="1508989"/>
                  </a:lnTo>
                  <a:lnTo>
                    <a:pt x="1257108" y="1509254"/>
                  </a:lnTo>
                  <a:close/>
                  <a:moveTo>
                    <a:pt x="1366577" y="1540984"/>
                  </a:moveTo>
                  <a:lnTo>
                    <a:pt x="1344616" y="1504216"/>
                  </a:lnTo>
                  <a:lnTo>
                    <a:pt x="1369137" y="1556884"/>
                  </a:lnTo>
                  <a:close/>
                  <a:moveTo>
                    <a:pt x="1369137" y="1556884"/>
                  </a:moveTo>
                  <a:lnTo>
                    <a:pt x="1344616" y="1504216"/>
                  </a:lnTo>
                  <a:lnTo>
                    <a:pt x="1304153" y="1508989"/>
                  </a:lnTo>
                  <a:close/>
                  <a:moveTo>
                    <a:pt x="1369137" y="1556884"/>
                  </a:moveTo>
                  <a:lnTo>
                    <a:pt x="1304153" y="1508989"/>
                  </a:lnTo>
                  <a:lnTo>
                    <a:pt x="1316826" y="1561429"/>
                  </a:lnTo>
                  <a:close/>
                  <a:moveTo>
                    <a:pt x="1366577" y="1540984"/>
                  </a:moveTo>
                  <a:lnTo>
                    <a:pt x="1369137" y="1556884"/>
                  </a:lnTo>
                  <a:lnTo>
                    <a:pt x="1374866" y="1555753"/>
                  </a:lnTo>
                  <a:close/>
                  <a:moveTo>
                    <a:pt x="1207577" y="1511539"/>
                  </a:moveTo>
                  <a:lnTo>
                    <a:pt x="1241828" y="1458934"/>
                  </a:lnTo>
                  <a:lnTo>
                    <a:pt x="1190495" y="1462684"/>
                  </a:lnTo>
                  <a:close/>
                  <a:moveTo>
                    <a:pt x="1129889" y="1476774"/>
                  </a:moveTo>
                  <a:lnTo>
                    <a:pt x="1190495" y="1462684"/>
                  </a:lnTo>
                  <a:lnTo>
                    <a:pt x="1164537" y="1444519"/>
                  </a:lnTo>
                  <a:close/>
                  <a:moveTo>
                    <a:pt x="1112251" y="1300084"/>
                  </a:moveTo>
                  <a:lnTo>
                    <a:pt x="1031109" y="1265327"/>
                  </a:lnTo>
                  <a:lnTo>
                    <a:pt x="1057664" y="1306480"/>
                  </a:lnTo>
                  <a:close/>
                  <a:moveTo>
                    <a:pt x="1112251" y="1300084"/>
                  </a:moveTo>
                  <a:lnTo>
                    <a:pt x="1057664" y="1306480"/>
                  </a:lnTo>
                  <a:lnTo>
                    <a:pt x="1114887" y="1298664"/>
                  </a:lnTo>
                  <a:close/>
                  <a:moveTo>
                    <a:pt x="1013288" y="1270627"/>
                  </a:moveTo>
                  <a:lnTo>
                    <a:pt x="1031109" y="1265327"/>
                  </a:lnTo>
                  <a:lnTo>
                    <a:pt x="969095" y="1237826"/>
                  </a:lnTo>
                  <a:close/>
                  <a:moveTo>
                    <a:pt x="907124" y="1045901"/>
                  </a:moveTo>
                  <a:lnTo>
                    <a:pt x="876940" y="1116018"/>
                  </a:lnTo>
                  <a:lnTo>
                    <a:pt x="892206" y="1091924"/>
                  </a:lnTo>
                  <a:close/>
                  <a:moveTo>
                    <a:pt x="907124" y="1045901"/>
                  </a:moveTo>
                  <a:lnTo>
                    <a:pt x="878326" y="1073130"/>
                  </a:lnTo>
                  <a:lnTo>
                    <a:pt x="876940" y="1116018"/>
                  </a:lnTo>
                  <a:close/>
                  <a:moveTo>
                    <a:pt x="699556" y="793869"/>
                  </a:moveTo>
                  <a:lnTo>
                    <a:pt x="692811" y="782704"/>
                  </a:lnTo>
                  <a:lnTo>
                    <a:pt x="703951" y="839446"/>
                  </a:lnTo>
                  <a:close/>
                  <a:moveTo>
                    <a:pt x="348244" y="374033"/>
                  </a:moveTo>
                  <a:lnTo>
                    <a:pt x="301667" y="394505"/>
                  </a:lnTo>
                  <a:lnTo>
                    <a:pt x="353265" y="372528"/>
                  </a:lnTo>
                  <a:close/>
                  <a:moveTo>
                    <a:pt x="301667" y="394505"/>
                  </a:moveTo>
                  <a:lnTo>
                    <a:pt x="283596" y="421627"/>
                  </a:lnTo>
                  <a:lnTo>
                    <a:pt x="353265" y="372528"/>
                  </a:lnTo>
                  <a:close/>
                  <a:moveTo>
                    <a:pt x="319035" y="379448"/>
                  </a:moveTo>
                  <a:lnTo>
                    <a:pt x="301667" y="394505"/>
                  </a:lnTo>
                  <a:lnTo>
                    <a:pt x="348244" y="374033"/>
                  </a:lnTo>
                  <a:close/>
                  <a:moveTo>
                    <a:pt x="1448052" y="1607290"/>
                  </a:moveTo>
                  <a:lnTo>
                    <a:pt x="1460402" y="1658826"/>
                  </a:lnTo>
                  <a:lnTo>
                    <a:pt x="1519887" y="1634732"/>
                  </a:lnTo>
                  <a:close/>
                  <a:moveTo>
                    <a:pt x="1448052" y="1607290"/>
                  </a:moveTo>
                  <a:lnTo>
                    <a:pt x="1519887" y="1634732"/>
                  </a:lnTo>
                  <a:lnTo>
                    <a:pt x="1473244" y="1583196"/>
                  </a:lnTo>
                  <a:close/>
                  <a:moveTo>
                    <a:pt x="1448052" y="1607290"/>
                  </a:moveTo>
                  <a:lnTo>
                    <a:pt x="1473244" y="1583196"/>
                  </a:lnTo>
                  <a:lnTo>
                    <a:pt x="1424954" y="1584569"/>
                  </a:lnTo>
                  <a:close/>
                  <a:moveTo>
                    <a:pt x="1473244" y="1583196"/>
                  </a:moveTo>
                  <a:lnTo>
                    <a:pt x="1454901" y="1561637"/>
                  </a:lnTo>
                  <a:lnTo>
                    <a:pt x="1424954" y="1584569"/>
                  </a:lnTo>
                  <a:close/>
                  <a:moveTo>
                    <a:pt x="1432663" y="1531659"/>
                  </a:moveTo>
                  <a:lnTo>
                    <a:pt x="1424954" y="1584569"/>
                  </a:lnTo>
                  <a:lnTo>
                    <a:pt x="1454901" y="1561637"/>
                  </a:lnTo>
                  <a:close/>
                  <a:moveTo>
                    <a:pt x="1432663" y="1531659"/>
                  </a:moveTo>
                  <a:lnTo>
                    <a:pt x="1374866" y="1555753"/>
                  </a:lnTo>
                  <a:lnTo>
                    <a:pt x="1424954" y="1584569"/>
                  </a:lnTo>
                  <a:close/>
                  <a:moveTo>
                    <a:pt x="1034174" y="1137348"/>
                  </a:moveTo>
                  <a:lnTo>
                    <a:pt x="1100278" y="1121589"/>
                  </a:lnTo>
                  <a:lnTo>
                    <a:pt x="1075710" y="1078820"/>
                  </a:lnTo>
                  <a:close/>
                  <a:moveTo>
                    <a:pt x="1034174" y="1137348"/>
                  </a:moveTo>
                  <a:lnTo>
                    <a:pt x="1075710" y="1078820"/>
                  </a:lnTo>
                  <a:lnTo>
                    <a:pt x="1021547" y="1084872"/>
                  </a:lnTo>
                  <a:close/>
                  <a:moveTo>
                    <a:pt x="970714" y="1025473"/>
                  </a:moveTo>
                  <a:lnTo>
                    <a:pt x="910866" y="1040387"/>
                  </a:lnTo>
                  <a:lnTo>
                    <a:pt x="907124" y="1045901"/>
                  </a:lnTo>
                  <a:close/>
                  <a:moveTo>
                    <a:pt x="919399" y="988851"/>
                  </a:moveTo>
                  <a:lnTo>
                    <a:pt x="970714" y="1025473"/>
                  </a:lnTo>
                  <a:lnTo>
                    <a:pt x="953153" y="977007"/>
                  </a:lnTo>
                  <a:close/>
                  <a:moveTo>
                    <a:pt x="910866" y="1040387"/>
                  </a:moveTo>
                  <a:lnTo>
                    <a:pt x="970714" y="1025473"/>
                  </a:lnTo>
                  <a:lnTo>
                    <a:pt x="919399" y="988851"/>
                  </a:lnTo>
                  <a:close/>
                  <a:moveTo>
                    <a:pt x="970714" y="1025473"/>
                  </a:moveTo>
                  <a:lnTo>
                    <a:pt x="1003017" y="974451"/>
                  </a:lnTo>
                  <a:lnTo>
                    <a:pt x="953153" y="977007"/>
                  </a:lnTo>
                  <a:close/>
                  <a:moveTo>
                    <a:pt x="692811" y="782704"/>
                  </a:moveTo>
                  <a:lnTo>
                    <a:pt x="699556" y="793869"/>
                  </a:lnTo>
                  <a:lnTo>
                    <a:pt x="699081" y="780662"/>
                  </a:lnTo>
                  <a:close/>
                  <a:moveTo>
                    <a:pt x="699081" y="780662"/>
                  </a:moveTo>
                  <a:lnTo>
                    <a:pt x="699556" y="793869"/>
                  </a:lnTo>
                  <a:lnTo>
                    <a:pt x="733459" y="782704"/>
                  </a:lnTo>
                  <a:close/>
                  <a:moveTo>
                    <a:pt x="681802" y="727492"/>
                  </a:moveTo>
                  <a:lnTo>
                    <a:pt x="680200" y="731168"/>
                  </a:lnTo>
                  <a:lnTo>
                    <a:pt x="676838" y="673260"/>
                  </a:lnTo>
                  <a:close/>
                  <a:moveTo>
                    <a:pt x="469985" y="324673"/>
                  </a:moveTo>
                  <a:lnTo>
                    <a:pt x="426603" y="370412"/>
                  </a:lnTo>
                  <a:lnTo>
                    <a:pt x="452745" y="346318"/>
                  </a:lnTo>
                  <a:close/>
                  <a:moveTo>
                    <a:pt x="1519887" y="1634732"/>
                  </a:moveTo>
                  <a:lnTo>
                    <a:pt x="1542604" y="1680050"/>
                  </a:lnTo>
                  <a:lnTo>
                    <a:pt x="1543912" y="1616245"/>
                  </a:lnTo>
                  <a:close/>
                  <a:moveTo>
                    <a:pt x="1519887" y="1634732"/>
                  </a:moveTo>
                  <a:lnTo>
                    <a:pt x="1518559" y="1686269"/>
                  </a:lnTo>
                  <a:lnTo>
                    <a:pt x="1542604" y="1680050"/>
                  </a:lnTo>
                  <a:close/>
                  <a:moveTo>
                    <a:pt x="1473244" y="1583196"/>
                  </a:moveTo>
                  <a:lnTo>
                    <a:pt x="1519887" y="1634732"/>
                  </a:lnTo>
                  <a:lnTo>
                    <a:pt x="1529838" y="1559102"/>
                  </a:lnTo>
                  <a:close/>
                  <a:moveTo>
                    <a:pt x="1505390" y="1507565"/>
                  </a:moveTo>
                  <a:lnTo>
                    <a:pt x="1454901" y="1561637"/>
                  </a:lnTo>
                  <a:lnTo>
                    <a:pt x="1473244" y="1583196"/>
                  </a:lnTo>
                  <a:close/>
                  <a:moveTo>
                    <a:pt x="1505390" y="1507565"/>
                  </a:moveTo>
                  <a:lnTo>
                    <a:pt x="1473244" y="1583196"/>
                  </a:lnTo>
                  <a:lnTo>
                    <a:pt x="1529838" y="1559102"/>
                  </a:lnTo>
                  <a:close/>
                  <a:moveTo>
                    <a:pt x="497190" y="291488"/>
                  </a:moveTo>
                  <a:lnTo>
                    <a:pt x="469985" y="324673"/>
                  </a:lnTo>
                  <a:lnTo>
                    <a:pt x="452745" y="346318"/>
                  </a:lnTo>
                  <a:close/>
                  <a:moveTo>
                    <a:pt x="541222" y="281439"/>
                  </a:moveTo>
                  <a:lnTo>
                    <a:pt x="500223" y="294781"/>
                  </a:lnTo>
                  <a:lnTo>
                    <a:pt x="469985" y="324673"/>
                  </a:lnTo>
                  <a:close/>
                  <a:moveTo>
                    <a:pt x="541222" y="281439"/>
                  </a:moveTo>
                  <a:lnTo>
                    <a:pt x="469985" y="324673"/>
                  </a:lnTo>
                  <a:lnTo>
                    <a:pt x="497190" y="291488"/>
                  </a:lnTo>
                  <a:close/>
                  <a:moveTo>
                    <a:pt x="1599968" y="1545911"/>
                  </a:moveTo>
                  <a:lnTo>
                    <a:pt x="1541972" y="1555079"/>
                  </a:lnTo>
                  <a:lnTo>
                    <a:pt x="1617437" y="1594452"/>
                  </a:lnTo>
                  <a:close/>
                  <a:moveTo>
                    <a:pt x="1541972" y="1555079"/>
                  </a:moveTo>
                  <a:lnTo>
                    <a:pt x="1576127" y="1502551"/>
                  </a:lnTo>
                  <a:lnTo>
                    <a:pt x="1534965" y="1498033"/>
                  </a:lnTo>
                  <a:close/>
                  <a:moveTo>
                    <a:pt x="1534965" y="1498033"/>
                  </a:moveTo>
                  <a:lnTo>
                    <a:pt x="1560058" y="1452872"/>
                  </a:lnTo>
                  <a:lnTo>
                    <a:pt x="1516960" y="1449928"/>
                  </a:lnTo>
                  <a:close/>
                  <a:moveTo>
                    <a:pt x="935846" y="748590"/>
                  </a:moveTo>
                  <a:lnTo>
                    <a:pt x="959926" y="710423"/>
                  </a:lnTo>
                  <a:lnTo>
                    <a:pt x="931481" y="734516"/>
                  </a:lnTo>
                  <a:close/>
                  <a:moveTo>
                    <a:pt x="966336" y="687912"/>
                  </a:moveTo>
                  <a:lnTo>
                    <a:pt x="931481" y="734516"/>
                  </a:lnTo>
                  <a:lnTo>
                    <a:pt x="959926" y="710423"/>
                  </a:lnTo>
                  <a:close/>
                  <a:moveTo>
                    <a:pt x="966336" y="687912"/>
                  </a:moveTo>
                  <a:lnTo>
                    <a:pt x="939291" y="721691"/>
                  </a:lnTo>
                  <a:lnTo>
                    <a:pt x="931481" y="734516"/>
                  </a:lnTo>
                  <a:close/>
                  <a:moveTo>
                    <a:pt x="1007305" y="666411"/>
                  </a:moveTo>
                  <a:lnTo>
                    <a:pt x="939291" y="721691"/>
                  </a:lnTo>
                  <a:lnTo>
                    <a:pt x="966336" y="687912"/>
                  </a:lnTo>
                  <a:close/>
                  <a:moveTo>
                    <a:pt x="575810" y="275858"/>
                  </a:moveTo>
                  <a:lnTo>
                    <a:pt x="541222" y="281439"/>
                  </a:lnTo>
                  <a:lnTo>
                    <a:pt x="497190" y="291488"/>
                  </a:lnTo>
                  <a:close/>
                  <a:moveTo>
                    <a:pt x="627249" y="293505"/>
                  </a:moveTo>
                  <a:lnTo>
                    <a:pt x="593901" y="303722"/>
                  </a:lnTo>
                  <a:lnTo>
                    <a:pt x="541222" y="281439"/>
                  </a:lnTo>
                  <a:close/>
                  <a:moveTo>
                    <a:pt x="666342" y="264992"/>
                  </a:moveTo>
                  <a:lnTo>
                    <a:pt x="593901" y="303722"/>
                  </a:lnTo>
                  <a:lnTo>
                    <a:pt x="627249" y="293505"/>
                  </a:lnTo>
                  <a:close/>
                  <a:moveTo>
                    <a:pt x="1220083" y="937921"/>
                  </a:moveTo>
                  <a:lnTo>
                    <a:pt x="1272983" y="892475"/>
                  </a:lnTo>
                  <a:lnTo>
                    <a:pt x="1230550" y="903416"/>
                  </a:lnTo>
                  <a:close/>
                  <a:moveTo>
                    <a:pt x="1300329" y="928371"/>
                  </a:moveTo>
                  <a:lnTo>
                    <a:pt x="1272983" y="892475"/>
                  </a:lnTo>
                  <a:lnTo>
                    <a:pt x="1220083" y="937921"/>
                  </a:lnTo>
                  <a:close/>
                  <a:moveTo>
                    <a:pt x="1272983" y="892475"/>
                  </a:moveTo>
                  <a:lnTo>
                    <a:pt x="1281371" y="857490"/>
                  </a:lnTo>
                  <a:lnTo>
                    <a:pt x="1230550" y="903416"/>
                  </a:lnTo>
                  <a:close/>
                  <a:moveTo>
                    <a:pt x="1127434" y="865032"/>
                  </a:moveTo>
                  <a:lnTo>
                    <a:pt x="1153716" y="789402"/>
                  </a:lnTo>
                  <a:lnTo>
                    <a:pt x="1106501" y="813495"/>
                  </a:lnTo>
                  <a:close/>
                  <a:moveTo>
                    <a:pt x="966336" y="687912"/>
                  </a:moveTo>
                  <a:lnTo>
                    <a:pt x="990537" y="695642"/>
                  </a:lnTo>
                  <a:lnTo>
                    <a:pt x="1038324" y="647483"/>
                  </a:lnTo>
                  <a:close/>
                  <a:moveTo>
                    <a:pt x="901747" y="486200"/>
                  </a:moveTo>
                  <a:lnTo>
                    <a:pt x="838024" y="504276"/>
                  </a:lnTo>
                  <a:lnTo>
                    <a:pt x="825348" y="510133"/>
                  </a:lnTo>
                  <a:close/>
                  <a:moveTo>
                    <a:pt x="901747" y="486200"/>
                  </a:moveTo>
                  <a:lnTo>
                    <a:pt x="825348" y="510133"/>
                  </a:lnTo>
                  <a:lnTo>
                    <a:pt x="862116" y="512702"/>
                  </a:lnTo>
                  <a:close/>
                  <a:moveTo>
                    <a:pt x="863367" y="477604"/>
                  </a:moveTo>
                  <a:lnTo>
                    <a:pt x="838024" y="504276"/>
                  </a:lnTo>
                  <a:lnTo>
                    <a:pt x="893189" y="485831"/>
                  </a:lnTo>
                  <a:close/>
                  <a:moveTo>
                    <a:pt x="881196" y="452739"/>
                  </a:moveTo>
                  <a:lnTo>
                    <a:pt x="893189" y="485831"/>
                  </a:lnTo>
                  <a:lnTo>
                    <a:pt x="907170" y="480182"/>
                  </a:lnTo>
                  <a:close/>
                  <a:moveTo>
                    <a:pt x="632396" y="294951"/>
                  </a:moveTo>
                  <a:lnTo>
                    <a:pt x="666342" y="264992"/>
                  </a:lnTo>
                  <a:lnTo>
                    <a:pt x="627249" y="293505"/>
                  </a:lnTo>
                  <a:close/>
                  <a:moveTo>
                    <a:pt x="632396" y="294951"/>
                  </a:moveTo>
                  <a:lnTo>
                    <a:pt x="695595" y="281554"/>
                  </a:lnTo>
                  <a:lnTo>
                    <a:pt x="666342" y="264992"/>
                  </a:lnTo>
                  <a:close/>
                  <a:moveTo>
                    <a:pt x="695595" y="281554"/>
                  </a:moveTo>
                  <a:lnTo>
                    <a:pt x="632396" y="294951"/>
                  </a:lnTo>
                  <a:lnTo>
                    <a:pt x="716616" y="318056"/>
                  </a:lnTo>
                  <a:close/>
                  <a:moveTo>
                    <a:pt x="1339349" y="939361"/>
                  </a:moveTo>
                  <a:lnTo>
                    <a:pt x="1307356" y="954643"/>
                  </a:lnTo>
                  <a:lnTo>
                    <a:pt x="1266280" y="975742"/>
                  </a:lnTo>
                  <a:close/>
                  <a:moveTo>
                    <a:pt x="1394618" y="971326"/>
                  </a:moveTo>
                  <a:lnTo>
                    <a:pt x="1313174" y="944011"/>
                  </a:lnTo>
                  <a:lnTo>
                    <a:pt x="1307356" y="954643"/>
                  </a:lnTo>
                  <a:close/>
                  <a:moveTo>
                    <a:pt x="1300318" y="884678"/>
                  </a:moveTo>
                  <a:lnTo>
                    <a:pt x="1300329" y="928371"/>
                  </a:lnTo>
                  <a:lnTo>
                    <a:pt x="1369608" y="929072"/>
                  </a:lnTo>
                  <a:close/>
                  <a:moveTo>
                    <a:pt x="1281371" y="857490"/>
                  </a:moveTo>
                  <a:lnTo>
                    <a:pt x="1272983" y="892475"/>
                  </a:lnTo>
                  <a:lnTo>
                    <a:pt x="1300318" y="884678"/>
                  </a:lnTo>
                  <a:close/>
                  <a:moveTo>
                    <a:pt x="1180262" y="780831"/>
                  </a:moveTo>
                  <a:lnTo>
                    <a:pt x="1153716" y="789402"/>
                  </a:lnTo>
                  <a:lnTo>
                    <a:pt x="1206356" y="791476"/>
                  </a:lnTo>
                  <a:close/>
                  <a:moveTo>
                    <a:pt x="1180262" y="780831"/>
                  </a:moveTo>
                  <a:lnTo>
                    <a:pt x="1211279" y="770104"/>
                  </a:lnTo>
                  <a:lnTo>
                    <a:pt x="1165848" y="774922"/>
                  </a:lnTo>
                  <a:close/>
                  <a:moveTo>
                    <a:pt x="966979" y="463823"/>
                  </a:moveTo>
                  <a:lnTo>
                    <a:pt x="907170" y="480182"/>
                  </a:lnTo>
                  <a:lnTo>
                    <a:pt x="938647" y="511617"/>
                  </a:lnTo>
                  <a:close/>
                  <a:moveTo>
                    <a:pt x="1028344" y="514660"/>
                  </a:moveTo>
                  <a:lnTo>
                    <a:pt x="980612" y="515482"/>
                  </a:lnTo>
                  <a:lnTo>
                    <a:pt x="1040138" y="519369"/>
                  </a:lnTo>
                  <a:close/>
                  <a:moveTo>
                    <a:pt x="907170" y="480182"/>
                  </a:moveTo>
                  <a:lnTo>
                    <a:pt x="966979" y="463823"/>
                  </a:lnTo>
                  <a:lnTo>
                    <a:pt x="922820" y="428645"/>
                  </a:lnTo>
                  <a:close/>
                  <a:moveTo>
                    <a:pt x="908748" y="410439"/>
                  </a:moveTo>
                  <a:lnTo>
                    <a:pt x="927341" y="407213"/>
                  </a:lnTo>
                  <a:lnTo>
                    <a:pt x="922820" y="428645"/>
                  </a:lnTo>
                  <a:close/>
                  <a:moveTo>
                    <a:pt x="772978" y="319367"/>
                  </a:moveTo>
                  <a:lnTo>
                    <a:pt x="754359" y="271762"/>
                  </a:lnTo>
                  <a:lnTo>
                    <a:pt x="720553" y="324006"/>
                  </a:lnTo>
                  <a:close/>
                  <a:moveTo>
                    <a:pt x="837200" y="242395"/>
                  </a:moveTo>
                  <a:lnTo>
                    <a:pt x="831263" y="262447"/>
                  </a:lnTo>
                  <a:lnTo>
                    <a:pt x="871421" y="225848"/>
                  </a:lnTo>
                  <a:close/>
                  <a:moveTo>
                    <a:pt x="816361" y="249942"/>
                  </a:moveTo>
                  <a:lnTo>
                    <a:pt x="831263" y="262447"/>
                  </a:lnTo>
                  <a:lnTo>
                    <a:pt x="837200" y="242395"/>
                  </a:lnTo>
                  <a:close/>
                  <a:moveTo>
                    <a:pt x="816361" y="249942"/>
                  </a:moveTo>
                  <a:lnTo>
                    <a:pt x="837200" y="242395"/>
                  </a:lnTo>
                  <a:lnTo>
                    <a:pt x="821761" y="174311"/>
                  </a:lnTo>
                  <a:close/>
                  <a:moveTo>
                    <a:pt x="806275" y="169021"/>
                  </a:moveTo>
                  <a:lnTo>
                    <a:pt x="832408" y="131829"/>
                  </a:lnTo>
                  <a:lnTo>
                    <a:pt x="836061" y="146869"/>
                  </a:lnTo>
                  <a:close/>
                  <a:moveTo>
                    <a:pt x="832408" y="131829"/>
                  </a:moveTo>
                  <a:lnTo>
                    <a:pt x="834544" y="122775"/>
                  </a:lnTo>
                  <a:lnTo>
                    <a:pt x="836061" y="146869"/>
                  </a:lnTo>
                  <a:close/>
                  <a:moveTo>
                    <a:pt x="1058422" y="278153"/>
                  </a:moveTo>
                  <a:lnTo>
                    <a:pt x="1050366" y="308528"/>
                  </a:lnTo>
                  <a:lnTo>
                    <a:pt x="1071821" y="253291"/>
                  </a:lnTo>
                  <a:close/>
                  <a:moveTo>
                    <a:pt x="1071821" y="253291"/>
                  </a:moveTo>
                  <a:lnTo>
                    <a:pt x="1050366" y="308528"/>
                  </a:lnTo>
                  <a:lnTo>
                    <a:pt x="1059782" y="304827"/>
                  </a:lnTo>
                  <a:close/>
                  <a:moveTo>
                    <a:pt x="1050366" y="308528"/>
                  </a:moveTo>
                  <a:lnTo>
                    <a:pt x="1056108" y="309276"/>
                  </a:lnTo>
                  <a:lnTo>
                    <a:pt x="1059782" y="304827"/>
                  </a:lnTo>
                  <a:close/>
                  <a:moveTo>
                    <a:pt x="893454" y="50496"/>
                  </a:moveTo>
                  <a:lnTo>
                    <a:pt x="834544" y="122775"/>
                  </a:lnTo>
                  <a:lnTo>
                    <a:pt x="860615" y="98681"/>
                  </a:lnTo>
                  <a:close/>
                  <a:moveTo>
                    <a:pt x="1228376" y="429330"/>
                  </a:moveTo>
                  <a:lnTo>
                    <a:pt x="1186075" y="445849"/>
                  </a:lnTo>
                  <a:lnTo>
                    <a:pt x="1256640" y="400100"/>
                  </a:lnTo>
                  <a:close/>
                  <a:moveTo>
                    <a:pt x="1228376" y="429330"/>
                  </a:moveTo>
                  <a:lnTo>
                    <a:pt x="1256640" y="400100"/>
                  </a:lnTo>
                  <a:lnTo>
                    <a:pt x="1256751" y="407900"/>
                  </a:lnTo>
                  <a:close/>
                  <a:moveTo>
                    <a:pt x="1256640" y="400100"/>
                  </a:moveTo>
                  <a:lnTo>
                    <a:pt x="1268337" y="383806"/>
                  </a:lnTo>
                  <a:lnTo>
                    <a:pt x="1256751" y="407900"/>
                  </a:lnTo>
                  <a:close/>
                  <a:moveTo>
                    <a:pt x="1071821" y="253291"/>
                  </a:moveTo>
                  <a:lnTo>
                    <a:pt x="1059782" y="304827"/>
                  </a:lnTo>
                  <a:lnTo>
                    <a:pt x="1088536" y="280733"/>
                  </a:lnTo>
                  <a:close/>
                  <a:moveTo>
                    <a:pt x="1104809" y="181786"/>
                  </a:moveTo>
                  <a:lnTo>
                    <a:pt x="1071821" y="253291"/>
                  </a:lnTo>
                  <a:lnTo>
                    <a:pt x="1101948" y="229197"/>
                  </a:lnTo>
                  <a:close/>
                  <a:moveTo>
                    <a:pt x="1104809" y="181786"/>
                  </a:moveTo>
                  <a:lnTo>
                    <a:pt x="1079320" y="221386"/>
                  </a:lnTo>
                  <a:lnTo>
                    <a:pt x="1071821" y="253291"/>
                  </a:lnTo>
                  <a:close/>
                  <a:moveTo>
                    <a:pt x="1079320" y="221386"/>
                  </a:moveTo>
                  <a:lnTo>
                    <a:pt x="1104809" y="181786"/>
                  </a:lnTo>
                  <a:lnTo>
                    <a:pt x="1078400" y="201754"/>
                  </a:lnTo>
                  <a:close/>
                  <a:moveTo>
                    <a:pt x="1104809" y="181786"/>
                  </a:moveTo>
                  <a:lnTo>
                    <a:pt x="1105434" y="177660"/>
                  </a:lnTo>
                  <a:lnTo>
                    <a:pt x="1078400" y="201754"/>
                  </a:lnTo>
                  <a:close/>
                  <a:moveTo>
                    <a:pt x="893454" y="50496"/>
                  </a:moveTo>
                  <a:lnTo>
                    <a:pt x="926873" y="40542"/>
                  </a:lnTo>
                  <a:lnTo>
                    <a:pt x="915533" y="47144"/>
                  </a:lnTo>
                  <a:close/>
                  <a:moveTo>
                    <a:pt x="926873" y="40542"/>
                  </a:moveTo>
                  <a:lnTo>
                    <a:pt x="955201" y="23050"/>
                  </a:lnTo>
                  <a:lnTo>
                    <a:pt x="915533" y="47144"/>
                  </a:lnTo>
                  <a:close/>
                  <a:moveTo>
                    <a:pt x="1321325" y="332372"/>
                  </a:moveTo>
                  <a:lnTo>
                    <a:pt x="1268337" y="383806"/>
                  </a:lnTo>
                  <a:lnTo>
                    <a:pt x="1303285" y="359712"/>
                  </a:lnTo>
                  <a:close/>
                  <a:moveTo>
                    <a:pt x="1321325" y="332372"/>
                  </a:moveTo>
                  <a:lnTo>
                    <a:pt x="1360460" y="308176"/>
                  </a:lnTo>
                  <a:lnTo>
                    <a:pt x="1288522" y="332270"/>
                  </a:lnTo>
                  <a:close/>
                  <a:moveTo>
                    <a:pt x="1153553" y="205102"/>
                  </a:moveTo>
                  <a:lnTo>
                    <a:pt x="1105897" y="175878"/>
                  </a:lnTo>
                  <a:lnTo>
                    <a:pt x="1105434" y="177660"/>
                  </a:lnTo>
                  <a:close/>
                  <a:moveTo>
                    <a:pt x="1105434" y="177660"/>
                  </a:moveTo>
                  <a:lnTo>
                    <a:pt x="1104809" y="181786"/>
                  </a:lnTo>
                  <a:lnTo>
                    <a:pt x="1153553" y="205102"/>
                  </a:lnTo>
                  <a:close/>
                  <a:moveTo>
                    <a:pt x="966638" y="14542"/>
                  </a:moveTo>
                  <a:lnTo>
                    <a:pt x="955201" y="23050"/>
                  </a:lnTo>
                  <a:lnTo>
                    <a:pt x="977583" y="16002"/>
                  </a:lnTo>
                  <a:close/>
                  <a:moveTo>
                    <a:pt x="1041027" y="2406"/>
                  </a:moveTo>
                  <a:lnTo>
                    <a:pt x="977583" y="16002"/>
                  </a:lnTo>
                  <a:lnTo>
                    <a:pt x="104554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8" name="Output_density__4267">
              <a:extLst>
                <a:ext uri="{FF2B5EF4-FFF2-40B4-BE49-F238E27FC236}">
                  <a16:creationId xmlns:a16="http://schemas.microsoft.com/office/drawing/2014/main" id="{66D6C04D-9ED0-F874-E372-6C6738570B3B}"/>
                </a:ext>
              </a:extLst>
            </p:cNvPr>
            <p:cNvSpPr>
              <a:spLocks noGrp="1"/>
            </p:cNvSpPr>
            <p:nvPr/>
          </p:nvSpPr>
          <p:spPr>
            <a:xfrm>
              <a:off x="15393879" y="2377492"/>
              <a:ext cx="1308919" cy="1932323"/>
            </a:xfrm>
            <a:custGeom>
              <a:avLst/>
              <a:gdLst/>
              <a:ahLst/>
              <a:cxnLst/>
              <a:rect l="0" t="0" r="0" b="0"/>
              <a:pathLst>
                <a:path w="1308919" h="1932323">
                  <a:moveTo>
                    <a:pt x="414101" y="1932323"/>
                  </a:moveTo>
                  <a:lnTo>
                    <a:pt x="415281" y="1931854"/>
                  </a:lnTo>
                  <a:lnTo>
                    <a:pt x="425039" y="1856693"/>
                  </a:lnTo>
                  <a:close/>
                  <a:moveTo>
                    <a:pt x="415281" y="1931854"/>
                  </a:moveTo>
                  <a:lnTo>
                    <a:pt x="420754" y="1932323"/>
                  </a:lnTo>
                  <a:lnTo>
                    <a:pt x="432759" y="1864929"/>
                  </a:lnTo>
                  <a:close/>
                  <a:moveTo>
                    <a:pt x="15106" y="1444400"/>
                  </a:moveTo>
                  <a:lnTo>
                    <a:pt x="3752" y="1411098"/>
                  </a:lnTo>
                  <a:lnTo>
                    <a:pt x="19330" y="1461177"/>
                  </a:lnTo>
                  <a:close/>
                  <a:moveTo>
                    <a:pt x="15106" y="1444400"/>
                  </a:moveTo>
                  <a:lnTo>
                    <a:pt x="0" y="1392863"/>
                  </a:lnTo>
                  <a:lnTo>
                    <a:pt x="3752" y="1411098"/>
                  </a:lnTo>
                  <a:close/>
                  <a:moveTo>
                    <a:pt x="486107" y="1849513"/>
                  </a:moveTo>
                  <a:lnTo>
                    <a:pt x="432759" y="1864929"/>
                  </a:lnTo>
                  <a:lnTo>
                    <a:pt x="486514" y="1891234"/>
                  </a:lnTo>
                  <a:close/>
                  <a:moveTo>
                    <a:pt x="229634" y="1466893"/>
                  </a:moveTo>
                  <a:lnTo>
                    <a:pt x="213174" y="1396212"/>
                  </a:lnTo>
                  <a:lnTo>
                    <a:pt x="177128" y="1408853"/>
                  </a:lnTo>
                  <a:close/>
                  <a:moveTo>
                    <a:pt x="229634" y="1466893"/>
                  </a:moveTo>
                  <a:lnTo>
                    <a:pt x="177128" y="1408853"/>
                  </a:lnTo>
                  <a:lnTo>
                    <a:pt x="184860" y="1465310"/>
                  </a:lnTo>
                  <a:close/>
                  <a:moveTo>
                    <a:pt x="130697" y="1317233"/>
                  </a:moveTo>
                  <a:lnTo>
                    <a:pt x="175737" y="1332872"/>
                  </a:lnTo>
                  <a:lnTo>
                    <a:pt x="166796" y="1344675"/>
                  </a:lnTo>
                  <a:close/>
                  <a:moveTo>
                    <a:pt x="175737" y="1332872"/>
                  </a:moveTo>
                  <a:lnTo>
                    <a:pt x="151246" y="1304409"/>
                  </a:lnTo>
                  <a:lnTo>
                    <a:pt x="182827" y="1344675"/>
                  </a:lnTo>
                  <a:close/>
                  <a:moveTo>
                    <a:pt x="139839" y="1333555"/>
                  </a:moveTo>
                  <a:lnTo>
                    <a:pt x="175694" y="1347277"/>
                  </a:lnTo>
                  <a:lnTo>
                    <a:pt x="182827" y="1344675"/>
                  </a:lnTo>
                  <a:close/>
                  <a:moveTo>
                    <a:pt x="149923" y="1317233"/>
                  </a:moveTo>
                  <a:lnTo>
                    <a:pt x="162501" y="1283385"/>
                  </a:lnTo>
                  <a:lnTo>
                    <a:pt x="170833" y="1241602"/>
                  </a:lnTo>
                  <a:close/>
                  <a:moveTo>
                    <a:pt x="170833" y="1241602"/>
                  </a:moveTo>
                  <a:lnTo>
                    <a:pt x="187243" y="1275145"/>
                  </a:lnTo>
                  <a:lnTo>
                    <a:pt x="197547" y="1269045"/>
                  </a:lnTo>
                  <a:close/>
                  <a:moveTo>
                    <a:pt x="220672" y="1217508"/>
                  </a:moveTo>
                  <a:lnTo>
                    <a:pt x="143850" y="1190066"/>
                  </a:lnTo>
                  <a:lnTo>
                    <a:pt x="170833" y="1241602"/>
                  </a:lnTo>
                  <a:close/>
                  <a:moveTo>
                    <a:pt x="645048" y="1681338"/>
                  </a:moveTo>
                  <a:lnTo>
                    <a:pt x="691601" y="1729290"/>
                  </a:lnTo>
                  <a:lnTo>
                    <a:pt x="709490" y="1708780"/>
                  </a:lnTo>
                  <a:close/>
                  <a:moveTo>
                    <a:pt x="169306" y="1114435"/>
                  </a:moveTo>
                  <a:lnTo>
                    <a:pt x="201167" y="1038804"/>
                  </a:lnTo>
                  <a:lnTo>
                    <a:pt x="139871" y="1062899"/>
                  </a:lnTo>
                  <a:close/>
                  <a:moveTo>
                    <a:pt x="709490" y="1708780"/>
                  </a:moveTo>
                  <a:lnTo>
                    <a:pt x="697709" y="1728688"/>
                  </a:lnTo>
                  <a:lnTo>
                    <a:pt x="732787" y="1748377"/>
                  </a:lnTo>
                  <a:close/>
                  <a:moveTo>
                    <a:pt x="222382" y="1033588"/>
                  </a:moveTo>
                  <a:lnTo>
                    <a:pt x="201167" y="1038804"/>
                  </a:lnTo>
                  <a:lnTo>
                    <a:pt x="252838" y="1041767"/>
                  </a:lnTo>
                  <a:close/>
                  <a:moveTo>
                    <a:pt x="213951" y="1031272"/>
                  </a:moveTo>
                  <a:lnTo>
                    <a:pt x="201167" y="1038804"/>
                  </a:lnTo>
                  <a:lnTo>
                    <a:pt x="222382" y="1033588"/>
                  </a:lnTo>
                  <a:close/>
                  <a:moveTo>
                    <a:pt x="222382" y="1033588"/>
                  </a:moveTo>
                  <a:lnTo>
                    <a:pt x="223669" y="1038804"/>
                  </a:lnTo>
                  <a:lnTo>
                    <a:pt x="213951" y="1031272"/>
                  </a:lnTo>
                  <a:close/>
                  <a:moveTo>
                    <a:pt x="122191" y="732934"/>
                  </a:moveTo>
                  <a:lnTo>
                    <a:pt x="113927" y="681397"/>
                  </a:lnTo>
                  <a:lnTo>
                    <a:pt x="108274" y="736677"/>
                  </a:lnTo>
                  <a:close/>
                  <a:moveTo>
                    <a:pt x="1038922" y="1614884"/>
                  </a:moveTo>
                  <a:lnTo>
                    <a:pt x="957289" y="1619248"/>
                  </a:lnTo>
                  <a:lnTo>
                    <a:pt x="996051" y="1629272"/>
                  </a:lnTo>
                  <a:close/>
                  <a:moveTo>
                    <a:pt x="896868" y="1555237"/>
                  </a:moveTo>
                  <a:lnTo>
                    <a:pt x="843861" y="1544513"/>
                  </a:lnTo>
                  <a:lnTo>
                    <a:pt x="881669" y="1557519"/>
                  </a:lnTo>
                  <a:close/>
                  <a:moveTo>
                    <a:pt x="892394" y="1496130"/>
                  </a:moveTo>
                  <a:lnTo>
                    <a:pt x="852970" y="1490199"/>
                  </a:lnTo>
                  <a:lnTo>
                    <a:pt x="896868" y="1555237"/>
                  </a:lnTo>
                  <a:close/>
                  <a:moveTo>
                    <a:pt x="892394" y="1496130"/>
                  </a:moveTo>
                  <a:lnTo>
                    <a:pt x="829859" y="1446245"/>
                  </a:lnTo>
                  <a:lnTo>
                    <a:pt x="852970" y="1490199"/>
                  </a:lnTo>
                  <a:close/>
                  <a:moveTo>
                    <a:pt x="791205" y="1387416"/>
                  </a:moveTo>
                  <a:lnTo>
                    <a:pt x="744831" y="1454446"/>
                  </a:lnTo>
                  <a:lnTo>
                    <a:pt x="787124" y="1443006"/>
                  </a:lnTo>
                  <a:close/>
                  <a:moveTo>
                    <a:pt x="447741" y="1027065"/>
                  </a:moveTo>
                  <a:lnTo>
                    <a:pt x="440444" y="966523"/>
                  </a:lnTo>
                  <a:lnTo>
                    <a:pt x="392828" y="970982"/>
                  </a:lnTo>
                  <a:close/>
                  <a:moveTo>
                    <a:pt x="392828" y="970982"/>
                  </a:moveTo>
                  <a:lnTo>
                    <a:pt x="431117" y="915094"/>
                  </a:lnTo>
                  <a:lnTo>
                    <a:pt x="356739" y="937580"/>
                  </a:lnTo>
                  <a:close/>
                  <a:moveTo>
                    <a:pt x="431117" y="915094"/>
                  </a:moveTo>
                  <a:lnTo>
                    <a:pt x="448995" y="966523"/>
                  </a:lnTo>
                  <a:lnTo>
                    <a:pt x="481115" y="975172"/>
                  </a:lnTo>
                  <a:close/>
                  <a:moveTo>
                    <a:pt x="398916" y="863450"/>
                  </a:moveTo>
                  <a:lnTo>
                    <a:pt x="377356" y="888164"/>
                  </a:lnTo>
                  <a:lnTo>
                    <a:pt x="410225" y="869336"/>
                  </a:lnTo>
                  <a:close/>
                  <a:moveTo>
                    <a:pt x="332666" y="863450"/>
                  </a:moveTo>
                  <a:lnTo>
                    <a:pt x="363498" y="836353"/>
                  </a:lnTo>
                  <a:lnTo>
                    <a:pt x="322403" y="864769"/>
                  </a:lnTo>
                  <a:close/>
                  <a:moveTo>
                    <a:pt x="322403" y="864769"/>
                  </a:moveTo>
                  <a:lnTo>
                    <a:pt x="363498" y="836353"/>
                  </a:lnTo>
                  <a:lnTo>
                    <a:pt x="348343" y="818920"/>
                  </a:lnTo>
                  <a:close/>
                  <a:moveTo>
                    <a:pt x="322403" y="864769"/>
                  </a:moveTo>
                  <a:lnTo>
                    <a:pt x="348343" y="818920"/>
                  </a:lnTo>
                  <a:lnTo>
                    <a:pt x="293264" y="825716"/>
                  </a:lnTo>
                  <a:close/>
                  <a:moveTo>
                    <a:pt x="363498" y="836353"/>
                  </a:moveTo>
                  <a:lnTo>
                    <a:pt x="398916" y="863450"/>
                  </a:lnTo>
                  <a:lnTo>
                    <a:pt x="348343" y="818920"/>
                  </a:lnTo>
                  <a:close/>
                  <a:moveTo>
                    <a:pt x="398916" y="863450"/>
                  </a:moveTo>
                  <a:lnTo>
                    <a:pt x="410225" y="869336"/>
                  </a:lnTo>
                  <a:lnTo>
                    <a:pt x="348343" y="818920"/>
                  </a:lnTo>
                  <a:close/>
                  <a:moveTo>
                    <a:pt x="661786" y="1224206"/>
                  </a:moveTo>
                  <a:lnTo>
                    <a:pt x="650367" y="1172669"/>
                  </a:lnTo>
                  <a:lnTo>
                    <a:pt x="664707" y="1190833"/>
                  </a:lnTo>
                  <a:close/>
                  <a:moveTo>
                    <a:pt x="1067588" y="1587161"/>
                  </a:moveTo>
                  <a:lnTo>
                    <a:pt x="996051" y="1629272"/>
                  </a:lnTo>
                  <a:lnTo>
                    <a:pt x="1023117" y="1595566"/>
                  </a:lnTo>
                  <a:close/>
                  <a:moveTo>
                    <a:pt x="661786" y="1224206"/>
                  </a:moveTo>
                  <a:lnTo>
                    <a:pt x="701673" y="1275742"/>
                  </a:lnTo>
                  <a:lnTo>
                    <a:pt x="736293" y="1251648"/>
                  </a:lnTo>
                  <a:close/>
                  <a:moveTo>
                    <a:pt x="647408" y="1064237"/>
                  </a:moveTo>
                  <a:lnTo>
                    <a:pt x="625440" y="1059288"/>
                  </a:lnTo>
                  <a:lnTo>
                    <a:pt x="691601" y="1097039"/>
                  </a:lnTo>
                  <a:close/>
                  <a:moveTo>
                    <a:pt x="440444" y="966523"/>
                  </a:moveTo>
                  <a:lnTo>
                    <a:pt x="446498" y="971998"/>
                  </a:lnTo>
                  <a:lnTo>
                    <a:pt x="445935" y="965790"/>
                  </a:lnTo>
                  <a:close/>
                  <a:moveTo>
                    <a:pt x="445935" y="965790"/>
                  </a:moveTo>
                  <a:lnTo>
                    <a:pt x="446498" y="971998"/>
                  </a:lnTo>
                  <a:lnTo>
                    <a:pt x="448995" y="966523"/>
                  </a:lnTo>
                  <a:close/>
                  <a:moveTo>
                    <a:pt x="556564" y="890892"/>
                  </a:moveTo>
                  <a:lnTo>
                    <a:pt x="554744" y="953294"/>
                  </a:lnTo>
                  <a:lnTo>
                    <a:pt x="556638" y="899541"/>
                  </a:lnTo>
                  <a:close/>
                  <a:moveTo>
                    <a:pt x="332666" y="863450"/>
                  </a:moveTo>
                  <a:lnTo>
                    <a:pt x="377356" y="888164"/>
                  </a:lnTo>
                  <a:lnTo>
                    <a:pt x="379160" y="856608"/>
                  </a:lnTo>
                  <a:close/>
                  <a:moveTo>
                    <a:pt x="363498" y="836353"/>
                  </a:moveTo>
                  <a:lnTo>
                    <a:pt x="332666" y="863450"/>
                  </a:lnTo>
                  <a:lnTo>
                    <a:pt x="379160" y="856608"/>
                  </a:lnTo>
                  <a:close/>
                  <a:moveTo>
                    <a:pt x="379160" y="856608"/>
                  </a:moveTo>
                  <a:lnTo>
                    <a:pt x="377356" y="888164"/>
                  </a:lnTo>
                  <a:lnTo>
                    <a:pt x="398916" y="863450"/>
                  </a:lnTo>
                  <a:close/>
                  <a:moveTo>
                    <a:pt x="379160" y="856608"/>
                  </a:moveTo>
                  <a:lnTo>
                    <a:pt x="398916" y="863450"/>
                  </a:lnTo>
                  <a:lnTo>
                    <a:pt x="363498" y="836353"/>
                  </a:lnTo>
                  <a:close/>
                  <a:moveTo>
                    <a:pt x="197437" y="639428"/>
                  </a:moveTo>
                  <a:lnTo>
                    <a:pt x="240313" y="642554"/>
                  </a:lnTo>
                  <a:lnTo>
                    <a:pt x="214587" y="628950"/>
                  </a:lnTo>
                  <a:close/>
                  <a:moveTo>
                    <a:pt x="1076527" y="1560868"/>
                  </a:moveTo>
                  <a:lnTo>
                    <a:pt x="1100019" y="1573513"/>
                  </a:lnTo>
                  <a:lnTo>
                    <a:pt x="1070885" y="1552471"/>
                  </a:lnTo>
                  <a:close/>
                  <a:moveTo>
                    <a:pt x="1076527" y="1560868"/>
                  </a:moveTo>
                  <a:lnTo>
                    <a:pt x="1070885" y="1552471"/>
                  </a:lnTo>
                  <a:lnTo>
                    <a:pt x="1071276" y="1509331"/>
                  </a:lnTo>
                  <a:close/>
                  <a:moveTo>
                    <a:pt x="1047449" y="1383295"/>
                  </a:moveTo>
                  <a:lnTo>
                    <a:pt x="1029867" y="1446126"/>
                  </a:lnTo>
                  <a:lnTo>
                    <a:pt x="1053179" y="1382164"/>
                  </a:lnTo>
                  <a:close/>
                  <a:moveTo>
                    <a:pt x="888478" y="1406258"/>
                  </a:moveTo>
                  <a:lnTo>
                    <a:pt x="931723" y="1428536"/>
                  </a:lnTo>
                  <a:lnTo>
                    <a:pt x="939702" y="1394928"/>
                  </a:lnTo>
                  <a:close/>
                  <a:moveTo>
                    <a:pt x="995139" y="1387840"/>
                  </a:moveTo>
                  <a:lnTo>
                    <a:pt x="931723" y="1428536"/>
                  </a:lnTo>
                  <a:lnTo>
                    <a:pt x="982530" y="1443819"/>
                  </a:lnTo>
                  <a:close/>
                  <a:moveTo>
                    <a:pt x="995139" y="1387840"/>
                  </a:moveTo>
                  <a:lnTo>
                    <a:pt x="939702" y="1394928"/>
                  </a:lnTo>
                  <a:lnTo>
                    <a:pt x="931723" y="1428536"/>
                  </a:lnTo>
                  <a:close/>
                  <a:moveTo>
                    <a:pt x="1047449" y="1383295"/>
                  </a:moveTo>
                  <a:lnTo>
                    <a:pt x="995139" y="1387840"/>
                  </a:lnTo>
                  <a:lnTo>
                    <a:pt x="982530" y="1443819"/>
                  </a:lnTo>
                  <a:close/>
                  <a:moveTo>
                    <a:pt x="885890" y="1337950"/>
                  </a:moveTo>
                  <a:lnTo>
                    <a:pt x="935421" y="1335665"/>
                  </a:lnTo>
                  <a:lnTo>
                    <a:pt x="920140" y="1285345"/>
                  </a:lnTo>
                  <a:close/>
                  <a:moveTo>
                    <a:pt x="982465" y="1335400"/>
                  </a:moveTo>
                  <a:lnTo>
                    <a:pt x="945509" y="1305404"/>
                  </a:lnTo>
                  <a:lnTo>
                    <a:pt x="920140" y="1285345"/>
                  </a:lnTo>
                  <a:close/>
                  <a:moveTo>
                    <a:pt x="935421" y="1335665"/>
                  </a:moveTo>
                  <a:lnTo>
                    <a:pt x="982465" y="1335400"/>
                  </a:lnTo>
                  <a:lnTo>
                    <a:pt x="920140" y="1285345"/>
                  </a:lnTo>
                  <a:close/>
                  <a:moveTo>
                    <a:pt x="868807" y="1289095"/>
                  </a:moveTo>
                  <a:lnTo>
                    <a:pt x="920140" y="1285345"/>
                  </a:lnTo>
                  <a:lnTo>
                    <a:pt x="893031" y="1283871"/>
                  </a:lnTo>
                  <a:close/>
                  <a:moveTo>
                    <a:pt x="793200" y="1125075"/>
                  </a:moveTo>
                  <a:lnTo>
                    <a:pt x="774574" y="1148575"/>
                  </a:lnTo>
                  <a:lnTo>
                    <a:pt x="790564" y="1126495"/>
                  </a:lnTo>
                  <a:close/>
                  <a:moveTo>
                    <a:pt x="791918" y="1120284"/>
                  </a:moveTo>
                  <a:lnTo>
                    <a:pt x="767644" y="1072945"/>
                  </a:lnTo>
                  <a:lnTo>
                    <a:pt x="790564" y="1126495"/>
                  </a:lnTo>
                  <a:close/>
                  <a:moveTo>
                    <a:pt x="790564" y="1126495"/>
                  </a:moveTo>
                  <a:lnTo>
                    <a:pt x="767644" y="1072945"/>
                  </a:lnTo>
                  <a:lnTo>
                    <a:pt x="709422" y="1091738"/>
                  </a:lnTo>
                  <a:close/>
                  <a:moveTo>
                    <a:pt x="774574" y="1148575"/>
                  </a:moveTo>
                  <a:lnTo>
                    <a:pt x="791918" y="1120284"/>
                  </a:lnTo>
                  <a:lnTo>
                    <a:pt x="790564" y="1126495"/>
                  </a:lnTo>
                  <a:close/>
                  <a:moveTo>
                    <a:pt x="647408" y="1064237"/>
                  </a:moveTo>
                  <a:lnTo>
                    <a:pt x="709422" y="1091738"/>
                  </a:lnTo>
                  <a:lnTo>
                    <a:pt x="722424" y="1035132"/>
                  </a:lnTo>
                  <a:close/>
                  <a:moveTo>
                    <a:pt x="709422" y="1091738"/>
                  </a:moveTo>
                  <a:lnTo>
                    <a:pt x="767644" y="1072945"/>
                  </a:lnTo>
                  <a:lnTo>
                    <a:pt x="722424" y="1035132"/>
                  </a:lnTo>
                  <a:close/>
                  <a:moveTo>
                    <a:pt x="377868" y="620280"/>
                  </a:moveTo>
                  <a:lnTo>
                    <a:pt x="420851" y="609726"/>
                  </a:lnTo>
                  <a:lnTo>
                    <a:pt x="411772" y="609116"/>
                  </a:lnTo>
                  <a:close/>
                  <a:moveTo>
                    <a:pt x="920733" y="1117647"/>
                  </a:moveTo>
                  <a:lnTo>
                    <a:pt x="966915" y="1151924"/>
                  </a:lnTo>
                  <a:lnTo>
                    <a:pt x="905749" y="1108816"/>
                  </a:lnTo>
                  <a:close/>
                  <a:moveTo>
                    <a:pt x="767644" y="1072945"/>
                  </a:moveTo>
                  <a:lnTo>
                    <a:pt x="791918" y="1120284"/>
                  </a:lnTo>
                  <a:lnTo>
                    <a:pt x="786197" y="1067303"/>
                  </a:lnTo>
                  <a:close/>
                  <a:moveTo>
                    <a:pt x="724385" y="1016830"/>
                  </a:moveTo>
                  <a:lnTo>
                    <a:pt x="778591" y="948001"/>
                  </a:lnTo>
                  <a:lnTo>
                    <a:pt x="712487" y="963759"/>
                  </a:lnTo>
                  <a:close/>
                  <a:moveTo>
                    <a:pt x="670276" y="960094"/>
                  </a:moveTo>
                  <a:lnTo>
                    <a:pt x="712487" y="963759"/>
                  </a:lnTo>
                  <a:lnTo>
                    <a:pt x="699859" y="911283"/>
                  </a:lnTo>
                  <a:close/>
                  <a:moveTo>
                    <a:pt x="659888" y="905797"/>
                  </a:moveTo>
                  <a:lnTo>
                    <a:pt x="699859" y="911283"/>
                  </a:lnTo>
                  <a:lnTo>
                    <a:pt x="695614" y="851991"/>
                  </a:lnTo>
                  <a:close/>
                  <a:moveTo>
                    <a:pt x="659888" y="905797"/>
                  </a:moveTo>
                  <a:lnTo>
                    <a:pt x="695614" y="851991"/>
                  </a:lnTo>
                  <a:lnTo>
                    <a:pt x="649027" y="851884"/>
                  </a:lnTo>
                  <a:close/>
                  <a:moveTo>
                    <a:pt x="649027" y="851884"/>
                  </a:moveTo>
                  <a:lnTo>
                    <a:pt x="695614" y="851991"/>
                  </a:lnTo>
                  <a:lnTo>
                    <a:pt x="681329" y="800862"/>
                  </a:lnTo>
                  <a:close/>
                  <a:moveTo>
                    <a:pt x="411772" y="609116"/>
                  </a:moveTo>
                  <a:lnTo>
                    <a:pt x="421064" y="607105"/>
                  </a:lnTo>
                  <a:lnTo>
                    <a:pt x="377394" y="607074"/>
                  </a:lnTo>
                  <a:close/>
                  <a:moveTo>
                    <a:pt x="1222224" y="1442656"/>
                  </a:moveTo>
                  <a:lnTo>
                    <a:pt x="1220917" y="1506461"/>
                  </a:lnTo>
                  <a:lnTo>
                    <a:pt x="1258600" y="1507492"/>
                  </a:lnTo>
                  <a:close/>
                  <a:moveTo>
                    <a:pt x="1229436" y="1437050"/>
                  </a:moveTo>
                  <a:lnTo>
                    <a:pt x="1222224" y="1442656"/>
                  </a:lnTo>
                  <a:lnTo>
                    <a:pt x="1258600" y="1507492"/>
                  </a:lnTo>
                  <a:close/>
                  <a:moveTo>
                    <a:pt x="1295749" y="1420864"/>
                  </a:moveTo>
                  <a:lnTo>
                    <a:pt x="1308919" y="1385396"/>
                  </a:lnTo>
                  <a:lnTo>
                    <a:pt x="1278281" y="1372323"/>
                  </a:lnTo>
                  <a:close/>
                  <a:moveTo>
                    <a:pt x="1220285" y="1381490"/>
                  </a:moveTo>
                  <a:lnTo>
                    <a:pt x="1278281" y="1372323"/>
                  </a:lnTo>
                  <a:lnTo>
                    <a:pt x="1254439" y="1328962"/>
                  </a:lnTo>
                  <a:close/>
                  <a:moveTo>
                    <a:pt x="1213277" y="1324444"/>
                  </a:moveTo>
                  <a:lnTo>
                    <a:pt x="1254439" y="1328962"/>
                  </a:lnTo>
                  <a:lnTo>
                    <a:pt x="1238370" y="1279283"/>
                  </a:lnTo>
                  <a:close/>
                  <a:moveTo>
                    <a:pt x="305562" y="119916"/>
                  </a:moveTo>
                  <a:lnTo>
                    <a:pt x="219534" y="107850"/>
                  </a:lnTo>
                  <a:lnTo>
                    <a:pt x="254122" y="102270"/>
                  </a:lnTo>
                  <a:close/>
                  <a:moveTo>
                    <a:pt x="1000974" y="846053"/>
                  </a:moveTo>
                  <a:lnTo>
                    <a:pt x="985668" y="781055"/>
                  </a:lnTo>
                  <a:lnTo>
                    <a:pt x="991487" y="770423"/>
                  </a:lnTo>
                  <a:close/>
                  <a:moveTo>
                    <a:pt x="874090" y="742980"/>
                  </a:moveTo>
                  <a:lnTo>
                    <a:pt x="898396" y="764332"/>
                  </a:lnTo>
                  <a:lnTo>
                    <a:pt x="908863" y="729827"/>
                  </a:lnTo>
                  <a:close/>
                  <a:moveTo>
                    <a:pt x="805747" y="691443"/>
                  </a:moveTo>
                  <a:lnTo>
                    <a:pt x="809091" y="644891"/>
                  </a:lnTo>
                  <a:lnTo>
                    <a:pt x="832029" y="615813"/>
                  </a:lnTo>
                  <a:close/>
                  <a:moveTo>
                    <a:pt x="685618" y="492822"/>
                  </a:moveTo>
                  <a:lnTo>
                    <a:pt x="644649" y="514323"/>
                  </a:lnTo>
                  <a:lnTo>
                    <a:pt x="716636" y="473894"/>
                  </a:lnTo>
                  <a:close/>
                  <a:moveTo>
                    <a:pt x="1047920" y="755483"/>
                  </a:moveTo>
                  <a:lnTo>
                    <a:pt x="991487" y="770423"/>
                  </a:lnTo>
                  <a:lnTo>
                    <a:pt x="1072931" y="797737"/>
                  </a:lnTo>
                  <a:close/>
                  <a:moveTo>
                    <a:pt x="1072931" y="797737"/>
                  </a:moveTo>
                  <a:lnTo>
                    <a:pt x="985668" y="781055"/>
                  </a:lnTo>
                  <a:lnTo>
                    <a:pt x="1017661" y="765772"/>
                  </a:lnTo>
                  <a:close/>
                  <a:moveTo>
                    <a:pt x="858575" y="607243"/>
                  </a:moveTo>
                  <a:lnTo>
                    <a:pt x="905938" y="657633"/>
                  </a:lnTo>
                  <a:lnTo>
                    <a:pt x="903854" y="608414"/>
                  </a:lnTo>
                  <a:close/>
                  <a:moveTo>
                    <a:pt x="858575" y="607243"/>
                  </a:moveTo>
                  <a:lnTo>
                    <a:pt x="903854" y="608414"/>
                  </a:lnTo>
                  <a:lnTo>
                    <a:pt x="889592" y="596515"/>
                  </a:lnTo>
                  <a:close/>
                  <a:moveTo>
                    <a:pt x="658925" y="341894"/>
                  </a:moveTo>
                  <a:lnTo>
                    <a:pt x="673504" y="352409"/>
                  </a:lnTo>
                  <a:lnTo>
                    <a:pt x="718451" y="345780"/>
                  </a:lnTo>
                  <a:close/>
                  <a:moveTo>
                    <a:pt x="744772" y="348066"/>
                  </a:moveTo>
                  <a:lnTo>
                    <a:pt x="706656" y="341071"/>
                  </a:lnTo>
                  <a:lnTo>
                    <a:pt x="767886" y="355931"/>
                  </a:lnTo>
                  <a:close/>
                  <a:moveTo>
                    <a:pt x="706656" y="341071"/>
                  </a:moveTo>
                  <a:lnTo>
                    <a:pt x="718451" y="345780"/>
                  </a:lnTo>
                  <a:lnTo>
                    <a:pt x="767886" y="355931"/>
                  </a:lnTo>
                  <a:close/>
                  <a:moveTo>
                    <a:pt x="601133" y="255057"/>
                  </a:moveTo>
                  <a:lnTo>
                    <a:pt x="645292" y="290234"/>
                  </a:lnTo>
                  <a:lnTo>
                    <a:pt x="599351" y="249839"/>
                  </a:lnTo>
                  <a:close/>
                  <a:moveTo>
                    <a:pt x="587060" y="236850"/>
                  </a:moveTo>
                  <a:lnTo>
                    <a:pt x="601133" y="255057"/>
                  </a:lnTo>
                  <a:lnTo>
                    <a:pt x="599351" y="249839"/>
                  </a:lnTo>
                  <a:close/>
                  <a:moveTo>
                    <a:pt x="606864" y="195989"/>
                  </a:moveTo>
                  <a:lnTo>
                    <a:pt x="605653" y="233624"/>
                  </a:lnTo>
                  <a:lnTo>
                    <a:pt x="589823" y="214215"/>
                  </a:lnTo>
                  <a:close/>
                  <a:moveTo>
                    <a:pt x="589823" y="214215"/>
                  </a:moveTo>
                  <a:lnTo>
                    <a:pt x="605653" y="233624"/>
                  </a:lnTo>
                  <a:lnTo>
                    <a:pt x="587060" y="236850"/>
                  </a:lnTo>
                  <a:close/>
                  <a:moveTo>
                    <a:pt x="509575" y="88859"/>
                  </a:moveTo>
                  <a:lnTo>
                    <a:pt x="494673" y="76353"/>
                  </a:lnTo>
                  <a:lnTo>
                    <a:pt x="494274" y="148816"/>
                  </a:lnTo>
                  <a:close/>
                  <a:moveTo>
                    <a:pt x="494274" y="148816"/>
                  </a:moveTo>
                  <a:lnTo>
                    <a:pt x="494673" y="76353"/>
                  </a:lnTo>
                  <a:lnTo>
                    <a:pt x="432672" y="98173"/>
                  </a:lnTo>
                  <a:close/>
                  <a:moveTo>
                    <a:pt x="494274" y="148816"/>
                  </a:moveTo>
                  <a:lnTo>
                    <a:pt x="432672" y="98173"/>
                  </a:lnTo>
                  <a:lnTo>
                    <a:pt x="451291" y="145779"/>
                  </a:lnTo>
                  <a:close/>
                  <a:moveTo>
                    <a:pt x="794750" y="321471"/>
                  </a:moveTo>
                  <a:lnTo>
                    <a:pt x="767886" y="355931"/>
                  </a:lnTo>
                  <a:lnTo>
                    <a:pt x="718451" y="345780"/>
                  </a:lnTo>
                  <a:close/>
                  <a:moveTo>
                    <a:pt x="549733" y="52259"/>
                  </a:moveTo>
                  <a:lnTo>
                    <a:pt x="509575" y="88859"/>
                  </a:lnTo>
                  <a:lnTo>
                    <a:pt x="545882" y="127890"/>
                  </a:lnTo>
                  <a:close/>
                  <a:moveTo>
                    <a:pt x="780930" y="0"/>
                  </a:moveTo>
                  <a:lnTo>
                    <a:pt x="783746" y="4071"/>
                  </a:lnTo>
                  <a:lnTo>
                    <a:pt x="784210" y="229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9" name="Output_density__4268">
              <a:extLst>
                <a:ext uri="{FF2B5EF4-FFF2-40B4-BE49-F238E27FC236}">
                  <a16:creationId xmlns:a16="http://schemas.microsoft.com/office/drawing/2014/main" id="{DCFF86F0-BFD0-8D3C-6191-BB9F0A585C11}"/>
                </a:ext>
              </a:extLst>
            </p:cNvPr>
            <p:cNvSpPr>
              <a:spLocks noGrp="1"/>
            </p:cNvSpPr>
            <p:nvPr/>
          </p:nvSpPr>
          <p:spPr>
            <a:xfrm>
              <a:off x="15316483" y="2309942"/>
              <a:ext cx="1299619" cy="1948336"/>
            </a:xfrm>
            <a:custGeom>
              <a:avLst/>
              <a:gdLst/>
              <a:ahLst/>
              <a:cxnLst/>
              <a:rect l="0" t="0" r="0" b="0"/>
              <a:pathLst>
                <a:path w="1299619" h="1948336">
                  <a:moveTo>
                    <a:pt x="418920" y="1896800"/>
                  </a:moveTo>
                  <a:lnTo>
                    <a:pt x="442031" y="1948336"/>
                  </a:lnTo>
                  <a:lnTo>
                    <a:pt x="502434" y="1924242"/>
                  </a:lnTo>
                  <a:close/>
                  <a:moveTo>
                    <a:pt x="418920" y="1896800"/>
                  </a:moveTo>
                  <a:lnTo>
                    <a:pt x="502434" y="1924242"/>
                  </a:lnTo>
                  <a:lnTo>
                    <a:pt x="492825" y="1872706"/>
                  </a:lnTo>
                  <a:close/>
                  <a:moveTo>
                    <a:pt x="492825" y="1872706"/>
                  </a:moveTo>
                  <a:lnTo>
                    <a:pt x="510487" y="1922181"/>
                  </a:lnTo>
                  <a:lnTo>
                    <a:pt x="495005" y="1872025"/>
                  </a:lnTo>
                  <a:close/>
                  <a:moveTo>
                    <a:pt x="492825" y="1872706"/>
                  </a:moveTo>
                  <a:lnTo>
                    <a:pt x="502434" y="1924242"/>
                  </a:lnTo>
                  <a:lnTo>
                    <a:pt x="510487" y="1922181"/>
                  </a:lnTo>
                  <a:close/>
                  <a:moveTo>
                    <a:pt x="490094" y="1857475"/>
                  </a:moveTo>
                  <a:lnTo>
                    <a:pt x="492825" y="1872706"/>
                  </a:lnTo>
                  <a:lnTo>
                    <a:pt x="495005" y="1872025"/>
                  </a:lnTo>
                  <a:close/>
                  <a:moveTo>
                    <a:pt x="47898" y="1051469"/>
                  </a:moveTo>
                  <a:lnTo>
                    <a:pt x="76227" y="1027375"/>
                  </a:lnTo>
                  <a:lnTo>
                    <a:pt x="39946" y="999932"/>
                  </a:lnTo>
                  <a:close/>
                  <a:moveTo>
                    <a:pt x="766137" y="1724793"/>
                  </a:moveTo>
                  <a:lnTo>
                    <a:pt x="722443" y="1748887"/>
                  </a:lnTo>
                  <a:lnTo>
                    <a:pt x="786885" y="1776330"/>
                  </a:lnTo>
                  <a:close/>
                  <a:moveTo>
                    <a:pt x="766137" y="1724793"/>
                  </a:moveTo>
                  <a:lnTo>
                    <a:pt x="779007" y="1699367"/>
                  </a:lnTo>
                  <a:lnTo>
                    <a:pt x="698512" y="1697351"/>
                  </a:lnTo>
                  <a:close/>
                  <a:moveTo>
                    <a:pt x="722443" y="1748887"/>
                  </a:moveTo>
                  <a:lnTo>
                    <a:pt x="766137" y="1724793"/>
                  </a:lnTo>
                  <a:lnTo>
                    <a:pt x="698512" y="1697351"/>
                  </a:lnTo>
                  <a:close/>
                  <a:moveTo>
                    <a:pt x="766137" y="1724793"/>
                  </a:moveTo>
                  <a:lnTo>
                    <a:pt x="820099" y="1759658"/>
                  </a:lnTo>
                  <a:lnTo>
                    <a:pt x="812799" y="1702849"/>
                  </a:lnTo>
                  <a:close/>
                  <a:moveTo>
                    <a:pt x="766137" y="1724793"/>
                  </a:moveTo>
                  <a:lnTo>
                    <a:pt x="786885" y="1776330"/>
                  </a:lnTo>
                  <a:lnTo>
                    <a:pt x="820099" y="1759658"/>
                  </a:lnTo>
                  <a:close/>
                  <a:moveTo>
                    <a:pt x="779007" y="1699367"/>
                  </a:moveTo>
                  <a:lnTo>
                    <a:pt x="766137" y="1724793"/>
                  </a:lnTo>
                  <a:lnTo>
                    <a:pt x="812799" y="1702849"/>
                  </a:lnTo>
                  <a:close/>
                  <a:moveTo>
                    <a:pt x="858266" y="1686127"/>
                  </a:moveTo>
                  <a:lnTo>
                    <a:pt x="846978" y="1713045"/>
                  </a:lnTo>
                  <a:lnTo>
                    <a:pt x="821651" y="1700699"/>
                  </a:lnTo>
                  <a:close/>
                  <a:moveTo>
                    <a:pt x="812799" y="1702849"/>
                  </a:moveTo>
                  <a:lnTo>
                    <a:pt x="814851" y="1724793"/>
                  </a:lnTo>
                  <a:lnTo>
                    <a:pt x="779007" y="1699367"/>
                  </a:lnTo>
                  <a:close/>
                  <a:moveTo>
                    <a:pt x="846978" y="1713045"/>
                  </a:moveTo>
                  <a:lnTo>
                    <a:pt x="858266" y="1686127"/>
                  </a:lnTo>
                  <a:lnTo>
                    <a:pt x="839137" y="1724793"/>
                  </a:lnTo>
                  <a:close/>
                  <a:moveTo>
                    <a:pt x="839137" y="1724793"/>
                  </a:moveTo>
                  <a:lnTo>
                    <a:pt x="858266" y="1686127"/>
                  </a:lnTo>
                  <a:lnTo>
                    <a:pt x="867052" y="1649163"/>
                  </a:lnTo>
                  <a:close/>
                  <a:moveTo>
                    <a:pt x="897333" y="1734850"/>
                  </a:moveTo>
                  <a:lnTo>
                    <a:pt x="949647" y="1718209"/>
                  </a:lnTo>
                  <a:lnTo>
                    <a:pt x="918044" y="1693252"/>
                  </a:lnTo>
                  <a:close/>
                  <a:moveTo>
                    <a:pt x="897333" y="1734850"/>
                  </a:moveTo>
                  <a:lnTo>
                    <a:pt x="918044" y="1693252"/>
                  </a:lnTo>
                  <a:lnTo>
                    <a:pt x="870635" y="1693812"/>
                  </a:lnTo>
                  <a:close/>
                  <a:moveTo>
                    <a:pt x="858266" y="1686127"/>
                  </a:moveTo>
                  <a:lnTo>
                    <a:pt x="821651" y="1700699"/>
                  </a:lnTo>
                  <a:lnTo>
                    <a:pt x="870635" y="1693812"/>
                  </a:lnTo>
                  <a:close/>
                  <a:moveTo>
                    <a:pt x="870635" y="1693812"/>
                  </a:moveTo>
                  <a:lnTo>
                    <a:pt x="867052" y="1649163"/>
                  </a:lnTo>
                  <a:lnTo>
                    <a:pt x="858266" y="1686127"/>
                  </a:lnTo>
                  <a:close/>
                  <a:moveTo>
                    <a:pt x="918044" y="1693252"/>
                  </a:moveTo>
                  <a:lnTo>
                    <a:pt x="949647" y="1718209"/>
                  </a:lnTo>
                  <a:lnTo>
                    <a:pt x="989501" y="1692540"/>
                  </a:lnTo>
                  <a:close/>
                  <a:moveTo>
                    <a:pt x="788964" y="1470459"/>
                  </a:moveTo>
                  <a:lnTo>
                    <a:pt x="773535" y="1544010"/>
                  </a:lnTo>
                  <a:lnTo>
                    <a:pt x="790777" y="1473573"/>
                  </a:lnTo>
                  <a:close/>
                  <a:moveTo>
                    <a:pt x="788964" y="1470459"/>
                  </a:moveTo>
                  <a:lnTo>
                    <a:pt x="788022" y="1463274"/>
                  </a:lnTo>
                  <a:lnTo>
                    <a:pt x="736568" y="1443017"/>
                  </a:lnTo>
                  <a:close/>
                  <a:moveTo>
                    <a:pt x="741372" y="1494553"/>
                  </a:moveTo>
                  <a:lnTo>
                    <a:pt x="788964" y="1470459"/>
                  </a:lnTo>
                  <a:lnTo>
                    <a:pt x="736568" y="1443017"/>
                  </a:lnTo>
                  <a:close/>
                  <a:moveTo>
                    <a:pt x="766336" y="1426909"/>
                  </a:moveTo>
                  <a:lnTo>
                    <a:pt x="788022" y="1463274"/>
                  </a:lnTo>
                  <a:lnTo>
                    <a:pt x="789614" y="1418923"/>
                  </a:lnTo>
                  <a:close/>
                  <a:moveTo>
                    <a:pt x="404356" y="1076873"/>
                  </a:moveTo>
                  <a:lnTo>
                    <a:pt x="413211" y="1058167"/>
                  </a:lnTo>
                  <a:lnTo>
                    <a:pt x="394753" y="1082260"/>
                  </a:lnTo>
                  <a:close/>
                  <a:moveTo>
                    <a:pt x="955178" y="1725805"/>
                  </a:moveTo>
                  <a:lnTo>
                    <a:pt x="989501" y="1692540"/>
                  </a:lnTo>
                  <a:lnTo>
                    <a:pt x="949647" y="1718209"/>
                  </a:lnTo>
                  <a:close/>
                  <a:moveTo>
                    <a:pt x="955178" y="1725805"/>
                  </a:moveTo>
                  <a:lnTo>
                    <a:pt x="1023323" y="1708386"/>
                  </a:lnTo>
                  <a:lnTo>
                    <a:pt x="989501" y="1692540"/>
                  </a:lnTo>
                  <a:close/>
                  <a:moveTo>
                    <a:pt x="1073446" y="1696821"/>
                  </a:moveTo>
                  <a:lnTo>
                    <a:pt x="1023323" y="1708386"/>
                  </a:lnTo>
                  <a:lnTo>
                    <a:pt x="1042642" y="1704048"/>
                  </a:lnTo>
                  <a:close/>
                  <a:moveTo>
                    <a:pt x="989501" y="1692540"/>
                  </a:moveTo>
                  <a:lnTo>
                    <a:pt x="1023323" y="1708386"/>
                  </a:lnTo>
                  <a:lnTo>
                    <a:pt x="1073446" y="1696821"/>
                  </a:lnTo>
                  <a:close/>
                  <a:moveTo>
                    <a:pt x="788964" y="1470459"/>
                  </a:moveTo>
                  <a:lnTo>
                    <a:pt x="790777" y="1473573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88964" y="1470459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91776" y="1468970"/>
                  </a:lnTo>
                  <a:lnTo>
                    <a:pt x="789614" y="1418923"/>
                  </a:lnTo>
                  <a:close/>
                  <a:moveTo>
                    <a:pt x="883835" y="1377027"/>
                  </a:moveTo>
                  <a:lnTo>
                    <a:pt x="869867" y="1380722"/>
                  </a:lnTo>
                  <a:lnTo>
                    <a:pt x="819254" y="1394828"/>
                  </a:lnTo>
                  <a:close/>
                  <a:moveTo>
                    <a:pt x="869867" y="1380722"/>
                  </a:moveTo>
                  <a:lnTo>
                    <a:pt x="885597" y="1370735"/>
                  </a:lnTo>
                  <a:lnTo>
                    <a:pt x="920244" y="1338479"/>
                  </a:lnTo>
                  <a:close/>
                  <a:moveTo>
                    <a:pt x="869867" y="1380722"/>
                  </a:moveTo>
                  <a:lnTo>
                    <a:pt x="883835" y="1377027"/>
                  </a:lnTo>
                  <a:lnTo>
                    <a:pt x="885597" y="1370735"/>
                  </a:lnTo>
                  <a:close/>
                  <a:moveTo>
                    <a:pt x="727762" y="1240219"/>
                  </a:moveTo>
                  <a:lnTo>
                    <a:pt x="775387" y="1267661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27762" y="1240219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63873" y="1216125"/>
                  </a:lnTo>
                  <a:lnTo>
                    <a:pt x="768996" y="1164588"/>
                  </a:lnTo>
                  <a:close/>
                  <a:moveTo>
                    <a:pt x="356169" y="700759"/>
                  </a:moveTo>
                  <a:lnTo>
                    <a:pt x="317708" y="710103"/>
                  </a:lnTo>
                  <a:lnTo>
                    <a:pt x="327521" y="764868"/>
                  </a:lnTo>
                  <a:close/>
                  <a:moveTo>
                    <a:pt x="372095" y="686453"/>
                  </a:moveTo>
                  <a:lnTo>
                    <a:pt x="317708" y="710103"/>
                  </a:lnTo>
                  <a:lnTo>
                    <a:pt x="356169" y="700759"/>
                  </a:lnTo>
                  <a:close/>
                  <a:moveTo>
                    <a:pt x="0" y="364096"/>
                  </a:moveTo>
                  <a:lnTo>
                    <a:pt x="7265" y="415633"/>
                  </a:lnTo>
                  <a:lnTo>
                    <a:pt x="31538" y="340003"/>
                  </a:lnTo>
                  <a:close/>
                  <a:moveTo>
                    <a:pt x="39304" y="315588"/>
                  </a:moveTo>
                  <a:lnTo>
                    <a:pt x="0" y="364096"/>
                  </a:lnTo>
                  <a:lnTo>
                    <a:pt x="31538" y="340003"/>
                  </a:lnTo>
                  <a:close/>
                  <a:moveTo>
                    <a:pt x="1148671" y="1576881"/>
                  </a:moveTo>
                  <a:lnTo>
                    <a:pt x="1148280" y="1620020"/>
                  </a:lnTo>
                  <a:lnTo>
                    <a:pt x="1208634" y="1583113"/>
                  </a:lnTo>
                  <a:close/>
                  <a:moveTo>
                    <a:pt x="1208634" y="1583113"/>
                  </a:moveTo>
                  <a:lnTo>
                    <a:pt x="1148280" y="1620020"/>
                  </a:lnTo>
                  <a:lnTo>
                    <a:pt x="1162389" y="1584886"/>
                  </a:lnTo>
                  <a:close/>
                  <a:moveTo>
                    <a:pt x="1208634" y="1583113"/>
                  </a:moveTo>
                  <a:lnTo>
                    <a:pt x="1190013" y="1561332"/>
                  </a:lnTo>
                  <a:lnTo>
                    <a:pt x="1148671" y="1576881"/>
                  </a:lnTo>
                  <a:close/>
                  <a:moveTo>
                    <a:pt x="1190013" y="1561332"/>
                  </a:moveTo>
                  <a:lnTo>
                    <a:pt x="1208634" y="1583113"/>
                  </a:lnTo>
                  <a:lnTo>
                    <a:pt x="1216110" y="1552787"/>
                  </a:lnTo>
                  <a:close/>
                  <a:moveTo>
                    <a:pt x="768996" y="1164588"/>
                  </a:moveTo>
                  <a:lnTo>
                    <a:pt x="813372" y="1200441"/>
                  </a:lnTo>
                  <a:lnTo>
                    <a:pt x="786817" y="1159287"/>
                  </a:lnTo>
                  <a:close/>
                  <a:moveTo>
                    <a:pt x="768996" y="1164588"/>
                  </a:moveTo>
                  <a:lnTo>
                    <a:pt x="763873" y="1216125"/>
                  </a:lnTo>
                  <a:lnTo>
                    <a:pt x="813372" y="1200441"/>
                  </a:lnTo>
                  <a:close/>
                  <a:moveTo>
                    <a:pt x="634033" y="967090"/>
                  </a:moveTo>
                  <a:lnTo>
                    <a:pt x="662831" y="939862"/>
                  </a:lnTo>
                  <a:lnTo>
                    <a:pt x="633959" y="958442"/>
                  </a:lnTo>
                  <a:close/>
                  <a:moveTo>
                    <a:pt x="662831" y="939862"/>
                  </a:moveTo>
                  <a:lnTo>
                    <a:pt x="666574" y="934348"/>
                  </a:lnTo>
                  <a:lnTo>
                    <a:pt x="633959" y="958442"/>
                  </a:lnTo>
                  <a:close/>
                  <a:moveTo>
                    <a:pt x="639588" y="906905"/>
                  </a:moveTo>
                  <a:lnTo>
                    <a:pt x="633959" y="958442"/>
                  </a:lnTo>
                  <a:lnTo>
                    <a:pt x="666574" y="934348"/>
                  </a:lnTo>
                  <a:close/>
                  <a:moveTo>
                    <a:pt x="639588" y="906905"/>
                  </a:moveTo>
                  <a:lnTo>
                    <a:pt x="666574" y="934348"/>
                  </a:lnTo>
                  <a:lnTo>
                    <a:pt x="675107" y="882811"/>
                  </a:lnTo>
                  <a:close/>
                  <a:moveTo>
                    <a:pt x="356169" y="700759"/>
                  </a:moveTo>
                  <a:lnTo>
                    <a:pt x="406998" y="738237"/>
                  </a:lnTo>
                  <a:lnTo>
                    <a:pt x="382053" y="695774"/>
                  </a:lnTo>
                  <a:close/>
                  <a:moveTo>
                    <a:pt x="459659" y="733407"/>
                  </a:moveTo>
                  <a:lnTo>
                    <a:pt x="448518" y="676665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56169" y="700759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82053" y="695774"/>
                  </a:lnTo>
                  <a:lnTo>
                    <a:pt x="382004" y="649222"/>
                  </a:lnTo>
                  <a:close/>
                  <a:moveTo>
                    <a:pt x="382004" y="649222"/>
                  </a:moveTo>
                  <a:lnTo>
                    <a:pt x="382053" y="695774"/>
                  </a:lnTo>
                  <a:lnTo>
                    <a:pt x="448518" y="676665"/>
                  </a:lnTo>
                  <a:close/>
                  <a:moveTo>
                    <a:pt x="382004" y="649222"/>
                  </a:moveTo>
                  <a:lnTo>
                    <a:pt x="448518" y="676665"/>
                  </a:lnTo>
                  <a:lnTo>
                    <a:pt x="435908" y="625128"/>
                  </a:lnTo>
                  <a:close/>
                  <a:moveTo>
                    <a:pt x="437510" y="621452"/>
                  </a:moveTo>
                  <a:lnTo>
                    <a:pt x="382004" y="649222"/>
                  </a:lnTo>
                  <a:lnTo>
                    <a:pt x="435908" y="625128"/>
                  </a:lnTo>
                  <a:close/>
                  <a:moveTo>
                    <a:pt x="1208634" y="1583113"/>
                  </a:moveTo>
                  <a:lnTo>
                    <a:pt x="1235705" y="1586928"/>
                  </a:lnTo>
                  <a:lnTo>
                    <a:pt x="1216110" y="1552787"/>
                  </a:lnTo>
                  <a:close/>
                  <a:moveTo>
                    <a:pt x="1216110" y="1552787"/>
                  </a:moveTo>
                  <a:lnTo>
                    <a:pt x="1235705" y="1586928"/>
                  </a:lnTo>
                  <a:lnTo>
                    <a:pt x="1274267" y="1580230"/>
                  </a:lnTo>
                  <a:close/>
                  <a:moveTo>
                    <a:pt x="1216110" y="1552787"/>
                  </a:moveTo>
                  <a:lnTo>
                    <a:pt x="1274267" y="1580230"/>
                  </a:lnTo>
                  <a:lnTo>
                    <a:pt x="1275595" y="1528693"/>
                  </a:lnTo>
                  <a:close/>
                  <a:moveTo>
                    <a:pt x="1117278" y="1394253"/>
                  </a:moveTo>
                  <a:lnTo>
                    <a:pt x="1122285" y="1434945"/>
                  </a:lnTo>
                  <a:lnTo>
                    <a:pt x="1180170" y="1374083"/>
                  </a:lnTo>
                  <a:close/>
                  <a:moveTo>
                    <a:pt x="1180170" y="1374083"/>
                  </a:moveTo>
                  <a:lnTo>
                    <a:pt x="1122285" y="1434945"/>
                  </a:lnTo>
                  <a:lnTo>
                    <a:pt x="1130574" y="1449714"/>
                  </a:lnTo>
                  <a:close/>
                  <a:moveTo>
                    <a:pt x="1180170" y="1374083"/>
                  </a:moveTo>
                  <a:lnTo>
                    <a:pt x="1130574" y="1449714"/>
                  </a:lnTo>
                  <a:lnTo>
                    <a:pt x="1188370" y="1425620"/>
                  </a:lnTo>
                  <a:close/>
                  <a:moveTo>
                    <a:pt x="1100324" y="1398177"/>
                  </a:moveTo>
                  <a:lnTo>
                    <a:pt x="1122285" y="1434945"/>
                  </a:lnTo>
                  <a:lnTo>
                    <a:pt x="1117278" y="1394253"/>
                  </a:lnTo>
                  <a:close/>
                  <a:moveTo>
                    <a:pt x="448518" y="676665"/>
                  </a:moveTo>
                  <a:lnTo>
                    <a:pt x="454789" y="674623"/>
                  </a:lnTo>
                  <a:lnTo>
                    <a:pt x="435908" y="625128"/>
                  </a:lnTo>
                  <a:close/>
                  <a:moveTo>
                    <a:pt x="1275595" y="1528693"/>
                  </a:moveTo>
                  <a:lnTo>
                    <a:pt x="1299619" y="1510206"/>
                  </a:lnTo>
                  <a:lnTo>
                    <a:pt x="1285545" y="1453063"/>
                  </a:lnTo>
                  <a:close/>
                  <a:moveTo>
                    <a:pt x="1213923" y="1416407"/>
                  </a:moveTo>
                  <a:lnTo>
                    <a:pt x="1210609" y="1455597"/>
                  </a:lnTo>
                  <a:lnTo>
                    <a:pt x="1261098" y="1401526"/>
                  </a:lnTo>
                  <a:close/>
                  <a:moveTo>
                    <a:pt x="1188370" y="1425620"/>
                  </a:moveTo>
                  <a:lnTo>
                    <a:pt x="1210609" y="1455597"/>
                  </a:lnTo>
                  <a:lnTo>
                    <a:pt x="1213923" y="1416407"/>
                  </a:lnTo>
                  <a:close/>
                  <a:moveTo>
                    <a:pt x="1180170" y="1374083"/>
                  </a:moveTo>
                  <a:lnTo>
                    <a:pt x="1213923" y="1416407"/>
                  </a:lnTo>
                  <a:lnTo>
                    <a:pt x="1194947" y="1369092"/>
                  </a:lnTo>
                  <a:close/>
                  <a:moveTo>
                    <a:pt x="1180170" y="1374083"/>
                  </a:moveTo>
                  <a:lnTo>
                    <a:pt x="1188370" y="1425620"/>
                  </a:lnTo>
                  <a:lnTo>
                    <a:pt x="1213923" y="1416407"/>
                  </a:lnTo>
                  <a:close/>
                  <a:moveTo>
                    <a:pt x="1261098" y="1401526"/>
                  </a:moveTo>
                  <a:lnTo>
                    <a:pt x="1253003" y="1349989"/>
                  </a:lnTo>
                  <a:lnTo>
                    <a:pt x="1213923" y="1416407"/>
                  </a:lnTo>
                  <a:close/>
                  <a:moveTo>
                    <a:pt x="1253003" y="1349989"/>
                  </a:moveTo>
                  <a:lnTo>
                    <a:pt x="1194947" y="1369092"/>
                  </a:lnTo>
                  <a:lnTo>
                    <a:pt x="1213923" y="1416407"/>
                  </a:lnTo>
                  <a:close/>
                  <a:moveTo>
                    <a:pt x="1160380" y="1322547"/>
                  </a:moveTo>
                  <a:lnTo>
                    <a:pt x="1194947" y="1369092"/>
                  </a:lnTo>
                  <a:lnTo>
                    <a:pt x="1186237" y="1313430"/>
                  </a:lnTo>
                  <a:close/>
                  <a:moveTo>
                    <a:pt x="1160380" y="1322547"/>
                  </a:moveTo>
                  <a:lnTo>
                    <a:pt x="1180170" y="1374083"/>
                  </a:lnTo>
                  <a:lnTo>
                    <a:pt x="1194947" y="1369092"/>
                  </a:lnTo>
                  <a:close/>
                  <a:moveTo>
                    <a:pt x="1253003" y="1349989"/>
                  </a:moveTo>
                  <a:lnTo>
                    <a:pt x="1254701" y="1310876"/>
                  </a:lnTo>
                  <a:lnTo>
                    <a:pt x="1194947" y="1369092"/>
                  </a:lnTo>
                  <a:close/>
                  <a:moveTo>
                    <a:pt x="1261098" y="1401526"/>
                  </a:moveTo>
                  <a:lnTo>
                    <a:pt x="1297680" y="1449040"/>
                  </a:lnTo>
                  <a:lnTo>
                    <a:pt x="1290672" y="1391993"/>
                  </a:lnTo>
                  <a:close/>
                  <a:moveTo>
                    <a:pt x="1261098" y="1401526"/>
                  </a:moveTo>
                  <a:lnTo>
                    <a:pt x="1285545" y="1453063"/>
                  </a:lnTo>
                  <a:lnTo>
                    <a:pt x="1297680" y="1449040"/>
                  </a:lnTo>
                  <a:close/>
                  <a:moveTo>
                    <a:pt x="1253003" y="1349989"/>
                  </a:moveTo>
                  <a:lnTo>
                    <a:pt x="1290672" y="1391993"/>
                  </a:lnTo>
                  <a:lnTo>
                    <a:pt x="1272667" y="1343889"/>
                  </a:lnTo>
                  <a:close/>
                  <a:moveTo>
                    <a:pt x="1253003" y="1349989"/>
                  </a:moveTo>
                  <a:lnTo>
                    <a:pt x="1261098" y="1401526"/>
                  </a:lnTo>
                  <a:lnTo>
                    <a:pt x="1290672" y="1391993"/>
                  </a:lnTo>
                  <a:close/>
                  <a:moveTo>
                    <a:pt x="1254701" y="1310876"/>
                  </a:moveTo>
                  <a:lnTo>
                    <a:pt x="1253003" y="1349989"/>
                  </a:lnTo>
                  <a:lnTo>
                    <a:pt x="1272667" y="1343889"/>
                  </a:lnTo>
                  <a:close/>
                  <a:moveTo>
                    <a:pt x="921556" y="668883"/>
                  </a:moveTo>
                  <a:lnTo>
                    <a:pt x="862209" y="707456"/>
                  </a:lnTo>
                  <a:lnTo>
                    <a:pt x="909424" y="683362"/>
                  </a:lnTo>
                  <a:close/>
                  <a:moveTo>
                    <a:pt x="722044" y="581872"/>
                  </a:moveTo>
                  <a:lnTo>
                    <a:pt x="715634" y="604383"/>
                  </a:lnTo>
                  <a:lnTo>
                    <a:pt x="746245" y="589603"/>
                  </a:lnTo>
                  <a:close/>
                  <a:moveTo>
                    <a:pt x="648896" y="379792"/>
                  </a:moveTo>
                  <a:lnTo>
                    <a:pt x="593732" y="398237"/>
                  </a:lnTo>
                  <a:lnTo>
                    <a:pt x="657455" y="380161"/>
                  </a:lnTo>
                  <a:close/>
                  <a:moveTo>
                    <a:pt x="648896" y="379792"/>
                  </a:moveTo>
                  <a:lnTo>
                    <a:pt x="657455" y="380161"/>
                  </a:lnTo>
                  <a:lnTo>
                    <a:pt x="662878" y="374143"/>
                  </a:lnTo>
                  <a:close/>
                  <a:moveTo>
                    <a:pt x="506160" y="163847"/>
                  </a:moveTo>
                  <a:lnTo>
                    <a:pt x="451303" y="175514"/>
                  </a:lnTo>
                  <a:lnTo>
                    <a:pt x="502126" y="167996"/>
                  </a:lnTo>
                  <a:close/>
                  <a:moveTo>
                    <a:pt x="422050" y="158952"/>
                  </a:moveTo>
                  <a:lnTo>
                    <a:pt x="451303" y="175514"/>
                  </a:lnTo>
                  <a:lnTo>
                    <a:pt x="506160" y="163847"/>
                  </a:lnTo>
                  <a:close/>
                  <a:moveTo>
                    <a:pt x="451303" y="175514"/>
                  </a:moveTo>
                  <a:lnTo>
                    <a:pt x="472324" y="212017"/>
                  </a:lnTo>
                  <a:lnTo>
                    <a:pt x="502126" y="167996"/>
                  </a:lnTo>
                  <a:close/>
                  <a:moveTo>
                    <a:pt x="1125315" y="823032"/>
                  </a:moveTo>
                  <a:lnTo>
                    <a:pt x="1056036" y="822331"/>
                  </a:lnTo>
                  <a:lnTo>
                    <a:pt x="1068882" y="837972"/>
                  </a:lnTo>
                  <a:close/>
                  <a:moveTo>
                    <a:pt x="1028691" y="786435"/>
                  </a:moveTo>
                  <a:lnTo>
                    <a:pt x="1056036" y="822331"/>
                  </a:lnTo>
                  <a:lnTo>
                    <a:pt x="1056026" y="778638"/>
                  </a:lnTo>
                  <a:close/>
                  <a:moveTo>
                    <a:pt x="921556" y="668883"/>
                  </a:moveTo>
                  <a:lnTo>
                    <a:pt x="909424" y="683362"/>
                  </a:lnTo>
                  <a:lnTo>
                    <a:pt x="935970" y="674792"/>
                  </a:lnTo>
                  <a:close/>
                  <a:moveTo>
                    <a:pt x="694355" y="405578"/>
                  </a:moveTo>
                  <a:lnTo>
                    <a:pt x="662878" y="374143"/>
                  </a:lnTo>
                  <a:lnTo>
                    <a:pt x="657455" y="380161"/>
                  </a:lnTo>
                  <a:close/>
                  <a:moveTo>
                    <a:pt x="510067" y="165722"/>
                  </a:moveTo>
                  <a:lnTo>
                    <a:pt x="502126" y="167996"/>
                  </a:lnTo>
                  <a:lnTo>
                    <a:pt x="476261" y="217967"/>
                  </a:lnTo>
                  <a:close/>
                  <a:moveTo>
                    <a:pt x="506160" y="163847"/>
                  </a:moveTo>
                  <a:lnTo>
                    <a:pt x="502126" y="167996"/>
                  </a:lnTo>
                  <a:lnTo>
                    <a:pt x="510067" y="165722"/>
                  </a:lnTo>
                  <a:close/>
                  <a:moveTo>
                    <a:pt x="506160" y="163847"/>
                  </a:moveTo>
                  <a:lnTo>
                    <a:pt x="510067" y="165722"/>
                  </a:lnTo>
                  <a:lnTo>
                    <a:pt x="516424" y="116460"/>
                  </a:lnTo>
                  <a:close/>
                  <a:moveTo>
                    <a:pt x="516424" y="116460"/>
                  </a:moveTo>
                  <a:lnTo>
                    <a:pt x="510067" y="165722"/>
                  </a:lnTo>
                  <a:lnTo>
                    <a:pt x="572068" y="143903"/>
                  </a:lnTo>
                  <a:close/>
                  <a:moveTo>
                    <a:pt x="516424" y="116460"/>
                  </a:moveTo>
                  <a:lnTo>
                    <a:pt x="572068" y="143903"/>
                  </a:lnTo>
                  <a:lnTo>
                    <a:pt x="546343" y="92366"/>
                  </a:lnTo>
                  <a:close/>
                  <a:moveTo>
                    <a:pt x="561982" y="62982"/>
                  </a:moveTo>
                  <a:lnTo>
                    <a:pt x="516424" y="116460"/>
                  </a:lnTo>
                  <a:lnTo>
                    <a:pt x="546343" y="92366"/>
                  </a:lnTo>
                  <a:close/>
                  <a:moveTo>
                    <a:pt x="546343" y="92366"/>
                  </a:moveTo>
                  <a:lnTo>
                    <a:pt x="572068" y="143903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46343" y="92366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61982" y="62982"/>
                  </a:lnTo>
                  <a:lnTo>
                    <a:pt x="546343" y="92366"/>
                  </a:lnTo>
                  <a:close/>
                  <a:moveTo>
                    <a:pt x="941783" y="339810"/>
                  </a:moveTo>
                  <a:lnTo>
                    <a:pt x="884478" y="377492"/>
                  </a:lnTo>
                  <a:lnTo>
                    <a:pt x="931066" y="353398"/>
                  </a:lnTo>
                  <a:close/>
                  <a:moveTo>
                    <a:pt x="588115" y="25790"/>
                  </a:moveTo>
                  <a:lnTo>
                    <a:pt x="617298" y="0"/>
                  </a:lnTo>
                  <a:lnTo>
                    <a:pt x="590252" y="16735"/>
                  </a:lnTo>
                  <a:close/>
                  <a:moveTo>
                    <a:pt x="941783" y="339810"/>
                  </a:moveTo>
                  <a:lnTo>
                    <a:pt x="953900" y="346501"/>
                  </a:lnTo>
                  <a:lnTo>
                    <a:pt x="1012347" y="294061"/>
                  </a:lnTo>
                  <a:close/>
                  <a:moveTo>
                    <a:pt x="1077032" y="226332"/>
                  </a:moveTo>
                  <a:lnTo>
                    <a:pt x="1042130" y="230737"/>
                  </a:lnTo>
                  <a:lnTo>
                    <a:pt x="1024045" y="277767"/>
                  </a:lnTo>
                  <a:close/>
                  <a:moveTo>
                    <a:pt x="1042130" y="230737"/>
                  </a:moveTo>
                  <a:lnTo>
                    <a:pt x="1077032" y="226332"/>
                  </a:lnTo>
                  <a:lnTo>
                    <a:pt x="1044230" y="22623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70" name="Output_density__4269">
              <a:extLst>
                <a:ext uri="{FF2B5EF4-FFF2-40B4-BE49-F238E27FC236}">
                  <a16:creationId xmlns:a16="http://schemas.microsoft.com/office/drawing/2014/main" id="{8D106607-EFDA-92B3-E36B-64C8968D9CBD}"/>
                </a:ext>
              </a:extLst>
            </p:cNvPr>
            <p:cNvSpPr>
              <a:spLocks noGrp="1"/>
            </p:cNvSpPr>
            <p:nvPr/>
          </p:nvSpPr>
          <p:spPr>
            <a:xfrm>
              <a:off x="15422272" y="2278621"/>
              <a:ext cx="1299693" cy="1868046"/>
            </a:xfrm>
            <a:custGeom>
              <a:avLst/>
              <a:gdLst/>
              <a:ahLst/>
              <a:cxnLst/>
              <a:rect l="0" t="0" r="0" b="0"/>
              <a:pathLst>
                <a:path w="1299693" h="1868046">
                  <a:moveTo>
                    <a:pt x="28824" y="1594807"/>
                  </a:moveTo>
                  <a:lnTo>
                    <a:pt x="48312" y="1640854"/>
                  </a:lnTo>
                  <a:lnTo>
                    <a:pt x="81227" y="1629020"/>
                  </a:lnTo>
                  <a:close/>
                  <a:moveTo>
                    <a:pt x="28824" y="1594807"/>
                  </a:moveTo>
                  <a:lnTo>
                    <a:pt x="0" y="1618901"/>
                  </a:lnTo>
                  <a:lnTo>
                    <a:pt x="48312" y="1640854"/>
                  </a:lnTo>
                  <a:close/>
                  <a:moveTo>
                    <a:pt x="126270" y="1622750"/>
                  </a:moveTo>
                  <a:lnTo>
                    <a:pt x="151390" y="1581772"/>
                  </a:lnTo>
                  <a:lnTo>
                    <a:pt x="81227" y="1629020"/>
                  </a:lnTo>
                  <a:close/>
                  <a:moveTo>
                    <a:pt x="151390" y="1581772"/>
                  </a:moveTo>
                  <a:lnTo>
                    <a:pt x="126270" y="1622750"/>
                  </a:lnTo>
                  <a:lnTo>
                    <a:pt x="197198" y="1578361"/>
                  </a:lnTo>
                  <a:close/>
                  <a:moveTo>
                    <a:pt x="250893" y="1563379"/>
                  </a:moveTo>
                  <a:lnTo>
                    <a:pt x="197198" y="1578361"/>
                  </a:lnTo>
                  <a:lnTo>
                    <a:pt x="245149" y="1582966"/>
                  </a:lnTo>
                  <a:close/>
                  <a:moveTo>
                    <a:pt x="250893" y="1563379"/>
                  </a:moveTo>
                  <a:lnTo>
                    <a:pt x="201240" y="1565763"/>
                  </a:lnTo>
                  <a:lnTo>
                    <a:pt x="197198" y="1578361"/>
                  </a:lnTo>
                  <a:close/>
                  <a:moveTo>
                    <a:pt x="201240" y="1565763"/>
                  </a:moveTo>
                  <a:lnTo>
                    <a:pt x="250893" y="1563379"/>
                  </a:lnTo>
                  <a:lnTo>
                    <a:pt x="215872" y="1513282"/>
                  </a:lnTo>
                  <a:close/>
                  <a:moveTo>
                    <a:pt x="681097" y="1807651"/>
                  </a:moveTo>
                  <a:lnTo>
                    <a:pt x="663208" y="1828161"/>
                  </a:lnTo>
                  <a:lnTo>
                    <a:pt x="669316" y="1827559"/>
                  </a:lnTo>
                  <a:close/>
                  <a:moveTo>
                    <a:pt x="872151" y="1815533"/>
                  </a:moveTo>
                  <a:lnTo>
                    <a:pt x="886848" y="1835094"/>
                  </a:lnTo>
                  <a:lnTo>
                    <a:pt x="882626" y="1830831"/>
                  </a:lnTo>
                  <a:close/>
                  <a:moveTo>
                    <a:pt x="872151" y="1815533"/>
                  </a:moveTo>
                  <a:lnTo>
                    <a:pt x="852940" y="1783484"/>
                  </a:lnTo>
                  <a:lnTo>
                    <a:pt x="829738" y="1831634"/>
                  </a:lnTo>
                  <a:close/>
                  <a:moveTo>
                    <a:pt x="444748" y="1244097"/>
                  </a:moveTo>
                  <a:lnTo>
                    <a:pt x="435662" y="1271410"/>
                  </a:lnTo>
                  <a:lnTo>
                    <a:pt x="460957" y="1255576"/>
                  </a:lnTo>
                  <a:close/>
                  <a:moveTo>
                    <a:pt x="460957" y="1255576"/>
                  </a:moveTo>
                  <a:lnTo>
                    <a:pt x="435662" y="1271410"/>
                  </a:lnTo>
                  <a:lnTo>
                    <a:pt x="437396" y="1299491"/>
                  </a:lnTo>
                  <a:close/>
                  <a:moveTo>
                    <a:pt x="460957" y="1255576"/>
                  </a:moveTo>
                  <a:lnTo>
                    <a:pt x="437396" y="1299491"/>
                  </a:lnTo>
                  <a:lnTo>
                    <a:pt x="470518" y="1310545"/>
                  </a:lnTo>
                  <a:close/>
                  <a:moveTo>
                    <a:pt x="444748" y="1244097"/>
                  </a:moveTo>
                  <a:lnTo>
                    <a:pt x="460957" y="1255576"/>
                  </a:lnTo>
                  <a:lnTo>
                    <a:pt x="434029" y="1192560"/>
                  </a:lnTo>
                  <a:close/>
                  <a:moveTo>
                    <a:pt x="899117" y="1862536"/>
                  </a:moveTo>
                  <a:lnTo>
                    <a:pt x="882626" y="1830831"/>
                  </a:lnTo>
                  <a:lnTo>
                    <a:pt x="914026" y="1868046"/>
                  </a:lnTo>
                  <a:close/>
                  <a:moveTo>
                    <a:pt x="418105" y="1070868"/>
                  </a:moveTo>
                  <a:lnTo>
                    <a:pt x="442555" y="1122505"/>
                  </a:lnTo>
                  <a:lnTo>
                    <a:pt x="452722" y="1074042"/>
                  </a:lnTo>
                  <a:close/>
                  <a:moveTo>
                    <a:pt x="419348" y="1125935"/>
                  </a:moveTo>
                  <a:lnTo>
                    <a:pt x="442555" y="1122505"/>
                  </a:lnTo>
                  <a:lnTo>
                    <a:pt x="418105" y="1070868"/>
                  </a:lnTo>
                  <a:close/>
                  <a:moveTo>
                    <a:pt x="328346" y="1036450"/>
                  </a:moveTo>
                  <a:lnTo>
                    <a:pt x="294010" y="963640"/>
                  </a:lnTo>
                  <a:lnTo>
                    <a:pt x="296560" y="1024309"/>
                  </a:lnTo>
                  <a:close/>
                  <a:moveTo>
                    <a:pt x="165827" y="826350"/>
                  </a:moveTo>
                  <a:lnTo>
                    <a:pt x="184720" y="857212"/>
                  </a:lnTo>
                  <a:lnTo>
                    <a:pt x="220675" y="856741"/>
                  </a:lnTo>
                  <a:close/>
                  <a:moveTo>
                    <a:pt x="673280" y="1374613"/>
                  </a:moveTo>
                  <a:lnTo>
                    <a:pt x="672403" y="1385849"/>
                  </a:lnTo>
                  <a:lnTo>
                    <a:pt x="697744" y="1417685"/>
                  </a:lnTo>
                  <a:close/>
                  <a:moveTo>
                    <a:pt x="673280" y="1374613"/>
                  </a:moveTo>
                  <a:lnTo>
                    <a:pt x="649575" y="1341665"/>
                  </a:lnTo>
                  <a:lnTo>
                    <a:pt x="672403" y="1385849"/>
                  </a:lnTo>
                  <a:close/>
                  <a:moveTo>
                    <a:pt x="1003285" y="1726449"/>
                  </a:moveTo>
                  <a:lnTo>
                    <a:pt x="998394" y="1786906"/>
                  </a:lnTo>
                  <a:lnTo>
                    <a:pt x="1021509" y="1754806"/>
                  </a:lnTo>
                  <a:close/>
                  <a:moveTo>
                    <a:pt x="1003285" y="1726449"/>
                  </a:moveTo>
                  <a:lnTo>
                    <a:pt x="1021509" y="1754806"/>
                  </a:lnTo>
                  <a:lnTo>
                    <a:pt x="1048752" y="1721763"/>
                  </a:lnTo>
                  <a:close/>
                  <a:moveTo>
                    <a:pt x="102519" y="589651"/>
                  </a:moveTo>
                  <a:lnTo>
                    <a:pt x="171070" y="536377"/>
                  </a:lnTo>
                  <a:lnTo>
                    <a:pt x="130556" y="559577"/>
                  </a:lnTo>
                  <a:close/>
                  <a:moveTo>
                    <a:pt x="1071625" y="1672383"/>
                  </a:moveTo>
                  <a:lnTo>
                    <a:pt x="1083138" y="1675650"/>
                  </a:lnTo>
                  <a:lnTo>
                    <a:pt x="1119414" y="1676379"/>
                  </a:lnTo>
                  <a:close/>
                  <a:moveTo>
                    <a:pt x="840504" y="1332288"/>
                  </a:moveTo>
                  <a:lnTo>
                    <a:pt x="866474" y="1342019"/>
                  </a:lnTo>
                  <a:lnTo>
                    <a:pt x="898023" y="1372666"/>
                  </a:lnTo>
                  <a:close/>
                  <a:moveTo>
                    <a:pt x="835015" y="1329613"/>
                  </a:moveTo>
                  <a:lnTo>
                    <a:pt x="866474" y="1342019"/>
                  </a:lnTo>
                  <a:lnTo>
                    <a:pt x="840504" y="1332288"/>
                  </a:lnTo>
                  <a:close/>
                  <a:moveTo>
                    <a:pt x="349475" y="719151"/>
                  </a:moveTo>
                  <a:lnTo>
                    <a:pt x="374197" y="771804"/>
                  </a:lnTo>
                  <a:lnTo>
                    <a:pt x="392458" y="708596"/>
                  </a:lnTo>
                  <a:close/>
                  <a:moveTo>
                    <a:pt x="143575" y="508033"/>
                  </a:moveTo>
                  <a:lnTo>
                    <a:pt x="130556" y="559577"/>
                  </a:lnTo>
                  <a:lnTo>
                    <a:pt x="192651" y="506118"/>
                  </a:lnTo>
                  <a:close/>
                  <a:moveTo>
                    <a:pt x="171070" y="536377"/>
                  </a:moveTo>
                  <a:lnTo>
                    <a:pt x="242153" y="501840"/>
                  </a:lnTo>
                  <a:lnTo>
                    <a:pt x="192651" y="506118"/>
                  </a:lnTo>
                  <a:close/>
                  <a:moveTo>
                    <a:pt x="192651" y="506118"/>
                  </a:moveTo>
                  <a:lnTo>
                    <a:pt x="242153" y="501840"/>
                  </a:lnTo>
                  <a:lnTo>
                    <a:pt x="197495" y="500276"/>
                  </a:lnTo>
                  <a:close/>
                  <a:moveTo>
                    <a:pt x="1188110" y="1623648"/>
                  </a:moveTo>
                  <a:lnTo>
                    <a:pt x="1216247" y="1624028"/>
                  </a:lnTo>
                  <a:lnTo>
                    <a:pt x="1198860" y="1611551"/>
                  </a:lnTo>
                  <a:close/>
                  <a:moveTo>
                    <a:pt x="1203981" y="1643208"/>
                  </a:moveTo>
                  <a:lnTo>
                    <a:pt x="1216247" y="1624028"/>
                  </a:lnTo>
                  <a:lnTo>
                    <a:pt x="1188110" y="1623648"/>
                  </a:lnTo>
                  <a:close/>
                  <a:moveTo>
                    <a:pt x="363612" y="637108"/>
                  </a:moveTo>
                  <a:lnTo>
                    <a:pt x="392671" y="705976"/>
                  </a:lnTo>
                  <a:lnTo>
                    <a:pt x="407267" y="633814"/>
                  </a:lnTo>
                  <a:close/>
                  <a:moveTo>
                    <a:pt x="396061" y="632355"/>
                  </a:moveTo>
                  <a:lnTo>
                    <a:pt x="407267" y="633814"/>
                  </a:lnTo>
                  <a:lnTo>
                    <a:pt x="408575" y="630535"/>
                  </a:lnTo>
                  <a:close/>
                  <a:moveTo>
                    <a:pt x="392671" y="705976"/>
                  </a:moveTo>
                  <a:lnTo>
                    <a:pt x="412989" y="632355"/>
                  </a:lnTo>
                  <a:lnTo>
                    <a:pt x="407267" y="633814"/>
                  </a:lnTo>
                  <a:close/>
                  <a:moveTo>
                    <a:pt x="461105" y="652264"/>
                  </a:moveTo>
                  <a:lnTo>
                    <a:pt x="412989" y="632355"/>
                  </a:lnTo>
                  <a:lnTo>
                    <a:pt x="392671" y="705976"/>
                  </a:lnTo>
                  <a:close/>
                  <a:moveTo>
                    <a:pt x="407267" y="633814"/>
                  </a:moveTo>
                  <a:lnTo>
                    <a:pt x="412989" y="632355"/>
                  </a:lnTo>
                  <a:lnTo>
                    <a:pt x="408575" y="630535"/>
                  </a:lnTo>
                  <a:close/>
                  <a:moveTo>
                    <a:pt x="242153" y="501840"/>
                  </a:moveTo>
                  <a:lnTo>
                    <a:pt x="244779" y="501720"/>
                  </a:lnTo>
                  <a:lnTo>
                    <a:pt x="197495" y="500276"/>
                  </a:lnTo>
                  <a:close/>
                  <a:moveTo>
                    <a:pt x="197495" y="500276"/>
                  </a:moveTo>
                  <a:lnTo>
                    <a:pt x="244779" y="501720"/>
                  </a:lnTo>
                  <a:lnTo>
                    <a:pt x="267265" y="451556"/>
                  </a:lnTo>
                  <a:close/>
                  <a:moveTo>
                    <a:pt x="244779" y="501720"/>
                  </a:moveTo>
                  <a:lnTo>
                    <a:pt x="244854" y="501840"/>
                  </a:lnTo>
                  <a:lnTo>
                    <a:pt x="267265" y="451556"/>
                  </a:lnTo>
                  <a:close/>
                  <a:moveTo>
                    <a:pt x="146737" y="485179"/>
                  </a:moveTo>
                  <a:lnTo>
                    <a:pt x="197495" y="500276"/>
                  </a:lnTo>
                  <a:lnTo>
                    <a:pt x="223169" y="461367"/>
                  </a:lnTo>
                  <a:close/>
                  <a:moveTo>
                    <a:pt x="461105" y="652264"/>
                  </a:moveTo>
                  <a:lnTo>
                    <a:pt x="471119" y="619885"/>
                  </a:lnTo>
                  <a:lnTo>
                    <a:pt x="412989" y="632355"/>
                  </a:lnTo>
                  <a:close/>
                  <a:moveTo>
                    <a:pt x="408575" y="630535"/>
                  </a:moveTo>
                  <a:lnTo>
                    <a:pt x="412989" y="632355"/>
                  </a:lnTo>
                  <a:lnTo>
                    <a:pt x="482775" y="598385"/>
                  </a:lnTo>
                  <a:close/>
                  <a:moveTo>
                    <a:pt x="1267356" y="1519734"/>
                  </a:moveTo>
                  <a:lnTo>
                    <a:pt x="1264057" y="1585160"/>
                  </a:lnTo>
                  <a:lnTo>
                    <a:pt x="1299693" y="1531427"/>
                  </a:lnTo>
                  <a:close/>
                  <a:moveTo>
                    <a:pt x="1267356" y="1519734"/>
                  </a:moveTo>
                  <a:lnTo>
                    <a:pt x="1299693" y="1531427"/>
                  </a:lnTo>
                  <a:lnTo>
                    <a:pt x="1280526" y="1484267"/>
                  </a:lnTo>
                  <a:close/>
                  <a:moveTo>
                    <a:pt x="1049289" y="1081130"/>
                  </a:moveTo>
                  <a:lnTo>
                    <a:pt x="1045525" y="1146932"/>
                  </a:lnTo>
                  <a:lnTo>
                    <a:pt x="1082356" y="1092229"/>
                  </a:lnTo>
                  <a:close/>
                  <a:moveTo>
                    <a:pt x="1062109" y="1045946"/>
                  </a:moveTo>
                  <a:lnTo>
                    <a:pt x="1044012" y="1029542"/>
                  </a:lnTo>
                  <a:lnTo>
                    <a:pt x="1049289" y="1081130"/>
                  </a:lnTo>
                  <a:close/>
                  <a:moveTo>
                    <a:pt x="1062109" y="1045946"/>
                  </a:moveTo>
                  <a:lnTo>
                    <a:pt x="1049289" y="1081130"/>
                  </a:lnTo>
                  <a:lnTo>
                    <a:pt x="1082356" y="1092229"/>
                  </a:lnTo>
                  <a:close/>
                  <a:moveTo>
                    <a:pt x="806936" y="802085"/>
                  </a:moveTo>
                  <a:lnTo>
                    <a:pt x="845697" y="841850"/>
                  </a:lnTo>
                  <a:lnTo>
                    <a:pt x="842214" y="799084"/>
                  </a:lnTo>
                  <a:close/>
                  <a:moveTo>
                    <a:pt x="842214" y="799084"/>
                  </a:moveTo>
                  <a:lnTo>
                    <a:pt x="845697" y="841850"/>
                  </a:lnTo>
                  <a:lnTo>
                    <a:pt x="877888" y="768054"/>
                  </a:lnTo>
                  <a:close/>
                  <a:moveTo>
                    <a:pt x="876839" y="766220"/>
                  </a:moveTo>
                  <a:lnTo>
                    <a:pt x="877888" y="768054"/>
                  </a:lnTo>
                  <a:lnTo>
                    <a:pt x="877545" y="756503"/>
                  </a:lnTo>
                  <a:close/>
                  <a:moveTo>
                    <a:pt x="876839" y="766220"/>
                  </a:moveTo>
                  <a:lnTo>
                    <a:pt x="877545" y="756503"/>
                  </a:lnTo>
                  <a:lnTo>
                    <a:pt x="889432" y="742126"/>
                  </a:lnTo>
                  <a:close/>
                  <a:moveTo>
                    <a:pt x="465881" y="247686"/>
                  </a:moveTo>
                  <a:lnTo>
                    <a:pt x="423228" y="280623"/>
                  </a:lnTo>
                  <a:lnTo>
                    <a:pt x="463207" y="255423"/>
                  </a:lnTo>
                  <a:close/>
                  <a:moveTo>
                    <a:pt x="517488" y="226760"/>
                  </a:moveTo>
                  <a:lnTo>
                    <a:pt x="516103" y="244839"/>
                  </a:lnTo>
                  <a:lnTo>
                    <a:pt x="543859" y="247391"/>
                  </a:lnTo>
                  <a:close/>
                  <a:moveTo>
                    <a:pt x="481182" y="187729"/>
                  </a:moveTo>
                  <a:lnTo>
                    <a:pt x="465881" y="247686"/>
                  </a:lnTo>
                  <a:lnTo>
                    <a:pt x="507327" y="245704"/>
                  </a:lnTo>
                  <a:close/>
                  <a:moveTo>
                    <a:pt x="516103" y="244839"/>
                  </a:moveTo>
                  <a:lnTo>
                    <a:pt x="572499" y="278297"/>
                  </a:lnTo>
                  <a:lnTo>
                    <a:pt x="543859" y="247391"/>
                  </a:lnTo>
                  <a:close/>
                  <a:moveTo>
                    <a:pt x="1044597" y="896715"/>
                  </a:moveTo>
                  <a:lnTo>
                    <a:pt x="1053434" y="948272"/>
                  </a:lnTo>
                  <a:lnTo>
                    <a:pt x="1044680" y="897140"/>
                  </a:lnTo>
                  <a:close/>
                  <a:moveTo>
                    <a:pt x="1044597" y="896715"/>
                  </a:moveTo>
                  <a:lnTo>
                    <a:pt x="1044680" y="897140"/>
                  </a:lnTo>
                  <a:lnTo>
                    <a:pt x="1044618" y="896736"/>
                  </a:lnTo>
                  <a:close/>
                  <a:moveTo>
                    <a:pt x="1044597" y="896715"/>
                  </a:moveTo>
                  <a:lnTo>
                    <a:pt x="1044618" y="896736"/>
                  </a:lnTo>
                  <a:lnTo>
                    <a:pt x="1044538" y="896608"/>
                  </a:lnTo>
                  <a:close/>
                  <a:moveTo>
                    <a:pt x="659318" y="178572"/>
                  </a:moveTo>
                  <a:lnTo>
                    <a:pt x="621352" y="134513"/>
                  </a:lnTo>
                  <a:lnTo>
                    <a:pt x="636829" y="150515"/>
                  </a:lnTo>
                  <a:close/>
                  <a:moveTo>
                    <a:pt x="705308" y="96966"/>
                  </a:moveTo>
                  <a:lnTo>
                    <a:pt x="752537" y="98871"/>
                  </a:lnTo>
                  <a:lnTo>
                    <a:pt x="722026" y="90650"/>
                  </a:lnTo>
                  <a:close/>
                  <a:moveTo>
                    <a:pt x="1012089" y="232972"/>
                  </a:moveTo>
                  <a:lnTo>
                    <a:pt x="1048462" y="266145"/>
                  </a:lnTo>
                  <a:lnTo>
                    <a:pt x="1045212" y="284994"/>
                  </a:lnTo>
                  <a:close/>
                  <a:moveTo>
                    <a:pt x="894092" y="1966"/>
                  </a:moveTo>
                  <a:lnTo>
                    <a:pt x="915575" y="54754"/>
                  </a:lnTo>
                  <a:lnTo>
                    <a:pt x="894438" y="3217"/>
                  </a:lnTo>
                  <a:close/>
                  <a:moveTo>
                    <a:pt x="894092" y="1966"/>
                  </a:moveTo>
                  <a:lnTo>
                    <a:pt x="921220" y="42655"/>
                  </a:lnTo>
                  <a:lnTo>
                    <a:pt x="915575" y="54754"/>
                  </a:lnTo>
                  <a:close/>
                  <a:moveTo>
                    <a:pt x="894092" y="1966"/>
                  </a:moveTo>
                  <a:lnTo>
                    <a:pt x="894438" y="3217"/>
                  </a:lnTo>
                  <a:lnTo>
                    <a:pt x="891693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1" name="Output_density__4270">
              <a:extLst>
                <a:ext uri="{FF2B5EF4-FFF2-40B4-BE49-F238E27FC236}">
                  <a16:creationId xmlns:a16="http://schemas.microsoft.com/office/drawing/2014/main" id="{627B5556-C4B2-9402-5F6E-AC1B5669E22C}"/>
                </a:ext>
              </a:extLst>
            </p:cNvPr>
            <p:cNvSpPr>
              <a:spLocks noGrp="1"/>
            </p:cNvSpPr>
            <p:nvPr/>
          </p:nvSpPr>
          <p:spPr>
            <a:xfrm>
              <a:off x="15470583" y="2396730"/>
              <a:ext cx="1252484" cy="1771264"/>
            </a:xfrm>
            <a:custGeom>
              <a:avLst/>
              <a:gdLst/>
              <a:ahLst/>
              <a:cxnLst/>
              <a:rect l="0" t="0" r="0" b="0"/>
              <a:pathLst>
                <a:path w="1252484" h="1771264">
                  <a:moveTo>
                    <a:pt x="32915" y="1510911"/>
                  </a:moveTo>
                  <a:lnTo>
                    <a:pt x="0" y="1522745"/>
                  </a:lnTo>
                  <a:lnTo>
                    <a:pt x="77958" y="1504641"/>
                  </a:lnTo>
                  <a:close/>
                  <a:moveTo>
                    <a:pt x="77958" y="1504641"/>
                  </a:moveTo>
                  <a:lnTo>
                    <a:pt x="122137" y="1495141"/>
                  </a:lnTo>
                  <a:lnTo>
                    <a:pt x="148886" y="1460252"/>
                  </a:lnTo>
                  <a:close/>
                  <a:moveTo>
                    <a:pt x="148886" y="1460252"/>
                  </a:moveTo>
                  <a:lnTo>
                    <a:pt x="122137" y="1495141"/>
                  </a:lnTo>
                  <a:lnTo>
                    <a:pt x="196837" y="1464857"/>
                  </a:lnTo>
                  <a:close/>
                  <a:moveTo>
                    <a:pt x="202581" y="1445270"/>
                  </a:moveTo>
                  <a:lnTo>
                    <a:pt x="212973" y="1390290"/>
                  </a:lnTo>
                  <a:lnTo>
                    <a:pt x="167560" y="1395173"/>
                  </a:lnTo>
                  <a:close/>
                  <a:moveTo>
                    <a:pt x="167560" y="1395173"/>
                  </a:moveTo>
                  <a:lnTo>
                    <a:pt x="212973" y="1390290"/>
                  </a:lnTo>
                  <a:lnTo>
                    <a:pt x="247162" y="1383213"/>
                  </a:lnTo>
                  <a:close/>
                  <a:moveTo>
                    <a:pt x="232611" y="1376974"/>
                  </a:moveTo>
                  <a:lnTo>
                    <a:pt x="247162" y="1383213"/>
                  </a:lnTo>
                  <a:lnTo>
                    <a:pt x="212973" y="1390290"/>
                  </a:lnTo>
                  <a:close/>
                  <a:moveTo>
                    <a:pt x="62711" y="1042937"/>
                  </a:moveTo>
                  <a:lnTo>
                    <a:pt x="61865" y="981763"/>
                  </a:lnTo>
                  <a:lnTo>
                    <a:pt x="37429" y="988190"/>
                  </a:lnTo>
                  <a:close/>
                  <a:moveTo>
                    <a:pt x="10249" y="1021467"/>
                  </a:moveTo>
                  <a:lnTo>
                    <a:pt x="62711" y="1042937"/>
                  </a:lnTo>
                  <a:lnTo>
                    <a:pt x="37429" y="988190"/>
                  </a:lnTo>
                  <a:close/>
                  <a:moveTo>
                    <a:pt x="697182" y="1748244"/>
                  </a:moveTo>
                  <a:lnTo>
                    <a:pt x="674402" y="1741079"/>
                  </a:lnTo>
                  <a:lnTo>
                    <a:pt x="621005" y="1709450"/>
                  </a:lnTo>
                  <a:close/>
                  <a:moveTo>
                    <a:pt x="720285" y="1741079"/>
                  </a:moveTo>
                  <a:lnTo>
                    <a:pt x="746043" y="1771264"/>
                  </a:lnTo>
                  <a:lnTo>
                    <a:pt x="711412" y="1761332"/>
                  </a:lnTo>
                  <a:close/>
                  <a:moveTo>
                    <a:pt x="804628" y="1665375"/>
                  </a:moveTo>
                  <a:lnTo>
                    <a:pt x="779730" y="1716985"/>
                  </a:lnTo>
                  <a:lnTo>
                    <a:pt x="781426" y="1713526"/>
                  </a:lnTo>
                  <a:close/>
                  <a:moveTo>
                    <a:pt x="422207" y="1192437"/>
                  </a:moveTo>
                  <a:lnTo>
                    <a:pt x="376200" y="1246514"/>
                  </a:lnTo>
                  <a:lnTo>
                    <a:pt x="417249" y="1225312"/>
                  </a:lnTo>
                  <a:close/>
                  <a:moveTo>
                    <a:pt x="422207" y="1192437"/>
                  </a:moveTo>
                  <a:lnTo>
                    <a:pt x="389084" y="1181382"/>
                  </a:lnTo>
                  <a:lnTo>
                    <a:pt x="376200" y="1246514"/>
                  </a:lnTo>
                  <a:close/>
                  <a:moveTo>
                    <a:pt x="422207" y="1192437"/>
                  </a:moveTo>
                  <a:lnTo>
                    <a:pt x="417249" y="1225312"/>
                  </a:lnTo>
                  <a:lnTo>
                    <a:pt x="428951" y="1201619"/>
                  </a:lnTo>
                  <a:close/>
                  <a:moveTo>
                    <a:pt x="412645" y="1137467"/>
                  </a:moveTo>
                  <a:lnTo>
                    <a:pt x="422207" y="1192437"/>
                  </a:lnTo>
                  <a:lnTo>
                    <a:pt x="428951" y="1201619"/>
                  </a:lnTo>
                  <a:close/>
                  <a:moveTo>
                    <a:pt x="92101" y="831696"/>
                  </a:moveTo>
                  <a:lnTo>
                    <a:pt x="105938" y="765232"/>
                  </a:lnTo>
                  <a:lnTo>
                    <a:pt x="99830" y="777020"/>
                  </a:lnTo>
                  <a:close/>
                  <a:moveTo>
                    <a:pt x="240000" y="951737"/>
                  </a:moveTo>
                  <a:lnTo>
                    <a:pt x="156165" y="943081"/>
                  </a:lnTo>
                  <a:lnTo>
                    <a:pt x="214005" y="934040"/>
                  </a:lnTo>
                  <a:close/>
                  <a:moveTo>
                    <a:pt x="929850" y="1744428"/>
                  </a:moveTo>
                  <a:lnTo>
                    <a:pt x="950082" y="1668797"/>
                  </a:lnTo>
                  <a:lnTo>
                    <a:pt x="961257" y="1720333"/>
                  </a:lnTo>
                  <a:close/>
                  <a:moveTo>
                    <a:pt x="950082" y="1668797"/>
                  </a:moveTo>
                  <a:lnTo>
                    <a:pt x="968250" y="1679799"/>
                  </a:lnTo>
                  <a:lnTo>
                    <a:pt x="973197" y="1636697"/>
                  </a:lnTo>
                  <a:close/>
                  <a:moveTo>
                    <a:pt x="376841" y="1065850"/>
                  </a:moveTo>
                  <a:lnTo>
                    <a:pt x="396436" y="1125988"/>
                  </a:lnTo>
                  <a:lnTo>
                    <a:pt x="385717" y="1074452"/>
                  </a:lnTo>
                  <a:close/>
                  <a:moveTo>
                    <a:pt x="378920" y="1022915"/>
                  </a:moveTo>
                  <a:lnTo>
                    <a:pt x="394243" y="1004396"/>
                  </a:lnTo>
                  <a:lnTo>
                    <a:pt x="371036" y="1007827"/>
                  </a:lnTo>
                  <a:close/>
                  <a:moveTo>
                    <a:pt x="99830" y="777020"/>
                  </a:moveTo>
                  <a:lnTo>
                    <a:pt x="105938" y="765232"/>
                  </a:lnTo>
                  <a:lnTo>
                    <a:pt x="100711" y="761953"/>
                  </a:lnTo>
                  <a:close/>
                  <a:moveTo>
                    <a:pt x="117515" y="708241"/>
                  </a:moveTo>
                  <a:lnTo>
                    <a:pt x="105938" y="765232"/>
                  </a:lnTo>
                  <a:lnTo>
                    <a:pt x="136408" y="739103"/>
                  </a:lnTo>
                  <a:close/>
                  <a:moveTo>
                    <a:pt x="82244" y="441468"/>
                  </a:moveTo>
                  <a:lnTo>
                    <a:pt x="7769" y="472596"/>
                  </a:lnTo>
                  <a:lnTo>
                    <a:pt x="54207" y="471542"/>
                  </a:lnTo>
                  <a:close/>
                  <a:moveTo>
                    <a:pt x="1014245" y="1579663"/>
                  </a:moveTo>
                  <a:lnTo>
                    <a:pt x="1000440" y="1603654"/>
                  </a:lnTo>
                  <a:lnTo>
                    <a:pt x="1006145" y="1593166"/>
                  </a:lnTo>
                  <a:close/>
                  <a:moveTo>
                    <a:pt x="1014245" y="1579663"/>
                  </a:moveTo>
                  <a:lnTo>
                    <a:pt x="1006145" y="1593166"/>
                  </a:lnTo>
                  <a:lnTo>
                    <a:pt x="990884" y="1567923"/>
                  </a:lnTo>
                  <a:close/>
                  <a:moveTo>
                    <a:pt x="849711" y="1254557"/>
                  </a:moveTo>
                  <a:lnTo>
                    <a:pt x="818162" y="1223910"/>
                  </a:lnTo>
                  <a:lnTo>
                    <a:pt x="888065" y="1223278"/>
                  </a:lnTo>
                  <a:close/>
                  <a:moveTo>
                    <a:pt x="741187" y="1198156"/>
                  </a:moveTo>
                  <a:lnTo>
                    <a:pt x="726305" y="1180874"/>
                  </a:lnTo>
                  <a:lnTo>
                    <a:pt x="786703" y="1211504"/>
                  </a:lnTo>
                  <a:close/>
                  <a:moveTo>
                    <a:pt x="269285" y="717044"/>
                  </a:moveTo>
                  <a:lnTo>
                    <a:pt x="291781" y="700863"/>
                  </a:lnTo>
                  <a:lnTo>
                    <a:pt x="305559" y="646619"/>
                  </a:lnTo>
                  <a:close/>
                  <a:moveTo>
                    <a:pt x="305559" y="646619"/>
                  </a:moveTo>
                  <a:lnTo>
                    <a:pt x="291781" y="700863"/>
                  </a:lnTo>
                  <a:lnTo>
                    <a:pt x="320237" y="665508"/>
                  </a:lnTo>
                  <a:close/>
                  <a:moveTo>
                    <a:pt x="320237" y="665508"/>
                  </a:moveTo>
                  <a:lnTo>
                    <a:pt x="325885" y="653695"/>
                  </a:lnTo>
                  <a:lnTo>
                    <a:pt x="305559" y="646619"/>
                  </a:lnTo>
                  <a:close/>
                  <a:moveTo>
                    <a:pt x="57040" y="459361"/>
                  </a:moveTo>
                  <a:lnTo>
                    <a:pt x="82244" y="441468"/>
                  </a:lnTo>
                  <a:lnTo>
                    <a:pt x="95264" y="389924"/>
                  </a:lnTo>
                  <a:close/>
                  <a:moveTo>
                    <a:pt x="144339" y="388009"/>
                  </a:moveTo>
                  <a:lnTo>
                    <a:pt x="82244" y="441468"/>
                  </a:lnTo>
                  <a:lnTo>
                    <a:pt x="122758" y="418268"/>
                  </a:lnTo>
                  <a:close/>
                  <a:moveTo>
                    <a:pt x="1116489" y="1553289"/>
                  </a:moveTo>
                  <a:lnTo>
                    <a:pt x="1139799" y="1505539"/>
                  </a:lnTo>
                  <a:lnTo>
                    <a:pt x="1071102" y="1558270"/>
                  </a:lnTo>
                  <a:close/>
                  <a:moveTo>
                    <a:pt x="1116489" y="1553289"/>
                  </a:moveTo>
                  <a:lnTo>
                    <a:pt x="1155669" y="1525099"/>
                  </a:lnTo>
                  <a:lnTo>
                    <a:pt x="1139799" y="1505539"/>
                  </a:lnTo>
                  <a:close/>
                  <a:moveTo>
                    <a:pt x="1150548" y="1493442"/>
                  </a:moveTo>
                  <a:lnTo>
                    <a:pt x="1167936" y="1505919"/>
                  </a:lnTo>
                  <a:lnTo>
                    <a:pt x="1181896" y="1488254"/>
                  </a:lnTo>
                  <a:close/>
                  <a:moveTo>
                    <a:pt x="876639" y="1220334"/>
                  </a:moveTo>
                  <a:lnTo>
                    <a:pt x="892222" y="1201683"/>
                  </a:lnTo>
                  <a:lnTo>
                    <a:pt x="908654" y="1184222"/>
                  </a:lnTo>
                  <a:close/>
                  <a:moveTo>
                    <a:pt x="849711" y="1254557"/>
                  </a:moveTo>
                  <a:lnTo>
                    <a:pt x="888065" y="1223278"/>
                  </a:lnTo>
                  <a:lnTo>
                    <a:pt x="876639" y="1220334"/>
                  </a:lnTo>
                  <a:close/>
                  <a:moveTo>
                    <a:pt x="892222" y="1201683"/>
                  </a:moveTo>
                  <a:lnTo>
                    <a:pt x="894734" y="1136898"/>
                  </a:lnTo>
                  <a:lnTo>
                    <a:pt x="908654" y="1184222"/>
                  </a:lnTo>
                  <a:close/>
                  <a:moveTo>
                    <a:pt x="894734" y="1136898"/>
                  </a:moveTo>
                  <a:lnTo>
                    <a:pt x="890211" y="1132686"/>
                  </a:lnTo>
                  <a:lnTo>
                    <a:pt x="908654" y="1184222"/>
                  </a:lnTo>
                  <a:close/>
                  <a:moveTo>
                    <a:pt x="315301" y="518999"/>
                  </a:moveTo>
                  <a:lnTo>
                    <a:pt x="358956" y="515705"/>
                  </a:lnTo>
                  <a:lnTo>
                    <a:pt x="347749" y="514246"/>
                  </a:lnTo>
                  <a:close/>
                  <a:moveTo>
                    <a:pt x="149184" y="382168"/>
                  </a:moveTo>
                  <a:lnTo>
                    <a:pt x="218953" y="333447"/>
                  </a:lnTo>
                  <a:lnTo>
                    <a:pt x="174858" y="343258"/>
                  </a:lnTo>
                  <a:close/>
                  <a:moveTo>
                    <a:pt x="1181896" y="1488254"/>
                  </a:moveTo>
                  <a:lnTo>
                    <a:pt x="1204142" y="1476484"/>
                  </a:lnTo>
                  <a:lnTo>
                    <a:pt x="1200996" y="1469348"/>
                  </a:lnTo>
                  <a:close/>
                  <a:moveTo>
                    <a:pt x="1224216" y="1469348"/>
                  </a:moveTo>
                  <a:lnTo>
                    <a:pt x="1204142" y="1476484"/>
                  </a:lnTo>
                  <a:lnTo>
                    <a:pt x="1252484" y="1442598"/>
                  </a:lnTo>
                  <a:close/>
                  <a:moveTo>
                    <a:pt x="1252484" y="1442598"/>
                  </a:moveTo>
                  <a:lnTo>
                    <a:pt x="1204142" y="1476484"/>
                  </a:lnTo>
                  <a:lnTo>
                    <a:pt x="1181896" y="1488254"/>
                  </a:lnTo>
                  <a:close/>
                  <a:moveTo>
                    <a:pt x="890211" y="1132686"/>
                  </a:moveTo>
                  <a:lnTo>
                    <a:pt x="884560" y="1108592"/>
                  </a:lnTo>
                  <a:lnTo>
                    <a:pt x="908654" y="1184222"/>
                  </a:lnTo>
                  <a:close/>
                  <a:moveTo>
                    <a:pt x="890211" y="1132686"/>
                  </a:moveTo>
                  <a:lnTo>
                    <a:pt x="924682" y="1090386"/>
                  </a:lnTo>
                  <a:lnTo>
                    <a:pt x="884560" y="1108592"/>
                  </a:lnTo>
                  <a:close/>
                  <a:moveTo>
                    <a:pt x="374747" y="502866"/>
                  </a:moveTo>
                  <a:lnTo>
                    <a:pt x="347749" y="514246"/>
                  </a:lnTo>
                  <a:lnTo>
                    <a:pt x="360263" y="512427"/>
                  </a:lnTo>
                  <a:close/>
                  <a:moveTo>
                    <a:pt x="395016" y="490152"/>
                  </a:moveTo>
                  <a:lnTo>
                    <a:pt x="374747" y="502866"/>
                  </a:lnTo>
                  <a:lnTo>
                    <a:pt x="434464" y="480276"/>
                  </a:lnTo>
                  <a:close/>
                  <a:moveTo>
                    <a:pt x="434464" y="480276"/>
                  </a:moveTo>
                  <a:lnTo>
                    <a:pt x="374747" y="502866"/>
                  </a:lnTo>
                  <a:lnTo>
                    <a:pt x="360263" y="512427"/>
                  </a:lnTo>
                  <a:close/>
                  <a:moveTo>
                    <a:pt x="364677" y="514246"/>
                  </a:moveTo>
                  <a:lnTo>
                    <a:pt x="422808" y="501776"/>
                  </a:lnTo>
                  <a:lnTo>
                    <a:pt x="434464" y="480276"/>
                  </a:lnTo>
                  <a:close/>
                  <a:moveTo>
                    <a:pt x="422808" y="501776"/>
                  </a:moveTo>
                  <a:lnTo>
                    <a:pt x="412793" y="534155"/>
                  </a:lnTo>
                  <a:lnTo>
                    <a:pt x="425171" y="514246"/>
                  </a:lnTo>
                  <a:close/>
                  <a:moveTo>
                    <a:pt x="321363" y="295296"/>
                  </a:moveTo>
                  <a:lnTo>
                    <a:pt x="286212" y="285890"/>
                  </a:lnTo>
                  <a:lnTo>
                    <a:pt x="266283" y="335729"/>
                  </a:lnTo>
                  <a:close/>
                  <a:moveTo>
                    <a:pt x="286212" y="285890"/>
                  </a:moveTo>
                  <a:lnTo>
                    <a:pt x="321363" y="295296"/>
                  </a:lnTo>
                  <a:lnTo>
                    <a:pt x="287294" y="279386"/>
                  </a:lnTo>
                  <a:close/>
                  <a:moveTo>
                    <a:pt x="283210" y="284006"/>
                  </a:moveTo>
                  <a:lnTo>
                    <a:pt x="286212" y="285890"/>
                  </a:lnTo>
                  <a:lnTo>
                    <a:pt x="287294" y="279386"/>
                  </a:lnTo>
                  <a:close/>
                  <a:moveTo>
                    <a:pt x="1224216" y="1469348"/>
                  </a:moveTo>
                  <a:lnTo>
                    <a:pt x="1214649" y="1475813"/>
                  </a:lnTo>
                  <a:lnTo>
                    <a:pt x="1204142" y="1476484"/>
                  </a:lnTo>
                  <a:close/>
                  <a:moveTo>
                    <a:pt x="1251382" y="1413318"/>
                  </a:moveTo>
                  <a:lnTo>
                    <a:pt x="1224216" y="1469348"/>
                  </a:lnTo>
                  <a:lnTo>
                    <a:pt x="1252484" y="1442598"/>
                  </a:lnTo>
                  <a:close/>
                  <a:moveTo>
                    <a:pt x="1215745" y="1467051"/>
                  </a:moveTo>
                  <a:lnTo>
                    <a:pt x="1224216" y="1469348"/>
                  </a:lnTo>
                  <a:lnTo>
                    <a:pt x="1251382" y="1413318"/>
                  </a:lnTo>
                  <a:close/>
                  <a:moveTo>
                    <a:pt x="462695" y="450930"/>
                  </a:moveTo>
                  <a:lnTo>
                    <a:pt x="434464" y="480276"/>
                  </a:lnTo>
                  <a:lnTo>
                    <a:pt x="510101" y="453494"/>
                  </a:lnTo>
                  <a:close/>
                  <a:moveTo>
                    <a:pt x="287294" y="279386"/>
                  </a:moveTo>
                  <a:lnTo>
                    <a:pt x="329827" y="263733"/>
                  </a:lnTo>
                  <a:lnTo>
                    <a:pt x="353176" y="216130"/>
                  </a:lnTo>
                  <a:close/>
                  <a:moveTo>
                    <a:pt x="997214" y="1028823"/>
                  </a:moveTo>
                  <a:lnTo>
                    <a:pt x="994241" y="1040877"/>
                  </a:lnTo>
                  <a:lnTo>
                    <a:pt x="1009539" y="1032961"/>
                  </a:lnTo>
                  <a:close/>
                  <a:moveTo>
                    <a:pt x="1034045" y="974120"/>
                  </a:moveTo>
                  <a:lnTo>
                    <a:pt x="1009539" y="1032961"/>
                  </a:lnTo>
                  <a:lnTo>
                    <a:pt x="1033899" y="1014475"/>
                  </a:lnTo>
                  <a:close/>
                  <a:moveTo>
                    <a:pt x="997214" y="1028823"/>
                  </a:moveTo>
                  <a:lnTo>
                    <a:pt x="1009539" y="1032961"/>
                  </a:lnTo>
                  <a:lnTo>
                    <a:pt x="1034045" y="974120"/>
                  </a:lnTo>
                  <a:close/>
                  <a:moveTo>
                    <a:pt x="996132" y="905794"/>
                  </a:moveTo>
                  <a:lnTo>
                    <a:pt x="995700" y="911433"/>
                  </a:lnTo>
                  <a:lnTo>
                    <a:pt x="1013797" y="927838"/>
                  </a:lnTo>
                  <a:close/>
                  <a:moveTo>
                    <a:pt x="829577" y="649945"/>
                  </a:moveTo>
                  <a:lnTo>
                    <a:pt x="828528" y="648111"/>
                  </a:lnTo>
                  <a:lnTo>
                    <a:pt x="793903" y="680976"/>
                  </a:lnTo>
                  <a:close/>
                  <a:moveTo>
                    <a:pt x="793903" y="680976"/>
                  </a:moveTo>
                  <a:lnTo>
                    <a:pt x="729042" y="672205"/>
                  </a:lnTo>
                  <a:lnTo>
                    <a:pt x="758625" y="683977"/>
                  </a:lnTo>
                  <a:close/>
                  <a:moveTo>
                    <a:pt x="363549" y="198256"/>
                  </a:moveTo>
                  <a:lnTo>
                    <a:pt x="369149" y="184282"/>
                  </a:lnTo>
                  <a:lnTo>
                    <a:pt x="353176" y="216130"/>
                  </a:lnTo>
                  <a:close/>
                  <a:moveTo>
                    <a:pt x="363549" y="198256"/>
                  </a:moveTo>
                  <a:lnTo>
                    <a:pt x="353176" y="216130"/>
                  </a:lnTo>
                  <a:lnTo>
                    <a:pt x="359272" y="208376"/>
                  </a:lnTo>
                  <a:close/>
                  <a:moveTo>
                    <a:pt x="363549" y="198256"/>
                  </a:moveTo>
                  <a:lnTo>
                    <a:pt x="359272" y="208376"/>
                  </a:lnTo>
                  <a:lnTo>
                    <a:pt x="374916" y="162514"/>
                  </a:lnTo>
                  <a:close/>
                  <a:moveTo>
                    <a:pt x="374916" y="162514"/>
                  </a:moveTo>
                  <a:lnTo>
                    <a:pt x="359272" y="208376"/>
                  </a:lnTo>
                  <a:lnTo>
                    <a:pt x="386446" y="165847"/>
                  </a:lnTo>
                  <a:close/>
                  <a:moveTo>
                    <a:pt x="374916" y="162514"/>
                  </a:moveTo>
                  <a:lnTo>
                    <a:pt x="386446" y="165847"/>
                  </a:lnTo>
                  <a:lnTo>
                    <a:pt x="414895" y="137315"/>
                  </a:lnTo>
                  <a:close/>
                  <a:moveTo>
                    <a:pt x="369149" y="184282"/>
                  </a:moveTo>
                  <a:lnTo>
                    <a:pt x="363549" y="198256"/>
                  </a:lnTo>
                  <a:lnTo>
                    <a:pt x="374916" y="162514"/>
                  </a:lnTo>
                  <a:close/>
                  <a:moveTo>
                    <a:pt x="1004005" y="854257"/>
                  </a:moveTo>
                  <a:lnTo>
                    <a:pt x="996369" y="779031"/>
                  </a:lnTo>
                  <a:lnTo>
                    <a:pt x="1004946" y="834309"/>
                  </a:lnTo>
                  <a:close/>
                  <a:moveTo>
                    <a:pt x="996306" y="778627"/>
                  </a:moveTo>
                  <a:lnTo>
                    <a:pt x="996369" y="779031"/>
                  </a:lnTo>
                  <a:lnTo>
                    <a:pt x="1004005" y="854257"/>
                  </a:lnTo>
                  <a:close/>
                  <a:moveTo>
                    <a:pt x="1010416" y="802721"/>
                  </a:moveTo>
                  <a:lnTo>
                    <a:pt x="996306" y="778627"/>
                  </a:lnTo>
                  <a:lnTo>
                    <a:pt x="1004005" y="854257"/>
                  </a:lnTo>
                  <a:close/>
                  <a:moveTo>
                    <a:pt x="611507" y="274085"/>
                  </a:moveTo>
                  <a:lnTo>
                    <a:pt x="623140" y="256974"/>
                  </a:lnTo>
                  <a:lnTo>
                    <a:pt x="572505" y="242338"/>
                  </a:lnTo>
                  <a:close/>
                  <a:moveTo>
                    <a:pt x="414895" y="137315"/>
                  </a:moveTo>
                  <a:lnTo>
                    <a:pt x="430529" y="132745"/>
                  </a:lnTo>
                  <a:lnTo>
                    <a:pt x="417570" y="129577"/>
                  </a:lnTo>
                  <a:close/>
                  <a:moveTo>
                    <a:pt x="572505" y="242338"/>
                  </a:moveTo>
                  <a:lnTo>
                    <a:pt x="623140" y="256974"/>
                  </a:lnTo>
                  <a:lnTo>
                    <a:pt x="651935" y="229735"/>
                  </a:lnTo>
                  <a:close/>
                  <a:moveTo>
                    <a:pt x="583872" y="33021"/>
                  </a:moveTo>
                  <a:lnTo>
                    <a:pt x="579850" y="0"/>
                  </a:lnTo>
                  <a:lnTo>
                    <a:pt x="573040" y="16404"/>
                  </a:lnTo>
                  <a:close/>
                  <a:moveTo>
                    <a:pt x="588518" y="32406"/>
                  </a:moveTo>
                  <a:lnTo>
                    <a:pt x="573040" y="16404"/>
                  </a:lnTo>
                  <a:lnTo>
                    <a:pt x="556690" y="892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2" name="Output_density__4271">
              <a:extLst>
                <a:ext uri="{FF2B5EF4-FFF2-40B4-BE49-F238E27FC236}">
                  <a16:creationId xmlns:a16="http://schemas.microsoft.com/office/drawing/2014/main" id="{273563DD-77A1-B4E4-0D3E-FF3BDEBBA389}"/>
                </a:ext>
              </a:extLst>
            </p:cNvPr>
            <p:cNvSpPr>
              <a:spLocks noGrp="1"/>
            </p:cNvSpPr>
            <p:nvPr/>
          </p:nvSpPr>
          <p:spPr>
            <a:xfrm>
              <a:off x="14995177" y="2396730"/>
              <a:ext cx="1509305" cy="1766625"/>
            </a:xfrm>
            <a:custGeom>
              <a:avLst/>
              <a:gdLst/>
              <a:ahLst/>
              <a:cxnLst/>
              <a:rect l="0" t="0" r="0" b="0"/>
              <a:pathLst>
                <a:path w="1509305" h="1766625">
                  <a:moveTo>
                    <a:pt x="75157" y="804541"/>
                  </a:moveTo>
                  <a:lnTo>
                    <a:pt x="26161" y="796030"/>
                  </a:lnTo>
                  <a:lnTo>
                    <a:pt x="0" y="800983"/>
                  </a:lnTo>
                  <a:close/>
                  <a:moveTo>
                    <a:pt x="708017" y="1376974"/>
                  </a:moveTo>
                  <a:lnTo>
                    <a:pt x="750613" y="1352880"/>
                  </a:lnTo>
                  <a:lnTo>
                    <a:pt x="722567" y="1383213"/>
                  </a:lnTo>
                  <a:close/>
                  <a:moveTo>
                    <a:pt x="750613" y="1352880"/>
                  </a:moveTo>
                  <a:lnTo>
                    <a:pt x="708017" y="1376974"/>
                  </a:lnTo>
                  <a:lnTo>
                    <a:pt x="754904" y="1329437"/>
                  </a:lnTo>
                  <a:close/>
                  <a:moveTo>
                    <a:pt x="197035" y="810071"/>
                  </a:moveTo>
                  <a:lnTo>
                    <a:pt x="210141" y="744089"/>
                  </a:lnTo>
                  <a:lnTo>
                    <a:pt x="209975" y="734441"/>
                  </a:lnTo>
                  <a:close/>
                  <a:moveTo>
                    <a:pt x="209975" y="734441"/>
                  </a:moveTo>
                  <a:lnTo>
                    <a:pt x="210141" y="744089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45058" y="685722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63616" y="658810"/>
                  </a:lnTo>
                  <a:lnTo>
                    <a:pt x="245058" y="685722"/>
                  </a:lnTo>
                  <a:close/>
                  <a:moveTo>
                    <a:pt x="838311" y="1253156"/>
                  </a:moveTo>
                  <a:lnTo>
                    <a:pt x="816112" y="1277249"/>
                  </a:lnTo>
                  <a:lnTo>
                    <a:pt x="851606" y="1246514"/>
                  </a:lnTo>
                  <a:close/>
                  <a:moveTo>
                    <a:pt x="816112" y="1277249"/>
                  </a:moveTo>
                  <a:lnTo>
                    <a:pt x="822071" y="1270985"/>
                  </a:lnTo>
                  <a:lnTo>
                    <a:pt x="851606" y="1246514"/>
                  </a:lnTo>
                  <a:close/>
                  <a:moveTo>
                    <a:pt x="822071" y="1270985"/>
                  </a:moveTo>
                  <a:lnTo>
                    <a:pt x="864904" y="1256456"/>
                  </a:lnTo>
                  <a:lnTo>
                    <a:pt x="892655" y="1225312"/>
                  </a:lnTo>
                  <a:close/>
                  <a:moveTo>
                    <a:pt x="851606" y="1246514"/>
                  </a:moveTo>
                  <a:lnTo>
                    <a:pt x="822071" y="1270985"/>
                  </a:lnTo>
                  <a:lnTo>
                    <a:pt x="892655" y="1225312"/>
                  </a:lnTo>
                  <a:close/>
                  <a:moveTo>
                    <a:pt x="1405256" y="1744428"/>
                  </a:moveTo>
                  <a:lnTo>
                    <a:pt x="1433074" y="1753311"/>
                  </a:lnTo>
                  <a:lnTo>
                    <a:pt x="1400554" y="1766625"/>
                  </a:lnTo>
                  <a:close/>
                  <a:moveTo>
                    <a:pt x="1405256" y="1744428"/>
                  </a:moveTo>
                  <a:lnTo>
                    <a:pt x="1443656" y="1679799"/>
                  </a:lnTo>
                  <a:lnTo>
                    <a:pt x="1425488" y="1668797"/>
                  </a:lnTo>
                  <a:close/>
                  <a:moveTo>
                    <a:pt x="846442" y="1007827"/>
                  </a:moveTo>
                  <a:lnTo>
                    <a:pt x="861123" y="1074452"/>
                  </a:lnTo>
                  <a:lnTo>
                    <a:pt x="854326" y="1022915"/>
                  </a:lnTo>
                  <a:close/>
                  <a:moveTo>
                    <a:pt x="1159974" y="1232410"/>
                  </a:moveTo>
                  <a:lnTo>
                    <a:pt x="1176324" y="1243263"/>
                  </a:lnTo>
                  <a:lnTo>
                    <a:pt x="1186789" y="1221622"/>
                  </a:lnTo>
                  <a:close/>
                  <a:moveTo>
                    <a:pt x="1363470" y="1223278"/>
                  </a:moveTo>
                  <a:lnTo>
                    <a:pt x="1367628" y="1201683"/>
                  </a:lnTo>
                  <a:lnTo>
                    <a:pt x="1352045" y="1220334"/>
                  </a:lnTo>
                  <a:close/>
                  <a:moveTo>
                    <a:pt x="909870" y="480276"/>
                  </a:moveTo>
                  <a:lnTo>
                    <a:pt x="898214" y="501776"/>
                  </a:lnTo>
                  <a:lnTo>
                    <a:pt x="954302" y="471725"/>
                  </a:lnTo>
                  <a:close/>
                  <a:moveTo>
                    <a:pt x="724345" y="310662"/>
                  </a:moveTo>
                  <a:lnTo>
                    <a:pt x="650264" y="343258"/>
                  </a:lnTo>
                  <a:lnTo>
                    <a:pt x="694359" y="333447"/>
                  </a:lnTo>
                  <a:close/>
                  <a:moveTo>
                    <a:pt x="724345" y="310662"/>
                  </a:moveTo>
                  <a:lnTo>
                    <a:pt x="761618" y="285890"/>
                  </a:lnTo>
                  <a:lnTo>
                    <a:pt x="758616" y="284006"/>
                  </a:lnTo>
                  <a:close/>
                  <a:moveTo>
                    <a:pt x="741689" y="335729"/>
                  </a:moveTo>
                  <a:lnTo>
                    <a:pt x="761618" y="285890"/>
                  </a:lnTo>
                  <a:lnTo>
                    <a:pt x="724345" y="310662"/>
                  </a:lnTo>
                  <a:close/>
                  <a:moveTo>
                    <a:pt x="694359" y="333447"/>
                  </a:moveTo>
                  <a:lnTo>
                    <a:pt x="741689" y="335729"/>
                  </a:lnTo>
                  <a:lnTo>
                    <a:pt x="724345" y="310662"/>
                  </a:lnTo>
                  <a:close/>
                  <a:moveTo>
                    <a:pt x="1400088" y="1090386"/>
                  </a:moveTo>
                  <a:lnTo>
                    <a:pt x="1438112" y="1057873"/>
                  </a:lnTo>
                  <a:lnTo>
                    <a:pt x="1469647" y="1040877"/>
                  </a:lnTo>
                  <a:close/>
                  <a:moveTo>
                    <a:pt x="1439498" y="1057055"/>
                  </a:moveTo>
                  <a:lnTo>
                    <a:pt x="1469647" y="1040877"/>
                  </a:lnTo>
                  <a:lnTo>
                    <a:pt x="1438112" y="1057873"/>
                  </a:lnTo>
                  <a:close/>
                  <a:moveTo>
                    <a:pt x="1439498" y="1057055"/>
                  </a:moveTo>
                  <a:lnTo>
                    <a:pt x="1484945" y="1032961"/>
                  </a:lnTo>
                  <a:lnTo>
                    <a:pt x="1469647" y="1040877"/>
                  </a:lnTo>
                  <a:close/>
                  <a:moveTo>
                    <a:pt x="1484945" y="1032961"/>
                  </a:moveTo>
                  <a:lnTo>
                    <a:pt x="1439498" y="1057055"/>
                  </a:lnTo>
                  <a:lnTo>
                    <a:pt x="1509305" y="1014475"/>
                  </a:lnTo>
                  <a:close/>
                  <a:moveTo>
                    <a:pt x="909870" y="480276"/>
                  </a:moveTo>
                  <a:lnTo>
                    <a:pt x="954302" y="471725"/>
                  </a:lnTo>
                  <a:lnTo>
                    <a:pt x="985507" y="453494"/>
                  </a:lnTo>
                  <a:close/>
                  <a:moveTo>
                    <a:pt x="985507" y="453494"/>
                  </a:moveTo>
                  <a:lnTo>
                    <a:pt x="954302" y="471725"/>
                  </a:lnTo>
                  <a:lnTo>
                    <a:pt x="1031397" y="450396"/>
                  </a:lnTo>
                  <a:close/>
                  <a:moveTo>
                    <a:pt x="1471454" y="904285"/>
                  </a:moveTo>
                  <a:lnTo>
                    <a:pt x="1471106" y="911433"/>
                  </a:lnTo>
                  <a:lnTo>
                    <a:pt x="1471538" y="905794"/>
                  </a:lnTo>
                  <a:close/>
                  <a:moveTo>
                    <a:pt x="1480351" y="834309"/>
                  </a:moveTo>
                  <a:lnTo>
                    <a:pt x="1471454" y="904285"/>
                  </a:lnTo>
                  <a:lnTo>
                    <a:pt x="1471538" y="905794"/>
                  </a:lnTo>
                  <a:close/>
                  <a:moveTo>
                    <a:pt x="1157453" y="493502"/>
                  </a:moveTo>
                  <a:lnTo>
                    <a:pt x="1163690" y="469408"/>
                  </a:lnTo>
                  <a:lnTo>
                    <a:pt x="1160525" y="545038"/>
                  </a:lnTo>
                  <a:close/>
                  <a:moveTo>
                    <a:pt x="1127341" y="229735"/>
                  </a:moveTo>
                  <a:lnTo>
                    <a:pt x="1098545" y="256974"/>
                  </a:lnTo>
                  <a:lnTo>
                    <a:pt x="1168281" y="208128"/>
                  </a:lnTo>
                  <a:close/>
                  <a:moveTo>
                    <a:pt x="1032096" y="8927"/>
                  </a:moveTo>
                  <a:lnTo>
                    <a:pt x="1048446" y="16404"/>
                  </a:lnTo>
                  <a:lnTo>
                    <a:pt x="1055256" y="0"/>
                  </a:lnTo>
                  <a:close/>
                  <a:moveTo>
                    <a:pt x="1265674" y="127786"/>
                  </a:moveTo>
                  <a:lnTo>
                    <a:pt x="1272378" y="111767"/>
                  </a:lnTo>
                  <a:lnTo>
                    <a:pt x="1277395" y="87906"/>
                  </a:lnTo>
                  <a:close/>
                  <a:moveTo>
                    <a:pt x="1277395" y="87906"/>
                  </a:moveTo>
                  <a:lnTo>
                    <a:pt x="1297066" y="70479"/>
                  </a:lnTo>
                  <a:lnTo>
                    <a:pt x="1323159" y="331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3" name="Output_density__4272">
              <a:extLst>
                <a:ext uri="{FF2B5EF4-FFF2-40B4-BE49-F238E27FC236}">
                  <a16:creationId xmlns:a16="http://schemas.microsoft.com/office/drawing/2014/main" id="{9D705D43-DC98-03F0-DD20-15268C1394C3}"/>
                </a:ext>
              </a:extLst>
            </p:cNvPr>
            <p:cNvSpPr>
              <a:spLocks noGrp="1"/>
            </p:cNvSpPr>
            <p:nvPr/>
          </p:nvSpPr>
          <p:spPr>
            <a:xfrm>
              <a:off x="14994166" y="2210993"/>
              <a:ext cx="1695462" cy="1957001"/>
            </a:xfrm>
            <a:custGeom>
              <a:avLst/>
              <a:gdLst/>
              <a:ahLst/>
              <a:cxnLst/>
              <a:rect l="0" t="0" r="0" b="0"/>
              <a:pathLst>
                <a:path w="1695462" h="1957001">
                  <a:moveTo>
                    <a:pt x="452312" y="1658135"/>
                  </a:moveTo>
                  <a:lnTo>
                    <a:pt x="419043" y="1627675"/>
                  </a:lnTo>
                  <a:lnTo>
                    <a:pt x="456930" y="1662435"/>
                  </a:lnTo>
                  <a:close/>
                  <a:moveTo>
                    <a:pt x="414819" y="1610899"/>
                  </a:moveTo>
                  <a:lnTo>
                    <a:pt x="419043" y="1627675"/>
                  </a:lnTo>
                  <a:lnTo>
                    <a:pt x="452312" y="1658135"/>
                  </a:lnTo>
                  <a:close/>
                  <a:moveTo>
                    <a:pt x="456930" y="1662435"/>
                  </a:moveTo>
                  <a:lnTo>
                    <a:pt x="527707" y="1640058"/>
                  </a:lnTo>
                  <a:lnTo>
                    <a:pt x="452312" y="1658135"/>
                  </a:lnTo>
                  <a:close/>
                  <a:moveTo>
                    <a:pt x="452312" y="1658135"/>
                  </a:moveTo>
                  <a:lnTo>
                    <a:pt x="527707" y="1640058"/>
                  </a:lnTo>
                  <a:lnTo>
                    <a:pt x="528014" y="1631592"/>
                  </a:lnTo>
                  <a:close/>
                  <a:moveTo>
                    <a:pt x="452312" y="1658135"/>
                  </a:moveTo>
                  <a:lnTo>
                    <a:pt x="528014" y="1631592"/>
                  </a:lnTo>
                  <a:lnTo>
                    <a:pt x="476889" y="1615123"/>
                  </a:lnTo>
                  <a:close/>
                  <a:moveTo>
                    <a:pt x="527707" y="1640058"/>
                  </a:moveTo>
                  <a:lnTo>
                    <a:pt x="538219" y="1638341"/>
                  </a:lnTo>
                  <a:lnTo>
                    <a:pt x="528014" y="1631592"/>
                  </a:lnTo>
                  <a:close/>
                  <a:moveTo>
                    <a:pt x="440688" y="1586805"/>
                  </a:moveTo>
                  <a:lnTo>
                    <a:pt x="452312" y="1658135"/>
                  </a:lnTo>
                  <a:lnTo>
                    <a:pt x="476889" y="1615123"/>
                  </a:lnTo>
                  <a:close/>
                  <a:moveTo>
                    <a:pt x="440688" y="1586805"/>
                  </a:moveTo>
                  <a:lnTo>
                    <a:pt x="414819" y="1610899"/>
                  </a:lnTo>
                  <a:lnTo>
                    <a:pt x="452312" y="1658135"/>
                  </a:lnTo>
                  <a:close/>
                  <a:moveTo>
                    <a:pt x="440688" y="1586805"/>
                  </a:moveTo>
                  <a:lnTo>
                    <a:pt x="399713" y="1559362"/>
                  </a:lnTo>
                  <a:lnTo>
                    <a:pt x="414819" y="1610899"/>
                  </a:lnTo>
                  <a:close/>
                  <a:moveTo>
                    <a:pt x="538219" y="1638341"/>
                  </a:moveTo>
                  <a:lnTo>
                    <a:pt x="579496" y="1649400"/>
                  </a:lnTo>
                  <a:lnTo>
                    <a:pt x="584573" y="1631809"/>
                  </a:lnTo>
                  <a:close/>
                  <a:moveTo>
                    <a:pt x="584573" y="1631809"/>
                  </a:moveTo>
                  <a:lnTo>
                    <a:pt x="528014" y="1631592"/>
                  </a:lnTo>
                  <a:lnTo>
                    <a:pt x="538219" y="1638341"/>
                  </a:lnTo>
                  <a:close/>
                  <a:moveTo>
                    <a:pt x="528650" y="1576549"/>
                  </a:moveTo>
                  <a:lnTo>
                    <a:pt x="528014" y="1631592"/>
                  </a:lnTo>
                  <a:lnTo>
                    <a:pt x="584573" y="1631809"/>
                  </a:lnTo>
                  <a:close/>
                  <a:moveTo>
                    <a:pt x="576841" y="1575352"/>
                  </a:moveTo>
                  <a:lnTo>
                    <a:pt x="528650" y="1576549"/>
                  </a:lnTo>
                  <a:lnTo>
                    <a:pt x="584573" y="1631809"/>
                  </a:lnTo>
                  <a:close/>
                  <a:moveTo>
                    <a:pt x="528650" y="1576549"/>
                  </a:moveTo>
                  <a:lnTo>
                    <a:pt x="476889" y="1615123"/>
                  </a:lnTo>
                  <a:lnTo>
                    <a:pt x="528014" y="1631592"/>
                  </a:lnTo>
                  <a:close/>
                  <a:moveTo>
                    <a:pt x="566509" y="1511174"/>
                  </a:moveTo>
                  <a:lnTo>
                    <a:pt x="534688" y="1521648"/>
                  </a:lnTo>
                  <a:lnTo>
                    <a:pt x="575407" y="1513775"/>
                  </a:lnTo>
                  <a:close/>
                  <a:moveTo>
                    <a:pt x="575407" y="1513775"/>
                  </a:moveTo>
                  <a:lnTo>
                    <a:pt x="534688" y="1521648"/>
                  </a:lnTo>
                  <a:lnTo>
                    <a:pt x="528650" y="1576549"/>
                  </a:lnTo>
                  <a:close/>
                  <a:moveTo>
                    <a:pt x="575407" y="1513775"/>
                  </a:moveTo>
                  <a:lnTo>
                    <a:pt x="528650" y="1576549"/>
                  </a:lnTo>
                  <a:lnTo>
                    <a:pt x="576841" y="1575352"/>
                  </a:lnTo>
                  <a:close/>
                  <a:moveTo>
                    <a:pt x="50232" y="946704"/>
                  </a:moveTo>
                  <a:lnTo>
                    <a:pt x="52790" y="942646"/>
                  </a:lnTo>
                  <a:lnTo>
                    <a:pt x="0" y="919951"/>
                  </a:lnTo>
                  <a:close/>
                  <a:moveTo>
                    <a:pt x="50232" y="946704"/>
                  </a:moveTo>
                  <a:lnTo>
                    <a:pt x="54374" y="944272"/>
                  </a:lnTo>
                  <a:lnTo>
                    <a:pt x="52790" y="942646"/>
                  </a:lnTo>
                  <a:close/>
                  <a:moveTo>
                    <a:pt x="582540" y="1511174"/>
                  </a:moveTo>
                  <a:lnTo>
                    <a:pt x="612887" y="1562711"/>
                  </a:lnTo>
                  <a:lnTo>
                    <a:pt x="639483" y="1538617"/>
                  </a:lnTo>
                  <a:close/>
                  <a:moveTo>
                    <a:pt x="551743" y="1450514"/>
                  </a:moveTo>
                  <a:lnTo>
                    <a:pt x="575450" y="1499371"/>
                  </a:lnTo>
                  <a:lnTo>
                    <a:pt x="586956" y="1441643"/>
                  </a:lnTo>
                  <a:close/>
                  <a:moveTo>
                    <a:pt x="566509" y="1511174"/>
                  </a:moveTo>
                  <a:lnTo>
                    <a:pt x="575450" y="1499371"/>
                  </a:lnTo>
                  <a:lnTo>
                    <a:pt x="539504" y="1504982"/>
                  </a:lnTo>
                  <a:close/>
                  <a:moveTo>
                    <a:pt x="586956" y="1441643"/>
                  </a:moveTo>
                  <a:lnTo>
                    <a:pt x="575450" y="1499371"/>
                  </a:lnTo>
                  <a:lnTo>
                    <a:pt x="597260" y="1435544"/>
                  </a:lnTo>
                  <a:close/>
                  <a:moveTo>
                    <a:pt x="597260" y="1435544"/>
                  </a:moveTo>
                  <a:lnTo>
                    <a:pt x="582540" y="1511174"/>
                  </a:lnTo>
                  <a:lnTo>
                    <a:pt x="648906" y="1487080"/>
                  </a:lnTo>
                  <a:close/>
                  <a:moveTo>
                    <a:pt x="25829" y="841845"/>
                  </a:moveTo>
                  <a:lnTo>
                    <a:pt x="60115" y="875927"/>
                  </a:lnTo>
                  <a:lnTo>
                    <a:pt x="88439" y="868641"/>
                  </a:lnTo>
                  <a:close/>
                  <a:moveTo>
                    <a:pt x="26611" y="841198"/>
                  </a:moveTo>
                  <a:lnTo>
                    <a:pt x="25829" y="841845"/>
                  </a:lnTo>
                  <a:lnTo>
                    <a:pt x="88439" y="868641"/>
                  </a:lnTo>
                  <a:close/>
                  <a:moveTo>
                    <a:pt x="380297" y="1158859"/>
                  </a:moveTo>
                  <a:lnTo>
                    <a:pt x="340787" y="1176131"/>
                  </a:lnTo>
                  <a:lnTo>
                    <a:pt x="390885" y="1102230"/>
                  </a:lnTo>
                  <a:close/>
                  <a:moveTo>
                    <a:pt x="191595" y="907743"/>
                  </a:moveTo>
                  <a:lnTo>
                    <a:pt x="210987" y="920178"/>
                  </a:lnTo>
                  <a:lnTo>
                    <a:pt x="200283" y="874944"/>
                  </a:lnTo>
                  <a:close/>
                  <a:moveTo>
                    <a:pt x="115474" y="806160"/>
                  </a:moveTo>
                  <a:lnTo>
                    <a:pt x="56197" y="816369"/>
                  </a:lnTo>
                  <a:lnTo>
                    <a:pt x="129350" y="857622"/>
                  </a:lnTo>
                  <a:close/>
                  <a:moveTo>
                    <a:pt x="93831" y="786516"/>
                  </a:moveTo>
                  <a:lnTo>
                    <a:pt x="56197" y="816369"/>
                  </a:lnTo>
                  <a:lnTo>
                    <a:pt x="115474" y="806160"/>
                  </a:lnTo>
                  <a:close/>
                  <a:moveTo>
                    <a:pt x="1190939" y="1902722"/>
                  </a:moveTo>
                  <a:lnTo>
                    <a:pt x="1150820" y="1926816"/>
                  </a:lnTo>
                  <a:lnTo>
                    <a:pt x="1224826" y="1954258"/>
                  </a:lnTo>
                  <a:close/>
                  <a:moveTo>
                    <a:pt x="1158129" y="1851185"/>
                  </a:moveTo>
                  <a:lnTo>
                    <a:pt x="1132500" y="1914876"/>
                  </a:lnTo>
                  <a:lnTo>
                    <a:pt x="1150820" y="1926816"/>
                  </a:lnTo>
                  <a:close/>
                  <a:moveTo>
                    <a:pt x="160151" y="665843"/>
                  </a:moveTo>
                  <a:lnTo>
                    <a:pt x="124260" y="614307"/>
                  </a:lnTo>
                  <a:lnTo>
                    <a:pt x="112813" y="682838"/>
                  </a:lnTo>
                  <a:close/>
                  <a:moveTo>
                    <a:pt x="124260" y="614307"/>
                  </a:moveTo>
                  <a:lnTo>
                    <a:pt x="113554" y="619493"/>
                  </a:lnTo>
                  <a:lnTo>
                    <a:pt x="112813" y="682838"/>
                  </a:lnTo>
                  <a:close/>
                  <a:moveTo>
                    <a:pt x="85318" y="586864"/>
                  </a:moveTo>
                  <a:lnTo>
                    <a:pt x="113554" y="619493"/>
                  </a:lnTo>
                  <a:lnTo>
                    <a:pt x="124260" y="614307"/>
                  </a:lnTo>
                  <a:close/>
                  <a:moveTo>
                    <a:pt x="1224826" y="1954258"/>
                  </a:moveTo>
                  <a:lnTo>
                    <a:pt x="1222460" y="1957001"/>
                  </a:lnTo>
                  <a:lnTo>
                    <a:pt x="1226222" y="1955710"/>
                  </a:lnTo>
                  <a:close/>
                  <a:moveTo>
                    <a:pt x="1224826" y="1954258"/>
                  </a:moveTo>
                  <a:lnTo>
                    <a:pt x="1226222" y="1955710"/>
                  </a:lnTo>
                  <a:lnTo>
                    <a:pt x="1227231" y="1953122"/>
                  </a:lnTo>
                  <a:close/>
                  <a:moveTo>
                    <a:pt x="1190939" y="1902722"/>
                  </a:moveTo>
                  <a:lnTo>
                    <a:pt x="1224826" y="1954258"/>
                  </a:lnTo>
                  <a:lnTo>
                    <a:pt x="1227231" y="1953122"/>
                  </a:lnTo>
                  <a:close/>
                  <a:moveTo>
                    <a:pt x="1232498" y="1886098"/>
                  </a:moveTo>
                  <a:lnTo>
                    <a:pt x="1227231" y="1953122"/>
                  </a:lnTo>
                  <a:lnTo>
                    <a:pt x="1249228" y="1954258"/>
                  </a:lnTo>
                  <a:close/>
                  <a:moveTo>
                    <a:pt x="1219651" y="1833799"/>
                  </a:moveTo>
                  <a:lnTo>
                    <a:pt x="1256148" y="1902722"/>
                  </a:lnTo>
                  <a:lnTo>
                    <a:pt x="1281046" y="1851112"/>
                  </a:lnTo>
                  <a:close/>
                  <a:moveTo>
                    <a:pt x="568519" y="1017433"/>
                  </a:moveTo>
                  <a:lnTo>
                    <a:pt x="532908" y="1008402"/>
                  </a:lnTo>
                  <a:lnTo>
                    <a:pt x="592266" y="1022644"/>
                  </a:lnTo>
                  <a:close/>
                  <a:moveTo>
                    <a:pt x="532908" y="1008402"/>
                  </a:moveTo>
                  <a:lnTo>
                    <a:pt x="543852" y="1016309"/>
                  </a:lnTo>
                  <a:lnTo>
                    <a:pt x="592266" y="1022644"/>
                  </a:lnTo>
                  <a:close/>
                  <a:moveTo>
                    <a:pt x="403009" y="923526"/>
                  </a:moveTo>
                  <a:lnTo>
                    <a:pt x="455460" y="907897"/>
                  </a:lnTo>
                  <a:lnTo>
                    <a:pt x="398262" y="871990"/>
                  </a:lnTo>
                  <a:close/>
                  <a:moveTo>
                    <a:pt x="493546" y="852174"/>
                  </a:moveTo>
                  <a:lnTo>
                    <a:pt x="455460" y="907897"/>
                  </a:lnTo>
                  <a:lnTo>
                    <a:pt x="507987" y="903176"/>
                  </a:lnTo>
                  <a:close/>
                  <a:moveTo>
                    <a:pt x="1327223" y="1930165"/>
                  </a:moveTo>
                  <a:lnTo>
                    <a:pt x="1297840" y="1878628"/>
                  </a:lnTo>
                  <a:lnTo>
                    <a:pt x="1310732" y="1898459"/>
                  </a:lnTo>
                  <a:close/>
                  <a:moveTo>
                    <a:pt x="1369952" y="1906070"/>
                  </a:moveTo>
                  <a:lnTo>
                    <a:pt x="1356000" y="1956674"/>
                  </a:lnTo>
                  <a:lnTo>
                    <a:pt x="1382799" y="1921969"/>
                  </a:lnTo>
                  <a:close/>
                  <a:moveTo>
                    <a:pt x="1369952" y="1906070"/>
                  </a:moveTo>
                  <a:lnTo>
                    <a:pt x="1327223" y="1930165"/>
                  </a:lnTo>
                  <a:lnTo>
                    <a:pt x="1356000" y="1956674"/>
                  </a:lnTo>
                  <a:close/>
                  <a:moveTo>
                    <a:pt x="792541" y="1137481"/>
                  </a:moveTo>
                  <a:lnTo>
                    <a:pt x="801167" y="1144762"/>
                  </a:lnTo>
                  <a:lnTo>
                    <a:pt x="847454" y="1193563"/>
                  </a:lnTo>
                  <a:close/>
                  <a:moveTo>
                    <a:pt x="724666" y="1091938"/>
                  </a:moveTo>
                  <a:lnTo>
                    <a:pt x="716418" y="1137474"/>
                  </a:lnTo>
                  <a:lnTo>
                    <a:pt x="792541" y="1137481"/>
                  </a:lnTo>
                  <a:close/>
                  <a:moveTo>
                    <a:pt x="715846" y="1029948"/>
                  </a:moveTo>
                  <a:lnTo>
                    <a:pt x="685143" y="1060321"/>
                  </a:lnTo>
                  <a:lnTo>
                    <a:pt x="722116" y="1031268"/>
                  </a:lnTo>
                  <a:close/>
                  <a:moveTo>
                    <a:pt x="577128" y="947690"/>
                  </a:moveTo>
                  <a:lnTo>
                    <a:pt x="540751" y="939282"/>
                  </a:lnTo>
                  <a:lnTo>
                    <a:pt x="536246" y="987870"/>
                  </a:lnTo>
                  <a:close/>
                  <a:moveTo>
                    <a:pt x="521904" y="899432"/>
                  </a:moveTo>
                  <a:lnTo>
                    <a:pt x="593933" y="893978"/>
                  </a:lnTo>
                  <a:lnTo>
                    <a:pt x="552571" y="875339"/>
                  </a:lnTo>
                  <a:close/>
                  <a:moveTo>
                    <a:pt x="232535" y="535984"/>
                  </a:moveTo>
                  <a:lnTo>
                    <a:pt x="236627" y="538676"/>
                  </a:lnTo>
                  <a:lnTo>
                    <a:pt x="228453" y="535793"/>
                  </a:lnTo>
                  <a:close/>
                  <a:moveTo>
                    <a:pt x="1433272" y="1899561"/>
                  </a:moveTo>
                  <a:lnTo>
                    <a:pt x="1382308" y="1903012"/>
                  </a:lnTo>
                  <a:lnTo>
                    <a:pt x="1382799" y="1921969"/>
                  </a:lnTo>
                  <a:close/>
                  <a:moveTo>
                    <a:pt x="1382308" y="1903012"/>
                  </a:moveTo>
                  <a:lnTo>
                    <a:pt x="1433272" y="1899561"/>
                  </a:lnTo>
                  <a:lnTo>
                    <a:pt x="1425837" y="1842863"/>
                  </a:lnTo>
                  <a:close/>
                  <a:moveTo>
                    <a:pt x="1190918" y="1553914"/>
                  </a:moveTo>
                  <a:lnTo>
                    <a:pt x="1155084" y="1534594"/>
                  </a:lnTo>
                  <a:lnTo>
                    <a:pt x="1176598" y="1545314"/>
                  </a:lnTo>
                  <a:close/>
                  <a:moveTo>
                    <a:pt x="1224522" y="1544654"/>
                  </a:moveTo>
                  <a:lnTo>
                    <a:pt x="1176386" y="1539359"/>
                  </a:lnTo>
                  <a:lnTo>
                    <a:pt x="1190918" y="1553914"/>
                  </a:lnTo>
                  <a:close/>
                  <a:moveTo>
                    <a:pt x="1176598" y="1545314"/>
                  </a:moveTo>
                  <a:lnTo>
                    <a:pt x="1155084" y="1534594"/>
                  </a:lnTo>
                  <a:lnTo>
                    <a:pt x="1141572" y="1493778"/>
                  </a:lnTo>
                  <a:close/>
                  <a:moveTo>
                    <a:pt x="1224522" y="1544654"/>
                  </a:moveTo>
                  <a:lnTo>
                    <a:pt x="1190918" y="1553914"/>
                  </a:lnTo>
                  <a:lnTo>
                    <a:pt x="1277316" y="1567366"/>
                  </a:lnTo>
                  <a:close/>
                  <a:moveTo>
                    <a:pt x="1125850" y="1485313"/>
                  </a:moveTo>
                  <a:lnTo>
                    <a:pt x="1141572" y="1493778"/>
                  </a:lnTo>
                  <a:lnTo>
                    <a:pt x="1153771" y="1454805"/>
                  </a:lnTo>
                  <a:close/>
                  <a:moveTo>
                    <a:pt x="1136006" y="1418147"/>
                  </a:moveTo>
                  <a:lnTo>
                    <a:pt x="1125850" y="1485313"/>
                  </a:lnTo>
                  <a:lnTo>
                    <a:pt x="1153771" y="1454805"/>
                  </a:lnTo>
                  <a:close/>
                  <a:moveTo>
                    <a:pt x="830677" y="1169220"/>
                  </a:moveTo>
                  <a:lnTo>
                    <a:pt x="848587" y="1184558"/>
                  </a:lnTo>
                  <a:lnTo>
                    <a:pt x="801167" y="1144762"/>
                  </a:lnTo>
                  <a:close/>
                  <a:moveTo>
                    <a:pt x="686354" y="1022359"/>
                  </a:moveTo>
                  <a:lnTo>
                    <a:pt x="685143" y="1060321"/>
                  </a:lnTo>
                  <a:lnTo>
                    <a:pt x="715846" y="1029948"/>
                  </a:lnTo>
                  <a:close/>
                  <a:moveTo>
                    <a:pt x="649839" y="863817"/>
                  </a:moveTo>
                  <a:lnTo>
                    <a:pt x="593933" y="893978"/>
                  </a:lnTo>
                  <a:lnTo>
                    <a:pt x="648781" y="924370"/>
                  </a:lnTo>
                  <a:close/>
                  <a:moveTo>
                    <a:pt x="649839" y="863817"/>
                  </a:moveTo>
                  <a:lnTo>
                    <a:pt x="600621" y="865848"/>
                  </a:lnTo>
                  <a:lnTo>
                    <a:pt x="593933" y="893978"/>
                  </a:lnTo>
                  <a:close/>
                  <a:moveTo>
                    <a:pt x="600621" y="865848"/>
                  </a:moveTo>
                  <a:lnTo>
                    <a:pt x="640026" y="809052"/>
                  </a:lnTo>
                  <a:lnTo>
                    <a:pt x="597150" y="805927"/>
                  </a:lnTo>
                  <a:close/>
                  <a:moveTo>
                    <a:pt x="560275" y="799708"/>
                  </a:moveTo>
                  <a:lnTo>
                    <a:pt x="597150" y="805927"/>
                  </a:lnTo>
                  <a:lnTo>
                    <a:pt x="541393" y="750531"/>
                  </a:lnTo>
                  <a:close/>
                  <a:moveTo>
                    <a:pt x="1159323" y="1475562"/>
                  </a:moveTo>
                  <a:lnTo>
                    <a:pt x="1155084" y="1534594"/>
                  </a:lnTo>
                  <a:lnTo>
                    <a:pt x="1146030" y="1521220"/>
                  </a:lnTo>
                  <a:close/>
                  <a:moveTo>
                    <a:pt x="1490663" y="1765400"/>
                  </a:moveTo>
                  <a:lnTo>
                    <a:pt x="1432393" y="1774790"/>
                  </a:lnTo>
                  <a:lnTo>
                    <a:pt x="1431392" y="1794077"/>
                  </a:lnTo>
                  <a:close/>
                  <a:moveTo>
                    <a:pt x="1339415" y="1561426"/>
                  </a:moveTo>
                  <a:lnTo>
                    <a:pt x="1277316" y="1567366"/>
                  </a:lnTo>
                  <a:lnTo>
                    <a:pt x="1288191" y="1572757"/>
                  </a:lnTo>
                  <a:close/>
                  <a:moveTo>
                    <a:pt x="1285603" y="1504449"/>
                  </a:moveTo>
                  <a:lnTo>
                    <a:pt x="1277316" y="1567366"/>
                  </a:lnTo>
                  <a:lnTo>
                    <a:pt x="1339415" y="1561426"/>
                  </a:lnTo>
                  <a:close/>
                  <a:moveTo>
                    <a:pt x="1231638" y="1510340"/>
                  </a:moveTo>
                  <a:lnTo>
                    <a:pt x="1176386" y="1539359"/>
                  </a:lnTo>
                  <a:lnTo>
                    <a:pt x="1224522" y="1544654"/>
                  </a:lnTo>
                  <a:close/>
                  <a:moveTo>
                    <a:pt x="1285603" y="1504449"/>
                  </a:moveTo>
                  <a:lnTo>
                    <a:pt x="1224522" y="1544654"/>
                  </a:lnTo>
                  <a:lnTo>
                    <a:pt x="1277316" y="1567366"/>
                  </a:lnTo>
                  <a:close/>
                  <a:moveTo>
                    <a:pt x="1285603" y="1504449"/>
                  </a:moveTo>
                  <a:lnTo>
                    <a:pt x="1231638" y="1510340"/>
                  </a:lnTo>
                  <a:lnTo>
                    <a:pt x="1224522" y="1544654"/>
                  </a:lnTo>
                  <a:close/>
                  <a:moveTo>
                    <a:pt x="1136006" y="1418147"/>
                  </a:moveTo>
                  <a:lnTo>
                    <a:pt x="1153771" y="1454805"/>
                  </a:lnTo>
                  <a:lnTo>
                    <a:pt x="1151430" y="1412079"/>
                  </a:lnTo>
                  <a:close/>
                  <a:moveTo>
                    <a:pt x="1136006" y="1418147"/>
                  </a:moveTo>
                  <a:lnTo>
                    <a:pt x="1151430" y="1412079"/>
                  </a:lnTo>
                  <a:lnTo>
                    <a:pt x="1155531" y="1342517"/>
                  </a:lnTo>
                  <a:close/>
                  <a:moveTo>
                    <a:pt x="1151430" y="1412079"/>
                  </a:moveTo>
                  <a:lnTo>
                    <a:pt x="1153771" y="1454805"/>
                  </a:lnTo>
                  <a:lnTo>
                    <a:pt x="1160986" y="1418147"/>
                  </a:lnTo>
                  <a:close/>
                  <a:moveTo>
                    <a:pt x="1151430" y="1412079"/>
                  </a:moveTo>
                  <a:lnTo>
                    <a:pt x="1160986" y="1418147"/>
                  </a:lnTo>
                  <a:lnTo>
                    <a:pt x="1162829" y="1353772"/>
                  </a:lnTo>
                  <a:close/>
                  <a:moveTo>
                    <a:pt x="729316" y="837186"/>
                  </a:moveTo>
                  <a:lnTo>
                    <a:pt x="748747" y="853650"/>
                  </a:lnTo>
                  <a:lnTo>
                    <a:pt x="745703" y="902781"/>
                  </a:lnTo>
                  <a:close/>
                  <a:moveTo>
                    <a:pt x="1558023" y="1685877"/>
                  </a:moveTo>
                  <a:lnTo>
                    <a:pt x="1499732" y="1740012"/>
                  </a:lnTo>
                  <a:lnTo>
                    <a:pt x="1547520" y="1744007"/>
                  </a:lnTo>
                  <a:close/>
                  <a:moveTo>
                    <a:pt x="1547520" y="1744007"/>
                  </a:moveTo>
                  <a:lnTo>
                    <a:pt x="1596585" y="1679179"/>
                  </a:lnTo>
                  <a:lnTo>
                    <a:pt x="1558023" y="1685877"/>
                  </a:lnTo>
                  <a:close/>
                  <a:moveTo>
                    <a:pt x="1271659" y="1369959"/>
                  </a:moveTo>
                  <a:lnTo>
                    <a:pt x="1268610" y="1399916"/>
                  </a:lnTo>
                  <a:lnTo>
                    <a:pt x="1300900" y="1385745"/>
                  </a:lnTo>
                  <a:close/>
                  <a:moveTo>
                    <a:pt x="1271659" y="1369959"/>
                  </a:moveTo>
                  <a:lnTo>
                    <a:pt x="1242962" y="1343801"/>
                  </a:lnTo>
                  <a:lnTo>
                    <a:pt x="1217605" y="1383893"/>
                  </a:lnTo>
                  <a:close/>
                  <a:moveTo>
                    <a:pt x="1059601" y="1072296"/>
                  </a:moveTo>
                  <a:lnTo>
                    <a:pt x="1048740" y="1018382"/>
                  </a:lnTo>
                  <a:lnTo>
                    <a:pt x="1017504" y="1068537"/>
                  </a:lnTo>
                  <a:close/>
                  <a:moveTo>
                    <a:pt x="758226" y="724077"/>
                  </a:moveTo>
                  <a:lnTo>
                    <a:pt x="777107" y="773572"/>
                  </a:lnTo>
                  <a:lnTo>
                    <a:pt x="746339" y="709747"/>
                  </a:lnTo>
                  <a:close/>
                  <a:moveTo>
                    <a:pt x="1596585" y="1679179"/>
                  </a:moveTo>
                  <a:lnTo>
                    <a:pt x="1616217" y="1691276"/>
                  </a:lnTo>
                  <a:lnTo>
                    <a:pt x="1620630" y="1672960"/>
                  </a:lnTo>
                  <a:close/>
                  <a:moveTo>
                    <a:pt x="1271659" y="1369959"/>
                  </a:moveTo>
                  <a:lnTo>
                    <a:pt x="1300900" y="1385745"/>
                  </a:lnTo>
                  <a:lnTo>
                    <a:pt x="1309546" y="1359498"/>
                  </a:lnTo>
                  <a:close/>
                  <a:moveTo>
                    <a:pt x="1363207" y="1353855"/>
                  </a:moveTo>
                  <a:lnTo>
                    <a:pt x="1309546" y="1359498"/>
                  </a:lnTo>
                  <a:lnTo>
                    <a:pt x="1300900" y="1385745"/>
                  </a:lnTo>
                  <a:close/>
                  <a:moveTo>
                    <a:pt x="1363207" y="1353855"/>
                  </a:moveTo>
                  <a:lnTo>
                    <a:pt x="1304652" y="1300734"/>
                  </a:lnTo>
                  <a:lnTo>
                    <a:pt x="1309546" y="1359498"/>
                  </a:lnTo>
                  <a:close/>
                  <a:moveTo>
                    <a:pt x="1254177" y="1303787"/>
                  </a:moveTo>
                  <a:lnTo>
                    <a:pt x="1304652" y="1300734"/>
                  </a:lnTo>
                  <a:lnTo>
                    <a:pt x="1276296" y="1293756"/>
                  </a:lnTo>
                  <a:close/>
                  <a:moveTo>
                    <a:pt x="1629149" y="1603549"/>
                  </a:moveTo>
                  <a:lnTo>
                    <a:pt x="1692163" y="1652788"/>
                  </a:lnTo>
                  <a:lnTo>
                    <a:pt x="1695462" y="1587362"/>
                  </a:lnTo>
                  <a:close/>
                  <a:moveTo>
                    <a:pt x="868729" y="674325"/>
                  </a:moveTo>
                  <a:lnTo>
                    <a:pt x="840219" y="600259"/>
                  </a:lnTo>
                  <a:lnTo>
                    <a:pt x="834395" y="601512"/>
                  </a:lnTo>
                  <a:close/>
                  <a:moveTo>
                    <a:pt x="948769" y="584492"/>
                  </a:moveTo>
                  <a:lnTo>
                    <a:pt x="891204" y="632218"/>
                  </a:lnTo>
                  <a:lnTo>
                    <a:pt x="939113" y="636667"/>
                  </a:lnTo>
                  <a:close/>
                  <a:moveTo>
                    <a:pt x="948769" y="584492"/>
                  </a:moveTo>
                  <a:lnTo>
                    <a:pt x="905453" y="581726"/>
                  </a:lnTo>
                  <a:lnTo>
                    <a:pt x="891204" y="632218"/>
                  </a:lnTo>
                  <a:close/>
                  <a:moveTo>
                    <a:pt x="989283" y="576165"/>
                  </a:moveTo>
                  <a:lnTo>
                    <a:pt x="948769" y="584492"/>
                  </a:lnTo>
                  <a:lnTo>
                    <a:pt x="939113" y="636667"/>
                  </a:lnTo>
                  <a:close/>
                  <a:moveTo>
                    <a:pt x="710422" y="287861"/>
                  </a:moveTo>
                  <a:lnTo>
                    <a:pt x="677752" y="276439"/>
                  </a:lnTo>
                  <a:lnTo>
                    <a:pt x="747337" y="308780"/>
                  </a:lnTo>
                  <a:close/>
                  <a:moveTo>
                    <a:pt x="1258288" y="773741"/>
                  </a:moveTo>
                  <a:lnTo>
                    <a:pt x="1284381" y="784386"/>
                  </a:lnTo>
                  <a:lnTo>
                    <a:pt x="1317538" y="809754"/>
                  </a:lnTo>
                  <a:close/>
                  <a:moveTo>
                    <a:pt x="1088956" y="679239"/>
                  </a:moveTo>
                  <a:lnTo>
                    <a:pt x="1119758" y="692915"/>
                  </a:lnTo>
                  <a:lnTo>
                    <a:pt x="1093026" y="668664"/>
                  </a:lnTo>
                  <a:close/>
                  <a:moveTo>
                    <a:pt x="1120088" y="709406"/>
                  </a:moveTo>
                  <a:lnTo>
                    <a:pt x="1160854" y="714247"/>
                  </a:lnTo>
                  <a:lnTo>
                    <a:pt x="1088956" y="679239"/>
                  </a:lnTo>
                  <a:close/>
                  <a:moveTo>
                    <a:pt x="1016672" y="504527"/>
                  </a:moveTo>
                  <a:lnTo>
                    <a:pt x="961934" y="511046"/>
                  </a:lnTo>
                  <a:lnTo>
                    <a:pt x="989283" y="576165"/>
                  </a:lnTo>
                  <a:close/>
                  <a:moveTo>
                    <a:pt x="989283" y="576165"/>
                  </a:moveTo>
                  <a:lnTo>
                    <a:pt x="961934" y="511046"/>
                  </a:lnTo>
                  <a:lnTo>
                    <a:pt x="947884" y="534563"/>
                  </a:lnTo>
                  <a:close/>
                  <a:moveTo>
                    <a:pt x="978590" y="514466"/>
                  </a:moveTo>
                  <a:lnTo>
                    <a:pt x="1023968" y="509451"/>
                  </a:lnTo>
                  <a:lnTo>
                    <a:pt x="989283" y="576165"/>
                  </a:lnTo>
                  <a:close/>
                  <a:moveTo>
                    <a:pt x="961934" y="511046"/>
                  </a:moveTo>
                  <a:lnTo>
                    <a:pt x="979773" y="479110"/>
                  </a:lnTo>
                  <a:lnTo>
                    <a:pt x="940141" y="505612"/>
                  </a:lnTo>
                  <a:close/>
                  <a:moveTo>
                    <a:pt x="961934" y="511046"/>
                  </a:moveTo>
                  <a:lnTo>
                    <a:pt x="1016672" y="504527"/>
                  </a:lnTo>
                  <a:lnTo>
                    <a:pt x="979773" y="479110"/>
                  </a:lnTo>
                  <a:close/>
                  <a:moveTo>
                    <a:pt x="1058638" y="508392"/>
                  </a:moveTo>
                  <a:lnTo>
                    <a:pt x="1016672" y="504527"/>
                  </a:lnTo>
                  <a:lnTo>
                    <a:pt x="1073217" y="518908"/>
                  </a:lnTo>
                  <a:close/>
                  <a:moveTo>
                    <a:pt x="1016672" y="504527"/>
                  </a:moveTo>
                  <a:lnTo>
                    <a:pt x="1023968" y="509451"/>
                  </a:lnTo>
                  <a:lnTo>
                    <a:pt x="1073217" y="518908"/>
                  </a:lnTo>
                  <a:close/>
                  <a:moveTo>
                    <a:pt x="798578" y="316916"/>
                  </a:moveTo>
                  <a:lnTo>
                    <a:pt x="828247" y="355539"/>
                  </a:lnTo>
                  <a:lnTo>
                    <a:pt x="851004" y="312277"/>
                  </a:lnTo>
                  <a:close/>
                  <a:moveTo>
                    <a:pt x="754142" y="315060"/>
                  </a:moveTo>
                  <a:lnTo>
                    <a:pt x="828247" y="355539"/>
                  </a:lnTo>
                  <a:lnTo>
                    <a:pt x="798578" y="316916"/>
                  </a:lnTo>
                  <a:close/>
                  <a:moveTo>
                    <a:pt x="754142" y="315060"/>
                  </a:moveTo>
                  <a:lnTo>
                    <a:pt x="794642" y="310966"/>
                  </a:lnTo>
                  <a:lnTo>
                    <a:pt x="747337" y="308780"/>
                  </a:lnTo>
                  <a:close/>
                  <a:moveTo>
                    <a:pt x="1396612" y="950240"/>
                  </a:moveTo>
                  <a:lnTo>
                    <a:pt x="1440168" y="952812"/>
                  </a:lnTo>
                  <a:lnTo>
                    <a:pt x="1417374" y="932271"/>
                  </a:lnTo>
                  <a:close/>
                  <a:moveTo>
                    <a:pt x="1440168" y="952812"/>
                  </a:moveTo>
                  <a:lnTo>
                    <a:pt x="1472644" y="964236"/>
                  </a:lnTo>
                  <a:lnTo>
                    <a:pt x="1417374" y="932271"/>
                  </a:lnTo>
                  <a:close/>
                  <a:moveTo>
                    <a:pt x="978332" y="270294"/>
                  </a:moveTo>
                  <a:lnTo>
                    <a:pt x="945595" y="294388"/>
                  </a:lnTo>
                  <a:lnTo>
                    <a:pt x="978091" y="321831"/>
                  </a:lnTo>
                  <a:close/>
                  <a:moveTo>
                    <a:pt x="949446" y="218758"/>
                  </a:moveTo>
                  <a:lnTo>
                    <a:pt x="945595" y="294388"/>
                  </a:lnTo>
                  <a:lnTo>
                    <a:pt x="978332" y="270294"/>
                  </a:lnTo>
                  <a:close/>
                  <a:moveTo>
                    <a:pt x="1148584" y="491113"/>
                  </a:moveTo>
                  <a:lnTo>
                    <a:pt x="1112416" y="476441"/>
                  </a:lnTo>
                  <a:lnTo>
                    <a:pt x="1181470" y="479168"/>
                  </a:lnTo>
                  <a:close/>
                  <a:moveTo>
                    <a:pt x="978332" y="270294"/>
                  </a:moveTo>
                  <a:lnTo>
                    <a:pt x="977554" y="240792"/>
                  </a:lnTo>
                  <a:lnTo>
                    <a:pt x="994420" y="194664"/>
                  </a:lnTo>
                  <a:close/>
                  <a:moveTo>
                    <a:pt x="978332" y="270294"/>
                  </a:moveTo>
                  <a:lnTo>
                    <a:pt x="994420" y="194664"/>
                  </a:lnTo>
                  <a:lnTo>
                    <a:pt x="949446" y="218758"/>
                  </a:lnTo>
                  <a:close/>
                  <a:moveTo>
                    <a:pt x="949446" y="218758"/>
                  </a:moveTo>
                  <a:lnTo>
                    <a:pt x="994420" y="194664"/>
                  </a:lnTo>
                  <a:lnTo>
                    <a:pt x="931408" y="203161"/>
                  </a:lnTo>
                  <a:close/>
                  <a:moveTo>
                    <a:pt x="1363469" y="531326"/>
                  </a:moveTo>
                  <a:lnTo>
                    <a:pt x="1322938" y="479789"/>
                  </a:lnTo>
                  <a:lnTo>
                    <a:pt x="1311137" y="542548"/>
                  </a:lnTo>
                  <a:close/>
                  <a:moveTo>
                    <a:pt x="1124841" y="297737"/>
                  </a:moveTo>
                  <a:lnTo>
                    <a:pt x="1104467" y="282906"/>
                  </a:lnTo>
                  <a:lnTo>
                    <a:pt x="1134133" y="302186"/>
                  </a:lnTo>
                  <a:close/>
                  <a:moveTo>
                    <a:pt x="1134133" y="302186"/>
                  </a:moveTo>
                  <a:lnTo>
                    <a:pt x="1104467" y="282906"/>
                  </a:lnTo>
                  <a:lnTo>
                    <a:pt x="1123611" y="302622"/>
                  </a:lnTo>
                  <a:close/>
                  <a:moveTo>
                    <a:pt x="1079850" y="240176"/>
                  </a:moveTo>
                  <a:lnTo>
                    <a:pt x="1124841" y="297737"/>
                  </a:lnTo>
                  <a:lnTo>
                    <a:pt x="1087425" y="246200"/>
                  </a:lnTo>
                  <a:close/>
                  <a:moveTo>
                    <a:pt x="1041043" y="168588"/>
                  </a:moveTo>
                  <a:lnTo>
                    <a:pt x="1037824" y="173617"/>
                  </a:lnTo>
                  <a:lnTo>
                    <a:pt x="1056268" y="185737"/>
                  </a:lnTo>
                  <a:close/>
                  <a:moveTo>
                    <a:pt x="1183923" y="168788"/>
                  </a:moveTo>
                  <a:lnTo>
                    <a:pt x="1222354" y="187552"/>
                  </a:lnTo>
                  <a:lnTo>
                    <a:pt x="1150132" y="158278"/>
                  </a:lnTo>
                  <a:close/>
                  <a:moveTo>
                    <a:pt x="1285747" y="173919"/>
                  </a:moveTo>
                  <a:lnTo>
                    <a:pt x="1244433" y="135202"/>
                  </a:lnTo>
                  <a:lnTo>
                    <a:pt x="1222354" y="187552"/>
                  </a:lnTo>
                  <a:close/>
                  <a:moveTo>
                    <a:pt x="1222354" y="187552"/>
                  </a:moveTo>
                  <a:lnTo>
                    <a:pt x="1244433" y="135202"/>
                  </a:lnTo>
                  <a:lnTo>
                    <a:pt x="1166116" y="151962"/>
                  </a:lnTo>
                  <a:close/>
                  <a:moveTo>
                    <a:pt x="1237187" y="0"/>
                  </a:moveTo>
                  <a:lnTo>
                    <a:pt x="1291057" y="46751"/>
                  </a:lnTo>
                  <a:lnTo>
                    <a:pt x="1299911" y="497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74" name="Output_density__4273">
              <a:extLst>
                <a:ext uri="{FF2B5EF4-FFF2-40B4-BE49-F238E27FC236}">
                  <a16:creationId xmlns:a16="http://schemas.microsoft.com/office/drawing/2014/main" id="{F9A3C086-83D7-FB0E-385E-72AB5565C1E5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10993"/>
              <a:ext cx="1665552" cy="1957001"/>
            </a:xfrm>
            <a:custGeom>
              <a:avLst/>
              <a:gdLst/>
              <a:ahLst/>
              <a:cxnLst/>
              <a:rect l="0" t="0" r="0" b="0"/>
              <a:pathLst>
                <a:path w="1665552" h="1957001">
                  <a:moveTo>
                    <a:pt x="430319" y="1662435"/>
                  </a:moveTo>
                  <a:lnTo>
                    <a:pt x="482722" y="1696648"/>
                  </a:lnTo>
                  <a:lnTo>
                    <a:pt x="501096" y="1640058"/>
                  </a:lnTo>
                  <a:close/>
                  <a:moveTo>
                    <a:pt x="482722" y="1696648"/>
                  </a:moveTo>
                  <a:lnTo>
                    <a:pt x="511608" y="1638341"/>
                  </a:lnTo>
                  <a:lnTo>
                    <a:pt x="501096" y="1640058"/>
                  </a:lnTo>
                  <a:close/>
                  <a:moveTo>
                    <a:pt x="552885" y="1649400"/>
                  </a:moveTo>
                  <a:lnTo>
                    <a:pt x="511608" y="1638341"/>
                  </a:lnTo>
                  <a:lnTo>
                    <a:pt x="482722" y="1696648"/>
                  </a:lnTo>
                  <a:close/>
                  <a:moveTo>
                    <a:pt x="414077" y="1586805"/>
                  </a:moveTo>
                  <a:lnTo>
                    <a:pt x="369531" y="1545568"/>
                  </a:lnTo>
                  <a:lnTo>
                    <a:pt x="373102" y="1559362"/>
                  </a:lnTo>
                  <a:close/>
                  <a:moveTo>
                    <a:pt x="341771" y="1519007"/>
                  </a:moveTo>
                  <a:lnTo>
                    <a:pt x="373102" y="1559362"/>
                  </a:lnTo>
                  <a:lnTo>
                    <a:pt x="369531" y="1545568"/>
                  </a:lnTo>
                  <a:close/>
                  <a:moveTo>
                    <a:pt x="502039" y="1576549"/>
                  </a:moveTo>
                  <a:lnTo>
                    <a:pt x="456870" y="1575288"/>
                  </a:lnTo>
                  <a:lnTo>
                    <a:pt x="450278" y="1615123"/>
                  </a:lnTo>
                  <a:close/>
                  <a:moveTo>
                    <a:pt x="502039" y="1576549"/>
                  </a:moveTo>
                  <a:lnTo>
                    <a:pt x="508078" y="1521648"/>
                  </a:lnTo>
                  <a:lnTo>
                    <a:pt x="463333" y="1529033"/>
                  </a:lnTo>
                  <a:close/>
                  <a:moveTo>
                    <a:pt x="308971" y="1301253"/>
                  </a:moveTo>
                  <a:lnTo>
                    <a:pt x="266856" y="1277345"/>
                  </a:lnTo>
                  <a:lnTo>
                    <a:pt x="342730" y="1305028"/>
                  </a:lnTo>
                  <a:close/>
                  <a:moveTo>
                    <a:pt x="266986" y="1279176"/>
                  </a:moveTo>
                  <a:lnTo>
                    <a:pt x="304054" y="1309846"/>
                  </a:lnTo>
                  <a:lnTo>
                    <a:pt x="342730" y="1305028"/>
                  </a:lnTo>
                  <a:close/>
                  <a:moveTo>
                    <a:pt x="562" y="981767"/>
                  </a:moveTo>
                  <a:lnTo>
                    <a:pt x="27763" y="944272"/>
                  </a:lnTo>
                  <a:lnTo>
                    <a:pt x="23621" y="946704"/>
                  </a:lnTo>
                  <a:close/>
                  <a:moveTo>
                    <a:pt x="612872" y="1538617"/>
                  </a:moveTo>
                  <a:lnTo>
                    <a:pt x="586277" y="1562711"/>
                  </a:lnTo>
                  <a:lnTo>
                    <a:pt x="617367" y="1580910"/>
                  </a:lnTo>
                  <a:close/>
                  <a:moveTo>
                    <a:pt x="555930" y="1511174"/>
                  </a:moveTo>
                  <a:lnTo>
                    <a:pt x="612872" y="1538617"/>
                  </a:lnTo>
                  <a:lnTo>
                    <a:pt x="622295" y="1487080"/>
                  </a:lnTo>
                  <a:close/>
                  <a:moveTo>
                    <a:pt x="512893" y="1504982"/>
                  </a:moveTo>
                  <a:lnTo>
                    <a:pt x="508078" y="1521648"/>
                  </a:lnTo>
                  <a:lnTo>
                    <a:pt x="539898" y="1511174"/>
                  </a:lnTo>
                  <a:close/>
                  <a:moveTo>
                    <a:pt x="525133" y="1450514"/>
                  </a:moveTo>
                  <a:lnTo>
                    <a:pt x="560346" y="1441643"/>
                  </a:lnTo>
                  <a:lnTo>
                    <a:pt x="556076" y="1435544"/>
                  </a:lnTo>
                  <a:close/>
                  <a:moveTo>
                    <a:pt x="512893" y="1504982"/>
                  </a:moveTo>
                  <a:lnTo>
                    <a:pt x="548839" y="1499371"/>
                  </a:lnTo>
                  <a:lnTo>
                    <a:pt x="525133" y="1450514"/>
                  </a:lnTo>
                  <a:close/>
                  <a:moveTo>
                    <a:pt x="61828" y="868641"/>
                  </a:moveTo>
                  <a:lnTo>
                    <a:pt x="13903" y="829120"/>
                  </a:lnTo>
                  <a:lnTo>
                    <a:pt x="0" y="841198"/>
                  </a:lnTo>
                  <a:close/>
                  <a:moveTo>
                    <a:pt x="17335" y="774680"/>
                  </a:moveTo>
                  <a:lnTo>
                    <a:pt x="67220" y="786516"/>
                  </a:lnTo>
                  <a:lnTo>
                    <a:pt x="0" y="841198"/>
                  </a:lnTo>
                  <a:close/>
                  <a:moveTo>
                    <a:pt x="51415" y="773862"/>
                  </a:moveTo>
                  <a:lnTo>
                    <a:pt x="57674" y="750826"/>
                  </a:lnTo>
                  <a:lnTo>
                    <a:pt x="14863" y="765438"/>
                  </a:lnTo>
                  <a:close/>
                  <a:moveTo>
                    <a:pt x="570650" y="1435544"/>
                  </a:moveTo>
                  <a:lnTo>
                    <a:pt x="622295" y="1487080"/>
                  </a:lnTo>
                  <a:lnTo>
                    <a:pt x="570213" y="1433621"/>
                  </a:lnTo>
                  <a:close/>
                  <a:moveTo>
                    <a:pt x="593774" y="1384007"/>
                  </a:moveTo>
                  <a:lnTo>
                    <a:pt x="570650" y="1435544"/>
                  </a:lnTo>
                  <a:lnTo>
                    <a:pt x="562400" y="1377230"/>
                  </a:lnTo>
                  <a:close/>
                  <a:moveTo>
                    <a:pt x="182649" y="908509"/>
                  </a:moveTo>
                  <a:lnTo>
                    <a:pt x="184376" y="920178"/>
                  </a:lnTo>
                  <a:lnTo>
                    <a:pt x="164984" y="907743"/>
                  </a:lnTo>
                  <a:close/>
                  <a:moveTo>
                    <a:pt x="81637" y="705519"/>
                  </a:moveTo>
                  <a:lnTo>
                    <a:pt x="14863" y="765438"/>
                  </a:lnTo>
                  <a:lnTo>
                    <a:pt x="57674" y="750826"/>
                  </a:lnTo>
                  <a:close/>
                  <a:moveTo>
                    <a:pt x="1198216" y="1954258"/>
                  </a:moveTo>
                  <a:lnTo>
                    <a:pt x="1161219" y="1947069"/>
                  </a:lnTo>
                  <a:lnTo>
                    <a:pt x="1195850" y="1957001"/>
                  </a:lnTo>
                  <a:close/>
                  <a:moveTo>
                    <a:pt x="81637" y="705519"/>
                  </a:moveTo>
                  <a:lnTo>
                    <a:pt x="86202" y="682838"/>
                  </a:lnTo>
                  <a:lnTo>
                    <a:pt x="56595" y="741474"/>
                  </a:lnTo>
                  <a:close/>
                  <a:moveTo>
                    <a:pt x="54540" y="604207"/>
                  </a:moveTo>
                  <a:lnTo>
                    <a:pt x="88403" y="614307"/>
                  </a:lnTo>
                  <a:lnTo>
                    <a:pt x="86943" y="619493"/>
                  </a:lnTo>
                  <a:close/>
                  <a:moveTo>
                    <a:pt x="1222617" y="1954258"/>
                  </a:moveTo>
                  <a:lnTo>
                    <a:pt x="1199611" y="1955710"/>
                  </a:lnTo>
                  <a:lnTo>
                    <a:pt x="1195850" y="1957001"/>
                  </a:lnTo>
                  <a:close/>
                  <a:moveTo>
                    <a:pt x="1200621" y="1953122"/>
                  </a:moveTo>
                  <a:lnTo>
                    <a:pt x="1199611" y="1955710"/>
                  </a:lnTo>
                  <a:lnTo>
                    <a:pt x="1222617" y="1954258"/>
                  </a:lnTo>
                  <a:close/>
                  <a:moveTo>
                    <a:pt x="1205887" y="1886098"/>
                  </a:moveTo>
                  <a:lnTo>
                    <a:pt x="1229537" y="1902722"/>
                  </a:lnTo>
                  <a:lnTo>
                    <a:pt x="1193041" y="1833799"/>
                  </a:lnTo>
                  <a:close/>
                  <a:moveTo>
                    <a:pt x="801914" y="1381949"/>
                  </a:moveTo>
                  <a:lnTo>
                    <a:pt x="838891" y="1367119"/>
                  </a:lnTo>
                  <a:lnTo>
                    <a:pt x="824484" y="1363262"/>
                  </a:lnTo>
                  <a:close/>
                  <a:moveTo>
                    <a:pt x="824484" y="1363262"/>
                  </a:moveTo>
                  <a:lnTo>
                    <a:pt x="838891" y="1367119"/>
                  </a:lnTo>
                  <a:lnTo>
                    <a:pt x="837157" y="1339038"/>
                  </a:lnTo>
                  <a:close/>
                  <a:moveTo>
                    <a:pt x="506297" y="1008402"/>
                  </a:moveTo>
                  <a:lnTo>
                    <a:pt x="541908" y="1017433"/>
                  </a:lnTo>
                  <a:lnTo>
                    <a:pt x="509635" y="987870"/>
                  </a:lnTo>
                  <a:close/>
                  <a:moveTo>
                    <a:pt x="541908" y="1017433"/>
                  </a:moveTo>
                  <a:lnTo>
                    <a:pt x="549637" y="962757"/>
                  </a:lnTo>
                  <a:lnTo>
                    <a:pt x="509635" y="987870"/>
                  </a:lnTo>
                  <a:close/>
                  <a:moveTo>
                    <a:pt x="265520" y="773872"/>
                  </a:moveTo>
                  <a:lnTo>
                    <a:pt x="271106" y="768917"/>
                  </a:lnTo>
                  <a:lnTo>
                    <a:pt x="244894" y="755274"/>
                  </a:lnTo>
                  <a:close/>
                  <a:moveTo>
                    <a:pt x="97649" y="614307"/>
                  </a:moveTo>
                  <a:lnTo>
                    <a:pt x="133540" y="665843"/>
                  </a:lnTo>
                  <a:lnTo>
                    <a:pt x="96803" y="611477"/>
                  </a:lnTo>
                  <a:close/>
                  <a:moveTo>
                    <a:pt x="1356188" y="1921969"/>
                  </a:moveTo>
                  <a:lnTo>
                    <a:pt x="1329389" y="1956674"/>
                  </a:lnTo>
                  <a:lnTo>
                    <a:pt x="1407475" y="1939048"/>
                  </a:lnTo>
                  <a:close/>
                  <a:moveTo>
                    <a:pt x="838143" y="1304985"/>
                  </a:moveTo>
                  <a:lnTo>
                    <a:pt x="824484" y="1363262"/>
                  </a:lnTo>
                  <a:lnTo>
                    <a:pt x="837157" y="1339038"/>
                  </a:lnTo>
                  <a:close/>
                  <a:moveTo>
                    <a:pt x="805865" y="1355987"/>
                  </a:moveTo>
                  <a:lnTo>
                    <a:pt x="824484" y="1363262"/>
                  </a:lnTo>
                  <a:lnTo>
                    <a:pt x="838143" y="1304985"/>
                  </a:lnTo>
                  <a:close/>
                  <a:moveTo>
                    <a:pt x="800574" y="1297545"/>
                  </a:moveTo>
                  <a:lnTo>
                    <a:pt x="805865" y="1355987"/>
                  </a:lnTo>
                  <a:lnTo>
                    <a:pt x="838143" y="1304985"/>
                  </a:lnTo>
                  <a:close/>
                  <a:moveTo>
                    <a:pt x="838143" y="1304985"/>
                  </a:moveTo>
                  <a:lnTo>
                    <a:pt x="837157" y="1339038"/>
                  </a:lnTo>
                  <a:lnTo>
                    <a:pt x="846243" y="1311725"/>
                  </a:lnTo>
                  <a:close/>
                  <a:moveTo>
                    <a:pt x="774556" y="1144762"/>
                  </a:moveTo>
                  <a:lnTo>
                    <a:pt x="821976" y="1184558"/>
                  </a:lnTo>
                  <a:lnTo>
                    <a:pt x="820843" y="1193563"/>
                  </a:lnTo>
                  <a:close/>
                  <a:moveTo>
                    <a:pt x="695505" y="1031268"/>
                  </a:moveTo>
                  <a:lnTo>
                    <a:pt x="658533" y="1060321"/>
                  </a:lnTo>
                  <a:lnTo>
                    <a:pt x="653723" y="1089997"/>
                  </a:lnTo>
                  <a:close/>
                  <a:moveTo>
                    <a:pt x="695505" y="1031268"/>
                  </a:moveTo>
                  <a:lnTo>
                    <a:pt x="653723" y="1089997"/>
                  </a:lnTo>
                  <a:lnTo>
                    <a:pt x="698055" y="1091938"/>
                  </a:lnTo>
                  <a:close/>
                  <a:moveTo>
                    <a:pt x="550518" y="947690"/>
                  </a:moveTo>
                  <a:lnTo>
                    <a:pt x="567322" y="893978"/>
                  </a:lnTo>
                  <a:lnTo>
                    <a:pt x="514140" y="939282"/>
                  </a:lnTo>
                  <a:close/>
                  <a:moveTo>
                    <a:pt x="525960" y="875339"/>
                  </a:moveTo>
                  <a:lnTo>
                    <a:pt x="487029" y="847896"/>
                  </a:lnTo>
                  <a:lnTo>
                    <a:pt x="495294" y="899432"/>
                  </a:lnTo>
                  <a:close/>
                  <a:moveTo>
                    <a:pt x="1406662" y="1899561"/>
                  </a:moveTo>
                  <a:lnTo>
                    <a:pt x="1356188" y="1921969"/>
                  </a:lnTo>
                  <a:lnTo>
                    <a:pt x="1407475" y="1939048"/>
                  </a:lnTo>
                  <a:close/>
                  <a:moveTo>
                    <a:pt x="1399226" y="1842863"/>
                  </a:moveTo>
                  <a:lnTo>
                    <a:pt x="1399889" y="1854534"/>
                  </a:lnTo>
                  <a:lnTo>
                    <a:pt x="1404781" y="1794077"/>
                  </a:lnTo>
                  <a:close/>
                  <a:moveTo>
                    <a:pt x="1149775" y="1539359"/>
                  </a:moveTo>
                  <a:lnTo>
                    <a:pt x="1128474" y="1534594"/>
                  </a:lnTo>
                  <a:lnTo>
                    <a:pt x="1164307" y="1553914"/>
                  </a:lnTo>
                  <a:close/>
                  <a:moveTo>
                    <a:pt x="567322" y="893978"/>
                  </a:moveTo>
                  <a:lnTo>
                    <a:pt x="574011" y="865848"/>
                  </a:lnTo>
                  <a:lnTo>
                    <a:pt x="525960" y="875339"/>
                  </a:lnTo>
                  <a:close/>
                  <a:moveTo>
                    <a:pt x="570540" y="805927"/>
                  </a:moveTo>
                  <a:lnTo>
                    <a:pt x="533664" y="799708"/>
                  </a:lnTo>
                  <a:lnTo>
                    <a:pt x="514316" y="870474"/>
                  </a:lnTo>
                  <a:close/>
                  <a:moveTo>
                    <a:pt x="574011" y="865848"/>
                  </a:moveTo>
                  <a:lnTo>
                    <a:pt x="570540" y="805927"/>
                  </a:lnTo>
                  <a:lnTo>
                    <a:pt x="514316" y="870474"/>
                  </a:lnTo>
                  <a:close/>
                  <a:moveTo>
                    <a:pt x="658003" y="851245"/>
                  </a:moveTo>
                  <a:lnTo>
                    <a:pt x="673892" y="923353"/>
                  </a:lnTo>
                  <a:lnTo>
                    <a:pt x="676356" y="902781"/>
                  </a:lnTo>
                  <a:close/>
                  <a:moveTo>
                    <a:pt x="622171" y="924370"/>
                  </a:moveTo>
                  <a:lnTo>
                    <a:pt x="673892" y="923353"/>
                  </a:lnTo>
                  <a:lnTo>
                    <a:pt x="658003" y="851245"/>
                  </a:lnTo>
                  <a:close/>
                  <a:moveTo>
                    <a:pt x="514782" y="750531"/>
                  </a:moveTo>
                  <a:lnTo>
                    <a:pt x="570540" y="805927"/>
                  </a:lnTo>
                  <a:lnTo>
                    <a:pt x="533025" y="772265"/>
                  </a:lnTo>
                  <a:close/>
                  <a:moveTo>
                    <a:pt x="1464052" y="1765400"/>
                  </a:moveTo>
                  <a:lnTo>
                    <a:pt x="1404781" y="1794077"/>
                  </a:lnTo>
                  <a:lnTo>
                    <a:pt x="1450247" y="1789391"/>
                  </a:lnTo>
                  <a:close/>
                  <a:moveTo>
                    <a:pt x="1464052" y="1765400"/>
                  </a:moveTo>
                  <a:lnTo>
                    <a:pt x="1440691" y="1753660"/>
                  </a:lnTo>
                  <a:lnTo>
                    <a:pt x="1405782" y="1774790"/>
                  </a:lnTo>
                  <a:close/>
                  <a:moveTo>
                    <a:pt x="1136218" y="1353772"/>
                  </a:moveTo>
                  <a:lnTo>
                    <a:pt x="1134375" y="1418147"/>
                  </a:lnTo>
                  <a:lnTo>
                    <a:pt x="1161190" y="1407359"/>
                  </a:lnTo>
                  <a:close/>
                  <a:moveTo>
                    <a:pt x="1136218" y="1353772"/>
                  </a:moveTo>
                  <a:lnTo>
                    <a:pt x="1161190" y="1407359"/>
                  </a:lnTo>
                  <a:lnTo>
                    <a:pt x="1190994" y="1383893"/>
                  </a:lnTo>
                  <a:close/>
                  <a:moveTo>
                    <a:pt x="1002682" y="1203857"/>
                  </a:moveTo>
                  <a:lnTo>
                    <a:pt x="985026" y="1198793"/>
                  </a:lnTo>
                  <a:lnTo>
                    <a:pt x="1020510" y="1230736"/>
                  </a:lnTo>
                  <a:close/>
                  <a:moveTo>
                    <a:pt x="722136" y="853650"/>
                  </a:moveTo>
                  <a:lnTo>
                    <a:pt x="766192" y="843689"/>
                  </a:lnTo>
                  <a:lnTo>
                    <a:pt x="719092" y="902781"/>
                  </a:lnTo>
                  <a:close/>
                  <a:moveTo>
                    <a:pt x="755366" y="832356"/>
                  </a:moveTo>
                  <a:lnTo>
                    <a:pt x="702705" y="837186"/>
                  </a:lnTo>
                  <a:lnTo>
                    <a:pt x="719092" y="902781"/>
                  </a:lnTo>
                  <a:close/>
                  <a:moveTo>
                    <a:pt x="1245048" y="1369959"/>
                  </a:moveTo>
                  <a:lnTo>
                    <a:pt x="1231026" y="1394053"/>
                  </a:lnTo>
                  <a:lnTo>
                    <a:pt x="1241999" y="1399916"/>
                  </a:lnTo>
                  <a:close/>
                  <a:moveTo>
                    <a:pt x="1231026" y="1394053"/>
                  </a:moveTo>
                  <a:lnTo>
                    <a:pt x="1245048" y="1369959"/>
                  </a:lnTo>
                  <a:lnTo>
                    <a:pt x="1190994" y="1383893"/>
                  </a:lnTo>
                  <a:close/>
                  <a:moveTo>
                    <a:pt x="1274290" y="1385745"/>
                  </a:moveTo>
                  <a:lnTo>
                    <a:pt x="1241999" y="1399916"/>
                  </a:lnTo>
                  <a:lnTo>
                    <a:pt x="1326446" y="1406071"/>
                  </a:lnTo>
                  <a:close/>
                  <a:moveTo>
                    <a:pt x="1070843" y="1167007"/>
                  </a:moveTo>
                  <a:lnTo>
                    <a:pt x="1097487" y="1183328"/>
                  </a:lnTo>
                  <a:lnTo>
                    <a:pt x="1085589" y="1130258"/>
                  </a:lnTo>
                  <a:close/>
                  <a:moveTo>
                    <a:pt x="1005460" y="1079343"/>
                  </a:moveTo>
                  <a:lnTo>
                    <a:pt x="1034593" y="1112276"/>
                  </a:lnTo>
                  <a:lnTo>
                    <a:pt x="990893" y="1068537"/>
                  </a:lnTo>
                  <a:close/>
                  <a:moveTo>
                    <a:pt x="990893" y="1068537"/>
                  </a:moveTo>
                  <a:lnTo>
                    <a:pt x="1034593" y="1112276"/>
                  </a:lnTo>
                  <a:lnTo>
                    <a:pt x="1043378" y="1126593"/>
                  </a:lnTo>
                  <a:close/>
                  <a:moveTo>
                    <a:pt x="990893" y="1068537"/>
                  </a:moveTo>
                  <a:lnTo>
                    <a:pt x="1043378" y="1126593"/>
                  </a:lnTo>
                  <a:lnTo>
                    <a:pt x="1032990" y="1072296"/>
                  </a:lnTo>
                  <a:close/>
                  <a:moveTo>
                    <a:pt x="707273" y="707986"/>
                  </a:moveTo>
                  <a:lnTo>
                    <a:pt x="731615" y="724077"/>
                  </a:lnTo>
                  <a:lnTo>
                    <a:pt x="719729" y="709747"/>
                  </a:lnTo>
                  <a:close/>
                  <a:moveTo>
                    <a:pt x="1336597" y="1353855"/>
                  </a:moveTo>
                  <a:lnTo>
                    <a:pt x="1274290" y="1385745"/>
                  </a:lnTo>
                  <a:lnTo>
                    <a:pt x="1326446" y="1406071"/>
                  </a:lnTo>
                  <a:close/>
                  <a:moveTo>
                    <a:pt x="1336597" y="1353855"/>
                  </a:moveTo>
                  <a:lnTo>
                    <a:pt x="1330238" y="1294329"/>
                  </a:lnTo>
                  <a:lnTo>
                    <a:pt x="1278041" y="1300734"/>
                  </a:lnTo>
                  <a:close/>
                  <a:moveTo>
                    <a:pt x="1293836" y="1284146"/>
                  </a:moveTo>
                  <a:lnTo>
                    <a:pt x="1249686" y="1293756"/>
                  </a:lnTo>
                  <a:lnTo>
                    <a:pt x="1330238" y="1294329"/>
                  </a:lnTo>
                  <a:close/>
                  <a:moveTo>
                    <a:pt x="1330238" y="1294329"/>
                  </a:moveTo>
                  <a:lnTo>
                    <a:pt x="1249686" y="1293756"/>
                  </a:lnTo>
                  <a:lnTo>
                    <a:pt x="1278041" y="1300734"/>
                  </a:lnTo>
                  <a:close/>
                  <a:moveTo>
                    <a:pt x="1602538" y="1603549"/>
                  </a:moveTo>
                  <a:lnTo>
                    <a:pt x="1650803" y="1655085"/>
                  </a:lnTo>
                  <a:lnTo>
                    <a:pt x="1665552" y="1652788"/>
                  </a:lnTo>
                  <a:close/>
                  <a:moveTo>
                    <a:pt x="864593" y="632218"/>
                  </a:moveTo>
                  <a:lnTo>
                    <a:pt x="813608" y="600259"/>
                  </a:lnTo>
                  <a:lnTo>
                    <a:pt x="842118" y="674325"/>
                  </a:lnTo>
                  <a:close/>
                  <a:moveTo>
                    <a:pt x="1412794" y="1149539"/>
                  </a:moveTo>
                  <a:lnTo>
                    <a:pt x="1393580" y="1143068"/>
                  </a:lnTo>
                  <a:lnTo>
                    <a:pt x="1407832" y="1208438"/>
                  </a:lnTo>
                  <a:close/>
                  <a:moveTo>
                    <a:pt x="1407832" y="1208438"/>
                  </a:moveTo>
                  <a:lnTo>
                    <a:pt x="1393580" y="1143068"/>
                  </a:lnTo>
                  <a:lnTo>
                    <a:pt x="1360222" y="1146419"/>
                  </a:lnTo>
                  <a:close/>
                  <a:moveTo>
                    <a:pt x="1421357" y="1143068"/>
                  </a:moveTo>
                  <a:lnTo>
                    <a:pt x="1412794" y="1149539"/>
                  </a:lnTo>
                  <a:lnTo>
                    <a:pt x="1450784" y="1148758"/>
                  </a:lnTo>
                  <a:close/>
                  <a:moveTo>
                    <a:pt x="1351023" y="1115625"/>
                  </a:moveTo>
                  <a:lnTo>
                    <a:pt x="1360222" y="1146419"/>
                  </a:lnTo>
                  <a:lnTo>
                    <a:pt x="1393580" y="1143068"/>
                  </a:lnTo>
                  <a:close/>
                  <a:moveTo>
                    <a:pt x="1351023" y="1115625"/>
                  </a:moveTo>
                  <a:lnTo>
                    <a:pt x="1393580" y="1143068"/>
                  </a:lnTo>
                  <a:lnTo>
                    <a:pt x="1352519" y="1091531"/>
                  </a:lnTo>
                  <a:close/>
                  <a:moveTo>
                    <a:pt x="922159" y="584492"/>
                  </a:moveTo>
                  <a:lnTo>
                    <a:pt x="921274" y="534563"/>
                  </a:lnTo>
                  <a:lnTo>
                    <a:pt x="882136" y="562909"/>
                  </a:lnTo>
                  <a:close/>
                  <a:moveTo>
                    <a:pt x="912502" y="636667"/>
                  </a:moveTo>
                  <a:lnTo>
                    <a:pt x="977760" y="640014"/>
                  </a:lnTo>
                  <a:lnTo>
                    <a:pt x="962672" y="576165"/>
                  </a:lnTo>
                  <a:close/>
                  <a:moveTo>
                    <a:pt x="1393580" y="1143068"/>
                  </a:moveTo>
                  <a:lnTo>
                    <a:pt x="1412794" y="1149539"/>
                  </a:lnTo>
                  <a:lnTo>
                    <a:pt x="1414073" y="1140621"/>
                  </a:lnTo>
                  <a:close/>
                  <a:moveTo>
                    <a:pt x="1393580" y="1143068"/>
                  </a:moveTo>
                  <a:lnTo>
                    <a:pt x="1414073" y="1140621"/>
                  </a:lnTo>
                  <a:lnTo>
                    <a:pt x="1352519" y="1091531"/>
                  </a:lnTo>
                  <a:close/>
                  <a:moveTo>
                    <a:pt x="1414073" y="1140621"/>
                  </a:moveTo>
                  <a:lnTo>
                    <a:pt x="1412794" y="1149539"/>
                  </a:lnTo>
                  <a:lnTo>
                    <a:pt x="1421357" y="1143068"/>
                  </a:lnTo>
                  <a:close/>
                  <a:moveTo>
                    <a:pt x="1132560" y="665596"/>
                  </a:moveTo>
                  <a:lnTo>
                    <a:pt x="1093147" y="692915"/>
                  </a:lnTo>
                  <a:lnTo>
                    <a:pt x="1062346" y="679239"/>
                  </a:lnTo>
                  <a:close/>
                  <a:moveTo>
                    <a:pt x="1134243" y="714247"/>
                  </a:moveTo>
                  <a:lnTo>
                    <a:pt x="1132560" y="665596"/>
                  </a:lnTo>
                  <a:lnTo>
                    <a:pt x="1062346" y="679239"/>
                  </a:lnTo>
                  <a:close/>
                  <a:moveTo>
                    <a:pt x="1092182" y="622955"/>
                  </a:moveTo>
                  <a:lnTo>
                    <a:pt x="1062346" y="679239"/>
                  </a:lnTo>
                  <a:lnTo>
                    <a:pt x="1066415" y="668664"/>
                  </a:lnTo>
                  <a:close/>
                  <a:moveTo>
                    <a:pt x="962672" y="576165"/>
                  </a:moveTo>
                  <a:lnTo>
                    <a:pt x="968770" y="627702"/>
                  </a:lnTo>
                  <a:lnTo>
                    <a:pt x="952173" y="560090"/>
                  </a:lnTo>
                  <a:close/>
                  <a:moveTo>
                    <a:pt x="824393" y="312277"/>
                  </a:moveTo>
                  <a:lnTo>
                    <a:pt x="818956" y="370019"/>
                  </a:lnTo>
                  <a:lnTo>
                    <a:pt x="824723" y="348251"/>
                  </a:lnTo>
                  <a:close/>
                  <a:moveTo>
                    <a:pt x="801636" y="355539"/>
                  </a:moveTo>
                  <a:lnTo>
                    <a:pt x="818956" y="370019"/>
                  </a:lnTo>
                  <a:lnTo>
                    <a:pt x="824393" y="312277"/>
                  </a:lnTo>
                  <a:close/>
                  <a:moveTo>
                    <a:pt x="1413558" y="952812"/>
                  </a:moveTo>
                  <a:lnTo>
                    <a:pt x="1431450" y="1001008"/>
                  </a:lnTo>
                  <a:lnTo>
                    <a:pt x="1446093" y="964343"/>
                  </a:lnTo>
                  <a:close/>
                  <a:moveTo>
                    <a:pt x="1413558" y="952812"/>
                  </a:moveTo>
                  <a:lnTo>
                    <a:pt x="1446093" y="964343"/>
                  </a:lnTo>
                  <a:lnTo>
                    <a:pt x="1446033" y="964236"/>
                  </a:lnTo>
                  <a:close/>
                  <a:moveTo>
                    <a:pt x="1278905" y="798089"/>
                  </a:moveTo>
                  <a:lnTo>
                    <a:pt x="1290928" y="809754"/>
                  </a:lnTo>
                  <a:lnTo>
                    <a:pt x="1257771" y="784386"/>
                  </a:lnTo>
                  <a:close/>
                  <a:moveTo>
                    <a:pt x="1284526" y="542548"/>
                  </a:moveTo>
                  <a:lnTo>
                    <a:pt x="1347232" y="539490"/>
                  </a:lnTo>
                  <a:lnTo>
                    <a:pt x="1336858" y="531326"/>
                  </a:lnTo>
                  <a:close/>
                  <a:moveTo>
                    <a:pt x="1053240" y="240176"/>
                  </a:moveTo>
                  <a:lnTo>
                    <a:pt x="1077856" y="282906"/>
                  </a:lnTo>
                  <a:lnTo>
                    <a:pt x="1098230" y="297737"/>
                  </a:lnTo>
                  <a:close/>
                  <a:moveTo>
                    <a:pt x="1077856" y="282906"/>
                  </a:moveTo>
                  <a:lnTo>
                    <a:pt x="1053240" y="240176"/>
                  </a:lnTo>
                  <a:lnTo>
                    <a:pt x="1079376" y="273643"/>
                  </a:lnTo>
                  <a:close/>
                  <a:moveTo>
                    <a:pt x="1060814" y="246200"/>
                  </a:moveTo>
                  <a:lnTo>
                    <a:pt x="1038325" y="218143"/>
                  </a:lnTo>
                  <a:lnTo>
                    <a:pt x="1053240" y="240176"/>
                  </a:lnTo>
                  <a:close/>
                  <a:moveTo>
                    <a:pt x="1011213" y="173617"/>
                  </a:moveTo>
                  <a:lnTo>
                    <a:pt x="1053240" y="240176"/>
                  </a:lnTo>
                  <a:lnTo>
                    <a:pt x="1006497" y="194664"/>
                  </a:lnTo>
                  <a:close/>
                  <a:moveTo>
                    <a:pt x="1050684" y="222107"/>
                  </a:moveTo>
                  <a:lnTo>
                    <a:pt x="1053240" y="240176"/>
                  </a:lnTo>
                  <a:lnTo>
                    <a:pt x="1011213" y="173617"/>
                  </a:lnTo>
                  <a:close/>
                  <a:moveTo>
                    <a:pt x="1123521" y="158278"/>
                  </a:moveTo>
                  <a:lnTo>
                    <a:pt x="1195743" y="187552"/>
                  </a:lnTo>
                  <a:lnTo>
                    <a:pt x="1139505" y="151962"/>
                  </a:lnTo>
                  <a:close/>
                  <a:moveTo>
                    <a:pt x="1284241" y="73955"/>
                  </a:moveTo>
                  <a:lnTo>
                    <a:pt x="1315750" y="98288"/>
                  </a:lnTo>
                  <a:lnTo>
                    <a:pt x="1273300" y="49731"/>
                  </a:lnTo>
                  <a:close/>
                  <a:moveTo>
                    <a:pt x="1273300" y="49731"/>
                  </a:moveTo>
                  <a:lnTo>
                    <a:pt x="1315750" y="98288"/>
                  </a:lnTo>
                  <a:lnTo>
                    <a:pt x="1322715" y="110283"/>
                  </a:lnTo>
                  <a:close/>
                  <a:moveTo>
                    <a:pt x="1273300" y="49731"/>
                  </a:moveTo>
                  <a:lnTo>
                    <a:pt x="1322715" y="110283"/>
                  </a:lnTo>
                  <a:lnTo>
                    <a:pt x="1295588" y="69594"/>
                  </a:lnTo>
                  <a:close/>
                  <a:moveTo>
                    <a:pt x="1210576" y="0"/>
                  </a:moveTo>
                  <a:lnTo>
                    <a:pt x="1273300" y="49731"/>
                  </a:lnTo>
                  <a:lnTo>
                    <a:pt x="1242329" y="12167"/>
                  </a:lnTo>
                  <a:close/>
                  <a:moveTo>
                    <a:pt x="1284241" y="73955"/>
                  </a:moveTo>
                  <a:lnTo>
                    <a:pt x="1273300" y="49731"/>
                  </a:lnTo>
                  <a:lnTo>
                    <a:pt x="1264447" y="4675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75" name="Output_density__4274">
              <a:extLst>
                <a:ext uri="{FF2B5EF4-FFF2-40B4-BE49-F238E27FC236}">
                  <a16:creationId xmlns:a16="http://schemas.microsoft.com/office/drawing/2014/main" id="{BC750EF2-CA69-9B76-1724-DA85991600A8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23160"/>
              <a:ext cx="1674023" cy="1944834"/>
            </a:xfrm>
            <a:custGeom>
              <a:avLst/>
              <a:gdLst/>
              <a:ahLst/>
              <a:cxnLst/>
              <a:rect l="0" t="0" r="0" b="0"/>
              <a:pathLst>
                <a:path w="1674023" h="1944834">
                  <a:moveTo>
                    <a:pt x="327630" y="1495658"/>
                  </a:moveTo>
                  <a:lnTo>
                    <a:pt x="369531" y="1533401"/>
                  </a:lnTo>
                  <a:lnTo>
                    <a:pt x="317405" y="1475053"/>
                  </a:lnTo>
                  <a:close/>
                  <a:moveTo>
                    <a:pt x="317405" y="1475053"/>
                  </a:moveTo>
                  <a:lnTo>
                    <a:pt x="313816" y="1471564"/>
                  </a:lnTo>
                  <a:lnTo>
                    <a:pt x="282148" y="1458598"/>
                  </a:lnTo>
                  <a:close/>
                  <a:moveTo>
                    <a:pt x="84821" y="975055"/>
                  </a:moveTo>
                  <a:lnTo>
                    <a:pt x="27763" y="932105"/>
                  </a:lnTo>
                  <a:lnTo>
                    <a:pt x="562" y="969600"/>
                  </a:lnTo>
                  <a:close/>
                  <a:moveTo>
                    <a:pt x="612872" y="1526450"/>
                  </a:moveTo>
                  <a:lnTo>
                    <a:pt x="617367" y="1568743"/>
                  </a:lnTo>
                  <a:lnTo>
                    <a:pt x="649558" y="1554200"/>
                  </a:lnTo>
                  <a:close/>
                  <a:moveTo>
                    <a:pt x="512893" y="1492815"/>
                  </a:moveTo>
                  <a:lnTo>
                    <a:pt x="463333" y="1516865"/>
                  </a:lnTo>
                  <a:lnTo>
                    <a:pt x="508078" y="1509480"/>
                  </a:lnTo>
                  <a:close/>
                  <a:moveTo>
                    <a:pt x="342730" y="1292860"/>
                  </a:moveTo>
                  <a:lnTo>
                    <a:pt x="311318" y="1297860"/>
                  </a:lnTo>
                  <a:lnTo>
                    <a:pt x="319930" y="1284772"/>
                  </a:lnTo>
                  <a:close/>
                  <a:moveTo>
                    <a:pt x="308971" y="1289086"/>
                  </a:moveTo>
                  <a:lnTo>
                    <a:pt x="342730" y="1292860"/>
                  </a:lnTo>
                  <a:lnTo>
                    <a:pt x="319930" y="1284772"/>
                  </a:lnTo>
                  <a:close/>
                  <a:moveTo>
                    <a:pt x="103285" y="983641"/>
                  </a:moveTo>
                  <a:lnTo>
                    <a:pt x="140359" y="1008027"/>
                  </a:lnTo>
                  <a:lnTo>
                    <a:pt x="101382" y="972044"/>
                  </a:lnTo>
                  <a:close/>
                  <a:moveTo>
                    <a:pt x="84821" y="975055"/>
                  </a:moveTo>
                  <a:lnTo>
                    <a:pt x="103285" y="983641"/>
                  </a:lnTo>
                  <a:lnTo>
                    <a:pt x="101382" y="972044"/>
                  </a:lnTo>
                  <a:close/>
                  <a:moveTo>
                    <a:pt x="29072" y="806396"/>
                  </a:moveTo>
                  <a:lnTo>
                    <a:pt x="13903" y="816952"/>
                  </a:lnTo>
                  <a:lnTo>
                    <a:pt x="61828" y="856474"/>
                  </a:lnTo>
                  <a:close/>
                  <a:moveTo>
                    <a:pt x="51415" y="761695"/>
                  </a:moveTo>
                  <a:lnTo>
                    <a:pt x="13566" y="754483"/>
                  </a:lnTo>
                  <a:lnTo>
                    <a:pt x="0" y="829031"/>
                  </a:lnTo>
                  <a:close/>
                  <a:moveTo>
                    <a:pt x="173672" y="862777"/>
                  </a:moveTo>
                  <a:lnTo>
                    <a:pt x="184376" y="908011"/>
                  </a:lnTo>
                  <a:lnTo>
                    <a:pt x="195536" y="904748"/>
                  </a:lnTo>
                  <a:close/>
                  <a:moveTo>
                    <a:pt x="173672" y="862777"/>
                  </a:moveTo>
                  <a:lnTo>
                    <a:pt x="195536" y="904748"/>
                  </a:lnTo>
                  <a:lnTo>
                    <a:pt x="219459" y="859291"/>
                  </a:lnTo>
                  <a:close/>
                  <a:moveTo>
                    <a:pt x="29586" y="804202"/>
                  </a:moveTo>
                  <a:lnTo>
                    <a:pt x="29072" y="806396"/>
                  </a:lnTo>
                  <a:lnTo>
                    <a:pt x="102740" y="845455"/>
                  </a:lnTo>
                  <a:close/>
                  <a:moveTo>
                    <a:pt x="17335" y="762513"/>
                  </a:moveTo>
                  <a:lnTo>
                    <a:pt x="29586" y="804202"/>
                  </a:lnTo>
                  <a:lnTo>
                    <a:pt x="67220" y="774348"/>
                  </a:lnTo>
                  <a:close/>
                  <a:moveTo>
                    <a:pt x="1124209" y="1914648"/>
                  </a:moveTo>
                  <a:lnTo>
                    <a:pt x="1161219" y="1934901"/>
                  </a:lnTo>
                  <a:lnTo>
                    <a:pt x="1198216" y="1942091"/>
                  </a:lnTo>
                  <a:close/>
                  <a:moveTo>
                    <a:pt x="1222617" y="1942091"/>
                  </a:moveTo>
                  <a:lnTo>
                    <a:pt x="1195850" y="1944834"/>
                  </a:lnTo>
                  <a:lnTo>
                    <a:pt x="1170092" y="1914648"/>
                  </a:lnTo>
                  <a:close/>
                  <a:moveTo>
                    <a:pt x="86202" y="670671"/>
                  </a:moveTo>
                  <a:lnTo>
                    <a:pt x="86943" y="607326"/>
                  </a:lnTo>
                  <a:lnTo>
                    <a:pt x="91136" y="653676"/>
                  </a:lnTo>
                  <a:close/>
                  <a:moveTo>
                    <a:pt x="1205887" y="1873930"/>
                  </a:moveTo>
                  <a:lnTo>
                    <a:pt x="1222617" y="1942091"/>
                  </a:lnTo>
                  <a:lnTo>
                    <a:pt x="1229537" y="1890555"/>
                  </a:lnTo>
                  <a:close/>
                  <a:moveTo>
                    <a:pt x="801914" y="1369782"/>
                  </a:moveTo>
                  <a:lnTo>
                    <a:pt x="826007" y="1420084"/>
                  </a:lnTo>
                  <a:lnTo>
                    <a:pt x="838891" y="1354952"/>
                  </a:lnTo>
                  <a:close/>
                  <a:moveTo>
                    <a:pt x="792673" y="1417287"/>
                  </a:moveTo>
                  <a:lnTo>
                    <a:pt x="826007" y="1420084"/>
                  </a:lnTo>
                  <a:lnTo>
                    <a:pt x="801914" y="1369782"/>
                  </a:lnTo>
                  <a:close/>
                  <a:moveTo>
                    <a:pt x="371651" y="859823"/>
                  </a:moveTo>
                  <a:lnTo>
                    <a:pt x="428850" y="895730"/>
                  </a:lnTo>
                  <a:lnTo>
                    <a:pt x="390317" y="878949"/>
                  </a:lnTo>
                  <a:close/>
                  <a:moveTo>
                    <a:pt x="466935" y="840006"/>
                  </a:moveTo>
                  <a:lnTo>
                    <a:pt x="433130" y="864343"/>
                  </a:lnTo>
                  <a:lnTo>
                    <a:pt x="428850" y="895730"/>
                  </a:lnTo>
                  <a:close/>
                  <a:moveTo>
                    <a:pt x="244894" y="743107"/>
                  </a:moveTo>
                  <a:lnTo>
                    <a:pt x="271106" y="756749"/>
                  </a:lnTo>
                  <a:lnTo>
                    <a:pt x="244612" y="683536"/>
                  </a:lnTo>
                  <a:close/>
                  <a:moveTo>
                    <a:pt x="244612" y="683536"/>
                  </a:moveTo>
                  <a:lnTo>
                    <a:pt x="273881" y="753192"/>
                  </a:lnTo>
                  <a:lnTo>
                    <a:pt x="302811" y="726456"/>
                  </a:lnTo>
                  <a:close/>
                  <a:moveTo>
                    <a:pt x="1300612" y="1917997"/>
                  </a:moveTo>
                  <a:lnTo>
                    <a:pt x="1315521" y="1923507"/>
                  </a:lnTo>
                  <a:lnTo>
                    <a:pt x="1329389" y="1944507"/>
                  </a:lnTo>
                  <a:close/>
                  <a:moveTo>
                    <a:pt x="826648" y="1239420"/>
                  </a:moveTo>
                  <a:lnTo>
                    <a:pt x="800574" y="1285378"/>
                  </a:lnTo>
                  <a:lnTo>
                    <a:pt x="838143" y="1292818"/>
                  </a:lnTo>
                  <a:close/>
                  <a:moveTo>
                    <a:pt x="826648" y="1239420"/>
                  </a:moveTo>
                  <a:lnTo>
                    <a:pt x="838143" y="1292818"/>
                  </a:lnTo>
                  <a:lnTo>
                    <a:pt x="846243" y="1299558"/>
                  </a:lnTo>
                  <a:close/>
                  <a:moveTo>
                    <a:pt x="698055" y="1079770"/>
                  </a:moveTo>
                  <a:lnTo>
                    <a:pt x="640723" y="1116469"/>
                  </a:lnTo>
                  <a:lnTo>
                    <a:pt x="689807" y="1125307"/>
                  </a:lnTo>
                  <a:close/>
                  <a:moveTo>
                    <a:pt x="550518" y="935523"/>
                  </a:moveTo>
                  <a:lnTo>
                    <a:pt x="509635" y="975703"/>
                  </a:lnTo>
                  <a:lnTo>
                    <a:pt x="549637" y="950590"/>
                  </a:lnTo>
                  <a:close/>
                  <a:moveTo>
                    <a:pt x="550518" y="935523"/>
                  </a:moveTo>
                  <a:lnTo>
                    <a:pt x="555745" y="938802"/>
                  </a:lnTo>
                  <a:lnTo>
                    <a:pt x="567322" y="881811"/>
                  </a:lnTo>
                  <a:close/>
                  <a:moveTo>
                    <a:pt x="463933" y="844610"/>
                  </a:moveTo>
                  <a:lnTo>
                    <a:pt x="433130" y="864343"/>
                  </a:lnTo>
                  <a:lnTo>
                    <a:pt x="514316" y="858307"/>
                  </a:lnTo>
                  <a:close/>
                  <a:moveTo>
                    <a:pt x="1406662" y="1887394"/>
                  </a:moveTo>
                  <a:lnTo>
                    <a:pt x="1407475" y="1926881"/>
                  </a:lnTo>
                  <a:lnTo>
                    <a:pt x="1411064" y="1893903"/>
                  </a:lnTo>
                  <a:close/>
                  <a:moveTo>
                    <a:pt x="1399226" y="1830696"/>
                  </a:moveTo>
                  <a:lnTo>
                    <a:pt x="1411064" y="1893903"/>
                  </a:lnTo>
                  <a:lnTo>
                    <a:pt x="1399889" y="1842367"/>
                  </a:lnTo>
                  <a:close/>
                  <a:moveTo>
                    <a:pt x="1399226" y="1830696"/>
                  </a:moveTo>
                  <a:lnTo>
                    <a:pt x="1406662" y="1887394"/>
                  </a:lnTo>
                  <a:lnTo>
                    <a:pt x="1411064" y="1893903"/>
                  </a:lnTo>
                  <a:close/>
                  <a:moveTo>
                    <a:pt x="1150725" y="1416833"/>
                  </a:moveTo>
                  <a:lnTo>
                    <a:pt x="1134375" y="1405980"/>
                  </a:lnTo>
                  <a:lnTo>
                    <a:pt x="1127160" y="1442638"/>
                  </a:lnTo>
                  <a:close/>
                  <a:moveTo>
                    <a:pt x="804066" y="1157053"/>
                  </a:moveTo>
                  <a:lnTo>
                    <a:pt x="826249" y="1223927"/>
                  </a:lnTo>
                  <a:lnTo>
                    <a:pt x="821976" y="1172391"/>
                  </a:lnTo>
                  <a:close/>
                  <a:moveTo>
                    <a:pt x="514316" y="858307"/>
                  </a:moveTo>
                  <a:lnTo>
                    <a:pt x="525960" y="863171"/>
                  </a:lnTo>
                  <a:lnTo>
                    <a:pt x="574011" y="853681"/>
                  </a:lnTo>
                  <a:close/>
                  <a:moveTo>
                    <a:pt x="533025" y="760098"/>
                  </a:moveTo>
                  <a:lnTo>
                    <a:pt x="516127" y="730179"/>
                  </a:lnTo>
                  <a:lnTo>
                    <a:pt x="514782" y="738364"/>
                  </a:lnTo>
                  <a:close/>
                  <a:moveTo>
                    <a:pt x="507325" y="736004"/>
                  </a:moveTo>
                  <a:lnTo>
                    <a:pt x="514782" y="738364"/>
                  </a:lnTo>
                  <a:lnTo>
                    <a:pt x="516127" y="730179"/>
                  </a:lnTo>
                  <a:close/>
                  <a:moveTo>
                    <a:pt x="1231026" y="1381886"/>
                  </a:moveTo>
                  <a:lnTo>
                    <a:pt x="1190994" y="1371726"/>
                  </a:lnTo>
                  <a:lnTo>
                    <a:pt x="1236510" y="1385074"/>
                  </a:lnTo>
                  <a:close/>
                  <a:moveTo>
                    <a:pt x="1054818" y="1211940"/>
                  </a:moveTo>
                  <a:lnTo>
                    <a:pt x="1002682" y="1191690"/>
                  </a:lnTo>
                  <a:lnTo>
                    <a:pt x="1020510" y="1218568"/>
                  </a:lnTo>
                  <a:close/>
                  <a:moveTo>
                    <a:pt x="501326" y="561076"/>
                  </a:moveTo>
                  <a:lnTo>
                    <a:pt x="545071" y="563494"/>
                  </a:lnTo>
                  <a:lnTo>
                    <a:pt x="505203" y="554436"/>
                  </a:lnTo>
                  <a:close/>
                  <a:moveTo>
                    <a:pt x="545071" y="563494"/>
                  </a:moveTo>
                  <a:lnTo>
                    <a:pt x="548233" y="540640"/>
                  </a:lnTo>
                  <a:lnTo>
                    <a:pt x="505203" y="554436"/>
                  </a:lnTo>
                  <a:close/>
                  <a:moveTo>
                    <a:pt x="977034" y="1175740"/>
                  </a:moveTo>
                  <a:lnTo>
                    <a:pt x="985026" y="1186626"/>
                  </a:lnTo>
                  <a:lnTo>
                    <a:pt x="1002682" y="1191690"/>
                  </a:lnTo>
                  <a:close/>
                  <a:moveTo>
                    <a:pt x="977034" y="1175740"/>
                  </a:moveTo>
                  <a:lnTo>
                    <a:pt x="958536" y="1145418"/>
                  </a:lnTo>
                  <a:lnTo>
                    <a:pt x="985026" y="1186626"/>
                  </a:lnTo>
                  <a:close/>
                  <a:moveTo>
                    <a:pt x="977034" y="1175740"/>
                  </a:moveTo>
                  <a:lnTo>
                    <a:pt x="951626" y="1124203"/>
                  </a:lnTo>
                  <a:lnTo>
                    <a:pt x="958536" y="1145418"/>
                  </a:lnTo>
                  <a:close/>
                  <a:moveTo>
                    <a:pt x="1097487" y="1171161"/>
                  </a:moveTo>
                  <a:lnTo>
                    <a:pt x="1054818" y="1211940"/>
                  </a:lnTo>
                  <a:lnTo>
                    <a:pt x="1095526" y="1189463"/>
                  </a:lnTo>
                  <a:close/>
                  <a:moveTo>
                    <a:pt x="1070843" y="1154840"/>
                  </a:moveTo>
                  <a:lnTo>
                    <a:pt x="1085589" y="1118091"/>
                  </a:lnTo>
                  <a:lnTo>
                    <a:pt x="1043378" y="1114426"/>
                  </a:lnTo>
                  <a:close/>
                  <a:moveTo>
                    <a:pt x="719729" y="697580"/>
                  </a:moveTo>
                  <a:lnTo>
                    <a:pt x="750496" y="761405"/>
                  </a:lnTo>
                  <a:lnTo>
                    <a:pt x="765108" y="692569"/>
                  </a:lnTo>
                  <a:close/>
                  <a:moveTo>
                    <a:pt x="1650803" y="1642918"/>
                  </a:moveTo>
                  <a:lnTo>
                    <a:pt x="1653949" y="1650054"/>
                  </a:lnTo>
                  <a:lnTo>
                    <a:pt x="1664456" y="1649383"/>
                  </a:lnTo>
                  <a:close/>
                  <a:moveTo>
                    <a:pt x="1332955" y="1283340"/>
                  </a:moveTo>
                  <a:lnTo>
                    <a:pt x="1330238" y="1282162"/>
                  </a:lnTo>
                  <a:lnTo>
                    <a:pt x="1336597" y="1341688"/>
                  </a:lnTo>
                  <a:close/>
                  <a:moveTo>
                    <a:pt x="1336597" y="1341688"/>
                  </a:moveTo>
                  <a:lnTo>
                    <a:pt x="1326446" y="1393904"/>
                  </a:lnTo>
                  <a:lnTo>
                    <a:pt x="1358461" y="1357792"/>
                  </a:lnTo>
                  <a:close/>
                  <a:moveTo>
                    <a:pt x="1358461" y="1357792"/>
                  </a:moveTo>
                  <a:lnTo>
                    <a:pt x="1332955" y="1283340"/>
                  </a:lnTo>
                  <a:lnTo>
                    <a:pt x="1336597" y="1341688"/>
                  </a:lnTo>
                  <a:close/>
                  <a:moveTo>
                    <a:pt x="1236071" y="1270462"/>
                  </a:moveTo>
                  <a:lnTo>
                    <a:pt x="1259003" y="1241301"/>
                  </a:lnTo>
                  <a:lnTo>
                    <a:pt x="1281858" y="1266976"/>
                  </a:lnTo>
                  <a:close/>
                  <a:moveTo>
                    <a:pt x="1650803" y="1642918"/>
                  </a:moveTo>
                  <a:lnTo>
                    <a:pt x="1664456" y="1649383"/>
                  </a:lnTo>
                  <a:lnTo>
                    <a:pt x="1665552" y="1640621"/>
                  </a:lnTo>
                  <a:close/>
                  <a:moveTo>
                    <a:pt x="1665552" y="1640621"/>
                  </a:moveTo>
                  <a:lnTo>
                    <a:pt x="1664456" y="1649383"/>
                  </a:lnTo>
                  <a:lnTo>
                    <a:pt x="1674023" y="1642918"/>
                  </a:lnTo>
                  <a:close/>
                  <a:moveTo>
                    <a:pt x="1345058" y="1258068"/>
                  </a:moveTo>
                  <a:lnTo>
                    <a:pt x="1330238" y="1282162"/>
                  </a:lnTo>
                  <a:lnTo>
                    <a:pt x="1332955" y="1283340"/>
                  </a:lnTo>
                  <a:close/>
                  <a:moveTo>
                    <a:pt x="1330238" y="1282162"/>
                  </a:moveTo>
                  <a:lnTo>
                    <a:pt x="1345058" y="1258068"/>
                  </a:lnTo>
                  <a:lnTo>
                    <a:pt x="1281858" y="1266976"/>
                  </a:lnTo>
                  <a:close/>
                  <a:moveTo>
                    <a:pt x="1334367" y="1282162"/>
                  </a:moveTo>
                  <a:lnTo>
                    <a:pt x="1365784" y="1271184"/>
                  </a:lnTo>
                  <a:lnTo>
                    <a:pt x="1332955" y="1283340"/>
                  </a:lnTo>
                  <a:close/>
                  <a:moveTo>
                    <a:pt x="1334367" y="1282162"/>
                  </a:moveTo>
                  <a:lnTo>
                    <a:pt x="1395025" y="1258068"/>
                  </a:lnTo>
                  <a:lnTo>
                    <a:pt x="1365784" y="1271184"/>
                  </a:lnTo>
                  <a:close/>
                  <a:moveTo>
                    <a:pt x="842118" y="662157"/>
                  </a:moveTo>
                  <a:lnTo>
                    <a:pt x="835223" y="692523"/>
                  </a:lnTo>
                  <a:lnTo>
                    <a:pt x="841115" y="667171"/>
                  </a:lnTo>
                  <a:close/>
                  <a:moveTo>
                    <a:pt x="842118" y="662157"/>
                  </a:moveTo>
                  <a:lnTo>
                    <a:pt x="844823" y="663722"/>
                  </a:lnTo>
                  <a:lnTo>
                    <a:pt x="864593" y="620051"/>
                  </a:lnTo>
                  <a:close/>
                  <a:moveTo>
                    <a:pt x="864593" y="620051"/>
                  </a:moveTo>
                  <a:lnTo>
                    <a:pt x="844823" y="663722"/>
                  </a:lnTo>
                  <a:lnTo>
                    <a:pt x="884271" y="653846"/>
                  </a:lnTo>
                  <a:close/>
                  <a:moveTo>
                    <a:pt x="864593" y="620051"/>
                  </a:moveTo>
                  <a:lnTo>
                    <a:pt x="884271" y="653846"/>
                  </a:lnTo>
                  <a:lnTo>
                    <a:pt x="912502" y="624500"/>
                  </a:lnTo>
                  <a:close/>
                  <a:moveTo>
                    <a:pt x="1372232" y="1249974"/>
                  </a:moveTo>
                  <a:lnTo>
                    <a:pt x="1395025" y="1258068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12794" y="1137372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07832" y="1196271"/>
                  </a:lnTo>
                  <a:lnTo>
                    <a:pt x="1447021" y="1202393"/>
                  </a:lnTo>
                  <a:close/>
                  <a:moveTo>
                    <a:pt x="1421357" y="1130901"/>
                  </a:moveTo>
                  <a:lnTo>
                    <a:pt x="1450784" y="1136591"/>
                  </a:lnTo>
                  <a:lnTo>
                    <a:pt x="1445507" y="1085003"/>
                  </a:lnTo>
                  <a:close/>
                  <a:moveTo>
                    <a:pt x="1350137" y="1077780"/>
                  </a:moveTo>
                  <a:lnTo>
                    <a:pt x="1310173" y="1049455"/>
                  </a:lnTo>
                  <a:lnTo>
                    <a:pt x="1352519" y="1079364"/>
                  </a:lnTo>
                  <a:close/>
                  <a:moveTo>
                    <a:pt x="962672" y="563998"/>
                  </a:moveTo>
                  <a:lnTo>
                    <a:pt x="977760" y="627847"/>
                  </a:lnTo>
                  <a:lnTo>
                    <a:pt x="968770" y="615535"/>
                  </a:lnTo>
                  <a:close/>
                  <a:moveTo>
                    <a:pt x="1414073" y="1128454"/>
                  </a:moveTo>
                  <a:lnTo>
                    <a:pt x="1445507" y="1085003"/>
                  </a:lnTo>
                  <a:lnTo>
                    <a:pt x="1428069" y="1059580"/>
                  </a:lnTo>
                  <a:close/>
                  <a:moveTo>
                    <a:pt x="1421357" y="1130901"/>
                  </a:moveTo>
                  <a:lnTo>
                    <a:pt x="1445507" y="1085003"/>
                  </a:lnTo>
                  <a:lnTo>
                    <a:pt x="1414073" y="1128454"/>
                  </a:lnTo>
                  <a:close/>
                  <a:moveTo>
                    <a:pt x="1350137" y="1077780"/>
                  </a:moveTo>
                  <a:lnTo>
                    <a:pt x="1352519" y="1079364"/>
                  </a:lnTo>
                  <a:lnTo>
                    <a:pt x="1354535" y="1076132"/>
                  </a:lnTo>
                  <a:close/>
                  <a:moveTo>
                    <a:pt x="942705" y="488367"/>
                  </a:moveTo>
                  <a:lnTo>
                    <a:pt x="921274" y="522395"/>
                  </a:lnTo>
                  <a:lnTo>
                    <a:pt x="935323" y="498879"/>
                  </a:lnTo>
                  <a:close/>
                  <a:moveTo>
                    <a:pt x="935323" y="498879"/>
                  </a:moveTo>
                  <a:lnTo>
                    <a:pt x="913530" y="493444"/>
                  </a:lnTo>
                  <a:lnTo>
                    <a:pt x="942705" y="488367"/>
                  </a:lnTo>
                  <a:close/>
                  <a:moveTo>
                    <a:pt x="1431450" y="988841"/>
                  </a:moveTo>
                  <a:lnTo>
                    <a:pt x="1432075" y="1055270"/>
                  </a:lnTo>
                  <a:lnTo>
                    <a:pt x="1454929" y="1003733"/>
                  </a:lnTo>
                  <a:close/>
                  <a:moveTo>
                    <a:pt x="1431450" y="988841"/>
                  </a:moveTo>
                  <a:lnTo>
                    <a:pt x="1454929" y="1003733"/>
                  </a:lnTo>
                  <a:lnTo>
                    <a:pt x="1446093" y="952176"/>
                  </a:lnTo>
                  <a:close/>
                  <a:moveTo>
                    <a:pt x="1278905" y="785921"/>
                  </a:moveTo>
                  <a:lnTo>
                    <a:pt x="1297641" y="849124"/>
                  </a:lnTo>
                  <a:lnTo>
                    <a:pt x="1290928" y="797587"/>
                  </a:lnTo>
                  <a:close/>
                  <a:moveTo>
                    <a:pt x="972453" y="404171"/>
                  </a:moveTo>
                  <a:lnTo>
                    <a:pt x="1022312" y="415908"/>
                  </a:lnTo>
                  <a:lnTo>
                    <a:pt x="1056121" y="407413"/>
                  </a:lnTo>
                  <a:close/>
                  <a:moveTo>
                    <a:pt x="1284526" y="530380"/>
                  </a:moveTo>
                  <a:lnTo>
                    <a:pt x="1283746" y="594790"/>
                  </a:lnTo>
                  <a:lnTo>
                    <a:pt x="1347232" y="527322"/>
                  </a:lnTo>
                  <a:close/>
                  <a:moveTo>
                    <a:pt x="1006497" y="182496"/>
                  </a:moveTo>
                  <a:lnTo>
                    <a:pt x="1053240" y="228009"/>
                  </a:lnTo>
                  <a:lnTo>
                    <a:pt x="1038325" y="205976"/>
                  </a:lnTo>
                  <a:close/>
                  <a:moveTo>
                    <a:pt x="1029657" y="173570"/>
                  </a:moveTo>
                  <a:lnTo>
                    <a:pt x="1047565" y="158403"/>
                  </a:lnTo>
                  <a:lnTo>
                    <a:pt x="1014432" y="156421"/>
                  </a:lnTo>
                  <a:close/>
                  <a:moveTo>
                    <a:pt x="1011213" y="161450"/>
                  </a:moveTo>
                  <a:lnTo>
                    <a:pt x="1006497" y="182496"/>
                  </a:lnTo>
                  <a:lnTo>
                    <a:pt x="1029657" y="173570"/>
                  </a:lnTo>
                  <a:close/>
                  <a:moveTo>
                    <a:pt x="1394838" y="530635"/>
                  </a:moveTo>
                  <a:lnTo>
                    <a:pt x="1376572" y="502118"/>
                  </a:lnTo>
                  <a:lnTo>
                    <a:pt x="1347232" y="527322"/>
                  </a:lnTo>
                  <a:close/>
                  <a:moveTo>
                    <a:pt x="1118835" y="134309"/>
                  </a:moveTo>
                  <a:lnTo>
                    <a:pt x="1123521" y="146111"/>
                  </a:lnTo>
                  <a:lnTo>
                    <a:pt x="1139505" y="139795"/>
                  </a:lnTo>
                  <a:close/>
                  <a:moveTo>
                    <a:pt x="1273300" y="37564"/>
                  </a:moveTo>
                  <a:lnTo>
                    <a:pt x="1295588" y="57427"/>
                  </a:lnTo>
                  <a:lnTo>
                    <a:pt x="124232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6" name="Output_density__4275">
              <a:extLst>
                <a:ext uri="{FF2B5EF4-FFF2-40B4-BE49-F238E27FC236}">
                  <a16:creationId xmlns:a16="http://schemas.microsoft.com/office/drawing/2014/main" id="{CF7FB1D8-8DA4-6212-4B7C-FD271832E073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03077"/>
              <a:ext cx="1668852" cy="1961037"/>
            </a:xfrm>
            <a:custGeom>
              <a:avLst/>
              <a:gdLst/>
              <a:ahLst/>
              <a:cxnLst/>
              <a:rect l="0" t="0" r="0" b="0"/>
              <a:pathLst>
                <a:path w="1668852" h="1961037">
                  <a:moveTo>
                    <a:pt x="586277" y="1570626"/>
                  </a:moveTo>
                  <a:lnTo>
                    <a:pt x="555930" y="1519090"/>
                  </a:lnTo>
                  <a:lnTo>
                    <a:pt x="550231" y="1583268"/>
                  </a:lnTo>
                  <a:close/>
                  <a:moveTo>
                    <a:pt x="555930" y="1519090"/>
                  </a:moveTo>
                  <a:lnTo>
                    <a:pt x="548796" y="1521691"/>
                  </a:lnTo>
                  <a:lnTo>
                    <a:pt x="550231" y="1583268"/>
                  </a:lnTo>
                  <a:close/>
                  <a:moveTo>
                    <a:pt x="342730" y="1312943"/>
                  </a:moveTo>
                  <a:lnTo>
                    <a:pt x="266856" y="1285261"/>
                  </a:lnTo>
                  <a:lnTo>
                    <a:pt x="266929" y="1285501"/>
                  </a:lnTo>
                  <a:close/>
                  <a:moveTo>
                    <a:pt x="266929" y="1285501"/>
                  </a:moveTo>
                  <a:lnTo>
                    <a:pt x="266986" y="1287092"/>
                  </a:lnTo>
                  <a:lnTo>
                    <a:pt x="342730" y="1312943"/>
                  </a:lnTo>
                  <a:close/>
                  <a:moveTo>
                    <a:pt x="570650" y="1443459"/>
                  </a:moveTo>
                  <a:lnTo>
                    <a:pt x="548839" y="1507286"/>
                  </a:lnTo>
                  <a:lnTo>
                    <a:pt x="555930" y="1519090"/>
                  </a:lnTo>
                  <a:close/>
                  <a:moveTo>
                    <a:pt x="311504" y="1183739"/>
                  </a:moveTo>
                  <a:lnTo>
                    <a:pt x="259219" y="1209870"/>
                  </a:lnTo>
                  <a:lnTo>
                    <a:pt x="308387" y="1185776"/>
                  </a:lnTo>
                  <a:close/>
                  <a:moveTo>
                    <a:pt x="353686" y="1166774"/>
                  </a:moveTo>
                  <a:lnTo>
                    <a:pt x="278365" y="1194737"/>
                  </a:lnTo>
                  <a:lnTo>
                    <a:pt x="311504" y="1183739"/>
                  </a:lnTo>
                  <a:close/>
                  <a:moveTo>
                    <a:pt x="33504" y="883842"/>
                  </a:moveTo>
                  <a:lnTo>
                    <a:pt x="26179" y="950561"/>
                  </a:lnTo>
                  <a:lnTo>
                    <a:pt x="61828" y="876557"/>
                  </a:lnTo>
                  <a:close/>
                  <a:moveTo>
                    <a:pt x="61828" y="876557"/>
                  </a:moveTo>
                  <a:lnTo>
                    <a:pt x="26179" y="950561"/>
                  </a:lnTo>
                  <a:lnTo>
                    <a:pt x="27763" y="952187"/>
                  </a:lnTo>
                  <a:close/>
                  <a:moveTo>
                    <a:pt x="67220" y="794431"/>
                  </a:moveTo>
                  <a:lnTo>
                    <a:pt x="51415" y="781778"/>
                  </a:lnTo>
                  <a:lnTo>
                    <a:pt x="0" y="849114"/>
                  </a:lnTo>
                  <a:close/>
                  <a:moveTo>
                    <a:pt x="311504" y="1183739"/>
                  </a:moveTo>
                  <a:lnTo>
                    <a:pt x="314176" y="1184047"/>
                  </a:lnTo>
                  <a:lnTo>
                    <a:pt x="353686" y="1166774"/>
                  </a:lnTo>
                  <a:close/>
                  <a:moveTo>
                    <a:pt x="87823" y="773483"/>
                  </a:moveTo>
                  <a:lnTo>
                    <a:pt x="118487" y="800926"/>
                  </a:lnTo>
                  <a:lnTo>
                    <a:pt x="107530" y="749389"/>
                  </a:lnTo>
                  <a:close/>
                  <a:moveTo>
                    <a:pt x="87823" y="773483"/>
                  </a:moveTo>
                  <a:lnTo>
                    <a:pt x="107530" y="749389"/>
                  </a:lnTo>
                  <a:lnTo>
                    <a:pt x="57674" y="758741"/>
                  </a:lnTo>
                  <a:close/>
                  <a:moveTo>
                    <a:pt x="107530" y="749389"/>
                  </a:moveTo>
                  <a:lnTo>
                    <a:pt x="81637" y="713434"/>
                  </a:lnTo>
                  <a:lnTo>
                    <a:pt x="57674" y="758741"/>
                  </a:lnTo>
                  <a:close/>
                  <a:moveTo>
                    <a:pt x="1115806" y="1866522"/>
                  </a:moveTo>
                  <a:lnTo>
                    <a:pt x="1105890" y="1922791"/>
                  </a:lnTo>
                  <a:lnTo>
                    <a:pt x="1131519" y="1859101"/>
                  </a:lnTo>
                  <a:close/>
                  <a:moveTo>
                    <a:pt x="1131519" y="1859101"/>
                  </a:moveTo>
                  <a:lnTo>
                    <a:pt x="1124209" y="1934731"/>
                  </a:lnTo>
                  <a:lnTo>
                    <a:pt x="1164329" y="1910637"/>
                  </a:lnTo>
                  <a:close/>
                  <a:moveTo>
                    <a:pt x="1082592" y="1883195"/>
                  </a:moveTo>
                  <a:lnTo>
                    <a:pt x="1105890" y="1922791"/>
                  </a:lnTo>
                  <a:lnTo>
                    <a:pt x="1115806" y="1866522"/>
                  </a:lnTo>
                  <a:close/>
                  <a:moveTo>
                    <a:pt x="369568" y="956355"/>
                  </a:moveTo>
                  <a:lnTo>
                    <a:pt x="376398" y="931442"/>
                  </a:lnTo>
                  <a:lnTo>
                    <a:pt x="340862" y="955536"/>
                  </a:lnTo>
                  <a:close/>
                  <a:moveTo>
                    <a:pt x="107530" y="749389"/>
                  </a:moveTo>
                  <a:lnTo>
                    <a:pt x="118487" y="800926"/>
                  </a:lnTo>
                  <a:lnTo>
                    <a:pt x="169964" y="776832"/>
                  </a:lnTo>
                  <a:close/>
                  <a:moveTo>
                    <a:pt x="86202" y="690753"/>
                  </a:moveTo>
                  <a:lnTo>
                    <a:pt x="81637" y="713434"/>
                  </a:lnTo>
                  <a:lnTo>
                    <a:pt x="133540" y="673759"/>
                  </a:lnTo>
                  <a:close/>
                  <a:moveTo>
                    <a:pt x="133540" y="673759"/>
                  </a:moveTo>
                  <a:lnTo>
                    <a:pt x="81637" y="713434"/>
                  </a:lnTo>
                  <a:lnTo>
                    <a:pt x="107530" y="749389"/>
                  </a:lnTo>
                  <a:close/>
                  <a:moveTo>
                    <a:pt x="133540" y="673759"/>
                  </a:moveTo>
                  <a:lnTo>
                    <a:pt x="107530" y="749389"/>
                  </a:lnTo>
                  <a:lnTo>
                    <a:pt x="139960" y="725295"/>
                  </a:lnTo>
                  <a:close/>
                  <a:moveTo>
                    <a:pt x="54540" y="612122"/>
                  </a:moveTo>
                  <a:lnTo>
                    <a:pt x="86943" y="627409"/>
                  </a:lnTo>
                  <a:lnTo>
                    <a:pt x="58707" y="594779"/>
                  </a:lnTo>
                  <a:close/>
                  <a:moveTo>
                    <a:pt x="58707" y="594779"/>
                  </a:moveTo>
                  <a:lnTo>
                    <a:pt x="97649" y="622222"/>
                  </a:lnTo>
                  <a:lnTo>
                    <a:pt x="94900" y="570686"/>
                  </a:lnTo>
                  <a:close/>
                  <a:moveTo>
                    <a:pt x="1164329" y="1910637"/>
                  </a:moveTo>
                  <a:lnTo>
                    <a:pt x="1200621" y="1961037"/>
                  </a:lnTo>
                  <a:lnTo>
                    <a:pt x="1205887" y="1894013"/>
                  </a:lnTo>
                  <a:close/>
                  <a:moveTo>
                    <a:pt x="509635" y="995786"/>
                  </a:moveTo>
                  <a:lnTo>
                    <a:pt x="476873" y="958885"/>
                  </a:lnTo>
                  <a:lnTo>
                    <a:pt x="506297" y="1016317"/>
                  </a:lnTo>
                  <a:close/>
                  <a:moveTo>
                    <a:pt x="506297" y="1016317"/>
                  </a:moveTo>
                  <a:lnTo>
                    <a:pt x="476873" y="958885"/>
                  </a:lnTo>
                  <a:lnTo>
                    <a:pt x="433548" y="974736"/>
                  </a:lnTo>
                  <a:close/>
                  <a:moveTo>
                    <a:pt x="506297" y="1016317"/>
                  </a:moveTo>
                  <a:lnTo>
                    <a:pt x="433548" y="974736"/>
                  </a:lnTo>
                  <a:lnTo>
                    <a:pt x="463123" y="1013434"/>
                  </a:lnTo>
                  <a:close/>
                  <a:moveTo>
                    <a:pt x="391142" y="971228"/>
                  </a:moveTo>
                  <a:lnTo>
                    <a:pt x="376398" y="931442"/>
                  </a:lnTo>
                  <a:lnTo>
                    <a:pt x="369568" y="956355"/>
                  </a:lnTo>
                  <a:close/>
                  <a:moveTo>
                    <a:pt x="428850" y="915812"/>
                  </a:moveTo>
                  <a:lnTo>
                    <a:pt x="376398" y="931442"/>
                  </a:lnTo>
                  <a:lnTo>
                    <a:pt x="391142" y="971228"/>
                  </a:lnTo>
                  <a:close/>
                  <a:moveTo>
                    <a:pt x="433548" y="974736"/>
                  </a:moveTo>
                  <a:lnTo>
                    <a:pt x="428850" y="915812"/>
                  </a:lnTo>
                  <a:lnTo>
                    <a:pt x="391142" y="971228"/>
                  </a:lnTo>
                  <a:close/>
                  <a:moveTo>
                    <a:pt x="159301" y="559330"/>
                  </a:moveTo>
                  <a:lnTo>
                    <a:pt x="148614" y="552510"/>
                  </a:lnTo>
                  <a:lnTo>
                    <a:pt x="94900" y="570686"/>
                  </a:lnTo>
                  <a:close/>
                  <a:moveTo>
                    <a:pt x="120638" y="549676"/>
                  </a:moveTo>
                  <a:lnTo>
                    <a:pt x="94900" y="570686"/>
                  </a:lnTo>
                  <a:lnTo>
                    <a:pt x="148614" y="552510"/>
                  </a:lnTo>
                  <a:close/>
                  <a:moveTo>
                    <a:pt x="201842" y="543709"/>
                  </a:moveTo>
                  <a:lnTo>
                    <a:pt x="148614" y="552510"/>
                  </a:lnTo>
                  <a:lnTo>
                    <a:pt x="191885" y="546592"/>
                  </a:lnTo>
                  <a:close/>
                  <a:moveTo>
                    <a:pt x="120638" y="549676"/>
                  </a:moveTo>
                  <a:lnTo>
                    <a:pt x="148614" y="552510"/>
                  </a:lnTo>
                  <a:lnTo>
                    <a:pt x="201842" y="543709"/>
                  </a:lnTo>
                  <a:close/>
                  <a:moveTo>
                    <a:pt x="148614" y="552510"/>
                  </a:moveTo>
                  <a:lnTo>
                    <a:pt x="159301" y="559330"/>
                  </a:lnTo>
                  <a:lnTo>
                    <a:pt x="191885" y="546592"/>
                  </a:lnTo>
                  <a:close/>
                  <a:moveTo>
                    <a:pt x="1271229" y="1886543"/>
                  </a:moveTo>
                  <a:lnTo>
                    <a:pt x="1300612" y="1938080"/>
                  </a:lnTo>
                  <a:lnTo>
                    <a:pt x="1343341" y="1913986"/>
                  </a:lnTo>
                  <a:close/>
                  <a:moveTo>
                    <a:pt x="733139" y="1172500"/>
                  </a:moveTo>
                  <a:lnTo>
                    <a:pt x="700064" y="1183738"/>
                  </a:lnTo>
                  <a:lnTo>
                    <a:pt x="653948" y="1185995"/>
                  </a:lnTo>
                  <a:close/>
                  <a:moveTo>
                    <a:pt x="774556" y="1152677"/>
                  </a:moveTo>
                  <a:lnTo>
                    <a:pt x="700064" y="1183738"/>
                  </a:lnTo>
                  <a:lnTo>
                    <a:pt x="733139" y="1172500"/>
                  </a:lnTo>
                  <a:close/>
                  <a:moveTo>
                    <a:pt x="765931" y="1145397"/>
                  </a:moveTo>
                  <a:lnTo>
                    <a:pt x="689807" y="1145390"/>
                  </a:lnTo>
                  <a:lnTo>
                    <a:pt x="708918" y="1165031"/>
                  </a:lnTo>
                  <a:close/>
                  <a:moveTo>
                    <a:pt x="616992" y="1002288"/>
                  </a:moveTo>
                  <a:lnTo>
                    <a:pt x="594083" y="1010421"/>
                  </a:lnTo>
                  <a:lnTo>
                    <a:pt x="642852" y="1009608"/>
                  </a:lnTo>
                  <a:close/>
                  <a:moveTo>
                    <a:pt x="642852" y="1009608"/>
                  </a:moveTo>
                  <a:lnTo>
                    <a:pt x="689235" y="1037864"/>
                  </a:lnTo>
                  <a:lnTo>
                    <a:pt x="616992" y="1002288"/>
                  </a:lnTo>
                  <a:close/>
                  <a:moveTo>
                    <a:pt x="616992" y="1002288"/>
                  </a:moveTo>
                  <a:lnTo>
                    <a:pt x="689235" y="1037864"/>
                  </a:lnTo>
                  <a:lnTo>
                    <a:pt x="695505" y="1039183"/>
                  </a:lnTo>
                  <a:close/>
                  <a:moveTo>
                    <a:pt x="476873" y="958885"/>
                  </a:moveTo>
                  <a:lnTo>
                    <a:pt x="509635" y="995786"/>
                  </a:lnTo>
                  <a:lnTo>
                    <a:pt x="514140" y="947198"/>
                  </a:lnTo>
                  <a:close/>
                  <a:moveTo>
                    <a:pt x="514140" y="947198"/>
                  </a:moveTo>
                  <a:lnTo>
                    <a:pt x="567322" y="901894"/>
                  </a:lnTo>
                  <a:lnTo>
                    <a:pt x="495294" y="907348"/>
                  </a:lnTo>
                  <a:close/>
                  <a:moveTo>
                    <a:pt x="205924" y="543900"/>
                  </a:moveTo>
                  <a:lnTo>
                    <a:pt x="191885" y="546592"/>
                  </a:lnTo>
                  <a:lnTo>
                    <a:pt x="236539" y="538532"/>
                  </a:lnTo>
                  <a:close/>
                  <a:moveTo>
                    <a:pt x="236539" y="538532"/>
                  </a:moveTo>
                  <a:lnTo>
                    <a:pt x="191885" y="546592"/>
                  </a:lnTo>
                  <a:lnTo>
                    <a:pt x="159301" y="559330"/>
                  </a:lnTo>
                  <a:close/>
                  <a:moveTo>
                    <a:pt x="201842" y="543709"/>
                  </a:moveTo>
                  <a:lnTo>
                    <a:pt x="191885" y="546592"/>
                  </a:lnTo>
                  <a:lnTo>
                    <a:pt x="205924" y="543900"/>
                  </a:lnTo>
                  <a:close/>
                  <a:moveTo>
                    <a:pt x="1355697" y="1910927"/>
                  </a:moveTo>
                  <a:lnTo>
                    <a:pt x="1399226" y="1850778"/>
                  </a:lnTo>
                  <a:lnTo>
                    <a:pt x="1342932" y="1858563"/>
                  </a:lnTo>
                  <a:close/>
                  <a:moveTo>
                    <a:pt x="1399226" y="1850778"/>
                  </a:moveTo>
                  <a:lnTo>
                    <a:pt x="1404781" y="1801992"/>
                  </a:lnTo>
                  <a:lnTo>
                    <a:pt x="1342932" y="1858563"/>
                  </a:lnTo>
                  <a:close/>
                  <a:moveTo>
                    <a:pt x="1114961" y="1501693"/>
                  </a:moveTo>
                  <a:lnTo>
                    <a:pt x="1128474" y="1542510"/>
                  </a:lnTo>
                  <a:lnTo>
                    <a:pt x="1179542" y="1483891"/>
                  </a:lnTo>
                  <a:close/>
                  <a:moveTo>
                    <a:pt x="1179542" y="1483891"/>
                  </a:moveTo>
                  <a:lnTo>
                    <a:pt x="1128474" y="1542510"/>
                  </a:lnTo>
                  <a:lnTo>
                    <a:pt x="1132712" y="1483478"/>
                  </a:lnTo>
                  <a:close/>
                  <a:moveTo>
                    <a:pt x="1034888" y="1398620"/>
                  </a:moveTo>
                  <a:lnTo>
                    <a:pt x="1109396" y="1426063"/>
                  </a:lnTo>
                  <a:lnTo>
                    <a:pt x="1071094" y="1374526"/>
                  </a:lnTo>
                  <a:close/>
                  <a:moveTo>
                    <a:pt x="642852" y="1009608"/>
                  </a:moveTo>
                  <a:lnTo>
                    <a:pt x="624225" y="1037864"/>
                  </a:lnTo>
                  <a:lnTo>
                    <a:pt x="659744" y="1030275"/>
                  </a:lnTo>
                  <a:close/>
                  <a:moveTo>
                    <a:pt x="659744" y="1030275"/>
                  </a:moveTo>
                  <a:lnTo>
                    <a:pt x="689235" y="1037864"/>
                  </a:lnTo>
                  <a:lnTo>
                    <a:pt x="642852" y="1009608"/>
                  </a:lnTo>
                  <a:close/>
                  <a:moveTo>
                    <a:pt x="574011" y="873763"/>
                  </a:moveTo>
                  <a:lnTo>
                    <a:pt x="623228" y="871733"/>
                  </a:lnTo>
                  <a:lnTo>
                    <a:pt x="613415" y="816968"/>
                  </a:lnTo>
                  <a:close/>
                  <a:moveTo>
                    <a:pt x="658003" y="859160"/>
                  </a:moveTo>
                  <a:lnTo>
                    <a:pt x="623228" y="871733"/>
                  </a:lnTo>
                  <a:lnTo>
                    <a:pt x="622171" y="932285"/>
                  </a:lnTo>
                  <a:close/>
                  <a:moveTo>
                    <a:pt x="310527" y="559585"/>
                  </a:moveTo>
                  <a:lnTo>
                    <a:pt x="302972" y="522498"/>
                  </a:lnTo>
                  <a:lnTo>
                    <a:pt x="285807" y="548064"/>
                  </a:lnTo>
                  <a:close/>
                  <a:moveTo>
                    <a:pt x="354183" y="499333"/>
                  </a:moveTo>
                  <a:lnTo>
                    <a:pt x="302972" y="522498"/>
                  </a:lnTo>
                  <a:lnTo>
                    <a:pt x="310527" y="559585"/>
                  </a:lnTo>
                  <a:close/>
                  <a:moveTo>
                    <a:pt x="361510" y="556119"/>
                  </a:moveTo>
                  <a:lnTo>
                    <a:pt x="354183" y="499333"/>
                  </a:lnTo>
                  <a:lnTo>
                    <a:pt x="310527" y="559585"/>
                  </a:lnTo>
                  <a:close/>
                  <a:moveTo>
                    <a:pt x="1405782" y="1782706"/>
                  </a:moveTo>
                  <a:lnTo>
                    <a:pt x="1440691" y="1761576"/>
                  </a:lnTo>
                  <a:lnTo>
                    <a:pt x="1396219" y="1769980"/>
                  </a:lnTo>
                  <a:close/>
                  <a:moveTo>
                    <a:pt x="1443987" y="1726885"/>
                  </a:moveTo>
                  <a:lnTo>
                    <a:pt x="1473121" y="1747927"/>
                  </a:lnTo>
                  <a:lnTo>
                    <a:pt x="1451325" y="1711188"/>
                  </a:lnTo>
                  <a:close/>
                  <a:moveTo>
                    <a:pt x="1308523" y="1510079"/>
                  </a:moveTo>
                  <a:lnTo>
                    <a:pt x="1258992" y="1512365"/>
                  </a:lnTo>
                  <a:lnTo>
                    <a:pt x="1312804" y="1569342"/>
                  </a:lnTo>
                  <a:close/>
                  <a:moveTo>
                    <a:pt x="1168244" y="1510177"/>
                  </a:moveTo>
                  <a:lnTo>
                    <a:pt x="1179542" y="1483891"/>
                  </a:lnTo>
                  <a:lnTo>
                    <a:pt x="1132712" y="1483478"/>
                  </a:lnTo>
                  <a:close/>
                  <a:moveTo>
                    <a:pt x="1168244" y="1510177"/>
                  </a:moveTo>
                  <a:lnTo>
                    <a:pt x="1205027" y="1518256"/>
                  </a:lnTo>
                  <a:lnTo>
                    <a:pt x="1179542" y="1483891"/>
                  </a:lnTo>
                  <a:close/>
                  <a:moveTo>
                    <a:pt x="1258992" y="1512365"/>
                  </a:moveTo>
                  <a:lnTo>
                    <a:pt x="1241910" y="1463510"/>
                  </a:lnTo>
                  <a:lnTo>
                    <a:pt x="1205027" y="1518256"/>
                  </a:lnTo>
                  <a:close/>
                  <a:moveTo>
                    <a:pt x="1128920" y="1350432"/>
                  </a:moveTo>
                  <a:lnTo>
                    <a:pt x="1124820" y="1419995"/>
                  </a:lnTo>
                  <a:lnTo>
                    <a:pt x="1136218" y="1361687"/>
                  </a:lnTo>
                  <a:close/>
                  <a:moveTo>
                    <a:pt x="1071094" y="1374526"/>
                  </a:moveTo>
                  <a:lnTo>
                    <a:pt x="1109396" y="1426063"/>
                  </a:lnTo>
                  <a:lnTo>
                    <a:pt x="1128920" y="1350432"/>
                  </a:lnTo>
                  <a:close/>
                  <a:moveTo>
                    <a:pt x="943620" y="1092749"/>
                  </a:moveTo>
                  <a:lnTo>
                    <a:pt x="928355" y="1116843"/>
                  </a:lnTo>
                  <a:lnTo>
                    <a:pt x="951626" y="1144286"/>
                  </a:lnTo>
                  <a:close/>
                  <a:moveTo>
                    <a:pt x="688646" y="886603"/>
                  </a:moveTo>
                  <a:lnTo>
                    <a:pt x="722136" y="861566"/>
                  </a:lnTo>
                  <a:lnTo>
                    <a:pt x="658003" y="859160"/>
                  </a:lnTo>
                  <a:close/>
                  <a:moveTo>
                    <a:pt x="676356" y="910697"/>
                  </a:moveTo>
                  <a:lnTo>
                    <a:pt x="688646" y="886603"/>
                  </a:lnTo>
                  <a:lnTo>
                    <a:pt x="658003" y="859160"/>
                  </a:lnTo>
                  <a:close/>
                  <a:moveTo>
                    <a:pt x="1190994" y="1391808"/>
                  </a:moveTo>
                  <a:lnTo>
                    <a:pt x="1216352" y="1351717"/>
                  </a:lnTo>
                  <a:lnTo>
                    <a:pt x="1136218" y="1361687"/>
                  </a:lnTo>
                  <a:close/>
                  <a:moveTo>
                    <a:pt x="1249686" y="1301671"/>
                  </a:moveTo>
                  <a:lnTo>
                    <a:pt x="1166302" y="1299489"/>
                  </a:lnTo>
                  <a:lnTo>
                    <a:pt x="1202280" y="1299105"/>
                  </a:lnTo>
                  <a:close/>
                  <a:moveTo>
                    <a:pt x="951626" y="1144286"/>
                  </a:moveTo>
                  <a:lnTo>
                    <a:pt x="951888" y="1132924"/>
                  </a:lnTo>
                  <a:lnTo>
                    <a:pt x="943620" y="1092749"/>
                  </a:lnTo>
                  <a:close/>
                  <a:moveTo>
                    <a:pt x="943620" y="1092749"/>
                  </a:moveTo>
                  <a:lnTo>
                    <a:pt x="951888" y="1132924"/>
                  </a:lnTo>
                  <a:lnTo>
                    <a:pt x="1005460" y="1087259"/>
                  </a:lnTo>
                  <a:close/>
                  <a:moveTo>
                    <a:pt x="1005460" y="1087259"/>
                  </a:moveTo>
                  <a:lnTo>
                    <a:pt x="990893" y="1076453"/>
                  </a:lnTo>
                  <a:lnTo>
                    <a:pt x="943620" y="1092749"/>
                  </a:lnTo>
                  <a:close/>
                  <a:moveTo>
                    <a:pt x="990893" y="1076453"/>
                  </a:moveTo>
                  <a:lnTo>
                    <a:pt x="1022129" y="1026298"/>
                  </a:lnTo>
                  <a:lnTo>
                    <a:pt x="958538" y="1046727"/>
                  </a:lnTo>
                  <a:close/>
                  <a:moveTo>
                    <a:pt x="796933" y="831640"/>
                  </a:moveTo>
                  <a:lnTo>
                    <a:pt x="766192" y="851605"/>
                  </a:lnTo>
                  <a:lnTo>
                    <a:pt x="722136" y="861566"/>
                  </a:lnTo>
                  <a:close/>
                  <a:moveTo>
                    <a:pt x="483462" y="358331"/>
                  </a:moveTo>
                  <a:lnTo>
                    <a:pt x="404679" y="373354"/>
                  </a:lnTo>
                  <a:lnTo>
                    <a:pt x="440572" y="372649"/>
                  </a:lnTo>
                  <a:close/>
                  <a:moveTo>
                    <a:pt x="1282935" y="1367414"/>
                  </a:moveTo>
                  <a:lnTo>
                    <a:pt x="1216352" y="1351717"/>
                  </a:lnTo>
                  <a:lnTo>
                    <a:pt x="1245048" y="1377875"/>
                  </a:lnTo>
                  <a:close/>
                  <a:moveTo>
                    <a:pt x="1202280" y="1299105"/>
                  </a:moveTo>
                  <a:lnTo>
                    <a:pt x="1227566" y="1311703"/>
                  </a:lnTo>
                  <a:lnTo>
                    <a:pt x="1249686" y="1301671"/>
                  </a:lnTo>
                  <a:close/>
                  <a:moveTo>
                    <a:pt x="483462" y="358331"/>
                  </a:moveTo>
                  <a:lnTo>
                    <a:pt x="515820" y="344412"/>
                  </a:lnTo>
                  <a:lnTo>
                    <a:pt x="504159" y="347143"/>
                  </a:lnTo>
                  <a:close/>
                  <a:moveTo>
                    <a:pt x="548605" y="292313"/>
                  </a:moveTo>
                  <a:lnTo>
                    <a:pt x="504159" y="347143"/>
                  </a:lnTo>
                  <a:lnTo>
                    <a:pt x="523445" y="323049"/>
                  </a:lnTo>
                  <a:close/>
                  <a:moveTo>
                    <a:pt x="1668852" y="1595278"/>
                  </a:moveTo>
                  <a:lnTo>
                    <a:pt x="1601745" y="1609677"/>
                  </a:lnTo>
                  <a:lnTo>
                    <a:pt x="1602538" y="1611464"/>
                  </a:lnTo>
                  <a:close/>
                  <a:moveTo>
                    <a:pt x="1593387" y="1555905"/>
                  </a:moveTo>
                  <a:lnTo>
                    <a:pt x="1601745" y="1609677"/>
                  </a:lnTo>
                  <a:lnTo>
                    <a:pt x="1668852" y="1595278"/>
                  </a:lnTo>
                  <a:close/>
                  <a:moveTo>
                    <a:pt x="627225" y="276684"/>
                  </a:moveTo>
                  <a:lnTo>
                    <a:pt x="548605" y="292313"/>
                  </a:lnTo>
                  <a:lnTo>
                    <a:pt x="581069" y="278792"/>
                  </a:lnTo>
                  <a:close/>
                  <a:moveTo>
                    <a:pt x="1089739" y="648309"/>
                  </a:moveTo>
                  <a:lnTo>
                    <a:pt x="1041952" y="696468"/>
                  </a:lnTo>
                  <a:lnTo>
                    <a:pt x="1062346" y="687154"/>
                  </a:lnTo>
                  <a:close/>
                  <a:moveTo>
                    <a:pt x="922159" y="592407"/>
                  </a:moveTo>
                  <a:lnTo>
                    <a:pt x="962672" y="584081"/>
                  </a:lnTo>
                  <a:lnTo>
                    <a:pt x="921274" y="542478"/>
                  </a:lnTo>
                  <a:close/>
                  <a:moveTo>
                    <a:pt x="600786" y="287310"/>
                  </a:moveTo>
                  <a:lnTo>
                    <a:pt x="627225" y="276684"/>
                  </a:lnTo>
                  <a:lnTo>
                    <a:pt x="581069" y="278792"/>
                  </a:lnTo>
                  <a:close/>
                  <a:moveTo>
                    <a:pt x="600786" y="287310"/>
                  </a:moveTo>
                  <a:lnTo>
                    <a:pt x="651141" y="284354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78664" y="294330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83811" y="295776"/>
                  </a:lnTo>
                  <a:lnTo>
                    <a:pt x="678664" y="294330"/>
                  </a:lnTo>
                  <a:close/>
                  <a:moveTo>
                    <a:pt x="651141" y="284354"/>
                  </a:moveTo>
                  <a:lnTo>
                    <a:pt x="668701" y="296857"/>
                  </a:lnTo>
                  <a:lnTo>
                    <a:pt x="720727" y="316695"/>
                  </a:lnTo>
                  <a:close/>
                  <a:moveTo>
                    <a:pt x="683811" y="295776"/>
                  </a:moveTo>
                  <a:lnTo>
                    <a:pt x="720727" y="316695"/>
                  </a:lnTo>
                  <a:lnTo>
                    <a:pt x="768031" y="318881"/>
                  </a:lnTo>
                  <a:close/>
                  <a:moveTo>
                    <a:pt x="1257771" y="792301"/>
                  </a:moveTo>
                  <a:lnTo>
                    <a:pt x="1205131" y="790227"/>
                  </a:lnTo>
                  <a:lnTo>
                    <a:pt x="1182193" y="819305"/>
                  </a:lnTo>
                  <a:close/>
                  <a:moveTo>
                    <a:pt x="1257771" y="792301"/>
                  </a:moveTo>
                  <a:lnTo>
                    <a:pt x="1182193" y="819305"/>
                  </a:lnTo>
                  <a:lnTo>
                    <a:pt x="1213111" y="800002"/>
                  </a:lnTo>
                  <a:close/>
                  <a:moveTo>
                    <a:pt x="1062346" y="687154"/>
                  </a:moveTo>
                  <a:lnTo>
                    <a:pt x="1056370" y="698228"/>
                  </a:lnTo>
                  <a:lnTo>
                    <a:pt x="1093477" y="717322"/>
                  </a:lnTo>
                  <a:close/>
                  <a:moveTo>
                    <a:pt x="997358" y="517366"/>
                  </a:moveTo>
                  <a:lnTo>
                    <a:pt x="990062" y="512443"/>
                  </a:lnTo>
                  <a:lnTo>
                    <a:pt x="962672" y="584081"/>
                  </a:lnTo>
                  <a:close/>
                  <a:moveTo>
                    <a:pt x="1032027" y="516308"/>
                  </a:moveTo>
                  <a:lnTo>
                    <a:pt x="1018394" y="464648"/>
                  </a:lnTo>
                  <a:lnTo>
                    <a:pt x="990062" y="512443"/>
                  </a:lnTo>
                  <a:close/>
                  <a:moveTo>
                    <a:pt x="727531" y="322975"/>
                  </a:moveTo>
                  <a:lnTo>
                    <a:pt x="771968" y="324831"/>
                  </a:lnTo>
                  <a:lnTo>
                    <a:pt x="768031" y="318881"/>
                  </a:lnTo>
                  <a:close/>
                  <a:moveTo>
                    <a:pt x="771968" y="324831"/>
                  </a:moveTo>
                  <a:lnTo>
                    <a:pt x="797834" y="274861"/>
                  </a:lnTo>
                  <a:lnTo>
                    <a:pt x="768031" y="318881"/>
                  </a:lnTo>
                  <a:close/>
                  <a:moveTo>
                    <a:pt x="1370002" y="958156"/>
                  </a:moveTo>
                  <a:lnTo>
                    <a:pt x="1390764" y="940186"/>
                  </a:lnTo>
                  <a:lnTo>
                    <a:pt x="1346868" y="950741"/>
                  </a:lnTo>
                  <a:close/>
                  <a:moveTo>
                    <a:pt x="1230079" y="807717"/>
                  </a:moveTo>
                  <a:lnTo>
                    <a:pt x="1257771" y="792301"/>
                  </a:lnTo>
                  <a:lnTo>
                    <a:pt x="1213111" y="800002"/>
                  </a:lnTo>
                  <a:close/>
                  <a:moveTo>
                    <a:pt x="1230079" y="807717"/>
                  </a:moveTo>
                  <a:lnTo>
                    <a:pt x="1278905" y="806004"/>
                  </a:lnTo>
                  <a:lnTo>
                    <a:pt x="1257771" y="792301"/>
                  </a:lnTo>
                  <a:close/>
                  <a:moveTo>
                    <a:pt x="873176" y="175137"/>
                  </a:moveTo>
                  <a:lnTo>
                    <a:pt x="888615" y="243221"/>
                  </a:lnTo>
                  <a:lnTo>
                    <a:pt x="904797" y="211076"/>
                  </a:lnTo>
                  <a:close/>
                  <a:moveTo>
                    <a:pt x="888615" y="243221"/>
                  </a:moveTo>
                  <a:lnTo>
                    <a:pt x="922835" y="226674"/>
                  </a:lnTo>
                  <a:lnTo>
                    <a:pt x="904797" y="211076"/>
                  </a:lnTo>
                  <a:close/>
                  <a:moveTo>
                    <a:pt x="1202722" y="491357"/>
                  </a:moveTo>
                  <a:lnTo>
                    <a:pt x="1167852" y="495885"/>
                  </a:lnTo>
                  <a:lnTo>
                    <a:pt x="1121973" y="499029"/>
                  </a:lnTo>
                  <a:close/>
                  <a:moveTo>
                    <a:pt x="1202722" y="491357"/>
                  </a:moveTo>
                  <a:lnTo>
                    <a:pt x="1121973" y="499029"/>
                  </a:lnTo>
                  <a:lnTo>
                    <a:pt x="1154859" y="487083"/>
                  </a:lnTo>
                  <a:close/>
                  <a:moveTo>
                    <a:pt x="1167852" y="495885"/>
                  </a:moveTo>
                  <a:lnTo>
                    <a:pt x="1202722" y="491357"/>
                  </a:lnTo>
                  <a:lnTo>
                    <a:pt x="1180185" y="484356"/>
                  </a:lnTo>
                  <a:close/>
                  <a:moveTo>
                    <a:pt x="1107523" y="310101"/>
                  </a:moveTo>
                  <a:lnTo>
                    <a:pt x="1101781" y="309353"/>
                  </a:lnTo>
                  <a:lnTo>
                    <a:pt x="1098230" y="305652"/>
                  </a:lnTo>
                  <a:close/>
                  <a:moveTo>
                    <a:pt x="967809" y="202579"/>
                  </a:moveTo>
                  <a:lnTo>
                    <a:pt x="929906" y="170054"/>
                  </a:lnTo>
                  <a:lnTo>
                    <a:pt x="904797" y="211076"/>
                  </a:lnTo>
                  <a:close/>
                  <a:moveTo>
                    <a:pt x="1296328" y="487705"/>
                  </a:moveTo>
                  <a:lnTo>
                    <a:pt x="1279647" y="491687"/>
                  </a:lnTo>
                  <a:lnTo>
                    <a:pt x="1284526" y="550463"/>
                  </a:lnTo>
                  <a:close/>
                  <a:moveTo>
                    <a:pt x="1107523" y="310101"/>
                  </a:moveTo>
                  <a:lnTo>
                    <a:pt x="1097000" y="310538"/>
                  </a:lnTo>
                  <a:lnTo>
                    <a:pt x="1136881" y="284966"/>
                  </a:lnTo>
                  <a:close/>
                  <a:moveTo>
                    <a:pt x="1107523" y="310101"/>
                  </a:moveTo>
                  <a:lnTo>
                    <a:pt x="1136881" y="284966"/>
                  </a:lnTo>
                  <a:lnTo>
                    <a:pt x="1111197" y="305652"/>
                  </a:lnTo>
                  <a:close/>
                  <a:moveTo>
                    <a:pt x="1136881" y="284966"/>
                  </a:moveTo>
                  <a:lnTo>
                    <a:pt x="1139951" y="281558"/>
                  </a:lnTo>
                  <a:lnTo>
                    <a:pt x="1111197" y="305652"/>
                  </a:lnTo>
                  <a:close/>
                  <a:moveTo>
                    <a:pt x="929906" y="170054"/>
                  </a:moveTo>
                  <a:lnTo>
                    <a:pt x="967809" y="202579"/>
                  </a:lnTo>
                  <a:lnTo>
                    <a:pt x="973245" y="126949"/>
                  </a:lnTo>
                  <a:close/>
                  <a:moveTo>
                    <a:pt x="1342322" y="394148"/>
                  </a:moveTo>
                  <a:lnTo>
                    <a:pt x="1354700" y="360538"/>
                  </a:lnTo>
                  <a:lnTo>
                    <a:pt x="1319752" y="384632"/>
                  </a:lnTo>
                  <a:close/>
                  <a:moveTo>
                    <a:pt x="1195743" y="195467"/>
                  </a:moveTo>
                  <a:lnTo>
                    <a:pt x="1157312" y="176704"/>
                  </a:lnTo>
                  <a:lnTo>
                    <a:pt x="1204968" y="205928"/>
                  </a:lnTo>
                  <a:close/>
                  <a:moveTo>
                    <a:pt x="1028997" y="16828"/>
                  </a:moveTo>
                  <a:lnTo>
                    <a:pt x="1006616" y="23875"/>
                  </a:lnTo>
                  <a:lnTo>
                    <a:pt x="1054013" y="14915"/>
                  </a:lnTo>
                  <a:close/>
                  <a:moveTo>
                    <a:pt x="1028997" y="16828"/>
                  </a:moveTo>
                  <a:lnTo>
                    <a:pt x="1054013" y="14915"/>
                  </a:lnTo>
                  <a:lnTo>
                    <a:pt x="1096964" y="825"/>
                  </a:lnTo>
                  <a:close/>
                  <a:moveTo>
                    <a:pt x="1096964" y="825"/>
                  </a:moveTo>
                  <a:lnTo>
                    <a:pt x="1054013" y="14915"/>
                  </a:lnTo>
                  <a:lnTo>
                    <a:pt x="1134721" y="7094"/>
                  </a:lnTo>
                  <a:close/>
                  <a:moveTo>
                    <a:pt x="1179544" y="0"/>
                  </a:moveTo>
                  <a:lnTo>
                    <a:pt x="1096964" y="825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179544" y="0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210576" y="7916"/>
                  </a:lnTo>
                  <a:lnTo>
                    <a:pt x="1179544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77" name="Output_density__4276">
              <a:extLst>
                <a:ext uri="{FF2B5EF4-FFF2-40B4-BE49-F238E27FC236}">
                  <a16:creationId xmlns:a16="http://schemas.microsoft.com/office/drawing/2014/main" id="{8773E11E-CC7D-A764-87B4-E4EC65C639DF}"/>
                </a:ext>
              </a:extLst>
            </p:cNvPr>
            <p:cNvSpPr>
              <a:spLocks noGrp="1"/>
            </p:cNvSpPr>
            <p:nvPr/>
          </p:nvSpPr>
          <p:spPr>
            <a:xfrm>
              <a:off x="15002377" y="2347596"/>
              <a:ext cx="1473328" cy="1820071"/>
            </a:xfrm>
            <a:custGeom>
              <a:avLst/>
              <a:gdLst/>
              <a:ahLst/>
              <a:cxnLst/>
              <a:rect l="0" t="0" r="0" b="0"/>
              <a:pathLst>
                <a:path w="1473328" h="1820071">
                  <a:moveTo>
                    <a:pt x="42020" y="810101"/>
                  </a:moveTo>
                  <a:lnTo>
                    <a:pt x="0" y="883299"/>
                  </a:lnTo>
                  <a:lnTo>
                    <a:pt x="18961" y="845164"/>
                  </a:lnTo>
                  <a:close/>
                  <a:moveTo>
                    <a:pt x="67957" y="853675"/>
                  </a:moveTo>
                  <a:lnTo>
                    <a:pt x="103220" y="850619"/>
                  </a:lnTo>
                  <a:lnTo>
                    <a:pt x="18961" y="845164"/>
                  </a:lnTo>
                  <a:close/>
                  <a:moveTo>
                    <a:pt x="112653" y="846111"/>
                  </a:moveTo>
                  <a:lnTo>
                    <a:pt x="121684" y="859205"/>
                  </a:lnTo>
                  <a:lnTo>
                    <a:pt x="103220" y="850619"/>
                  </a:lnTo>
                  <a:close/>
                  <a:moveTo>
                    <a:pt x="667957" y="1429764"/>
                  </a:moveTo>
                  <a:lnTo>
                    <a:pt x="635766" y="1444307"/>
                  </a:lnTo>
                  <a:lnTo>
                    <a:pt x="715368" y="1432347"/>
                  </a:lnTo>
                  <a:close/>
                  <a:moveTo>
                    <a:pt x="31965" y="630047"/>
                  </a:moveTo>
                  <a:lnTo>
                    <a:pt x="69814" y="637259"/>
                  </a:lnTo>
                  <a:lnTo>
                    <a:pt x="33262" y="628835"/>
                  </a:lnTo>
                  <a:close/>
                  <a:moveTo>
                    <a:pt x="667957" y="1429764"/>
                  </a:moveTo>
                  <a:lnTo>
                    <a:pt x="715368" y="1432347"/>
                  </a:lnTo>
                  <a:lnTo>
                    <a:pt x="740282" y="1390596"/>
                  </a:lnTo>
                  <a:close/>
                  <a:moveTo>
                    <a:pt x="74994" y="604871"/>
                  </a:moveTo>
                  <a:lnTo>
                    <a:pt x="33789" y="628564"/>
                  </a:lnTo>
                  <a:lnTo>
                    <a:pt x="100036" y="568916"/>
                  </a:lnTo>
                  <a:close/>
                  <a:moveTo>
                    <a:pt x="100036" y="568916"/>
                  </a:moveTo>
                  <a:lnTo>
                    <a:pt x="33789" y="628564"/>
                  </a:lnTo>
                  <a:lnTo>
                    <a:pt x="33262" y="628835"/>
                  </a:lnTo>
                  <a:close/>
                  <a:moveTo>
                    <a:pt x="751719" y="1365865"/>
                  </a:moveTo>
                  <a:lnTo>
                    <a:pt x="740282" y="1390596"/>
                  </a:lnTo>
                  <a:lnTo>
                    <a:pt x="756051" y="1377920"/>
                  </a:lnTo>
                  <a:close/>
                  <a:moveTo>
                    <a:pt x="763225" y="1341477"/>
                  </a:moveTo>
                  <a:lnTo>
                    <a:pt x="778621" y="1359266"/>
                  </a:lnTo>
                  <a:lnTo>
                    <a:pt x="803504" y="1317398"/>
                  </a:lnTo>
                  <a:close/>
                  <a:moveTo>
                    <a:pt x="811072" y="1292851"/>
                  </a:moveTo>
                  <a:lnTo>
                    <a:pt x="803504" y="1317398"/>
                  </a:lnTo>
                  <a:lnTo>
                    <a:pt x="831111" y="1302289"/>
                  </a:lnTo>
                  <a:close/>
                  <a:moveTo>
                    <a:pt x="831111" y="1302289"/>
                  </a:moveTo>
                  <a:lnTo>
                    <a:pt x="844406" y="1295648"/>
                  </a:lnTo>
                  <a:lnTo>
                    <a:pt x="811072" y="1292851"/>
                  </a:lnTo>
                  <a:close/>
                  <a:moveTo>
                    <a:pt x="408716" y="754513"/>
                  </a:moveTo>
                  <a:lnTo>
                    <a:pt x="447249" y="771294"/>
                  </a:lnTo>
                  <a:lnTo>
                    <a:pt x="451529" y="739907"/>
                  </a:lnTo>
                  <a:close/>
                  <a:moveTo>
                    <a:pt x="708206" y="1000871"/>
                  </a:moveTo>
                  <a:lnTo>
                    <a:pt x="659122" y="992033"/>
                  </a:lnTo>
                  <a:lnTo>
                    <a:pt x="624371" y="992215"/>
                  </a:lnTo>
                  <a:close/>
                  <a:moveTo>
                    <a:pt x="1347788" y="1820071"/>
                  </a:moveTo>
                  <a:lnTo>
                    <a:pt x="1393354" y="1815759"/>
                  </a:lnTo>
                  <a:lnTo>
                    <a:pt x="1425874" y="1802445"/>
                  </a:lnTo>
                  <a:close/>
                  <a:moveTo>
                    <a:pt x="1398056" y="1793561"/>
                  </a:moveTo>
                  <a:lnTo>
                    <a:pt x="1429463" y="1769467"/>
                  </a:lnTo>
                  <a:lnTo>
                    <a:pt x="1425874" y="1802445"/>
                  </a:lnTo>
                  <a:close/>
                  <a:moveTo>
                    <a:pt x="844648" y="1099491"/>
                  </a:moveTo>
                  <a:lnTo>
                    <a:pt x="825898" y="1131326"/>
                  </a:lnTo>
                  <a:lnTo>
                    <a:pt x="845047" y="1114984"/>
                  </a:lnTo>
                  <a:close/>
                  <a:moveTo>
                    <a:pt x="845047" y="1114984"/>
                  </a:moveTo>
                  <a:lnTo>
                    <a:pt x="825898" y="1131326"/>
                  </a:lnTo>
                  <a:lnTo>
                    <a:pt x="818973" y="1160942"/>
                  </a:lnTo>
                  <a:close/>
                  <a:moveTo>
                    <a:pt x="845047" y="1114984"/>
                  </a:moveTo>
                  <a:lnTo>
                    <a:pt x="839242" y="1056960"/>
                  </a:lnTo>
                  <a:lnTo>
                    <a:pt x="844648" y="1099491"/>
                  </a:lnTo>
                  <a:close/>
                  <a:moveTo>
                    <a:pt x="839242" y="1056960"/>
                  </a:moveTo>
                  <a:lnTo>
                    <a:pt x="840376" y="1047955"/>
                  </a:lnTo>
                  <a:lnTo>
                    <a:pt x="844648" y="1099491"/>
                  </a:lnTo>
                  <a:close/>
                  <a:moveTo>
                    <a:pt x="716454" y="955334"/>
                  </a:moveTo>
                  <a:lnTo>
                    <a:pt x="672122" y="953393"/>
                  </a:lnTo>
                  <a:lnTo>
                    <a:pt x="659122" y="992033"/>
                  </a:lnTo>
                  <a:close/>
                  <a:moveTo>
                    <a:pt x="532715" y="733871"/>
                  </a:moveTo>
                  <a:lnTo>
                    <a:pt x="493956" y="708560"/>
                  </a:lnTo>
                  <a:lnTo>
                    <a:pt x="544359" y="738736"/>
                  </a:lnTo>
                  <a:close/>
                  <a:moveTo>
                    <a:pt x="560514" y="568006"/>
                  </a:moveTo>
                  <a:lnTo>
                    <a:pt x="554852" y="560032"/>
                  </a:lnTo>
                  <a:lnTo>
                    <a:pt x="607198" y="591736"/>
                  </a:lnTo>
                  <a:close/>
                  <a:moveTo>
                    <a:pt x="534526" y="605743"/>
                  </a:moveTo>
                  <a:lnTo>
                    <a:pt x="554852" y="560032"/>
                  </a:lnTo>
                  <a:lnTo>
                    <a:pt x="560514" y="568006"/>
                  </a:lnTo>
                  <a:close/>
                  <a:moveTo>
                    <a:pt x="563470" y="439058"/>
                  </a:moveTo>
                  <a:lnTo>
                    <a:pt x="519725" y="436640"/>
                  </a:lnTo>
                  <a:lnTo>
                    <a:pt x="525246" y="508495"/>
                  </a:lnTo>
                  <a:close/>
                  <a:moveTo>
                    <a:pt x="514898" y="432865"/>
                  </a:moveTo>
                  <a:lnTo>
                    <a:pt x="519725" y="436640"/>
                  </a:lnTo>
                  <a:lnTo>
                    <a:pt x="523602" y="430000"/>
                  </a:lnTo>
                  <a:close/>
                  <a:moveTo>
                    <a:pt x="525069" y="435483"/>
                  </a:moveTo>
                  <a:lnTo>
                    <a:pt x="519725" y="436640"/>
                  </a:lnTo>
                  <a:lnTo>
                    <a:pt x="514898" y="432865"/>
                  </a:lnTo>
                  <a:close/>
                  <a:moveTo>
                    <a:pt x="1115886" y="1046725"/>
                  </a:moveTo>
                  <a:lnTo>
                    <a:pt x="1089242" y="1030404"/>
                  </a:lnTo>
                  <a:lnTo>
                    <a:pt x="1073217" y="1087505"/>
                  </a:lnTo>
                  <a:close/>
                  <a:moveTo>
                    <a:pt x="523602" y="430000"/>
                  </a:moveTo>
                  <a:lnTo>
                    <a:pt x="566632" y="416204"/>
                  </a:lnTo>
                  <a:lnTo>
                    <a:pt x="597355" y="396170"/>
                  </a:lnTo>
                  <a:close/>
                  <a:moveTo>
                    <a:pt x="597355" y="396170"/>
                  </a:moveTo>
                  <a:lnTo>
                    <a:pt x="566632" y="416204"/>
                  </a:lnTo>
                  <a:lnTo>
                    <a:pt x="643064" y="392392"/>
                  </a:lnTo>
                  <a:close/>
                  <a:moveTo>
                    <a:pt x="738128" y="573144"/>
                  </a:moveTo>
                  <a:lnTo>
                    <a:pt x="681077" y="569656"/>
                  </a:lnTo>
                  <a:lnTo>
                    <a:pt x="725672" y="571383"/>
                  </a:lnTo>
                  <a:close/>
                  <a:moveTo>
                    <a:pt x="1352766" y="1157726"/>
                  </a:moveTo>
                  <a:lnTo>
                    <a:pt x="1351354" y="1158904"/>
                  </a:lnTo>
                  <a:lnTo>
                    <a:pt x="1376860" y="1233356"/>
                  </a:lnTo>
                  <a:close/>
                  <a:moveTo>
                    <a:pt x="1348637" y="1157726"/>
                  </a:moveTo>
                  <a:lnTo>
                    <a:pt x="1300257" y="1142540"/>
                  </a:lnTo>
                  <a:lnTo>
                    <a:pt x="1277402" y="1116865"/>
                  </a:lnTo>
                  <a:close/>
                  <a:moveTo>
                    <a:pt x="783507" y="568133"/>
                  </a:moveTo>
                  <a:lnTo>
                    <a:pt x="819355" y="595946"/>
                  </a:lnTo>
                  <a:lnTo>
                    <a:pt x="738128" y="573144"/>
                  </a:lnTo>
                  <a:close/>
                  <a:moveTo>
                    <a:pt x="859514" y="542735"/>
                  </a:moveTo>
                  <a:lnTo>
                    <a:pt x="815955" y="563380"/>
                  </a:lnTo>
                  <a:lnTo>
                    <a:pt x="842953" y="552000"/>
                  </a:lnTo>
                  <a:close/>
                  <a:moveTo>
                    <a:pt x="1413424" y="1133632"/>
                  </a:moveTo>
                  <a:lnTo>
                    <a:pt x="1352766" y="1157726"/>
                  </a:lnTo>
                  <a:lnTo>
                    <a:pt x="1424015" y="1120997"/>
                  </a:lnTo>
                  <a:close/>
                  <a:moveTo>
                    <a:pt x="1426231" y="1071835"/>
                  </a:moveTo>
                  <a:lnTo>
                    <a:pt x="1413424" y="1133632"/>
                  </a:lnTo>
                  <a:lnTo>
                    <a:pt x="1424015" y="1120997"/>
                  </a:lnTo>
                  <a:close/>
                  <a:moveTo>
                    <a:pt x="1465420" y="1077957"/>
                  </a:moveTo>
                  <a:lnTo>
                    <a:pt x="1424015" y="1120997"/>
                  </a:lnTo>
                  <a:lnTo>
                    <a:pt x="1462447" y="1090010"/>
                  </a:lnTo>
                  <a:close/>
                  <a:moveTo>
                    <a:pt x="1465420" y="1077957"/>
                  </a:moveTo>
                  <a:lnTo>
                    <a:pt x="1426231" y="1071835"/>
                  </a:lnTo>
                  <a:lnTo>
                    <a:pt x="1424015" y="1120997"/>
                  </a:lnTo>
                  <a:close/>
                  <a:moveTo>
                    <a:pt x="978307" y="502628"/>
                  </a:moveTo>
                  <a:lnTo>
                    <a:pt x="996159" y="503411"/>
                  </a:lnTo>
                  <a:lnTo>
                    <a:pt x="930901" y="500064"/>
                  </a:lnTo>
                  <a:close/>
                  <a:moveTo>
                    <a:pt x="1446468" y="935144"/>
                  </a:moveTo>
                  <a:lnTo>
                    <a:pt x="1464254" y="953419"/>
                  </a:lnTo>
                  <a:lnTo>
                    <a:pt x="1450474" y="930834"/>
                  </a:lnTo>
                  <a:close/>
                  <a:moveTo>
                    <a:pt x="1446468" y="935144"/>
                  </a:moveTo>
                  <a:lnTo>
                    <a:pt x="1463906" y="960567"/>
                  </a:lnTo>
                  <a:lnTo>
                    <a:pt x="1464254" y="953419"/>
                  </a:lnTo>
                  <a:close/>
                  <a:moveTo>
                    <a:pt x="1464254" y="953419"/>
                  </a:moveTo>
                  <a:lnTo>
                    <a:pt x="1473152" y="883443"/>
                  </a:lnTo>
                  <a:lnTo>
                    <a:pt x="1450474" y="930834"/>
                  </a:lnTo>
                  <a:close/>
                  <a:moveTo>
                    <a:pt x="1473152" y="883443"/>
                  </a:moveTo>
                  <a:lnTo>
                    <a:pt x="1473328" y="879298"/>
                  </a:lnTo>
                  <a:lnTo>
                    <a:pt x="1450474" y="930834"/>
                  </a:lnTo>
                  <a:close/>
                  <a:moveTo>
                    <a:pt x="1473328" y="879298"/>
                  </a:moveTo>
                  <a:lnTo>
                    <a:pt x="1473152" y="883443"/>
                  </a:lnTo>
                  <a:lnTo>
                    <a:pt x="1464575" y="828165"/>
                  </a:lnTo>
                  <a:close/>
                  <a:moveTo>
                    <a:pt x="1309327" y="673151"/>
                  </a:moveTo>
                  <a:lnTo>
                    <a:pt x="1316040" y="724688"/>
                  </a:lnTo>
                  <a:lnTo>
                    <a:pt x="1296734" y="697245"/>
                  </a:lnTo>
                  <a:close/>
                  <a:moveTo>
                    <a:pt x="1153325" y="594172"/>
                  </a:moveTo>
                  <a:lnTo>
                    <a:pt x="1150959" y="528993"/>
                  </a:lnTo>
                  <a:lnTo>
                    <a:pt x="1152642" y="577644"/>
                  </a:lnTo>
                  <a:close/>
                  <a:moveTo>
                    <a:pt x="1297304" y="661486"/>
                  </a:moveTo>
                  <a:lnTo>
                    <a:pt x="1312285" y="712049"/>
                  </a:lnTo>
                  <a:lnTo>
                    <a:pt x="1316040" y="724688"/>
                  </a:lnTo>
                  <a:close/>
                  <a:moveTo>
                    <a:pt x="1074520" y="282977"/>
                  </a:moveTo>
                  <a:lnTo>
                    <a:pt x="1040711" y="291472"/>
                  </a:lnTo>
                  <a:lnTo>
                    <a:pt x="1120141" y="278869"/>
                  </a:lnTo>
                  <a:close/>
                  <a:moveTo>
                    <a:pt x="1302172" y="469299"/>
                  </a:moveTo>
                  <a:lnTo>
                    <a:pt x="1302145" y="470354"/>
                  </a:lnTo>
                  <a:lnTo>
                    <a:pt x="1302925" y="405945"/>
                  </a:lnTo>
                  <a:close/>
                  <a:moveTo>
                    <a:pt x="1080277" y="34703"/>
                  </a:moveTo>
                  <a:lnTo>
                    <a:pt x="1078616" y="35157"/>
                  </a:lnTo>
                  <a:lnTo>
                    <a:pt x="1083058" y="33967"/>
                  </a:lnTo>
                  <a:close/>
                  <a:moveTo>
                    <a:pt x="1078616" y="35157"/>
                  </a:moveTo>
                  <a:lnTo>
                    <a:pt x="1080277" y="34703"/>
                  </a:lnTo>
                  <a:lnTo>
                    <a:pt x="1065964" y="33967"/>
                  </a:lnTo>
                  <a:close/>
                  <a:moveTo>
                    <a:pt x="1065964" y="33967"/>
                  </a:moveTo>
                  <a:lnTo>
                    <a:pt x="1080277" y="34703"/>
                  </a:lnTo>
                  <a:lnTo>
                    <a:pt x="1081478" y="32831"/>
                  </a:lnTo>
                  <a:close/>
                  <a:moveTo>
                    <a:pt x="1107076" y="0"/>
                  </a:moveTo>
                  <a:lnTo>
                    <a:pt x="1065964" y="33967"/>
                  </a:lnTo>
                  <a:lnTo>
                    <a:pt x="1081478" y="32831"/>
                  </a:lnTo>
                  <a:close/>
                  <a:moveTo>
                    <a:pt x="1080277" y="34703"/>
                  </a:moveTo>
                  <a:lnTo>
                    <a:pt x="1083058" y="33967"/>
                  </a:lnTo>
                  <a:lnTo>
                    <a:pt x="1081478" y="32831"/>
                  </a:lnTo>
                  <a:close/>
                  <a:moveTo>
                    <a:pt x="1141920" y="21675"/>
                  </a:moveTo>
                  <a:lnTo>
                    <a:pt x="1137234" y="9873"/>
                  </a:lnTo>
                  <a:lnTo>
                    <a:pt x="1125202" y="27991"/>
                  </a:lnTo>
                  <a:close/>
                  <a:moveTo>
                    <a:pt x="1125202" y="27991"/>
                  </a:moveTo>
                  <a:lnTo>
                    <a:pt x="1137234" y="9873"/>
                  </a:lnTo>
                  <a:lnTo>
                    <a:pt x="1107076" y="0"/>
                  </a:lnTo>
                  <a:close/>
                  <a:moveTo>
                    <a:pt x="1081478" y="32831"/>
                  </a:moveTo>
                  <a:lnTo>
                    <a:pt x="1083058" y="33967"/>
                  </a:lnTo>
                  <a:lnTo>
                    <a:pt x="1125202" y="27991"/>
                  </a:lnTo>
                  <a:close/>
                  <a:moveTo>
                    <a:pt x="1107076" y="0"/>
                  </a:moveTo>
                  <a:lnTo>
                    <a:pt x="1081478" y="32831"/>
                  </a:lnTo>
                  <a:lnTo>
                    <a:pt x="1125202" y="279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8" name="Output_density__4277">
              <a:extLst>
                <a:ext uri="{FF2B5EF4-FFF2-40B4-BE49-F238E27FC236}">
                  <a16:creationId xmlns:a16="http://schemas.microsoft.com/office/drawing/2014/main" id="{87A25D00-8666-718C-8C09-9152945592BB}"/>
                </a:ext>
              </a:extLst>
            </p:cNvPr>
            <p:cNvSpPr>
              <a:spLocks noGrp="1"/>
            </p:cNvSpPr>
            <p:nvPr/>
          </p:nvSpPr>
          <p:spPr>
            <a:xfrm>
              <a:off x="15124062" y="2375587"/>
              <a:ext cx="1340763" cy="1404356"/>
            </a:xfrm>
            <a:custGeom>
              <a:avLst/>
              <a:gdLst/>
              <a:ahLst/>
              <a:cxnLst/>
              <a:rect l="0" t="0" r="0" b="0"/>
              <a:pathLst>
                <a:path w="1340763" h="1404356">
                  <a:moveTo>
                    <a:pt x="0" y="831214"/>
                  </a:moveTo>
                  <a:lnTo>
                    <a:pt x="19343" y="840327"/>
                  </a:lnTo>
                  <a:lnTo>
                    <a:pt x="37074" y="855600"/>
                  </a:lnTo>
                  <a:close/>
                  <a:moveTo>
                    <a:pt x="621729" y="1374023"/>
                  </a:moveTo>
                  <a:lnTo>
                    <a:pt x="618597" y="1362605"/>
                  </a:lnTo>
                  <a:lnTo>
                    <a:pt x="593683" y="1404356"/>
                  </a:lnTo>
                  <a:close/>
                  <a:moveTo>
                    <a:pt x="621729" y="1374023"/>
                  </a:moveTo>
                  <a:lnTo>
                    <a:pt x="634366" y="1349929"/>
                  </a:lnTo>
                  <a:lnTo>
                    <a:pt x="618597" y="1362605"/>
                  </a:lnTo>
                  <a:close/>
                  <a:moveTo>
                    <a:pt x="634366" y="1349929"/>
                  </a:moveTo>
                  <a:lnTo>
                    <a:pt x="621729" y="1374023"/>
                  </a:lnTo>
                  <a:lnTo>
                    <a:pt x="656937" y="1331275"/>
                  </a:lnTo>
                  <a:close/>
                  <a:moveTo>
                    <a:pt x="641540" y="1313486"/>
                  </a:moveTo>
                  <a:lnTo>
                    <a:pt x="634366" y="1349929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681820" y="1289408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709426" y="1274299"/>
                  </a:lnTo>
                  <a:lnTo>
                    <a:pt x="681820" y="1289408"/>
                  </a:lnTo>
                  <a:close/>
                  <a:moveTo>
                    <a:pt x="141327" y="531109"/>
                  </a:moveTo>
                  <a:lnTo>
                    <a:pt x="167821" y="604323"/>
                  </a:lnTo>
                  <a:lnTo>
                    <a:pt x="170596" y="600765"/>
                  </a:lnTo>
                  <a:close/>
                  <a:moveTo>
                    <a:pt x="537438" y="964042"/>
                  </a:moveTo>
                  <a:lnTo>
                    <a:pt x="550438" y="925403"/>
                  </a:lnTo>
                  <a:lnTo>
                    <a:pt x="504638" y="992522"/>
                  </a:lnTo>
                  <a:close/>
                  <a:moveTo>
                    <a:pt x="329845" y="711917"/>
                  </a:moveTo>
                  <a:lnTo>
                    <a:pt x="357907" y="683302"/>
                  </a:lnTo>
                  <a:lnTo>
                    <a:pt x="411031" y="705880"/>
                  </a:lnTo>
                  <a:close/>
                  <a:moveTo>
                    <a:pt x="485513" y="563746"/>
                  </a:moveTo>
                  <a:lnTo>
                    <a:pt x="531434" y="536896"/>
                  </a:lnTo>
                  <a:lnTo>
                    <a:pt x="495958" y="559484"/>
                  </a:lnTo>
                  <a:close/>
                  <a:moveTo>
                    <a:pt x="499873" y="552071"/>
                  </a:moveTo>
                  <a:lnTo>
                    <a:pt x="495958" y="559484"/>
                  </a:lnTo>
                  <a:lnTo>
                    <a:pt x="531434" y="536896"/>
                  </a:lnTo>
                  <a:close/>
                  <a:moveTo>
                    <a:pt x="737830" y="514744"/>
                  </a:moveTo>
                  <a:lnTo>
                    <a:pt x="661822" y="540142"/>
                  </a:lnTo>
                  <a:lnTo>
                    <a:pt x="694271" y="535390"/>
                  </a:lnTo>
                  <a:close/>
                  <a:moveTo>
                    <a:pt x="721269" y="524009"/>
                  </a:moveTo>
                  <a:lnTo>
                    <a:pt x="741537" y="511296"/>
                  </a:lnTo>
                  <a:lnTo>
                    <a:pt x="737830" y="514744"/>
                  </a:lnTo>
                  <a:close/>
                  <a:moveTo>
                    <a:pt x="1231081" y="1129735"/>
                  </a:moveTo>
                  <a:lnTo>
                    <a:pt x="1271204" y="1111529"/>
                  </a:lnTo>
                  <a:lnTo>
                    <a:pt x="1302331" y="1093006"/>
                  </a:lnTo>
                  <a:close/>
                  <a:moveTo>
                    <a:pt x="1302331" y="1093006"/>
                  </a:moveTo>
                  <a:lnTo>
                    <a:pt x="1271204" y="1111529"/>
                  </a:lnTo>
                  <a:lnTo>
                    <a:pt x="1340763" y="1062020"/>
                  </a:lnTo>
                  <a:close/>
                  <a:moveTo>
                    <a:pt x="738833" y="509731"/>
                  </a:moveTo>
                  <a:lnTo>
                    <a:pt x="737830" y="514744"/>
                  </a:lnTo>
                  <a:lnTo>
                    <a:pt x="741537" y="511296"/>
                  </a:lnTo>
                  <a:close/>
                  <a:moveTo>
                    <a:pt x="1030957" y="549653"/>
                  </a:moveTo>
                  <a:lnTo>
                    <a:pt x="1020234" y="602101"/>
                  </a:lnTo>
                  <a:lnTo>
                    <a:pt x="1031640" y="566181"/>
                  </a:lnTo>
                  <a:close/>
                  <a:moveTo>
                    <a:pt x="1034806" y="490551"/>
                  </a:moveTo>
                  <a:lnTo>
                    <a:pt x="1029275" y="501002"/>
                  </a:lnTo>
                  <a:lnTo>
                    <a:pt x="1031640" y="566181"/>
                  </a:lnTo>
                  <a:close/>
                  <a:moveTo>
                    <a:pt x="1105003" y="474563"/>
                  </a:moveTo>
                  <a:lnTo>
                    <a:pt x="1034806" y="490551"/>
                  </a:lnTo>
                  <a:lnTo>
                    <a:pt x="1095449" y="472462"/>
                  </a:lnTo>
                  <a:close/>
                  <a:moveTo>
                    <a:pt x="1029275" y="501002"/>
                  </a:moveTo>
                  <a:lnTo>
                    <a:pt x="1034806" y="490551"/>
                  </a:lnTo>
                  <a:lnTo>
                    <a:pt x="1105003" y="474563"/>
                  </a:lnTo>
                  <a:close/>
                  <a:moveTo>
                    <a:pt x="1095449" y="472462"/>
                  </a:moveTo>
                  <a:lnTo>
                    <a:pt x="1034806" y="490551"/>
                  </a:lnTo>
                  <a:lnTo>
                    <a:pt x="1069866" y="478092"/>
                  </a:lnTo>
                  <a:close/>
                  <a:moveTo>
                    <a:pt x="1243947" y="374896"/>
                  </a:moveTo>
                  <a:lnTo>
                    <a:pt x="1180461" y="442363"/>
                  </a:lnTo>
                  <a:lnTo>
                    <a:pt x="1215833" y="404684"/>
                  </a:lnTo>
                  <a:close/>
                  <a:moveTo>
                    <a:pt x="1243947" y="374896"/>
                  </a:moveTo>
                  <a:lnTo>
                    <a:pt x="1215833" y="404684"/>
                  </a:lnTo>
                  <a:lnTo>
                    <a:pt x="1291552" y="378208"/>
                  </a:lnTo>
                  <a:close/>
                  <a:moveTo>
                    <a:pt x="956932" y="7166"/>
                  </a:moveTo>
                  <a:lnTo>
                    <a:pt x="944280" y="5976"/>
                  </a:lnTo>
                  <a:lnTo>
                    <a:pt x="926372" y="21143"/>
                  </a:lnTo>
                  <a:close/>
                  <a:moveTo>
                    <a:pt x="961374" y="5976"/>
                  </a:moveTo>
                  <a:lnTo>
                    <a:pt x="926372" y="21143"/>
                  </a:lnTo>
                  <a:lnTo>
                    <a:pt x="1003517" y="0"/>
                  </a:lnTo>
                  <a:close/>
                  <a:moveTo>
                    <a:pt x="956932" y="7166"/>
                  </a:moveTo>
                  <a:lnTo>
                    <a:pt x="926372" y="21143"/>
                  </a:lnTo>
                  <a:lnTo>
                    <a:pt x="961374" y="59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9" name="Output_density__4278">
              <a:extLst>
                <a:ext uri="{FF2B5EF4-FFF2-40B4-BE49-F238E27FC236}">
                  <a16:creationId xmlns:a16="http://schemas.microsoft.com/office/drawing/2014/main" id="{ACB49599-DED1-8157-FA41-D882D310A237}"/>
                </a:ext>
              </a:extLst>
            </p:cNvPr>
            <p:cNvSpPr>
              <a:spLocks noGrp="1"/>
            </p:cNvSpPr>
            <p:nvPr/>
          </p:nvSpPr>
          <p:spPr>
            <a:xfrm>
              <a:off x="15087996" y="2210172"/>
              <a:ext cx="1535318" cy="1906892"/>
            </a:xfrm>
            <a:custGeom>
              <a:avLst/>
              <a:gdLst/>
              <a:ahLst/>
              <a:cxnLst/>
              <a:rect l="0" t="0" r="0" b="0"/>
              <a:pathLst>
                <a:path w="1535318" h="1906892">
                  <a:moveTo>
                    <a:pt x="51267" y="793832"/>
                  </a:moveTo>
                  <a:lnTo>
                    <a:pt x="21643" y="806982"/>
                  </a:lnTo>
                  <a:lnTo>
                    <a:pt x="35519" y="858443"/>
                  </a:lnTo>
                  <a:close/>
                  <a:moveTo>
                    <a:pt x="0" y="787337"/>
                  </a:moveTo>
                  <a:lnTo>
                    <a:pt x="21643" y="806982"/>
                  </a:lnTo>
                  <a:lnTo>
                    <a:pt x="20603" y="766389"/>
                  </a:lnTo>
                  <a:close/>
                  <a:moveTo>
                    <a:pt x="20603" y="766389"/>
                  </a:moveTo>
                  <a:lnTo>
                    <a:pt x="21643" y="806982"/>
                  </a:lnTo>
                  <a:lnTo>
                    <a:pt x="51267" y="793832"/>
                  </a:lnTo>
                  <a:close/>
                  <a:moveTo>
                    <a:pt x="1064298" y="1852007"/>
                  </a:moveTo>
                  <a:lnTo>
                    <a:pt x="1138667" y="1886919"/>
                  </a:lnTo>
                  <a:lnTo>
                    <a:pt x="1125820" y="1834620"/>
                  </a:lnTo>
                  <a:close/>
                  <a:moveTo>
                    <a:pt x="1064298" y="1852007"/>
                  </a:moveTo>
                  <a:lnTo>
                    <a:pt x="1097109" y="1903543"/>
                  </a:lnTo>
                  <a:lnTo>
                    <a:pt x="1138667" y="1886919"/>
                  </a:lnTo>
                  <a:close/>
                  <a:moveTo>
                    <a:pt x="1125820" y="1834620"/>
                  </a:moveTo>
                  <a:lnTo>
                    <a:pt x="1187215" y="1851934"/>
                  </a:lnTo>
                  <a:lnTo>
                    <a:pt x="1169159" y="1827913"/>
                  </a:lnTo>
                  <a:close/>
                  <a:moveTo>
                    <a:pt x="1050138" y="1800470"/>
                  </a:moveTo>
                  <a:lnTo>
                    <a:pt x="1125820" y="1834620"/>
                  </a:lnTo>
                  <a:lnTo>
                    <a:pt x="1099122" y="1793583"/>
                  </a:lnTo>
                  <a:close/>
                  <a:moveTo>
                    <a:pt x="1050138" y="1800470"/>
                  </a:moveTo>
                  <a:lnTo>
                    <a:pt x="1064298" y="1852007"/>
                  </a:lnTo>
                  <a:lnTo>
                    <a:pt x="1125820" y="1834620"/>
                  </a:lnTo>
                  <a:close/>
                  <a:moveTo>
                    <a:pt x="1169159" y="1827913"/>
                  </a:moveTo>
                  <a:lnTo>
                    <a:pt x="1178134" y="1817980"/>
                  </a:lnTo>
                  <a:lnTo>
                    <a:pt x="1125820" y="1834620"/>
                  </a:lnTo>
                  <a:close/>
                  <a:moveTo>
                    <a:pt x="409652" y="951791"/>
                  </a:moveTo>
                  <a:lnTo>
                    <a:pt x="422082" y="912673"/>
                  </a:lnTo>
                  <a:lnTo>
                    <a:pt x="366328" y="967641"/>
                  </a:lnTo>
                  <a:close/>
                  <a:moveTo>
                    <a:pt x="366328" y="967641"/>
                  </a:moveTo>
                  <a:lnTo>
                    <a:pt x="422082" y="912673"/>
                  </a:lnTo>
                  <a:lnTo>
                    <a:pt x="414156" y="903998"/>
                  </a:lnTo>
                  <a:close/>
                  <a:moveTo>
                    <a:pt x="366328" y="967641"/>
                  </a:moveTo>
                  <a:lnTo>
                    <a:pt x="414156" y="903998"/>
                  </a:lnTo>
                  <a:lnTo>
                    <a:pt x="361629" y="908718"/>
                  </a:lnTo>
                  <a:close/>
                  <a:moveTo>
                    <a:pt x="414156" y="903998"/>
                  </a:moveTo>
                  <a:lnTo>
                    <a:pt x="422082" y="912673"/>
                  </a:lnTo>
                  <a:lnTo>
                    <a:pt x="428074" y="900254"/>
                  </a:lnTo>
                  <a:close/>
                  <a:moveTo>
                    <a:pt x="1204009" y="1879449"/>
                  </a:moveTo>
                  <a:lnTo>
                    <a:pt x="1276121" y="1906892"/>
                  </a:lnTo>
                  <a:lnTo>
                    <a:pt x="1263148" y="1855355"/>
                  </a:lnTo>
                  <a:close/>
                  <a:moveTo>
                    <a:pt x="1263148" y="1855355"/>
                  </a:moveTo>
                  <a:lnTo>
                    <a:pt x="1261381" y="1819650"/>
                  </a:lnTo>
                  <a:lnTo>
                    <a:pt x="1204009" y="1879449"/>
                  </a:lnTo>
                  <a:close/>
                  <a:moveTo>
                    <a:pt x="1204009" y="1879449"/>
                  </a:moveTo>
                  <a:lnTo>
                    <a:pt x="1261381" y="1819650"/>
                  </a:lnTo>
                  <a:lnTo>
                    <a:pt x="1183665" y="1825575"/>
                  </a:lnTo>
                  <a:close/>
                  <a:moveTo>
                    <a:pt x="1183665" y="1825575"/>
                  </a:moveTo>
                  <a:lnTo>
                    <a:pt x="1261381" y="1819650"/>
                  </a:lnTo>
                  <a:lnTo>
                    <a:pt x="1251810" y="1808157"/>
                  </a:lnTo>
                  <a:close/>
                  <a:moveTo>
                    <a:pt x="1204009" y="1879449"/>
                  </a:moveTo>
                  <a:lnTo>
                    <a:pt x="1183665" y="1825575"/>
                  </a:lnTo>
                  <a:lnTo>
                    <a:pt x="1187215" y="1851934"/>
                  </a:lnTo>
                  <a:close/>
                  <a:moveTo>
                    <a:pt x="1169159" y="1827913"/>
                  </a:moveTo>
                  <a:lnTo>
                    <a:pt x="1187215" y="1851934"/>
                  </a:lnTo>
                  <a:lnTo>
                    <a:pt x="1183665" y="1825575"/>
                  </a:lnTo>
                  <a:close/>
                  <a:moveTo>
                    <a:pt x="1178134" y="1817980"/>
                  </a:moveTo>
                  <a:lnTo>
                    <a:pt x="1169159" y="1827913"/>
                  </a:lnTo>
                  <a:lnTo>
                    <a:pt x="1183665" y="1825575"/>
                  </a:lnTo>
                  <a:close/>
                  <a:moveTo>
                    <a:pt x="1251810" y="1808157"/>
                  </a:moveTo>
                  <a:lnTo>
                    <a:pt x="1261381" y="1819650"/>
                  </a:lnTo>
                  <a:lnTo>
                    <a:pt x="1271129" y="1803819"/>
                  </a:lnTo>
                  <a:close/>
                  <a:moveTo>
                    <a:pt x="698711" y="1138303"/>
                  </a:moveTo>
                  <a:lnTo>
                    <a:pt x="641698" y="1157937"/>
                  </a:lnTo>
                  <a:lnTo>
                    <a:pt x="707336" y="1145583"/>
                  </a:lnTo>
                  <a:close/>
                  <a:moveTo>
                    <a:pt x="707336" y="1145583"/>
                  </a:moveTo>
                  <a:lnTo>
                    <a:pt x="641698" y="1157937"/>
                  </a:lnTo>
                  <a:lnTo>
                    <a:pt x="632843" y="1176644"/>
                  </a:lnTo>
                  <a:close/>
                  <a:moveTo>
                    <a:pt x="526863" y="1003327"/>
                  </a:moveTo>
                  <a:lnTo>
                    <a:pt x="498435" y="1023466"/>
                  </a:lnTo>
                  <a:lnTo>
                    <a:pt x="575631" y="1002514"/>
                  </a:lnTo>
                  <a:close/>
                  <a:moveTo>
                    <a:pt x="575631" y="1002514"/>
                  </a:moveTo>
                  <a:lnTo>
                    <a:pt x="498435" y="1023466"/>
                  </a:lnTo>
                  <a:lnTo>
                    <a:pt x="557005" y="1030770"/>
                  </a:lnTo>
                  <a:close/>
                  <a:moveTo>
                    <a:pt x="557005" y="1030770"/>
                  </a:moveTo>
                  <a:lnTo>
                    <a:pt x="498435" y="1023466"/>
                  </a:lnTo>
                  <a:lnTo>
                    <a:pt x="527170" y="1038330"/>
                  </a:lnTo>
                  <a:close/>
                  <a:moveTo>
                    <a:pt x="422082" y="912673"/>
                  </a:moveTo>
                  <a:lnTo>
                    <a:pt x="409652" y="951791"/>
                  </a:lnTo>
                  <a:lnTo>
                    <a:pt x="446920" y="940104"/>
                  </a:lnTo>
                  <a:close/>
                  <a:moveTo>
                    <a:pt x="428074" y="900254"/>
                  </a:moveTo>
                  <a:lnTo>
                    <a:pt x="422082" y="912673"/>
                  </a:lnTo>
                  <a:lnTo>
                    <a:pt x="446920" y="940104"/>
                  </a:lnTo>
                  <a:close/>
                  <a:moveTo>
                    <a:pt x="1263148" y="1855355"/>
                  </a:moveTo>
                  <a:lnTo>
                    <a:pt x="1288477" y="1903833"/>
                  </a:lnTo>
                  <a:lnTo>
                    <a:pt x="1275712" y="1851468"/>
                  </a:lnTo>
                  <a:close/>
                  <a:moveTo>
                    <a:pt x="1263148" y="1855355"/>
                  </a:moveTo>
                  <a:lnTo>
                    <a:pt x="1276121" y="1906892"/>
                  </a:lnTo>
                  <a:lnTo>
                    <a:pt x="1288477" y="1903833"/>
                  </a:lnTo>
                  <a:close/>
                  <a:moveTo>
                    <a:pt x="1261381" y="1819650"/>
                  </a:moveTo>
                  <a:lnTo>
                    <a:pt x="1263148" y="1855355"/>
                  </a:lnTo>
                  <a:lnTo>
                    <a:pt x="1275712" y="1851468"/>
                  </a:lnTo>
                  <a:close/>
                  <a:moveTo>
                    <a:pt x="1275712" y="1851468"/>
                  </a:moveTo>
                  <a:lnTo>
                    <a:pt x="1337561" y="1794898"/>
                  </a:lnTo>
                  <a:lnTo>
                    <a:pt x="1271129" y="1803819"/>
                  </a:lnTo>
                  <a:close/>
                  <a:moveTo>
                    <a:pt x="1271129" y="1803819"/>
                  </a:moveTo>
                  <a:lnTo>
                    <a:pt x="1337561" y="1794898"/>
                  </a:lnTo>
                  <a:lnTo>
                    <a:pt x="1318584" y="1779725"/>
                  </a:lnTo>
                  <a:close/>
                  <a:moveTo>
                    <a:pt x="1271129" y="1803819"/>
                  </a:moveTo>
                  <a:lnTo>
                    <a:pt x="1261381" y="1819650"/>
                  </a:lnTo>
                  <a:lnTo>
                    <a:pt x="1275712" y="1851468"/>
                  </a:lnTo>
                  <a:close/>
                  <a:moveTo>
                    <a:pt x="1328999" y="1762886"/>
                  </a:moveTo>
                  <a:lnTo>
                    <a:pt x="1271129" y="1803819"/>
                  </a:lnTo>
                  <a:lnTo>
                    <a:pt x="1318584" y="1779725"/>
                  </a:lnTo>
                  <a:close/>
                  <a:moveTo>
                    <a:pt x="1328999" y="1762886"/>
                  </a:moveTo>
                  <a:lnTo>
                    <a:pt x="1301933" y="1796592"/>
                  </a:lnTo>
                  <a:lnTo>
                    <a:pt x="1271129" y="1803819"/>
                  </a:lnTo>
                  <a:close/>
                  <a:moveTo>
                    <a:pt x="590783" y="852066"/>
                  </a:moveTo>
                  <a:lnTo>
                    <a:pt x="584656" y="800529"/>
                  </a:lnTo>
                  <a:lnTo>
                    <a:pt x="556008" y="864638"/>
                  </a:lnTo>
                  <a:close/>
                  <a:moveTo>
                    <a:pt x="294290" y="549025"/>
                  </a:moveTo>
                  <a:lnTo>
                    <a:pt x="243307" y="552491"/>
                  </a:lnTo>
                  <a:lnTo>
                    <a:pt x="304231" y="551599"/>
                  </a:lnTo>
                  <a:close/>
                  <a:moveTo>
                    <a:pt x="309967" y="542846"/>
                  </a:moveTo>
                  <a:lnTo>
                    <a:pt x="288506" y="491310"/>
                  </a:lnTo>
                  <a:lnTo>
                    <a:pt x="294290" y="549025"/>
                  </a:lnTo>
                  <a:close/>
                  <a:moveTo>
                    <a:pt x="288506" y="491310"/>
                  </a:moveTo>
                  <a:lnTo>
                    <a:pt x="286963" y="492239"/>
                  </a:lnTo>
                  <a:lnTo>
                    <a:pt x="294290" y="549025"/>
                  </a:lnTo>
                  <a:close/>
                  <a:moveTo>
                    <a:pt x="294290" y="549025"/>
                  </a:moveTo>
                  <a:lnTo>
                    <a:pt x="304231" y="551599"/>
                  </a:lnTo>
                  <a:lnTo>
                    <a:pt x="309967" y="542846"/>
                  </a:lnTo>
                  <a:close/>
                  <a:moveTo>
                    <a:pt x="260025" y="439773"/>
                  </a:moveTo>
                  <a:lnTo>
                    <a:pt x="286963" y="492239"/>
                  </a:lnTo>
                  <a:lnTo>
                    <a:pt x="287584" y="489362"/>
                  </a:lnTo>
                  <a:close/>
                  <a:moveTo>
                    <a:pt x="235752" y="515404"/>
                  </a:moveTo>
                  <a:lnTo>
                    <a:pt x="286963" y="492239"/>
                  </a:lnTo>
                  <a:lnTo>
                    <a:pt x="260025" y="439773"/>
                  </a:lnTo>
                  <a:close/>
                  <a:moveTo>
                    <a:pt x="286963" y="492239"/>
                  </a:moveTo>
                  <a:lnTo>
                    <a:pt x="288506" y="491310"/>
                  </a:lnTo>
                  <a:lnTo>
                    <a:pt x="287584" y="489362"/>
                  </a:lnTo>
                  <a:close/>
                  <a:moveTo>
                    <a:pt x="1318584" y="1779725"/>
                  </a:moveTo>
                  <a:lnTo>
                    <a:pt x="1337561" y="1794898"/>
                  </a:lnTo>
                  <a:lnTo>
                    <a:pt x="1338562" y="1775611"/>
                  </a:lnTo>
                  <a:close/>
                  <a:moveTo>
                    <a:pt x="1328999" y="1762886"/>
                  </a:moveTo>
                  <a:lnTo>
                    <a:pt x="1318584" y="1779725"/>
                  </a:lnTo>
                  <a:lnTo>
                    <a:pt x="1338562" y="1775611"/>
                  </a:lnTo>
                  <a:close/>
                  <a:moveTo>
                    <a:pt x="1137807" y="1511161"/>
                  </a:moveTo>
                  <a:lnTo>
                    <a:pt x="1114084" y="1470505"/>
                  </a:lnTo>
                  <a:lnTo>
                    <a:pt x="1112322" y="1476797"/>
                  </a:lnTo>
                  <a:close/>
                  <a:moveTo>
                    <a:pt x="1174689" y="1456416"/>
                  </a:moveTo>
                  <a:lnTo>
                    <a:pt x="1114084" y="1470505"/>
                  </a:lnTo>
                  <a:lnTo>
                    <a:pt x="1137807" y="1511161"/>
                  </a:lnTo>
                  <a:close/>
                  <a:moveTo>
                    <a:pt x="992360" y="1315895"/>
                  </a:moveTo>
                  <a:lnTo>
                    <a:pt x="1063329" y="1333399"/>
                  </a:lnTo>
                  <a:lnTo>
                    <a:pt x="1041859" y="1300212"/>
                  </a:lnTo>
                  <a:close/>
                  <a:moveTo>
                    <a:pt x="1061700" y="1343338"/>
                  </a:moveTo>
                  <a:lnTo>
                    <a:pt x="1063329" y="1333399"/>
                  </a:lnTo>
                  <a:lnTo>
                    <a:pt x="992360" y="1315895"/>
                  </a:lnTo>
                  <a:close/>
                  <a:moveTo>
                    <a:pt x="1003874" y="1367432"/>
                  </a:moveTo>
                  <a:lnTo>
                    <a:pt x="1061700" y="1343338"/>
                  </a:lnTo>
                  <a:lnTo>
                    <a:pt x="992360" y="1315895"/>
                  </a:lnTo>
                  <a:close/>
                  <a:moveTo>
                    <a:pt x="1041859" y="1300212"/>
                  </a:moveTo>
                  <a:lnTo>
                    <a:pt x="1063329" y="1333399"/>
                  </a:lnTo>
                  <a:lnTo>
                    <a:pt x="1099082" y="1292395"/>
                  </a:lnTo>
                  <a:close/>
                  <a:moveTo>
                    <a:pt x="590783" y="852066"/>
                  </a:moveTo>
                  <a:lnTo>
                    <a:pt x="654916" y="854472"/>
                  </a:lnTo>
                  <a:lnTo>
                    <a:pt x="635485" y="838007"/>
                  </a:lnTo>
                  <a:close/>
                  <a:moveTo>
                    <a:pt x="584656" y="800529"/>
                  </a:moveTo>
                  <a:lnTo>
                    <a:pt x="590783" y="852066"/>
                  </a:lnTo>
                  <a:lnTo>
                    <a:pt x="635485" y="838007"/>
                  </a:lnTo>
                  <a:close/>
                  <a:moveTo>
                    <a:pt x="688146" y="833177"/>
                  </a:moveTo>
                  <a:lnTo>
                    <a:pt x="610540" y="795544"/>
                  </a:lnTo>
                  <a:lnTo>
                    <a:pt x="635485" y="838007"/>
                  </a:lnTo>
                  <a:close/>
                  <a:moveTo>
                    <a:pt x="288506" y="491310"/>
                  </a:moveTo>
                  <a:lnTo>
                    <a:pt x="309967" y="542846"/>
                  </a:lnTo>
                  <a:lnTo>
                    <a:pt x="354805" y="518753"/>
                  </a:lnTo>
                  <a:close/>
                  <a:moveTo>
                    <a:pt x="288506" y="491310"/>
                  </a:moveTo>
                  <a:lnTo>
                    <a:pt x="354805" y="518753"/>
                  </a:lnTo>
                  <a:lnTo>
                    <a:pt x="321965" y="467216"/>
                  </a:lnTo>
                  <a:close/>
                  <a:moveTo>
                    <a:pt x="296078" y="422085"/>
                  </a:moveTo>
                  <a:lnTo>
                    <a:pt x="287584" y="489362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87584" y="489362"/>
                  </a:lnTo>
                  <a:lnTo>
                    <a:pt x="288506" y="491310"/>
                  </a:lnTo>
                  <a:close/>
                  <a:moveTo>
                    <a:pt x="307951" y="415679"/>
                  </a:moveTo>
                  <a:lnTo>
                    <a:pt x="288506" y="491310"/>
                  </a:lnTo>
                  <a:lnTo>
                    <a:pt x="321965" y="467216"/>
                  </a:lnTo>
                  <a:close/>
                  <a:moveTo>
                    <a:pt x="260025" y="439773"/>
                  </a:moveTo>
                  <a:lnTo>
                    <a:pt x="287584" y="489362"/>
                  </a:lnTo>
                  <a:lnTo>
                    <a:pt x="296078" y="422085"/>
                  </a:lnTo>
                  <a:close/>
                  <a:moveTo>
                    <a:pt x="267791" y="415358"/>
                  </a:moveTo>
                  <a:lnTo>
                    <a:pt x="260025" y="439773"/>
                  </a:lnTo>
                  <a:lnTo>
                    <a:pt x="296078" y="422085"/>
                  </a:lnTo>
                  <a:close/>
                  <a:moveTo>
                    <a:pt x="337459" y="366260"/>
                  </a:moveTo>
                  <a:lnTo>
                    <a:pt x="267791" y="415358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67791" y="415358"/>
                  </a:lnTo>
                  <a:lnTo>
                    <a:pt x="296078" y="422085"/>
                  </a:lnTo>
                  <a:close/>
                  <a:moveTo>
                    <a:pt x="1390876" y="1684656"/>
                  </a:moveTo>
                  <a:lnTo>
                    <a:pt x="1376767" y="1719791"/>
                  </a:lnTo>
                  <a:lnTo>
                    <a:pt x="1384105" y="1704094"/>
                  </a:lnTo>
                  <a:close/>
                  <a:moveTo>
                    <a:pt x="1384105" y="1704094"/>
                  </a:moveTo>
                  <a:lnTo>
                    <a:pt x="1405901" y="1740833"/>
                  </a:lnTo>
                  <a:lnTo>
                    <a:pt x="1406096" y="1695947"/>
                  </a:lnTo>
                  <a:close/>
                  <a:moveTo>
                    <a:pt x="1390876" y="1684656"/>
                  </a:moveTo>
                  <a:lnTo>
                    <a:pt x="1384105" y="1704094"/>
                  </a:lnTo>
                  <a:lnTo>
                    <a:pt x="1406096" y="1695947"/>
                  </a:lnTo>
                  <a:close/>
                  <a:moveTo>
                    <a:pt x="1464192" y="1686698"/>
                  </a:moveTo>
                  <a:lnTo>
                    <a:pt x="1406096" y="1695947"/>
                  </a:lnTo>
                  <a:lnTo>
                    <a:pt x="1405901" y="1740833"/>
                  </a:lnTo>
                  <a:close/>
                  <a:moveTo>
                    <a:pt x="1406096" y="1695947"/>
                  </a:moveTo>
                  <a:lnTo>
                    <a:pt x="1437121" y="1682884"/>
                  </a:lnTo>
                  <a:lnTo>
                    <a:pt x="1390876" y="1684656"/>
                  </a:lnTo>
                  <a:close/>
                  <a:moveTo>
                    <a:pt x="1406096" y="1695947"/>
                  </a:moveTo>
                  <a:lnTo>
                    <a:pt x="1464192" y="1686698"/>
                  </a:lnTo>
                  <a:lnTo>
                    <a:pt x="1437121" y="1682884"/>
                  </a:lnTo>
                  <a:close/>
                  <a:moveTo>
                    <a:pt x="1061700" y="1343338"/>
                  </a:moveTo>
                  <a:lnTo>
                    <a:pt x="1068998" y="1354593"/>
                  </a:lnTo>
                  <a:lnTo>
                    <a:pt x="1069773" y="1340261"/>
                  </a:lnTo>
                  <a:close/>
                  <a:moveTo>
                    <a:pt x="1063329" y="1333399"/>
                  </a:moveTo>
                  <a:lnTo>
                    <a:pt x="1061700" y="1343338"/>
                  </a:lnTo>
                  <a:lnTo>
                    <a:pt x="1069773" y="1340261"/>
                  </a:lnTo>
                  <a:close/>
                  <a:moveTo>
                    <a:pt x="1068998" y="1354593"/>
                  </a:moveTo>
                  <a:lnTo>
                    <a:pt x="1125552" y="1319244"/>
                  </a:lnTo>
                  <a:lnTo>
                    <a:pt x="1069773" y="1340261"/>
                  </a:lnTo>
                  <a:close/>
                  <a:moveTo>
                    <a:pt x="1149132" y="1344622"/>
                  </a:moveTo>
                  <a:lnTo>
                    <a:pt x="1125552" y="1319244"/>
                  </a:lnTo>
                  <a:lnTo>
                    <a:pt x="1068998" y="1354593"/>
                  </a:lnTo>
                  <a:close/>
                  <a:moveTo>
                    <a:pt x="1135060" y="1292011"/>
                  </a:moveTo>
                  <a:lnTo>
                    <a:pt x="1069773" y="1340261"/>
                  </a:lnTo>
                  <a:lnTo>
                    <a:pt x="1125552" y="1319244"/>
                  </a:lnTo>
                  <a:close/>
                  <a:moveTo>
                    <a:pt x="1063329" y="1333399"/>
                  </a:moveTo>
                  <a:lnTo>
                    <a:pt x="1069773" y="1340261"/>
                  </a:lnTo>
                  <a:lnTo>
                    <a:pt x="1135060" y="1292011"/>
                  </a:lnTo>
                  <a:close/>
                  <a:moveTo>
                    <a:pt x="1099082" y="1292395"/>
                  </a:moveTo>
                  <a:lnTo>
                    <a:pt x="1063329" y="1333399"/>
                  </a:lnTo>
                  <a:lnTo>
                    <a:pt x="1135060" y="1292011"/>
                  </a:lnTo>
                  <a:close/>
                  <a:moveTo>
                    <a:pt x="876400" y="1085655"/>
                  </a:moveTo>
                  <a:lnTo>
                    <a:pt x="923673" y="1069358"/>
                  </a:lnTo>
                  <a:lnTo>
                    <a:pt x="891318" y="1039633"/>
                  </a:lnTo>
                  <a:close/>
                  <a:moveTo>
                    <a:pt x="373352" y="365555"/>
                  </a:moveTo>
                  <a:lnTo>
                    <a:pt x="307951" y="415679"/>
                  </a:lnTo>
                  <a:lnTo>
                    <a:pt x="358021" y="391585"/>
                  </a:lnTo>
                  <a:close/>
                  <a:moveTo>
                    <a:pt x="373352" y="365555"/>
                  </a:moveTo>
                  <a:lnTo>
                    <a:pt x="337459" y="366260"/>
                  </a:lnTo>
                  <a:lnTo>
                    <a:pt x="307951" y="415679"/>
                  </a:lnTo>
                  <a:close/>
                  <a:moveTo>
                    <a:pt x="1514033" y="1552833"/>
                  </a:moveTo>
                  <a:lnTo>
                    <a:pt x="1528106" y="1609976"/>
                  </a:lnTo>
                  <a:lnTo>
                    <a:pt x="1534525" y="1602583"/>
                  </a:lnTo>
                  <a:close/>
                  <a:moveTo>
                    <a:pt x="1528106" y="1609976"/>
                  </a:moveTo>
                  <a:lnTo>
                    <a:pt x="1535318" y="1604370"/>
                  </a:lnTo>
                  <a:lnTo>
                    <a:pt x="1534525" y="1602583"/>
                  </a:lnTo>
                  <a:close/>
                  <a:moveTo>
                    <a:pt x="416242" y="351236"/>
                  </a:moveTo>
                  <a:lnTo>
                    <a:pt x="373352" y="365555"/>
                  </a:lnTo>
                  <a:lnTo>
                    <a:pt x="448599" y="337318"/>
                  </a:lnTo>
                  <a:close/>
                  <a:moveTo>
                    <a:pt x="448599" y="337318"/>
                  </a:moveTo>
                  <a:lnTo>
                    <a:pt x="456225" y="315955"/>
                  </a:lnTo>
                  <a:lnTo>
                    <a:pt x="436939" y="340049"/>
                  </a:lnTo>
                  <a:close/>
                  <a:moveTo>
                    <a:pt x="1514033" y="1552833"/>
                  </a:moveTo>
                  <a:lnTo>
                    <a:pt x="1534525" y="1602583"/>
                  </a:lnTo>
                  <a:lnTo>
                    <a:pt x="1526167" y="1548811"/>
                  </a:lnTo>
                  <a:close/>
                  <a:moveTo>
                    <a:pt x="513849" y="271698"/>
                  </a:moveTo>
                  <a:lnTo>
                    <a:pt x="456225" y="315955"/>
                  </a:lnTo>
                  <a:lnTo>
                    <a:pt x="498323" y="291861"/>
                  </a:lnTo>
                  <a:close/>
                  <a:moveTo>
                    <a:pt x="513849" y="271698"/>
                  </a:moveTo>
                  <a:lnTo>
                    <a:pt x="481385" y="285219"/>
                  </a:lnTo>
                  <a:lnTo>
                    <a:pt x="456225" y="315955"/>
                  </a:lnTo>
                  <a:close/>
                  <a:moveTo>
                    <a:pt x="974732" y="689374"/>
                  </a:moveTo>
                  <a:lnTo>
                    <a:pt x="944121" y="704154"/>
                  </a:lnTo>
                  <a:lnTo>
                    <a:pt x="989150" y="691133"/>
                  </a:lnTo>
                  <a:close/>
                  <a:moveTo>
                    <a:pt x="989150" y="691133"/>
                  </a:moveTo>
                  <a:lnTo>
                    <a:pt x="944121" y="704154"/>
                  </a:lnTo>
                  <a:lnTo>
                    <a:pt x="920041" y="742322"/>
                  </a:lnTo>
                  <a:close/>
                  <a:moveTo>
                    <a:pt x="989150" y="691133"/>
                  </a:moveTo>
                  <a:lnTo>
                    <a:pt x="920041" y="742322"/>
                  </a:lnTo>
                  <a:lnTo>
                    <a:pt x="948851" y="715136"/>
                  </a:lnTo>
                  <a:close/>
                  <a:moveTo>
                    <a:pt x="974732" y="689374"/>
                  </a:moveTo>
                  <a:lnTo>
                    <a:pt x="989150" y="691133"/>
                  </a:lnTo>
                  <a:lnTo>
                    <a:pt x="995125" y="680060"/>
                  </a:lnTo>
                  <a:close/>
                  <a:moveTo>
                    <a:pt x="1135501" y="484263"/>
                  </a:moveTo>
                  <a:lnTo>
                    <a:pt x="1159553" y="453168"/>
                  </a:lnTo>
                  <a:lnTo>
                    <a:pt x="1112965" y="477262"/>
                  </a:lnTo>
                  <a:close/>
                  <a:moveTo>
                    <a:pt x="848842" y="143948"/>
                  </a:moveTo>
                  <a:lnTo>
                    <a:pt x="837577" y="203982"/>
                  </a:lnTo>
                  <a:lnTo>
                    <a:pt x="862686" y="162960"/>
                  </a:lnTo>
                  <a:close/>
                  <a:moveTo>
                    <a:pt x="848842" y="143948"/>
                  </a:moveTo>
                  <a:lnTo>
                    <a:pt x="805956" y="168043"/>
                  </a:lnTo>
                  <a:lnTo>
                    <a:pt x="837577" y="203982"/>
                  </a:lnTo>
                  <a:close/>
                  <a:moveTo>
                    <a:pt x="845785" y="99771"/>
                  </a:moveTo>
                  <a:lnTo>
                    <a:pt x="805956" y="168043"/>
                  </a:lnTo>
                  <a:lnTo>
                    <a:pt x="848842" y="143948"/>
                  </a:lnTo>
                  <a:close/>
                  <a:moveTo>
                    <a:pt x="845785" y="99771"/>
                  </a:moveTo>
                  <a:lnTo>
                    <a:pt x="816602" y="125560"/>
                  </a:lnTo>
                  <a:lnTo>
                    <a:pt x="805956" y="168043"/>
                  </a:lnTo>
                  <a:close/>
                  <a:moveTo>
                    <a:pt x="845785" y="99771"/>
                  </a:moveTo>
                  <a:lnTo>
                    <a:pt x="844810" y="92412"/>
                  </a:lnTo>
                  <a:lnTo>
                    <a:pt x="818739" y="116506"/>
                  </a:lnTo>
                  <a:close/>
                  <a:moveTo>
                    <a:pt x="1149526" y="497748"/>
                  </a:moveTo>
                  <a:lnTo>
                    <a:pt x="1159553" y="453168"/>
                  </a:lnTo>
                  <a:lnTo>
                    <a:pt x="1135501" y="484263"/>
                  </a:lnTo>
                  <a:close/>
                  <a:moveTo>
                    <a:pt x="1182387" y="446271"/>
                  </a:moveTo>
                  <a:lnTo>
                    <a:pt x="1159553" y="453168"/>
                  </a:lnTo>
                  <a:lnTo>
                    <a:pt x="1149526" y="497748"/>
                  </a:lnTo>
                  <a:close/>
                  <a:moveTo>
                    <a:pt x="1212427" y="484593"/>
                  </a:moveTo>
                  <a:lnTo>
                    <a:pt x="1182387" y="446271"/>
                  </a:lnTo>
                  <a:lnTo>
                    <a:pt x="1149526" y="497748"/>
                  </a:lnTo>
                  <a:close/>
                  <a:moveTo>
                    <a:pt x="1229107" y="480611"/>
                  </a:moveTo>
                  <a:lnTo>
                    <a:pt x="1226367" y="429074"/>
                  </a:lnTo>
                  <a:lnTo>
                    <a:pt x="1212427" y="484593"/>
                  </a:lnTo>
                  <a:close/>
                  <a:moveTo>
                    <a:pt x="1226367" y="429074"/>
                  </a:moveTo>
                  <a:lnTo>
                    <a:pt x="1182387" y="446271"/>
                  </a:lnTo>
                  <a:lnTo>
                    <a:pt x="1212427" y="484593"/>
                  </a:lnTo>
                  <a:close/>
                  <a:moveTo>
                    <a:pt x="1170270" y="439581"/>
                  </a:moveTo>
                  <a:lnTo>
                    <a:pt x="1159553" y="453168"/>
                  </a:lnTo>
                  <a:lnTo>
                    <a:pt x="1182387" y="446271"/>
                  </a:lnTo>
                  <a:close/>
                  <a:moveTo>
                    <a:pt x="1240834" y="393832"/>
                  </a:moveTo>
                  <a:lnTo>
                    <a:pt x="1182387" y="446271"/>
                  </a:lnTo>
                  <a:lnTo>
                    <a:pt x="1226367" y="429074"/>
                  </a:lnTo>
                  <a:close/>
                  <a:moveTo>
                    <a:pt x="1056016" y="247022"/>
                  </a:moveTo>
                  <a:lnTo>
                    <a:pt x="1072731" y="274464"/>
                  </a:lnTo>
                  <a:lnTo>
                    <a:pt x="1086143" y="222928"/>
                  </a:lnTo>
                  <a:close/>
                  <a:moveTo>
                    <a:pt x="848842" y="143948"/>
                  </a:moveTo>
                  <a:lnTo>
                    <a:pt x="862686" y="162960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48842" y="143948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66071" y="137062"/>
                  </a:lnTo>
                  <a:lnTo>
                    <a:pt x="844810" y="92412"/>
                  </a:lnTo>
                  <a:close/>
                  <a:moveTo>
                    <a:pt x="844810" y="92412"/>
                  </a:moveTo>
                  <a:lnTo>
                    <a:pt x="866071" y="137062"/>
                  </a:lnTo>
                  <a:lnTo>
                    <a:pt x="906025" y="119855"/>
                  </a:lnTo>
                  <a:close/>
                  <a:moveTo>
                    <a:pt x="844810" y="92412"/>
                  </a:moveTo>
                  <a:lnTo>
                    <a:pt x="906025" y="119855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44810" y="92412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77649" y="44227"/>
                  </a:lnTo>
                  <a:lnTo>
                    <a:pt x="844810" y="92412"/>
                  </a:lnTo>
                  <a:close/>
                  <a:moveTo>
                    <a:pt x="1226367" y="429074"/>
                  </a:moveTo>
                  <a:lnTo>
                    <a:pt x="1229107" y="480611"/>
                  </a:lnTo>
                  <a:lnTo>
                    <a:pt x="1274568" y="456517"/>
                  </a:lnTo>
                  <a:close/>
                  <a:moveTo>
                    <a:pt x="1226367" y="429074"/>
                  </a:moveTo>
                  <a:lnTo>
                    <a:pt x="1274568" y="456517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26367" y="429074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40834" y="393832"/>
                  </a:lnTo>
                  <a:lnTo>
                    <a:pt x="1226367" y="429074"/>
                  </a:lnTo>
                  <a:close/>
                  <a:moveTo>
                    <a:pt x="1240834" y="393832"/>
                  </a:moveTo>
                  <a:lnTo>
                    <a:pt x="1275102" y="387054"/>
                  </a:lnTo>
                  <a:lnTo>
                    <a:pt x="1252532" y="377538"/>
                  </a:lnTo>
                  <a:close/>
                  <a:moveTo>
                    <a:pt x="1086143" y="222928"/>
                  </a:moveTo>
                  <a:lnTo>
                    <a:pt x="1133696" y="207712"/>
                  </a:lnTo>
                  <a:lnTo>
                    <a:pt x="1124883" y="204068"/>
                  </a:lnTo>
                  <a:close/>
                  <a:moveTo>
                    <a:pt x="1118144" y="250371"/>
                  </a:moveTo>
                  <a:lnTo>
                    <a:pt x="1133696" y="207712"/>
                  </a:lnTo>
                  <a:lnTo>
                    <a:pt x="1086143" y="222928"/>
                  </a:lnTo>
                  <a:close/>
                  <a:moveTo>
                    <a:pt x="1072731" y="274464"/>
                  </a:moveTo>
                  <a:lnTo>
                    <a:pt x="1118144" y="250371"/>
                  </a:lnTo>
                  <a:lnTo>
                    <a:pt x="1086143" y="222928"/>
                  </a:lnTo>
                  <a:close/>
                  <a:moveTo>
                    <a:pt x="1124883" y="204068"/>
                  </a:moveTo>
                  <a:lnTo>
                    <a:pt x="1089004" y="175517"/>
                  </a:lnTo>
                  <a:lnTo>
                    <a:pt x="1086143" y="222928"/>
                  </a:lnTo>
                  <a:close/>
                  <a:moveTo>
                    <a:pt x="1089004" y="175517"/>
                  </a:moveTo>
                  <a:lnTo>
                    <a:pt x="1124883" y="204068"/>
                  </a:lnTo>
                  <a:lnTo>
                    <a:pt x="1137748" y="198834"/>
                  </a:lnTo>
                  <a:close/>
                  <a:moveTo>
                    <a:pt x="1124883" y="204068"/>
                  </a:moveTo>
                  <a:lnTo>
                    <a:pt x="1133696" y="207712"/>
                  </a:lnTo>
                  <a:lnTo>
                    <a:pt x="1137748" y="198834"/>
                  </a:lnTo>
                  <a:close/>
                  <a:moveTo>
                    <a:pt x="911068" y="34273"/>
                  </a:moveTo>
                  <a:lnTo>
                    <a:pt x="893292" y="68318"/>
                  </a:lnTo>
                  <a:lnTo>
                    <a:pt x="938615" y="53325"/>
                  </a:lnTo>
                  <a:close/>
                  <a:moveTo>
                    <a:pt x="939396" y="16781"/>
                  </a:moveTo>
                  <a:lnTo>
                    <a:pt x="911068" y="34273"/>
                  </a:lnTo>
                  <a:lnTo>
                    <a:pt x="986793" y="7821"/>
                  </a:lnTo>
                  <a:close/>
                  <a:moveTo>
                    <a:pt x="986793" y="7821"/>
                  </a:moveTo>
                  <a:lnTo>
                    <a:pt x="911068" y="34273"/>
                  </a:lnTo>
                  <a:lnTo>
                    <a:pt x="965147" y="44224"/>
                  </a:lnTo>
                  <a:close/>
                  <a:moveTo>
                    <a:pt x="965147" y="44224"/>
                  </a:moveTo>
                  <a:lnTo>
                    <a:pt x="911068" y="34273"/>
                  </a:lnTo>
                  <a:lnTo>
                    <a:pt x="938615" y="53325"/>
                  </a:lnTo>
                  <a:close/>
                  <a:moveTo>
                    <a:pt x="1133696" y="207712"/>
                  </a:moveTo>
                  <a:lnTo>
                    <a:pt x="1170900" y="211913"/>
                  </a:lnTo>
                  <a:lnTo>
                    <a:pt x="1137748" y="198834"/>
                  </a:lnTo>
                  <a:close/>
                  <a:moveTo>
                    <a:pt x="1137748" y="198834"/>
                  </a:moveTo>
                  <a:lnTo>
                    <a:pt x="1191916" y="174740"/>
                  </a:lnTo>
                  <a:lnTo>
                    <a:pt x="1128523" y="188373"/>
                  </a:lnTo>
                  <a:close/>
                  <a:moveTo>
                    <a:pt x="986793" y="7821"/>
                  </a:moveTo>
                  <a:lnTo>
                    <a:pt x="965147" y="44224"/>
                  </a:lnTo>
                  <a:lnTo>
                    <a:pt x="1019191" y="25801"/>
                  </a:lnTo>
                  <a:close/>
                  <a:moveTo>
                    <a:pt x="986793" y="7821"/>
                  </a:moveTo>
                  <a:lnTo>
                    <a:pt x="1019191" y="25801"/>
                  </a:lnTo>
                  <a:lnTo>
                    <a:pt x="1067501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0" name="Output_density__4279">
              <a:extLst>
                <a:ext uri="{FF2B5EF4-FFF2-40B4-BE49-F238E27FC236}">
                  <a16:creationId xmlns:a16="http://schemas.microsoft.com/office/drawing/2014/main" id="{B67F52EB-2FC3-A440-28C8-03C557CED6D3}"/>
                </a:ext>
              </a:extLst>
            </p:cNvPr>
            <p:cNvSpPr>
              <a:spLocks noGrp="1"/>
            </p:cNvSpPr>
            <p:nvPr/>
          </p:nvSpPr>
          <p:spPr>
            <a:xfrm>
              <a:off x="14980929" y="2281839"/>
              <a:ext cx="1471297" cy="1515959"/>
            </a:xfrm>
            <a:custGeom>
              <a:avLst/>
              <a:gdLst/>
              <a:ahLst/>
              <a:cxnLst/>
              <a:rect l="0" t="0" r="0" b="0"/>
              <a:pathLst>
                <a:path w="1471297" h="1515959">
                  <a:moveTo>
                    <a:pt x="429077" y="1490702"/>
                  </a:moveTo>
                  <a:lnTo>
                    <a:pt x="409378" y="1474723"/>
                  </a:lnTo>
                  <a:lnTo>
                    <a:pt x="453924" y="1515959"/>
                  </a:lnTo>
                  <a:close/>
                  <a:moveTo>
                    <a:pt x="357252" y="1416375"/>
                  </a:moveTo>
                  <a:lnTo>
                    <a:pt x="406195" y="1464423"/>
                  </a:lnTo>
                  <a:lnTo>
                    <a:pt x="362831" y="1417696"/>
                  </a:lnTo>
                  <a:close/>
                  <a:moveTo>
                    <a:pt x="357252" y="1416375"/>
                  </a:moveTo>
                  <a:lnTo>
                    <a:pt x="409378" y="1474723"/>
                  </a:lnTo>
                  <a:lnTo>
                    <a:pt x="406195" y="1464423"/>
                  </a:lnTo>
                  <a:close/>
                  <a:moveTo>
                    <a:pt x="406195" y="1464423"/>
                  </a:moveTo>
                  <a:lnTo>
                    <a:pt x="409378" y="1474723"/>
                  </a:lnTo>
                  <a:lnTo>
                    <a:pt x="429077" y="1490702"/>
                  </a:lnTo>
                  <a:close/>
                  <a:moveTo>
                    <a:pt x="353663" y="1412886"/>
                  </a:moveTo>
                  <a:lnTo>
                    <a:pt x="357252" y="1416375"/>
                  </a:lnTo>
                  <a:lnTo>
                    <a:pt x="362831" y="1417696"/>
                  </a:lnTo>
                  <a:close/>
                  <a:moveTo>
                    <a:pt x="429077" y="1490702"/>
                  </a:moveTo>
                  <a:lnTo>
                    <a:pt x="496717" y="1504443"/>
                  </a:lnTo>
                  <a:lnTo>
                    <a:pt x="503180" y="1458187"/>
                  </a:lnTo>
                  <a:close/>
                  <a:moveTo>
                    <a:pt x="496717" y="1504443"/>
                  </a:moveTo>
                  <a:lnTo>
                    <a:pt x="541886" y="1505703"/>
                  </a:lnTo>
                  <a:lnTo>
                    <a:pt x="503180" y="1458187"/>
                  </a:lnTo>
                  <a:close/>
                  <a:moveTo>
                    <a:pt x="417399" y="1440329"/>
                  </a:moveTo>
                  <a:lnTo>
                    <a:pt x="429077" y="1490702"/>
                  </a:lnTo>
                  <a:lnTo>
                    <a:pt x="460479" y="1473211"/>
                  </a:lnTo>
                  <a:close/>
                  <a:moveTo>
                    <a:pt x="417399" y="1440329"/>
                  </a:moveTo>
                  <a:lnTo>
                    <a:pt x="406195" y="1464423"/>
                  </a:lnTo>
                  <a:lnTo>
                    <a:pt x="429077" y="1490702"/>
                  </a:lnTo>
                  <a:close/>
                  <a:moveTo>
                    <a:pt x="373426" y="1403226"/>
                  </a:moveTo>
                  <a:lnTo>
                    <a:pt x="362831" y="1417696"/>
                  </a:lnTo>
                  <a:lnTo>
                    <a:pt x="398259" y="1388792"/>
                  </a:lnTo>
                  <a:close/>
                  <a:moveTo>
                    <a:pt x="398259" y="1388792"/>
                  </a:moveTo>
                  <a:lnTo>
                    <a:pt x="362831" y="1417696"/>
                  </a:lnTo>
                  <a:lnTo>
                    <a:pt x="406195" y="1464423"/>
                  </a:lnTo>
                  <a:close/>
                  <a:moveTo>
                    <a:pt x="398259" y="1388792"/>
                  </a:moveTo>
                  <a:lnTo>
                    <a:pt x="406195" y="1464423"/>
                  </a:lnTo>
                  <a:lnTo>
                    <a:pt x="417399" y="1440329"/>
                  </a:lnTo>
                  <a:close/>
                  <a:moveTo>
                    <a:pt x="353663" y="1412886"/>
                  </a:moveTo>
                  <a:lnTo>
                    <a:pt x="362831" y="1417696"/>
                  </a:lnTo>
                  <a:lnTo>
                    <a:pt x="373426" y="1403226"/>
                  </a:lnTo>
                  <a:close/>
                  <a:moveTo>
                    <a:pt x="310685" y="1397409"/>
                  </a:moveTo>
                  <a:lnTo>
                    <a:pt x="373426" y="1403226"/>
                  </a:lnTo>
                  <a:lnTo>
                    <a:pt x="388861" y="1380118"/>
                  </a:lnTo>
                  <a:close/>
                  <a:moveTo>
                    <a:pt x="0" y="889475"/>
                  </a:moveTo>
                  <a:lnTo>
                    <a:pt x="19944" y="936004"/>
                  </a:lnTo>
                  <a:lnTo>
                    <a:pt x="63469" y="875859"/>
                  </a:lnTo>
                  <a:close/>
                  <a:moveTo>
                    <a:pt x="0" y="889475"/>
                  </a:moveTo>
                  <a:lnTo>
                    <a:pt x="63469" y="875859"/>
                  </a:lnTo>
                  <a:lnTo>
                    <a:pt x="13236" y="849106"/>
                  </a:lnTo>
                  <a:close/>
                  <a:moveTo>
                    <a:pt x="66026" y="871800"/>
                  </a:moveTo>
                  <a:lnTo>
                    <a:pt x="73351" y="805081"/>
                  </a:lnTo>
                  <a:lnTo>
                    <a:pt x="36306" y="800457"/>
                  </a:lnTo>
                  <a:close/>
                  <a:moveTo>
                    <a:pt x="426331" y="1209969"/>
                  </a:moveTo>
                  <a:lnTo>
                    <a:pt x="388490" y="1140008"/>
                  </a:lnTo>
                  <a:lnTo>
                    <a:pt x="387984" y="1203162"/>
                  </a:lnTo>
                  <a:close/>
                  <a:moveTo>
                    <a:pt x="429319" y="1134458"/>
                  </a:moveTo>
                  <a:lnTo>
                    <a:pt x="446153" y="1149847"/>
                  </a:lnTo>
                  <a:lnTo>
                    <a:pt x="409109" y="1123245"/>
                  </a:lnTo>
                  <a:close/>
                  <a:moveTo>
                    <a:pt x="399140" y="943121"/>
                  </a:moveTo>
                  <a:lnTo>
                    <a:pt x="430989" y="892467"/>
                  </a:lnTo>
                  <a:lnTo>
                    <a:pt x="391513" y="886579"/>
                  </a:lnTo>
                  <a:close/>
                  <a:moveTo>
                    <a:pt x="430989" y="892467"/>
                  </a:moveTo>
                  <a:lnTo>
                    <a:pt x="409416" y="877594"/>
                  </a:lnTo>
                  <a:lnTo>
                    <a:pt x="391513" y="886579"/>
                  </a:lnTo>
                  <a:close/>
                  <a:moveTo>
                    <a:pt x="245275" y="678532"/>
                  </a:moveTo>
                  <a:lnTo>
                    <a:pt x="209811" y="698071"/>
                  </a:lnTo>
                  <a:lnTo>
                    <a:pt x="264641" y="725531"/>
                  </a:lnTo>
                  <a:close/>
                  <a:moveTo>
                    <a:pt x="264641" y="725531"/>
                  </a:moveTo>
                  <a:lnTo>
                    <a:pt x="305367" y="703026"/>
                  </a:lnTo>
                  <a:lnTo>
                    <a:pt x="284741" y="684429"/>
                  </a:lnTo>
                  <a:close/>
                  <a:moveTo>
                    <a:pt x="284460" y="624858"/>
                  </a:moveTo>
                  <a:lnTo>
                    <a:pt x="270246" y="622440"/>
                  </a:lnTo>
                  <a:lnTo>
                    <a:pt x="284741" y="684429"/>
                  </a:lnTo>
                  <a:close/>
                  <a:moveTo>
                    <a:pt x="284741" y="684429"/>
                  </a:moveTo>
                  <a:lnTo>
                    <a:pt x="234615" y="624455"/>
                  </a:lnTo>
                  <a:lnTo>
                    <a:pt x="245275" y="678532"/>
                  </a:lnTo>
                  <a:close/>
                  <a:moveTo>
                    <a:pt x="180840" y="586794"/>
                  </a:moveTo>
                  <a:lnTo>
                    <a:pt x="234615" y="624455"/>
                  </a:lnTo>
                  <a:lnTo>
                    <a:pt x="235469" y="616365"/>
                  </a:lnTo>
                  <a:close/>
                  <a:moveTo>
                    <a:pt x="173387" y="594998"/>
                  </a:moveTo>
                  <a:lnTo>
                    <a:pt x="234615" y="624455"/>
                  </a:lnTo>
                  <a:lnTo>
                    <a:pt x="180840" y="586794"/>
                  </a:lnTo>
                  <a:close/>
                  <a:moveTo>
                    <a:pt x="840421" y="1226700"/>
                  </a:moveTo>
                  <a:lnTo>
                    <a:pt x="801918" y="1282763"/>
                  </a:lnTo>
                  <a:lnTo>
                    <a:pt x="845712" y="1285141"/>
                  </a:lnTo>
                  <a:close/>
                  <a:moveTo>
                    <a:pt x="845712" y="1285141"/>
                  </a:moveTo>
                  <a:lnTo>
                    <a:pt x="841762" y="1311104"/>
                  </a:lnTo>
                  <a:lnTo>
                    <a:pt x="864331" y="1292416"/>
                  </a:lnTo>
                  <a:close/>
                  <a:moveTo>
                    <a:pt x="698380" y="989476"/>
                  </a:moveTo>
                  <a:lnTo>
                    <a:pt x="664072" y="959103"/>
                  </a:lnTo>
                  <a:lnTo>
                    <a:pt x="693570" y="1019151"/>
                  </a:lnTo>
                  <a:close/>
                  <a:moveTo>
                    <a:pt x="656130" y="1006188"/>
                  </a:moveTo>
                  <a:lnTo>
                    <a:pt x="661814" y="1010639"/>
                  </a:lnTo>
                  <a:lnTo>
                    <a:pt x="693570" y="1019151"/>
                  </a:lnTo>
                  <a:close/>
                  <a:moveTo>
                    <a:pt x="634237" y="966663"/>
                  </a:moveTo>
                  <a:lnTo>
                    <a:pt x="656130" y="1006188"/>
                  </a:lnTo>
                  <a:lnTo>
                    <a:pt x="693570" y="1019151"/>
                  </a:lnTo>
                  <a:close/>
                  <a:moveTo>
                    <a:pt x="813241" y="1148072"/>
                  </a:moveTo>
                  <a:lnTo>
                    <a:pt x="851986" y="1154555"/>
                  </a:lnTo>
                  <a:lnTo>
                    <a:pt x="843913" y="1098375"/>
                  </a:lnTo>
                  <a:close/>
                  <a:moveTo>
                    <a:pt x="813241" y="1148072"/>
                  </a:moveTo>
                  <a:lnTo>
                    <a:pt x="843913" y="1098375"/>
                  </a:lnTo>
                  <a:lnTo>
                    <a:pt x="798625" y="1097211"/>
                  </a:lnTo>
                  <a:close/>
                  <a:moveTo>
                    <a:pt x="599021" y="957311"/>
                  </a:moveTo>
                  <a:lnTo>
                    <a:pt x="656130" y="1006188"/>
                  </a:lnTo>
                  <a:lnTo>
                    <a:pt x="599157" y="959103"/>
                  </a:lnTo>
                  <a:close/>
                  <a:moveTo>
                    <a:pt x="659483" y="1008882"/>
                  </a:moveTo>
                  <a:lnTo>
                    <a:pt x="656130" y="1006188"/>
                  </a:lnTo>
                  <a:lnTo>
                    <a:pt x="599021" y="957311"/>
                  </a:lnTo>
                  <a:close/>
                  <a:moveTo>
                    <a:pt x="659483" y="1008882"/>
                  </a:moveTo>
                  <a:lnTo>
                    <a:pt x="661814" y="1010639"/>
                  </a:lnTo>
                  <a:lnTo>
                    <a:pt x="656130" y="1006188"/>
                  </a:lnTo>
                  <a:close/>
                  <a:moveTo>
                    <a:pt x="503780" y="785932"/>
                  </a:moveTo>
                  <a:lnTo>
                    <a:pt x="567252" y="794910"/>
                  </a:lnTo>
                  <a:lnTo>
                    <a:pt x="568817" y="728862"/>
                  </a:lnTo>
                  <a:close/>
                  <a:moveTo>
                    <a:pt x="1159266" y="1450375"/>
                  </a:moveTo>
                  <a:lnTo>
                    <a:pt x="1168321" y="1463748"/>
                  </a:lnTo>
                  <a:lnTo>
                    <a:pt x="1189622" y="1468513"/>
                  </a:lnTo>
                  <a:close/>
                  <a:moveTo>
                    <a:pt x="1159266" y="1450375"/>
                  </a:moveTo>
                  <a:lnTo>
                    <a:pt x="1189622" y="1468513"/>
                  </a:lnTo>
                  <a:lnTo>
                    <a:pt x="1208091" y="1431416"/>
                  </a:lnTo>
                  <a:close/>
                  <a:moveTo>
                    <a:pt x="606393" y="725106"/>
                  </a:moveTo>
                  <a:lnTo>
                    <a:pt x="572425" y="727962"/>
                  </a:lnTo>
                  <a:lnTo>
                    <a:pt x="568817" y="728862"/>
                  </a:lnTo>
                  <a:close/>
                  <a:moveTo>
                    <a:pt x="573511" y="728862"/>
                  </a:moveTo>
                  <a:lnTo>
                    <a:pt x="572425" y="727962"/>
                  </a:lnTo>
                  <a:lnTo>
                    <a:pt x="638937" y="756305"/>
                  </a:lnTo>
                  <a:close/>
                  <a:moveTo>
                    <a:pt x="525254" y="602843"/>
                  </a:moveTo>
                  <a:lnTo>
                    <a:pt x="547172" y="677326"/>
                  </a:lnTo>
                  <a:lnTo>
                    <a:pt x="581962" y="633763"/>
                  </a:lnTo>
                  <a:close/>
                  <a:moveTo>
                    <a:pt x="1016882" y="1117061"/>
                  </a:moveTo>
                  <a:lnTo>
                    <a:pt x="1004680" y="1106382"/>
                  </a:lnTo>
                  <a:lnTo>
                    <a:pt x="991736" y="1054162"/>
                  </a:lnTo>
                  <a:close/>
                  <a:moveTo>
                    <a:pt x="506560" y="429812"/>
                  </a:moveTo>
                  <a:lnTo>
                    <a:pt x="536346" y="498622"/>
                  </a:lnTo>
                  <a:lnTo>
                    <a:pt x="575382" y="474261"/>
                  </a:lnTo>
                  <a:close/>
                  <a:moveTo>
                    <a:pt x="1002872" y="1092967"/>
                  </a:moveTo>
                  <a:lnTo>
                    <a:pt x="991736" y="1054162"/>
                  </a:lnTo>
                  <a:lnTo>
                    <a:pt x="1004680" y="1106382"/>
                  </a:lnTo>
                  <a:close/>
                  <a:moveTo>
                    <a:pt x="1045307" y="1008498"/>
                  </a:moveTo>
                  <a:lnTo>
                    <a:pt x="1062676" y="1017337"/>
                  </a:lnTo>
                  <a:lnTo>
                    <a:pt x="1077634" y="1022310"/>
                  </a:lnTo>
                  <a:close/>
                  <a:moveTo>
                    <a:pt x="775298" y="614233"/>
                  </a:moveTo>
                  <a:lnTo>
                    <a:pt x="784307" y="596466"/>
                  </a:lnTo>
                  <a:lnTo>
                    <a:pt x="736072" y="590800"/>
                  </a:lnTo>
                  <a:close/>
                  <a:moveTo>
                    <a:pt x="775298" y="614233"/>
                  </a:moveTo>
                  <a:lnTo>
                    <a:pt x="795580" y="605044"/>
                  </a:lnTo>
                  <a:lnTo>
                    <a:pt x="784307" y="596466"/>
                  </a:lnTo>
                  <a:close/>
                  <a:moveTo>
                    <a:pt x="614990" y="487450"/>
                  </a:moveTo>
                  <a:lnTo>
                    <a:pt x="642850" y="457718"/>
                  </a:lnTo>
                  <a:lnTo>
                    <a:pt x="626571" y="490973"/>
                  </a:lnTo>
                  <a:close/>
                  <a:moveTo>
                    <a:pt x="1384905" y="1199389"/>
                  </a:moveTo>
                  <a:lnTo>
                    <a:pt x="1349128" y="1175927"/>
                  </a:lnTo>
                  <a:lnTo>
                    <a:pt x="1321705" y="1208297"/>
                  </a:lnTo>
                  <a:close/>
                  <a:moveTo>
                    <a:pt x="1275918" y="1211784"/>
                  </a:moveTo>
                  <a:lnTo>
                    <a:pt x="1237012" y="1156933"/>
                  </a:lnTo>
                  <a:lnTo>
                    <a:pt x="1223912" y="1171947"/>
                  </a:lnTo>
                  <a:close/>
                  <a:moveTo>
                    <a:pt x="1275918" y="1211784"/>
                  </a:moveTo>
                  <a:lnTo>
                    <a:pt x="1321705" y="1208297"/>
                  </a:lnTo>
                  <a:lnTo>
                    <a:pt x="1349128" y="1175927"/>
                  </a:lnTo>
                  <a:close/>
                  <a:moveTo>
                    <a:pt x="1301270" y="1171668"/>
                  </a:moveTo>
                  <a:lnTo>
                    <a:pt x="1275918" y="1211784"/>
                  </a:lnTo>
                  <a:lnTo>
                    <a:pt x="1349128" y="1175927"/>
                  </a:lnTo>
                  <a:close/>
                  <a:moveTo>
                    <a:pt x="795580" y="605044"/>
                  </a:moveTo>
                  <a:lnTo>
                    <a:pt x="837009" y="656581"/>
                  </a:lnTo>
                  <a:lnTo>
                    <a:pt x="875071" y="633844"/>
                  </a:lnTo>
                  <a:close/>
                  <a:moveTo>
                    <a:pt x="852419" y="589517"/>
                  </a:moveTo>
                  <a:lnTo>
                    <a:pt x="875071" y="633844"/>
                  </a:lnTo>
                  <a:lnTo>
                    <a:pt x="881965" y="603479"/>
                  </a:lnTo>
                  <a:close/>
                  <a:moveTo>
                    <a:pt x="881965" y="603479"/>
                  </a:moveTo>
                  <a:lnTo>
                    <a:pt x="847631" y="530666"/>
                  </a:lnTo>
                  <a:lnTo>
                    <a:pt x="852419" y="589517"/>
                  </a:lnTo>
                  <a:close/>
                  <a:moveTo>
                    <a:pt x="798810" y="532375"/>
                  </a:moveTo>
                  <a:lnTo>
                    <a:pt x="736072" y="590800"/>
                  </a:lnTo>
                  <a:lnTo>
                    <a:pt x="784307" y="596466"/>
                  </a:lnTo>
                  <a:close/>
                  <a:moveTo>
                    <a:pt x="769847" y="477877"/>
                  </a:moveTo>
                  <a:lnTo>
                    <a:pt x="759430" y="503459"/>
                  </a:lnTo>
                  <a:lnTo>
                    <a:pt x="757252" y="501971"/>
                  </a:lnTo>
                  <a:close/>
                  <a:moveTo>
                    <a:pt x="750849" y="533385"/>
                  </a:moveTo>
                  <a:lnTo>
                    <a:pt x="759430" y="503459"/>
                  </a:lnTo>
                  <a:lnTo>
                    <a:pt x="769847" y="477877"/>
                  </a:lnTo>
                  <a:close/>
                  <a:moveTo>
                    <a:pt x="798810" y="532375"/>
                  </a:moveTo>
                  <a:lnTo>
                    <a:pt x="759430" y="503459"/>
                  </a:lnTo>
                  <a:lnTo>
                    <a:pt x="750849" y="533385"/>
                  </a:lnTo>
                  <a:close/>
                  <a:moveTo>
                    <a:pt x="764178" y="501971"/>
                  </a:moveTo>
                  <a:lnTo>
                    <a:pt x="845989" y="517511"/>
                  </a:lnTo>
                  <a:lnTo>
                    <a:pt x="800802" y="477877"/>
                  </a:lnTo>
                  <a:close/>
                  <a:moveTo>
                    <a:pt x="764178" y="501971"/>
                  </a:moveTo>
                  <a:lnTo>
                    <a:pt x="759430" y="503459"/>
                  </a:lnTo>
                  <a:lnTo>
                    <a:pt x="798810" y="532375"/>
                  </a:lnTo>
                  <a:close/>
                  <a:moveTo>
                    <a:pt x="1412080" y="1191295"/>
                  </a:moveTo>
                  <a:lnTo>
                    <a:pt x="1349128" y="1175927"/>
                  </a:lnTo>
                  <a:lnTo>
                    <a:pt x="1384905" y="1199389"/>
                  </a:lnTo>
                  <a:close/>
                  <a:moveTo>
                    <a:pt x="1359601" y="1133234"/>
                  </a:moveTo>
                  <a:lnTo>
                    <a:pt x="1349128" y="1175927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359601" y="1133234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412080" y="1191295"/>
                  </a:lnTo>
                  <a:lnTo>
                    <a:pt x="1447679" y="1137592"/>
                  </a:lnTo>
                  <a:close/>
                  <a:moveTo>
                    <a:pt x="1359601" y="1133234"/>
                  </a:moveTo>
                  <a:lnTo>
                    <a:pt x="1301270" y="1171668"/>
                  </a:lnTo>
                  <a:lnTo>
                    <a:pt x="1349128" y="1175927"/>
                  </a:lnTo>
                  <a:close/>
                  <a:moveTo>
                    <a:pt x="1354882" y="1074327"/>
                  </a:moveTo>
                  <a:lnTo>
                    <a:pt x="1314714" y="1047257"/>
                  </a:lnTo>
                  <a:lnTo>
                    <a:pt x="1291393" y="1025218"/>
                  </a:lnTo>
                  <a:close/>
                  <a:moveTo>
                    <a:pt x="1247685" y="1022769"/>
                  </a:moveTo>
                  <a:lnTo>
                    <a:pt x="1291393" y="1025218"/>
                  </a:lnTo>
                  <a:lnTo>
                    <a:pt x="1260351" y="1018681"/>
                  </a:lnTo>
                  <a:close/>
                  <a:moveTo>
                    <a:pt x="853456" y="529414"/>
                  </a:moveTo>
                  <a:lnTo>
                    <a:pt x="918689" y="510880"/>
                  </a:lnTo>
                  <a:lnTo>
                    <a:pt x="921983" y="492063"/>
                  </a:lnTo>
                  <a:close/>
                  <a:moveTo>
                    <a:pt x="738693" y="417782"/>
                  </a:moveTo>
                  <a:lnTo>
                    <a:pt x="752979" y="468910"/>
                  </a:lnTo>
                  <a:lnTo>
                    <a:pt x="784512" y="462337"/>
                  </a:lnTo>
                  <a:close/>
                  <a:moveTo>
                    <a:pt x="800802" y="477877"/>
                  </a:moveTo>
                  <a:lnTo>
                    <a:pt x="845989" y="517511"/>
                  </a:lnTo>
                  <a:lnTo>
                    <a:pt x="794458" y="473170"/>
                  </a:lnTo>
                  <a:close/>
                  <a:moveTo>
                    <a:pt x="1209134" y="740397"/>
                  </a:moveTo>
                  <a:lnTo>
                    <a:pt x="1171492" y="726228"/>
                  </a:lnTo>
                  <a:lnTo>
                    <a:pt x="1139439" y="696333"/>
                  </a:lnTo>
                  <a:close/>
                  <a:moveTo>
                    <a:pt x="1133324" y="638561"/>
                  </a:moveTo>
                  <a:lnTo>
                    <a:pt x="1139439" y="696333"/>
                  </a:lnTo>
                  <a:lnTo>
                    <a:pt x="1174090" y="643401"/>
                  </a:lnTo>
                  <a:close/>
                  <a:moveTo>
                    <a:pt x="1427826" y="990265"/>
                  </a:moveTo>
                  <a:lnTo>
                    <a:pt x="1471297" y="930163"/>
                  </a:lnTo>
                  <a:lnTo>
                    <a:pt x="1430639" y="925235"/>
                  </a:lnTo>
                  <a:close/>
                  <a:moveTo>
                    <a:pt x="1430639" y="925235"/>
                  </a:moveTo>
                  <a:lnTo>
                    <a:pt x="1471297" y="930163"/>
                  </a:lnTo>
                  <a:lnTo>
                    <a:pt x="1453405" y="881966"/>
                  </a:lnTo>
                  <a:close/>
                  <a:moveTo>
                    <a:pt x="1299101" y="767980"/>
                  </a:moveTo>
                  <a:lnTo>
                    <a:pt x="1333733" y="777807"/>
                  </a:lnTo>
                  <a:lnTo>
                    <a:pt x="1318752" y="727243"/>
                  </a:lnTo>
                  <a:close/>
                  <a:moveTo>
                    <a:pt x="1243943" y="536111"/>
                  </a:moveTo>
                  <a:lnTo>
                    <a:pt x="1214106" y="548126"/>
                  </a:lnTo>
                  <a:lnTo>
                    <a:pt x="1205143" y="582246"/>
                  </a:lnTo>
                  <a:close/>
                  <a:moveTo>
                    <a:pt x="1277807" y="471577"/>
                  </a:moveTo>
                  <a:lnTo>
                    <a:pt x="1323621" y="535057"/>
                  </a:lnTo>
                  <a:lnTo>
                    <a:pt x="1324373" y="471702"/>
                  </a:lnTo>
                  <a:close/>
                  <a:moveTo>
                    <a:pt x="1136848" y="231777"/>
                  </a:moveTo>
                  <a:lnTo>
                    <a:pt x="1117703" y="212060"/>
                  </a:lnTo>
                  <a:lnTo>
                    <a:pt x="1119223" y="202797"/>
                  </a:lnTo>
                  <a:close/>
                  <a:moveTo>
                    <a:pt x="1411778" y="436386"/>
                  </a:moveTo>
                  <a:lnTo>
                    <a:pt x="1387080" y="468644"/>
                  </a:lnTo>
                  <a:lnTo>
                    <a:pt x="1416419" y="443439"/>
                  </a:lnTo>
                  <a:close/>
                  <a:moveTo>
                    <a:pt x="1411778" y="436386"/>
                  </a:moveTo>
                  <a:lnTo>
                    <a:pt x="1376705" y="460480"/>
                  </a:lnTo>
                  <a:lnTo>
                    <a:pt x="1387080" y="468644"/>
                  </a:lnTo>
                  <a:close/>
                  <a:moveTo>
                    <a:pt x="1083209" y="24094"/>
                  </a:moveTo>
                  <a:lnTo>
                    <a:pt x="1087412" y="99724"/>
                  </a:lnTo>
                  <a:lnTo>
                    <a:pt x="1128524" y="65757"/>
                  </a:lnTo>
                  <a:close/>
                  <a:moveTo>
                    <a:pt x="1411778" y="436386"/>
                  </a:moveTo>
                  <a:lnTo>
                    <a:pt x="1416419" y="443439"/>
                  </a:lnTo>
                  <a:lnTo>
                    <a:pt x="1409044" y="412293"/>
                  </a:lnTo>
                  <a:close/>
                  <a:moveTo>
                    <a:pt x="1336263" y="273807"/>
                  </a:moveTo>
                  <a:lnTo>
                    <a:pt x="1382169" y="315387"/>
                  </a:lnTo>
                  <a:lnTo>
                    <a:pt x="1409892" y="309219"/>
                  </a:lnTo>
                  <a:close/>
                  <a:moveTo>
                    <a:pt x="1139256" y="0"/>
                  </a:moveTo>
                  <a:lnTo>
                    <a:pt x="1128524" y="65757"/>
                  </a:lnTo>
                  <a:lnTo>
                    <a:pt x="1085386" y="74866"/>
                  </a:lnTo>
                  <a:close/>
                  <a:moveTo>
                    <a:pt x="1257670" y="64356"/>
                  </a:moveTo>
                  <a:lnTo>
                    <a:pt x="1298983" y="103073"/>
                  </a:lnTo>
                  <a:lnTo>
                    <a:pt x="1283767" y="902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81" name="Output_density__4280">
              <a:extLst>
                <a:ext uri="{FF2B5EF4-FFF2-40B4-BE49-F238E27FC236}">
                  <a16:creationId xmlns:a16="http://schemas.microsoft.com/office/drawing/2014/main" id="{B26DBE47-91BB-F30B-7E26-E4AC4B47CB09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0622"/>
              <a:ext cx="1396100" cy="1456738"/>
            </a:xfrm>
            <a:custGeom>
              <a:avLst/>
              <a:gdLst/>
              <a:ahLst/>
              <a:cxnLst/>
              <a:rect l="0" t="0" r="0" b="0"/>
              <a:pathLst>
                <a:path w="1396100" h="1456738">
                  <a:moveTo>
                    <a:pt x="316801" y="1358625"/>
                  </a:moveTo>
                  <a:lnTo>
                    <a:pt x="267809" y="1350128"/>
                  </a:lnTo>
                  <a:lnTo>
                    <a:pt x="278337" y="1349713"/>
                  </a:lnTo>
                  <a:close/>
                  <a:moveTo>
                    <a:pt x="558857" y="1395353"/>
                  </a:moveTo>
                  <a:lnTo>
                    <a:pt x="528638" y="1381938"/>
                  </a:lnTo>
                  <a:lnTo>
                    <a:pt x="509297" y="1419404"/>
                  </a:lnTo>
                  <a:close/>
                  <a:moveTo>
                    <a:pt x="558857" y="1395353"/>
                  </a:moveTo>
                  <a:lnTo>
                    <a:pt x="571096" y="1340885"/>
                  </a:lnTo>
                  <a:lnTo>
                    <a:pt x="530373" y="1363306"/>
                  </a:lnTo>
                  <a:close/>
                  <a:moveTo>
                    <a:pt x="530373" y="1363306"/>
                  </a:moveTo>
                  <a:lnTo>
                    <a:pt x="501029" y="1325914"/>
                  </a:lnTo>
                  <a:lnTo>
                    <a:pt x="528638" y="1381938"/>
                  </a:lnTo>
                  <a:close/>
                  <a:moveTo>
                    <a:pt x="0" y="834643"/>
                  </a:moveTo>
                  <a:lnTo>
                    <a:pt x="19353" y="810322"/>
                  </a:lnTo>
                  <a:lnTo>
                    <a:pt x="42422" y="761674"/>
                  </a:lnTo>
                  <a:close/>
                  <a:moveTo>
                    <a:pt x="727038" y="1439672"/>
                  </a:moveTo>
                  <a:lnTo>
                    <a:pt x="684432" y="1455053"/>
                  </a:lnTo>
                  <a:lnTo>
                    <a:pt x="695522" y="1456738"/>
                  </a:lnTo>
                  <a:close/>
                  <a:moveTo>
                    <a:pt x="727038" y="1439672"/>
                  </a:moveTo>
                  <a:lnTo>
                    <a:pt x="695522" y="1456738"/>
                  </a:lnTo>
                  <a:lnTo>
                    <a:pt x="767846" y="1417570"/>
                  </a:lnTo>
                  <a:close/>
                  <a:moveTo>
                    <a:pt x="501029" y="1325914"/>
                  </a:moveTo>
                  <a:lnTo>
                    <a:pt x="530373" y="1363306"/>
                  </a:lnTo>
                  <a:lnTo>
                    <a:pt x="539019" y="1373498"/>
                  </a:lnTo>
                  <a:close/>
                  <a:moveTo>
                    <a:pt x="750674" y="1393142"/>
                  </a:moveTo>
                  <a:lnTo>
                    <a:pt x="779284" y="1392839"/>
                  </a:lnTo>
                  <a:lnTo>
                    <a:pt x="769068" y="1380800"/>
                  </a:lnTo>
                  <a:close/>
                  <a:moveTo>
                    <a:pt x="767846" y="1417570"/>
                  </a:moveTo>
                  <a:lnTo>
                    <a:pt x="779284" y="1392839"/>
                  </a:lnTo>
                  <a:lnTo>
                    <a:pt x="750674" y="1393142"/>
                  </a:lnTo>
                  <a:close/>
                  <a:moveTo>
                    <a:pt x="727038" y="1439672"/>
                  </a:moveTo>
                  <a:lnTo>
                    <a:pt x="767846" y="1417570"/>
                  </a:lnTo>
                  <a:lnTo>
                    <a:pt x="750674" y="1393142"/>
                  </a:lnTo>
                  <a:close/>
                  <a:moveTo>
                    <a:pt x="779284" y="1392839"/>
                  </a:moveTo>
                  <a:lnTo>
                    <a:pt x="783615" y="1404894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79284" y="1392839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90789" y="1368451"/>
                  </a:lnTo>
                  <a:lnTo>
                    <a:pt x="755127" y="1374496"/>
                  </a:lnTo>
                  <a:close/>
                  <a:moveTo>
                    <a:pt x="838637" y="1319825"/>
                  </a:moveTo>
                  <a:lnTo>
                    <a:pt x="790789" y="1368451"/>
                  </a:lnTo>
                  <a:lnTo>
                    <a:pt x="831068" y="1344372"/>
                  </a:lnTo>
                  <a:close/>
                  <a:moveTo>
                    <a:pt x="838637" y="1319825"/>
                  </a:moveTo>
                  <a:lnTo>
                    <a:pt x="806308" y="1308125"/>
                  </a:lnTo>
                  <a:lnTo>
                    <a:pt x="790789" y="1368451"/>
                  </a:lnTo>
                  <a:close/>
                  <a:moveTo>
                    <a:pt x="397629" y="847795"/>
                  </a:moveTo>
                  <a:lnTo>
                    <a:pt x="415532" y="838811"/>
                  </a:lnTo>
                  <a:lnTo>
                    <a:pt x="434837" y="789803"/>
                  </a:lnTo>
                  <a:close/>
                  <a:moveTo>
                    <a:pt x="170196" y="542291"/>
                  </a:moveTo>
                  <a:lnTo>
                    <a:pt x="179504" y="556214"/>
                  </a:lnTo>
                  <a:lnTo>
                    <a:pt x="186956" y="548010"/>
                  </a:lnTo>
                  <a:close/>
                  <a:moveTo>
                    <a:pt x="179504" y="556214"/>
                  </a:moveTo>
                  <a:lnTo>
                    <a:pt x="170196" y="542291"/>
                  </a:lnTo>
                  <a:lnTo>
                    <a:pt x="142766" y="501848"/>
                  </a:lnTo>
                  <a:close/>
                  <a:moveTo>
                    <a:pt x="653887" y="1047487"/>
                  </a:moveTo>
                  <a:lnTo>
                    <a:pt x="699687" y="980367"/>
                  </a:lnTo>
                  <a:lnTo>
                    <a:pt x="667930" y="971855"/>
                  </a:lnTo>
                  <a:close/>
                  <a:moveTo>
                    <a:pt x="436281" y="781487"/>
                  </a:moveTo>
                  <a:lnTo>
                    <a:pt x="479094" y="766881"/>
                  </a:lnTo>
                  <a:lnTo>
                    <a:pt x="509897" y="747148"/>
                  </a:lnTo>
                  <a:close/>
                  <a:moveTo>
                    <a:pt x="462055" y="742954"/>
                  </a:moveTo>
                  <a:lnTo>
                    <a:pt x="436281" y="781487"/>
                  </a:lnTo>
                  <a:lnTo>
                    <a:pt x="509897" y="747148"/>
                  </a:lnTo>
                  <a:close/>
                  <a:moveTo>
                    <a:pt x="858103" y="1115771"/>
                  </a:moveTo>
                  <a:lnTo>
                    <a:pt x="853463" y="1158300"/>
                  </a:lnTo>
                  <a:lnTo>
                    <a:pt x="872213" y="1126465"/>
                  </a:lnTo>
                  <a:close/>
                  <a:moveTo>
                    <a:pt x="560280" y="760845"/>
                  </a:moveTo>
                  <a:lnTo>
                    <a:pt x="601432" y="741615"/>
                  </a:lnTo>
                  <a:lnTo>
                    <a:pt x="573368" y="756126"/>
                  </a:lnTo>
                  <a:close/>
                  <a:moveTo>
                    <a:pt x="524450" y="666661"/>
                  </a:moveTo>
                  <a:lnTo>
                    <a:pt x="553289" y="638542"/>
                  </a:lnTo>
                  <a:lnTo>
                    <a:pt x="529913" y="627987"/>
                  </a:lnTo>
                  <a:close/>
                  <a:moveTo>
                    <a:pt x="634762" y="618710"/>
                  </a:moveTo>
                  <a:lnTo>
                    <a:pt x="641010" y="618208"/>
                  </a:lnTo>
                  <a:lnTo>
                    <a:pt x="635337" y="614448"/>
                  </a:lnTo>
                  <a:close/>
                  <a:moveTo>
                    <a:pt x="645207" y="614448"/>
                  </a:moveTo>
                  <a:lnTo>
                    <a:pt x="641010" y="618208"/>
                  </a:lnTo>
                  <a:lnTo>
                    <a:pt x="634762" y="618710"/>
                  </a:lnTo>
                  <a:close/>
                  <a:moveTo>
                    <a:pt x="1048646" y="1094228"/>
                  </a:moveTo>
                  <a:lnTo>
                    <a:pt x="1100781" y="1114478"/>
                  </a:lnTo>
                  <a:lnTo>
                    <a:pt x="1084893" y="1094849"/>
                  </a:lnTo>
                  <a:close/>
                  <a:moveTo>
                    <a:pt x="635337" y="614448"/>
                  </a:moveTo>
                  <a:lnTo>
                    <a:pt x="641010" y="618208"/>
                  </a:lnTo>
                  <a:lnTo>
                    <a:pt x="649122" y="607036"/>
                  </a:lnTo>
                  <a:close/>
                  <a:moveTo>
                    <a:pt x="649122" y="607036"/>
                  </a:moveTo>
                  <a:lnTo>
                    <a:pt x="641010" y="618208"/>
                  </a:lnTo>
                  <a:lnTo>
                    <a:pt x="645207" y="614448"/>
                  </a:lnTo>
                  <a:close/>
                  <a:moveTo>
                    <a:pt x="690415" y="590354"/>
                  </a:moveTo>
                  <a:lnTo>
                    <a:pt x="708642" y="596630"/>
                  </a:lnTo>
                  <a:lnTo>
                    <a:pt x="718377" y="597892"/>
                  </a:lnTo>
                  <a:close/>
                  <a:moveTo>
                    <a:pt x="680683" y="591861"/>
                  </a:moveTo>
                  <a:lnTo>
                    <a:pt x="690415" y="590354"/>
                  </a:lnTo>
                  <a:lnTo>
                    <a:pt x="668197" y="584953"/>
                  </a:lnTo>
                  <a:close/>
                  <a:moveTo>
                    <a:pt x="668197" y="584953"/>
                  </a:moveTo>
                  <a:lnTo>
                    <a:pt x="649122" y="607036"/>
                  </a:lnTo>
                  <a:lnTo>
                    <a:pt x="680683" y="591861"/>
                  </a:lnTo>
                  <a:close/>
                  <a:moveTo>
                    <a:pt x="765692" y="600118"/>
                  </a:moveTo>
                  <a:lnTo>
                    <a:pt x="718377" y="597892"/>
                  </a:lnTo>
                  <a:lnTo>
                    <a:pt x="708642" y="596630"/>
                  </a:lnTo>
                  <a:close/>
                  <a:moveTo>
                    <a:pt x="690415" y="590354"/>
                  </a:moveTo>
                  <a:lnTo>
                    <a:pt x="718377" y="597892"/>
                  </a:lnTo>
                  <a:lnTo>
                    <a:pt x="728717" y="580309"/>
                  </a:lnTo>
                  <a:close/>
                  <a:moveTo>
                    <a:pt x="781414" y="575450"/>
                  </a:moveTo>
                  <a:lnTo>
                    <a:pt x="718377" y="597892"/>
                  </a:lnTo>
                  <a:lnTo>
                    <a:pt x="765692" y="600118"/>
                  </a:lnTo>
                  <a:close/>
                  <a:moveTo>
                    <a:pt x="1223650" y="1129386"/>
                  </a:moveTo>
                  <a:lnTo>
                    <a:pt x="1173628" y="1117038"/>
                  </a:lnTo>
                  <a:lnTo>
                    <a:pt x="1134778" y="1105511"/>
                  </a:lnTo>
                  <a:close/>
                  <a:moveTo>
                    <a:pt x="800575" y="434386"/>
                  </a:moveTo>
                  <a:lnTo>
                    <a:pt x="875078" y="474542"/>
                  </a:lnTo>
                  <a:lnTo>
                    <a:pt x="817486" y="483380"/>
                  </a:lnTo>
                  <a:close/>
                  <a:moveTo>
                    <a:pt x="1348801" y="978154"/>
                  </a:moveTo>
                  <a:lnTo>
                    <a:pt x="1353535" y="978869"/>
                  </a:lnTo>
                  <a:lnTo>
                    <a:pt x="1327375" y="962154"/>
                  </a:lnTo>
                  <a:close/>
                  <a:moveTo>
                    <a:pt x="1348801" y="978154"/>
                  </a:moveTo>
                  <a:lnTo>
                    <a:pt x="1396100" y="980318"/>
                  </a:lnTo>
                  <a:lnTo>
                    <a:pt x="1353535" y="978869"/>
                  </a:lnTo>
                  <a:close/>
                  <a:moveTo>
                    <a:pt x="1238234" y="779213"/>
                  </a:moveTo>
                  <a:lnTo>
                    <a:pt x="1230198" y="827292"/>
                  </a:lnTo>
                  <a:lnTo>
                    <a:pt x="1255103" y="802508"/>
                  </a:lnTo>
                  <a:close/>
                  <a:moveTo>
                    <a:pt x="1145555" y="657549"/>
                  </a:moveTo>
                  <a:lnTo>
                    <a:pt x="1162740" y="672682"/>
                  </a:lnTo>
                  <a:lnTo>
                    <a:pt x="1180206" y="604617"/>
                  </a:lnTo>
                  <a:close/>
                  <a:moveTo>
                    <a:pt x="1061150" y="562701"/>
                  </a:moveTo>
                  <a:lnTo>
                    <a:pt x="1112379" y="559035"/>
                  </a:lnTo>
                  <a:lnTo>
                    <a:pt x="1090605" y="576608"/>
                  </a:lnTo>
                  <a:close/>
                  <a:moveTo>
                    <a:pt x="1090605" y="576608"/>
                  </a:moveTo>
                  <a:lnTo>
                    <a:pt x="1139111" y="583286"/>
                  </a:lnTo>
                  <a:lnTo>
                    <a:pt x="1160484" y="528299"/>
                  </a:lnTo>
                  <a:close/>
                  <a:moveTo>
                    <a:pt x="1139111" y="583286"/>
                  </a:moveTo>
                  <a:lnTo>
                    <a:pt x="1178524" y="555967"/>
                  </a:lnTo>
                  <a:lnTo>
                    <a:pt x="1211260" y="543463"/>
                  </a:lnTo>
                  <a:close/>
                  <a:moveTo>
                    <a:pt x="1160484" y="528299"/>
                  </a:moveTo>
                  <a:lnTo>
                    <a:pt x="1139111" y="583286"/>
                  </a:lnTo>
                  <a:lnTo>
                    <a:pt x="1211260" y="543463"/>
                  </a:lnTo>
                  <a:close/>
                  <a:moveTo>
                    <a:pt x="1211260" y="543463"/>
                  </a:moveTo>
                  <a:lnTo>
                    <a:pt x="1220222" y="509343"/>
                  </a:lnTo>
                  <a:lnTo>
                    <a:pt x="1160484" y="528299"/>
                  </a:lnTo>
                  <a:close/>
                  <a:moveTo>
                    <a:pt x="1210632" y="1514"/>
                  </a:moveTo>
                  <a:lnTo>
                    <a:pt x="1149479" y="26930"/>
                  </a:lnTo>
                  <a:lnTo>
                    <a:pt x="1134641" y="26974"/>
                  </a:lnTo>
                  <a:close/>
                  <a:moveTo>
                    <a:pt x="1239939" y="12753"/>
                  </a:moveTo>
                  <a:lnTo>
                    <a:pt x="1263786" y="25573"/>
                  </a:lnTo>
                  <a:lnTo>
                    <a:pt x="1229324" y="0"/>
                  </a:lnTo>
                  <a:close/>
                  <a:moveTo>
                    <a:pt x="1210632" y="1514"/>
                  </a:moveTo>
                  <a:lnTo>
                    <a:pt x="1239939" y="12753"/>
                  </a:lnTo>
                  <a:lnTo>
                    <a:pt x="1229324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2" name="Output_density__4281">
              <a:extLst>
                <a:ext uri="{FF2B5EF4-FFF2-40B4-BE49-F238E27FC236}">
                  <a16:creationId xmlns:a16="http://schemas.microsoft.com/office/drawing/2014/main" id="{B8BC2C4F-867D-962B-CD0E-AD3427C28782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2136"/>
              <a:ext cx="1478038" cy="1455224"/>
            </a:xfrm>
            <a:custGeom>
              <a:avLst/>
              <a:gdLst/>
              <a:ahLst/>
              <a:cxnLst/>
              <a:rect l="0" t="0" r="0" b="0"/>
              <a:pathLst>
                <a:path w="1478038" h="1455224">
                  <a:moveTo>
                    <a:pt x="328112" y="1359622"/>
                  </a:moveTo>
                  <a:lnTo>
                    <a:pt x="359779" y="1372588"/>
                  </a:lnTo>
                  <a:lnTo>
                    <a:pt x="316801" y="1357112"/>
                  </a:lnTo>
                  <a:close/>
                  <a:moveTo>
                    <a:pt x="435193" y="1450405"/>
                  </a:moveTo>
                  <a:lnTo>
                    <a:pt x="509297" y="1417890"/>
                  </a:lnTo>
                  <a:lnTo>
                    <a:pt x="466596" y="1432914"/>
                  </a:lnTo>
                  <a:close/>
                  <a:moveTo>
                    <a:pt x="359779" y="1372588"/>
                  </a:moveTo>
                  <a:lnTo>
                    <a:pt x="379543" y="1362928"/>
                  </a:lnTo>
                  <a:lnTo>
                    <a:pt x="316801" y="1357112"/>
                  </a:lnTo>
                  <a:close/>
                  <a:moveTo>
                    <a:pt x="26061" y="895707"/>
                  </a:moveTo>
                  <a:lnTo>
                    <a:pt x="27564" y="908759"/>
                  </a:lnTo>
                  <a:lnTo>
                    <a:pt x="69585" y="835561"/>
                  </a:lnTo>
                  <a:close/>
                  <a:moveTo>
                    <a:pt x="26061" y="895707"/>
                  </a:moveTo>
                  <a:lnTo>
                    <a:pt x="6116" y="849178"/>
                  </a:lnTo>
                  <a:lnTo>
                    <a:pt x="18634" y="884665"/>
                  </a:lnTo>
                  <a:close/>
                  <a:moveTo>
                    <a:pt x="6116" y="849178"/>
                  </a:moveTo>
                  <a:lnTo>
                    <a:pt x="0" y="833129"/>
                  </a:lnTo>
                  <a:lnTo>
                    <a:pt x="18634" y="884665"/>
                  </a:lnTo>
                  <a:close/>
                  <a:moveTo>
                    <a:pt x="0" y="833129"/>
                  </a:moveTo>
                  <a:lnTo>
                    <a:pt x="6116" y="849178"/>
                  </a:lnTo>
                  <a:lnTo>
                    <a:pt x="19353" y="808808"/>
                  </a:lnTo>
                  <a:close/>
                  <a:moveTo>
                    <a:pt x="42422" y="760160"/>
                  </a:moveTo>
                  <a:lnTo>
                    <a:pt x="79468" y="764784"/>
                  </a:lnTo>
                  <a:lnTo>
                    <a:pt x="47767" y="757498"/>
                  </a:lnTo>
                  <a:close/>
                  <a:moveTo>
                    <a:pt x="19353" y="808808"/>
                  </a:moveTo>
                  <a:lnTo>
                    <a:pt x="72142" y="831503"/>
                  </a:lnTo>
                  <a:lnTo>
                    <a:pt x="42422" y="760160"/>
                  </a:lnTo>
                  <a:close/>
                  <a:moveTo>
                    <a:pt x="47767" y="757498"/>
                  </a:moveTo>
                  <a:lnTo>
                    <a:pt x="79468" y="764784"/>
                  </a:lnTo>
                  <a:lnTo>
                    <a:pt x="44371" y="730055"/>
                  </a:lnTo>
                  <a:close/>
                  <a:moveTo>
                    <a:pt x="695522" y="1455224"/>
                  </a:moveTo>
                  <a:lnTo>
                    <a:pt x="647999" y="1422093"/>
                  </a:lnTo>
                  <a:lnTo>
                    <a:pt x="658836" y="1427474"/>
                  </a:lnTo>
                  <a:close/>
                  <a:moveTo>
                    <a:pt x="684432" y="1453539"/>
                  </a:moveTo>
                  <a:lnTo>
                    <a:pt x="647999" y="1422093"/>
                  </a:lnTo>
                  <a:lnTo>
                    <a:pt x="695522" y="1455224"/>
                  </a:lnTo>
                  <a:close/>
                  <a:moveTo>
                    <a:pt x="571096" y="1339371"/>
                  </a:moveTo>
                  <a:lnTo>
                    <a:pt x="602039" y="1324401"/>
                  </a:lnTo>
                  <a:lnTo>
                    <a:pt x="603192" y="1357795"/>
                  </a:lnTo>
                  <a:close/>
                  <a:moveTo>
                    <a:pt x="413662" y="1209704"/>
                  </a:moveTo>
                  <a:lnTo>
                    <a:pt x="432447" y="1169672"/>
                  </a:lnTo>
                  <a:lnTo>
                    <a:pt x="394100" y="1162865"/>
                  </a:lnTo>
                  <a:close/>
                  <a:moveTo>
                    <a:pt x="684432" y="1453539"/>
                  </a:moveTo>
                  <a:lnTo>
                    <a:pt x="611930" y="1413434"/>
                  </a:lnTo>
                  <a:lnTo>
                    <a:pt x="647999" y="1422093"/>
                  </a:lnTo>
                  <a:close/>
                  <a:moveTo>
                    <a:pt x="442559" y="1018530"/>
                  </a:moveTo>
                  <a:lnTo>
                    <a:pt x="399091" y="970579"/>
                  </a:lnTo>
                  <a:lnTo>
                    <a:pt x="410237" y="991087"/>
                  </a:lnTo>
                  <a:close/>
                  <a:moveTo>
                    <a:pt x="770057" y="1329201"/>
                  </a:moveTo>
                  <a:lnTo>
                    <a:pt x="790789" y="1366937"/>
                  </a:lnTo>
                  <a:lnTo>
                    <a:pt x="806308" y="1306611"/>
                  </a:lnTo>
                  <a:close/>
                  <a:moveTo>
                    <a:pt x="806308" y="1306611"/>
                  </a:moveTo>
                  <a:lnTo>
                    <a:pt x="838637" y="1318311"/>
                  </a:lnTo>
                  <a:lnTo>
                    <a:pt x="806517" y="1290839"/>
                  </a:lnTo>
                  <a:close/>
                  <a:moveTo>
                    <a:pt x="838637" y="1318311"/>
                  </a:moveTo>
                  <a:lnTo>
                    <a:pt x="847878" y="1270806"/>
                  </a:lnTo>
                  <a:lnTo>
                    <a:pt x="806517" y="1290839"/>
                  </a:lnTo>
                  <a:close/>
                  <a:moveTo>
                    <a:pt x="802666" y="1303655"/>
                  </a:moveTo>
                  <a:lnTo>
                    <a:pt x="806308" y="1306611"/>
                  </a:lnTo>
                  <a:lnTo>
                    <a:pt x="806517" y="1290839"/>
                  </a:lnTo>
                  <a:close/>
                  <a:moveTo>
                    <a:pt x="808034" y="1242466"/>
                  </a:moveTo>
                  <a:lnTo>
                    <a:pt x="802666" y="1303655"/>
                  </a:lnTo>
                  <a:lnTo>
                    <a:pt x="806517" y="1290839"/>
                  </a:lnTo>
                  <a:close/>
                  <a:moveTo>
                    <a:pt x="851828" y="1244844"/>
                  </a:moveTo>
                  <a:lnTo>
                    <a:pt x="806517" y="1290839"/>
                  </a:lnTo>
                  <a:lnTo>
                    <a:pt x="847878" y="1270806"/>
                  </a:lnTo>
                  <a:close/>
                  <a:moveTo>
                    <a:pt x="851828" y="1244844"/>
                  </a:moveTo>
                  <a:lnTo>
                    <a:pt x="808034" y="1242466"/>
                  </a:lnTo>
                  <a:lnTo>
                    <a:pt x="806517" y="1290839"/>
                  </a:lnTo>
                  <a:close/>
                  <a:moveTo>
                    <a:pt x="822241" y="1176488"/>
                  </a:moveTo>
                  <a:lnTo>
                    <a:pt x="813859" y="1183391"/>
                  </a:lnTo>
                  <a:lnTo>
                    <a:pt x="846538" y="1186402"/>
                  </a:lnTo>
                  <a:close/>
                  <a:moveTo>
                    <a:pt x="846538" y="1186402"/>
                  </a:moveTo>
                  <a:lnTo>
                    <a:pt x="813859" y="1183391"/>
                  </a:lnTo>
                  <a:lnTo>
                    <a:pt x="808034" y="1242466"/>
                  </a:lnTo>
                  <a:close/>
                  <a:moveTo>
                    <a:pt x="822241" y="1176488"/>
                  </a:moveTo>
                  <a:lnTo>
                    <a:pt x="846538" y="1186402"/>
                  </a:lnTo>
                  <a:lnTo>
                    <a:pt x="853463" y="1156787"/>
                  </a:lnTo>
                  <a:close/>
                  <a:moveTo>
                    <a:pt x="249405" y="577106"/>
                  </a:moveTo>
                  <a:lnTo>
                    <a:pt x="290576" y="584560"/>
                  </a:lnTo>
                  <a:lnTo>
                    <a:pt x="332551" y="610235"/>
                  </a:lnTo>
                  <a:close/>
                  <a:moveTo>
                    <a:pt x="814730" y="1174279"/>
                  </a:moveTo>
                  <a:lnTo>
                    <a:pt x="813859" y="1183391"/>
                  </a:lnTo>
                  <a:lnTo>
                    <a:pt x="822241" y="1176488"/>
                  </a:lnTo>
                  <a:close/>
                  <a:moveTo>
                    <a:pt x="858103" y="1114257"/>
                  </a:moveTo>
                  <a:lnTo>
                    <a:pt x="822241" y="1176488"/>
                  </a:lnTo>
                  <a:lnTo>
                    <a:pt x="853463" y="1156787"/>
                  </a:lnTo>
                  <a:close/>
                  <a:moveTo>
                    <a:pt x="814730" y="1174279"/>
                  </a:moveTo>
                  <a:lnTo>
                    <a:pt x="822241" y="1176488"/>
                  </a:lnTo>
                  <a:lnTo>
                    <a:pt x="858103" y="1114257"/>
                  </a:lnTo>
                  <a:close/>
                  <a:moveTo>
                    <a:pt x="819357" y="1107774"/>
                  </a:moveTo>
                  <a:lnTo>
                    <a:pt x="814730" y="1174279"/>
                  </a:lnTo>
                  <a:lnTo>
                    <a:pt x="858103" y="1114257"/>
                  </a:lnTo>
                  <a:close/>
                  <a:moveTo>
                    <a:pt x="850030" y="1058077"/>
                  </a:moveTo>
                  <a:lnTo>
                    <a:pt x="858103" y="1114257"/>
                  </a:lnTo>
                  <a:lnTo>
                    <a:pt x="872213" y="1124951"/>
                  </a:lnTo>
                  <a:close/>
                  <a:moveTo>
                    <a:pt x="579627" y="688565"/>
                  </a:moveTo>
                  <a:lnTo>
                    <a:pt x="601432" y="740102"/>
                  </a:lnTo>
                  <a:lnTo>
                    <a:pt x="560280" y="759331"/>
                  </a:lnTo>
                  <a:close/>
                  <a:moveTo>
                    <a:pt x="514560" y="701697"/>
                  </a:moveTo>
                  <a:lnTo>
                    <a:pt x="462055" y="741440"/>
                  </a:lnTo>
                  <a:lnTo>
                    <a:pt x="509897" y="745634"/>
                  </a:lnTo>
                  <a:close/>
                  <a:moveTo>
                    <a:pt x="477635" y="693734"/>
                  </a:moveTo>
                  <a:lnTo>
                    <a:pt x="462055" y="741440"/>
                  </a:lnTo>
                  <a:lnTo>
                    <a:pt x="514560" y="701697"/>
                  </a:lnTo>
                  <a:close/>
                  <a:moveTo>
                    <a:pt x="514560" y="701697"/>
                  </a:moveTo>
                  <a:lnTo>
                    <a:pt x="524450" y="665147"/>
                  </a:lnTo>
                  <a:lnTo>
                    <a:pt x="482699" y="683724"/>
                  </a:lnTo>
                  <a:close/>
                  <a:moveTo>
                    <a:pt x="574934" y="688565"/>
                  </a:moveTo>
                  <a:lnTo>
                    <a:pt x="573368" y="754612"/>
                  </a:lnTo>
                  <a:lnTo>
                    <a:pt x="578509" y="740102"/>
                  </a:lnTo>
                  <a:close/>
                  <a:moveTo>
                    <a:pt x="560280" y="759331"/>
                  </a:moveTo>
                  <a:lnTo>
                    <a:pt x="573368" y="754612"/>
                  </a:lnTo>
                  <a:lnTo>
                    <a:pt x="509897" y="745634"/>
                  </a:lnTo>
                  <a:close/>
                  <a:moveTo>
                    <a:pt x="553289" y="637028"/>
                  </a:moveTo>
                  <a:lnTo>
                    <a:pt x="524450" y="665147"/>
                  </a:lnTo>
                  <a:lnTo>
                    <a:pt x="560746" y="639388"/>
                  </a:lnTo>
                  <a:close/>
                  <a:moveTo>
                    <a:pt x="560746" y="639388"/>
                  </a:moveTo>
                  <a:lnTo>
                    <a:pt x="524450" y="665147"/>
                  </a:lnTo>
                  <a:lnTo>
                    <a:pt x="514560" y="701697"/>
                  </a:lnTo>
                  <a:close/>
                  <a:moveTo>
                    <a:pt x="529913" y="626473"/>
                  </a:moveTo>
                  <a:lnTo>
                    <a:pt x="553289" y="637028"/>
                  </a:lnTo>
                  <a:lnTo>
                    <a:pt x="531370" y="562545"/>
                  </a:lnTo>
                  <a:close/>
                  <a:moveTo>
                    <a:pt x="588078" y="593466"/>
                  </a:moveTo>
                  <a:lnTo>
                    <a:pt x="553289" y="637028"/>
                  </a:lnTo>
                  <a:lnTo>
                    <a:pt x="562091" y="631204"/>
                  </a:lnTo>
                  <a:close/>
                  <a:moveTo>
                    <a:pt x="635337" y="612934"/>
                  </a:moveTo>
                  <a:lnTo>
                    <a:pt x="588078" y="593466"/>
                  </a:lnTo>
                  <a:lnTo>
                    <a:pt x="634762" y="617197"/>
                  </a:lnTo>
                  <a:close/>
                  <a:moveTo>
                    <a:pt x="1048646" y="1092714"/>
                  </a:moveTo>
                  <a:lnTo>
                    <a:pt x="1010796" y="1066084"/>
                  </a:lnTo>
                  <a:lnTo>
                    <a:pt x="1022998" y="1076764"/>
                  </a:lnTo>
                  <a:close/>
                  <a:moveTo>
                    <a:pt x="1033317" y="1075181"/>
                  </a:moveTo>
                  <a:lnTo>
                    <a:pt x="1010796" y="1066084"/>
                  </a:lnTo>
                  <a:lnTo>
                    <a:pt x="1048646" y="1092714"/>
                  </a:lnTo>
                  <a:close/>
                  <a:moveTo>
                    <a:pt x="1084893" y="1093335"/>
                  </a:moveTo>
                  <a:lnTo>
                    <a:pt x="1033317" y="1075181"/>
                  </a:lnTo>
                  <a:lnTo>
                    <a:pt x="1048646" y="1092714"/>
                  </a:lnTo>
                  <a:close/>
                  <a:moveTo>
                    <a:pt x="635337" y="612934"/>
                  </a:moveTo>
                  <a:lnTo>
                    <a:pt x="649122" y="605522"/>
                  </a:lnTo>
                  <a:lnTo>
                    <a:pt x="588078" y="593466"/>
                  </a:lnTo>
                  <a:close/>
                  <a:moveTo>
                    <a:pt x="588078" y="593466"/>
                  </a:moveTo>
                  <a:lnTo>
                    <a:pt x="649122" y="605522"/>
                  </a:lnTo>
                  <a:lnTo>
                    <a:pt x="668197" y="583439"/>
                  </a:lnTo>
                  <a:close/>
                  <a:moveTo>
                    <a:pt x="588078" y="593466"/>
                  </a:moveTo>
                  <a:lnTo>
                    <a:pt x="668197" y="583439"/>
                  </a:lnTo>
                  <a:lnTo>
                    <a:pt x="620878" y="581198"/>
                  </a:lnTo>
                  <a:close/>
                  <a:moveTo>
                    <a:pt x="1250294" y="1148791"/>
                  </a:moveTo>
                  <a:lnTo>
                    <a:pt x="1282035" y="1171486"/>
                  </a:lnTo>
                  <a:lnTo>
                    <a:pt x="1230029" y="1131649"/>
                  </a:lnTo>
                  <a:close/>
                  <a:moveTo>
                    <a:pt x="690415" y="588840"/>
                  </a:moveTo>
                  <a:lnTo>
                    <a:pt x="728717" y="578795"/>
                  </a:lnTo>
                  <a:lnTo>
                    <a:pt x="668197" y="583439"/>
                  </a:lnTo>
                  <a:close/>
                  <a:moveTo>
                    <a:pt x="668197" y="583439"/>
                  </a:moveTo>
                  <a:lnTo>
                    <a:pt x="728717" y="578795"/>
                  </a:lnTo>
                  <a:lnTo>
                    <a:pt x="742188" y="550503"/>
                  </a:lnTo>
                  <a:close/>
                  <a:moveTo>
                    <a:pt x="781414" y="573936"/>
                  </a:moveTo>
                  <a:lnTo>
                    <a:pt x="728717" y="578795"/>
                  </a:lnTo>
                  <a:lnTo>
                    <a:pt x="718377" y="596378"/>
                  </a:lnTo>
                  <a:close/>
                  <a:moveTo>
                    <a:pt x="728717" y="578795"/>
                  </a:moveTo>
                  <a:lnTo>
                    <a:pt x="781414" y="573936"/>
                  </a:lnTo>
                  <a:lnTo>
                    <a:pt x="742188" y="550503"/>
                  </a:lnTo>
                  <a:close/>
                  <a:moveTo>
                    <a:pt x="801696" y="564746"/>
                  </a:moveTo>
                  <a:lnTo>
                    <a:pt x="846920" y="621406"/>
                  </a:lnTo>
                  <a:lnTo>
                    <a:pt x="843125" y="616283"/>
                  </a:lnTo>
                  <a:close/>
                  <a:moveTo>
                    <a:pt x="765692" y="598604"/>
                  </a:moveTo>
                  <a:lnTo>
                    <a:pt x="846920" y="621406"/>
                  </a:lnTo>
                  <a:lnTo>
                    <a:pt x="801696" y="564746"/>
                  </a:lnTo>
                  <a:close/>
                  <a:moveTo>
                    <a:pt x="801696" y="564746"/>
                  </a:moveTo>
                  <a:lnTo>
                    <a:pt x="781414" y="573936"/>
                  </a:lnTo>
                  <a:lnTo>
                    <a:pt x="765692" y="598604"/>
                  </a:lnTo>
                  <a:close/>
                  <a:moveTo>
                    <a:pt x="648966" y="417421"/>
                  </a:moveTo>
                  <a:lnTo>
                    <a:pt x="645757" y="410137"/>
                  </a:lnTo>
                  <a:lnTo>
                    <a:pt x="624919" y="421630"/>
                  </a:lnTo>
                  <a:close/>
                  <a:moveTo>
                    <a:pt x="624919" y="421630"/>
                  </a:moveTo>
                  <a:lnTo>
                    <a:pt x="645757" y="410137"/>
                  </a:lnTo>
                  <a:lnTo>
                    <a:pt x="606390" y="392130"/>
                  </a:lnTo>
                  <a:close/>
                  <a:moveTo>
                    <a:pt x="624919" y="421630"/>
                  </a:moveTo>
                  <a:lnTo>
                    <a:pt x="606390" y="392130"/>
                  </a:lnTo>
                  <a:lnTo>
                    <a:pt x="581498" y="433964"/>
                  </a:lnTo>
                  <a:close/>
                  <a:moveTo>
                    <a:pt x="1391021" y="1159092"/>
                  </a:moveTo>
                  <a:lnTo>
                    <a:pt x="1378918" y="1184364"/>
                  </a:lnTo>
                  <a:lnTo>
                    <a:pt x="1411748" y="1172208"/>
                  </a:lnTo>
                  <a:close/>
                  <a:moveTo>
                    <a:pt x="1223650" y="1127873"/>
                  </a:moveTo>
                  <a:lnTo>
                    <a:pt x="1230029" y="1131649"/>
                  </a:lnTo>
                  <a:lnTo>
                    <a:pt x="1243128" y="1116635"/>
                  </a:lnTo>
                  <a:close/>
                  <a:moveTo>
                    <a:pt x="1391021" y="1159092"/>
                  </a:moveTo>
                  <a:lnTo>
                    <a:pt x="1411748" y="1172208"/>
                  </a:lnTo>
                  <a:lnTo>
                    <a:pt x="1418196" y="1150998"/>
                  </a:lnTo>
                  <a:close/>
                  <a:moveTo>
                    <a:pt x="1418196" y="1150998"/>
                  </a:moveTo>
                  <a:lnTo>
                    <a:pt x="1411748" y="1172208"/>
                  </a:lnTo>
                  <a:lnTo>
                    <a:pt x="1440989" y="1159092"/>
                  </a:lnTo>
                  <a:close/>
                  <a:moveTo>
                    <a:pt x="1106798" y="730759"/>
                  </a:moveTo>
                  <a:lnTo>
                    <a:pt x="1133324" y="722705"/>
                  </a:lnTo>
                  <a:lnTo>
                    <a:pt x="1091232" y="712338"/>
                  </a:lnTo>
                  <a:close/>
                  <a:moveTo>
                    <a:pt x="928100" y="451766"/>
                  </a:moveTo>
                  <a:lnTo>
                    <a:pt x="875078" y="473028"/>
                  </a:lnTo>
                  <a:lnTo>
                    <a:pt x="852105" y="477213"/>
                  </a:lnTo>
                  <a:close/>
                  <a:moveTo>
                    <a:pt x="924806" y="470583"/>
                  </a:moveTo>
                  <a:lnTo>
                    <a:pt x="968122" y="473349"/>
                  </a:lnTo>
                  <a:lnTo>
                    <a:pt x="928100" y="451766"/>
                  </a:lnTo>
                  <a:close/>
                  <a:moveTo>
                    <a:pt x="790629" y="422040"/>
                  </a:moveTo>
                  <a:lnTo>
                    <a:pt x="759095" y="428613"/>
                  </a:lnTo>
                  <a:lnTo>
                    <a:pt x="775963" y="437579"/>
                  </a:lnTo>
                  <a:close/>
                  <a:moveTo>
                    <a:pt x="790629" y="422040"/>
                  </a:moveTo>
                  <a:lnTo>
                    <a:pt x="800575" y="432872"/>
                  </a:lnTo>
                  <a:lnTo>
                    <a:pt x="795352" y="413485"/>
                  </a:lnTo>
                  <a:close/>
                  <a:moveTo>
                    <a:pt x="800575" y="432872"/>
                  </a:moveTo>
                  <a:lnTo>
                    <a:pt x="852105" y="477213"/>
                  </a:lnTo>
                  <a:lnTo>
                    <a:pt x="875078" y="473028"/>
                  </a:lnTo>
                  <a:close/>
                  <a:moveTo>
                    <a:pt x="1429831" y="970019"/>
                  </a:moveTo>
                  <a:lnTo>
                    <a:pt x="1460037" y="1029478"/>
                  </a:lnTo>
                  <a:lnTo>
                    <a:pt x="1474032" y="960604"/>
                  </a:lnTo>
                  <a:close/>
                  <a:moveTo>
                    <a:pt x="1398482" y="980388"/>
                  </a:moveTo>
                  <a:lnTo>
                    <a:pt x="1460037" y="1029478"/>
                  </a:lnTo>
                  <a:lnTo>
                    <a:pt x="1429831" y="970019"/>
                  </a:lnTo>
                  <a:close/>
                  <a:moveTo>
                    <a:pt x="1400499" y="977156"/>
                  </a:moveTo>
                  <a:lnTo>
                    <a:pt x="1398482" y="980388"/>
                  </a:lnTo>
                  <a:lnTo>
                    <a:pt x="1429831" y="970019"/>
                  </a:lnTo>
                  <a:close/>
                  <a:moveTo>
                    <a:pt x="1396100" y="978804"/>
                  </a:moveTo>
                  <a:lnTo>
                    <a:pt x="1400499" y="977156"/>
                  </a:lnTo>
                  <a:lnTo>
                    <a:pt x="1353535" y="977355"/>
                  </a:lnTo>
                  <a:close/>
                  <a:moveTo>
                    <a:pt x="1225435" y="817305"/>
                  </a:moveTo>
                  <a:lnTo>
                    <a:pt x="1230198" y="825778"/>
                  </a:lnTo>
                  <a:lnTo>
                    <a:pt x="1238234" y="777700"/>
                  </a:lnTo>
                  <a:close/>
                  <a:moveTo>
                    <a:pt x="1238234" y="777700"/>
                  </a:moveTo>
                  <a:lnTo>
                    <a:pt x="1255103" y="800995"/>
                  </a:lnTo>
                  <a:lnTo>
                    <a:pt x="1286810" y="784641"/>
                  </a:lnTo>
                  <a:close/>
                  <a:moveTo>
                    <a:pt x="1090605" y="575094"/>
                  </a:moveTo>
                  <a:lnTo>
                    <a:pt x="1112379" y="557521"/>
                  </a:lnTo>
                  <a:lnTo>
                    <a:pt x="1139111" y="581772"/>
                  </a:lnTo>
                  <a:close/>
                  <a:moveTo>
                    <a:pt x="928100" y="451766"/>
                  </a:moveTo>
                  <a:lnTo>
                    <a:pt x="967237" y="423420"/>
                  </a:lnTo>
                  <a:lnTo>
                    <a:pt x="988668" y="389392"/>
                  </a:lnTo>
                  <a:close/>
                  <a:moveTo>
                    <a:pt x="1429831" y="970019"/>
                  </a:moveTo>
                  <a:lnTo>
                    <a:pt x="1353535" y="977355"/>
                  </a:lnTo>
                  <a:lnTo>
                    <a:pt x="1400499" y="977156"/>
                  </a:lnTo>
                  <a:close/>
                  <a:moveTo>
                    <a:pt x="1429831" y="970019"/>
                  </a:moveTo>
                  <a:lnTo>
                    <a:pt x="1383153" y="970176"/>
                  </a:lnTo>
                  <a:lnTo>
                    <a:pt x="1353535" y="977355"/>
                  </a:lnTo>
                  <a:close/>
                  <a:moveTo>
                    <a:pt x="1433942" y="949968"/>
                  </a:moveTo>
                  <a:lnTo>
                    <a:pt x="1383153" y="970176"/>
                  </a:lnTo>
                  <a:lnTo>
                    <a:pt x="1429831" y="970019"/>
                  </a:lnTo>
                  <a:close/>
                  <a:moveTo>
                    <a:pt x="1474829" y="954709"/>
                  </a:moveTo>
                  <a:lnTo>
                    <a:pt x="1429831" y="970019"/>
                  </a:lnTo>
                  <a:lnTo>
                    <a:pt x="1474032" y="960604"/>
                  </a:lnTo>
                  <a:close/>
                  <a:moveTo>
                    <a:pt x="1474829" y="954709"/>
                  </a:moveTo>
                  <a:lnTo>
                    <a:pt x="1433942" y="949968"/>
                  </a:lnTo>
                  <a:lnTo>
                    <a:pt x="1429831" y="970019"/>
                  </a:lnTo>
                  <a:close/>
                  <a:moveTo>
                    <a:pt x="1433942" y="949968"/>
                  </a:moveTo>
                  <a:lnTo>
                    <a:pt x="1474829" y="954709"/>
                  </a:lnTo>
                  <a:lnTo>
                    <a:pt x="1477413" y="889865"/>
                  </a:lnTo>
                  <a:close/>
                  <a:moveTo>
                    <a:pt x="1474829" y="954709"/>
                  </a:moveTo>
                  <a:lnTo>
                    <a:pt x="1474032" y="960604"/>
                  </a:lnTo>
                  <a:lnTo>
                    <a:pt x="1478038" y="956294"/>
                  </a:lnTo>
                  <a:close/>
                  <a:moveTo>
                    <a:pt x="1477413" y="889865"/>
                  </a:moveTo>
                  <a:lnTo>
                    <a:pt x="1474829" y="954709"/>
                  </a:lnTo>
                  <a:lnTo>
                    <a:pt x="1478038" y="956294"/>
                  </a:lnTo>
                  <a:close/>
                  <a:moveTo>
                    <a:pt x="1339850" y="737509"/>
                  </a:moveTo>
                  <a:lnTo>
                    <a:pt x="1305217" y="727682"/>
                  </a:lnTo>
                  <a:lnTo>
                    <a:pt x="1286810" y="784641"/>
                  </a:lnTo>
                  <a:close/>
                  <a:moveTo>
                    <a:pt x="1173700" y="507668"/>
                  </a:moveTo>
                  <a:lnTo>
                    <a:pt x="1220222" y="507829"/>
                  </a:lnTo>
                  <a:lnTo>
                    <a:pt x="1218227" y="446707"/>
                  </a:lnTo>
                  <a:close/>
                  <a:moveTo>
                    <a:pt x="1211260" y="541949"/>
                  </a:moveTo>
                  <a:lnTo>
                    <a:pt x="1254252" y="528014"/>
                  </a:lnTo>
                  <a:lnTo>
                    <a:pt x="1250060" y="495814"/>
                  </a:lnTo>
                  <a:close/>
                  <a:moveTo>
                    <a:pt x="1132056" y="138406"/>
                  </a:moveTo>
                  <a:lnTo>
                    <a:pt x="1142964" y="191479"/>
                  </a:lnTo>
                  <a:lnTo>
                    <a:pt x="1125340" y="162500"/>
                  </a:lnTo>
                  <a:close/>
                  <a:moveTo>
                    <a:pt x="1195358" y="26100"/>
                  </a:moveTo>
                  <a:lnTo>
                    <a:pt x="1164798" y="35333"/>
                  </a:lnTo>
                  <a:lnTo>
                    <a:pt x="1185468" y="40819"/>
                  </a:lnTo>
                  <a:close/>
                  <a:moveTo>
                    <a:pt x="1164798" y="35333"/>
                  </a:moveTo>
                  <a:lnTo>
                    <a:pt x="1195358" y="26100"/>
                  </a:lnTo>
                  <a:lnTo>
                    <a:pt x="1210632" y="0"/>
                  </a:lnTo>
                  <a:close/>
                  <a:moveTo>
                    <a:pt x="1134641" y="25460"/>
                  </a:moveTo>
                  <a:lnTo>
                    <a:pt x="1164798" y="35333"/>
                  </a:lnTo>
                  <a:lnTo>
                    <a:pt x="1210632" y="0"/>
                  </a:lnTo>
                  <a:close/>
                  <a:moveTo>
                    <a:pt x="1185468" y="40819"/>
                  </a:moveTo>
                  <a:lnTo>
                    <a:pt x="1239939" y="11239"/>
                  </a:lnTo>
                  <a:lnTo>
                    <a:pt x="1195358" y="26100"/>
                  </a:lnTo>
                  <a:close/>
                  <a:moveTo>
                    <a:pt x="1263786" y="24059"/>
                  </a:moveTo>
                  <a:lnTo>
                    <a:pt x="1239939" y="11239"/>
                  </a:lnTo>
                  <a:lnTo>
                    <a:pt x="1185468" y="40819"/>
                  </a:lnTo>
                  <a:close/>
                  <a:moveTo>
                    <a:pt x="1195358" y="26100"/>
                  </a:moveTo>
                  <a:lnTo>
                    <a:pt x="1239939" y="11239"/>
                  </a:lnTo>
                  <a:lnTo>
                    <a:pt x="1210632" y="0"/>
                  </a:lnTo>
                  <a:close/>
                  <a:moveTo>
                    <a:pt x="1428977" y="12861"/>
                  </a:moveTo>
                  <a:lnTo>
                    <a:pt x="1451688" y="57140"/>
                  </a:lnTo>
                  <a:lnTo>
                    <a:pt x="1464529" y="6612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3" name="Output_density__4282">
              <a:extLst>
                <a:ext uri="{FF2B5EF4-FFF2-40B4-BE49-F238E27FC236}">
                  <a16:creationId xmlns:a16="http://schemas.microsoft.com/office/drawing/2014/main" id="{2709EACB-6CEC-1B61-7839-82E60DF52B50}"/>
                </a:ext>
              </a:extLst>
            </p:cNvPr>
            <p:cNvSpPr>
              <a:spLocks noGrp="1"/>
            </p:cNvSpPr>
            <p:nvPr/>
          </p:nvSpPr>
          <p:spPr>
            <a:xfrm>
              <a:off x="15048540" y="2210993"/>
              <a:ext cx="1385794" cy="1615123"/>
            </a:xfrm>
            <a:custGeom>
              <a:avLst/>
              <a:gdLst/>
              <a:ahLst/>
              <a:cxnLst/>
              <a:rect l="0" t="0" r="0" b="0"/>
              <a:pathLst>
                <a:path w="1385794" h="1615123">
                  <a:moveTo>
                    <a:pt x="386314" y="1586805"/>
                  </a:moveTo>
                  <a:lnTo>
                    <a:pt x="422515" y="1615123"/>
                  </a:lnTo>
                  <a:lnTo>
                    <a:pt x="429107" y="1575288"/>
                  </a:lnTo>
                  <a:close/>
                  <a:moveTo>
                    <a:pt x="386314" y="1586805"/>
                  </a:moveTo>
                  <a:lnTo>
                    <a:pt x="429107" y="1575288"/>
                  </a:lnTo>
                  <a:lnTo>
                    <a:pt x="361466" y="1561548"/>
                  </a:lnTo>
                  <a:close/>
                  <a:moveTo>
                    <a:pt x="305816" y="1474071"/>
                  </a:moveTo>
                  <a:lnTo>
                    <a:pt x="330649" y="1459637"/>
                  </a:lnTo>
                  <a:lnTo>
                    <a:pt x="321250" y="1450964"/>
                  </a:lnTo>
                  <a:close/>
                  <a:moveTo>
                    <a:pt x="454912" y="1491567"/>
                  </a:moveTo>
                  <a:lnTo>
                    <a:pt x="427302" y="1435544"/>
                  </a:lnTo>
                  <a:lnTo>
                    <a:pt x="390736" y="1443015"/>
                  </a:lnTo>
                  <a:close/>
                  <a:moveTo>
                    <a:pt x="382678" y="1386823"/>
                  </a:moveTo>
                  <a:lnTo>
                    <a:pt x="382423" y="1370101"/>
                  </a:lnTo>
                  <a:lnTo>
                    <a:pt x="332914" y="1359673"/>
                  </a:lnTo>
                  <a:close/>
                  <a:moveTo>
                    <a:pt x="79197" y="971714"/>
                  </a:moveTo>
                  <a:lnTo>
                    <a:pt x="57058" y="987222"/>
                  </a:lnTo>
                  <a:lnTo>
                    <a:pt x="73619" y="984211"/>
                  </a:lnTo>
                  <a:close/>
                  <a:moveTo>
                    <a:pt x="0" y="944272"/>
                  </a:moveTo>
                  <a:lnTo>
                    <a:pt x="57058" y="987222"/>
                  </a:lnTo>
                  <a:lnTo>
                    <a:pt x="79197" y="971714"/>
                  </a:lnTo>
                  <a:close/>
                  <a:moveTo>
                    <a:pt x="73619" y="984211"/>
                  </a:moveTo>
                  <a:lnTo>
                    <a:pt x="49722" y="999573"/>
                  </a:lnTo>
                  <a:lnTo>
                    <a:pt x="79197" y="971714"/>
                  </a:lnTo>
                  <a:close/>
                  <a:moveTo>
                    <a:pt x="339936" y="1320847"/>
                  </a:moveTo>
                  <a:lnTo>
                    <a:pt x="396545" y="1288003"/>
                  </a:lnTo>
                  <a:lnTo>
                    <a:pt x="358720" y="1280815"/>
                  </a:lnTo>
                  <a:close/>
                  <a:moveTo>
                    <a:pt x="378542" y="1220693"/>
                  </a:moveTo>
                  <a:lnTo>
                    <a:pt x="361709" y="1205303"/>
                  </a:lnTo>
                  <a:lnTo>
                    <a:pt x="358720" y="1280815"/>
                  </a:lnTo>
                  <a:close/>
                  <a:moveTo>
                    <a:pt x="358720" y="1280815"/>
                  </a:moveTo>
                  <a:lnTo>
                    <a:pt x="409599" y="1256840"/>
                  </a:lnTo>
                  <a:lnTo>
                    <a:pt x="378542" y="1220693"/>
                  </a:lnTo>
                  <a:close/>
                  <a:moveTo>
                    <a:pt x="358720" y="1280815"/>
                  </a:moveTo>
                  <a:lnTo>
                    <a:pt x="396545" y="1288003"/>
                  </a:lnTo>
                  <a:lnTo>
                    <a:pt x="409599" y="1256840"/>
                  </a:lnTo>
                  <a:close/>
                  <a:moveTo>
                    <a:pt x="361709" y="1205303"/>
                  </a:moveTo>
                  <a:lnTo>
                    <a:pt x="335042" y="1153766"/>
                  </a:lnTo>
                  <a:lnTo>
                    <a:pt x="320880" y="1210853"/>
                  </a:lnTo>
                  <a:close/>
                  <a:moveTo>
                    <a:pt x="74976" y="857622"/>
                  </a:moveTo>
                  <a:lnTo>
                    <a:pt x="1309" y="818563"/>
                  </a:lnTo>
                  <a:lnTo>
                    <a:pt x="34065" y="868641"/>
                  </a:lnTo>
                  <a:close/>
                  <a:moveTo>
                    <a:pt x="361709" y="1205303"/>
                  </a:moveTo>
                  <a:lnTo>
                    <a:pt x="368832" y="1129673"/>
                  </a:lnTo>
                  <a:lnTo>
                    <a:pt x="335042" y="1153766"/>
                  </a:lnTo>
                  <a:close/>
                  <a:moveTo>
                    <a:pt x="368832" y="1129673"/>
                  </a:moveTo>
                  <a:lnTo>
                    <a:pt x="336511" y="1102230"/>
                  </a:lnTo>
                  <a:lnTo>
                    <a:pt x="335042" y="1153766"/>
                  </a:lnTo>
                  <a:close/>
                  <a:moveTo>
                    <a:pt x="110863" y="828446"/>
                  </a:moveTo>
                  <a:lnTo>
                    <a:pt x="116588" y="805098"/>
                  </a:lnTo>
                  <a:lnTo>
                    <a:pt x="119055" y="844547"/>
                  </a:lnTo>
                  <a:close/>
                  <a:moveTo>
                    <a:pt x="145909" y="874944"/>
                  </a:moveTo>
                  <a:lnTo>
                    <a:pt x="191696" y="871459"/>
                  </a:lnTo>
                  <a:lnTo>
                    <a:pt x="168946" y="881951"/>
                  </a:lnTo>
                  <a:close/>
                  <a:moveTo>
                    <a:pt x="478534" y="1008402"/>
                  </a:moveTo>
                  <a:lnTo>
                    <a:pt x="435360" y="1005519"/>
                  </a:lnTo>
                  <a:lnTo>
                    <a:pt x="489478" y="1016309"/>
                  </a:lnTo>
                  <a:close/>
                  <a:moveTo>
                    <a:pt x="112197" y="717380"/>
                  </a:moveTo>
                  <a:lnTo>
                    <a:pt x="177664" y="749378"/>
                  </a:lnTo>
                  <a:lnTo>
                    <a:pt x="167005" y="695301"/>
                  </a:lnTo>
                  <a:close/>
                  <a:moveTo>
                    <a:pt x="112197" y="717380"/>
                  </a:moveTo>
                  <a:lnTo>
                    <a:pt x="142200" y="768917"/>
                  </a:lnTo>
                  <a:lnTo>
                    <a:pt x="177664" y="749378"/>
                  </a:lnTo>
                  <a:close/>
                  <a:moveTo>
                    <a:pt x="217131" y="755274"/>
                  </a:moveTo>
                  <a:lnTo>
                    <a:pt x="202635" y="693286"/>
                  </a:lnTo>
                  <a:lnTo>
                    <a:pt x="167005" y="695301"/>
                  </a:lnTo>
                  <a:close/>
                  <a:moveTo>
                    <a:pt x="167005" y="695301"/>
                  </a:moveTo>
                  <a:lnTo>
                    <a:pt x="202635" y="693286"/>
                  </a:lnTo>
                  <a:lnTo>
                    <a:pt x="167858" y="687210"/>
                  </a:lnTo>
                  <a:close/>
                  <a:moveTo>
                    <a:pt x="625960" y="1089997"/>
                  </a:moveTo>
                  <a:lnTo>
                    <a:pt x="596462" y="1029948"/>
                  </a:lnTo>
                  <a:lnTo>
                    <a:pt x="566627" y="1037508"/>
                  </a:lnTo>
                  <a:close/>
                  <a:moveTo>
                    <a:pt x="528876" y="1028712"/>
                  </a:moveTo>
                  <a:lnTo>
                    <a:pt x="489478" y="1016309"/>
                  </a:lnTo>
                  <a:lnTo>
                    <a:pt x="442281" y="1014526"/>
                  </a:lnTo>
                  <a:close/>
                  <a:moveTo>
                    <a:pt x="528876" y="1028712"/>
                  </a:moveTo>
                  <a:lnTo>
                    <a:pt x="442281" y="1014526"/>
                  </a:lnTo>
                  <a:lnTo>
                    <a:pt x="475612" y="1004243"/>
                  </a:lnTo>
                  <a:close/>
                  <a:moveTo>
                    <a:pt x="528876" y="1028712"/>
                  </a:moveTo>
                  <a:lnTo>
                    <a:pt x="531547" y="1029948"/>
                  </a:lnTo>
                  <a:lnTo>
                    <a:pt x="537892" y="1022644"/>
                  </a:lnTo>
                  <a:close/>
                  <a:moveTo>
                    <a:pt x="489478" y="1016309"/>
                  </a:moveTo>
                  <a:lnTo>
                    <a:pt x="528876" y="1028712"/>
                  </a:lnTo>
                  <a:lnTo>
                    <a:pt x="537892" y="1022644"/>
                  </a:lnTo>
                  <a:close/>
                  <a:moveTo>
                    <a:pt x="588520" y="1077034"/>
                  </a:moveTo>
                  <a:lnTo>
                    <a:pt x="566627" y="1037508"/>
                  </a:lnTo>
                  <a:lnTo>
                    <a:pt x="531547" y="1029948"/>
                  </a:lnTo>
                  <a:close/>
                  <a:moveTo>
                    <a:pt x="202635" y="693286"/>
                  </a:moveTo>
                  <a:lnTo>
                    <a:pt x="216849" y="695703"/>
                  </a:lnTo>
                  <a:lnTo>
                    <a:pt x="175678" y="688249"/>
                  </a:lnTo>
                  <a:close/>
                  <a:moveTo>
                    <a:pt x="167858" y="687210"/>
                  </a:moveTo>
                  <a:lnTo>
                    <a:pt x="202635" y="693286"/>
                  </a:lnTo>
                  <a:lnTo>
                    <a:pt x="175678" y="688249"/>
                  </a:lnTo>
                  <a:close/>
                  <a:moveTo>
                    <a:pt x="208775" y="530616"/>
                  </a:moveTo>
                  <a:lnTo>
                    <a:pt x="131538" y="551415"/>
                  </a:lnTo>
                  <a:lnTo>
                    <a:pt x="164101" y="538264"/>
                  </a:lnTo>
                  <a:close/>
                  <a:moveTo>
                    <a:pt x="731015" y="1168057"/>
                  </a:moveTo>
                  <a:lnTo>
                    <a:pt x="746793" y="1144762"/>
                  </a:lnTo>
                  <a:lnTo>
                    <a:pt x="705375" y="1164584"/>
                  </a:lnTo>
                  <a:close/>
                  <a:moveTo>
                    <a:pt x="731015" y="1168057"/>
                  </a:moveTo>
                  <a:lnTo>
                    <a:pt x="776303" y="1169220"/>
                  </a:lnTo>
                  <a:lnTo>
                    <a:pt x="746793" y="1144762"/>
                  </a:lnTo>
                  <a:close/>
                  <a:moveTo>
                    <a:pt x="501207" y="799708"/>
                  </a:moveTo>
                  <a:lnTo>
                    <a:pt x="440833" y="812840"/>
                  </a:lnTo>
                  <a:lnTo>
                    <a:pt x="436170" y="856777"/>
                  </a:lnTo>
                  <a:close/>
                  <a:moveTo>
                    <a:pt x="501207" y="799708"/>
                  </a:moveTo>
                  <a:lnTo>
                    <a:pt x="501752" y="792401"/>
                  </a:lnTo>
                  <a:lnTo>
                    <a:pt x="487019" y="750531"/>
                  </a:lnTo>
                  <a:close/>
                  <a:moveTo>
                    <a:pt x="440833" y="812840"/>
                  </a:moveTo>
                  <a:lnTo>
                    <a:pt x="501207" y="799708"/>
                  </a:lnTo>
                  <a:lnTo>
                    <a:pt x="487019" y="750531"/>
                  </a:lnTo>
                  <a:close/>
                  <a:moveTo>
                    <a:pt x="501752" y="792401"/>
                  </a:moveTo>
                  <a:lnTo>
                    <a:pt x="505901" y="799708"/>
                  </a:lnTo>
                  <a:lnTo>
                    <a:pt x="487019" y="750531"/>
                  </a:lnTo>
                  <a:close/>
                  <a:moveTo>
                    <a:pt x="208775" y="530616"/>
                  </a:moveTo>
                  <a:lnTo>
                    <a:pt x="164101" y="538264"/>
                  </a:lnTo>
                  <a:lnTo>
                    <a:pt x="246244" y="535804"/>
                  </a:lnTo>
                  <a:close/>
                  <a:moveTo>
                    <a:pt x="258044" y="540148"/>
                  </a:moveTo>
                  <a:lnTo>
                    <a:pt x="261166" y="542025"/>
                  </a:lnTo>
                  <a:lnTo>
                    <a:pt x="282764" y="551669"/>
                  </a:lnTo>
                  <a:close/>
                  <a:moveTo>
                    <a:pt x="298322" y="555842"/>
                  </a:moveTo>
                  <a:lnTo>
                    <a:pt x="282764" y="551669"/>
                  </a:lnTo>
                  <a:lnTo>
                    <a:pt x="261166" y="542025"/>
                  </a:lnTo>
                  <a:close/>
                  <a:moveTo>
                    <a:pt x="1177264" y="1510340"/>
                  </a:moveTo>
                  <a:lnTo>
                    <a:pt x="1140481" y="1502262"/>
                  </a:lnTo>
                  <a:lnTo>
                    <a:pt x="1122012" y="1539359"/>
                  </a:lnTo>
                  <a:close/>
                  <a:moveTo>
                    <a:pt x="457644" y="673688"/>
                  </a:moveTo>
                  <a:lnTo>
                    <a:pt x="514351" y="704609"/>
                  </a:lnTo>
                  <a:lnTo>
                    <a:pt x="461423" y="672541"/>
                  </a:lnTo>
                  <a:close/>
                  <a:moveTo>
                    <a:pt x="369514" y="647340"/>
                  </a:moveTo>
                  <a:lnTo>
                    <a:pt x="401022" y="630244"/>
                  </a:lnTo>
                  <a:lnTo>
                    <a:pt x="457644" y="673688"/>
                  </a:lnTo>
                  <a:close/>
                  <a:moveTo>
                    <a:pt x="372729" y="645098"/>
                  </a:moveTo>
                  <a:lnTo>
                    <a:pt x="369514" y="647340"/>
                  </a:lnTo>
                  <a:lnTo>
                    <a:pt x="457644" y="673688"/>
                  </a:lnTo>
                  <a:close/>
                  <a:moveTo>
                    <a:pt x="388738" y="621004"/>
                  </a:moveTo>
                  <a:lnTo>
                    <a:pt x="367711" y="640597"/>
                  </a:lnTo>
                  <a:lnTo>
                    <a:pt x="330471" y="575627"/>
                  </a:lnTo>
                  <a:close/>
                  <a:moveTo>
                    <a:pt x="398652" y="569468"/>
                  </a:moveTo>
                  <a:lnTo>
                    <a:pt x="367711" y="640597"/>
                  </a:lnTo>
                  <a:lnTo>
                    <a:pt x="372729" y="645098"/>
                  </a:lnTo>
                  <a:close/>
                  <a:moveTo>
                    <a:pt x="923863" y="1136370"/>
                  </a:moveTo>
                  <a:lnTo>
                    <a:pt x="949271" y="1187907"/>
                  </a:lnTo>
                  <a:lnTo>
                    <a:pt x="924125" y="1125008"/>
                  </a:lnTo>
                  <a:close/>
                  <a:moveTo>
                    <a:pt x="977697" y="1079343"/>
                  </a:moveTo>
                  <a:lnTo>
                    <a:pt x="924125" y="1125008"/>
                  </a:lnTo>
                  <a:lnTo>
                    <a:pt x="933501" y="1088779"/>
                  </a:lnTo>
                  <a:close/>
                  <a:moveTo>
                    <a:pt x="507877" y="545502"/>
                  </a:moveTo>
                  <a:lnTo>
                    <a:pt x="468735" y="569468"/>
                  </a:lnTo>
                  <a:lnTo>
                    <a:pt x="461966" y="607431"/>
                  </a:lnTo>
                  <a:close/>
                  <a:moveTo>
                    <a:pt x="461966" y="607431"/>
                  </a:moveTo>
                  <a:lnTo>
                    <a:pt x="468735" y="569468"/>
                  </a:lnTo>
                  <a:lnTo>
                    <a:pt x="447738" y="556256"/>
                  </a:lnTo>
                  <a:close/>
                  <a:moveTo>
                    <a:pt x="447738" y="556256"/>
                  </a:moveTo>
                  <a:lnTo>
                    <a:pt x="468735" y="569468"/>
                  </a:lnTo>
                  <a:lnTo>
                    <a:pt x="438949" y="500658"/>
                  </a:lnTo>
                  <a:close/>
                  <a:moveTo>
                    <a:pt x="438949" y="500658"/>
                  </a:moveTo>
                  <a:lnTo>
                    <a:pt x="507772" y="545107"/>
                  </a:lnTo>
                  <a:lnTo>
                    <a:pt x="457585" y="493837"/>
                  </a:lnTo>
                  <a:close/>
                  <a:moveTo>
                    <a:pt x="438949" y="500658"/>
                  </a:moveTo>
                  <a:lnTo>
                    <a:pt x="457585" y="493837"/>
                  </a:lnTo>
                  <a:lnTo>
                    <a:pt x="445476" y="486872"/>
                  </a:lnTo>
                  <a:close/>
                  <a:moveTo>
                    <a:pt x="935262" y="1163813"/>
                  </a:moveTo>
                  <a:lnTo>
                    <a:pt x="928849" y="1112276"/>
                  </a:lnTo>
                  <a:lnTo>
                    <a:pt x="924125" y="1125008"/>
                  </a:lnTo>
                  <a:close/>
                  <a:moveTo>
                    <a:pt x="1250278" y="1300734"/>
                  </a:moveTo>
                  <a:lnTo>
                    <a:pt x="1199803" y="1303787"/>
                  </a:lnTo>
                  <a:lnTo>
                    <a:pt x="1255172" y="1359498"/>
                  </a:lnTo>
                  <a:close/>
                  <a:moveTo>
                    <a:pt x="962754" y="1063253"/>
                  </a:moveTo>
                  <a:lnTo>
                    <a:pt x="995066" y="1088182"/>
                  </a:lnTo>
                  <a:lnTo>
                    <a:pt x="977697" y="1079343"/>
                  </a:lnTo>
                  <a:close/>
                  <a:moveTo>
                    <a:pt x="933501" y="1088779"/>
                  </a:moveTo>
                  <a:lnTo>
                    <a:pt x="962754" y="1063253"/>
                  </a:lnTo>
                  <a:lnTo>
                    <a:pt x="977697" y="1079343"/>
                  </a:lnTo>
                  <a:close/>
                  <a:moveTo>
                    <a:pt x="769170" y="823725"/>
                  </a:moveTo>
                  <a:lnTo>
                    <a:pt x="759827" y="830918"/>
                  </a:lnTo>
                  <a:lnTo>
                    <a:pt x="791952" y="778963"/>
                  </a:lnTo>
                  <a:close/>
                  <a:moveTo>
                    <a:pt x="572031" y="521280"/>
                  </a:moveTo>
                  <a:lnTo>
                    <a:pt x="575240" y="528564"/>
                  </a:lnTo>
                  <a:lnTo>
                    <a:pt x="547380" y="558296"/>
                  </a:lnTo>
                  <a:close/>
                  <a:moveTo>
                    <a:pt x="485945" y="469743"/>
                  </a:moveTo>
                  <a:lnTo>
                    <a:pt x="507772" y="545107"/>
                  </a:lnTo>
                  <a:lnTo>
                    <a:pt x="532663" y="503273"/>
                  </a:lnTo>
                  <a:close/>
                  <a:moveTo>
                    <a:pt x="485945" y="469743"/>
                  </a:moveTo>
                  <a:lnTo>
                    <a:pt x="457585" y="493837"/>
                  </a:lnTo>
                  <a:lnTo>
                    <a:pt x="507772" y="545107"/>
                  </a:lnTo>
                  <a:close/>
                  <a:moveTo>
                    <a:pt x="457585" y="493837"/>
                  </a:moveTo>
                  <a:lnTo>
                    <a:pt x="485945" y="469743"/>
                  </a:lnTo>
                  <a:lnTo>
                    <a:pt x="445476" y="486872"/>
                  </a:lnTo>
                  <a:close/>
                  <a:moveTo>
                    <a:pt x="922077" y="985109"/>
                  </a:moveTo>
                  <a:lnTo>
                    <a:pt x="917977" y="1004521"/>
                  </a:lnTo>
                  <a:lnTo>
                    <a:pt x="952785" y="1025981"/>
                  </a:lnTo>
                  <a:close/>
                  <a:moveTo>
                    <a:pt x="727970" y="675889"/>
                  </a:moveTo>
                  <a:lnTo>
                    <a:pt x="807460" y="704690"/>
                  </a:lnTo>
                  <a:lnTo>
                    <a:pt x="784809" y="660363"/>
                  </a:lnTo>
                  <a:close/>
                  <a:moveTo>
                    <a:pt x="784809" y="660363"/>
                  </a:moveTo>
                  <a:lnTo>
                    <a:pt x="716696" y="667312"/>
                  </a:lnTo>
                  <a:lnTo>
                    <a:pt x="727970" y="675889"/>
                  </a:lnTo>
                  <a:close/>
                  <a:moveTo>
                    <a:pt x="731200" y="603221"/>
                  </a:moveTo>
                  <a:lnTo>
                    <a:pt x="716696" y="667312"/>
                  </a:lnTo>
                  <a:lnTo>
                    <a:pt x="784809" y="660363"/>
                  </a:lnTo>
                  <a:close/>
                  <a:moveTo>
                    <a:pt x="780021" y="601512"/>
                  </a:moveTo>
                  <a:lnTo>
                    <a:pt x="731200" y="603221"/>
                  </a:lnTo>
                  <a:lnTo>
                    <a:pt x="784809" y="660363"/>
                  </a:lnTo>
                  <a:close/>
                  <a:moveTo>
                    <a:pt x="731200" y="603221"/>
                  </a:moveTo>
                  <a:lnTo>
                    <a:pt x="778378" y="588356"/>
                  </a:lnTo>
                  <a:lnTo>
                    <a:pt x="696568" y="572816"/>
                  </a:lnTo>
                  <a:close/>
                  <a:moveTo>
                    <a:pt x="572031" y="521280"/>
                  </a:moveTo>
                  <a:lnTo>
                    <a:pt x="601120" y="507523"/>
                  </a:lnTo>
                  <a:lnTo>
                    <a:pt x="532663" y="503273"/>
                  </a:lnTo>
                  <a:close/>
                  <a:moveTo>
                    <a:pt x="1291991" y="1204079"/>
                  </a:moveTo>
                  <a:lnTo>
                    <a:pt x="1343651" y="1200062"/>
                  </a:lnTo>
                  <a:lnTo>
                    <a:pt x="1332459" y="1146419"/>
                  </a:lnTo>
                  <a:close/>
                  <a:moveTo>
                    <a:pt x="1291991" y="1204079"/>
                  </a:moveTo>
                  <a:lnTo>
                    <a:pt x="1332459" y="1146419"/>
                  </a:lnTo>
                  <a:lnTo>
                    <a:pt x="1287272" y="1145173"/>
                  </a:lnTo>
                  <a:close/>
                  <a:moveTo>
                    <a:pt x="1380068" y="1208438"/>
                  </a:moveTo>
                  <a:lnTo>
                    <a:pt x="1332459" y="1146419"/>
                  </a:lnTo>
                  <a:lnTo>
                    <a:pt x="1343651" y="1200062"/>
                  </a:lnTo>
                  <a:close/>
                  <a:moveTo>
                    <a:pt x="1236716" y="1148292"/>
                  </a:moveTo>
                  <a:lnTo>
                    <a:pt x="1287272" y="1145173"/>
                  </a:lnTo>
                  <a:lnTo>
                    <a:pt x="1223783" y="1096063"/>
                  </a:lnTo>
                  <a:close/>
                  <a:moveTo>
                    <a:pt x="1287272" y="1145173"/>
                  </a:moveTo>
                  <a:lnTo>
                    <a:pt x="1332459" y="1146419"/>
                  </a:lnTo>
                  <a:lnTo>
                    <a:pt x="1297088" y="1130310"/>
                  </a:lnTo>
                  <a:close/>
                  <a:moveTo>
                    <a:pt x="1030977" y="873849"/>
                  </a:moveTo>
                  <a:lnTo>
                    <a:pt x="1039356" y="865402"/>
                  </a:lnTo>
                  <a:lnTo>
                    <a:pt x="998725" y="888166"/>
                  </a:lnTo>
                  <a:close/>
                  <a:moveTo>
                    <a:pt x="1061935" y="837964"/>
                  </a:moveTo>
                  <a:lnTo>
                    <a:pt x="1059597" y="833848"/>
                  </a:lnTo>
                  <a:lnTo>
                    <a:pt x="1033071" y="841902"/>
                  </a:lnTo>
                  <a:close/>
                  <a:moveTo>
                    <a:pt x="851079" y="581726"/>
                  </a:moveTo>
                  <a:lnTo>
                    <a:pt x="785845" y="600259"/>
                  </a:lnTo>
                  <a:lnTo>
                    <a:pt x="836830" y="632218"/>
                  </a:lnTo>
                  <a:close/>
                  <a:moveTo>
                    <a:pt x="778378" y="588356"/>
                  </a:moveTo>
                  <a:lnTo>
                    <a:pt x="785845" y="600259"/>
                  </a:lnTo>
                  <a:lnTo>
                    <a:pt x="854373" y="562909"/>
                  </a:lnTo>
                  <a:close/>
                  <a:moveTo>
                    <a:pt x="703780" y="473092"/>
                  </a:moveTo>
                  <a:lnTo>
                    <a:pt x="671082" y="488627"/>
                  </a:lnTo>
                  <a:lnTo>
                    <a:pt x="716902" y="533183"/>
                  </a:lnTo>
                  <a:close/>
                  <a:moveTo>
                    <a:pt x="1069556" y="831769"/>
                  </a:moveTo>
                  <a:lnTo>
                    <a:pt x="1017505" y="823481"/>
                  </a:lnTo>
                  <a:lnTo>
                    <a:pt x="1059597" y="833848"/>
                  </a:lnTo>
                  <a:close/>
                  <a:moveTo>
                    <a:pt x="1027681" y="765087"/>
                  </a:moveTo>
                  <a:lnTo>
                    <a:pt x="1017505" y="823481"/>
                  </a:lnTo>
                  <a:lnTo>
                    <a:pt x="1069556" y="831769"/>
                  </a:lnTo>
                  <a:close/>
                  <a:moveTo>
                    <a:pt x="1071828" y="767178"/>
                  </a:moveTo>
                  <a:lnTo>
                    <a:pt x="1027681" y="765087"/>
                  </a:lnTo>
                  <a:lnTo>
                    <a:pt x="1069556" y="831769"/>
                  </a:lnTo>
                  <a:close/>
                  <a:moveTo>
                    <a:pt x="1103881" y="797073"/>
                  </a:moveTo>
                  <a:lnTo>
                    <a:pt x="1141523" y="811242"/>
                  </a:lnTo>
                  <a:lnTo>
                    <a:pt x="1185348" y="792086"/>
                  </a:lnTo>
                  <a:close/>
                  <a:moveTo>
                    <a:pt x="1027681" y="765087"/>
                  </a:moveTo>
                  <a:lnTo>
                    <a:pt x="1071828" y="767178"/>
                  </a:lnTo>
                  <a:lnTo>
                    <a:pt x="1065714" y="709406"/>
                  </a:lnTo>
                  <a:close/>
                  <a:moveTo>
                    <a:pt x="934909" y="576165"/>
                  </a:moveTo>
                  <a:lnTo>
                    <a:pt x="924410" y="560090"/>
                  </a:lnTo>
                  <a:lnTo>
                    <a:pt x="924217" y="514466"/>
                  </a:lnTo>
                  <a:close/>
                  <a:moveTo>
                    <a:pt x="737048" y="338705"/>
                  </a:moveTo>
                  <a:lnTo>
                    <a:pt x="751298" y="345925"/>
                  </a:lnTo>
                  <a:lnTo>
                    <a:pt x="699768" y="315060"/>
                  </a:lnTo>
                  <a:close/>
                  <a:moveTo>
                    <a:pt x="699768" y="315060"/>
                  </a:moveTo>
                  <a:lnTo>
                    <a:pt x="751298" y="345925"/>
                  </a:lnTo>
                  <a:lnTo>
                    <a:pt x="773873" y="355539"/>
                  </a:lnTo>
                  <a:close/>
                  <a:moveTo>
                    <a:pt x="1363029" y="996080"/>
                  </a:moveTo>
                  <a:lnTo>
                    <a:pt x="1385794" y="952812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63029" y="996080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42238" y="950240"/>
                  </a:lnTo>
                  <a:lnTo>
                    <a:pt x="1319105" y="942825"/>
                  </a:lnTo>
                  <a:close/>
                  <a:moveTo>
                    <a:pt x="1231491" y="838825"/>
                  </a:moveTo>
                  <a:lnTo>
                    <a:pt x="1164507" y="888843"/>
                  </a:lnTo>
                  <a:lnTo>
                    <a:pt x="1213083" y="895784"/>
                  </a:lnTo>
                  <a:close/>
                  <a:moveTo>
                    <a:pt x="751298" y="345925"/>
                  </a:moveTo>
                  <a:lnTo>
                    <a:pt x="746953" y="339442"/>
                  </a:lnTo>
                  <a:lnTo>
                    <a:pt x="789160" y="358866"/>
                  </a:lnTo>
                  <a:close/>
                  <a:moveTo>
                    <a:pt x="1176333" y="606957"/>
                  </a:moveTo>
                  <a:lnTo>
                    <a:pt x="1157420" y="555420"/>
                  </a:lnTo>
                  <a:lnTo>
                    <a:pt x="1146496" y="618972"/>
                  </a:lnTo>
                  <a:close/>
                  <a:moveTo>
                    <a:pt x="1157420" y="555420"/>
                  </a:moveTo>
                  <a:lnTo>
                    <a:pt x="1144500" y="557850"/>
                  </a:lnTo>
                  <a:lnTo>
                    <a:pt x="1146496" y="618972"/>
                  </a:lnTo>
                  <a:close/>
                  <a:moveTo>
                    <a:pt x="1002939" y="471487"/>
                  </a:moveTo>
                  <a:lnTo>
                    <a:pt x="1043456" y="503883"/>
                  </a:lnTo>
                  <a:lnTo>
                    <a:pt x="1078919" y="510442"/>
                  </a:lnTo>
                  <a:close/>
                  <a:moveTo>
                    <a:pt x="1002939" y="471487"/>
                  </a:moveTo>
                  <a:lnTo>
                    <a:pt x="1078919" y="510442"/>
                  </a:lnTo>
                  <a:lnTo>
                    <a:pt x="1056907" y="465594"/>
                  </a:lnTo>
                  <a:close/>
                  <a:moveTo>
                    <a:pt x="922202" y="248172"/>
                  </a:moveTo>
                  <a:lnTo>
                    <a:pt x="923180" y="240792"/>
                  </a:lnTo>
                  <a:lnTo>
                    <a:pt x="923958" y="270294"/>
                  </a:lnTo>
                  <a:close/>
                  <a:moveTo>
                    <a:pt x="1176333" y="606957"/>
                  </a:moveTo>
                  <a:lnTo>
                    <a:pt x="1173119" y="597327"/>
                  </a:lnTo>
                  <a:lnTo>
                    <a:pt x="1157420" y="555420"/>
                  </a:lnTo>
                  <a:close/>
                  <a:moveTo>
                    <a:pt x="983450" y="173617"/>
                  </a:moveTo>
                  <a:lnTo>
                    <a:pt x="987701" y="172448"/>
                  </a:lnTo>
                  <a:lnTo>
                    <a:pt x="1022920" y="222107"/>
                  </a:lnTo>
                  <a:close/>
                  <a:moveTo>
                    <a:pt x="1268564" y="479789"/>
                  </a:moveTo>
                  <a:lnTo>
                    <a:pt x="1309095" y="531326"/>
                  </a:lnTo>
                  <a:lnTo>
                    <a:pt x="1344168" y="507232"/>
                  </a:lnTo>
                  <a:close/>
                  <a:moveTo>
                    <a:pt x="1314025" y="455696"/>
                  </a:moveTo>
                  <a:lnTo>
                    <a:pt x="1344168" y="507232"/>
                  </a:lnTo>
                  <a:lnTo>
                    <a:pt x="1341434" y="483138"/>
                  </a:lnTo>
                  <a:close/>
                  <a:moveTo>
                    <a:pt x="1310538" y="404159"/>
                  </a:moveTo>
                  <a:lnTo>
                    <a:pt x="1344138" y="431602"/>
                  </a:lnTo>
                  <a:lnTo>
                    <a:pt x="1342282" y="380065"/>
                  </a:lnTo>
                  <a:close/>
                  <a:moveTo>
                    <a:pt x="1231373" y="173919"/>
                  </a:moveTo>
                  <a:lnTo>
                    <a:pt x="1210357" y="211092"/>
                  </a:lnTo>
                  <a:lnTo>
                    <a:pt x="1216157" y="161120"/>
                  </a:lnTo>
                  <a:close/>
                  <a:moveTo>
                    <a:pt x="1192901" y="10930"/>
                  </a:moveTo>
                  <a:lnTo>
                    <a:pt x="1236683" y="46751"/>
                  </a:lnTo>
                  <a:lnTo>
                    <a:pt x="1182813" y="0"/>
                  </a:lnTo>
                  <a:close/>
                  <a:moveTo>
                    <a:pt x="1276029" y="74194"/>
                  </a:moveTo>
                  <a:lnTo>
                    <a:pt x="1283377" y="81710"/>
                  </a:lnTo>
                  <a:lnTo>
                    <a:pt x="1215231" y="36387"/>
                  </a:lnTo>
                  <a:close/>
                  <a:moveTo>
                    <a:pt x="1215231" y="36387"/>
                  </a:moveTo>
                  <a:lnTo>
                    <a:pt x="1283377" y="81710"/>
                  </a:lnTo>
                  <a:lnTo>
                    <a:pt x="1236683" y="46751"/>
                  </a:lnTo>
                  <a:close/>
                  <a:moveTo>
                    <a:pt x="1236683" y="46751"/>
                  </a:moveTo>
                  <a:lnTo>
                    <a:pt x="1283377" y="81710"/>
                  </a:lnTo>
                  <a:lnTo>
                    <a:pt x="1256478" y="73955"/>
                  </a:lnTo>
                  <a:close/>
                  <a:moveTo>
                    <a:pt x="1215231" y="36387"/>
                  </a:moveTo>
                  <a:lnTo>
                    <a:pt x="1236683" y="46751"/>
                  </a:lnTo>
                  <a:lnTo>
                    <a:pt x="1192901" y="1093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84" name="Output_density__4283">
              <a:extLst>
                <a:ext uri="{FF2B5EF4-FFF2-40B4-BE49-F238E27FC236}">
                  <a16:creationId xmlns:a16="http://schemas.microsoft.com/office/drawing/2014/main" id="{61670227-05D9-FE3D-856A-73672EDA4A1E}"/>
                </a:ext>
              </a:extLst>
            </p:cNvPr>
            <p:cNvSpPr>
              <a:spLocks noGrp="1"/>
            </p:cNvSpPr>
            <p:nvPr/>
          </p:nvSpPr>
          <p:spPr>
            <a:xfrm>
              <a:off x="15022579" y="2322136"/>
              <a:ext cx="1496641" cy="1393839"/>
            </a:xfrm>
            <a:custGeom>
              <a:avLst/>
              <a:gdLst/>
              <a:ahLst/>
              <a:cxnLst/>
              <a:rect l="0" t="0" r="0" b="0"/>
              <a:pathLst>
                <a:path w="1496641" h="1393839">
                  <a:moveTo>
                    <a:pt x="480872" y="1380424"/>
                  </a:moveTo>
                  <a:lnTo>
                    <a:pt x="511090" y="1393839"/>
                  </a:lnTo>
                  <a:lnTo>
                    <a:pt x="482607" y="1361792"/>
                  </a:lnTo>
                  <a:close/>
                  <a:moveTo>
                    <a:pt x="482607" y="1361792"/>
                  </a:moveTo>
                  <a:lnTo>
                    <a:pt x="523330" y="1339371"/>
                  </a:lnTo>
                  <a:lnTo>
                    <a:pt x="491252" y="1371984"/>
                  </a:lnTo>
                  <a:close/>
                  <a:moveTo>
                    <a:pt x="0" y="757498"/>
                  </a:moveTo>
                  <a:lnTo>
                    <a:pt x="27783" y="705226"/>
                  </a:lnTo>
                  <a:lnTo>
                    <a:pt x="36795" y="681867"/>
                  </a:lnTo>
                  <a:close/>
                  <a:moveTo>
                    <a:pt x="54792" y="630331"/>
                  </a:moveTo>
                  <a:lnTo>
                    <a:pt x="84399" y="571695"/>
                  </a:lnTo>
                  <a:lnTo>
                    <a:pt x="89333" y="554700"/>
                  </a:lnTo>
                  <a:close/>
                  <a:moveTo>
                    <a:pt x="372275" y="759034"/>
                  </a:moveTo>
                  <a:lnTo>
                    <a:pt x="387071" y="788289"/>
                  </a:lnTo>
                  <a:lnTo>
                    <a:pt x="388514" y="779974"/>
                  </a:lnTo>
                  <a:close/>
                  <a:moveTo>
                    <a:pt x="372275" y="759034"/>
                  </a:moveTo>
                  <a:lnTo>
                    <a:pt x="388514" y="779974"/>
                  </a:lnTo>
                  <a:lnTo>
                    <a:pt x="414289" y="741440"/>
                  </a:lnTo>
                  <a:close/>
                  <a:moveTo>
                    <a:pt x="660875" y="595116"/>
                  </a:moveTo>
                  <a:lnTo>
                    <a:pt x="642649" y="588840"/>
                  </a:lnTo>
                  <a:lnTo>
                    <a:pt x="632917" y="590347"/>
                  </a:lnTo>
                  <a:close/>
                  <a:moveTo>
                    <a:pt x="1172717" y="846233"/>
                  </a:moveTo>
                  <a:lnTo>
                    <a:pt x="1182431" y="825778"/>
                  </a:lnTo>
                  <a:lnTo>
                    <a:pt x="1177668" y="817305"/>
                  </a:lnTo>
                  <a:close/>
                  <a:moveTo>
                    <a:pt x="999039" y="586010"/>
                  </a:moveTo>
                  <a:lnTo>
                    <a:pt x="1013383" y="561187"/>
                  </a:lnTo>
                  <a:lnTo>
                    <a:pt x="1042839" y="575094"/>
                  </a:lnTo>
                  <a:close/>
                  <a:moveTo>
                    <a:pt x="1292083" y="737509"/>
                  </a:moveTo>
                  <a:lnTo>
                    <a:pt x="1239043" y="784641"/>
                  </a:lnTo>
                  <a:lnTo>
                    <a:pt x="1283409" y="775841"/>
                  </a:lnTo>
                  <a:close/>
                  <a:moveTo>
                    <a:pt x="1163493" y="541949"/>
                  </a:moveTo>
                  <a:lnTo>
                    <a:pt x="1130757" y="554453"/>
                  </a:lnTo>
                  <a:lnTo>
                    <a:pt x="1206486" y="528014"/>
                  </a:lnTo>
                  <a:close/>
                  <a:moveTo>
                    <a:pt x="1458604" y="447626"/>
                  </a:moveTo>
                  <a:lnTo>
                    <a:pt x="1488278" y="423532"/>
                  </a:lnTo>
                  <a:lnTo>
                    <a:pt x="1468897" y="445496"/>
                  </a:lnTo>
                  <a:close/>
                  <a:moveTo>
                    <a:pt x="1145315" y="11239"/>
                  </a:moveTo>
                  <a:lnTo>
                    <a:pt x="1101713" y="25416"/>
                  </a:lnTo>
                  <a:lnTo>
                    <a:pt x="1162865" y="0"/>
                  </a:lnTo>
                  <a:close/>
                  <a:moveTo>
                    <a:pt x="1488278" y="423532"/>
                  </a:moveTo>
                  <a:lnTo>
                    <a:pt x="1496641" y="374551"/>
                  </a:lnTo>
                  <a:lnTo>
                    <a:pt x="1486323" y="40458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85" name="Output_density__4284">
              <a:extLst>
                <a:ext uri="{FF2B5EF4-FFF2-40B4-BE49-F238E27FC236}">
                  <a16:creationId xmlns:a16="http://schemas.microsoft.com/office/drawing/2014/main" id="{2CD99089-9B84-B440-3F35-4A4E6D8B425F}"/>
                </a:ext>
              </a:extLst>
            </p:cNvPr>
            <p:cNvSpPr>
              <a:spLocks noGrp="1"/>
            </p:cNvSpPr>
            <p:nvPr/>
          </p:nvSpPr>
          <p:spPr>
            <a:xfrm>
              <a:off x="15082604" y="2210172"/>
              <a:ext cx="1217819" cy="1443836"/>
            </a:xfrm>
            <a:custGeom>
              <a:avLst/>
              <a:gdLst/>
              <a:ahLst/>
              <a:cxnLst/>
              <a:rect l="0" t="0" r="0" b="0"/>
              <a:pathLst>
                <a:path w="1217819" h="1443836">
                  <a:moveTo>
                    <a:pt x="393237" y="1436365"/>
                  </a:moveTo>
                  <a:lnTo>
                    <a:pt x="359752" y="1384828"/>
                  </a:lnTo>
                  <a:lnTo>
                    <a:pt x="356671" y="1443836"/>
                  </a:lnTo>
                  <a:close/>
                  <a:moveTo>
                    <a:pt x="0" y="869462"/>
                  </a:moveTo>
                  <a:lnTo>
                    <a:pt x="42596" y="919816"/>
                  </a:lnTo>
                  <a:lnTo>
                    <a:pt x="40911" y="858443"/>
                  </a:lnTo>
                  <a:close/>
                  <a:moveTo>
                    <a:pt x="0" y="869462"/>
                  </a:moveTo>
                  <a:lnTo>
                    <a:pt x="38051" y="920999"/>
                  </a:lnTo>
                  <a:lnTo>
                    <a:pt x="42596" y="919816"/>
                  </a:lnTo>
                  <a:close/>
                  <a:moveTo>
                    <a:pt x="84990" y="845368"/>
                  </a:moveTo>
                  <a:lnTo>
                    <a:pt x="56659" y="793832"/>
                  </a:lnTo>
                  <a:lnTo>
                    <a:pt x="40911" y="858443"/>
                  </a:lnTo>
                  <a:close/>
                  <a:moveTo>
                    <a:pt x="84990" y="845368"/>
                  </a:moveTo>
                  <a:lnTo>
                    <a:pt x="108135" y="769738"/>
                  </a:lnTo>
                  <a:lnTo>
                    <a:pt x="56659" y="793832"/>
                  </a:lnTo>
                  <a:close/>
                  <a:moveTo>
                    <a:pt x="382941" y="1054864"/>
                  </a:moveTo>
                  <a:lnTo>
                    <a:pt x="408216" y="1015347"/>
                  </a:lnTo>
                  <a:lnTo>
                    <a:pt x="362376" y="1062741"/>
                  </a:lnTo>
                  <a:close/>
                  <a:moveTo>
                    <a:pt x="296406" y="576449"/>
                  </a:moveTo>
                  <a:lnTo>
                    <a:pt x="345163" y="574793"/>
                  </a:lnTo>
                  <a:lnTo>
                    <a:pt x="309623" y="551599"/>
                  </a:lnTo>
                  <a:close/>
                  <a:moveTo>
                    <a:pt x="309623" y="551599"/>
                  </a:moveTo>
                  <a:lnTo>
                    <a:pt x="345163" y="574793"/>
                  </a:lnTo>
                  <a:lnTo>
                    <a:pt x="315360" y="542846"/>
                  </a:lnTo>
                  <a:close/>
                  <a:moveTo>
                    <a:pt x="315360" y="542846"/>
                  </a:moveTo>
                  <a:lnTo>
                    <a:pt x="345163" y="574793"/>
                  </a:lnTo>
                  <a:lnTo>
                    <a:pt x="364587" y="570289"/>
                  </a:lnTo>
                  <a:close/>
                  <a:moveTo>
                    <a:pt x="315360" y="542846"/>
                  </a:moveTo>
                  <a:lnTo>
                    <a:pt x="364587" y="570289"/>
                  </a:lnTo>
                  <a:lnTo>
                    <a:pt x="360198" y="518753"/>
                  </a:lnTo>
                  <a:close/>
                  <a:moveTo>
                    <a:pt x="380347" y="621826"/>
                  </a:moveTo>
                  <a:lnTo>
                    <a:pt x="421620" y="660761"/>
                  </a:lnTo>
                  <a:lnTo>
                    <a:pt x="427902" y="608252"/>
                  </a:lnTo>
                  <a:close/>
                  <a:moveTo>
                    <a:pt x="364587" y="570289"/>
                  </a:moveTo>
                  <a:lnTo>
                    <a:pt x="427902" y="608252"/>
                  </a:lnTo>
                  <a:lnTo>
                    <a:pt x="413673" y="557077"/>
                  </a:lnTo>
                  <a:close/>
                  <a:moveTo>
                    <a:pt x="364587" y="570289"/>
                  </a:moveTo>
                  <a:lnTo>
                    <a:pt x="380347" y="621826"/>
                  </a:lnTo>
                  <a:lnTo>
                    <a:pt x="427902" y="608252"/>
                  </a:lnTo>
                  <a:close/>
                  <a:moveTo>
                    <a:pt x="427902" y="608252"/>
                  </a:moveTo>
                  <a:lnTo>
                    <a:pt x="447339" y="597732"/>
                  </a:lnTo>
                  <a:lnTo>
                    <a:pt x="473812" y="546323"/>
                  </a:lnTo>
                  <a:close/>
                  <a:moveTo>
                    <a:pt x="360198" y="518753"/>
                  </a:moveTo>
                  <a:lnTo>
                    <a:pt x="364587" y="570289"/>
                  </a:lnTo>
                  <a:lnTo>
                    <a:pt x="413673" y="557077"/>
                  </a:lnTo>
                  <a:close/>
                  <a:moveTo>
                    <a:pt x="327357" y="467216"/>
                  </a:moveTo>
                  <a:lnTo>
                    <a:pt x="360198" y="518753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27357" y="467216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68730" y="443122"/>
                  </a:lnTo>
                  <a:lnTo>
                    <a:pt x="363413" y="391585"/>
                  </a:lnTo>
                  <a:close/>
                  <a:moveTo>
                    <a:pt x="1130944" y="1319244"/>
                  </a:moveTo>
                  <a:lnTo>
                    <a:pt x="1165738" y="1304609"/>
                  </a:lnTo>
                  <a:lnTo>
                    <a:pt x="1140452" y="1292011"/>
                  </a:lnTo>
                  <a:close/>
                  <a:moveTo>
                    <a:pt x="417213" y="419028"/>
                  </a:moveTo>
                  <a:lnTo>
                    <a:pt x="368730" y="443122"/>
                  </a:lnTo>
                  <a:lnTo>
                    <a:pt x="411411" y="487694"/>
                  </a:lnTo>
                  <a:close/>
                  <a:moveTo>
                    <a:pt x="363413" y="391585"/>
                  </a:moveTo>
                  <a:lnTo>
                    <a:pt x="419803" y="384170"/>
                  </a:lnTo>
                  <a:lnTo>
                    <a:pt x="409297" y="372406"/>
                  </a:lnTo>
                  <a:close/>
                  <a:moveTo>
                    <a:pt x="417213" y="419028"/>
                  </a:moveTo>
                  <a:lnTo>
                    <a:pt x="419803" y="384170"/>
                  </a:lnTo>
                  <a:lnTo>
                    <a:pt x="363413" y="391585"/>
                  </a:lnTo>
                  <a:close/>
                  <a:moveTo>
                    <a:pt x="368730" y="443122"/>
                  </a:moveTo>
                  <a:lnTo>
                    <a:pt x="417213" y="419028"/>
                  </a:lnTo>
                  <a:lnTo>
                    <a:pt x="363413" y="391585"/>
                  </a:lnTo>
                  <a:close/>
                  <a:moveTo>
                    <a:pt x="378744" y="365555"/>
                  </a:moveTo>
                  <a:lnTo>
                    <a:pt x="363413" y="391585"/>
                  </a:lnTo>
                  <a:lnTo>
                    <a:pt x="409297" y="372406"/>
                  </a:lnTo>
                  <a:close/>
                  <a:moveTo>
                    <a:pt x="453992" y="337318"/>
                  </a:moveTo>
                  <a:lnTo>
                    <a:pt x="409297" y="372406"/>
                  </a:lnTo>
                  <a:lnTo>
                    <a:pt x="429861" y="367491"/>
                  </a:lnTo>
                  <a:close/>
                  <a:moveTo>
                    <a:pt x="378744" y="365555"/>
                  </a:moveTo>
                  <a:lnTo>
                    <a:pt x="409297" y="372406"/>
                  </a:lnTo>
                  <a:lnTo>
                    <a:pt x="453992" y="337318"/>
                  </a:lnTo>
                  <a:close/>
                  <a:moveTo>
                    <a:pt x="409297" y="372406"/>
                  </a:moveTo>
                  <a:lnTo>
                    <a:pt x="419803" y="384170"/>
                  </a:lnTo>
                  <a:lnTo>
                    <a:pt x="429861" y="367491"/>
                  </a:lnTo>
                  <a:close/>
                  <a:moveTo>
                    <a:pt x="489738" y="344991"/>
                  </a:moveTo>
                  <a:lnTo>
                    <a:pt x="429861" y="367491"/>
                  </a:lnTo>
                  <a:lnTo>
                    <a:pt x="492138" y="345041"/>
                  </a:lnTo>
                  <a:close/>
                  <a:moveTo>
                    <a:pt x="429861" y="367491"/>
                  </a:moveTo>
                  <a:lnTo>
                    <a:pt x="419803" y="384170"/>
                  </a:lnTo>
                  <a:lnTo>
                    <a:pt x="492138" y="345041"/>
                  </a:lnTo>
                  <a:close/>
                  <a:moveTo>
                    <a:pt x="453992" y="337318"/>
                  </a:moveTo>
                  <a:lnTo>
                    <a:pt x="429861" y="367491"/>
                  </a:lnTo>
                  <a:lnTo>
                    <a:pt x="489738" y="344991"/>
                  </a:lnTo>
                  <a:close/>
                  <a:moveTo>
                    <a:pt x="453992" y="337318"/>
                  </a:moveTo>
                  <a:lnTo>
                    <a:pt x="489738" y="344991"/>
                  </a:lnTo>
                  <a:lnTo>
                    <a:pt x="461617" y="315955"/>
                  </a:lnTo>
                  <a:close/>
                  <a:moveTo>
                    <a:pt x="461617" y="315955"/>
                  </a:moveTo>
                  <a:lnTo>
                    <a:pt x="489738" y="344991"/>
                  </a:lnTo>
                  <a:lnTo>
                    <a:pt x="492847" y="343397"/>
                  </a:lnTo>
                  <a:close/>
                  <a:moveTo>
                    <a:pt x="461617" y="315955"/>
                  </a:moveTo>
                  <a:lnTo>
                    <a:pt x="492847" y="343397"/>
                  </a:lnTo>
                  <a:lnTo>
                    <a:pt x="503715" y="291861"/>
                  </a:lnTo>
                  <a:close/>
                  <a:moveTo>
                    <a:pt x="489738" y="344991"/>
                  </a:moveTo>
                  <a:lnTo>
                    <a:pt x="492138" y="345041"/>
                  </a:lnTo>
                  <a:lnTo>
                    <a:pt x="492847" y="343397"/>
                  </a:lnTo>
                  <a:close/>
                  <a:moveTo>
                    <a:pt x="1025532" y="834670"/>
                  </a:moveTo>
                  <a:lnTo>
                    <a:pt x="1027870" y="838786"/>
                  </a:lnTo>
                  <a:lnTo>
                    <a:pt x="996912" y="874670"/>
                  </a:lnTo>
                  <a:close/>
                  <a:moveTo>
                    <a:pt x="503715" y="291861"/>
                  </a:moveTo>
                  <a:lnTo>
                    <a:pt x="567716" y="318040"/>
                  </a:lnTo>
                  <a:lnTo>
                    <a:pt x="538958" y="280216"/>
                  </a:lnTo>
                  <a:close/>
                  <a:moveTo>
                    <a:pt x="567238" y="319304"/>
                  </a:moveTo>
                  <a:lnTo>
                    <a:pt x="567716" y="318040"/>
                  </a:lnTo>
                  <a:lnTo>
                    <a:pt x="503715" y="291861"/>
                  </a:lnTo>
                  <a:close/>
                  <a:moveTo>
                    <a:pt x="492847" y="343397"/>
                  </a:moveTo>
                  <a:lnTo>
                    <a:pt x="567238" y="319304"/>
                  </a:lnTo>
                  <a:lnTo>
                    <a:pt x="503715" y="291861"/>
                  </a:lnTo>
                  <a:close/>
                  <a:moveTo>
                    <a:pt x="519241" y="271698"/>
                  </a:moveTo>
                  <a:lnTo>
                    <a:pt x="503715" y="291861"/>
                  </a:lnTo>
                  <a:lnTo>
                    <a:pt x="538958" y="280216"/>
                  </a:lnTo>
                  <a:close/>
                  <a:moveTo>
                    <a:pt x="538958" y="280216"/>
                  </a:moveTo>
                  <a:lnTo>
                    <a:pt x="567716" y="318040"/>
                  </a:lnTo>
                  <a:lnTo>
                    <a:pt x="606873" y="289763"/>
                  </a:lnTo>
                  <a:close/>
                  <a:moveTo>
                    <a:pt x="1035491" y="832590"/>
                  </a:moveTo>
                  <a:lnTo>
                    <a:pt x="1025532" y="834670"/>
                  </a:lnTo>
                  <a:lnTo>
                    <a:pt x="1003219" y="883587"/>
                  </a:lnTo>
                  <a:close/>
                  <a:moveTo>
                    <a:pt x="1067756" y="869102"/>
                  </a:moveTo>
                  <a:lnTo>
                    <a:pt x="1110190" y="813946"/>
                  </a:lnTo>
                  <a:lnTo>
                    <a:pt x="1107458" y="812064"/>
                  </a:lnTo>
                  <a:close/>
                  <a:moveTo>
                    <a:pt x="1067756" y="869102"/>
                  </a:moveTo>
                  <a:lnTo>
                    <a:pt x="1107458" y="812064"/>
                  </a:lnTo>
                  <a:lnTo>
                    <a:pt x="1035491" y="832590"/>
                  </a:lnTo>
                  <a:close/>
                  <a:moveTo>
                    <a:pt x="1151283" y="792908"/>
                  </a:moveTo>
                  <a:lnTo>
                    <a:pt x="1107458" y="812064"/>
                  </a:lnTo>
                  <a:lnTo>
                    <a:pt x="1115185" y="810576"/>
                  </a:lnTo>
                  <a:close/>
                  <a:moveTo>
                    <a:pt x="1107458" y="812064"/>
                  </a:moveTo>
                  <a:lnTo>
                    <a:pt x="1110190" y="813946"/>
                  </a:lnTo>
                  <a:lnTo>
                    <a:pt x="1115185" y="810576"/>
                  </a:lnTo>
                  <a:close/>
                  <a:moveTo>
                    <a:pt x="954243" y="715136"/>
                  </a:moveTo>
                  <a:lnTo>
                    <a:pt x="965252" y="726225"/>
                  </a:lnTo>
                  <a:lnTo>
                    <a:pt x="994542" y="691133"/>
                  </a:lnTo>
                  <a:close/>
                  <a:moveTo>
                    <a:pt x="568441" y="318990"/>
                  </a:moveTo>
                  <a:lnTo>
                    <a:pt x="606873" y="289763"/>
                  </a:lnTo>
                  <a:lnTo>
                    <a:pt x="567716" y="318040"/>
                  </a:lnTo>
                  <a:close/>
                  <a:moveTo>
                    <a:pt x="1139960" y="848384"/>
                  </a:moveTo>
                  <a:lnTo>
                    <a:pt x="1115185" y="810576"/>
                  </a:lnTo>
                  <a:lnTo>
                    <a:pt x="1110190" y="813946"/>
                  </a:lnTo>
                  <a:close/>
                  <a:moveTo>
                    <a:pt x="1168251" y="800623"/>
                  </a:moveTo>
                  <a:lnTo>
                    <a:pt x="1115185" y="810576"/>
                  </a:lnTo>
                  <a:lnTo>
                    <a:pt x="1139960" y="848384"/>
                  </a:lnTo>
                  <a:close/>
                  <a:moveTo>
                    <a:pt x="1151283" y="792908"/>
                  </a:moveTo>
                  <a:lnTo>
                    <a:pt x="1115185" y="810576"/>
                  </a:lnTo>
                  <a:lnTo>
                    <a:pt x="1168251" y="800623"/>
                  </a:lnTo>
                  <a:close/>
                  <a:moveTo>
                    <a:pt x="1044855" y="511263"/>
                  </a:moveTo>
                  <a:lnTo>
                    <a:pt x="1083529" y="504705"/>
                  </a:lnTo>
                  <a:lnTo>
                    <a:pt x="1093031" y="479989"/>
                  </a:lnTo>
                  <a:close/>
                  <a:moveTo>
                    <a:pt x="1154918" y="497748"/>
                  </a:moveTo>
                  <a:lnTo>
                    <a:pt x="1108198" y="497749"/>
                  </a:lnTo>
                  <a:lnTo>
                    <a:pt x="1176132" y="543244"/>
                  </a:lnTo>
                  <a:close/>
                  <a:moveTo>
                    <a:pt x="1176132" y="543244"/>
                  </a:moveTo>
                  <a:lnTo>
                    <a:pt x="1217819" y="484593"/>
                  </a:lnTo>
                  <a:lnTo>
                    <a:pt x="1154918" y="497748"/>
                  </a:lnTo>
                  <a:close/>
                  <a:moveTo>
                    <a:pt x="1083529" y="504705"/>
                  </a:moveTo>
                  <a:lnTo>
                    <a:pt x="1108198" y="497749"/>
                  </a:lnTo>
                  <a:lnTo>
                    <a:pt x="1093031" y="479989"/>
                  </a:lnTo>
                  <a:close/>
                  <a:moveTo>
                    <a:pt x="1140894" y="484263"/>
                  </a:moveTo>
                  <a:lnTo>
                    <a:pt x="1108198" y="497749"/>
                  </a:lnTo>
                  <a:lnTo>
                    <a:pt x="1154918" y="497748"/>
                  </a:lnTo>
                  <a:close/>
                  <a:moveTo>
                    <a:pt x="1093031" y="479989"/>
                  </a:moveTo>
                  <a:lnTo>
                    <a:pt x="1108198" y="497749"/>
                  </a:lnTo>
                  <a:lnTo>
                    <a:pt x="1140894" y="484263"/>
                  </a:lnTo>
                  <a:close/>
                  <a:moveTo>
                    <a:pt x="871463" y="137062"/>
                  </a:moveTo>
                  <a:lnTo>
                    <a:pt x="868078" y="162960"/>
                  </a:lnTo>
                  <a:lnTo>
                    <a:pt x="911417" y="119855"/>
                  </a:lnTo>
                  <a:close/>
                  <a:moveTo>
                    <a:pt x="1075053" y="277872"/>
                  </a:moveTo>
                  <a:lnTo>
                    <a:pt x="1112761" y="283958"/>
                  </a:lnTo>
                  <a:lnTo>
                    <a:pt x="1078123" y="274464"/>
                  </a:lnTo>
                  <a:close/>
                  <a:moveTo>
                    <a:pt x="1112761" y="283958"/>
                  </a:moveTo>
                  <a:lnTo>
                    <a:pt x="1123536" y="250371"/>
                  </a:lnTo>
                  <a:lnTo>
                    <a:pt x="1078123" y="274464"/>
                  </a:lnTo>
                  <a:close/>
                  <a:moveTo>
                    <a:pt x="958567" y="104231"/>
                  </a:moveTo>
                  <a:lnTo>
                    <a:pt x="952604" y="169410"/>
                  </a:lnTo>
                  <a:lnTo>
                    <a:pt x="981534" y="95761"/>
                  </a:lnTo>
                  <a:close/>
                  <a:moveTo>
                    <a:pt x="911417" y="119855"/>
                  </a:moveTo>
                  <a:lnTo>
                    <a:pt x="952604" y="169410"/>
                  </a:lnTo>
                  <a:lnTo>
                    <a:pt x="958567" y="104231"/>
                  </a:lnTo>
                  <a:close/>
                  <a:moveTo>
                    <a:pt x="898684" y="68318"/>
                  </a:moveTo>
                  <a:lnTo>
                    <a:pt x="958567" y="104231"/>
                  </a:lnTo>
                  <a:lnTo>
                    <a:pt x="944007" y="53325"/>
                  </a:lnTo>
                  <a:close/>
                  <a:moveTo>
                    <a:pt x="898684" y="68318"/>
                  </a:moveTo>
                  <a:lnTo>
                    <a:pt x="911417" y="119855"/>
                  </a:lnTo>
                  <a:lnTo>
                    <a:pt x="958567" y="104231"/>
                  </a:lnTo>
                  <a:close/>
                  <a:moveTo>
                    <a:pt x="981534" y="95761"/>
                  </a:moveTo>
                  <a:lnTo>
                    <a:pt x="970539" y="44224"/>
                  </a:lnTo>
                  <a:lnTo>
                    <a:pt x="958567" y="104231"/>
                  </a:lnTo>
                  <a:close/>
                  <a:moveTo>
                    <a:pt x="970539" y="44224"/>
                  </a:moveTo>
                  <a:lnTo>
                    <a:pt x="944007" y="53325"/>
                  </a:lnTo>
                  <a:lnTo>
                    <a:pt x="958567" y="104231"/>
                  </a:lnTo>
                  <a:close/>
                  <a:moveTo>
                    <a:pt x="1112761" y="283958"/>
                  </a:moveTo>
                  <a:lnTo>
                    <a:pt x="1135195" y="287572"/>
                  </a:lnTo>
                  <a:lnTo>
                    <a:pt x="1123536" y="250371"/>
                  </a:lnTo>
                  <a:close/>
                  <a:moveTo>
                    <a:pt x="1123536" y="250371"/>
                  </a:moveTo>
                  <a:lnTo>
                    <a:pt x="1161180" y="277813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23536" y="250371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39088" y="207712"/>
                  </a:lnTo>
                  <a:lnTo>
                    <a:pt x="1123536" y="250371"/>
                  </a:lnTo>
                  <a:close/>
                  <a:moveTo>
                    <a:pt x="1176292" y="211913"/>
                  </a:moveTo>
                  <a:lnTo>
                    <a:pt x="1197308" y="174740"/>
                  </a:lnTo>
                  <a:lnTo>
                    <a:pt x="1143140" y="198834"/>
                  </a:lnTo>
                  <a:close/>
                  <a:moveTo>
                    <a:pt x="970539" y="44224"/>
                  </a:moveTo>
                  <a:lnTo>
                    <a:pt x="1042273" y="60192"/>
                  </a:lnTo>
                  <a:lnTo>
                    <a:pt x="1024583" y="25801"/>
                  </a:lnTo>
                  <a:close/>
                  <a:moveTo>
                    <a:pt x="1037580" y="71667"/>
                  </a:moveTo>
                  <a:lnTo>
                    <a:pt x="1042273" y="60192"/>
                  </a:lnTo>
                  <a:lnTo>
                    <a:pt x="970539" y="44224"/>
                  </a:lnTo>
                  <a:close/>
                  <a:moveTo>
                    <a:pt x="981534" y="95761"/>
                  </a:moveTo>
                  <a:lnTo>
                    <a:pt x="1037580" y="71667"/>
                  </a:lnTo>
                  <a:lnTo>
                    <a:pt x="970539" y="44224"/>
                  </a:lnTo>
                  <a:close/>
                  <a:moveTo>
                    <a:pt x="1072893" y="0"/>
                  </a:moveTo>
                  <a:lnTo>
                    <a:pt x="1024583" y="25801"/>
                  </a:lnTo>
                  <a:lnTo>
                    <a:pt x="1048435" y="20130"/>
                  </a:lnTo>
                  <a:close/>
                  <a:moveTo>
                    <a:pt x="1024583" y="25801"/>
                  </a:moveTo>
                  <a:lnTo>
                    <a:pt x="1042273" y="60192"/>
                  </a:lnTo>
                  <a:lnTo>
                    <a:pt x="1048435" y="20130"/>
                  </a:lnTo>
                  <a:close/>
                  <a:moveTo>
                    <a:pt x="1042273" y="60192"/>
                  </a:moveTo>
                  <a:lnTo>
                    <a:pt x="1037580" y="71667"/>
                  </a:lnTo>
                  <a:lnTo>
                    <a:pt x="1057321" y="61928"/>
                  </a:lnTo>
                  <a:close/>
                  <a:moveTo>
                    <a:pt x="1092213" y="8801"/>
                  </a:moveTo>
                  <a:lnTo>
                    <a:pt x="1048435" y="20130"/>
                  </a:lnTo>
                  <a:lnTo>
                    <a:pt x="1119525" y="39450"/>
                  </a:lnTo>
                  <a:close/>
                  <a:moveTo>
                    <a:pt x="1048435" y="20130"/>
                  </a:moveTo>
                  <a:lnTo>
                    <a:pt x="1042273" y="60192"/>
                  </a:lnTo>
                  <a:lnTo>
                    <a:pt x="1119525" y="39450"/>
                  </a:lnTo>
                  <a:close/>
                  <a:moveTo>
                    <a:pt x="1119525" y="39450"/>
                  </a:moveTo>
                  <a:lnTo>
                    <a:pt x="1042273" y="60192"/>
                  </a:lnTo>
                  <a:lnTo>
                    <a:pt x="1099791" y="47573"/>
                  </a:lnTo>
                  <a:close/>
                  <a:moveTo>
                    <a:pt x="1072893" y="0"/>
                  </a:moveTo>
                  <a:lnTo>
                    <a:pt x="1048435" y="20130"/>
                  </a:lnTo>
                  <a:lnTo>
                    <a:pt x="1092213" y="8801"/>
                  </a:lnTo>
                  <a:close/>
                  <a:moveTo>
                    <a:pt x="1092213" y="8801"/>
                  </a:moveTo>
                  <a:lnTo>
                    <a:pt x="1119525" y="39450"/>
                  </a:lnTo>
                  <a:lnTo>
                    <a:pt x="1158837" y="117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6" name="Output_density__4285">
              <a:extLst>
                <a:ext uri="{FF2B5EF4-FFF2-40B4-BE49-F238E27FC236}">
                  <a16:creationId xmlns:a16="http://schemas.microsoft.com/office/drawing/2014/main" id="{E2477415-B8C7-065E-4E17-C084763DA873}"/>
                </a:ext>
              </a:extLst>
            </p:cNvPr>
            <p:cNvSpPr>
              <a:spLocks noGrp="1"/>
            </p:cNvSpPr>
            <p:nvPr/>
          </p:nvSpPr>
          <p:spPr>
            <a:xfrm>
              <a:off x="14931003" y="2210993"/>
              <a:ext cx="1461705" cy="1921969"/>
            </a:xfrm>
            <a:custGeom>
              <a:avLst/>
              <a:gdLst/>
              <a:ahLst/>
              <a:cxnLst/>
              <a:rect l="0" t="0" r="0" b="0"/>
              <a:pathLst>
                <a:path w="1461705" h="1921969">
                  <a:moveTo>
                    <a:pt x="511353" y="1384007"/>
                  </a:moveTo>
                  <a:lnTo>
                    <a:pt x="500215" y="1386823"/>
                  </a:lnTo>
                  <a:lnTo>
                    <a:pt x="508273" y="1443015"/>
                  </a:lnTo>
                  <a:close/>
                  <a:moveTo>
                    <a:pt x="500215" y="1386823"/>
                  </a:moveTo>
                  <a:lnTo>
                    <a:pt x="511353" y="1384007"/>
                  </a:lnTo>
                  <a:lnTo>
                    <a:pt x="499959" y="1370101"/>
                  </a:lnTo>
                  <a:close/>
                  <a:moveTo>
                    <a:pt x="189653" y="920178"/>
                  </a:moveTo>
                  <a:lnTo>
                    <a:pt x="117537" y="944272"/>
                  </a:lnTo>
                  <a:lnTo>
                    <a:pt x="196733" y="971714"/>
                  </a:lnTo>
                  <a:close/>
                  <a:moveTo>
                    <a:pt x="151602" y="868641"/>
                  </a:moveTo>
                  <a:lnTo>
                    <a:pt x="117537" y="944272"/>
                  </a:lnTo>
                  <a:lnTo>
                    <a:pt x="189653" y="920178"/>
                  </a:lnTo>
                  <a:close/>
                  <a:moveTo>
                    <a:pt x="476257" y="1280815"/>
                  </a:moveTo>
                  <a:lnTo>
                    <a:pt x="479246" y="1205303"/>
                  </a:lnTo>
                  <a:lnTo>
                    <a:pt x="438417" y="1210853"/>
                  </a:lnTo>
                  <a:close/>
                  <a:moveTo>
                    <a:pt x="403950" y="1176131"/>
                  </a:moveTo>
                  <a:lnTo>
                    <a:pt x="398161" y="1177860"/>
                  </a:lnTo>
                  <a:lnTo>
                    <a:pt x="438417" y="1210853"/>
                  </a:lnTo>
                  <a:close/>
                  <a:moveTo>
                    <a:pt x="452579" y="1153766"/>
                  </a:moveTo>
                  <a:lnTo>
                    <a:pt x="403950" y="1176131"/>
                  </a:lnTo>
                  <a:lnTo>
                    <a:pt x="438417" y="1210853"/>
                  </a:lnTo>
                  <a:close/>
                  <a:moveTo>
                    <a:pt x="401278" y="1175823"/>
                  </a:moveTo>
                  <a:lnTo>
                    <a:pt x="398161" y="1177860"/>
                  </a:lnTo>
                  <a:lnTo>
                    <a:pt x="403950" y="1176131"/>
                  </a:lnTo>
                  <a:close/>
                  <a:moveTo>
                    <a:pt x="454047" y="1102230"/>
                  </a:moveTo>
                  <a:lnTo>
                    <a:pt x="403950" y="1176131"/>
                  </a:lnTo>
                  <a:lnTo>
                    <a:pt x="452579" y="1153766"/>
                  </a:lnTo>
                  <a:close/>
                  <a:moveTo>
                    <a:pt x="189653" y="920178"/>
                  </a:moveTo>
                  <a:lnTo>
                    <a:pt x="232689" y="934629"/>
                  </a:lnTo>
                  <a:lnTo>
                    <a:pt x="194198" y="918995"/>
                  </a:lnTo>
                  <a:close/>
                  <a:moveTo>
                    <a:pt x="225071" y="947620"/>
                  </a:moveTo>
                  <a:lnTo>
                    <a:pt x="232689" y="934629"/>
                  </a:lnTo>
                  <a:lnTo>
                    <a:pt x="189653" y="920178"/>
                  </a:lnTo>
                  <a:close/>
                  <a:moveTo>
                    <a:pt x="196733" y="971714"/>
                  </a:moveTo>
                  <a:lnTo>
                    <a:pt x="225071" y="947620"/>
                  </a:lnTo>
                  <a:lnTo>
                    <a:pt x="189653" y="920178"/>
                  </a:lnTo>
                  <a:close/>
                  <a:moveTo>
                    <a:pt x="263445" y="874944"/>
                  </a:moveTo>
                  <a:lnTo>
                    <a:pt x="236592" y="844547"/>
                  </a:lnTo>
                  <a:lnTo>
                    <a:pt x="254758" y="907743"/>
                  </a:lnTo>
                  <a:close/>
                  <a:moveTo>
                    <a:pt x="254758" y="907743"/>
                  </a:moveTo>
                  <a:lnTo>
                    <a:pt x="236592" y="844547"/>
                  </a:lnTo>
                  <a:lnTo>
                    <a:pt x="192513" y="857622"/>
                  </a:lnTo>
                  <a:close/>
                  <a:moveTo>
                    <a:pt x="254758" y="907743"/>
                  </a:moveTo>
                  <a:lnTo>
                    <a:pt x="192513" y="857622"/>
                  </a:lnTo>
                  <a:lnTo>
                    <a:pt x="194198" y="918995"/>
                  </a:lnTo>
                  <a:close/>
                  <a:moveTo>
                    <a:pt x="254758" y="907743"/>
                  </a:moveTo>
                  <a:lnTo>
                    <a:pt x="194198" y="918995"/>
                  </a:lnTo>
                  <a:lnTo>
                    <a:pt x="272423" y="908509"/>
                  </a:lnTo>
                  <a:close/>
                  <a:moveTo>
                    <a:pt x="194198" y="918995"/>
                  </a:moveTo>
                  <a:lnTo>
                    <a:pt x="232689" y="934629"/>
                  </a:lnTo>
                  <a:lnTo>
                    <a:pt x="272423" y="908509"/>
                  </a:lnTo>
                  <a:close/>
                  <a:moveTo>
                    <a:pt x="554" y="714031"/>
                  </a:moveTo>
                  <a:lnTo>
                    <a:pt x="0" y="723573"/>
                  </a:lnTo>
                  <a:lnTo>
                    <a:pt x="5707" y="707317"/>
                  </a:lnTo>
                  <a:close/>
                  <a:moveTo>
                    <a:pt x="258903" y="897740"/>
                  </a:moveTo>
                  <a:lnTo>
                    <a:pt x="286483" y="881951"/>
                  </a:lnTo>
                  <a:lnTo>
                    <a:pt x="272423" y="908509"/>
                  </a:lnTo>
                  <a:close/>
                  <a:moveTo>
                    <a:pt x="228400" y="828446"/>
                  </a:moveTo>
                  <a:lnTo>
                    <a:pt x="286483" y="881951"/>
                  </a:lnTo>
                  <a:lnTo>
                    <a:pt x="289018" y="871990"/>
                  </a:lnTo>
                  <a:close/>
                  <a:moveTo>
                    <a:pt x="236592" y="844547"/>
                  </a:moveTo>
                  <a:lnTo>
                    <a:pt x="286483" y="881951"/>
                  </a:lnTo>
                  <a:lnTo>
                    <a:pt x="228400" y="828446"/>
                  </a:lnTo>
                  <a:close/>
                  <a:moveTo>
                    <a:pt x="263445" y="874944"/>
                  </a:moveTo>
                  <a:lnTo>
                    <a:pt x="286483" y="881951"/>
                  </a:lnTo>
                  <a:lnTo>
                    <a:pt x="236592" y="844547"/>
                  </a:lnTo>
                  <a:close/>
                  <a:moveTo>
                    <a:pt x="236592" y="844547"/>
                  </a:moveTo>
                  <a:lnTo>
                    <a:pt x="234125" y="805098"/>
                  </a:lnTo>
                  <a:lnTo>
                    <a:pt x="259737" y="768917"/>
                  </a:lnTo>
                  <a:close/>
                  <a:moveTo>
                    <a:pt x="197304" y="741474"/>
                  </a:moveTo>
                  <a:lnTo>
                    <a:pt x="259737" y="768917"/>
                  </a:lnTo>
                  <a:lnTo>
                    <a:pt x="229734" y="717380"/>
                  </a:lnTo>
                  <a:close/>
                  <a:moveTo>
                    <a:pt x="513978" y="1061920"/>
                  </a:moveTo>
                  <a:lnTo>
                    <a:pt x="559818" y="1014526"/>
                  </a:lnTo>
                  <a:lnTo>
                    <a:pt x="552897" y="1005519"/>
                  </a:lnTo>
                  <a:close/>
                  <a:moveTo>
                    <a:pt x="513978" y="1061920"/>
                  </a:moveTo>
                  <a:lnTo>
                    <a:pt x="552897" y="1005519"/>
                  </a:lnTo>
                  <a:lnTo>
                    <a:pt x="506834" y="1004985"/>
                  </a:lnTo>
                  <a:close/>
                  <a:moveTo>
                    <a:pt x="449067" y="1013966"/>
                  </a:moveTo>
                  <a:lnTo>
                    <a:pt x="506834" y="1004985"/>
                  </a:lnTo>
                  <a:lnTo>
                    <a:pt x="480916" y="963313"/>
                  </a:lnTo>
                  <a:close/>
                  <a:moveTo>
                    <a:pt x="506834" y="1004985"/>
                  </a:moveTo>
                  <a:lnTo>
                    <a:pt x="552897" y="1005519"/>
                  </a:lnTo>
                  <a:lnTo>
                    <a:pt x="523322" y="966820"/>
                  </a:lnTo>
                  <a:close/>
                  <a:moveTo>
                    <a:pt x="506834" y="1004985"/>
                  </a:moveTo>
                  <a:lnTo>
                    <a:pt x="523322" y="966820"/>
                  </a:lnTo>
                  <a:lnTo>
                    <a:pt x="480916" y="963313"/>
                  </a:lnTo>
                  <a:close/>
                  <a:moveTo>
                    <a:pt x="552897" y="1005519"/>
                  </a:moveTo>
                  <a:lnTo>
                    <a:pt x="559818" y="1014526"/>
                  </a:lnTo>
                  <a:lnTo>
                    <a:pt x="607014" y="1016309"/>
                  </a:lnTo>
                  <a:close/>
                  <a:moveTo>
                    <a:pt x="229734" y="717380"/>
                  </a:moveTo>
                  <a:lnTo>
                    <a:pt x="284542" y="695301"/>
                  </a:lnTo>
                  <a:lnTo>
                    <a:pt x="223314" y="665843"/>
                  </a:lnTo>
                  <a:close/>
                  <a:moveTo>
                    <a:pt x="655428" y="1022644"/>
                  </a:moveTo>
                  <a:lnTo>
                    <a:pt x="649084" y="1029948"/>
                  </a:lnTo>
                  <a:lnTo>
                    <a:pt x="684163" y="1037508"/>
                  </a:lnTo>
                  <a:close/>
                  <a:moveTo>
                    <a:pt x="1433114" y="1906070"/>
                  </a:moveTo>
                  <a:lnTo>
                    <a:pt x="1445961" y="1921969"/>
                  </a:lnTo>
                  <a:lnTo>
                    <a:pt x="1445471" y="1903012"/>
                  </a:lnTo>
                  <a:close/>
                  <a:moveTo>
                    <a:pt x="713998" y="1029948"/>
                  </a:moveTo>
                  <a:lnTo>
                    <a:pt x="748306" y="1060321"/>
                  </a:lnTo>
                  <a:lnTo>
                    <a:pt x="749517" y="1022359"/>
                  </a:lnTo>
                  <a:close/>
                  <a:moveTo>
                    <a:pt x="281638" y="538264"/>
                  </a:moveTo>
                  <a:lnTo>
                    <a:pt x="312837" y="546811"/>
                  </a:lnTo>
                  <a:lnTo>
                    <a:pt x="363780" y="535804"/>
                  </a:lnTo>
                  <a:close/>
                  <a:moveTo>
                    <a:pt x="363780" y="535804"/>
                  </a:moveTo>
                  <a:lnTo>
                    <a:pt x="378702" y="542025"/>
                  </a:lnTo>
                  <a:lnTo>
                    <a:pt x="375581" y="540148"/>
                  </a:lnTo>
                  <a:close/>
                  <a:moveTo>
                    <a:pt x="326312" y="530616"/>
                  </a:moveTo>
                  <a:lnTo>
                    <a:pt x="363780" y="535804"/>
                  </a:lnTo>
                  <a:lnTo>
                    <a:pt x="375581" y="540148"/>
                  </a:lnTo>
                  <a:close/>
                  <a:moveTo>
                    <a:pt x="400301" y="551669"/>
                  </a:moveTo>
                  <a:lnTo>
                    <a:pt x="415859" y="555842"/>
                  </a:lnTo>
                  <a:lnTo>
                    <a:pt x="461224" y="550778"/>
                  </a:lnTo>
                  <a:close/>
                  <a:moveTo>
                    <a:pt x="1222485" y="1475562"/>
                  </a:moveTo>
                  <a:lnTo>
                    <a:pt x="1209193" y="1521220"/>
                  </a:lnTo>
                  <a:lnTo>
                    <a:pt x="1258017" y="1502262"/>
                  </a:lnTo>
                  <a:close/>
                  <a:moveTo>
                    <a:pt x="622351" y="798807"/>
                  </a:moveTo>
                  <a:lnTo>
                    <a:pt x="619289" y="792401"/>
                  </a:lnTo>
                  <a:lnTo>
                    <a:pt x="618744" y="799708"/>
                  </a:lnTo>
                  <a:close/>
                  <a:moveTo>
                    <a:pt x="622351" y="798807"/>
                  </a:moveTo>
                  <a:lnTo>
                    <a:pt x="623437" y="799708"/>
                  </a:lnTo>
                  <a:lnTo>
                    <a:pt x="619289" y="792401"/>
                  </a:lnTo>
                  <a:close/>
                  <a:moveTo>
                    <a:pt x="575180" y="673688"/>
                  </a:moveTo>
                  <a:lnTo>
                    <a:pt x="573221" y="659940"/>
                  </a:lnTo>
                  <a:lnTo>
                    <a:pt x="531948" y="621004"/>
                  </a:lnTo>
                  <a:close/>
                  <a:moveTo>
                    <a:pt x="531948" y="621004"/>
                  </a:moveTo>
                  <a:lnTo>
                    <a:pt x="490266" y="645098"/>
                  </a:lnTo>
                  <a:lnTo>
                    <a:pt x="575180" y="673688"/>
                  </a:lnTo>
                  <a:close/>
                  <a:moveTo>
                    <a:pt x="575180" y="673688"/>
                  </a:moveTo>
                  <a:lnTo>
                    <a:pt x="578960" y="672541"/>
                  </a:lnTo>
                  <a:lnTo>
                    <a:pt x="573221" y="659940"/>
                  </a:lnTo>
                  <a:close/>
                  <a:moveTo>
                    <a:pt x="448008" y="575627"/>
                  </a:moveTo>
                  <a:lnTo>
                    <a:pt x="485248" y="640597"/>
                  </a:lnTo>
                  <a:lnTo>
                    <a:pt x="496764" y="573971"/>
                  </a:lnTo>
                  <a:close/>
                  <a:moveTo>
                    <a:pt x="496764" y="573971"/>
                  </a:moveTo>
                  <a:lnTo>
                    <a:pt x="485248" y="640597"/>
                  </a:lnTo>
                  <a:lnTo>
                    <a:pt x="516189" y="569468"/>
                  </a:lnTo>
                  <a:close/>
                  <a:moveTo>
                    <a:pt x="516189" y="569468"/>
                  </a:moveTo>
                  <a:lnTo>
                    <a:pt x="490266" y="645098"/>
                  </a:lnTo>
                  <a:lnTo>
                    <a:pt x="531948" y="621004"/>
                  </a:lnTo>
                  <a:close/>
                  <a:moveTo>
                    <a:pt x="368923" y="539197"/>
                  </a:moveTo>
                  <a:lnTo>
                    <a:pt x="415859" y="555842"/>
                  </a:lnTo>
                  <a:lnTo>
                    <a:pt x="378702" y="542025"/>
                  </a:lnTo>
                  <a:close/>
                  <a:moveTo>
                    <a:pt x="448008" y="575627"/>
                  </a:moveTo>
                  <a:lnTo>
                    <a:pt x="415859" y="555842"/>
                  </a:lnTo>
                  <a:lnTo>
                    <a:pt x="368923" y="539197"/>
                  </a:lnTo>
                  <a:close/>
                  <a:moveTo>
                    <a:pt x="448008" y="575627"/>
                  </a:moveTo>
                  <a:lnTo>
                    <a:pt x="461224" y="550778"/>
                  </a:lnTo>
                  <a:lnTo>
                    <a:pt x="415859" y="555842"/>
                  </a:lnTo>
                  <a:close/>
                  <a:moveTo>
                    <a:pt x="363780" y="535804"/>
                  </a:moveTo>
                  <a:lnTo>
                    <a:pt x="346685" y="542025"/>
                  </a:lnTo>
                  <a:lnTo>
                    <a:pt x="368923" y="539197"/>
                  </a:lnTo>
                  <a:close/>
                  <a:moveTo>
                    <a:pt x="368923" y="539197"/>
                  </a:moveTo>
                  <a:lnTo>
                    <a:pt x="378702" y="542025"/>
                  </a:lnTo>
                  <a:lnTo>
                    <a:pt x="363780" y="535804"/>
                  </a:lnTo>
                  <a:close/>
                  <a:moveTo>
                    <a:pt x="839422" y="821613"/>
                  </a:moveTo>
                  <a:lnTo>
                    <a:pt x="778420" y="878687"/>
                  </a:lnTo>
                  <a:lnTo>
                    <a:pt x="811272" y="854593"/>
                  </a:lnTo>
                  <a:close/>
                  <a:moveTo>
                    <a:pt x="839422" y="821613"/>
                  </a:moveTo>
                  <a:lnTo>
                    <a:pt x="811910" y="853650"/>
                  </a:lnTo>
                  <a:lnTo>
                    <a:pt x="778420" y="878687"/>
                  </a:lnTo>
                  <a:close/>
                  <a:moveTo>
                    <a:pt x="511799" y="517931"/>
                  </a:moveTo>
                  <a:lnTo>
                    <a:pt x="565275" y="556256"/>
                  </a:lnTo>
                  <a:lnTo>
                    <a:pt x="556486" y="500658"/>
                  </a:lnTo>
                  <a:close/>
                  <a:moveTo>
                    <a:pt x="520332" y="442300"/>
                  </a:moveTo>
                  <a:lnTo>
                    <a:pt x="556486" y="500658"/>
                  </a:lnTo>
                  <a:lnTo>
                    <a:pt x="563013" y="486872"/>
                  </a:lnTo>
                  <a:close/>
                  <a:moveTo>
                    <a:pt x="511799" y="517931"/>
                  </a:moveTo>
                  <a:lnTo>
                    <a:pt x="556486" y="500658"/>
                  </a:lnTo>
                  <a:lnTo>
                    <a:pt x="520332" y="442300"/>
                  </a:lnTo>
                  <a:close/>
                  <a:moveTo>
                    <a:pt x="1051038" y="1088779"/>
                  </a:moveTo>
                  <a:lnTo>
                    <a:pt x="1041662" y="1125008"/>
                  </a:lnTo>
                  <a:lnTo>
                    <a:pt x="1046386" y="1112276"/>
                  </a:lnTo>
                  <a:close/>
                  <a:moveTo>
                    <a:pt x="1317339" y="1303787"/>
                  </a:moveTo>
                  <a:lnTo>
                    <a:pt x="1306125" y="1343801"/>
                  </a:lnTo>
                  <a:lnTo>
                    <a:pt x="1372709" y="1359498"/>
                  </a:lnTo>
                  <a:close/>
                  <a:moveTo>
                    <a:pt x="1282546" y="1318423"/>
                  </a:moveTo>
                  <a:lnTo>
                    <a:pt x="1306125" y="1343801"/>
                  </a:lnTo>
                  <a:lnTo>
                    <a:pt x="1317339" y="1303787"/>
                  </a:lnTo>
                  <a:close/>
                  <a:moveTo>
                    <a:pt x="1080291" y="1063253"/>
                  </a:moveTo>
                  <a:lnTo>
                    <a:pt x="1051038" y="1088779"/>
                  </a:lnTo>
                  <a:lnTo>
                    <a:pt x="1046386" y="1112276"/>
                  </a:lnTo>
                  <a:close/>
                  <a:moveTo>
                    <a:pt x="839422" y="821613"/>
                  </a:moveTo>
                  <a:lnTo>
                    <a:pt x="877364" y="830918"/>
                  </a:lnTo>
                  <a:lnTo>
                    <a:pt x="886707" y="823725"/>
                  </a:lnTo>
                  <a:close/>
                  <a:moveTo>
                    <a:pt x="897558" y="601512"/>
                  </a:moveTo>
                  <a:lnTo>
                    <a:pt x="895915" y="588356"/>
                  </a:lnTo>
                  <a:lnTo>
                    <a:pt x="848737" y="603221"/>
                  </a:lnTo>
                  <a:close/>
                  <a:moveTo>
                    <a:pt x="897558" y="601512"/>
                  </a:moveTo>
                  <a:lnTo>
                    <a:pt x="903382" y="600259"/>
                  </a:lnTo>
                  <a:lnTo>
                    <a:pt x="895915" y="588356"/>
                  </a:lnTo>
                  <a:close/>
                  <a:moveTo>
                    <a:pt x="1148514" y="873849"/>
                  </a:moveTo>
                  <a:lnTo>
                    <a:pt x="1179472" y="837964"/>
                  </a:lnTo>
                  <a:lnTo>
                    <a:pt x="1156893" y="865402"/>
                  </a:lnTo>
                  <a:close/>
                  <a:moveTo>
                    <a:pt x="740915" y="276439"/>
                  </a:moveTo>
                  <a:lnTo>
                    <a:pt x="690559" y="279394"/>
                  </a:lnTo>
                  <a:lnTo>
                    <a:pt x="758475" y="288941"/>
                  </a:lnTo>
                  <a:close/>
                  <a:moveTo>
                    <a:pt x="1187092" y="831769"/>
                  </a:moveTo>
                  <a:lnTo>
                    <a:pt x="1259060" y="811242"/>
                  </a:lnTo>
                  <a:lnTo>
                    <a:pt x="1189365" y="767178"/>
                  </a:lnTo>
                  <a:close/>
                  <a:moveTo>
                    <a:pt x="1145217" y="765087"/>
                  </a:moveTo>
                  <a:lnTo>
                    <a:pt x="1183251" y="709406"/>
                  </a:lnTo>
                  <a:lnTo>
                    <a:pt x="1116853" y="725404"/>
                  </a:lnTo>
                  <a:close/>
                  <a:moveTo>
                    <a:pt x="1064641" y="729869"/>
                  </a:moveTo>
                  <a:lnTo>
                    <a:pt x="1116853" y="725404"/>
                  </a:lnTo>
                  <a:lnTo>
                    <a:pt x="1105844" y="714315"/>
                  </a:lnTo>
                  <a:close/>
                  <a:moveTo>
                    <a:pt x="1116853" y="725404"/>
                  </a:moveTo>
                  <a:lnTo>
                    <a:pt x="1183251" y="709406"/>
                  </a:lnTo>
                  <a:lnTo>
                    <a:pt x="1146144" y="690312"/>
                  </a:lnTo>
                  <a:close/>
                  <a:moveTo>
                    <a:pt x="803974" y="350658"/>
                  </a:moveTo>
                  <a:lnTo>
                    <a:pt x="854585" y="338705"/>
                  </a:lnTo>
                  <a:lnTo>
                    <a:pt x="817305" y="315060"/>
                  </a:lnTo>
                  <a:close/>
                  <a:moveTo>
                    <a:pt x="803974" y="350658"/>
                  </a:moveTo>
                  <a:lnTo>
                    <a:pt x="817305" y="315060"/>
                  </a:lnTo>
                  <a:lnTo>
                    <a:pt x="779066" y="308165"/>
                  </a:lnTo>
                  <a:close/>
                  <a:moveTo>
                    <a:pt x="720042" y="318168"/>
                  </a:moveTo>
                  <a:lnTo>
                    <a:pt x="779066" y="308165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0500" y="308780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7305" y="315060"/>
                  </a:lnTo>
                  <a:lnTo>
                    <a:pt x="810500" y="308780"/>
                  </a:lnTo>
                  <a:close/>
                  <a:moveTo>
                    <a:pt x="1349027" y="838825"/>
                  </a:moveTo>
                  <a:lnTo>
                    <a:pt x="1319852" y="799802"/>
                  </a:lnTo>
                  <a:lnTo>
                    <a:pt x="1291562" y="847562"/>
                  </a:lnTo>
                  <a:close/>
                  <a:moveTo>
                    <a:pt x="1349027" y="838825"/>
                  </a:moveTo>
                  <a:lnTo>
                    <a:pt x="1368679" y="798089"/>
                  </a:lnTo>
                  <a:lnTo>
                    <a:pt x="1319852" y="799802"/>
                  </a:lnTo>
                  <a:close/>
                  <a:moveTo>
                    <a:pt x="864490" y="339442"/>
                  </a:moveTo>
                  <a:lnTo>
                    <a:pt x="868835" y="345925"/>
                  </a:lnTo>
                  <a:lnTo>
                    <a:pt x="854585" y="338705"/>
                  </a:lnTo>
                  <a:close/>
                  <a:moveTo>
                    <a:pt x="1258674" y="531665"/>
                  </a:moveTo>
                  <a:lnTo>
                    <a:pt x="1235131" y="503883"/>
                  </a:lnTo>
                  <a:lnTo>
                    <a:pt x="1262037" y="557850"/>
                  </a:lnTo>
                  <a:close/>
                  <a:moveTo>
                    <a:pt x="1262037" y="557850"/>
                  </a:moveTo>
                  <a:lnTo>
                    <a:pt x="1235131" y="503883"/>
                  </a:lnTo>
                  <a:lnTo>
                    <a:pt x="1196456" y="510442"/>
                  </a:lnTo>
                  <a:close/>
                  <a:moveTo>
                    <a:pt x="1262037" y="557850"/>
                  </a:moveTo>
                  <a:lnTo>
                    <a:pt x="1196456" y="510442"/>
                  </a:lnTo>
                  <a:lnTo>
                    <a:pt x="1217460" y="556109"/>
                  </a:lnTo>
                  <a:close/>
                  <a:moveTo>
                    <a:pt x="1262037" y="557850"/>
                  </a:moveTo>
                  <a:lnTo>
                    <a:pt x="1274957" y="555420"/>
                  </a:lnTo>
                  <a:lnTo>
                    <a:pt x="1258674" y="531665"/>
                  </a:lnTo>
                  <a:close/>
                  <a:moveTo>
                    <a:pt x="1244632" y="479168"/>
                  </a:moveTo>
                  <a:lnTo>
                    <a:pt x="1175579" y="476441"/>
                  </a:lnTo>
                  <a:lnTo>
                    <a:pt x="1196456" y="510442"/>
                  </a:lnTo>
                  <a:close/>
                  <a:moveTo>
                    <a:pt x="1350536" y="565547"/>
                  </a:moveTo>
                  <a:lnTo>
                    <a:pt x="1327733" y="542423"/>
                  </a:lnTo>
                  <a:lnTo>
                    <a:pt x="1274957" y="555420"/>
                  </a:lnTo>
                  <a:close/>
                  <a:moveTo>
                    <a:pt x="1327733" y="542423"/>
                  </a:moveTo>
                  <a:lnTo>
                    <a:pt x="1258674" y="531665"/>
                  </a:lnTo>
                  <a:lnTo>
                    <a:pt x="1274957" y="555420"/>
                  </a:lnTo>
                  <a:close/>
                  <a:moveTo>
                    <a:pt x="1259799" y="496927"/>
                  </a:moveTo>
                  <a:lnTo>
                    <a:pt x="1258674" y="531665"/>
                  </a:lnTo>
                  <a:lnTo>
                    <a:pt x="1327733" y="542423"/>
                  </a:lnTo>
                  <a:close/>
                  <a:moveTo>
                    <a:pt x="1327733" y="542423"/>
                  </a:moveTo>
                  <a:lnTo>
                    <a:pt x="1374300" y="542548"/>
                  </a:lnTo>
                  <a:lnTo>
                    <a:pt x="1369421" y="483771"/>
                  </a:lnTo>
                  <a:close/>
                  <a:moveTo>
                    <a:pt x="1235131" y="503883"/>
                  </a:moveTo>
                  <a:lnTo>
                    <a:pt x="1258674" y="531665"/>
                  </a:lnTo>
                  <a:lnTo>
                    <a:pt x="1259799" y="496927"/>
                  </a:lnTo>
                  <a:close/>
                  <a:moveTo>
                    <a:pt x="1100987" y="173617"/>
                  </a:moveTo>
                  <a:lnTo>
                    <a:pt x="1057582" y="194664"/>
                  </a:lnTo>
                  <a:lnTo>
                    <a:pt x="1105238" y="172448"/>
                  </a:lnTo>
                  <a:close/>
                  <a:moveTo>
                    <a:pt x="1105238" y="172448"/>
                  </a:moveTo>
                  <a:lnTo>
                    <a:pt x="1057582" y="194664"/>
                  </a:lnTo>
                  <a:lnTo>
                    <a:pt x="1040717" y="240792"/>
                  </a:lnTo>
                  <a:close/>
                  <a:moveTo>
                    <a:pt x="1105238" y="172448"/>
                  </a:moveTo>
                  <a:lnTo>
                    <a:pt x="1040717" y="240792"/>
                  </a:lnTo>
                  <a:lnTo>
                    <a:pt x="1064457" y="194653"/>
                  </a:lnTo>
                  <a:close/>
                  <a:moveTo>
                    <a:pt x="1063018" y="119033"/>
                  </a:moveTo>
                  <a:lnTo>
                    <a:pt x="1057582" y="194664"/>
                  </a:lnTo>
                  <a:lnTo>
                    <a:pt x="1104206" y="168588"/>
                  </a:lnTo>
                  <a:close/>
                  <a:moveTo>
                    <a:pt x="1104206" y="168588"/>
                  </a:moveTo>
                  <a:lnTo>
                    <a:pt x="1057582" y="194664"/>
                  </a:lnTo>
                  <a:lnTo>
                    <a:pt x="1100987" y="173617"/>
                  </a:lnTo>
                  <a:close/>
                  <a:moveTo>
                    <a:pt x="1386101" y="479789"/>
                  </a:moveTo>
                  <a:lnTo>
                    <a:pt x="1461705" y="507232"/>
                  </a:lnTo>
                  <a:lnTo>
                    <a:pt x="1431561" y="455696"/>
                  </a:lnTo>
                  <a:close/>
                  <a:moveTo>
                    <a:pt x="1186774" y="302622"/>
                  </a:moveTo>
                  <a:lnTo>
                    <a:pt x="1213810" y="308105"/>
                  </a:lnTo>
                  <a:lnTo>
                    <a:pt x="1264363" y="283137"/>
                  </a:lnTo>
                  <a:close/>
                  <a:moveTo>
                    <a:pt x="1226654" y="277050"/>
                  </a:moveTo>
                  <a:lnTo>
                    <a:pt x="1186774" y="302622"/>
                  </a:lnTo>
                  <a:lnTo>
                    <a:pt x="1264363" y="283137"/>
                  </a:lnTo>
                  <a:close/>
                  <a:moveTo>
                    <a:pt x="1104206" y="168588"/>
                  </a:moveTo>
                  <a:lnTo>
                    <a:pt x="1137339" y="170570"/>
                  </a:lnTo>
                  <a:lnTo>
                    <a:pt x="1133135" y="94939"/>
                  </a:lnTo>
                  <a:close/>
                  <a:moveTo>
                    <a:pt x="1428074" y="404159"/>
                  </a:moveTo>
                  <a:lnTo>
                    <a:pt x="1431561" y="455696"/>
                  </a:lnTo>
                  <a:lnTo>
                    <a:pt x="1461675" y="431602"/>
                  </a:lnTo>
                  <a:close/>
                  <a:moveTo>
                    <a:pt x="1459819" y="380065"/>
                  </a:moveTo>
                  <a:lnTo>
                    <a:pt x="1432096" y="386233"/>
                  </a:lnTo>
                  <a:lnTo>
                    <a:pt x="1428074" y="404159"/>
                  </a:lnTo>
                  <a:close/>
                  <a:moveTo>
                    <a:pt x="1133135" y="94939"/>
                  </a:moveTo>
                  <a:lnTo>
                    <a:pt x="1178451" y="136603"/>
                  </a:lnTo>
                  <a:lnTo>
                    <a:pt x="1189182" y="70846"/>
                  </a:lnTo>
                  <a:close/>
                  <a:moveTo>
                    <a:pt x="1327894" y="211092"/>
                  </a:moveTo>
                  <a:lnTo>
                    <a:pt x="1320153" y="225455"/>
                  </a:lnTo>
                  <a:lnTo>
                    <a:pt x="1333694" y="161120"/>
                  </a:lnTo>
                  <a:close/>
                  <a:moveTo>
                    <a:pt x="1300350" y="0"/>
                  </a:moveTo>
                  <a:lnTo>
                    <a:pt x="1243815" y="7980"/>
                  </a:lnTo>
                  <a:lnTo>
                    <a:pt x="1310438" y="10930"/>
                  </a:lnTo>
                  <a:close/>
                  <a:moveTo>
                    <a:pt x="1278065" y="42877"/>
                  </a:moveTo>
                  <a:lnTo>
                    <a:pt x="1310438" y="10930"/>
                  </a:lnTo>
                  <a:lnTo>
                    <a:pt x="1271127" y="38629"/>
                  </a:lnTo>
                  <a:close/>
                  <a:moveTo>
                    <a:pt x="1278065" y="42877"/>
                  </a:moveTo>
                  <a:lnTo>
                    <a:pt x="1332768" y="36387"/>
                  </a:lnTo>
                  <a:lnTo>
                    <a:pt x="1310438" y="1093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87" name="Output_density__4286">
              <a:extLst>
                <a:ext uri="{FF2B5EF4-FFF2-40B4-BE49-F238E27FC236}">
                  <a16:creationId xmlns:a16="http://schemas.microsoft.com/office/drawing/2014/main" id="{1512092C-444D-7577-AD34-0DFAA81A7CD4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460542"/>
              <a:ext cx="1620164" cy="1315133"/>
            </a:xfrm>
            <a:custGeom>
              <a:avLst/>
              <a:gdLst/>
              <a:ahLst/>
              <a:cxnLst/>
              <a:rect l="0" t="0" r="0" b="0"/>
              <a:pathLst>
                <a:path w="1620164" h="1315133">
                  <a:moveTo>
                    <a:pt x="52127" y="766135"/>
                  </a:moveTo>
                  <a:lnTo>
                    <a:pt x="0" y="745916"/>
                  </a:lnTo>
                  <a:lnTo>
                    <a:pt x="12305" y="752147"/>
                  </a:lnTo>
                  <a:close/>
                  <a:moveTo>
                    <a:pt x="388646" y="1182646"/>
                  </a:moveTo>
                  <a:lnTo>
                    <a:pt x="390782" y="1187804"/>
                  </a:lnTo>
                  <a:lnTo>
                    <a:pt x="399842" y="1192801"/>
                  </a:lnTo>
                  <a:close/>
                  <a:moveTo>
                    <a:pt x="451218" y="1210208"/>
                  </a:moveTo>
                  <a:lnTo>
                    <a:pt x="390782" y="1187804"/>
                  </a:lnTo>
                  <a:lnTo>
                    <a:pt x="419355" y="1202556"/>
                  </a:lnTo>
                  <a:close/>
                  <a:moveTo>
                    <a:pt x="451218" y="1210208"/>
                  </a:moveTo>
                  <a:lnTo>
                    <a:pt x="399842" y="1192801"/>
                  </a:lnTo>
                  <a:lnTo>
                    <a:pt x="390782" y="1187804"/>
                  </a:lnTo>
                  <a:close/>
                  <a:moveTo>
                    <a:pt x="112215" y="821889"/>
                  </a:moveTo>
                  <a:lnTo>
                    <a:pt x="112888" y="822598"/>
                  </a:lnTo>
                  <a:lnTo>
                    <a:pt x="114343" y="824072"/>
                  </a:lnTo>
                  <a:close/>
                  <a:moveTo>
                    <a:pt x="112215" y="821889"/>
                  </a:moveTo>
                  <a:lnTo>
                    <a:pt x="57199" y="770353"/>
                  </a:lnTo>
                  <a:lnTo>
                    <a:pt x="81178" y="785634"/>
                  </a:lnTo>
                  <a:close/>
                  <a:moveTo>
                    <a:pt x="500210" y="1218705"/>
                  </a:moveTo>
                  <a:lnTo>
                    <a:pt x="578386" y="1201415"/>
                  </a:lnTo>
                  <a:lnTo>
                    <a:pt x="528058" y="1187924"/>
                  </a:lnTo>
                  <a:close/>
                  <a:moveTo>
                    <a:pt x="399842" y="1192801"/>
                  </a:moveTo>
                  <a:lnTo>
                    <a:pt x="451218" y="1210208"/>
                  </a:lnTo>
                  <a:lnTo>
                    <a:pt x="483857" y="1197341"/>
                  </a:lnTo>
                  <a:close/>
                  <a:moveTo>
                    <a:pt x="57199" y="770353"/>
                  </a:moveTo>
                  <a:lnTo>
                    <a:pt x="112215" y="821889"/>
                  </a:lnTo>
                  <a:lnTo>
                    <a:pt x="58171" y="766356"/>
                  </a:lnTo>
                  <a:close/>
                  <a:moveTo>
                    <a:pt x="52127" y="766135"/>
                  </a:moveTo>
                  <a:lnTo>
                    <a:pt x="57199" y="770353"/>
                  </a:lnTo>
                  <a:lnTo>
                    <a:pt x="58171" y="766356"/>
                  </a:lnTo>
                  <a:close/>
                  <a:moveTo>
                    <a:pt x="679758" y="1270853"/>
                  </a:moveTo>
                  <a:lnTo>
                    <a:pt x="627589" y="1250478"/>
                  </a:lnTo>
                  <a:lnTo>
                    <a:pt x="650004" y="1294508"/>
                  </a:lnTo>
                  <a:close/>
                  <a:moveTo>
                    <a:pt x="650004" y="1294508"/>
                  </a:moveTo>
                  <a:lnTo>
                    <a:pt x="692705" y="1279484"/>
                  </a:lnTo>
                  <a:lnTo>
                    <a:pt x="679758" y="1270853"/>
                  </a:lnTo>
                  <a:close/>
                  <a:moveTo>
                    <a:pt x="578386" y="1201415"/>
                  </a:moveTo>
                  <a:lnTo>
                    <a:pt x="588928" y="1140661"/>
                  </a:lnTo>
                  <a:lnTo>
                    <a:pt x="589219" y="1134458"/>
                  </a:lnTo>
                  <a:close/>
                  <a:moveTo>
                    <a:pt x="560231" y="1173313"/>
                  </a:moveTo>
                  <a:lnTo>
                    <a:pt x="578386" y="1201415"/>
                  </a:lnTo>
                  <a:lnTo>
                    <a:pt x="589219" y="1134458"/>
                  </a:lnTo>
                  <a:close/>
                  <a:moveTo>
                    <a:pt x="528058" y="1187924"/>
                  </a:moveTo>
                  <a:lnTo>
                    <a:pt x="578386" y="1201415"/>
                  </a:lnTo>
                  <a:lnTo>
                    <a:pt x="560231" y="1173313"/>
                  </a:lnTo>
                  <a:close/>
                  <a:moveTo>
                    <a:pt x="202043" y="746259"/>
                  </a:moveTo>
                  <a:lnTo>
                    <a:pt x="190688" y="734587"/>
                  </a:lnTo>
                  <a:lnTo>
                    <a:pt x="227330" y="762259"/>
                  </a:lnTo>
                  <a:close/>
                  <a:moveTo>
                    <a:pt x="202043" y="746259"/>
                  </a:moveTo>
                  <a:lnTo>
                    <a:pt x="192711" y="672600"/>
                  </a:lnTo>
                  <a:lnTo>
                    <a:pt x="190688" y="734587"/>
                  </a:lnTo>
                  <a:close/>
                  <a:moveTo>
                    <a:pt x="672026" y="1173829"/>
                  </a:moveTo>
                  <a:lnTo>
                    <a:pt x="684437" y="1185994"/>
                  </a:lnTo>
                  <a:lnTo>
                    <a:pt x="722428" y="1233578"/>
                  </a:lnTo>
                  <a:close/>
                  <a:moveTo>
                    <a:pt x="589219" y="1134458"/>
                  </a:moveTo>
                  <a:lnTo>
                    <a:pt x="597071" y="1071298"/>
                  </a:lnTo>
                  <a:lnTo>
                    <a:pt x="584827" y="1058827"/>
                  </a:lnTo>
                  <a:close/>
                  <a:moveTo>
                    <a:pt x="597071" y="1071298"/>
                  </a:moveTo>
                  <a:lnTo>
                    <a:pt x="577509" y="1024459"/>
                  </a:lnTo>
                  <a:lnTo>
                    <a:pt x="584827" y="1058827"/>
                  </a:lnTo>
                  <a:close/>
                  <a:moveTo>
                    <a:pt x="795338" y="1275028"/>
                  </a:moveTo>
                  <a:lnTo>
                    <a:pt x="789099" y="1264974"/>
                  </a:lnTo>
                  <a:lnTo>
                    <a:pt x="722428" y="1233578"/>
                  </a:lnTo>
                  <a:close/>
                  <a:moveTo>
                    <a:pt x="789099" y="1264974"/>
                  </a:moveTo>
                  <a:lnTo>
                    <a:pt x="826696" y="1240880"/>
                  </a:lnTo>
                  <a:lnTo>
                    <a:pt x="752584" y="1233561"/>
                  </a:lnTo>
                  <a:close/>
                  <a:moveTo>
                    <a:pt x="889675" y="1261866"/>
                  </a:moveTo>
                  <a:lnTo>
                    <a:pt x="867841" y="1315133"/>
                  </a:lnTo>
                  <a:lnTo>
                    <a:pt x="934082" y="1253222"/>
                  </a:lnTo>
                  <a:close/>
                  <a:moveTo>
                    <a:pt x="618844" y="955754"/>
                  </a:moveTo>
                  <a:lnTo>
                    <a:pt x="605850" y="899400"/>
                  </a:lnTo>
                  <a:lnTo>
                    <a:pt x="625968" y="880124"/>
                  </a:lnTo>
                  <a:close/>
                  <a:moveTo>
                    <a:pt x="938536" y="1234576"/>
                  </a:moveTo>
                  <a:lnTo>
                    <a:pt x="889675" y="1261866"/>
                  </a:lnTo>
                  <a:lnTo>
                    <a:pt x="934082" y="1253222"/>
                  </a:lnTo>
                  <a:close/>
                  <a:moveTo>
                    <a:pt x="938536" y="1234576"/>
                  </a:moveTo>
                  <a:lnTo>
                    <a:pt x="896654" y="1230643"/>
                  </a:lnTo>
                  <a:lnTo>
                    <a:pt x="889675" y="1261866"/>
                  </a:lnTo>
                  <a:close/>
                  <a:moveTo>
                    <a:pt x="938536" y="1234576"/>
                  </a:moveTo>
                  <a:lnTo>
                    <a:pt x="934082" y="1253222"/>
                  </a:lnTo>
                  <a:lnTo>
                    <a:pt x="952477" y="1240880"/>
                  </a:lnTo>
                  <a:close/>
                  <a:moveTo>
                    <a:pt x="953466" y="1190794"/>
                  </a:moveTo>
                  <a:lnTo>
                    <a:pt x="989717" y="1168205"/>
                  </a:lnTo>
                  <a:lnTo>
                    <a:pt x="986075" y="1165249"/>
                  </a:lnTo>
                  <a:close/>
                  <a:moveTo>
                    <a:pt x="938536" y="1234576"/>
                  </a:moveTo>
                  <a:lnTo>
                    <a:pt x="974198" y="1228531"/>
                  </a:lnTo>
                  <a:lnTo>
                    <a:pt x="953466" y="1190794"/>
                  </a:lnTo>
                  <a:close/>
                  <a:moveTo>
                    <a:pt x="590460" y="825701"/>
                  </a:moveTo>
                  <a:lnTo>
                    <a:pt x="591061" y="844105"/>
                  </a:lnTo>
                  <a:lnTo>
                    <a:pt x="664879" y="865925"/>
                  </a:lnTo>
                  <a:close/>
                  <a:moveTo>
                    <a:pt x="454166" y="546827"/>
                  </a:moveTo>
                  <a:lnTo>
                    <a:pt x="454171" y="546810"/>
                  </a:lnTo>
                  <a:lnTo>
                    <a:pt x="412383" y="565191"/>
                  </a:lnTo>
                  <a:close/>
                  <a:moveTo>
                    <a:pt x="593677" y="625789"/>
                  </a:moveTo>
                  <a:lnTo>
                    <a:pt x="601384" y="628592"/>
                  </a:lnTo>
                  <a:lnTo>
                    <a:pt x="603450" y="620628"/>
                  </a:lnTo>
                  <a:close/>
                  <a:moveTo>
                    <a:pt x="441802" y="494136"/>
                  </a:moveTo>
                  <a:lnTo>
                    <a:pt x="445477" y="522716"/>
                  </a:lnTo>
                  <a:lnTo>
                    <a:pt x="423852" y="471180"/>
                  </a:lnTo>
                  <a:close/>
                  <a:moveTo>
                    <a:pt x="898321" y="978315"/>
                  </a:moveTo>
                  <a:lnTo>
                    <a:pt x="884136" y="971358"/>
                  </a:lnTo>
                  <a:lnTo>
                    <a:pt x="856537" y="935009"/>
                  </a:lnTo>
                  <a:close/>
                  <a:moveTo>
                    <a:pt x="958215" y="967605"/>
                  </a:moveTo>
                  <a:lnTo>
                    <a:pt x="961773" y="952054"/>
                  </a:lnTo>
                  <a:lnTo>
                    <a:pt x="893815" y="935009"/>
                  </a:lnTo>
                  <a:close/>
                  <a:moveTo>
                    <a:pt x="988150" y="918507"/>
                  </a:moveTo>
                  <a:lnTo>
                    <a:pt x="961773" y="952054"/>
                  </a:lnTo>
                  <a:lnTo>
                    <a:pt x="958215" y="967605"/>
                  </a:lnTo>
                  <a:close/>
                  <a:moveTo>
                    <a:pt x="988150" y="918507"/>
                  </a:moveTo>
                  <a:lnTo>
                    <a:pt x="958215" y="967605"/>
                  </a:lnTo>
                  <a:lnTo>
                    <a:pt x="1002766" y="969368"/>
                  </a:lnTo>
                  <a:close/>
                  <a:moveTo>
                    <a:pt x="778979" y="811146"/>
                  </a:moveTo>
                  <a:lnTo>
                    <a:pt x="817076" y="818156"/>
                  </a:lnTo>
                  <a:lnTo>
                    <a:pt x="788546" y="778607"/>
                  </a:lnTo>
                  <a:close/>
                  <a:moveTo>
                    <a:pt x="817076" y="818156"/>
                  </a:moveTo>
                  <a:lnTo>
                    <a:pt x="849008" y="830178"/>
                  </a:lnTo>
                  <a:lnTo>
                    <a:pt x="788546" y="778607"/>
                  </a:lnTo>
                  <a:close/>
                  <a:moveTo>
                    <a:pt x="603450" y="620628"/>
                  </a:moveTo>
                  <a:lnTo>
                    <a:pt x="619046" y="551490"/>
                  </a:lnTo>
                  <a:lnTo>
                    <a:pt x="593677" y="625789"/>
                  </a:lnTo>
                  <a:close/>
                  <a:moveTo>
                    <a:pt x="603450" y="620628"/>
                  </a:moveTo>
                  <a:lnTo>
                    <a:pt x="661044" y="555328"/>
                  </a:lnTo>
                  <a:lnTo>
                    <a:pt x="619046" y="551490"/>
                  </a:lnTo>
                  <a:close/>
                  <a:moveTo>
                    <a:pt x="661044" y="555328"/>
                  </a:moveTo>
                  <a:lnTo>
                    <a:pt x="666108" y="545318"/>
                  </a:lnTo>
                  <a:lnTo>
                    <a:pt x="619034" y="543993"/>
                  </a:lnTo>
                  <a:close/>
                  <a:moveTo>
                    <a:pt x="661044" y="555328"/>
                  </a:moveTo>
                  <a:lnTo>
                    <a:pt x="697969" y="563291"/>
                  </a:lnTo>
                  <a:lnTo>
                    <a:pt x="666108" y="545318"/>
                  </a:lnTo>
                  <a:close/>
                  <a:moveTo>
                    <a:pt x="713321" y="488067"/>
                  </a:moveTo>
                  <a:lnTo>
                    <a:pt x="714779" y="424139"/>
                  </a:lnTo>
                  <a:lnTo>
                    <a:pt x="712560" y="474528"/>
                  </a:lnTo>
                  <a:close/>
                  <a:moveTo>
                    <a:pt x="712560" y="474528"/>
                  </a:moveTo>
                  <a:lnTo>
                    <a:pt x="710541" y="422992"/>
                  </a:lnTo>
                  <a:lnTo>
                    <a:pt x="737877" y="450434"/>
                  </a:lnTo>
                  <a:close/>
                  <a:moveTo>
                    <a:pt x="1216726" y="936774"/>
                  </a:moveTo>
                  <a:lnTo>
                    <a:pt x="1268301" y="954929"/>
                  </a:lnTo>
                  <a:lnTo>
                    <a:pt x="1251828" y="943575"/>
                  </a:lnTo>
                  <a:close/>
                  <a:moveTo>
                    <a:pt x="975745" y="734493"/>
                  </a:moveTo>
                  <a:lnTo>
                    <a:pt x="1016598" y="712558"/>
                  </a:lnTo>
                  <a:lnTo>
                    <a:pt x="1044457" y="684024"/>
                  </a:lnTo>
                  <a:close/>
                  <a:moveTo>
                    <a:pt x="1307513" y="966634"/>
                  </a:moveTo>
                  <a:lnTo>
                    <a:pt x="1251828" y="943575"/>
                  </a:lnTo>
                  <a:lnTo>
                    <a:pt x="1276476" y="961519"/>
                  </a:lnTo>
                  <a:close/>
                  <a:moveTo>
                    <a:pt x="1307513" y="966634"/>
                  </a:moveTo>
                  <a:lnTo>
                    <a:pt x="1357036" y="977118"/>
                  </a:lnTo>
                  <a:lnTo>
                    <a:pt x="1386970" y="954136"/>
                  </a:lnTo>
                  <a:close/>
                  <a:moveTo>
                    <a:pt x="1407059" y="989466"/>
                  </a:moveTo>
                  <a:lnTo>
                    <a:pt x="1386970" y="954136"/>
                  </a:lnTo>
                  <a:lnTo>
                    <a:pt x="1357036" y="977118"/>
                  </a:lnTo>
                  <a:close/>
                  <a:moveTo>
                    <a:pt x="1234375" y="769535"/>
                  </a:moveTo>
                  <a:lnTo>
                    <a:pt x="1296296" y="789797"/>
                  </a:lnTo>
                  <a:lnTo>
                    <a:pt x="1252201" y="838633"/>
                  </a:lnTo>
                  <a:close/>
                  <a:moveTo>
                    <a:pt x="1195163" y="711466"/>
                  </a:moveTo>
                  <a:lnTo>
                    <a:pt x="1169729" y="665937"/>
                  </a:lnTo>
                  <a:lnTo>
                    <a:pt x="1166776" y="661024"/>
                  </a:lnTo>
                  <a:close/>
                  <a:moveTo>
                    <a:pt x="1209921" y="776432"/>
                  </a:moveTo>
                  <a:lnTo>
                    <a:pt x="1256037" y="774176"/>
                  </a:lnTo>
                  <a:lnTo>
                    <a:pt x="1234375" y="769535"/>
                  </a:lnTo>
                  <a:close/>
                  <a:moveTo>
                    <a:pt x="998618" y="326616"/>
                  </a:moveTo>
                  <a:lnTo>
                    <a:pt x="983984" y="294466"/>
                  </a:lnTo>
                  <a:lnTo>
                    <a:pt x="1000895" y="343461"/>
                  </a:lnTo>
                  <a:close/>
                  <a:moveTo>
                    <a:pt x="1390272" y="831580"/>
                  </a:moveTo>
                  <a:lnTo>
                    <a:pt x="1434149" y="820953"/>
                  </a:lnTo>
                  <a:lnTo>
                    <a:pt x="1466783" y="808067"/>
                  </a:lnTo>
                  <a:close/>
                  <a:moveTo>
                    <a:pt x="1510784" y="822234"/>
                  </a:moveTo>
                  <a:lnTo>
                    <a:pt x="1511983" y="817888"/>
                  </a:lnTo>
                  <a:lnTo>
                    <a:pt x="1482893" y="828522"/>
                  </a:lnTo>
                  <a:close/>
                  <a:moveTo>
                    <a:pt x="1367430" y="674585"/>
                  </a:moveTo>
                  <a:lnTo>
                    <a:pt x="1389170" y="692559"/>
                  </a:lnTo>
                  <a:lnTo>
                    <a:pt x="1377527" y="738909"/>
                  </a:lnTo>
                  <a:close/>
                  <a:moveTo>
                    <a:pt x="1511983" y="817888"/>
                  </a:moveTo>
                  <a:lnTo>
                    <a:pt x="1510784" y="822234"/>
                  </a:lnTo>
                  <a:lnTo>
                    <a:pt x="1516421" y="818977"/>
                  </a:lnTo>
                  <a:close/>
                  <a:moveTo>
                    <a:pt x="1566562" y="831770"/>
                  </a:moveTo>
                  <a:lnTo>
                    <a:pt x="1510784" y="822234"/>
                  </a:lnTo>
                  <a:lnTo>
                    <a:pt x="1536944" y="838949"/>
                  </a:lnTo>
                  <a:close/>
                  <a:moveTo>
                    <a:pt x="1566562" y="831770"/>
                  </a:moveTo>
                  <a:lnTo>
                    <a:pt x="1516421" y="818977"/>
                  </a:lnTo>
                  <a:lnTo>
                    <a:pt x="1510784" y="822234"/>
                  </a:lnTo>
                  <a:close/>
                  <a:moveTo>
                    <a:pt x="1511983" y="817888"/>
                  </a:moveTo>
                  <a:lnTo>
                    <a:pt x="1516421" y="818977"/>
                  </a:lnTo>
                  <a:lnTo>
                    <a:pt x="1518210" y="816197"/>
                  </a:lnTo>
                  <a:close/>
                  <a:moveTo>
                    <a:pt x="1574982" y="808024"/>
                  </a:moveTo>
                  <a:lnTo>
                    <a:pt x="1516421" y="818977"/>
                  </a:lnTo>
                  <a:lnTo>
                    <a:pt x="1566562" y="831770"/>
                  </a:lnTo>
                  <a:close/>
                  <a:moveTo>
                    <a:pt x="1574982" y="808024"/>
                  </a:moveTo>
                  <a:lnTo>
                    <a:pt x="1518210" y="816197"/>
                  </a:lnTo>
                  <a:lnTo>
                    <a:pt x="1516421" y="818977"/>
                  </a:lnTo>
                  <a:close/>
                  <a:moveTo>
                    <a:pt x="1518210" y="816197"/>
                  </a:moveTo>
                  <a:lnTo>
                    <a:pt x="1574982" y="808024"/>
                  </a:lnTo>
                  <a:lnTo>
                    <a:pt x="1541577" y="778133"/>
                  </a:lnTo>
                  <a:close/>
                  <a:moveTo>
                    <a:pt x="1574982" y="808024"/>
                  </a:moveTo>
                  <a:lnTo>
                    <a:pt x="1582354" y="755913"/>
                  </a:lnTo>
                  <a:lnTo>
                    <a:pt x="1541577" y="778133"/>
                  </a:lnTo>
                  <a:close/>
                  <a:moveTo>
                    <a:pt x="1617351" y="811562"/>
                  </a:moveTo>
                  <a:lnTo>
                    <a:pt x="1574982" y="808024"/>
                  </a:lnTo>
                  <a:lnTo>
                    <a:pt x="1566562" y="831770"/>
                  </a:lnTo>
                  <a:close/>
                  <a:moveTo>
                    <a:pt x="1620164" y="746531"/>
                  </a:moveTo>
                  <a:lnTo>
                    <a:pt x="1574982" y="808024"/>
                  </a:lnTo>
                  <a:lnTo>
                    <a:pt x="1617351" y="811562"/>
                  </a:lnTo>
                  <a:close/>
                  <a:moveTo>
                    <a:pt x="1316571" y="326002"/>
                  </a:moveTo>
                  <a:lnTo>
                    <a:pt x="1358811" y="357408"/>
                  </a:lnTo>
                  <a:lnTo>
                    <a:pt x="1308992" y="307655"/>
                  </a:lnTo>
                  <a:close/>
                  <a:moveTo>
                    <a:pt x="1300591" y="254334"/>
                  </a:moveTo>
                  <a:lnTo>
                    <a:pt x="1300600" y="266290"/>
                  </a:lnTo>
                  <a:lnTo>
                    <a:pt x="1336055" y="260893"/>
                  </a:lnTo>
                  <a:close/>
                  <a:moveTo>
                    <a:pt x="1308442" y="25812"/>
                  </a:moveTo>
                  <a:lnTo>
                    <a:pt x="1302366" y="62070"/>
                  </a:lnTo>
                  <a:lnTo>
                    <a:pt x="1315465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8" name="Output_density__4287">
              <a:extLst>
                <a:ext uri="{FF2B5EF4-FFF2-40B4-BE49-F238E27FC236}">
                  <a16:creationId xmlns:a16="http://schemas.microsoft.com/office/drawing/2014/main" id="{69D3F956-584C-91E6-4B66-E3638000B631}"/>
                </a:ext>
              </a:extLst>
            </p:cNvPr>
            <p:cNvSpPr>
              <a:spLocks noGrp="1"/>
            </p:cNvSpPr>
            <p:nvPr/>
          </p:nvSpPr>
          <p:spPr>
            <a:xfrm>
              <a:off x="14843531" y="2460542"/>
              <a:ext cx="1480083" cy="1315133"/>
            </a:xfrm>
            <a:custGeom>
              <a:avLst/>
              <a:gdLst/>
              <a:ahLst/>
              <a:cxnLst/>
              <a:rect l="0" t="0" r="0" b="0"/>
              <a:pathLst>
                <a:path w="1480083" h="1315133">
                  <a:moveTo>
                    <a:pt x="4519" y="743255"/>
                  </a:moveTo>
                  <a:lnTo>
                    <a:pt x="5072" y="770353"/>
                  </a:lnTo>
                  <a:lnTo>
                    <a:pt x="0" y="766135"/>
                  </a:lnTo>
                  <a:close/>
                  <a:moveTo>
                    <a:pt x="116800" y="853478"/>
                  </a:moveTo>
                  <a:lnTo>
                    <a:pt x="62216" y="824072"/>
                  </a:lnTo>
                  <a:lnTo>
                    <a:pt x="60761" y="822598"/>
                  </a:lnTo>
                  <a:close/>
                  <a:moveTo>
                    <a:pt x="399091" y="1210208"/>
                  </a:moveTo>
                  <a:lnTo>
                    <a:pt x="448083" y="1218705"/>
                  </a:lnTo>
                  <a:lnTo>
                    <a:pt x="475931" y="1187924"/>
                  </a:lnTo>
                  <a:close/>
                  <a:moveTo>
                    <a:pt x="431730" y="1197341"/>
                  </a:moveTo>
                  <a:lnTo>
                    <a:pt x="399091" y="1210208"/>
                  </a:lnTo>
                  <a:lnTo>
                    <a:pt x="475931" y="1187924"/>
                  </a:lnTo>
                  <a:close/>
                  <a:moveTo>
                    <a:pt x="640578" y="1279484"/>
                  </a:moveTo>
                  <a:lnTo>
                    <a:pt x="659920" y="1242018"/>
                  </a:lnTo>
                  <a:lnTo>
                    <a:pt x="627631" y="1270853"/>
                  </a:lnTo>
                  <a:close/>
                  <a:moveTo>
                    <a:pt x="431730" y="1197341"/>
                  </a:moveTo>
                  <a:lnTo>
                    <a:pt x="475931" y="1187924"/>
                  </a:lnTo>
                  <a:lnTo>
                    <a:pt x="508104" y="1173313"/>
                  </a:lnTo>
                  <a:close/>
                  <a:moveTo>
                    <a:pt x="537092" y="1134458"/>
                  </a:moveTo>
                  <a:lnTo>
                    <a:pt x="536801" y="1140661"/>
                  </a:lnTo>
                  <a:lnTo>
                    <a:pt x="537922" y="1110124"/>
                  </a:lnTo>
                  <a:close/>
                  <a:moveTo>
                    <a:pt x="140899" y="670629"/>
                  </a:moveTo>
                  <a:lnTo>
                    <a:pt x="140584" y="672600"/>
                  </a:lnTo>
                  <a:lnTo>
                    <a:pt x="149916" y="746259"/>
                  </a:lnTo>
                  <a:close/>
                  <a:moveTo>
                    <a:pt x="131282" y="694723"/>
                  </a:moveTo>
                  <a:lnTo>
                    <a:pt x="140899" y="670629"/>
                  </a:lnTo>
                  <a:lnTo>
                    <a:pt x="149916" y="746259"/>
                  </a:lnTo>
                  <a:close/>
                  <a:moveTo>
                    <a:pt x="537922" y="1110124"/>
                  </a:moveTo>
                  <a:lnTo>
                    <a:pt x="544944" y="1071298"/>
                  </a:lnTo>
                  <a:lnTo>
                    <a:pt x="537092" y="1134458"/>
                  </a:lnTo>
                  <a:close/>
                  <a:moveTo>
                    <a:pt x="525382" y="1024459"/>
                  </a:moveTo>
                  <a:lnTo>
                    <a:pt x="518400" y="1007291"/>
                  </a:lnTo>
                  <a:lnTo>
                    <a:pt x="532699" y="1058827"/>
                  </a:lnTo>
                  <a:close/>
                  <a:moveTo>
                    <a:pt x="525382" y="1024459"/>
                  </a:moveTo>
                  <a:lnTo>
                    <a:pt x="525888" y="961304"/>
                  </a:lnTo>
                  <a:lnTo>
                    <a:pt x="518400" y="1007291"/>
                  </a:lnTo>
                  <a:close/>
                  <a:moveTo>
                    <a:pt x="670301" y="1233578"/>
                  </a:moveTo>
                  <a:lnTo>
                    <a:pt x="736972" y="1264974"/>
                  </a:lnTo>
                  <a:lnTo>
                    <a:pt x="700457" y="1233561"/>
                  </a:lnTo>
                  <a:close/>
                  <a:moveTo>
                    <a:pt x="815714" y="1315133"/>
                  </a:moveTo>
                  <a:lnTo>
                    <a:pt x="858320" y="1299752"/>
                  </a:lnTo>
                  <a:lnTo>
                    <a:pt x="881955" y="1253222"/>
                  </a:lnTo>
                  <a:close/>
                  <a:moveTo>
                    <a:pt x="538333" y="825701"/>
                  </a:moveTo>
                  <a:lnTo>
                    <a:pt x="536538" y="764417"/>
                  </a:lnTo>
                  <a:lnTo>
                    <a:pt x="533369" y="804493"/>
                  </a:lnTo>
                  <a:close/>
                  <a:moveTo>
                    <a:pt x="536538" y="764417"/>
                  </a:moveTo>
                  <a:lnTo>
                    <a:pt x="528911" y="707875"/>
                  </a:lnTo>
                  <a:lnTo>
                    <a:pt x="517403" y="752957"/>
                  </a:lnTo>
                  <a:close/>
                  <a:moveTo>
                    <a:pt x="360256" y="565191"/>
                  </a:moveTo>
                  <a:lnTo>
                    <a:pt x="327670" y="546810"/>
                  </a:lnTo>
                  <a:lnTo>
                    <a:pt x="329626" y="585568"/>
                  </a:lnTo>
                  <a:close/>
                  <a:moveTo>
                    <a:pt x="529554" y="701420"/>
                  </a:moveTo>
                  <a:lnTo>
                    <a:pt x="549257" y="628592"/>
                  </a:lnTo>
                  <a:lnTo>
                    <a:pt x="541550" y="625789"/>
                  </a:lnTo>
                  <a:close/>
                  <a:moveTo>
                    <a:pt x="541550" y="625789"/>
                  </a:moveTo>
                  <a:lnTo>
                    <a:pt x="556454" y="639811"/>
                  </a:lnTo>
                  <a:lnTo>
                    <a:pt x="529554" y="701420"/>
                  </a:lnTo>
                  <a:close/>
                  <a:moveTo>
                    <a:pt x="549257" y="628592"/>
                  </a:moveTo>
                  <a:lnTo>
                    <a:pt x="566119" y="649883"/>
                  </a:lnTo>
                  <a:lnTo>
                    <a:pt x="551323" y="620628"/>
                  </a:lnTo>
                  <a:close/>
                  <a:moveTo>
                    <a:pt x="318238" y="408090"/>
                  </a:moveTo>
                  <a:lnTo>
                    <a:pt x="372867" y="437661"/>
                  </a:lnTo>
                  <a:lnTo>
                    <a:pt x="352076" y="423978"/>
                  </a:lnTo>
                  <a:close/>
                  <a:moveTo>
                    <a:pt x="938151" y="910915"/>
                  </a:moveTo>
                  <a:lnTo>
                    <a:pt x="909646" y="952054"/>
                  </a:lnTo>
                  <a:lnTo>
                    <a:pt x="936023" y="918507"/>
                  </a:lnTo>
                  <a:close/>
                  <a:moveTo>
                    <a:pt x="593337" y="603034"/>
                  </a:moveTo>
                  <a:lnTo>
                    <a:pt x="608917" y="555328"/>
                  </a:lnTo>
                  <a:lnTo>
                    <a:pt x="551323" y="620628"/>
                  </a:lnTo>
                  <a:close/>
                  <a:moveTo>
                    <a:pt x="566919" y="551490"/>
                  </a:moveTo>
                  <a:lnTo>
                    <a:pt x="608917" y="555328"/>
                  </a:lnTo>
                  <a:lnTo>
                    <a:pt x="566907" y="543993"/>
                  </a:lnTo>
                  <a:close/>
                  <a:moveTo>
                    <a:pt x="640579" y="509863"/>
                  </a:moveTo>
                  <a:lnTo>
                    <a:pt x="566907" y="543993"/>
                  </a:lnTo>
                  <a:lnTo>
                    <a:pt x="613981" y="545318"/>
                  </a:lnTo>
                  <a:close/>
                  <a:moveTo>
                    <a:pt x="613981" y="545318"/>
                  </a:moveTo>
                  <a:lnTo>
                    <a:pt x="655732" y="526741"/>
                  </a:lnTo>
                  <a:lnTo>
                    <a:pt x="640579" y="509863"/>
                  </a:lnTo>
                  <a:close/>
                  <a:moveTo>
                    <a:pt x="1216174" y="954929"/>
                  </a:moveTo>
                  <a:lnTo>
                    <a:pt x="1224349" y="961519"/>
                  </a:lnTo>
                  <a:lnTo>
                    <a:pt x="1199701" y="943575"/>
                  </a:lnTo>
                  <a:close/>
                  <a:moveTo>
                    <a:pt x="799478" y="445033"/>
                  </a:moveTo>
                  <a:lnTo>
                    <a:pt x="873470" y="412096"/>
                  </a:lnTo>
                  <a:lnTo>
                    <a:pt x="828130" y="417254"/>
                  </a:lnTo>
                  <a:close/>
                  <a:moveTo>
                    <a:pt x="1304909" y="977118"/>
                  </a:moveTo>
                  <a:lnTo>
                    <a:pt x="1255386" y="966634"/>
                  </a:lnTo>
                  <a:lnTo>
                    <a:pt x="1224349" y="961519"/>
                  </a:lnTo>
                  <a:close/>
                  <a:moveTo>
                    <a:pt x="1220822" y="776157"/>
                  </a:moveTo>
                  <a:lnTo>
                    <a:pt x="1244169" y="789797"/>
                  </a:lnTo>
                  <a:lnTo>
                    <a:pt x="1182248" y="769535"/>
                  </a:lnTo>
                  <a:close/>
                  <a:moveTo>
                    <a:pt x="1203910" y="774176"/>
                  </a:moveTo>
                  <a:lnTo>
                    <a:pt x="1220822" y="776157"/>
                  </a:lnTo>
                  <a:lnTo>
                    <a:pt x="1182248" y="769535"/>
                  </a:lnTo>
                  <a:close/>
                  <a:moveTo>
                    <a:pt x="828130" y="417254"/>
                  </a:moveTo>
                  <a:lnTo>
                    <a:pt x="873470" y="412096"/>
                  </a:lnTo>
                  <a:lnTo>
                    <a:pt x="882068" y="350710"/>
                  </a:lnTo>
                  <a:close/>
                  <a:moveTo>
                    <a:pt x="1121724" y="655272"/>
                  </a:moveTo>
                  <a:lnTo>
                    <a:pt x="1117602" y="665937"/>
                  </a:lnTo>
                  <a:lnTo>
                    <a:pt x="1191551" y="635835"/>
                  </a:lnTo>
                  <a:close/>
                  <a:moveTo>
                    <a:pt x="1430766" y="828522"/>
                  </a:moveTo>
                  <a:lnTo>
                    <a:pt x="1459856" y="817888"/>
                  </a:lnTo>
                  <a:lnTo>
                    <a:pt x="1414656" y="808067"/>
                  </a:lnTo>
                  <a:close/>
                  <a:moveTo>
                    <a:pt x="1430766" y="828522"/>
                  </a:moveTo>
                  <a:lnTo>
                    <a:pt x="1414656" y="808067"/>
                  </a:lnTo>
                  <a:lnTo>
                    <a:pt x="1382022" y="820953"/>
                  </a:lnTo>
                  <a:close/>
                  <a:moveTo>
                    <a:pt x="1430766" y="828522"/>
                  </a:moveTo>
                  <a:lnTo>
                    <a:pt x="1480083" y="838234"/>
                  </a:lnTo>
                  <a:lnTo>
                    <a:pt x="1458657" y="822234"/>
                  </a:lnTo>
                  <a:close/>
                  <a:moveTo>
                    <a:pt x="1356716" y="678899"/>
                  </a:moveTo>
                  <a:lnTo>
                    <a:pt x="1315303" y="674585"/>
                  </a:lnTo>
                  <a:lnTo>
                    <a:pt x="1325400" y="738909"/>
                  </a:lnTo>
                  <a:close/>
                  <a:moveTo>
                    <a:pt x="1215731" y="584299"/>
                  </a:moveTo>
                  <a:lnTo>
                    <a:pt x="1222514" y="573932"/>
                  </a:lnTo>
                  <a:lnTo>
                    <a:pt x="1208551" y="560205"/>
                  </a:lnTo>
                  <a:close/>
                  <a:moveTo>
                    <a:pt x="1152113" y="480320"/>
                  </a:moveTo>
                  <a:lnTo>
                    <a:pt x="1163391" y="457132"/>
                  </a:lnTo>
                  <a:lnTo>
                    <a:pt x="1142578" y="489518"/>
                  </a:lnTo>
                  <a:close/>
                  <a:moveTo>
                    <a:pt x="1202741" y="404884"/>
                  </a:moveTo>
                  <a:lnTo>
                    <a:pt x="1178087" y="447604"/>
                  </a:lnTo>
                  <a:lnTo>
                    <a:pt x="1252850" y="417556"/>
                  </a:lnTo>
                  <a:close/>
                  <a:moveTo>
                    <a:pt x="1252850" y="417556"/>
                  </a:moveTo>
                  <a:lnTo>
                    <a:pt x="1221887" y="436688"/>
                  </a:lnTo>
                  <a:lnTo>
                    <a:pt x="1291766" y="388379"/>
                  </a:lnTo>
                  <a:close/>
                  <a:moveTo>
                    <a:pt x="1291766" y="388379"/>
                  </a:moveTo>
                  <a:lnTo>
                    <a:pt x="1351504" y="369423"/>
                  </a:lnTo>
                  <a:lnTo>
                    <a:pt x="1304982" y="369262"/>
                  </a:lnTo>
                  <a:close/>
                  <a:moveTo>
                    <a:pt x="1310209" y="176783"/>
                  </a:moveTo>
                  <a:lnTo>
                    <a:pt x="1304767" y="178704"/>
                  </a:lnTo>
                  <a:lnTo>
                    <a:pt x="1307650" y="177965"/>
                  </a:lnTo>
                  <a:close/>
                  <a:moveTo>
                    <a:pt x="1360950" y="202569"/>
                  </a:moveTo>
                  <a:lnTo>
                    <a:pt x="1310209" y="176783"/>
                  </a:lnTo>
                  <a:lnTo>
                    <a:pt x="1309201" y="178704"/>
                  </a:lnTo>
                  <a:close/>
                  <a:moveTo>
                    <a:pt x="1307650" y="177965"/>
                  </a:moveTo>
                  <a:lnTo>
                    <a:pt x="1309201" y="178704"/>
                  </a:lnTo>
                  <a:lnTo>
                    <a:pt x="1310209" y="176783"/>
                  </a:lnTo>
                  <a:close/>
                  <a:moveTo>
                    <a:pt x="1263338" y="0"/>
                  </a:moveTo>
                  <a:lnTo>
                    <a:pt x="1285704" y="791"/>
                  </a:lnTo>
                  <a:lnTo>
                    <a:pt x="1256315" y="2581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9" name="Output_density__4288">
              <a:extLst>
                <a:ext uri="{FF2B5EF4-FFF2-40B4-BE49-F238E27FC236}">
                  <a16:creationId xmlns:a16="http://schemas.microsoft.com/office/drawing/2014/main" id="{4A4BEB1C-9702-A10B-CFB5-4E4F449156BF}"/>
                </a:ext>
              </a:extLst>
            </p:cNvPr>
            <p:cNvSpPr>
              <a:spLocks noGrp="1"/>
            </p:cNvSpPr>
            <p:nvPr/>
          </p:nvSpPr>
          <p:spPr>
            <a:xfrm>
              <a:off x="14982092" y="2288475"/>
              <a:ext cx="1567438" cy="1487200"/>
            </a:xfrm>
            <a:custGeom>
              <a:avLst/>
              <a:gdLst/>
              <a:ahLst/>
              <a:cxnLst/>
              <a:rect l="0" t="0" r="0" b="0"/>
              <a:pathLst>
                <a:path w="1567438" h="1487200">
                  <a:moveTo>
                    <a:pt x="197958" y="1354713"/>
                  </a:moveTo>
                  <a:lnTo>
                    <a:pt x="175234" y="1317339"/>
                  </a:lnTo>
                  <a:lnTo>
                    <a:pt x="200094" y="1359871"/>
                  </a:lnTo>
                  <a:close/>
                  <a:moveTo>
                    <a:pt x="459317" y="1466575"/>
                  </a:moveTo>
                  <a:lnTo>
                    <a:pt x="417770" y="1422337"/>
                  </a:lnTo>
                  <a:lnTo>
                    <a:pt x="416236" y="1433692"/>
                  </a:lnTo>
                  <a:close/>
                  <a:moveTo>
                    <a:pt x="436902" y="1422546"/>
                  </a:moveTo>
                  <a:lnTo>
                    <a:pt x="417770" y="1422337"/>
                  </a:lnTo>
                  <a:lnTo>
                    <a:pt x="459317" y="1466575"/>
                  </a:lnTo>
                  <a:close/>
                  <a:moveTo>
                    <a:pt x="457184" y="1365533"/>
                  </a:moveTo>
                  <a:lnTo>
                    <a:pt x="469459" y="1369595"/>
                  </a:lnTo>
                  <a:lnTo>
                    <a:pt x="521359" y="1414085"/>
                  </a:lnTo>
                  <a:close/>
                  <a:moveTo>
                    <a:pt x="398240" y="1312728"/>
                  </a:moveTo>
                  <a:lnTo>
                    <a:pt x="449126" y="1309341"/>
                  </a:lnTo>
                  <a:lnTo>
                    <a:pt x="399362" y="1282191"/>
                  </a:lnTo>
                  <a:close/>
                  <a:moveTo>
                    <a:pt x="36642" y="934326"/>
                  </a:moveTo>
                  <a:lnTo>
                    <a:pt x="0" y="906655"/>
                  </a:lnTo>
                  <a:lnTo>
                    <a:pt x="20431" y="913494"/>
                  </a:lnTo>
                  <a:close/>
                  <a:moveTo>
                    <a:pt x="399362" y="1282191"/>
                  </a:moveTo>
                  <a:lnTo>
                    <a:pt x="476905" y="1286758"/>
                  </a:lnTo>
                  <a:lnTo>
                    <a:pt x="445482" y="1230895"/>
                  </a:lnTo>
                  <a:close/>
                  <a:moveTo>
                    <a:pt x="448870" y="1292619"/>
                  </a:moveTo>
                  <a:lnTo>
                    <a:pt x="476905" y="1286758"/>
                  </a:lnTo>
                  <a:lnTo>
                    <a:pt x="399362" y="1282191"/>
                  </a:lnTo>
                  <a:close/>
                  <a:moveTo>
                    <a:pt x="445482" y="1230895"/>
                  </a:moveTo>
                  <a:lnTo>
                    <a:pt x="406383" y="1243365"/>
                  </a:lnTo>
                  <a:lnTo>
                    <a:pt x="399362" y="1282191"/>
                  </a:lnTo>
                  <a:close/>
                  <a:moveTo>
                    <a:pt x="598411" y="1437041"/>
                  </a:moveTo>
                  <a:lnTo>
                    <a:pt x="604651" y="1447096"/>
                  </a:lnTo>
                  <a:lnTo>
                    <a:pt x="622352" y="1456986"/>
                  </a:lnTo>
                  <a:close/>
                  <a:moveTo>
                    <a:pt x="677153" y="1487200"/>
                  </a:moveTo>
                  <a:lnTo>
                    <a:pt x="622352" y="1456986"/>
                  </a:lnTo>
                  <a:lnTo>
                    <a:pt x="604651" y="1447096"/>
                  </a:lnTo>
                  <a:close/>
                  <a:moveTo>
                    <a:pt x="636008" y="1412947"/>
                  </a:moveTo>
                  <a:lnTo>
                    <a:pt x="598411" y="1437041"/>
                  </a:lnTo>
                  <a:lnTo>
                    <a:pt x="622352" y="1456986"/>
                  </a:lnTo>
                  <a:close/>
                  <a:moveTo>
                    <a:pt x="622352" y="1456986"/>
                  </a:moveTo>
                  <a:lnTo>
                    <a:pt x="677153" y="1487200"/>
                  </a:lnTo>
                  <a:lnTo>
                    <a:pt x="698987" y="1433934"/>
                  </a:lnTo>
                  <a:close/>
                  <a:moveTo>
                    <a:pt x="648458" y="1419690"/>
                  </a:moveTo>
                  <a:lnTo>
                    <a:pt x="622352" y="1456986"/>
                  </a:lnTo>
                  <a:lnTo>
                    <a:pt x="698987" y="1433934"/>
                  </a:lnTo>
                  <a:close/>
                  <a:moveTo>
                    <a:pt x="705966" y="1402710"/>
                  </a:moveTo>
                  <a:lnTo>
                    <a:pt x="747848" y="1406643"/>
                  </a:lnTo>
                  <a:lnTo>
                    <a:pt x="713234" y="1352301"/>
                  </a:lnTo>
                  <a:close/>
                  <a:moveTo>
                    <a:pt x="747848" y="1406643"/>
                  </a:moveTo>
                  <a:lnTo>
                    <a:pt x="762778" y="1362862"/>
                  </a:lnTo>
                  <a:lnTo>
                    <a:pt x="713234" y="1352301"/>
                  </a:lnTo>
                  <a:close/>
                  <a:moveTo>
                    <a:pt x="631964" y="1236662"/>
                  </a:moveTo>
                  <a:lnTo>
                    <a:pt x="655873" y="1234244"/>
                  </a:lnTo>
                  <a:lnTo>
                    <a:pt x="633543" y="1229026"/>
                  </a:lnTo>
                  <a:close/>
                  <a:moveTo>
                    <a:pt x="624444" y="1234244"/>
                  </a:moveTo>
                  <a:lnTo>
                    <a:pt x="631964" y="1236662"/>
                  </a:lnTo>
                  <a:lnTo>
                    <a:pt x="633543" y="1229026"/>
                  </a:lnTo>
                  <a:close/>
                  <a:moveTo>
                    <a:pt x="474191" y="1037992"/>
                  </a:moveTo>
                  <a:lnTo>
                    <a:pt x="400373" y="1016173"/>
                  </a:lnTo>
                  <a:lnTo>
                    <a:pt x="435280" y="1052191"/>
                  </a:lnTo>
                  <a:close/>
                  <a:moveTo>
                    <a:pt x="399772" y="997769"/>
                  </a:moveTo>
                  <a:lnTo>
                    <a:pt x="462889" y="984438"/>
                  </a:lnTo>
                  <a:lnTo>
                    <a:pt x="455745" y="927503"/>
                  </a:lnTo>
                  <a:close/>
                  <a:moveTo>
                    <a:pt x="399772" y="997769"/>
                  </a:moveTo>
                  <a:lnTo>
                    <a:pt x="455745" y="927503"/>
                  </a:lnTo>
                  <a:lnTo>
                    <a:pt x="397978" y="936485"/>
                  </a:lnTo>
                  <a:close/>
                  <a:moveTo>
                    <a:pt x="191065" y="757635"/>
                  </a:moveTo>
                  <a:lnTo>
                    <a:pt x="237929" y="794508"/>
                  </a:lnTo>
                  <a:lnTo>
                    <a:pt x="221696" y="737258"/>
                  </a:lnTo>
                  <a:close/>
                  <a:moveTo>
                    <a:pt x="221696" y="737258"/>
                  </a:moveTo>
                  <a:lnTo>
                    <a:pt x="237929" y="794508"/>
                  </a:lnTo>
                  <a:lnTo>
                    <a:pt x="263478" y="718895"/>
                  </a:lnTo>
                  <a:close/>
                  <a:moveTo>
                    <a:pt x="263478" y="718895"/>
                  </a:moveTo>
                  <a:lnTo>
                    <a:pt x="208648" y="691435"/>
                  </a:lnTo>
                  <a:lnTo>
                    <a:pt x="211111" y="697683"/>
                  </a:lnTo>
                  <a:close/>
                  <a:moveTo>
                    <a:pt x="769849" y="1326014"/>
                  </a:moveTo>
                  <a:lnTo>
                    <a:pt x="762778" y="1362862"/>
                  </a:lnTo>
                  <a:lnTo>
                    <a:pt x="795387" y="1337317"/>
                  </a:lnTo>
                  <a:close/>
                  <a:moveTo>
                    <a:pt x="769849" y="1326014"/>
                  </a:moveTo>
                  <a:lnTo>
                    <a:pt x="795387" y="1337317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769849" y="1326014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800755" y="1276127"/>
                  </a:lnTo>
                  <a:lnTo>
                    <a:pt x="762172" y="1225696"/>
                  </a:lnTo>
                  <a:close/>
                  <a:moveTo>
                    <a:pt x="800755" y="1276127"/>
                  </a:moveTo>
                  <a:lnTo>
                    <a:pt x="806580" y="1217052"/>
                  </a:lnTo>
                  <a:lnTo>
                    <a:pt x="762172" y="1225696"/>
                  </a:lnTo>
                  <a:close/>
                  <a:moveTo>
                    <a:pt x="693448" y="1143425"/>
                  </a:moveTo>
                  <a:lnTo>
                    <a:pt x="663993" y="1123119"/>
                  </a:lnTo>
                  <a:lnTo>
                    <a:pt x="665850" y="1107077"/>
                  </a:lnTo>
                  <a:close/>
                  <a:moveTo>
                    <a:pt x="330604" y="746320"/>
                  </a:moveTo>
                  <a:lnTo>
                    <a:pt x="263505" y="718873"/>
                  </a:lnTo>
                  <a:lnTo>
                    <a:pt x="263509" y="718878"/>
                  </a:lnTo>
                  <a:close/>
                  <a:moveTo>
                    <a:pt x="221696" y="737258"/>
                  </a:moveTo>
                  <a:lnTo>
                    <a:pt x="263483" y="718878"/>
                  </a:lnTo>
                  <a:lnTo>
                    <a:pt x="238467" y="701246"/>
                  </a:lnTo>
                  <a:close/>
                  <a:moveTo>
                    <a:pt x="238467" y="701246"/>
                  </a:moveTo>
                  <a:lnTo>
                    <a:pt x="263483" y="718878"/>
                  </a:lnTo>
                  <a:lnTo>
                    <a:pt x="211111" y="697683"/>
                  </a:lnTo>
                  <a:close/>
                  <a:moveTo>
                    <a:pt x="234306" y="609729"/>
                  </a:moveTo>
                  <a:lnTo>
                    <a:pt x="242126" y="610768"/>
                  </a:lnTo>
                  <a:lnTo>
                    <a:pt x="213515" y="596045"/>
                  </a:lnTo>
                  <a:close/>
                  <a:moveTo>
                    <a:pt x="767527" y="1139672"/>
                  </a:moveTo>
                  <a:lnTo>
                    <a:pt x="707634" y="1150383"/>
                  </a:lnTo>
                  <a:lnTo>
                    <a:pt x="764328" y="1205016"/>
                  </a:lnTo>
                  <a:close/>
                  <a:moveTo>
                    <a:pt x="807451" y="1207940"/>
                  </a:moveTo>
                  <a:lnTo>
                    <a:pt x="762172" y="1225696"/>
                  </a:lnTo>
                  <a:lnTo>
                    <a:pt x="806580" y="1217052"/>
                  </a:lnTo>
                  <a:close/>
                  <a:moveTo>
                    <a:pt x="807451" y="1207940"/>
                  </a:moveTo>
                  <a:lnTo>
                    <a:pt x="764328" y="1205016"/>
                  </a:lnTo>
                  <a:lnTo>
                    <a:pt x="762172" y="1225696"/>
                  </a:lnTo>
                  <a:close/>
                  <a:moveTo>
                    <a:pt x="764328" y="1205016"/>
                  </a:moveTo>
                  <a:lnTo>
                    <a:pt x="807451" y="1207940"/>
                  </a:lnTo>
                  <a:lnTo>
                    <a:pt x="812078" y="1141436"/>
                  </a:lnTo>
                  <a:close/>
                  <a:moveTo>
                    <a:pt x="764328" y="1205016"/>
                  </a:moveTo>
                  <a:lnTo>
                    <a:pt x="812078" y="1141436"/>
                  </a:lnTo>
                  <a:lnTo>
                    <a:pt x="767527" y="1139672"/>
                  </a:lnTo>
                  <a:close/>
                  <a:moveTo>
                    <a:pt x="707634" y="1150383"/>
                  </a:moveTo>
                  <a:lnTo>
                    <a:pt x="767527" y="1139672"/>
                  </a:lnTo>
                  <a:lnTo>
                    <a:pt x="703127" y="1107077"/>
                  </a:lnTo>
                  <a:close/>
                  <a:moveTo>
                    <a:pt x="686833" y="1041808"/>
                  </a:moveTo>
                  <a:lnTo>
                    <a:pt x="666319" y="1083246"/>
                  </a:lnTo>
                  <a:lnTo>
                    <a:pt x="678176" y="1086326"/>
                  </a:lnTo>
                  <a:close/>
                  <a:moveTo>
                    <a:pt x="634975" y="1045986"/>
                  </a:moveTo>
                  <a:lnTo>
                    <a:pt x="658320" y="1002246"/>
                  </a:lnTo>
                  <a:lnTo>
                    <a:pt x="626388" y="990223"/>
                  </a:lnTo>
                  <a:close/>
                  <a:moveTo>
                    <a:pt x="686833" y="1041808"/>
                  </a:moveTo>
                  <a:lnTo>
                    <a:pt x="691711" y="1055540"/>
                  </a:lnTo>
                  <a:lnTo>
                    <a:pt x="658320" y="1002246"/>
                  </a:lnTo>
                  <a:close/>
                  <a:moveTo>
                    <a:pt x="588291" y="983213"/>
                  </a:moveTo>
                  <a:lnTo>
                    <a:pt x="597858" y="950675"/>
                  </a:lnTo>
                  <a:lnTo>
                    <a:pt x="570021" y="935324"/>
                  </a:lnTo>
                  <a:close/>
                  <a:moveTo>
                    <a:pt x="524091" y="596207"/>
                  </a:moveTo>
                  <a:lnTo>
                    <a:pt x="519853" y="595059"/>
                  </a:lnTo>
                  <a:lnTo>
                    <a:pt x="521872" y="646596"/>
                  </a:lnTo>
                  <a:close/>
                  <a:moveTo>
                    <a:pt x="519853" y="595059"/>
                  </a:moveTo>
                  <a:lnTo>
                    <a:pt x="507172" y="571979"/>
                  </a:lnTo>
                  <a:lnTo>
                    <a:pt x="547190" y="622502"/>
                  </a:lnTo>
                  <a:close/>
                  <a:moveTo>
                    <a:pt x="556783" y="570965"/>
                  </a:moveTo>
                  <a:lnTo>
                    <a:pt x="580799" y="627127"/>
                  </a:lnTo>
                  <a:lnTo>
                    <a:pt x="613599" y="614860"/>
                  </a:lnTo>
                  <a:close/>
                  <a:moveTo>
                    <a:pt x="1001709" y="1086331"/>
                  </a:moveTo>
                  <a:lnTo>
                    <a:pt x="1003517" y="1099746"/>
                  </a:lnTo>
                  <a:lnTo>
                    <a:pt x="1026038" y="1108842"/>
                  </a:lnTo>
                  <a:close/>
                  <a:moveTo>
                    <a:pt x="1061230" y="1113774"/>
                  </a:moveTo>
                  <a:lnTo>
                    <a:pt x="1026038" y="1108842"/>
                  </a:lnTo>
                  <a:lnTo>
                    <a:pt x="1061140" y="1115642"/>
                  </a:lnTo>
                  <a:close/>
                  <a:moveTo>
                    <a:pt x="1001709" y="1086331"/>
                  </a:moveTo>
                  <a:lnTo>
                    <a:pt x="1026038" y="1108842"/>
                  </a:lnTo>
                  <a:lnTo>
                    <a:pt x="1061230" y="1113774"/>
                  </a:lnTo>
                  <a:close/>
                  <a:moveTo>
                    <a:pt x="1247705" y="1143786"/>
                  </a:moveTo>
                  <a:lnTo>
                    <a:pt x="1235849" y="1150297"/>
                  </a:lnTo>
                  <a:lnTo>
                    <a:pt x="1274756" y="1205148"/>
                  </a:lnTo>
                  <a:close/>
                  <a:moveTo>
                    <a:pt x="1300107" y="1165032"/>
                  </a:moveTo>
                  <a:lnTo>
                    <a:pt x="1247705" y="1143786"/>
                  </a:lnTo>
                  <a:lnTo>
                    <a:pt x="1274756" y="1205148"/>
                  </a:lnTo>
                  <a:close/>
                  <a:moveTo>
                    <a:pt x="1235849" y="1150297"/>
                  </a:moveTo>
                  <a:lnTo>
                    <a:pt x="1241797" y="1141217"/>
                  </a:lnTo>
                  <a:lnTo>
                    <a:pt x="1216371" y="1161534"/>
                  </a:lnTo>
                  <a:close/>
                  <a:moveTo>
                    <a:pt x="1216371" y="1161534"/>
                  </a:moveTo>
                  <a:lnTo>
                    <a:pt x="1241797" y="1141217"/>
                  </a:lnTo>
                  <a:lnTo>
                    <a:pt x="1196282" y="1126203"/>
                  </a:lnTo>
                  <a:close/>
                  <a:moveTo>
                    <a:pt x="976089" y="833091"/>
                  </a:moveTo>
                  <a:lnTo>
                    <a:pt x="1001592" y="882541"/>
                  </a:lnTo>
                  <a:lnTo>
                    <a:pt x="1004475" y="883534"/>
                  </a:lnTo>
                  <a:close/>
                  <a:moveTo>
                    <a:pt x="743508" y="522778"/>
                  </a:moveTo>
                  <a:lnTo>
                    <a:pt x="734909" y="584164"/>
                  </a:lnTo>
                  <a:lnTo>
                    <a:pt x="749686" y="526749"/>
                  </a:lnTo>
                  <a:close/>
                  <a:moveTo>
                    <a:pt x="749686" y="526749"/>
                  </a:moveTo>
                  <a:lnTo>
                    <a:pt x="734909" y="584164"/>
                  </a:lnTo>
                  <a:lnTo>
                    <a:pt x="797647" y="525739"/>
                  </a:lnTo>
                  <a:close/>
                  <a:moveTo>
                    <a:pt x="747687" y="497041"/>
                  </a:moveTo>
                  <a:lnTo>
                    <a:pt x="749686" y="526749"/>
                  </a:lnTo>
                  <a:lnTo>
                    <a:pt x="768684" y="471241"/>
                  </a:lnTo>
                  <a:close/>
                  <a:moveTo>
                    <a:pt x="743508" y="522778"/>
                  </a:moveTo>
                  <a:lnTo>
                    <a:pt x="749686" y="526749"/>
                  </a:lnTo>
                  <a:lnTo>
                    <a:pt x="747687" y="497041"/>
                  </a:lnTo>
                  <a:close/>
                  <a:moveTo>
                    <a:pt x="1241797" y="1141217"/>
                  </a:moveTo>
                  <a:lnTo>
                    <a:pt x="1235849" y="1150297"/>
                  </a:lnTo>
                  <a:lnTo>
                    <a:pt x="1247705" y="1143786"/>
                  </a:lnTo>
                  <a:close/>
                  <a:moveTo>
                    <a:pt x="1241797" y="1141217"/>
                  </a:moveTo>
                  <a:lnTo>
                    <a:pt x="1247705" y="1143786"/>
                  </a:lnTo>
                  <a:lnTo>
                    <a:pt x="1249082" y="1139538"/>
                  </a:lnTo>
                  <a:close/>
                  <a:moveTo>
                    <a:pt x="1249082" y="1139538"/>
                  </a:moveTo>
                  <a:lnTo>
                    <a:pt x="1196282" y="1126203"/>
                  </a:lnTo>
                  <a:lnTo>
                    <a:pt x="1241797" y="1141217"/>
                  </a:lnTo>
                  <a:close/>
                  <a:moveTo>
                    <a:pt x="1311094" y="1127105"/>
                  </a:moveTo>
                  <a:lnTo>
                    <a:pt x="1247705" y="1143786"/>
                  </a:lnTo>
                  <a:lnTo>
                    <a:pt x="1300107" y="1165032"/>
                  </a:lnTo>
                  <a:close/>
                  <a:moveTo>
                    <a:pt x="1311094" y="1127105"/>
                  </a:moveTo>
                  <a:lnTo>
                    <a:pt x="1249082" y="1139538"/>
                  </a:lnTo>
                  <a:lnTo>
                    <a:pt x="1247705" y="1143786"/>
                  </a:lnTo>
                  <a:close/>
                  <a:moveTo>
                    <a:pt x="1117828" y="1007553"/>
                  </a:moveTo>
                  <a:lnTo>
                    <a:pt x="1142353" y="1024857"/>
                  </a:lnTo>
                  <a:lnTo>
                    <a:pt x="1163875" y="1005038"/>
                  </a:lnTo>
                  <a:close/>
                  <a:moveTo>
                    <a:pt x="1052990" y="807903"/>
                  </a:moveTo>
                  <a:lnTo>
                    <a:pt x="979041" y="838004"/>
                  </a:lnTo>
                  <a:lnTo>
                    <a:pt x="1004475" y="883534"/>
                  </a:lnTo>
                  <a:close/>
                  <a:moveTo>
                    <a:pt x="1097425" y="796367"/>
                  </a:moveTo>
                  <a:lnTo>
                    <a:pt x="1065173" y="810684"/>
                  </a:lnTo>
                  <a:lnTo>
                    <a:pt x="1077170" y="756367"/>
                  </a:lnTo>
                  <a:close/>
                  <a:moveTo>
                    <a:pt x="788073" y="447147"/>
                  </a:moveTo>
                  <a:lnTo>
                    <a:pt x="793296" y="466534"/>
                  </a:lnTo>
                  <a:lnTo>
                    <a:pt x="807930" y="498683"/>
                  </a:lnTo>
                  <a:close/>
                  <a:moveTo>
                    <a:pt x="768684" y="471241"/>
                  </a:moveTo>
                  <a:lnTo>
                    <a:pt x="751816" y="462274"/>
                  </a:lnTo>
                  <a:lnTo>
                    <a:pt x="747687" y="497041"/>
                  </a:lnTo>
                  <a:close/>
                  <a:moveTo>
                    <a:pt x="1069990" y="732273"/>
                  </a:moveTo>
                  <a:lnTo>
                    <a:pt x="1097425" y="796367"/>
                  </a:lnTo>
                  <a:lnTo>
                    <a:pt x="1077170" y="756367"/>
                  </a:lnTo>
                  <a:close/>
                  <a:moveTo>
                    <a:pt x="1046780" y="688116"/>
                  </a:moveTo>
                  <a:lnTo>
                    <a:pt x="1083953" y="745999"/>
                  </a:lnTo>
                  <a:lnTo>
                    <a:pt x="1094128" y="687606"/>
                  </a:lnTo>
                  <a:close/>
                  <a:moveTo>
                    <a:pt x="1069990" y="732273"/>
                  </a:moveTo>
                  <a:lnTo>
                    <a:pt x="1083953" y="745999"/>
                  </a:lnTo>
                  <a:lnTo>
                    <a:pt x="1046780" y="688116"/>
                  </a:lnTo>
                  <a:close/>
                  <a:moveTo>
                    <a:pt x="1004017" y="661585"/>
                  </a:moveTo>
                  <a:lnTo>
                    <a:pt x="989250" y="704830"/>
                  </a:lnTo>
                  <a:lnTo>
                    <a:pt x="1013552" y="652387"/>
                  </a:lnTo>
                  <a:close/>
                  <a:moveTo>
                    <a:pt x="1405977" y="914325"/>
                  </a:moveTo>
                  <a:lnTo>
                    <a:pt x="1391666" y="927980"/>
                  </a:lnTo>
                  <a:lnTo>
                    <a:pt x="1429477" y="918599"/>
                  </a:lnTo>
                  <a:close/>
                  <a:moveTo>
                    <a:pt x="1429477" y="918599"/>
                  </a:moveTo>
                  <a:lnTo>
                    <a:pt x="1391666" y="927980"/>
                  </a:lnTo>
                  <a:lnTo>
                    <a:pt x="1384295" y="980091"/>
                  </a:lnTo>
                  <a:close/>
                  <a:moveTo>
                    <a:pt x="1392593" y="910602"/>
                  </a:moveTo>
                  <a:lnTo>
                    <a:pt x="1350890" y="950201"/>
                  </a:lnTo>
                  <a:lnTo>
                    <a:pt x="1391666" y="927980"/>
                  </a:lnTo>
                  <a:close/>
                  <a:moveTo>
                    <a:pt x="1331701" y="859381"/>
                  </a:moveTo>
                  <a:lnTo>
                    <a:pt x="1380283" y="885420"/>
                  </a:lnTo>
                  <a:lnTo>
                    <a:pt x="1348897" y="862788"/>
                  </a:lnTo>
                  <a:close/>
                  <a:moveTo>
                    <a:pt x="1392593" y="910602"/>
                  </a:moveTo>
                  <a:lnTo>
                    <a:pt x="1380283" y="885420"/>
                  </a:lnTo>
                  <a:lnTo>
                    <a:pt x="1331701" y="859381"/>
                  </a:lnTo>
                  <a:close/>
                  <a:moveTo>
                    <a:pt x="1392593" y="910602"/>
                  </a:moveTo>
                  <a:lnTo>
                    <a:pt x="1391666" y="927980"/>
                  </a:lnTo>
                  <a:lnTo>
                    <a:pt x="1405977" y="914325"/>
                  </a:lnTo>
                  <a:close/>
                  <a:moveTo>
                    <a:pt x="1392593" y="910602"/>
                  </a:moveTo>
                  <a:lnTo>
                    <a:pt x="1405977" y="914325"/>
                  </a:lnTo>
                  <a:lnTo>
                    <a:pt x="1380283" y="885420"/>
                  </a:lnTo>
                  <a:close/>
                  <a:moveTo>
                    <a:pt x="1331701" y="859381"/>
                  </a:moveTo>
                  <a:lnTo>
                    <a:pt x="1348897" y="862788"/>
                  </a:lnTo>
                  <a:lnTo>
                    <a:pt x="1324012" y="849708"/>
                  </a:lnTo>
                  <a:close/>
                  <a:moveTo>
                    <a:pt x="1166421" y="541329"/>
                  </a:moveTo>
                  <a:lnTo>
                    <a:pt x="1210948" y="480369"/>
                  </a:lnTo>
                  <a:lnTo>
                    <a:pt x="1166371" y="478627"/>
                  </a:lnTo>
                  <a:close/>
                  <a:moveTo>
                    <a:pt x="1118304" y="479723"/>
                  </a:moveTo>
                  <a:lnTo>
                    <a:pt x="1166421" y="541329"/>
                  </a:lnTo>
                  <a:lnTo>
                    <a:pt x="1166371" y="478627"/>
                  </a:lnTo>
                  <a:close/>
                  <a:moveTo>
                    <a:pt x="1145367" y="432960"/>
                  </a:moveTo>
                  <a:lnTo>
                    <a:pt x="1109912" y="438357"/>
                  </a:lnTo>
                  <a:lnTo>
                    <a:pt x="1118304" y="479723"/>
                  </a:lnTo>
                  <a:close/>
                  <a:moveTo>
                    <a:pt x="1094800" y="477938"/>
                  </a:moveTo>
                  <a:lnTo>
                    <a:pt x="1118304" y="479723"/>
                  </a:lnTo>
                  <a:lnTo>
                    <a:pt x="1109912" y="438357"/>
                  </a:lnTo>
                  <a:close/>
                  <a:moveTo>
                    <a:pt x="964927" y="245632"/>
                  </a:moveTo>
                  <a:lnTo>
                    <a:pt x="994145" y="219976"/>
                  </a:lnTo>
                  <a:lnTo>
                    <a:pt x="1047786" y="248099"/>
                  </a:lnTo>
                  <a:close/>
                  <a:moveTo>
                    <a:pt x="1111679" y="234137"/>
                  </a:moveTo>
                  <a:lnTo>
                    <a:pt x="1135685" y="225141"/>
                  </a:lnTo>
                  <a:lnTo>
                    <a:pt x="1124777" y="172068"/>
                  </a:lnTo>
                  <a:close/>
                  <a:moveTo>
                    <a:pt x="1265675" y="131777"/>
                  </a:moveTo>
                  <a:lnTo>
                    <a:pt x="1260442" y="126417"/>
                  </a:lnTo>
                  <a:lnTo>
                    <a:pt x="1323105" y="175416"/>
                  </a:lnTo>
                  <a:close/>
                  <a:moveTo>
                    <a:pt x="1282605" y="83639"/>
                  </a:moveTo>
                  <a:lnTo>
                    <a:pt x="1269064" y="147973"/>
                  </a:lnTo>
                  <a:lnTo>
                    <a:pt x="1260442" y="126417"/>
                  </a:lnTo>
                  <a:close/>
                  <a:moveTo>
                    <a:pt x="1567438" y="230302"/>
                  </a:moveTo>
                  <a:lnTo>
                    <a:pt x="1530185" y="184535"/>
                  </a:lnTo>
                  <a:lnTo>
                    <a:pt x="1541443" y="194319"/>
                  </a:lnTo>
                  <a:close/>
                  <a:moveTo>
                    <a:pt x="1482977" y="184933"/>
                  </a:moveTo>
                  <a:lnTo>
                    <a:pt x="1530185" y="184535"/>
                  </a:lnTo>
                  <a:lnTo>
                    <a:pt x="1497089" y="148699"/>
                  </a:lnTo>
                  <a:close/>
                  <a:moveTo>
                    <a:pt x="1482977" y="184933"/>
                  </a:moveTo>
                  <a:lnTo>
                    <a:pt x="1497089" y="148699"/>
                  </a:lnTo>
                  <a:lnTo>
                    <a:pt x="1466788" y="135351"/>
                  </a:lnTo>
                  <a:close/>
                  <a:moveTo>
                    <a:pt x="1427586" y="129239"/>
                  </a:moveTo>
                  <a:lnTo>
                    <a:pt x="1466788" y="135351"/>
                  </a:lnTo>
                  <a:lnTo>
                    <a:pt x="1444409" y="90802"/>
                  </a:lnTo>
                  <a:close/>
                  <a:moveTo>
                    <a:pt x="1466788" y="135351"/>
                  </a:moveTo>
                  <a:lnTo>
                    <a:pt x="1497089" y="148699"/>
                  </a:lnTo>
                  <a:lnTo>
                    <a:pt x="1444409" y="90802"/>
                  </a:lnTo>
                  <a:close/>
                  <a:moveTo>
                    <a:pt x="1412380" y="78858"/>
                  </a:moveTo>
                  <a:lnTo>
                    <a:pt x="1444409" y="90802"/>
                  </a:lnTo>
                  <a:lnTo>
                    <a:pt x="1421698" y="46523"/>
                  </a:lnTo>
                  <a:close/>
                  <a:moveTo>
                    <a:pt x="1412380" y="78858"/>
                  </a:moveTo>
                  <a:lnTo>
                    <a:pt x="1421698" y="46523"/>
                  </a:lnTo>
                  <a:lnTo>
                    <a:pt x="1395315" y="29988"/>
                  </a:lnTo>
                  <a:close/>
                  <a:moveTo>
                    <a:pt x="1395315" y="29988"/>
                  </a:moveTo>
                  <a:lnTo>
                    <a:pt x="1418237" y="43248"/>
                  </a:lnTo>
                  <a:lnTo>
                    <a:pt x="1359950" y="0"/>
                  </a:lnTo>
                  <a:close/>
                  <a:moveTo>
                    <a:pt x="1395315" y="29988"/>
                  </a:moveTo>
                  <a:lnTo>
                    <a:pt x="1421698" y="46523"/>
                  </a:lnTo>
                  <a:lnTo>
                    <a:pt x="1418237" y="4324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0" name="Output_density__4289">
              <a:extLst>
                <a:ext uri="{FF2B5EF4-FFF2-40B4-BE49-F238E27FC236}">
                  <a16:creationId xmlns:a16="http://schemas.microsoft.com/office/drawing/2014/main" id="{5E573472-4739-A547-2A57-0B50B309316B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759785" cy="1474787"/>
            </a:xfrm>
            <a:custGeom>
              <a:avLst/>
              <a:gdLst/>
              <a:ahLst/>
              <a:cxnLst/>
              <a:rect l="0" t="0" r="0" b="0"/>
              <a:pathLst>
                <a:path w="1759785" h="1474787">
                  <a:moveTo>
                    <a:pt x="416300" y="1395808"/>
                  </a:moveTo>
                  <a:lnTo>
                    <a:pt x="389832" y="1344271"/>
                  </a:lnTo>
                  <a:lnTo>
                    <a:pt x="393576" y="1358434"/>
                  </a:lnTo>
                  <a:close/>
                  <a:moveTo>
                    <a:pt x="399262" y="1300399"/>
                  </a:moveTo>
                  <a:lnTo>
                    <a:pt x="393576" y="1358434"/>
                  </a:lnTo>
                  <a:lnTo>
                    <a:pt x="389832" y="1344271"/>
                  </a:lnTo>
                  <a:close/>
                  <a:moveTo>
                    <a:pt x="2136" y="931978"/>
                  </a:moveTo>
                  <a:lnTo>
                    <a:pt x="1561" y="884556"/>
                  </a:lnTo>
                  <a:lnTo>
                    <a:pt x="7677" y="942327"/>
                  </a:lnTo>
                  <a:close/>
                  <a:moveTo>
                    <a:pt x="2136" y="931978"/>
                  </a:moveTo>
                  <a:lnTo>
                    <a:pt x="0" y="880442"/>
                  </a:lnTo>
                  <a:lnTo>
                    <a:pt x="1561" y="884556"/>
                  </a:lnTo>
                  <a:close/>
                  <a:moveTo>
                    <a:pt x="3275" y="867929"/>
                  </a:moveTo>
                  <a:lnTo>
                    <a:pt x="1561" y="884556"/>
                  </a:lnTo>
                  <a:lnTo>
                    <a:pt x="0" y="880442"/>
                  </a:lnTo>
                  <a:close/>
                  <a:moveTo>
                    <a:pt x="634578" y="1474787"/>
                  </a:moveTo>
                  <a:lnTo>
                    <a:pt x="636112" y="1463432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34578" y="1474787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75526" y="1406628"/>
                  </a:lnTo>
                  <a:lnTo>
                    <a:pt x="616582" y="1353823"/>
                  </a:lnTo>
                  <a:close/>
                  <a:moveTo>
                    <a:pt x="615438" y="1423250"/>
                  </a:moveTo>
                  <a:lnTo>
                    <a:pt x="616582" y="1353823"/>
                  </a:lnTo>
                  <a:lnTo>
                    <a:pt x="606040" y="1414577"/>
                  </a:lnTo>
                  <a:close/>
                  <a:moveTo>
                    <a:pt x="642158" y="1450693"/>
                  </a:moveTo>
                  <a:lnTo>
                    <a:pt x="636592" y="1400298"/>
                  </a:lnTo>
                  <a:lnTo>
                    <a:pt x="636112" y="1463432"/>
                  </a:lnTo>
                  <a:close/>
                  <a:moveTo>
                    <a:pt x="712091" y="1399156"/>
                  </a:moveTo>
                  <a:lnTo>
                    <a:pt x="699680" y="1386991"/>
                  </a:lnTo>
                  <a:lnTo>
                    <a:pt x="695247" y="1327852"/>
                  </a:lnTo>
                  <a:close/>
                  <a:moveTo>
                    <a:pt x="663824" y="1271989"/>
                  </a:moveTo>
                  <a:lnTo>
                    <a:pt x="695247" y="1327852"/>
                  </a:lnTo>
                  <a:lnTo>
                    <a:pt x="692954" y="1323526"/>
                  </a:lnTo>
                  <a:close/>
                  <a:moveTo>
                    <a:pt x="663824" y="1271989"/>
                  </a:moveTo>
                  <a:lnTo>
                    <a:pt x="681335" y="1251616"/>
                  </a:lnTo>
                  <a:lnTo>
                    <a:pt x="624725" y="1284460"/>
                  </a:lnTo>
                  <a:close/>
                  <a:moveTo>
                    <a:pt x="692954" y="1323526"/>
                  </a:moveTo>
                  <a:lnTo>
                    <a:pt x="677944" y="1247895"/>
                  </a:lnTo>
                  <a:lnTo>
                    <a:pt x="663824" y="1271989"/>
                  </a:lnTo>
                  <a:close/>
                  <a:moveTo>
                    <a:pt x="395653" y="792059"/>
                  </a:moveTo>
                  <a:lnTo>
                    <a:pt x="456271" y="835603"/>
                  </a:lnTo>
                  <a:lnTo>
                    <a:pt x="409407" y="798730"/>
                  </a:lnTo>
                  <a:close/>
                  <a:moveTo>
                    <a:pt x="874215" y="1275338"/>
                  </a:moveTo>
                  <a:lnTo>
                    <a:pt x="850306" y="1277756"/>
                  </a:lnTo>
                  <a:lnTo>
                    <a:pt x="859915" y="1332687"/>
                  </a:lnTo>
                  <a:close/>
                  <a:moveTo>
                    <a:pt x="681230" y="1025533"/>
                  </a:moveTo>
                  <a:lnTo>
                    <a:pt x="618114" y="1038863"/>
                  </a:lnTo>
                  <a:lnTo>
                    <a:pt x="692533" y="1079087"/>
                  </a:lnTo>
                  <a:close/>
                  <a:moveTo>
                    <a:pt x="481820" y="759989"/>
                  </a:moveTo>
                  <a:lnTo>
                    <a:pt x="456271" y="835603"/>
                  </a:lnTo>
                  <a:lnTo>
                    <a:pt x="492886" y="813736"/>
                  </a:lnTo>
                  <a:close/>
                  <a:moveTo>
                    <a:pt x="429453" y="738778"/>
                  </a:moveTo>
                  <a:lnTo>
                    <a:pt x="426990" y="732530"/>
                  </a:lnTo>
                  <a:lnTo>
                    <a:pt x="401378" y="768711"/>
                  </a:lnTo>
                  <a:close/>
                  <a:moveTo>
                    <a:pt x="988190" y="1367109"/>
                  </a:moveTo>
                  <a:lnTo>
                    <a:pt x="931575" y="1393395"/>
                  </a:lnTo>
                  <a:lnTo>
                    <a:pt x="981120" y="1403956"/>
                  </a:lnTo>
                  <a:close/>
                  <a:moveTo>
                    <a:pt x="933945" y="1373228"/>
                  </a:moveTo>
                  <a:lnTo>
                    <a:pt x="988190" y="1367109"/>
                  </a:lnTo>
                  <a:lnTo>
                    <a:pt x="979923" y="1311087"/>
                  </a:lnTo>
                  <a:close/>
                  <a:moveTo>
                    <a:pt x="980514" y="1266791"/>
                  </a:moveTo>
                  <a:lnTo>
                    <a:pt x="952137" y="1251244"/>
                  </a:lnTo>
                  <a:lnTo>
                    <a:pt x="979923" y="1311087"/>
                  </a:lnTo>
                  <a:close/>
                  <a:moveTo>
                    <a:pt x="979923" y="1311087"/>
                  </a:moveTo>
                  <a:lnTo>
                    <a:pt x="952137" y="1251244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913009" y="1264762"/>
                  </a:lnTo>
                  <a:lnTo>
                    <a:pt x="851885" y="1270120"/>
                  </a:lnTo>
                  <a:close/>
                  <a:moveTo>
                    <a:pt x="851885" y="1270120"/>
                  </a:moveTo>
                  <a:lnTo>
                    <a:pt x="913009" y="1264762"/>
                  </a:lnTo>
                  <a:lnTo>
                    <a:pt x="920072" y="1215486"/>
                  </a:lnTo>
                  <a:close/>
                  <a:moveTo>
                    <a:pt x="518385" y="761704"/>
                  </a:moveTo>
                  <a:lnTo>
                    <a:pt x="481847" y="759967"/>
                  </a:lnTo>
                  <a:lnTo>
                    <a:pt x="548946" y="787415"/>
                  </a:lnTo>
                  <a:close/>
                  <a:moveTo>
                    <a:pt x="952137" y="1251244"/>
                  </a:moveTo>
                  <a:lnTo>
                    <a:pt x="980514" y="1266791"/>
                  </a:lnTo>
                  <a:lnTo>
                    <a:pt x="982670" y="1246111"/>
                  </a:lnTo>
                  <a:close/>
                  <a:moveTo>
                    <a:pt x="982670" y="1246111"/>
                  </a:moveTo>
                  <a:lnTo>
                    <a:pt x="920072" y="1215486"/>
                  </a:lnTo>
                  <a:lnTo>
                    <a:pt x="952137" y="1251244"/>
                  </a:lnTo>
                  <a:close/>
                  <a:moveTo>
                    <a:pt x="925975" y="1191477"/>
                  </a:moveTo>
                  <a:lnTo>
                    <a:pt x="920072" y="1215486"/>
                  </a:lnTo>
                  <a:lnTo>
                    <a:pt x="982670" y="1246111"/>
                  </a:lnTo>
                  <a:close/>
                  <a:moveTo>
                    <a:pt x="921469" y="1148171"/>
                  </a:moveTo>
                  <a:lnTo>
                    <a:pt x="911790" y="1184520"/>
                  </a:lnTo>
                  <a:lnTo>
                    <a:pt x="925975" y="1191477"/>
                  </a:lnTo>
                  <a:close/>
                  <a:moveTo>
                    <a:pt x="853316" y="1087080"/>
                  </a:moveTo>
                  <a:lnTo>
                    <a:pt x="905175" y="1082902"/>
                  </a:lnTo>
                  <a:lnTo>
                    <a:pt x="876662" y="1043340"/>
                  </a:lnTo>
                  <a:close/>
                  <a:moveTo>
                    <a:pt x="435612" y="508602"/>
                  </a:moveTo>
                  <a:lnTo>
                    <a:pt x="397403" y="484050"/>
                  </a:lnTo>
                  <a:lnTo>
                    <a:pt x="358872" y="470265"/>
                  </a:lnTo>
                  <a:close/>
                  <a:moveTo>
                    <a:pt x="435612" y="508602"/>
                  </a:moveTo>
                  <a:lnTo>
                    <a:pt x="448891" y="501877"/>
                  </a:lnTo>
                  <a:lnTo>
                    <a:pt x="397403" y="484050"/>
                  </a:lnTo>
                  <a:close/>
                  <a:moveTo>
                    <a:pt x="358872" y="470265"/>
                  </a:moveTo>
                  <a:lnTo>
                    <a:pt x="381438" y="478195"/>
                  </a:lnTo>
                  <a:lnTo>
                    <a:pt x="344556" y="461141"/>
                  </a:lnTo>
                  <a:close/>
                  <a:moveTo>
                    <a:pt x="742433" y="637301"/>
                  </a:moveTo>
                  <a:lnTo>
                    <a:pt x="685812" y="593857"/>
                  </a:lnTo>
                  <a:lnTo>
                    <a:pt x="738195" y="636154"/>
                  </a:lnTo>
                  <a:close/>
                  <a:moveTo>
                    <a:pt x="615261" y="539240"/>
                  </a:moveTo>
                  <a:lnTo>
                    <a:pt x="627339" y="549913"/>
                  </a:lnTo>
                  <a:lnTo>
                    <a:pt x="673528" y="584617"/>
                  </a:lnTo>
                  <a:close/>
                  <a:moveTo>
                    <a:pt x="725514" y="613074"/>
                  </a:moveTo>
                  <a:lnTo>
                    <a:pt x="738195" y="636154"/>
                  </a:lnTo>
                  <a:lnTo>
                    <a:pt x="685812" y="593857"/>
                  </a:lnTo>
                  <a:close/>
                  <a:moveTo>
                    <a:pt x="658281" y="567008"/>
                  </a:moveTo>
                  <a:lnTo>
                    <a:pt x="725514" y="613074"/>
                  </a:lnTo>
                  <a:lnTo>
                    <a:pt x="673528" y="584617"/>
                  </a:lnTo>
                  <a:close/>
                  <a:moveTo>
                    <a:pt x="673528" y="584617"/>
                  </a:moveTo>
                  <a:lnTo>
                    <a:pt x="725514" y="613074"/>
                  </a:lnTo>
                  <a:lnTo>
                    <a:pt x="685812" y="593857"/>
                  </a:lnTo>
                  <a:close/>
                  <a:moveTo>
                    <a:pt x="775125" y="612060"/>
                  </a:moveTo>
                  <a:lnTo>
                    <a:pt x="746213" y="636154"/>
                  </a:lnTo>
                  <a:lnTo>
                    <a:pt x="799141" y="668222"/>
                  </a:lnTo>
                  <a:close/>
                  <a:moveTo>
                    <a:pt x="658281" y="567008"/>
                  </a:moveTo>
                  <a:lnTo>
                    <a:pt x="673528" y="584617"/>
                  </a:lnTo>
                  <a:lnTo>
                    <a:pt x="627339" y="549913"/>
                  </a:lnTo>
                  <a:close/>
                  <a:moveTo>
                    <a:pt x="1236398" y="1103332"/>
                  </a:moveTo>
                  <a:lnTo>
                    <a:pt x="1220051" y="1127426"/>
                  </a:lnTo>
                  <a:lnTo>
                    <a:pt x="1279572" y="1154868"/>
                  </a:lnTo>
                  <a:close/>
                  <a:moveTo>
                    <a:pt x="1213638" y="1075889"/>
                  </a:moveTo>
                  <a:lnTo>
                    <a:pt x="1220051" y="1127426"/>
                  </a:lnTo>
                  <a:lnTo>
                    <a:pt x="1236398" y="1103332"/>
                  </a:lnTo>
                  <a:close/>
                  <a:moveTo>
                    <a:pt x="775125" y="612060"/>
                  </a:moveTo>
                  <a:lnTo>
                    <a:pt x="831941" y="655954"/>
                  </a:lnTo>
                  <a:lnTo>
                    <a:pt x="808236" y="587966"/>
                  </a:lnTo>
                  <a:close/>
                  <a:moveTo>
                    <a:pt x="1266688" y="976165"/>
                  </a:moveTo>
                  <a:lnTo>
                    <a:pt x="1237575" y="989594"/>
                  </a:lnTo>
                  <a:lnTo>
                    <a:pt x="1262029" y="982697"/>
                  </a:lnTo>
                  <a:close/>
                  <a:moveTo>
                    <a:pt x="1206867" y="948722"/>
                  </a:moveTo>
                  <a:lnTo>
                    <a:pt x="1237575" y="989594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06867" y="948722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19934" y="923635"/>
                  </a:lnTo>
                  <a:lnTo>
                    <a:pt x="1206867" y="948722"/>
                  </a:lnTo>
                  <a:close/>
                  <a:moveTo>
                    <a:pt x="1076741" y="742576"/>
                  </a:moveTo>
                  <a:lnTo>
                    <a:pt x="1109589" y="770018"/>
                  </a:lnTo>
                  <a:lnTo>
                    <a:pt x="1072008" y="718482"/>
                  </a:lnTo>
                  <a:close/>
                  <a:moveTo>
                    <a:pt x="835514" y="409262"/>
                  </a:moveTo>
                  <a:lnTo>
                    <a:pt x="817453" y="466886"/>
                  </a:lnTo>
                  <a:lnTo>
                    <a:pt x="838928" y="412278"/>
                  </a:lnTo>
                  <a:close/>
                  <a:moveTo>
                    <a:pt x="835514" y="409262"/>
                  </a:moveTo>
                  <a:lnTo>
                    <a:pt x="770735" y="433356"/>
                  </a:lnTo>
                  <a:lnTo>
                    <a:pt x="817453" y="466886"/>
                  </a:lnTo>
                  <a:close/>
                  <a:moveTo>
                    <a:pt x="1474499" y="1112139"/>
                  </a:moveTo>
                  <a:lnTo>
                    <a:pt x="1426997" y="1112774"/>
                  </a:lnTo>
                  <a:lnTo>
                    <a:pt x="1467424" y="1180633"/>
                  </a:lnTo>
                  <a:close/>
                  <a:moveTo>
                    <a:pt x="1467424" y="1180633"/>
                  </a:moveTo>
                  <a:lnTo>
                    <a:pt x="1529436" y="1168200"/>
                  </a:lnTo>
                  <a:lnTo>
                    <a:pt x="1521505" y="1111905"/>
                  </a:lnTo>
                  <a:close/>
                  <a:moveTo>
                    <a:pt x="1467424" y="1180633"/>
                  </a:moveTo>
                  <a:lnTo>
                    <a:pt x="1521505" y="1111905"/>
                  </a:lnTo>
                  <a:lnTo>
                    <a:pt x="1474499" y="1112139"/>
                  </a:lnTo>
                  <a:close/>
                  <a:moveTo>
                    <a:pt x="1576780" y="1167692"/>
                  </a:moveTo>
                  <a:lnTo>
                    <a:pt x="1529436" y="1168200"/>
                  </a:lnTo>
                  <a:lnTo>
                    <a:pt x="1518449" y="1206127"/>
                  </a:lnTo>
                  <a:close/>
                  <a:moveTo>
                    <a:pt x="1529436" y="1168200"/>
                  </a:moveTo>
                  <a:lnTo>
                    <a:pt x="1576780" y="1167692"/>
                  </a:lnTo>
                  <a:lnTo>
                    <a:pt x="1572061" y="1108786"/>
                  </a:lnTo>
                  <a:close/>
                  <a:moveTo>
                    <a:pt x="1529436" y="1168200"/>
                  </a:moveTo>
                  <a:lnTo>
                    <a:pt x="1572061" y="1108786"/>
                  </a:lnTo>
                  <a:lnTo>
                    <a:pt x="1521505" y="1111905"/>
                  </a:lnTo>
                  <a:close/>
                  <a:moveTo>
                    <a:pt x="1426997" y="1112774"/>
                  </a:moveTo>
                  <a:lnTo>
                    <a:pt x="1474499" y="1112139"/>
                  </a:lnTo>
                  <a:lnTo>
                    <a:pt x="1464864" y="1057228"/>
                  </a:lnTo>
                  <a:close/>
                  <a:moveTo>
                    <a:pt x="1474499" y="1112139"/>
                  </a:moveTo>
                  <a:lnTo>
                    <a:pt x="1521505" y="1111905"/>
                  </a:lnTo>
                  <a:lnTo>
                    <a:pt x="1508572" y="1059676"/>
                  </a:lnTo>
                  <a:close/>
                  <a:moveTo>
                    <a:pt x="1474499" y="1112139"/>
                  </a:moveTo>
                  <a:lnTo>
                    <a:pt x="1508572" y="1059676"/>
                  </a:lnTo>
                  <a:lnTo>
                    <a:pt x="1464864" y="1057228"/>
                  </a:lnTo>
                  <a:close/>
                  <a:moveTo>
                    <a:pt x="1360694" y="1065952"/>
                  </a:moveTo>
                  <a:lnTo>
                    <a:pt x="1417735" y="1057561"/>
                  </a:lnTo>
                  <a:lnTo>
                    <a:pt x="1382217" y="1046132"/>
                  </a:lnTo>
                  <a:close/>
                  <a:moveTo>
                    <a:pt x="1417735" y="1057561"/>
                  </a:moveTo>
                  <a:lnTo>
                    <a:pt x="1464864" y="1057228"/>
                  </a:lnTo>
                  <a:lnTo>
                    <a:pt x="1432365" y="1058952"/>
                  </a:lnTo>
                  <a:close/>
                  <a:moveTo>
                    <a:pt x="1095761" y="694388"/>
                  </a:moveTo>
                  <a:lnTo>
                    <a:pt x="1094089" y="667576"/>
                  </a:lnTo>
                  <a:lnTo>
                    <a:pt x="1072008" y="718482"/>
                  </a:lnTo>
                  <a:close/>
                  <a:moveTo>
                    <a:pt x="962126" y="539778"/>
                  </a:moveTo>
                  <a:lnTo>
                    <a:pt x="966029" y="538136"/>
                  </a:lnTo>
                  <a:lnTo>
                    <a:pt x="913522" y="511430"/>
                  </a:lnTo>
                  <a:close/>
                  <a:moveTo>
                    <a:pt x="961849" y="563872"/>
                  </a:moveTo>
                  <a:lnTo>
                    <a:pt x="966029" y="538136"/>
                  </a:lnTo>
                  <a:lnTo>
                    <a:pt x="962126" y="539778"/>
                  </a:lnTo>
                  <a:close/>
                  <a:moveTo>
                    <a:pt x="1006415" y="488241"/>
                  </a:moveTo>
                  <a:lnTo>
                    <a:pt x="988570" y="436705"/>
                  </a:lnTo>
                  <a:lnTo>
                    <a:pt x="1001692" y="496796"/>
                  </a:lnTo>
                  <a:close/>
                  <a:moveTo>
                    <a:pt x="1449296" y="852456"/>
                  </a:moveTo>
                  <a:lnTo>
                    <a:pt x="1414054" y="824904"/>
                  </a:lnTo>
                  <a:lnTo>
                    <a:pt x="1436498" y="892061"/>
                  </a:lnTo>
                  <a:close/>
                  <a:moveTo>
                    <a:pt x="1436498" y="892061"/>
                  </a:moveTo>
                  <a:lnTo>
                    <a:pt x="1414054" y="824904"/>
                  </a:lnTo>
                  <a:lnTo>
                    <a:pt x="1386611" y="831893"/>
                  </a:lnTo>
                  <a:close/>
                  <a:moveTo>
                    <a:pt x="1436498" y="892061"/>
                  </a:moveTo>
                  <a:lnTo>
                    <a:pt x="1386611" y="831893"/>
                  </a:lnTo>
                  <a:lnTo>
                    <a:pt x="1395084" y="887747"/>
                  </a:lnTo>
                  <a:close/>
                  <a:moveTo>
                    <a:pt x="1272427" y="848758"/>
                  </a:moveTo>
                  <a:lnTo>
                    <a:pt x="1315766" y="837462"/>
                  </a:lnTo>
                  <a:lnTo>
                    <a:pt x="1288332" y="773367"/>
                  </a:lnTo>
                  <a:close/>
                  <a:moveTo>
                    <a:pt x="1193701" y="730432"/>
                  </a:moveTo>
                  <a:lnTo>
                    <a:pt x="1207592" y="745925"/>
                  </a:lnTo>
                  <a:lnTo>
                    <a:pt x="1222359" y="702680"/>
                  </a:lnTo>
                  <a:close/>
                  <a:moveTo>
                    <a:pt x="1598624" y="926515"/>
                  </a:moveTo>
                  <a:lnTo>
                    <a:pt x="1624319" y="955420"/>
                  </a:lnTo>
                  <a:lnTo>
                    <a:pt x="1585525" y="909611"/>
                  </a:lnTo>
                  <a:close/>
                  <a:moveTo>
                    <a:pt x="1585525" y="909611"/>
                  </a:moveTo>
                  <a:lnTo>
                    <a:pt x="1624319" y="955420"/>
                  </a:lnTo>
                  <a:lnTo>
                    <a:pt x="1647818" y="959693"/>
                  </a:lnTo>
                  <a:close/>
                  <a:moveTo>
                    <a:pt x="1598624" y="926515"/>
                  </a:moveTo>
                  <a:lnTo>
                    <a:pt x="1585525" y="909611"/>
                  </a:lnTo>
                  <a:lnTo>
                    <a:pt x="1567239" y="903883"/>
                  </a:lnTo>
                  <a:close/>
                  <a:moveTo>
                    <a:pt x="1007371" y="309538"/>
                  </a:moveTo>
                  <a:lnTo>
                    <a:pt x="1058071" y="302890"/>
                  </a:lnTo>
                  <a:lnTo>
                    <a:pt x="1031742" y="303055"/>
                  </a:lnTo>
                  <a:close/>
                  <a:moveTo>
                    <a:pt x="1442209" y="519033"/>
                  </a:moveTo>
                  <a:lnTo>
                    <a:pt x="1457908" y="560940"/>
                  </a:lnTo>
                  <a:lnTo>
                    <a:pt x="1517789" y="529160"/>
                  </a:lnTo>
                  <a:close/>
                  <a:moveTo>
                    <a:pt x="1266128" y="289193"/>
                  </a:moveTo>
                  <a:lnTo>
                    <a:pt x="1266259" y="287439"/>
                  </a:lnTo>
                  <a:lnTo>
                    <a:pt x="1211368" y="237256"/>
                  </a:lnTo>
                  <a:close/>
                  <a:moveTo>
                    <a:pt x="1211368" y="237256"/>
                  </a:moveTo>
                  <a:lnTo>
                    <a:pt x="1178182" y="261350"/>
                  </a:lnTo>
                  <a:lnTo>
                    <a:pt x="1266128" y="289193"/>
                  </a:lnTo>
                  <a:close/>
                  <a:moveTo>
                    <a:pt x="1266259" y="287439"/>
                  </a:moveTo>
                  <a:lnTo>
                    <a:pt x="1330020" y="275232"/>
                  </a:lnTo>
                  <a:lnTo>
                    <a:pt x="1336096" y="238974"/>
                  </a:lnTo>
                  <a:close/>
                  <a:moveTo>
                    <a:pt x="1598814" y="419309"/>
                  </a:moveTo>
                  <a:lnTo>
                    <a:pt x="1626224" y="446751"/>
                  </a:lnTo>
                  <a:lnTo>
                    <a:pt x="1628928" y="395215"/>
                  </a:lnTo>
                  <a:close/>
                  <a:moveTo>
                    <a:pt x="1541447" y="216511"/>
                  </a:moveTo>
                  <a:lnTo>
                    <a:pt x="1478783" y="167512"/>
                  </a:lnTo>
                  <a:lnTo>
                    <a:pt x="1487406" y="189068"/>
                  </a:lnTo>
                  <a:close/>
                  <a:moveTo>
                    <a:pt x="1528362" y="29095"/>
                  </a:moveTo>
                  <a:lnTo>
                    <a:pt x="1560819" y="37807"/>
                  </a:lnTo>
                  <a:lnTo>
                    <a:pt x="1500020" y="0"/>
                  </a:lnTo>
                  <a:close/>
                  <a:moveTo>
                    <a:pt x="1748527" y="225629"/>
                  </a:moveTo>
                  <a:lnTo>
                    <a:pt x="1701318" y="226027"/>
                  </a:lnTo>
                  <a:lnTo>
                    <a:pt x="1759785" y="235413"/>
                  </a:lnTo>
                  <a:close/>
                  <a:moveTo>
                    <a:pt x="1534908" y="34380"/>
                  </a:moveTo>
                  <a:lnTo>
                    <a:pt x="1578292" y="41095"/>
                  </a:lnTo>
                  <a:lnTo>
                    <a:pt x="1560819" y="37807"/>
                  </a:lnTo>
                  <a:close/>
                  <a:moveTo>
                    <a:pt x="1613657" y="71083"/>
                  </a:moveTo>
                  <a:lnTo>
                    <a:pt x="1578292" y="41095"/>
                  </a:lnTo>
                  <a:lnTo>
                    <a:pt x="1534908" y="34380"/>
                  </a:lnTo>
                  <a:close/>
                  <a:moveTo>
                    <a:pt x="1566142" y="71730"/>
                  </a:moveTo>
                  <a:lnTo>
                    <a:pt x="1613657" y="71083"/>
                  </a:lnTo>
                  <a:lnTo>
                    <a:pt x="1534908" y="34380"/>
                  </a:lnTo>
                  <a:close/>
                  <a:moveTo>
                    <a:pt x="1490870" y="32200"/>
                  </a:moveTo>
                  <a:lnTo>
                    <a:pt x="1528362" y="29095"/>
                  </a:lnTo>
                  <a:lnTo>
                    <a:pt x="1480021" y="23030"/>
                  </a:lnTo>
                  <a:close/>
                  <a:moveTo>
                    <a:pt x="1490870" y="32200"/>
                  </a:moveTo>
                  <a:lnTo>
                    <a:pt x="1534908" y="34380"/>
                  </a:lnTo>
                  <a:lnTo>
                    <a:pt x="1528362" y="29095"/>
                  </a:lnTo>
                  <a:close/>
                  <a:moveTo>
                    <a:pt x="1534908" y="34380"/>
                  </a:moveTo>
                  <a:lnTo>
                    <a:pt x="1560819" y="37807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1" name="Output_density__4290">
              <a:extLst>
                <a:ext uri="{FF2B5EF4-FFF2-40B4-BE49-F238E27FC236}">
                  <a16:creationId xmlns:a16="http://schemas.microsoft.com/office/drawing/2014/main" id="{CEFDA15E-6975-CAB0-12D5-A76AB610461E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528362" cy="1423250"/>
            </a:xfrm>
            <a:custGeom>
              <a:avLst/>
              <a:gdLst/>
              <a:ahLst/>
              <a:cxnLst/>
              <a:rect l="0" t="0" r="0" b="0"/>
              <a:pathLst>
                <a:path w="1528362" h="1423250">
                  <a:moveTo>
                    <a:pt x="389832" y="1344271"/>
                  </a:moveTo>
                  <a:lnTo>
                    <a:pt x="416113" y="1277369"/>
                  </a:lnTo>
                  <a:lnTo>
                    <a:pt x="399262" y="1300399"/>
                  </a:lnTo>
                  <a:close/>
                  <a:moveTo>
                    <a:pt x="424000" y="1268640"/>
                  </a:moveTo>
                  <a:lnTo>
                    <a:pt x="416113" y="1277369"/>
                  </a:lnTo>
                  <a:lnTo>
                    <a:pt x="389832" y="1344271"/>
                  </a:lnTo>
                  <a:close/>
                  <a:moveTo>
                    <a:pt x="425582" y="1263907"/>
                  </a:moveTo>
                  <a:lnTo>
                    <a:pt x="413074" y="1292735"/>
                  </a:lnTo>
                  <a:lnTo>
                    <a:pt x="416113" y="1277369"/>
                  </a:lnTo>
                  <a:close/>
                  <a:moveTo>
                    <a:pt x="28997" y="829199"/>
                  </a:moveTo>
                  <a:lnTo>
                    <a:pt x="3275" y="867929"/>
                  </a:lnTo>
                  <a:lnTo>
                    <a:pt x="0" y="880442"/>
                  </a:lnTo>
                  <a:close/>
                  <a:moveTo>
                    <a:pt x="3275" y="867929"/>
                  </a:moveTo>
                  <a:lnTo>
                    <a:pt x="28997" y="829199"/>
                  </a:lnTo>
                  <a:lnTo>
                    <a:pt x="25031" y="828905"/>
                  </a:lnTo>
                  <a:close/>
                  <a:moveTo>
                    <a:pt x="28997" y="829199"/>
                  </a:moveTo>
                  <a:lnTo>
                    <a:pt x="66568" y="804811"/>
                  </a:lnTo>
                  <a:lnTo>
                    <a:pt x="25031" y="828905"/>
                  </a:lnTo>
                  <a:close/>
                  <a:moveTo>
                    <a:pt x="68719" y="803038"/>
                  </a:moveTo>
                  <a:lnTo>
                    <a:pt x="25031" y="828905"/>
                  </a:lnTo>
                  <a:lnTo>
                    <a:pt x="66568" y="804811"/>
                  </a:lnTo>
                  <a:close/>
                  <a:moveTo>
                    <a:pt x="68719" y="803038"/>
                  </a:moveTo>
                  <a:lnTo>
                    <a:pt x="36615" y="817907"/>
                  </a:lnTo>
                  <a:lnTo>
                    <a:pt x="25031" y="828905"/>
                  </a:lnTo>
                  <a:close/>
                  <a:moveTo>
                    <a:pt x="687800" y="1410689"/>
                  </a:moveTo>
                  <a:lnTo>
                    <a:pt x="675526" y="1406628"/>
                  </a:lnTo>
                  <a:lnTo>
                    <a:pt x="615438" y="1423250"/>
                  </a:lnTo>
                  <a:close/>
                  <a:moveTo>
                    <a:pt x="616582" y="1353823"/>
                  </a:moveTo>
                  <a:lnTo>
                    <a:pt x="675526" y="1406628"/>
                  </a:lnTo>
                  <a:lnTo>
                    <a:pt x="667468" y="1350436"/>
                  </a:lnTo>
                  <a:close/>
                  <a:moveTo>
                    <a:pt x="425582" y="1263907"/>
                  </a:moveTo>
                  <a:lnTo>
                    <a:pt x="436083" y="1261133"/>
                  </a:lnTo>
                  <a:lnTo>
                    <a:pt x="460166" y="1218534"/>
                  </a:lnTo>
                  <a:close/>
                  <a:moveTo>
                    <a:pt x="68719" y="803038"/>
                  </a:moveTo>
                  <a:lnTo>
                    <a:pt x="66568" y="804811"/>
                  </a:lnTo>
                  <a:lnTo>
                    <a:pt x="94487" y="784248"/>
                  </a:lnTo>
                  <a:close/>
                  <a:moveTo>
                    <a:pt x="68719" y="803038"/>
                  </a:moveTo>
                  <a:lnTo>
                    <a:pt x="94487" y="784248"/>
                  </a:lnTo>
                  <a:lnTo>
                    <a:pt x="135546" y="743317"/>
                  </a:lnTo>
                  <a:close/>
                  <a:moveTo>
                    <a:pt x="102525" y="754757"/>
                  </a:moveTo>
                  <a:lnTo>
                    <a:pt x="68719" y="803038"/>
                  </a:lnTo>
                  <a:lnTo>
                    <a:pt x="135546" y="743317"/>
                  </a:lnTo>
                  <a:close/>
                  <a:moveTo>
                    <a:pt x="135546" y="743317"/>
                  </a:moveTo>
                  <a:lnTo>
                    <a:pt x="147061" y="729181"/>
                  </a:lnTo>
                  <a:lnTo>
                    <a:pt x="105208" y="753274"/>
                  </a:lnTo>
                  <a:close/>
                  <a:moveTo>
                    <a:pt x="678606" y="1347620"/>
                  </a:moveTo>
                  <a:lnTo>
                    <a:pt x="712091" y="1399156"/>
                  </a:lnTo>
                  <a:lnTo>
                    <a:pt x="695247" y="1327852"/>
                  </a:lnTo>
                  <a:close/>
                  <a:moveTo>
                    <a:pt x="667212" y="1333714"/>
                  </a:moveTo>
                  <a:lnTo>
                    <a:pt x="678606" y="1347620"/>
                  </a:lnTo>
                  <a:lnTo>
                    <a:pt x="695247" y="1327852"/>
                  </a:lnTo>
                  <a:close/>
                  <a:moveTo>
                    <a:pt x="363631" y="937157"/>
                  </a:moveTo>
                  <a:lnTo>
                    <a:pt x="392324" y="911233"/>
                  </a:lnTo>
                  <a:lnTo>
                    <a:pt x="363986" y="935327"/>
                  </a:lnTo>
                  <a:close/>
                  <a:moveTo>
                    <a:pt x="677944" y="1247895"/>
                  </a:moveTo>
                  <a:lnTo>
                    <a:pt x="681335" y="1251616"/>
                  </a:lnTo>
                  <a:lnTo>
                    <a:pt x="663824" y="1271989"/>
                  </a:lnTo>
                  <a:close/>
                  <a:moveTo>
                    <a:pt x="426156" y="861353"/>
                  </a:moveTo>
                  <a:lnTo>
                    <a:pt x="392324" y="911233"/>
                  </a:lnTo>
                  <a:lnTo>
                    <a:pt x="401063" y="887139"/>
                  </a:lnTo>
                  <a:close/>
                  <a:moveTo>
                    <a:pt x="426156" y="861353"/>
                  </a:moveTo>
                  <a:lnTo>
                    <a:pt x="399942" y="898242"/>
                  </a:lnTo>
                  <a:lnTo>
                    <a:pt x="392324" y="911233"/>
                  </a:lnTo>
                  <a:close/>
                  <a:moveTo>
                    <a:pt x="456271" y="835603"/>
                  </a:moveTo>
                  <a:lnTo>
                    <a:pt x="453735" y="845564"/>
                  </a:lnTo>
                  <a:lnTo>
                    <a:pt x="426156" y="861353"/>
                  </a:lnTo>
                  <a:close/>
                  <a:moveTo>
                    <a:pt x="426156" y="861353"/>
                  </a:moveTo>
                  <a:lnTo>
                    <a:pt x="439676" y="872122"/>
                  </a:lnTo>
                  <a:lnTo>
                    <a:pt x="399942" y="898242"/>
                  </a:lnTo>
                  <a:close/>
                  <a:moveTo>
                    <a:pt x="886330" y="1326875"/>
                  </a:moveTo>
                  <a:lnTo>
                    <a:pt x="874215" y="1275338"/>
                  </a:lnTo>
                  <a:lnTo>
                    <a:pt x="859915" y="1332687"/>
                  </a:lnTo>
                  <a:close/>
                  <a:moveTo>
                    <a:pt x="692533" y="1079087"/>
                  </a:moveTo>
                  <a:lnTo>
                    <a:pt x="653622" y="1093286"/>
                  </a:lnTo>
                  <a:lnTo>
                    <a:pt x="706254" y="1074984"/>
                  </a:lnTo>
                  <a:close/>
                  <a:moveTo>
                    <a:pt x="496212" y="811509"/>
                  </a:moveTo>
                  <a:lnTo>
                    <a:pt x="481851" y="759972"/>
                  </a:lnTo>
                  <a:lnTo>
                    <a:pt x="492886" y="813736"/>
                  </a:lnTo>
                  <a:close/>
                  <a:moveTo>
                    <a:pt x="933945" y="1373228"/>
                  </a:moveTo>
                  <a:lnTo>
                    <a:pt x="979923" y="1311087"/>
                  </a:lnTo>
                  <a:lnTo>
                    <a:pt x="924148" y="1318449"/>
                  </a:lnTo>
                  <a:close/>
                  <a:moveTo>
                    <a:pt x="874215" y="1275338"/>
                  </a:moveTo>
                  <a:lnTo>
                    <a:pt x="924148" y="1318449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886330" y="1326875"/>
                  </a:lnTo>
                  <a:lnTo>
                    <a:pt x="924148" y="1318449"/>
                  </a:lnTo>
                  <a:close/>
                  <a:moveTo>
                    <a:pt x="979923" y="1311087"/>
                  </a:moveTo>
                  <a:lnTo>
                    <a:pt x="913009" y="1264762"/>
                  </a:lnTo>
                  <a:lnTo>
                    <a:pt x="924148" y="1318449"/>
                  </a:lnTo>
                  <a:close/>
                  <a:moveTo>
                    <a:pt x="913009" y="1264762"/>
                  </a:moveTo>
                  <a:lnTo>
                    <a:pt x="952137" y="1251244"/>
                  </a:lnTo>
                  <a:lnTo>
                    <a:pt x="920072" y="1215486"/>
                  </a:lnTo>
                  <a:close/>
                  <a:moveTo>
                    <a:pt x="882335" y="1164214"/>
                  </a:moveTo>
                  <a:lnTo>
                    <a:pt x="911790" y="1184520"/>
                  </a:lnTo>
                  <a:lnTo>
                    <a:pt x="921469" y="1148171"/>
                  </a:lnTo>
                  <a:close/>
                  <a:moveTo>
                    <a:pt x="760401" y="967856"/>
                  </a:moveTo>
                  <a:lnTo>
                    <a:pt x="701796" y="1017655"/>
                  </a:lnTo>
                  <a:lnTo>
                    <a:pt x="722566" y="993561"/>
                  </a:lnTo>
                  <a:close/>
                  <a:moveTo>
                    <a:pt x="760401" y="967856"/>
                  </a:moveTo>
                  <a:lnTo>
                    <a:pt x="727071" y="978139"/>
                  </a:lnTo>
                  <a:lnTo>
                    <a:pt x="701796" y="1017655"/>
                  </a:lnTo>
                  <a:close/>
                  <a:moveTo>
                    <a:pt x="548946" y="787415"/>
                  </a:moveTo>
                  <a:lnTo>
                    <a:pt x="481851" y="759972"/>
                  </a:lnTo>
                  <a:lnTo>
                    <a:pt x="496212" y="811509"/>
                  </a:lnTo>
                  <a:close/>
                  <a:moveTo>
                    <a:pt x="344556" y="461141"/>
                  </a:moveTo>
                  <a:lnTo>
                    <a:pt x="270113" y="492388"/>
                  </a:lnTo>
                  <a:lnTo>
                    <a:pt x="301990" y="476670"/>
                  </a:lnTo>
                  <a:close/>
                  <a:moveTo>
                    <a:pt x="435612" y="508602"/>
                  </a:moveTo>
                  <a:lnTo>
                    <a:pt x="480090" y="510424"/>
                  </a:lnTo>
                  <a:lnTo>
                    <a:pt x="448891" y="501877"/>
                  </a:lnTo>
                  <a:close/>
                  <a:moveTo>
                    <a:pt x="480090" y="510424"/>
                  </a:moveTo>
                  <a:lnTo>
                    <a:pt x="435612" y="508602"/>
                  </a:lnTo>
                  <a:lnTo>
                    <a:pt x="492695" y="530754"/>
                  </a:lnTo>
                  <a:close/>
                  <a:moveTo>
                    <a:pt x="435612" y="508602"/>
                  </a:moveTo>
                  <a:lnTo>
                    <a:pt x="446069" y="531103"/>
                  </a:lnTo>
                  <a:lnTo>
                    <a:pt x="492695" y="530754"/>
                  </a:lnTo>
                  <a:close/>
                  <a:moveTo>
                    <a:pt x="531033" y="499417"/>
                  </a:moveTo>
                  <a:lnTo>
                    <a:pt x="480090" y="510424"/>
                  </a:lnTo>
                  <a:lnTo>
                    <a:pt x="513938" y="505638"/>
                  </a:lnTo>
                  <a:close/>
                  <a:moveTo>
                    <a:pt x="480090" y="510424"/>
                  </a:moveTo>
                  <a:lnTo>
                    <a:pt x="492695" y="530754"/>
                  </a:lnTo>
                  <a:lnTo>
                    <a:pt x="513938" y="505638"/>
                  </a:lnTo>
                  <a:close/>
                  <a:moveTo>
                    <a:pt x="303432" y="477354"/>
                  </a:moveTo>
                  <a:lnTo>
                    <a:pt x="344556" y="461141"/>
                  </a:lnTo>
                  <a:lnTo>
                    <a:pt x="301990" y="476670"/>
                  </a:lnTo>
                  <a:close/>
                  <a:moveTo>
                    <a:pt x="303432" y="477354"/>
                  </a:moveTo>
                  <a:lnTo>
                    <a:pt x="358872" y="470265"/>
                  </a:lnTo>
                  <a:lnTo>
                    <a:pt x="344556" y="461141"/>
                  </a:lnTo>
                  <a:close/>
                  <a:moveTo>
                    <a:pt x="984834" y="1013142"/>
                  </a:moveTo>
                  <a:lnTo>
                    <a:pt x="932788" y="1072541"/>
                  </a:lnTo>
                  <a:lnTo>
                    <a:pt x="959223" y="1048447"/>
                  </a:lnTo>
                  <a:close/>
                  <a:moveTo>
                    <a:pt x="536176" y="502810"/>
                  </a:moveTo>
                  <a:lnTo>
                    <a:pt x="513938" y="505638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36176" y="502810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09993" y="548856"/>
                  </a:lnTo>
                  <a:lnTo>
                    <a:pt x="579465" y="545598"/>
                  </a:lnTo>
                  <a:close/>
                  <a:moveTo>
                    <a:pt x="570263" y="537840"/>
                  </a:moveTo>
                  <a:lnTo>
                    <a:pt x="615261" y="539240"/>
                  </a:lnTo>
                  <a:lnTo>
                    <a:pt x="536176" y="502810"/>
                  </a:lnTo>
                  <a:close/>
                  <a:moveTo>
                    <a:pt x="615261" y="539240"/>
                  </a:moveTo>
                  <a:lnTo>
                    <a:pt x="570263" y="537840"/>
                  </a:lnTo>
                  <a:lnTo>
                    <a:pt x="627339" y="549913"/>
                  </a:lnTo>
                  <a:close/>
                  <a:moveTo>
                    <a:pt x="570263" y="537840"/>
                  </a:moveTo>
                  <a:lnTo>
                    <a:pt x="579465" y="545598"/>
                  </a:lnTo>
                  <a:lnTo>
                    <a:pt x="627339" y="549913"/>
                  </a:lnTo>
                  <a:close/>
                  <a:moveTo>
                    <a:pt x="970458" y="824494"/>
                  </a:moveTo>
                  <a:lnTo>
                    <a:pt x="978525" y="818206"/>
                  </a:lnTo>
                  <a:lnTo>
                    <a:pt x="945672" y="842300"/>
                  </a:lnTo>
                  <a:close/>
                  <a:moveTo>
                    <a:pt x="766193" y="560523"/>
                  </a:moveTo>
                  <a:lnTo>
                    <a:pt x="740474" y="623553"/>
                  </a:lnTo>
                  <a:lnTo>
                    <a:pt x="746213" y="636154"/>
                  </a:lnTo>
                  <a:close/>
                  <a:moveTo>
                    <a:pt x="1213638" y="1075889"/>
                  </a:moveTo>
                  <a:lnTo>
                    <a:pt x="1236398" y="1103332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13638" y="1075889"/>
                  </a:lnTo>
                  <a:lnTo>
                    <a:pt x="1246447" y="1051795"/>
                  </a:lnTo>
                  <a:close/>
                  <a:moveTo>
                    <a:pt x="942814" y="864074"/>
                  </a:moveTo>
                  <a:lnTo>
                    <a:pt x="970458" y="824494"/>
                  </a:lnTo>
                  <a:lnTo>
                    <a:pt x="926404" y="834460"/>
                  </a:lnTo>
                  <a:close/>
                  <a:moveTo>
                    <a:pt x="1076741" y="742576"/>
                  </a:moveTo>
                  <a:lnTo>
                    <a:pt x="1044617" y="794531"/>
                  </a:lnTo>
                  <a:lnTo>
                    <a:pt x="1046127" y="794112"/>
                  </a:lnTo>
                  <a:close/>
                  <a:moveTo>
                    <a:pt x="770735" y="433356"/>
                  </a:moveTo>
                  <a:lnTo>
                    <a:pt x="756352" y="413117"/>
                  </a:lnTo>
                  <a:lnTo>
                    <a:pt x="730266" y="450485"/>
                  </a:lnTo>
                  <a:close/>
                  <a:moveTo>
                    <a:pt x="736068" y="381820"/>
                  </a:moveTo>
                  <a:lnTo>
                    <a:pt x="730266" y="450485"/>
                  </a:lnTo>
                  <a:lnTo>
                    <a:pt x="756352" y="413117"/>
                  </a:lnTo>
                  <a:close/>
                  <a:moveTo>
                    <a:pt x="1246447" y="1051795"/>
                  </a:moveTo>
                  <a:lnTo>
                    <a:pt x="1262029" y="982697"/>
                  </a:lnTo>
                  <a:lnTo>
                    <a:pt x="1247544" y="1026866"/>
                  </a:lnTo>
                  <a:close/>
                  <a:moveTo>
                    <a:pt x="1266688" y="976165"/>
                  </a:moveTo>
                  <a:lnTo>
                    <a:pt x="1262029" y="982697"/>
                  </a:lnTo>
                  <a:lnTo>
                    <a:pt x="1246447" y="1051795"/>
                  </a:lnTo>
                  <a:close/>
                  <a:moveTo>
                    <a:pt x="1274295" y="1027701"/>
                  </a:moveTo>
                  <a:lnTo>
                    <a:pt x="1266688" y="976165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62029" y="982697"/>
                  </a:lnTo>
                  <a:lnTo>
                    <a:pt x="1279855" y="1051795"/>
                  </a:lnTo>
                  <a:close/>
                  <a:moveTo>
                    <a:pt x="1076741" y="742576"/>
                  </a:moveTo>
                  <a:lnTo>
                    <a:pt x="1046127" y="794112"/>
                  </a:lnTo>
                  <a:lnTo>
                    <a:pt x="1109589" y="770018"/>
                  </a:lnTo>
                  <a:close/>
                  <a:moveTo>
                    <a:pt x="885910" y="471136"/>
                  </a:moveTo>
                  <a:lnTo>
                    <a:pt x="856820" y="484893"/>
                  </a:lnTo>
                  <a:lnTo>
                    <a:pt x="910297" y="504440"/>
                  </a:lnTo>
                  <a:close/>
                  <a:moveTo>
                    <a:pt x="856820" y="484893"/>
                  </a:moveTo>
                  <a:lnTo>
                    <a:pt x="832169" y="521909"/>
                  </a:lnTo>
                  <a:lnTo>
                    <a:pt x="910297" y="504440"/>
                  </a:lnTo>
                  <a:close/>
                  <a:moveTo>
                    <a:pt x="817453" y="466886"/>
                  </a:moveTo>
                  <a:lnTo>
                    <a:pt x="885910" y="471136"/>
                  </a:lnTo>
                  <a:lnTo>
                    <a:pt x="895310" y="448407"/>
                  </a:lnTo>
                  <a:close/>
                  <a:moveTo>
                    <a:pt x="817453" y="466886"/>
                  </a:moveTo>
                  <a:lnTo>
                    <a:pt x="895310" y="448407"/>
                  </a:lnTo>
                  <a:lnTo>
                    <a:pt x="838928" y="412278"/>
                  </a:lnTo>
                  <a:close/>
                  <a:moveTo>
                    <a:pt x="885910" y="471136"/>
                  </a:moveTo>
                  <a:lnTo>
                    <a:pt x="916016" y="460799"/>
                  </a:lnTo>
                  <a:lnTo>
                    <a:pt x="895310" y="448407"/>
                  </a:lnTo>
                  <a:close/>
                  <a:moveTo>
                    <a:pt x="885910" y="471136"/>
                  </a:moveTo>
                  <a:lnTo>
                    <a:pt x="910297" y="504440"/>
                  </a:lnTo>
                  <a:lnTo>
                    <a:pt x="916016" y="460799"/>
                  </a:lnTo>
                  <a:close/>
                  <a:moveTo>
                    <a:pt x="794971" y="357726"/>
                  </a:moveTo>
                  <a:lnTo>
                    <a:pt x="770735" y="433356"/>
                  </a:lnTo>
                  <a:lnTo>
                    <a:pt x="835514" y="409262"/>
                  </a:lnTo>
                  <a:close/>
                  <a:moveTo>
                    <a:pt x="1139393" y="755462"/>
                  </a:moveTo>
                  <a:lnTo>
                    <a:pt x="1175685" y="763940"/>
                  </a:lnTo>
                  <a:lnTo>
                    <a:pt x="1149619" y="740296"/>
                  </a:lnTo>
                  <a:close/>
                  <a:moveTo>
                    <a:pt x="913522" y="511430"/>
                  </a:moveTo>
                  <a:lnTo>
                    <a:pt x="966029" y="538136"/>
                  </a:lnTo>
                  <a:lnTo>
                    <a:pt x="970158" y="503369"/>
                  </a:lnTo>
                  <a:close/>
                  <a:moveTo>
                    <a:pt x="955872" y="452240"/>
                  </a:moveTo>
                  <a:lnTo>
                    <a:pt x="916016" y="460799"/>
                  </a:lnTo>
                  <a:lnTo>
                    <a:pt x="913522" y="511430"/>
                  </a:lnTo>
                  <a:close/>
                  <a:moveTo>
                    <a:pt x="970158" y="503369"/>
                  </a:moveTo>
                  <a:lnTo>
                    <a:pt x="955872" y="452240"/>
                  </a:lnTo>
                  <a:lnTo>
                    <a:pt x="913522" y="511430"/>
                  </a:lnTo>
                  <a:close/>
                  <a:moveTo>
                    <a:pt x="899785" y="397112"/>
                  </a:moveTo>
                  <a:lnTo>
                    <a:pt x="895310" y="448407"/>
                  </a:lnTo>
                  <a:lnTo>
                    <a:pt x="947331" y="385168"/>
                  </a:lnTo>
                  <a:close/>
                  <a:moveTo>
                    <a:pt x="895310" y="448407"/>
                  </a:moveTo>
                  <a:lnTo>
                    <a:pt x="916016" y="460799"/>
                  </a:lnTo>
                  <a:lnTo>
                    <a:pt x="947331" y="385168"/>
                  </a:lnTo>
                  <a:close/>
                  <a:moveTo>
                    <a:pt x="947331" y="385168"/>
                  </a:moveTo>
                  <a:lnTo>
                    <a:pt x="916016" y="460799"/>
                  </a:lnTo>
                  <a:lnTo>
                    <a:pt x="965329" y="400619"/>
                  </a:lnTo>
                  <a:close/>
                  <a:moveTo>
                    <a:pt x="965329" y="400619"/>
                  </a:moveTo>
                  <a:lnTo>
                    <a:pt x="916016" y="460799"/>
                  </a:lnTo>
                  <a:lnTo>
                    <a:pt x="955872" y="452240"/>
                  </a:lnTo>
                  <a:close/>
                  <a:moveTo>
                    <a:pt x="955872" y="452240"/>
                  </a:moveTo>
                  <a:lnTo>
                    <a:pt x="988570" y="436705"/>
                  </a:lnTo>
                  <a:lnTo>
                    <a:pt x="965329" y="400619"/>
                  </a:lnTo>
                  <a:close/>
                  <a:moveTo>
                    <a:pt x="835514" y="409262"/>
                  </a:moveTo>
                  <a:lnTo>
                    <a:pt x="838928" y="412278"/>
                  </a:lnTo>
                  <a:lnTo>
                    <a:pt x="839512" y="408131"/>
                  </a:lnTo>
                  <a:close/>
                  <a:moveTo>
                    <a:pt x="794971" y="357726"/>
                  </a:moveTo>
                  <a:lnTo>
                    <a:pt x="835514" y="409262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838928" y="412278"/>
                  </a:lnTo>
                  <a:lnTo>
                    <a:pt x="895310" y="448407"/>
                  </a:lnTo>
                  <a:close/>
                  <a:moveTo>
                    <a:pt x="899785" y="397112"/>
                  </a:moveTo>
                  <a:lnTo>
                    <a:pt x="839512" y="408131"/>
                  </a:lnTo>
                  <a:lnTo>
                    <a:pt x="838928" y="412278"/>
                  </a:lnTo>
                  <a:close/>
                  <a:moveTo>
                    <a:pt x="903604" y="344514"/>
                  </a:moveTo>
                  <a:lnTo>
                    <a:pt x="892962" y="333631"/>
                  </a:lnTo>
                  <a:lnTo>
                    <a:pt x="899785" y="397112"/>
                  </a:lnTo>
                  <a:close/>
                  <a:moveTo>
                    <a:pt x="899785" y="397112"/>
                  </a:moveTo>
                  <a:lnTo>
                    <a:pt x="892962" y="333631"/>
                  </a:lnTo>
                  <a:lnTo>
                    <a:pt x="841662" y="343640"/>
                  </a:lnTo>
                  <a:close/>
                  <a:moveTo>
                    <a:pt x="899785" y="397112"/>
                  </a:moveTo>
                  <a:lnTo>
                    <a:pt x="841662" y="343640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947331" y="385168"/>
                  </a:lnTo>
                  <a:lnTo>
                    <a:pt x="903604" y="344514"/>
                  </a:lnTo>
                  <a:close/>
                  <a:moveTo>
                    <a:pt x="1395084" y="887747"/>
                  </a:moveTo>
                  <a:lnTo>
                    <a:pt x="1341795" y="900534"/>
                  </a:lnTo>
                  <a:lnTo>
                    <a:pt x="1416824" y="905721"/>
                  </a:lnTo>
                  <a:close/>
                  <a:moveTo>
                    <a:pt x="1416824" y="905721"/>
                  </a:moveTo>
                  <a:lnTo>
                    <a:pt x="1341795" y="900534"/>
                  </a:lnTo>
                  <a:lnTo>
                    <a:pt x="1339360" y="925673"/>
                  </a:lnTo>
                  <a:close/>
                  <a:moveTo>
                    <a:pt x="1272427" y="848758"/>
                  </a:moveTo>
                  <a:lnTo>
                    <a:pt x="1290977" y="896420"/>
                  </a:lnTo>
                  <a:lnTo>
                    <a:pt x="1322073" y="846379"/>
                  </a:lnTo>
                  <a:close/>
                  <a:moveTo>
                    <a:pt x="1395084" y="887747"/>
                  </a:moveTo>
                  <a:lnTo>
                    <a:pt x="1324287" y="869321"/>
                  </a:lnTo>
                  <a:lnTo>
                    <a:pt x="1341795" y="900534"/>
                  </a:lnTo>
                  <a:close/>
                  <a:moveTo>
                    <a:pt x="1322073" y="846379"/>
                  </a:moveTo>
                  <a:lnTo>
                    <a:pt x="1315766" y="837462"/>
                  </a:lnTo>
                  <a:lnTo>
                    <a:pt x="1272427" y="848758"/>
                  </a:lnTo>
                  <a:close/>
                  <a:moveTo>
                    <a:pt x="1265122" y="729211"/>
                  </a:moveTo>
                  <a:lnTo>
                    <a:pt x="1207592" y="745925"/>
                  </a:lnTo>
                  <a:lnTo>
                    <a:pt x="1287798" y="772671"/>
                  </a:lnTo>
                  <a:close/>
                  <a:moveTo>
                    <a:pt x="1231894" y="693482"/>
                  </a:moveTo>
                  <a:lnTo>
                    <a:pt x="1207592" y="745925"/>
                  </a:lnTo>
                  <a:lnTo>
                    <a:pt x="1265122" y="729211"/>
                  </a:lnTo>
                  <a:close/>
                  <a:moveTo>
                    <a:pt x="1265122" y="729211"/>
                  </a:moveTo>
                  <a:lnTo>
                    <a:pt x="1312470" y="728700"/>
                  </a:lnTo>
                  <a:lnTo>
                    <a:pt x="1284106" y="689017"/>
                  </a:lnTo>
                  <a:close/>
                  <a:moveTo>
                    <a:pt x="1265122" y="729211"/>
                  </a:moveTo>
                  <a:lnTo>
                    <a:pt x="1284106" y="689017"/>
                  </a:lnTo>
                  <a:lnTo>
                    <a:pt x="1231894" y="693482"/>
                  </a:lnTo>
                  <a:close/>
                  <a:moveTo>
                    <a:pt x="988570" y="436705"/>
                  </a:moveTo>
                  <a:lnTo>
                    <a:pt x="1006415" y="488241"/>
                  </a:lnTo>
                  <a:lnTo>
                    <a:pt x="1030172" y="464147"/>
                  </a:lnTo>
                  <a:close/>
                  <a:moveTo>
                    <a:pt x="947331" y="385168"/>
                  </a:moveTo>
                  <a:lnTo>
                    <a:pt x="965329" y="400619"/>
                  </a:lnTo>
                  <a:lnTo>
                    <a:pt x="975295" y="373706"/>
                  </a:lnTo>
                  <a:close/>
                  <a:moveTo>
                    <a:pt x="975295" y="373706"/>
                  </a:moveTo>
                  <a:lnTo>
                    <a:pt x="903604" y="344514"/>
                  </a:lnTo>
                  <a:lnTo>
                    <a:pt x="947331" y="385168"/>
                  </a:lnTo>
                  <a:close/>
                  <a:moveTo>
                    <a:pt x="1007371" y="309538"/>
                  </a:moveTo>
                  <a:lnTo>
                    <a:pt x="1021837" y="302318"/>
                  </a:lnTo>
                  <a:lnTo>
                    <a:pt x="971226" y="314271"/>
                  </a:lnTo>
                  <a:close/>
                  <a:moveTo>
                    <a:pt x="1516280" y="802438"/>
                  </a:moveTo>
                  <a:lnTo>
                    <a:pt x="1458815" y="811175"/>
                  </a:lnTo>
                  <a:lnTo>
                    <a:pt x="1449296" y="852456"/>
                  </a:lnTo>
                  <a:close/>
                  <a:moveTo>
                    <a:pt x="1039481" y="336981"/>
                  </a:moveTo>
                  <a:lnTo>
                    <a:pt x="1058071" y="302890"/>
                  </a:lnTo>
                  <a:lnTo>
                    <a:pt x="1007371" y="309538"/>
                  </a:lnTo>
                  <a:close/>
                  <a:moveTo>
                    <a:pt x="1021837" y="302318"/>
                  </a:moveTo>
                  <a:lnTo>
                    <a:pt x="1007371" y="309538"/>
                  </a:lnTo>
                  <a:lnTo>
                    <a:pt x="1031742" y="303055"/>
                  </a:lnTo>
                  <a:close/>
                  <a:moveTo>
                    <a:pt x="1363709" y="474055"/>
                  </a:moveTo>
                  <a:lnTo>
                    <a:pt x="1336646" y="520817"/>
                  </a:lnTo>
                  <a:lnTo>
                    <a:pt x="1384713" y="519722"/>
                  </a:lnTo>
                  <a:close/>
                  <a:moveTo>
                    <a:pt x="1178182" y="261350"/>
                  </a:moveTo>
                  <a:lnTo>
                    <a:pt x="1183268" y="286727"/>
                  </a:lnTo>
                  <a:lnTo>
                    <a:pt x="1266128" y="289193"/>
                  </a:lnTo>
                  <a:close/>
                  <a:moveTo>
                    <a:pt x="1266128" y="289193"/>
                  </a:moveTo>
                  <a:lnTo>
                    <a:pt x="1268027" y="288793"/>
                  </a:lnTo>
                  <a:lnTo>
                    <a:pt x="1266259" y="287439"/>
                  </a:lnTo>
                  <a:close/>
                  <a:moveTo>
                    <a:pt x="1266128" y="289193"/>
                  </a:moveTo>
                  <a:lnTo>
                    <a:pt x="1270924" y="304881"/>
                  </a:lnTo>
                  <a:lnTo>
                    <a:pt x="1268027" y="288793"/>
                  </a:lnTo>
                  <a:close/>
                  <a:moveTo>
                    <a:pt x="1270924" y="304881"/>
                  </a:moveTo>
                  <a:lnTo>
                    <a:pt x="1266128" y="289193"/>
                  </a:lnTo>
                  <a:lnTo>
                    <a:pt x="1259395" y="288793"/>
                  </a:lnTo>
                  <a:close/>
                  <a:moveTo>
                    <a:pt x="1330020" y="275232"/>
                  </a:moveTo>
                  <a:lnTo>
                    <a:pt x="1268027" y="288793"/>
                  </a:lnTo>
                  <a:lnTo>
                    <a:pt x="1352961" y="302028"/>
                  </a:lnTo>
                  <a:close/>
                  <a:moveTo>
                    <a:pt x="1268027" y="288793"/>
                  </a:moveTo>
                  <a:lnTo>
                    <a:pt x="1330020" y="275232"/>
                  </a:lnTo>
                  <a:lnTo>
                    <a:pt x="1266259" y="287439"/>
                  </a:lnTo>
                  <a:close/>
                  <a:moveTo>
                    <a:pt x="1381063" y="271718"/>
                  </a:moveTo>
                  <a:lnTo>
                    <a:pt x="1354027" y="266235"/>
                  </a:lnTo>
                  <a:lnTo>
                    <a:pt x="1330020" y="275232"/>
                  </a:lnTo>
                  <a:close/>
                  <a:moveTo>
                    <a:pt x="1381063" y="271718"/>
                  </a:moveTo>
                  <a:lnTo>
                    <a:pt x="1330020" y="275232"/>
                  </a:lnTo>
                  <a:lnTo>
                    <a:pt x="1391406" y="271090"/>
                  </a:lnTo>
                  <a:close/>
                  <a:moveTo>
                    <a:pt x="1330020" y="275232"/>
                  </a:moveTo>
                  <a:lnTo>
                    <a:pt x="1352961" y="302028"/>
                  </a:lnTo>
                  <a:lnTo>
                    <a:pt x="1391406" y="271090"/>
                  </a:lnTo>
                  <a:close/>
                  <a:moveTo>
                    <a:pt x="1381063" y="271718"/>
                  </a:moveTo>
                  <a:lnTo>
                    <a:pt x="1391406" y="271090"/>
                  </a:lnTo>
                  <a:lnTo>
                    <a:pt x="1401010" y="264699"/>
                  </a:lnTo>
                  <a:close/>
                  <a:moveTo>
                    <a:pt x="1219142" y="151053"/>
                  </a:moveTo>
                  <a:lnTo>
                    <a:pt x="1231710" y="158266"/>
                  </a:lnTo>
                  <a:lnTo>
                    <a:pt x="1214501" y="167697"/>
                  </a:lnTo>
                  <a:close/>
                  <a:moveTo>
                    <a:pt x="1395176" y="15387"/>
                  </a:moveTo>
                  <a:lnTo>
                    <a:pt x="1356435" y="34459"/>
                  </a:lnTo>
                  <a:lnTo>
                    <a:pt x="1321917" y="51058"/>
                  </a:lnTo>
                  <a:close/>
                  <a:moveTo>
                    <a:pt x="1418645" y="10364"/>
                  </a:moveTo>
                  <a:lnTo>
                    <a:pt x="1376175" y="24720"/>
                  </a:lnTo>
                  <a:lnTo>
                    <a:pt x="1395176" y="15387"/>
                  </a:lnTo>
                  <a:close/>
                  <a:moveTo>
                    <a:pt x="1445318" y="6490"/>
                  </a:moveTo>
                  <a:lnTo>
                    <a:pt x="1418645" y="10364"/>
                  </a:lnTo>
                  <a:lnTo>
                    <a:pt x="1480021" y="23030"/>
                  </a:lnTo>
                  <a:close/>
                  <a:moveTo>
                    <a:pt x="1480021" y="23030"/>
                  </a:moveTo>
                  <a:lnTo>
                    <a:pt x="1418645" y="10364"/>
                  </a:lnTo>
                  <a:lnTo>
                    <a:pt x="1395176" y="15387"/>
                  </a:lnTo>
                  <a:close/>
                  <a:moveTo>
                    <a:pt x="1500020" y="0"/>
                  </a:moveTo>
                  <a:lnTo>
                    <a:pt x="1445318" y="6490"/>
                  </a:lnTo>
                  <a:lnTo>
                    <a:pt x="1528362" y="29095"/>
                  </a:lnTo>
                  <a:close/>
                  <a:moveTo>
                    <a:pt x="1445318" y="6490"/>
                  </a:moveTo>
                  <a:lnTo>
                    <a:pt x="1480021" y="23030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2" name="Output_density__4291">
              <a:extLst>
                <a:ext uri="{FF2B5EF4-FFF2-40B4-BE49-F238E27FC236}">
                  <a16:creationId xmlns:a16="http://schemas.microsoft.com/office/drawing/2014/main" id="{6E365D73-D7F1-8465-47FF-44F98567AA7F}"/>
                </a:ext>
              </a:extLst>
            </p:cNvPr>
            <p:cNvSpPr>
              <a:spLocks noGrp="1"/>
            </p:cNvSpPr>
            <p:nvPr/>
          </p:nvSpPr>
          <p:spPr>
            <a:xfrm>
              <a:off x="15127381" y="2249622"/>
              <a:ext cx="1177816" cy="1342030"/>
            </a:xfrm>
            <a:custGeom>
              <a:avLst/>
              <a:gdLst/>
              <a:ahLst/>
              <a:cxnLst/>
              <a:rect l="0" t="0" r="0" b="0"/>
              <a:pathLst>
                <a:path w="1177816" h="1342030">
                  <a:moveTo>
                    <a:pt x="58273" y="1317936"/>
                  </a:moveTo>
                  <a:lnTo>
                    <a:pt x="60369" y="1266399"/>
                  </a:lnTo>
                  <a:lnTo>
                    <a:pt x="26202" y="1342030"/>
                  </a:lnTo>
                  <a:close/>
                  <a:moveTo>
                    <a:pt x="61952" y="1261665"/>
                  </a:moveTo>
                  <a:lnTo>
                    <a:pt x="52482" y="1275127"/>
                  </a:lnTo>
                  <a:lnTo>
                    <a:pt x="60369" y="1266399"/>
                  </a:lnTo>
                  <a:close/>
                  <a:moveTo>
                    <a:pt x="61952" y="1261665"/>
                  </a:moveTo>
                  <a:lnTo>
                    <a:pt x="60369" y="1266399"/>
                  </a:lnTo>
                  <a:lnTo>
                    <a:pt x="72452" y="1258892"/>
                  </a:lnTo>
                  <a:close/>
                  <a:moveTo>
                    <a:pt x="0" y="934916"/>
                  </a:moveTo>
                  <a:lnTo>
                    <a:pt x="29145" y="942403"/>
                  </a:lnTo>
                  <a:lnTo>
                    <a:pt x="28693" y="908992"/>
                  </a:lnTo>
                  <a:close/>
                  <a:moveTo>
                    <a:pt x="349665" y="1066950"/>
                  </a:moveTo>
                  <a:lnTo>
                    <a:pt x="338165" y="1015414"/>
                  </a:lnTo>
                  <a:lnTo>
                    <a:pt x="328902" y="1076845"/>
                  </a:lnTo>
                  <a:close/>
                  <a:moveTo>
                    <a:pt x="338165" y="1015414"/>
                  </a:moveTo>
                  <a:lnTo>
                    <a:pt x="317599" y="1023292"/>
                  </a:lnTo>
                  <a:lnTo>
                    <a:pt x="328902" y="1076845"/>
                  </a:lnTo>
                  <a:close/>
                  <a:moveTo>
                    <a:pt x="328902" y="1076845"/>
                  </a:moveTo>
                  <a:lnTo>
                    <a:pt x="342623" y="1072743"/>
                  </a:lnTo>
                  <a:lnTo>
                    <a:pt x="349665" y="1066950"/>
                  </a:lnTo>
                  <a:close/>
                  <a:moveTo>
                    <a:pt x="129255" y="811495"/>
                  </a:moveTo>
                  <a:lnTo>
                    <a:pt x="92640" y="833361"/>
                  </a:lnTo>
                  <a:lnTo>
                    <a:pt x="132205" y="810054"/>
                  </a:lnTo>
                  <a:close/>
                  <a:moveTo>
                    <a:pt x="92640" y="833361"/>
                  </a:moveTo>
                  <a:lnTo>
                    <a:pt x="62525" y="859111"/>
                  </a:lnTo>
                  <a:lnTo>
                    <a:pt x="132205" y="810054"/>
                  </a:lnTo>
                  <a:close/>
                  <a:moveTo>
                    <a:pt x="129255" y="811495"/>
                  </a:moveTo>
                  <a:lnTo>
                    <a:pt x="132205" y="810054"/>
                  </a:lnTo>
                  <a:lnTo>
                    <a:pt x="132581" y="809268"/>
                  </a:lnTo>
                  <a:close/>
                  <a:moveTo>
                    <a:pt x="342623" y="1072743"/>
                  </a:moveTo>
                  <a:lnTo>
                    <a:pt x="373795" y="1054392"/>
                  </a:lnTo>
                  <a:lnTo>
                    <a:pt x="349665" y="1066950"/>
                  </a:lnTo>
                  <a:close/>
                  <a:moveTo>
                    <a:pt x="338165" y="1015414"/>
                  </a:moveTo>
                  <a:lnTo>
                    <a:pt x="349665" y="1066950"/>
                  </a:lnTo>
                  <a:lnTo>
                    <a:pt x="374394" y="1042856"/>
                  </a:lnTo>
                  <a:close/>
                  <a:moveTo>
                    <a:pt x="338165" y="1015414"/>
                  </a:moveTo>
                  <a:lnTo>
                    <a:pt x="374394" y="1042856"/>
                  </a:lnTo>
                  <a:lnTo>
                    <a:pt x="358935" y="991320"/>
                  </a:lnTo>
                  <a:close/>
                  <a:moveTo>
                    <a:pt x="146362" y="546615"/>
                  </a:moveTo>
                  <a:lnTo>
                    <a:pt x="150307" y="503396"/>
                  </a:lnTo>
                  <a:lnTo>
                    <a:pt x="129064" y="528512"/>
                  </a:lnTo>
                  <a:close/>
                  <a:moveTo>
                    <a:pt x="383125" y="568802"/>
                  </a:moveTo>
                  <a:lnTo>
                    <a:pt x="376843" y="621311"/>
                  </a:lnTo>
                  <a:lnTo>
                    <a:pt x="402562" y="558282"/>
                  </a:lnTo>
                  <a:close/>
                  <a:moveTo>
                    <a:pt x="402562" y="558282"/>
                  </a:moveTo>
                  <a:lnTo>
                    <a:pt x="382582" y="633912"/>
                  </a:lnTo>
                  <a:lnTo>
                    <a:pt x="411494" y="609818"/>
                  </a:lnTo>
                  <a:close/>
                  <a:moveTo>
                    <a:pt x="715570" y="843407"/>
                  </a:moveTo>
                  <a:lnTo>
                    <a:pt x="690469" y="847323"/>
                  </a:lnTo>
                  <a:lnTo>
                    <a:pt x="708590" y="893152"/>
                  </a:lnTo>
                  <a:close/>
                  <a:moveTo>
                    <a:pt x="637882" y="852093"/>
                  </a:moveTo>
                  <a:lnTo>
                    <a:pt x="614894" y="815965"/>
                  </a:lnTo>
                  <a:lnTo>
                    <a:pt x="606827" y="822252"/>
                  </a:lnTo>
                  <a:close/>
                  <a:moveTo>
                    <a:pt x="680986" y="792290"/>
                  </a:moveTo>
                  <a:lnTo>
                    <a:pt x="614894" y="815965"/>
                  </a:lnTo>
                  <a:lnTo>
                    <a:pt x="637882" y="852093"/>
                  </a:lnTo>
                  <a:close/>
                  <a:moveTo>
                    <a:pt x="690469" y="847323"/>
                  </a:moveTo>
                  <a:lnTo>
                    <a:pt x="680986" y="792290"/>
                  </a:lnTo>
                  <a:lnTo>
                    <a:pt x="637882" y="852093"/>
                  </a:lnTo>
                  <a:close/>
                  <a:moveTo>
                    <a:pt x="715570" y="843407"/>
                  </a:moveTo>
                  <a:lnTo>
                    <a:pt x="682496" y="791871"/>
                  </a:lnTo>
                  <a:lnTo>
                    <a:pt x="690469" y="847323"/>
                  </a:lnTo>
                  <a:close/>
                  <a:moveTo>
                    <a:pt x="682496" y="791871"/>
                  </a:moveTo>
                  <a:lnTo>
                    <a:pt x="680986" y="792290"/>
                  </a:lnTo>
                  <a:lnTo>
                    <a:pt x="690469" y="847323"/>
                  </a:lnTo>
                  <a:close/>
                  <a:moveTo>
                    <a:pt x="643044" y="782984"/>
                  </a:moveTo>
                  <a:lnTo>
                    <a:pt x="614894" y="815965"/>
                  </a:lnTo>
                  <a:lnTo>
                    <a:pt x="680986" y="792290"/>
                  </a:lnTo>
                  <a:close/>
                  <a:moveTo>
                    <a:pt x="402562" y="558282"/>
                  </a:moveTo>
                  <a:lnTo>
                    <a:pt x="411494" y="609818"/>
                  </a:lnTo>
                  <a:lnTo>
                    <a:pt x="444605" y="585725"/>
                  </a:lnTo>
                  <a:close/>
                  <a:moveTo>
                    <a:pt x="402562" y="558282"/>
                  </a:moveTo>
                  <a:lnTo>
                    <a:pt x="444605" y="585725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02562" y="558282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29036" y="506874"/>
                  </a:lnTo>
                  <a:lnTo>
                    <a:pt x="402562" y="558282"/>
                  </a:lnTo>
                  <a:close/>
                  <a:moveTo>
                    <a:pt x="682496" y="791871"/>
                  </a:moveTo>
                  <a:lnTo>
                    <a:pt x="715570" y="843407"/>
                  </a:lnTo>
                  <a:lnTo>
                    <a:pt x="759171" y="819314"/>
                  </a:lnTo>
                  <a:close/>
                  <a:moveTo>
                    <a:pt x="682496" y="791871"/>
                  </a:moveTo>
                  <a:lnTo>
                    <a:pt x="759171" y="819314"/>
                  </a:lnTo>
                  <a:lnTo>
                    <a:pt x="745958" y="767777"/>
                  </a:lnTo>
                  <a:close/>
                  <a:moveTo>
                    <a:pt x="459949" y="534188"/>
                  </a:moveTo>
                  <a:lnTo>
                    <a:pt x="507892" y="531905"/>
                  </a:lnTo>
                  <a:lnTo>
                    <a:pt x="483817" y="524924"/>
                  </a:lnTo>
                  <a:close/>
                  <a:moveTo>
                    <a:pt x="468538" y="519667"/>
                  </a:moveTo>
                  <a:lnTo>
                    <a:pt x="459949" y="534188"/>
                  </a:lnTo>
                  <a:lnTo>
                    <a:pt x="483817" y="524924"/>
                  </a:lnTo>
                  <a:close/>
                  <a:moveTo>
                    <a:pt x="546666" y="502198"/>
                  </a:moveTo>
                  <a:lnTo>
                    <a:pt x="468538" y="519667"/>
                  </a:lnTo>
                  <a:lnTo>
                    <a:pt x="545468" y="510094"/>
                  </a:lnTo>
                  <a:close/>
                  <a:moveTo>
                    <a:pt x="545468" y="510094"/>
                  </a:moveTo>
                  <a:lnTo>
                    <a:pt x="468538" y="519667"/>
                  </a:lnTo>
                  <a:lnTo>
                    <a:pt x="483817" y="524924"/>
                  </a:lnTo>
                  <a:close/>
                  <a:moveTo>
                    <a:pt x="483817" y="524924"/>
                  </a:moveTo>
                  <a:lnTo>
                    <a:pt x="507892" y="531905"/>
                  </a:lnTo>
                  <a:lnTo>
                    <a:pt x="545468" y="510094"/>
                  </a:lnTo>
                  <a:close/>
                  <a:moveTo>
                    <a:pt x="396969" y="369319"/>
                  </a:moveTo>
                  <a:lnTo>
                    <a:pt x="392721" y="410875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92721" y="410875"/>
                  </a:lnTo>
                  <a:lnTo>
                    <a:pt x="407104" y="431115"/>
                  </a:lnTo>
                  <a:close/>
                  <a:moveTo>
                    <a:pt x="372437" y="379578"/>
                  </a:moveTo>
                  <a:lnTo>
                    <a:pt x="392721" y="410875"/>
                  </a:lnTo>
                  <a:lnTo>
                    <a:pt x="396969" y="369319"/>
                  </a:lnTo>
                  <a:close/>
                  <a:moveTo>
                    <a:pt x="375027" y="344720"/>
                  </a:moveTo>
                  <a:lnTo>
                    <a:pt x="372437" y="379578"/>
                  </a:lnTo>
                  <a:lnTo>
                    <a:pt x="396969" y="369319"/>
                  </a:lnTo>
                  <a:close/>
                  <a:moveTo>
                    <a:pt x="447361" y="305591"/>
                  </a:moveTo>
                  <a:lnTo>
                    <a:pt x="375027" y="344720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75027" y="344720"/>
                  </a:lnTo>
                  <a:lnTo>
                    <a:pt x="396969" y="369319"/>
                  </a:lnTo>
                  <a:close/>
                  <a:moveTo>
                    <a:pt x="961175" y="949830"/>
                  </a:moveTo>
                  <a:lnTo>
                    <a:pt x="975729" y="923432"/>
                  </a:lnTo>
                  <a:lnTo>
                    <a:pt x="965053" y="901505"/>
                  </a:lnTo>
                  <a:close/>
                  <a:moveTo>
                    <a:pt x="965053" y="901505"/>
                  </a:moveTo>
                  <a:lnTo>
                    <a:pt x="978164" y="898293"/>
                  </a:lnTo>
                  <a:lnTo>
                    <a:pt x="960656" y="867079"/>
                  </a:lnTo>
                  <a:close/>
                  <a:moveTo>
                    <a:pt x="944664" y="898293"/>
                  </a:moveTo>
                  <a:lnTo>
                    <a:pt x="965053" y="901505"/>
                  </a:lnTo>
                  <a:lnTo>
                    <a:pt x="960656" y="867079"/>
                  </a:lnTo>
                  <a:close/>
                  <a:moveTo>
                    <a:pt x="965053" y="901505"/>
                  </a:moveTo>
                  <a:lnTo>
                    <a:pt x="975729" y="923432"/>
                  </a:lnTo>
                  <a:lnTo>
                    <a:pt x="978164" y="898293"/>
                  </a:lnTo>
                  <a:close/>
                  <a:moveTo>
                    <a:pt x="812054" y="761698"/>
                  </a:moveTo>
                  <a:lnTo>
                    <a:pt x="830070" y="728191"/>
                  </a:lnTo>
                  <a:lnTo>
                    <a:pt x="785988" y="738054"/>
                  </a:lnTo>
                  <a:close/>
                  <a:moveTo>
                    <a:pt x="812054" y="761698"/>
                  </a:moveTo>
                  <a:lnTo>
                    <a:pt x="775763" y="753220"/>
                  </a:lnTo>
                  <a:lnTo>
                    <a:pt x="836854" y="753556"/>
                  </a:lnTo>
                  <a:close/>
                  <a:moveTo>
                    <a:pt x="830070" y="728191"/>
                  </a:moveTo>
                  <a:lnTo>
                    <a:pt x="812054" y="761698"/>
                  </a:lnTo>
                  <a:lnTo>
                    <a:pt x="843961" y="743683"/>
                  </a:lnTo>
                  <a:close/>
                  <a:moveTo>
                    <a:pt x="812054" y="761698"/>
                  </a:moveTo>
                  <a:lnTo>
                    <a:pt x="836854" y="753556"/>
                  </a:lnTo>
                  <a:lnTo>
                    <a:pt x="843961" y="743683"/>
                  </a:lnTo>
                  <a:close/>
                  <a:moveTo>
                    <a:pt x="546666" y="502198"/>
                  </a:moveTo>
                  <a:lnTo>
                    <a:pt x="545468" y="510094"/>
                  </a:lnTo>
                  <a:lnTo>
                    <a:pt x="549891" y="509189"/>
                  </a:lnTo>
                  <a:close/>
                  <a:moveTo>
                    <a:pt x="549891" y="509189"/>
                  </a:moveTo>
                  <a:lnTo>
                    <a:pt x="552385" y="458557"/>
                  </a:lnTo>
                  <a:lnTo>
                    <a:pt x="546666" y="502198"/>
                  </a:lnTo>
                  <a:close/>
                  <a:moveTo>
                    <a:pt x="431340" y="355484"/>
                  </a:moveTo>
                  <a:lnTo>
                    <a:pt x="475882" y="405890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31340" y="355484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78031" y="341399"/>
                  </a:lnTo>
                  <a:lnTo>
                    <a:pt x="448071" y="303948"/>
                  </a:lnTo>
                  <a:close/>
                  <a:moveTo>
                    <a:pt x="448071" y="303948"/>
                  </a:moveTo>
                  <a:lnTo>
                    <a:pt x="478031" y="341399"/>
                  </a:lnTo>
                  <a:lnTo>
                    <a:pt x="529331" y="331390"/>
                  </a:lnTo>
                  <a:close/>
                  <a:moveTo>
                    <a:pt x="448071" y="303948"/>
                  </a:moveTo>
                  <a:lnTo>
                    <a:pt x="529331" y="331390"/>
                  </a:lnTo>
                  <a:lnTo>
                    <a:pt x="522462" y="279854"/>
                  </a:lnTo>
                  <a:close/>
                  <a:moveTo>
                    <a:pt x="958442" y="844137"/>
                  </a:moveTo>
                  <a:lnTo>
                    <a:pt x="944664" y="898293"/>
                  </a:lnTo>
                  <a:lnTo>
                    <a:pt x="960656" y="867079"/>
                  </a:lnTo>
                  <a:close/>
                  <a:moveTo>
                    <a:pt x="927346" y="894179"/>
                  </a:moveTo>
                  <a:lnTo>
                    <a:pt x="944664" y="898293"/>
                  </a:lnTo>
                  <a:lnTo>
                    <a:pt x="958442" y="844137"/>
                  </a:lnTo>
                  <a:close/>
                  <a:moveTo>
                    <a:pt x="958442" y="844137"/>
                  </a:moveTo>
                  <a:lnTo>
                    <a:pt x="960656" y="867079"/>
                  </a:lnTo>
                  <a:lnTo>
                    <a:pt x="1031453" y="885505"/>
                  </a:lnTo>
                  <a:close/>
                  <a:moveTo>
                    <a:pt x="1022980" y="829652"/>
                  </a:moveTo>
                  <a:lnTo>
                    <a:pt x="958442" y="844137"/>
                  </a:lnTo>
                  <a:lnTo>
                    <a:pt x="1031453" y="885505"/>
                  </a:lnTo>
                  <a:close/>
                  <a:moveTo>
                    <a:pt x="958442" y="844137"/>
                  </a:moveTo>
                  <a:lnTo>
                    <a:pt x="980756" y="795220"/>
                  </a:lnTo>
                  <a:lnTo>
                    <a:pt x="952135" y="835220"/>
                  </a:lnTo>
                  <a:close/>
                  <a:moveTo>
                    <a:pt x="1022980" y="829652"/>
                  </a:moveTo>
                  <a:lnTo>
                    <a:pt x="990714" y="793140"/>
                  </a:lnTo>
                  <a:lnTo>
                    <a:pt x="958442" y="844137"/>
                  </a:lnTo>
                  <a:close/>
                  <a:moveTo>
                    <a:pt x="1050423" y="822662"/>
                  </a:moveTo>
                  <a:lnTo>
                    <a:pt x="1065414" y="774496"/>
                  </a:lnTo>
                  <a:lnTo>
                    <a:pt x="1022980" y="829652"/>
                  </a:lnTo>
                  <a:close/>
                  <a:moveTo>
                    <a:pt x="624939" y="434464"/>
                  </a:moveTo>
                  <a:lnTo>
                    <a:pt x="666541" y="461906"/>
                  </a:lnTo>
                  <a:lnTo>
                    <a:pt x="658742" y="410369"/>
                  </a:lnTo>
                  <a:close/>
                  <a:moveTo>
                    <a:pt x="611664" y="371465"/>
                  </a:moveTo>
                  <a:lnTo>
                    <a:pt x="601698" y="398377"/>
                  </a:lnTo>
                  <a:lnTo>
                    <a:pt x="635682" y="358833"/>
                  </a:lnTo>
                  <a:close/>
                  <a:moveTo>
                    <a:pt x="635682" y="358833"/>
                  </a:moveTo>
                  <a:lnTo>
                    <a:pt x="601698" y="398377"/>
                  </a:lnTo>
                  <a:lnTo>
                    <a:pt x="624939" y="434464"/>
                  </a:lnTo>
                  <a:close/>
                  <a:moveTo>
                    <a:pt x="635682" y="358833"/>
                  </a:moveTo>
                  <a:lnTo>
                    <a:pt x="624939" y="434464"/>
                  </a:lnTo>
                  <a:lnTo>
                    <a:pt x="658742" y="410369"/>
                  </a:lnTo>
                  <a:close/>
                  <a:moveTo>
                    <a:pt x="541199" y="328027"/>
                  </a:moveTo>
                  <a:lnTo>
                    <a:pt x="539973" y="342273"/>
                  </a:lnTo>
                  <a:lnTo>
                    <a:pt x="611664" y="371465"/>
                  </a:lnTo>
                  <a:close/>
                  <a:moveTo>
                    <a:pt x="607596" y="312030"/>
                  </a:moveTo>
                  <a:lnTo>
                    <a:pt x="541199" y="328027"/>
                  </a:lnTo>
                  <a:lnTo>
                    <a:pt x="611664" y="371465"/>
                  </a:lnTo>
                  <a:close/>
                  <a:moveTo>
                    <a:pt x="635682" y="358833"/>
                  </a:moveTo>
                  <a:lnTo>
                    <a:pt x="643740" y="307296"/>
                  </a:lnTo>
                  <a:lnTo>
                    <a:pt x="611664" y="371465"/>
                  </a:lnTo>
                  <a:close/>
                  <a:moveTo>
                    <a:pt x="643740" y="307296"/>
                  </a:moveTo>
                  <a:lnTo>
                    <a:pt x="607596" y="312030"/>
                  </a:lnTo>
                  <a:lnTo>
                    <a:pt x="611664" y="371465"/>
                  </a:lnTo>
                  <a:close/>
                  <a:moveTo>
                    <a:pt x="529331" y="331390"/>
                  </a:moveTo>
                  <a:lnTo>
                    <a:pt x="539973" y="342273"/>
                  </a:lnTo>
                  <a:lnTo>
                    <a:pt x="541199" y="328027"/>
                  </a:lnTo>
                  <a:close/>
                  <a:moveTo>
                    <a:pt x="522462" y="279854"/>
                  </a:moveTo>
                  <a:lnTo>
                    <a:pt x="541199" y="328027"/>
                  </a:lnTo>
                  <a:lnTo>
                    <a:pt x="523664" y="279540"/>
                  </a:lnTo>
                  <a:close/>
                  <a:moveTo>
                    <a:pt x="522462" y="279854"/>
                  </a:moveTo>
                  <a:lnTo>
                    <a:pt x="529331" y="331390"/>
                  </a:lnTo>
                  <a:lnTo>
                    <a:pt x="541199" y="328027"/>
                  </a:lnTo>
                  <a:close/>
                  <a:moveTo>
                    <a:pt x="541199" y="328027"/>
                  </a:moveTo>
                  <a:lnTo>
                    <a:pt x="607596" y="312030"/>
                  </a:lnTo>
                  <a:lnTo>
                    <a:pt x="582688" y="269536"/>
                  </a:lnTo>
                  <a:close/>
                  <a:moveTo>
                    <a:pt x="541199" y="328027"/>
                  </a:moveTo>
                  <a:lnTo>
                    <a:pt x="582688" y="269536"/>
                  </a:lnTo>
                  <a:lnTo>
                    <a:pt x="523664" y="279540"/>
                  </a:lnTo>
                  <a:close/>
                  <a:moveTo>
                    <a:pt x="522940" y="278590"/>
                  </a:moveTo>
                  <a:lnTo>
                    <a:pt x="522462" y="279854"/>
                  </a:lnTo>
                  <a:lnTo>
                    <a:pt x="523664" y="279540"/>
                  </a:lnTo>
                  <a:close/>
                  <a:moveTo>
                    <a:pt x="1050423" y="822662"/>
                  </a:moveTo>
                  <a:lnTo>
                    <a:pt x="1085665" y="850214"/>
                  </a:lnTo>
                  <a:lnTo>
                    <a:pt x="1095184" y="808934"/>
                  </a:lnTo>
                  <a:close/>
                  <a:moveTo>
                    <a:pt x="1065414" y="774496"/>
                  </a:moveTo>
                  <a:lnTo>
                    <a:pt x="1050423" y="822662"/>
                  </a:lnTo>
                  <a:lnTo>
                    <a:pt x="1095184" y="808934"/>
                  </a:lnTo>
                  <a:close/>
                  <a:moveTo>
                    <a:pt x="635682" y="358833"/>
                  </a:moveTo>
                  <a:lnTo>
                    <a:pt x="675850" y="334739"/>
                  </a:lnTo>
                  <a:lnTo>
                    <a:pt x="643740" y="307296"/>
                  </a:lnTo>
                  <a:close/>
                  <a:moveTo>
                    <a:pt x="1067985" y="244508"/>
                  </a:moveTo>
                  <a:lnTo>
                    <a:pt x="1017432" y="269476"/>
                  </a:lnTo>
                  <a:lnTo>
                    <a:pt x="1037379" y="262457"/>
                  </a:lnTo>
                  <a:close/>
                  <a:moveTo>
                    <a:pt x="1090418" y="248122"/>
                  </a:moveTo>
                  <a:lnTo>
                    <a:pt x="1037379" y="262457"/>
                  </a:lnTo>
                  <a:lnTo>
                    <a:pt x="1105788" y="250948"/>
                  </a:lnTo>
                  <a:close/>
                  <a:moveTo>
                    <a:pt x="1105788" y="250948"/>
                  </a:moveTo>
                  <a:lnTo>
                    <a:pt x="1037379" y="262457"/>
                  </a:lnTo>
                  <a:lnTo>
                    <a:pt x="1027775" y="268849"/>
                  </a:lnTo>
                  <a:close/>
                  <a:moveTo>
                    <a:pt x="1105788" y="250948"/>
                  </a:moveTo>
                  <a:lnTo>
                    <a:pt x="1027775" y="268849"/>
                  </a:lnTo>
                  <a:lnTo>
                    <a:pt x="1068316" y="285528"/>
                  </a:lnTo>
                  <a:close/>
                  <a:moveTo>
                    <a:pt x="1067985" y="244508"/>
                  </a:moveTo>
                  <a:lnTo>
                    <a:pt x="1037379" y="262457"/>
                  </a:lnTo>
                  <a:lnTo>
                    <a:pt x="1090418" y="248122"/>
                  </a:lnTo>
                  <a:close/>
                  <a:moveTo>
                    <a:pt x="1078760" y="210921"/>
                  </a:moveTo>
                  <a:lnTo>
                    <a:pt x="1090418" y="248122"/>
                  </a:lnTo>
                  <a:lnTo>
                    <a:pt x="1116404" y="238363"/>
                  </a:lnTo>
                  <a:close/>
                  <a:moveTo>
                    <a:pt x="1090418" y="248122"/>
                  </a:moveTo>
                  <a:lnTo>
                    <a:pt x="1105788" y="250948"/>
                  </a:lnTo>
                  <a:lnTo>
                    <a:pt x="1116404" y="238363"/>
                  </a:lnTo>
                  <a:close/>
                  <a:moveTo>
                    <a:pt x="1105788" y="250948"/>
                  </a:moveTo>
                  <a:lnTo>
                    <a:pt x="1143073" y="255452"/>
                  </a:lnTo>
                  <a:lnTo>
                    <a:pt x="1116404" y="238363"/>
                  </a:lnTo>
                  <a:close/>
                  <a:moveTo>
                    <a:pt x="1143073" y="255452"/>
                  </a:moveTo>
                  <a:lnTo>
                    <a:pt x="1177816" y="214269"/>
                  </a:lnTo>
                  <a:lnTo>
                    <a:pt x="1116404" y="238363"/>
                  </a:lnTo>
                  <a:close/>
                  <a:moveTo>
                    <a:pt x="1177816" y="214269"/>
                  </a:moveTo>
                  <a:lnTo>
                    <a:pt x="1123775" y="186826"/>
                  </a:lnTo>
                  <a:lnTo>
                    <a:pt x="1116404" y="238363"/>
                  </a:lnTo>
                  <a:close/>
                  <a:moveTo>
                    <a:pt x="1012544" y="22478"/>
                  </a:moveTo>
                  <a:lnTo>
                    <a:pt x="992804" y="32217"/>
                  </a:lnTo>
                  <a:lnTo>
                    <a:pt x="1031545" y="13145"/>
                  </a:lnTo>
                  <a:close/>
                  <a:moveTo>
                    <a:pt x="1055014" y="8123"/>
                  </a:moveTo>
                  <a:lnTo>
                    <a:pt x="997496" y="20742"/>
                  </a:lnTo>
                  <a:lnTo>
                    <a:pt x="1012544" y="22478"/>
                  </a:lnTo>
                  <a:close/>
                  <a:moveTo>
                    <a:pt x="1074749" y="0"/>
                  </a:moveTo>
                  <a:lnTo>
                    <a:pt x="1055014" y="8123"/>
                  </a:lnTo>
                  <a:lnTo>
                    <a:pt x="1081687" y="42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93" name="Output_density__4292">
              <a:extLst>
                <a:ext uri="{FF2B5EF4-FFF2-40B4-BE49-F238E27FC236}">
                  <a16:creationId xmlns:a16="http://schemas.microsoft.com/office/drawing/2014/main" id="{371B2B45-984D-D389-957B-57FF4E9C43CB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632338"/>
              <a:ext cx="1564288" cy="1099057"/>
            </a:xfrm>
            <a:custGeom>
              <a:avLst/>
              <a:gdLst/>
              <a:ahLst/>
              <a:cxnLst/>
              <a:rect l="0" t="0" r="0" b="0"/>
              <a:pathLst>
                <a:path w="1564288" h="1099057">
                  <a:moveTo>
                    <a:pt x="496350" y="1099057"/>
                  </a:moveTo>
                  <a:lnTo>
                    <a:pt x="528638" y="1070221"/>
                  </a:lnTo>
                  <a:lnTo>
                    <a:pt x="530814" y="1065735"/>
                  </a:lnTo>
                  <a:close/>
                  <a:moveTo>
                    <a:pt x="9618" y="498832"/>
                  </a:moveTo>
                  <a:lnTo>
                    <a:pt x="0" y="522926"/>
                  </a:lnTo>
                  <a:lnTo>
                    <a:pt x="42422" y="449957"/>
                  </a:lnTo>
                  <a:close/>
                  <a:moveTo>
                    <a:pt x="496350" y="1099057"/>
                  </a:moveTo>
                  <a:lnTo>
                    <a:pt x="530814" y="1065735"/>
                  </a:lnTo>
                  <a:lnTo>
                    <a:pt x="569175" y="1061764"/>
                  </a:lnTo>
                  <a:close/>
                  <a:moveTo>
                    <a:pt x="13873" y="494688"/>
                  </a:moveTo>
                  <a:lnTo>
                    <a:pt x="9302" y="500804"/>
                  </a:lnTo>
                  <a:lnTo>
                    <a:pt x="9618" y="498832"/>
                  </a:lnTo>
                  <a:close/>
                  <a:moveTo>
                    <a:pt x="398272" y="529624"/>
                  </a:moveTo>
                  <a:lnTo>
                    <a:pt x="397629" y="536079"/>
                  </a:lnTo>
                  <a:lnTo>
                    <a:pt x="404623" y="526084"/>
                  </a:lnTo>
                  <a:close/>
                  <a:moveTo>
                    <a:pt x="404623" y="526084"/>
                  </a:moveTo>
                  <a:lnTo>
                    <a:pt x="417975" y="456795"/>
                  </a:lnTo>
                  <a:lnTo>
                    <a:pt x="398272" y="529624"/>
                  </a:lnTo>
                  <a:close/>
                  <a:moveTo>
                    <a:pt x="425172" y="468014"/>
                  </a:moveTo>
                  <a:lnTo>
                    <a:pt x="410701" y="525452"/>
                  </a:lnTo>
                  <a:lnTo>
                    <a:pt x="398272" y="529624"/>
                  </a:lnTo>
                  <a:close/>
                  <a:moveTo>
                    <a:pt x="417975" y="456795"/>
                  </a:moveTo>
                  <a:lnTo>
                    <a:pt x="404623" y="526084"/>
                  </a:lnTo>
                  <a:lnTo>
                    <a:pt x="434837" y="478087"/>
                  </a:lnTo>
                  <a:close/>
                  <a:moveTo>
                    <a:pt x="806869" y="739119"/>
                  </a:moveTo>
                  <a:lnTo>
                    <a:pt x="791730" y="782050"/>
                  </a:lnTo>
                  <a:lnTo>
                    <a:pt x="778364" y="780258"/>
                  </a:lnTo>
                  <a:close/>
                  <a:moveTo>
                    <a:pt x="524450" y="354945"/>
                  </a:moveTo>
                  <a:lnTo>
                    <a:pt x="529913" y="316271"/>
                  </a:lnTo>
                  <a:lnTo>
                    <a:pt x="509297" y="338067"/>
                  </a:lnTo>
                  <a:close/>
                  <a:moveTo>
                    <a:pt x="1046805" y="275808"/>
                  </a:moveTo>
                  <a:lnTo>
                    <a:pt x="1090605" y="264892"/>
                  </a:lnTo>
                  <a:lnTo>
                    <a:pt x="1121569" y="245760"/>
                  </a:lnTo>
                  <a:close/>
                  <a:moveTo>
                    <a:pt x="1173486" y="6907"/>
                  </a:moveTo>
                  <a:lnTo>
                    <a:pt x="1112543" y="20975"/>
                  </a:lnTo>
                  <a:lnTo>
                    <a:pt x="1176368" y="6168"/>
                  </a:lnTo>
                  <a:close/>
                  <a:moveTo>
                    <a:pt x="1176368" y="6168"/>
                  </a:moveTo>
                  <a:lnTo>
                    <a:pt x="1112543" y="20975"/>
                  </a:lnTo>
                  <a:lnTo>
                    <a:pt x="1098385" y="24180"/>
                  </a:lnTo>
                  <a:close/>
                  <a:moveTo>
                    <a:pt x="1173486" y="6907"/>
                  </a:moveTo>
                  <a:lnTo>
                    <a:pt x="1178928" y="4987"/>
                  </a:lnTo>
                  <a:lnTo>
                    <a:pt x="1210799" y="0"/>
                  </a:lnTo>
                  <a:close/>
                  <a:moveTo>
                    <a:pt x="1210799" y="0"/>
                  </a:moveTo>
                  <a:lnTo>
                    <a:pt x="1178928" y="4987"/>
                  </a:lnTo>
                  <a:lnTo>
                    <a:pt x="1229668" y="30773"/>
                  </a:lnTo>
                  <a:close/>
                  <a:moveTo>
                    <a:pt x="1500055" y="112974"/>
                  </a:moveTo>
                  <a:lnTo>
                    <a:pt x="1516663" y="135294"/>
                  </a:lnTo>
                  <a:lnTo>
                    <a:pt x="1534089" y="94387"/>
                  </a:lnTo>
                  <a:close/>
                  <a:moveTo>
                    <a:pt x="1483023" y="160663"/>
                  </a:moveTo>
                  <a:lnTo>
                    <a:pt x="1516663" y="135294"/>
                  </a:lnTo>
                  <a:lnTo>
                    <a:pt x="1500055" y="112974"/>
                  </a:lnTo>
                  <a:close/>
                  <a:moveTo>
                    <a:pt x="1534089" y="94387"/>
                  </a:moveTo>
                  <a:lnTo>
                    <a:pt x="1516663" y="135294"/>
                  </a:lnTo>
                  <a:lnTo>
                    <a:pt x="1536044" y="113330"/>
                  </a:lnTo>
                  <a:close/>
                  <a:moveTo>
                    <a:pt x="1534089" y="94387"/>
                  </a:moveTo>
                  <a:lnTo>
                    <a:pt x="1544408" y="64348"/>
                  </a:lnTo>
                  <a:lnTo>
                    <a:pt x="1537770" y="79310"/>
                  </a:lnTo>
                  <a:close/>
                  <a:moveTo>
                    <a:pt x="1527649" y="89236"/>
                  </a:moveTo>
                  <a:lnTo>
                    <a:pt x="1534089" y="94387"/>
                  </a:lnTo>
                  <a:lnTo>
                    <a:pt x="1537770" y="79310"/>
                  </a:lnTo>
                  <a:close/>
                  <a:moveTo>
                    <a:pt x="1553797" y="37699"/>
                  </a:moveTo>
                  <a:lnTo>
                    <a:pt x="1564288" y="43556"/>
                  </a:lnTo>
                  <a:lnTo>
                    <a:pt x="1537770" y="7931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94" name="Output_density__4293">
              <a:extLst>
                <a:ext uri="{FF2B5EF4-FFF2-40B4-BE49-F238E27FC236}">
                  <a16:creationId xmlns:a16="http://schemas.microsoft.com/office/drawing/2014/main" id="{D23CF272-72FD-08A1-CB0F-EE922354D6D1}"/>
                </a:ext>
              </a:extLst>
            </p:cNvPr>
            <p:cNvSpPr>
              <a:spLocks noGrp="1"/>
            </p:cNvSpPr>
            <p:nvPr/>
          </p:nvSpPr>
          <p:spPr>
            <a:xfrm>
              <a:off x="15787205" y="3168659"/>
              <a:ext cx="24597" cy="24094"/>
            </a:xfrm>
            <a:custGeom>
              <a:avLst/>
              <a:gdLst/>
              <a:ahLst/>
              <a:cxnLst/>
              <a:rect l="0" t="0" r="0" b="0"/>
              <a:pathLst>
                <a:path w="24597" h="24094">
                  <a:moveTo>
                    <a:pt x="0" y="24094"/>
                  </a:moveTo>
                  <a:lnTo>
                    <a:pt x="24597" y="0"/>
                  </a:lnTo>
                  <a:lnTo>
                    <a:pt x="20797" y="4441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95" name="Output_density__4294">
              <a:extLst>
                <a:ext uri="{FF2B5EF4-FFF2-40B4-BE49-F238E27FC236}">
                  <a16:creationId xmlns:a16="http://schemas.microsoft.com/office/drawing/2014/main" id="{233361FA-9FF6-B2B1-D74E-080D6941FED6}"/>
                </a:ext>
              </a:extLst>
            </p:cNvPr>
            <p:cNvSpPr>
              <a:spLocks noGrp="1"/>
            </p:cNvSpPr>
            <p:nvPr/>
          </p:nvSpPr>
          <p:spPr>
            <a:xfrm>
              <a:off x="14765886" y="2367333"/>
              <a:ext cx="1804943" cy="1378127"/>
            </a:xfrm>
            <a:custGeom>
              <a:avLst/>
              <a:gdLst/>
              <a:ahLst/>
              <a:cxnLst/>
              <a:rect l="0" t="0" r="0" b="0"/>
              <a:pathLst>
                <a:path w="1804943" h="1378127">
                  <a:moveTo>
                    <a:pt x="0" y="812026"/>
                  </a:moveTo>
                  <a:lnTo>
                    <a:pt x="5541" y="822374"/>
                  </a:lnTo>
                  <a:lnTo>
                    <a:pt x="25518" y="839125"/>
                  </a:lnTo>
                  <a:close/>
                  <a:moveTo>
                    <a:pt x="436501" y="1251761"/>
                  </a:moveTo>
                  <a:lnTo>
                    <a:pt x="414164" y="1275855"/>
                  </a:lnTo>
                  <a:lnTo>
                    <a:pt x="425360" y="1286010"/>
                  </a:lnTo>
                  <a:close/>
                  <a:moveTo>
                    <a:pt x="0" y="812026"/>
                  </a:moveTo>
                  <a:lnTo>
                    <a:pt x="25518" y="839125"/>
                  </a:lnTo>
                  <a:lnTo>
                    <a:pt x="41911" y="839468"/>
                  </a:lnTo>
                  <a:close/>
                  <a:moveTo>
                    <a:pt x="6947" y="787932"/>
                  </a:moveTo>
                  <a:lnTo>
                    <a:pt x="0" y="812026"/>
                  </a:lnTo>
                  <a:lnTo>
                    <a:pt x="41911" y="839468"/>
                  </a:lnTo>
                  <a:close/>
                  <a:moveTo>
                    <a:pt x="653107" y="1343688"/>
                  </a:moveTo>
                  <a:lnTo>
                    <a:pt x="705276" y="1364063"/>
                  </a:lnTo>
                  <a:lnTo>
                    <a:pt x="731950" y="1328894"/>
                  </a:lnTo>
                  <a:close/>
                  <a:moveTo>
                    <a:pt x="470737" y="1100500"/>
                  </a:moveTo>
                  <a:lnTo>
                    <a:pt x="444556" y="1069812"/>
                  </a:lnTo>
                  <a:lnTo>
                    <a:pt x="469684" y="1112126"/>
                  </a:lnTo>
                  <a:close/>
                  <a:moveTo>
                    <a:pt x="852214" y="1334089"/>
                  </a:moveTo>
                  <a:lnTo>
                    <a:pt x="838558" y="1378127"/>
                  </a:lnTo>
                  <a:lnTo>
                    <a:pt x="864663" y="1340832"/>
                  </a:lnTo>
                  <a:close/>
                  <a:moveTo>
                    <a:pt x="731950" y="1328894"/>
                  </a:moveTo>
                  <a:lnTo>
                    <a:pt x="759772" y="1298015"/>
                  </a:lnTo>
                  <a:lnTo>
                    <a:pt x="680904" y="1312715"/>
                  </a:lnTo>
                  <a:close/>
                  <a:moveTo>
                    <a:pt x="759772" y="1298015"/>
                  </a:moveTo>
                  <a:lnTo>
                    <a:pt x="731950" y="1328894"/>
                  </a:lnTo>
                  <a:lnTo>
                    <a:pt x="810471" y="1312894"/>
                  </a:lnTo>
                  <a:close/>
                  <a:moveTo>
                    <a:pt x="615460" y="1195063"/>
                  </a:moveTo>
                  <a:lnTo>
                    <a:pt x="611019" y="1226106"/>
                  </a:lnTo>
                  <a:lnTo>
                    <a:pt x="637077" y="1203573"/>
                  </a:lnTo>
                  <a:close/>
                  <a:moveTo>
                    <a:pt x="596814" y="1147479"/>
                  </a:moveTo>
                  <a:lnTo>
                    <a:pt x="637077" y="1203573"/>
                  </a:lnTo>
                  <a:lnTo>
                    <a:pt x="610344" y="1152036"/>
                  </a:lnTo>
                  <a:close/>
                  <a:moveTo>
                    <a:pt x="615460" y="1195063"/>
                  </a:moveTo>
                  <a:lnTo>
                    <a:pt x="637077" y="1203573"/>
                  </a:lnTo>
                  <a:lnTo>
                    <a:pt x="596814" y="1147479"/>
                  </a:lnTo>
                  <a:close/>
                  <a:moveTo>
                    <a:pt x="596045" y="1100500"/>
                  </a:moveTo>
                  <a:lnTo>
                    <a:pt x="596814" y="1147479"/>
                  </a:lnTo>
                  <a:lnTo>
                    <a:pt x="610344" y="1152036"/>
                  </a:lnTo>
                  <a:close/>
                  <a:moveTo>
                    <a:pt x="663890" y="1114206"/>
                  </a:moveTo>
                  <a:lnTo>
                    <a:pt x="596814" y="1147479"/>
                  </a:lnTo>
                  <a:lnTo>
                    <a:pt x="596045" y="1100500"/>
                  </a:lnTo>
                  <a:close/>
                  <a:moveTo>
                    <a:pt x="614119" y="1102796"/>
                  </a:moveTo>
                  <a:lnTo>
                    <a:pt x="596814" y="1147479"/>
                  </a:lnTo>
                  <a:lnTo>
                    <a:pt x="663890" y="1114206"/>
                  </a:lnTo>
                  <a:close/>
                  <a:moveTo>
                    <a:pt x="492532" y="997427"/>
                  </a:moveTo>
                  <a:lnTo>
                    <a:pt x="473917" y="921796"/>
                  </a:lnTo>
                  <a:lnTo>
                    <a:pt x="456393" y="945890"/>
                  </a:lnTo>
                  <a:close/>
                  <a:moveTo>
                    <a:pt x="394659" y="941202"/>
                  </a:moveTo>
                  <a:lnTo>
                    <a:pt x="442390" y="944982"/>
                  </a:lnTo>
                  <a:lnTo>
                    <a:pt x="470422" y="914889"/>
                  </a:lnTo>
                  <a:close/>
                  <a:moveTo>
                    <a:pt x="852214" y="1334089"/>
                  </a:moveTo>
                  <a:lnTo>
                    <a:pt x="864663" y="1340832"/>
                  </a:lnTo>
                  <a:lnTo>
                    <a:pt x="866732" y="1330941"/>
                  </a:lnTo>
                  <a:close/>
                  <a:moveTo>
                    <a:pt x="866732" y="1330941"/>
                  </a:moveTo>
                  <a:lnTo>
                    <a:pt x="810471" y="1312894"/>
                  </a:lnTo>
                  <a:lnTo>
                    <a:pt x="852214" y="1334089"/>
                  </a:lnTo>
                  <a:close/>
                  <a:moveTo>
                    <a:pt x="922171" y="1323852"/>
                  </a:moveTo>
                  <a:lnTo>
                    <a:pt x="864663" y="1340832"/>
                  </a:lnTo>
                  <a:lnTo>
                    <a:pt x="915192" y="1355075"/>
                  </a:lnTo>
                  <a:close/>
                  <a:moveTo>
                    <a:pt x="922171" y="1323852"/>
                  </a:moveTo>
                  <a:lnTo>
                    <a:pt x="866732" y="1330941"/>
                  </a:lnTo>
                  <a:lnTo>
                    <a:pt x="864663" y="1340832"/>
                  </a:lnTo>
                  <a:close/>
                  <a:moveTo>
                    <a:pt x="810932" y="1212838"/>
                  </a:moveTo>
                  <a:lnTo>
                    <a:pt x="812366" y="1185080"/>
                  </a:lnTo>
                  <a:lnTo>
                    <a:pt x="771039" y="1205240"/>
                  </a:lnTo>
                  <a:close/>
                  <a:moveTo>
                    <a:pt x="840650" y="1155386"/>
                  </a:moveTo>
                  <a:lnTo>
                    <a:pt x="812366" y="1185080"/>
                  </a:lnTo>
                  <a:lnTo>
                    <a:pt x="848170" y="1157803"/>
                  </a:lnTo>
                  <a:close/>
                  <a:moveTo>
                    <a:pt x="848170" y="1157803"/>
                  </a:moveTo>
                  <a:lnTo>
                    <a:pt x="812366" y="1185080"/>
                  </a:lnTo>
                  <a:lnTo>
                    <a:pt x="810932" y="1212838"/>
                  </a:lnTo>
                  <a:close/>
                  <a:moveTo>
                    <a:pt x="664570" y="981849"/>
                  </a:moveTo>
                  <a:lnTo>
                    <a:pt x="631368" y="992609"/>
                  </a:lnTo>
                  <a:lnTo>
                    <a:pt x="623464" y="949239"/>
                  </a:lnTo>
                  <a:close/>
                  <a:moveTo>
                    <a:pt x="829272" y="1113388"/>
                  </a:moveTo>
                  <a:lnTo>
                    <a:pt x="840650" y="1155386"/>
                  </a:lnTo>
                  <a:lnTo>
                    <a:pt x="849748" y="1150167"/>
                  </a:lnTo>
                  <a:close/>
                  <a:moveTo>
                    <a:pt x="829272" y="1113388"/>
                  </a:moveTo>
                  <a:lnTo>
                    <a:pt x="849748" y="1150167"/>
                  </a:lnTo>
                  <a:lnTo>
                    <a:pt x="875713" y="1112345"/>
                  </a:lnTo>
                  <a:close/>
                  <a:moveTo>
                    <a:pt x="849748" y="1150167"/>
                  </a:moveTo>
                  <a:lnTo>
                    <a:pt x="917936" y="1095533"/>
                  </a:lnTo>
                  <a:lnTo>
                    <a:pt x="875713" y="1112345"/>
                  </a:lnTo>
                  <a:close/>
                  <a:moveTo>
                    <a:pt x="470994" y="615925"/>
                  </a:moveTo>
                  <a:lnTo>
                    <a:pt x="479711" y="640014"/>
                  </a:lnTo>
                  <a:lnTo>
                    <a:pt x="516249" y="641751"/>
                  </a:lnTo>
                  <a:close/>
                  <a:moveTo>
                    <a:pt x="882525" y="1004387"/>
                  </a:moveTo>
                  <a:lnTo>
                    <a:pt x="923839" y="1071524"/>
                  </a:lnTo>
                  <a:lnTo>
                    <a:pt x="882055" y="1028218"/>
                  </a:lnTo>
                  <a:close/>
                  <a:moveTo>
                    <a:pt x="891484" y="1059847"/>
                  </a:moveTo>
                  <a:lnTo>
                    <a:pt x="923839" y="1071524"/>
                  </a:lnTo>
                  <a:lnTo>
                    <a:pt x="882525" y="1004387"/>
                  </a:lnTo>
                  <a:close/>
                  <a:moveTo>
                    <a:pt x="812498" y="960593"/>
                  </a:moveTo>
                  <a:lnTo>
                    <a:pt x="851180" y="967127"/>
                  </a:lnTo>
                  <a:lnTo>
                    <a:pt x="842594" y="911365"/>
                  </a:lnTo>
                  <a:close/>
                  <a:moveTo>
                    <a:pt x="812498" y="960593"/>
                  </a:moveTo>
                  <a:lnTo>
                    <a:pt x="842594" y="911365"/>
                  </a:lnTo>
                  <a:lnTo>
                    <a:pt x="804496" y="904355"/>
                  </a:lnTo>
                  <a:close/>
                  <a:moveTo>
                    <a:pt x="516249" y="641751"/>
                  </a:moveTo>
                  <a:lnTo>
                    <a:pt x="546810" y="667462"/>
                  </a:lnTo>
                  <a:lnTo>
                    <a:pt x="547452" y="647685"/>
                  </a:lnTo>
                  <a:close/>
                  <a:moveTo>
                    <a:pt x="489500" y="591831"/>
                  </a:moveTo>
                  <a:lnTo>
                    <a:pt x="449300" y="615925"/>
                  </a:lnTo>
                  <a:lnTo>
                    <a:pt x="447898" y="564389"/>
                  </a:lnTo>
                  <a:close/>
                  <a:moveTo>
                    <a:pt x="633004" y="694905"/>
                  </a:moveTo>
                  <a:lnTo>
                    <a:pt x="627280" y="643368"/>
                  </a:lnTo>
                  <a:lnTo>
                    <a:pt x="641758" y="666536"/>
                  </a:lnTo>
                  <a:close/>
                  <a:moveTo>
                    <a:pt x="669485" y="460624"/>
                  </a:moveTo>
                  <a:lnTo>
                    <a:pt x="656145" y="447055"/>
                  </a:lnTo>
                  <a:lnTo>
                    <a:pt x="637548" y="440570"/>
                  </a:lnTo>
                  <a:close/>
                  <a:moveTo>
                    <a:pt x="637548" y="440570"/>
                  </a:moveTo>
                  <a:lnTo>
                    <a:pt x="687910" y="483973"/>
                  </a:lnTo>
                  <a:lnTo>
                    <a:pt x="669485" y="460624"/>
                  </a:lnTo>
                  <a:close/>
                  <a:moveTo>
                    <a:pt x="1277435" y="1034916"/>
                  </a:moveTo>
                  <a:lnTo>
                    <a:pt x="1277345" y="1036784"/>
                  </a:lnTo>
                  <a:lnTo>
                    <a:pt x="1280258" y="1037211"/>
                  </a:lnTo>
                  <a:close/>
                  <a:moveTo>
                    <a:pt x="1333030" y="1059843"/>
                  </a:moveTo>
                  <a:lnTo>
                    <a:pt x="1280258" y="1037211"/>
                  </a:lnTo>
                  <a:lnTo>
                    <a:pt x="1277345" y="1036784"/>
                  </a:lnTo>
                  <a:close/>
                  <a:moveTo>
                    <a:pt x="1307458" y="1010822"/>
                  </a:moveTo>
                  <a:lnTo>
                    <a:pt x="1277435" y="1034916"/>
                  </a:lnTo>
                  <a:lnTo>
                    <a:pt x="1280258" y="1037211"/>
                  </a:lnTo>
                  <a:close/>
                  <a:moveTo>
                    <a:pt x="1280258" y="1037211"/>
                  </a:moveTo>
                  <a:lnTo>
                    <a:pt x="1333030" y="1059843"/>
                  </a:lnTo>
                  <a:lnTo>
                    <a:pt x="1359189" y="1022746"/>
                  </a:lnTo>
                  <a:close/>
                  <a:moveTo>
                    <a:pt x="1359189" y="1022746"/>
                  </a:moveTo>
                  <a:lnTo>
                    <a:pt x="1333030" y="1059843"/>
                  </a:lnTo>
                  <a:lnTo>
                    <a:pt x="1412488" y="1047345"/>
                  </a:lnTo>
                  <a:close/>
                  <a:moveTo>
                    <a:pt x="1349802" y="890374"/>
                  </a:moveTo>
                  <a:lnTo>
                    <a:pt x="1361453" y="896312"/>
                  </a:lnTo>
                  <a:lnTo>
                    <a:pt x="1337839" y="883654"/>
                  </a:lnTo>
                  <a:close/>
                  <a:moveTo>
                    <a:pt x="1275751" y="849851"/>
                  </a:moveTo>
                  <a:lnTo>
                    <a:pt x="1297986" y="894518"/>
                  </a:lnTo>
                  <a:lnTo>
                    <a:pt x="1321814" y="883006"/>
                  </a:lnTo>
                  <a:close/>
                  <a:moveTo>
                    <a:pt x="1321814" y="883006"/>
                  </a:moveTo>
                  <a:lnTo>
                    <a:pt x="1297986" y="894518"/>
                  </a:lnTo>
                  <a:lnTo>
                    <a:pt x="1299537" y="907749"/>
                  </a:lnTo>
                  <a:close/>
                  <a:moveTo>
                    <a:pt x="1322670" y="832118"/>
                  </a:moveTo>
                  <a:lnTo>
                    <a:pt x="1275751" y="849851"/>
                  </a:lnTo>
                  <a:lnTo>
                    <a:pt x="1321814" y="883006"/>
                  </a:lnTo>
                  <a:close/>
                  <a:moveTo>
                    <a:pt x="1337839" y="883654"/>
                  </a:moveTo>
                  <a:lnTo>
                    <a:pt x="1322670" y="832118"/>
                  </a:lnTo>
                  <a:lnTo>
                    <a:pt x="1321814" y="883006"/>
                  </a:lnTo>
                  <a:close/>
                  <a:moveTo>
                    <a:pt x="1361453" y="896312"/>
                  </a:moveTo>
                  <a:lnTo>
                    <a:pt x="1415789" y="924789"/>
                  </a:lnTo>
                  <a:lnTo>
                    <a:pt x="1445059" y="899321"/>
                  </a:lnTo>
                  <a:close/>
                  <a:moveTo>
                    <a:pt x="1390597" y="870377"/>
                  </a:moveTo>
                  <a:lnTo>
                    <a:pt x="1361453" y="896312"/>
                  </a:lnTo>
                  <a:lnTo>
                    <a:pt x="1445059" y="899321"/>
                  </a:lnTo>
                  <a:close/>
                  <a:moveTo>
                    <a:pt x="1269196" y="729045"/>
                  </a:moveTo>
                  <a:lnTo>
                    <a:pt x="1270291" y="728805"/>
                  </a:lnTo>
                  <a:lnTo>
                    <a:pt x="1220917" y="720225"/>
                  </a:lnTo>
                  <a:close/>
                  <a:moveTo>
                    <a:pt x="1220917" y="720225"/>
                  </a:moveTo>
                  <a:lnTo>
                    <a:pt x="1270291" y="728805"/>
                  </a:lnTo>
                  <a:lnTo>
                    <a:pt x="1286054" y="654185"/>
                  </a:lnTo>
                  <a:close/>
                  <a:moveTo>
                    <a:pt x="1220917" y="720225"/>
                  </a:moveTo>
                  <a:lnTo>
                    <a:pt x="1286054" y="654185"/>
                  </a:lnTo>
                  <a:lnTo>
                    <a:pt x="1244933" y="675116"/>
                  </a:lnTo>
                  <a:close/>
                  <a:moveTo>
                    <a:pt x="1286054" y="654185"/>
                  </a:moveTo>
                  <a:lnTo>
                    <a:pt x="1270291" y="728805"/>
                  </a:lnTo>
                  <a:lnTo>
                    <a:pt x="1286195" y="653414"/>
                  </a:lnTo>
                  <a:close/>
                  <a:moveTo>
                    <a:pt x="1186941" y="632971"/>
                  </a:moveTo>
                  <a:lnTo>
                    <a:pt x="1157024" y="619439"/>
                  </a:lnTo>
                  <a:lnTo>
                    <a:pt x="1208558" y="601878"/>
                  </a:lnTo>
                  <a:close/>
                  <a:moveTo>
                    <a:pt x="1093625" y="574435"/>
                  </a:moveTo>
                  <a:lnTo>
                    <a:pt x="1157024" y="619439"/>
                  </a:lnTo>
                  <a:lnTo>
                    <a:pt x="1102399" y="563123"/>
                  </a:lnTo>
                  <a:close/>
                  <a:moveTo>
                    <a:pt x="1220223" y="582727"/>
                  </a:moveTo>
                  <a:lnTo>
                    <a:pt x="1157024" y="619439"/>
                  </a:lnTo>
                  <a:lnTo>
                    <a:pt x="1147483" y="620343"/>
                  </a:lnTo>
                  <a:close/>
                  <a:moveTo>
                    <a:pt x="1286059" y="653243"/>
                  </a:moveTo>
                  <a:lnTo>
                    <a:pt x="1286054" y="654185"/>
                  </a:lnTo>
                  <a:lnTo>
                    <a:pt x="1286195" y="653414"/>
                  </a:lnTo>
                  <a:close/>
                  <a:moveTo>
                    <a:pt x="1286059" y="653243"/>
                  </a:moveTo>
                  <a:lnTo>
                    <a:pt x="1286195" y="653414"/>
                  </a:lnTo>
                  <a:lnTo>
                    <a:pt x="1285662" y="652719"/>
                  </a:lnTo>
                  <a:close/>
                  <a:moveTo>
                    <a:pt x="1531427" y="818681"/>
                  </a:moveTo>
                  <a:lnTo>
                    <a:pt x="1573680" y="822313"/>
                  </a:lnTo>
                  <a:lnTo>
                    <a:pt x="1547906" y="780523"/>
                  </a:lnTo>
                  <a:close/>
                  <a:moveTo>
                    <a:pt x="1531427" y="818681"/>
                  </a:moveTo>
                  <a:lnTo>
                    <a:pt x="1547906" y="780523"/>
                  </a:lnTo>
                  <a:lnTo>
                    <a:pt x="1520348" y="764946"/>
                  </a:lnTo>
                  <a:close/>
                  <a:moveTo>
                    <a:pt x="1608798" y="831744"/>
                  </a:moveTo>
                  <a:lnTo>
                    <a:pt x="1573680" y="822313"/>
                  </a:lnTo>
                  <a:lnTo>
                    <a:pt x="1567095" y="871343"/>
                  </a:lnTo>
                  <a:close/>
                  <a:moveTo>
                    <a:pt x="1573680" y="822313"/>
                  </a:moveTo>
                  <a:lnTo>
                    <a:pt x="1608798" y="831744"/>
                  </a:lnTo>
                  <a:lnTo>
                    <a:pt x="1547906" y="780523"/>
                  </a:lnTo>
                  <a:close/>
                  <a:moveTo>
                    <a:pt x="1520348" y="764946"/>
                  </a:moveTo>
                  <a:lnTo>
                    <a:pt x="1547906" y="780523"/>
                  </a:lnTo>
                  <a:lnTo>
                    <a:pt x="1540217" y="770850"/>
                  </a:lnTo>
                  <a:close/>
                  <a:moveTo>
                    <a:pt x="1278950" y="399080"/>
                  </a:moveTo>
                  <a:lnTo>
                    <a:pt x="1236929" y="404231"/>
                  </a:lnTo>
                  <a:lnTo>
                    <a:pt x="1256152" y="451346"/>
                  </a:lnTo>
                  <a:close/>
                  <a:moveTo>
                    <a:pt x="1236929" y="404231"/>
                  </a:moveTo>
                  <a:lnTo>
                    <a:pt x="1278950" y="399080"/>
                  </a:lnTo>
                  <a:lnTo>
                    <a:pt x="1239589" y="385337"/>
                  </a:lnTo>
                  <a:close/>
                  <a:moveTo>
                    <a:pt x="1402367" y="374986"/>
                  </a:moveTo>
                  <a:lnTo>
                    <a:pt x="1342089" y="419211"/>
                  </a:lnTo>
                  <a:lnTo>
                    <a:pt x="1343907" y="393224"/>
                  </a:lnTo>
                  <a:close/>
                  <a:moveTo>
                    <a:pt x="1302387" y="388997"/>
                  </a:moveTo>
                  <a:lnTo>
                    <a:pt x="1311005" y="399080"/>
                  </a:lnTo>
                  <a:lnTo>
                    <a:pt x="1326118" y="359499"/>
                  </a:lnTo>
                  <a:close/>
                  <a:moveTo>
                    <a:pt x="1263991" y="169241"/>
                  </a:moveTo>
                  <a:lnTo>
                    <a:pt x="1210351" y="141117"/>
                  </a:lnTo>
                  <a:lnTo>
                    <a:pt x="1257259" y="168840"/>
                  </a:lnTo>
                  <a:close/>
                  <a:moveTo>
                    <a:pt x="1268788" y="184929"/>
                  </a:moveTo>
                  <a:lnTo>
                    <a:pt x="1257259" y="168840"/>
                  </a:lnTo>
                  <a:lnTo>
                    <a:pt x="1264276" y="144746"/>
                  </a:lnTo>
                  <a:close/>
                  <a:moveTo>
                    <a:pt x="1264122" y="167486"/>
                  </a:moveTo>
                  <a:lnTo>
                    <a:pt x="1333960" y="119021"/>
                  </a:lnTo>
                  <a:lnTo>
                    <a:pt x="1285119" y="111091"/>
                  </a:lnTo>
                  <a:close/>
                  <a:moveTo>
                    <a:pt x="1643791" y="50381"/>
                  </a:moveTo>
                  <a:lnTo>
                    <a:pt x="1660615" y="11943"/>
                  </a:lnTo>
                  <a:lnTo>
                    <a:pt x="1628586" y="0"/>
                  </a:lnTo>
                  <a:close/>
                  <a:moveTo>
                    <a:pt x="1776467" y="143968"/>
                  </a:moveTo>
                  <a:lnTo>
                    <a:pt x="1794610" y="191961"/>
                  </a:lnTo>
                  <a:lnTo>
                    <a:pt x="1804943" y="202980"/>
                  </a:lnTo>
                  <a:close/>
                  <a:moveTo>
                    <a:pt x="1776467" y="143968"/>
                  </a:moveTo>
                  <a:lnTo>
                    <a:pt x="1783644" y="151443"/>
                  </a:lnTo>
                  <a:lnTo>
                    <a:pt x="1757648" y="11546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6" name="Output_density__4295">
              <a:extLst>
                <a:ext uri="{FF2B5EF4-FFF2-40B4-BE49-F238E27FC236}">
                  <a16:creationId xmlns:a16="http://schemas.microsoft.com/office/drawing/2014/main" id="{95C3BBD1-329D-BEC5-4E6C-DDA8BFB80943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318463"/>
              <a:ext cx="1778603" cy="1392558"/>
            </a:xfrm>
            <a:custGeom>
              <a:avLst/>
              <a:gdLst/>
              <a:ahLst/>
              <a:cxnLst/>
              <a:rect l="0" t="0" r="0" b="0"/>
              <a:pathLst>
                <a:path w="1778603" h="1392558">
                  <a:moveTo>
                    <a:pt x="438637" y="1300631"/>
                  </a:moveTo>
                  <a:lnTo>
                    <a:pt x="427496" y="1334880"/>
                  </a:lnTo>
                  <a:lnTo>
                    <a:pt x="459750" y="1320572"/>
                  </a:lnTo>
                  <a:close/>
                  <a:moveTo>
                    <a:pt x="389832" y="1273188"/>
                  </a:moveTo>
                  <a:lnTo>
                    <a:pt x="416300" y="1324725"/>
                  </a:lnTo>
                  <a:lnTo>
                    <a:pt x="438637" y="1300631"/>
                  </a:lnTo>
                  <a:close/>
                  <a:moveTo>
                    <a:pt x="0" y="809359"/>
                  </a:moveTo>
                  <a:lnTo>
                    <a:pt x="2136" y="860896"/>
                  </a:lnTo>
                  <a:lnTo>
                    <a:pt x="9083" y="836802"/>
                  </a:lnTo>
                  <a:close/>
                  <a:moveTo>
                    <a:pt x="542508" y="1320412"/>
                  </a:moveTo>
                  <a:lnTo>
                    <a:pt x="488340" y="1276537"/>
                  </a:lnTo>
                  <a:lnTo>
                    <a:pt x="459750" y="1320572"/>
                  </a:lnTo>
                  <a:close/>
                  <a:moveTo>
                    <a:pt x="642158" y="1379611"/>
                  </a:moveTo>
                  <a:lnTo>
                    <a:pt x="636112" y="1392349"/>
                  </a:lnTo>
                  <a:lnTo>
                    <a:pt x="655243" y="1392558"/>
                  </a:lnTo>
                  <a:close/>
                  <a:moveTo>
                    <a:pt x="675536" y="1355516"/>
                  </a:moveTo>
                  <a:lnTo>
                    <a:pt x="655243" y="1392558"/>
                  </a:lnTo>
                  <a:lnTo>
                    <a:pt x="683040" y="1361585"/>
                  </a:lnTo>
                  <a:close/>
                  <a:moveTo>
                    <a:pt x="675536" y="1355516"/>
                  </a:moveTo>
                  <a:lnTo>
                    <a:pt x="642158" y="1379611"/>
                  </a:lnTo>
                  <a:lnTo>
                    <a:pt x="655243" y="1392558"/>
                  </a:lnTo>
                  <a:close/>
                  <a:moveTo>
                    <a:pt x="637234" y="1328074"/>
                  </a:moveTo>
                  <a:lnTo>
                    <a:pt x="642158" y="1379611"/>
                  </a:lnTo>
                  <a:lnTo>
                    <a:pt x="675536" y="1355516"/>
                  </a:lnTo>
                  <a:close/>
                  <a:moveTo>
                    <a:pt x="637234" y="1328074"/>
                  </a:moveTo>
                  <a:lnTo>
                    <a:pt x="675536" y="1355516"/>
                  </a:lnTo>
                  <a:lnTo>
                    <a:pt x="652322" y="1303980"/>
                  </a:lnTo>
                  <a:close/>
                  <a:moveTo>
                    <a:pt x="683040" y="1361585"/>
                  </a:moveTo>
                  <a:lnTo>
                    <a:pt x="655243" y="1392558"/>
                  </a:lnTo>
                  <a:lnTo>
                    <a:pt x="734087" y="1377764"/>
                  </a:lnTo>
                  <a:close/>
                  <a:moveTo>
                    <a:pt x="451297" y="1121927"/>
                  </a:moveTo>
                  <a:lnTo>
                    <a:pt x="461657" y="1173464"/>
                  </a:lnTo>
                  <a:lnTo>
                    <a:pt x="446693" y="1118682"/>
                  </a:lnTo>
                  <a:close/>
                  <a:moveTo>
                    <a:pt x="461657" y="1173464"/>
                  </a:moveTo>
                  <a:lnTo>
                    <a:pt x="471821" y="1160996"/>
                  </a:lnTo>
                  <a:lnTo>
                    <a:pt x="446693" y="1118682"/>
                  </a:lnTo>
                  <a:close/>
                  <a:moveTo>
                    <a:pt x="268858" y="898340"/>
                  </a:moveTo>
                  <a:lnTo>
                    <a:pt x="238773" y="883505"/>
                  </a:lnTo>
                  <a:lnTo>
                    <a:pt x="220428" y="899731"/>
                  </a:lnTo>
                  <a:close/>
                  <a:moveTo>
                    <a:pt x="268858" y="898340"/>
                  </a:moveTo>
                  <a:lnTo>
                    <a:pt x="288240" y="893778"/>
                  </a:lnTo>
                  <a:lnTo>
                    <a:pt x="238773" y="883505"/>
                  </a:lnTo>
                  <a:close/>
                  <a:moveTo>
                    <a:pt x="675536" y="1355516"/>
                  </a:moveTo>
                  <a:lnTo>
                    <a:pt x="683040" y="1361585"/>
                  </a:lnTo>
                  <a:lnTo>
                    <a:pt x="689398" y="1349029"/>
                  </a:lnTo>
                  <a:close/>
                  <a:moveTo>
                    <a:pt x="659651" y="1274138"/>
                  </a:moveTo>
                  <a:lnTo>
                    <a:pt x="652322" y="1303980"/>
                  </a:lnTo>
                  <a:lnTo>
                    <a:pt x="664217" y="1228349"/>
                  </a:lnTo>
                  <a:close/>
                  <a:moveTo>
                    <a:pt x="661611" y="1246132"/>
                  </a:moveTo>
                  <a:lnTo>
                    <a:pt x="664217" y="1228349"/>
                  </a:lnTo>
                  <a:lnTo>
                    <a:pt x="672498" y="1187271"/>
                  </a:lnTo>
                  <a:close/>
                  <a:moveTo>
                    <a:pt x="692954" y="1252443"/>
                  </a:moveTo>
                  <a:lnTo>
                    <a:pt x="672498" y="1187271"/>
                  </a:lnTo>
                  <a:lnTo>
                    <a:pt x="677944" y="1176813"/>
                  </a:lnTo>
                  <a:close/>
                  <a:moveTo>
                    <a:pt x="479462" y="1029298"/>
                  </a:moveTo>
                  <a:lnTo>
                    <a:pt x="477372" y="981756"/>
                  </a:lnTo>
                  <a:lnTo>
                    <a:pt x="494669" y="1046297"/>
                  </a:lnTo>
                  <a:close/>
                  <a:moveTo>
                    <a:pt x="476053" y="970666"/>
                  </a:moveTo>
                  <a:lnTo>
                    <a:pt x="472558" y="963759"/>
                  </a:lnTo>
                  <a:lnTo>
                    <a:pt x="444526" y="993853"/>
                  </a:lnTo>
                  <a:close/>
                  <a:moveTo>
                    <a:pt x="416970" y="930601"/>
                  </a:moveTo>
                  <a:lnTo>
                    <a:pt x="396796" y="990072"/>
                  </a:lnTo>
                  <a:lnTo>
                    <a:pt x="472558" y="963759"/>
                  </a:lnTo>
                  <a:close/>
                  <a:moveTo>
                    <a:pt x="817600" y="1320766"/>
                  </a:moveTo>
                  <a:lnTo>
                    <a:pt x="812607" y="1361764"/>
                  </a:lnTo>
                  <a:lnTo>
                    <a:pt x="868868" y="1379811"/>
                  </a:lnTo>
                  <a:close/>
                  <a:moveTo>
                    <a:pt x="873765" y="1313087"/>
                  </a:moveTo>
                  <a:lnTo>
                    <a:pt x="817600" y="1320766"/>
                  </a:lnTo>
                  <a:lnTo>
                    <a:pt x="868868" y="1379811"/>
                  </a:lnTo>
                  <a:close/>
                  <a:moveTo>
                    <a:pt x="931575" y="1322312"/>
                  </a:moveTo>
                  <a:lnTo>
                    <a:pt x="908484" y="1307329"/>
                  </a:lnTo>
                  <a:lnTo>
                    <a:pt x="924308" y="1372722"/>
                  </a:lnTo>
                  <a:close/>
                  <a:moveTo>
                    <a:pt x="924308" y="1372722"/>
                  </a:moveTo>
                  <a:lnTo>
                    <a:pt x="908484" y="1307329"/>
                  </a:lnTo>
                  <a:lnTo>
                    <a:pt x="873765" y="1313087"/>
                  </a:lnTo>
                  <a:close/>
                  <a:moveTo>
                    <a:pt x="924308" y="1372722"/>
                  </a:moveTo>
                  <a:lnTo>
                    <a:pt x="873765" y="1313087"/>
                  </a:lnTo>
                  <a:lnTo>
                    <a:pt x="868868" y="1379811"/>
                  </a:lnTo>
                  <a:close/>
                  <a:moveTo>
                    <a:pt x="817600" y="1320766"/>
                  </a:moveTo>
                  <a:lnTo>
                    <a:pt x="761908" y="1346885"/>
                  </a:lnTo>
                  <a:lnTo>
                    <a:pt x="812607" y="1361764"/>
                  </a:lnTo>
                  <a:close/>
                  <a:moveTo>
                    <a:pt x="764766" y="1325737"/>
                  </a:moveTo>
                  <a:lnTo>
                    <a:pt x="817600" y="1320766"/>
                  </a:lnTo>
                  <a:lnTo>
                    <a:pt x="813068" y="1261708"/>
                  </a:lnTo>
                  <a:close/>
                  <a:moveTo>
                    <a:pt x="817600" y="1320766"/>
                  </a:moveTo>
                  <a:lnTo>
                    <a:pt x="859915" y="1261604"/>
                  </a:lnTo>
                  <a:lnTo>
                    <a:pt x="813068" y="1261708"/>
                  </a:lnTo>
                  <a:close/>
                  <a:moveTo>
                    <a:pt x="850306" y="1206673"/>
                  </a:moveTo>
                  <a:lnTo>
                    <a:pt x="813068" y="1261708"/>
                  </a:lnTo>
                  <a:lnTo>
                    <a:pt x="859915" y="1261604"/>
                  </a:lnTo>
                  <a:close/>
                  <a:moveTo>
                    <a:pt x="677944" y="1176813"/>
                  </a:moveTo>
                  <a:lnTo>
                    <a:pt x="672498" y="1187271"/>
                  </a:lnTo>
                  <a:lnTo>
                    <a:pt x="676336" y="1171418"/>
                  </a:lnTo>
                  <a:close/>
                  <a:moveTo>
                    <a:pt x="666027" y="1163076"/>
                  </a:moveTo>
                  <a:lnTo>
                    <a:pt x="677944" y="1176813"/>
                  </a:lnTo>
                  <a:lnTo>
                    <a:pt x="676336" y="1171418"/>
                  </a:lnTo>
                  <a:close/>
                  <a:moveTo>
                    <a:pt x="988190" y="1296026"/>
                  </a:moveTo>
                  <a:lnTo>
                    <a:pt x="933945" y="1302145"/>
                  </a:lnTo>
                  <a:lnTo>
                    <a:pt x="931575" y="1322312"/>
                  </a:lnTo>
                  <a:close/>
                  <a:moveTo>
                    <a:pt x="619860" y="991121"/>
                  </a:moveTo>
                  <a:lnTo>
                    <a:pt x="666707" y="1030719"/>
                  </a:lnTo>
                  <a:lnTo>
                    <a:pt x="625600" y="998109"/>
                  </a:lnTo>
                  <a:close/>
                  <a:moveTo>
                    <a:pt x="925975" y="1120395"/>
                  </a:moveTo>
                  <a:lnTo>
                    <a:pt x="877849" y="1161215"/>
                  </a:lnTo>
                  <a:lnTo>
                    <a:pt x="920072" y="1144404"/>
                  </a:lnTo>
                  <a:close/>
                  <a:moveTo>
                    <a:pt x="836838" y="1054154"/>
                  </a:moveTo>
                  <a:lnTo>
                    <a:pt x="853316" y="1015997"/>
                  </a:lnTo>
                  <a:lnTo>
                    <a:pt x="814634" y="1009463"/>
                  </a:lnTo>
                  <a:close/>
                  <a:moveTo>
                    <a:pt x="911140" y="1069713"/>
                  </a:moveTo>
                  <a:lnTo>
                    <a:pt x="885349" y="1052994"/>
                  </a:lnTo>
                  <a:lnTo>
                    <a:pt x="922477" y="1018496"/>
                  </a:lnTo>
                  <a:close/>
                  <a:moveTo>
                    <a:pt x="814634" y="1009463"/>
                  </a:moveTo>
                  <a:lnTo>
                    <a:pt x="806633" y="953225"/>
                  </a:lnTo>
                  <a:lnTo>
                    <a:pt x="760285" y="1015666"/>
                  </a:lnTo>
                  <a:close/>
                  <a:moveTo>
                    <a:pt x="788363" y="905335"/>
                  </a:moveTo>
                  <a:lnTo>
                    <a:pt x="722566" y="922479"/>
                  </a:lnTo>
                  <a:lnTo>
                    <a:pt x="806633" y="953225"/>
                  </a:lnTo>
                  <a:close/>
                  <a:moveTo>
                    <a:pt x="597851" y="743775"/>
                  </a:moveTo>
                  <a:lnTo>
                    <a:pt x="549588" y="696555"/>
                  </a:lnTo>
                  <a:lnTo>
                    <a:pt x="548946" y="716332"/>
                  </a:lnTo>
                  <a:close/>
                  <a:moveTo>
                    <a:pt x="473131" y="664795"/>
                  </a:moveTo>
                  <a:lnTo>
                    <a:pt x="518385" y="690621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73131" y="664795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96448" y="640701"/>
                  </a:lnTo>
                  <a:lnTo>
                    <a:pt x="488729" y="589165"/>
                  </a:lnTo>
                  <a:close/>
                  <a:moveTo>
                    <a:pt x="451506" y="613259"/>
                  </a:moveTo>
                  <a:lnTo>
                    <a:pt x="488729" y="589165"/>
                  </a:lnTo>
                  <a:lnTo>
                    <a:pt x="449874" y="609147"/>
                  </a:lnTo>
                  <a:close/>
                  <a:moveTo>
                    <a:pt x="885349" y="1052994"/>
                  </a:moveTo>
                  <a:lnTo>
                    <a:pt x="941875" y="1091020"/>
                  </a:lnTo>
                  <a:lnTo>
                    <a:pt x="885330" y="1052714"/>
                  </a:lnTo>
                  <a:close/>
                  <a:moveTo>
                    <a:pt x="664606" y="753066"/>
                  </a:moveTo>
                  <a:lnTo>
                    <a:pt x="635140" y="743775"/>
                  </a:lnTo>
                  <a:lnTo>
                    <a:pt x="638792" y="724758"/>
                  </a:lnTo>
                  <a:close/>
                  <a:moveTo>
                    <a:pt x="446069" y="460020"/>
                  </a:moveTo>
                  <a:lnTo>
                    <a:pt x="462781" y="461998"/>
                  </a:lnTo>
                  <a:lnTo>
                    <a:pt x="467717" y="474162"/>
                  </a:lnTo>
                  <a:close/>
                  <a:moveTo>
                    <a:pt x="396121" y="447952"/>
                  </a:moveTo>
                  <a:lnTo>
                    <a:pt x="432416" y="448753"/>
                  </a:lnTo>
                  <a:lnTo>
                    <a:pt x="446069" y="460020"/>
                  </a:lnTo>
                  <a:close/>
                  <a:moveTo>
                    <a:pt x="671621" y="509494"/>
                  </a:moveTo>
                  <a:lnTo>
                    <a:pt x="722806" y="540977"/>
                  </a:lnTo>
                  <a:lnTo>
                    <a:pt x="658281" y="495925"/>
                  </a:lnTo>
                  <a:close/>
                  <a:moveTo>
                    <a:pt x="722806" y="540977"/>
                  </a:moveTo>
                  <a:lnTo>
                    <a:pt x="725514" y="541991"/>
                  </a:lnTo>
                  <a:lnTo>
                    <a:pt x="658281" y="495925"/>
                  </a:lnTo>
                  <a:close/>
                  <a:moveTo>
                    <a:pt x="727421" y="543443"/>
                  </a:moveTo>
                  <a:lnTo>
                    <a:pt x="725514" y="541991"/>
                  </a:lnTo>
                  <a:lnTo>
                    <a:pt x="722806" y="540977"/>
                  </a:lnTo>
                  <a:close/>
                  <a:moveTo>
                    <a:pt x="617332" y="481191"/>
                  </a:moveTo>
                  <a:lnTo>
                    <a:pt x="579465" y="474516"/>
                  </a:lnTo>
                  <a:lnTo>
                    <a:pt x="534969" y="482827"/>
                  </a:lnTo>
                  <a:close/>
                  <a:moveTo>
                    <a:pt x="627339" y="478830"/>
                  </a:moveTo>
                  <a:lnTo>
                    <a:pt x="639685" y="489440"/>
                  </a:lnTo>
                  <a:lnTo>
                    <a:pt x="658281" y="495925"/>
                  </a:lnTo>
                  <a:close/>
                  <a:moveTo>
                    <a:pt x="617332" y="481191"/>
                  </a:moveTo>
                  <a:lnTo>
                    <a:pt x="639685" y="489440"/>
                  </a:lnTo>
                  <a:lnTo>
                    <a:pt x="627339" y="478830"/>
                  </a:lnTo>
                  <a:close/>
                  <a:moveTo>
                    <a:pt x="579465" y="474516"/>
                  </a:moveTo>
                  <a:lnTo>
                    <a:pt x="617332" y="481191"/>
                  </a:lnTo>
                  <a:lnTo>
                    <a:pt x="627339" y="478830"/>
                  </a:lnTo>
                  <a:close/>
                  <a:moveTo>
                    <a:pt x="963915" y="838579"/>
                  </a:moveTo>
                  <a:lnTo>
                    <a:pt x="1008006" y="840716"/>
                  </a:lnTo>
                  <a:lnTo>
                    <a:pt x="1001513" y="783252"/>
                  </a:lnTo>
                  <a:close/>
                  <a:moveTo>
                    <a:pt x="1072111" y="826103"/>
                  </a:moveTo>
                  <a:lnTo>
                    <a:pt x="1072221" y="824311"/>
                  </a:lnTo>
                  <a:lnTo>
                    <a:pt x="1008006" y="840716"/>
                  </a:lnTo>
                  <a:close/>
                  <a:moveTo>
                    <a:pt x="1008006" y="840716"/>
                  </a:moveTo>
                  <a:lnTo>
                    <a:pt x="1072221" y="824311"/>
                  </a:lnTo>
                  <a:lnTo>
                    <a:pt x="1054100" y="778482"/>
                  </a:lnTo>
                  <a:close/>
                  <a:moveTo>
                    <a:pt x="942814" y="792992"/>
                  </a:moveTo>
                  <a:lnTo>
                    <a:pt x="926404" y="763377"/>
                  </a:lnTo>
                  <a:lnTo>
                    <a:pt x="904805" y="723166"/>
                  </a:lnTo>
                  <a:close/>
                  <a:moveTo>
                    <a:pt x="690047" y="532843"/>
                  </a:moveTo>
                  <a:lnTo>
                    <a:pt x="761860" y="575185"/>
                  </a:lnTo>
                  <a:lnTo>
                    <a:pt x="722806" y="540977"/>
                  </a:lnTo>
                  <a:close/>
                  <a:moveTo>
                    <a:pt x="722806" y="540977"/>
                  </a:moveTo>
                  <a:lnTo>
                    <a:pt x="761860" y="575185"/>
                  </a:lnTo>
                  <a:lnTo>
                    <a:pt x="727421" y="543443"/>
                  </a:lnTo>
                  <a:close/>
                  <a:moveTo>
                    <a:pt x="690047" y="532843"/>
                  </a:moveTo>
                  <a:lnTo>
                    <a:pt x="722806" y="540977"/>
                  </a:lnTo>
                  <a:lnTo>
                    <a:pt x="671621" y="509494"/>
                  </a:lnTo>
                  <a:close/>
                  <a:moveTo>
                    <a:pt x="808236" y="516883"/>
                  </a:moveTo>
                  <a:lnTo>
                    <a:pt x="804069" y="578853"/>
                  </a:lnTo>
                  <a:lnTo>
                    <a:pt x="806881" y="530955"/>
                  </a:lnTo>
                  <a:close/>
                  <a:moveTo>
                    <a:pt x="1309595" y="1059692"/>
                  </a:moveTo>
                  <a:lnTo>
                    <a:pt x="1282394" y="1086082"/>
                  </a:lnTo>
                  <a:lnTo>
                    <a:pt x="1311900" y="1061500"/>
                  </a:lnTo>
                  <a:close/>
                  <a:moveTo>
                    <a:pt x="1236398" y="1032249"/>
                  </a:moveTo>
                  <a:lnTo>
                    <a:pt x="1279572" y="1083786"/>
                  </a:lnTo>
                  <a:lnTo>
                    <a:pt x="1309595" y="1059692"/>
                  </a:lnTo>
                  <a:close/>
                  <a:moveTo>
                    <a:pt x="1311900" y="1061500"/>
                  </a:moveTo>
                  <a:lnTo>
                    <a:pt x="1282394" y="1086082"/>
                  </a:lnTo>
                  <a:lnTo>
                    <a:pt x="1361325" y="1071616"/>
                  </a:lnTo>
                  <a:close/>
                  <a:moveTo>
                    <a:pt x="1098445" y="787459"/>
                  </a:moveTo>
                  <a:lnTo>
                    <a:pt x="1122802" y="750472"/>
                  </a:lnTo>
                  <a:lnTo>
                    <a:pt x="1079201" y="774566"/>
                  </a:lnTo>
                  <a:close/>
                  <a:moveTo>
                    <a:pt x="1426997" y="1041692"/>
                  </a:moveTo>
                  <a:lnTo>
                    <a:pt x="1414624" y="1096215"/>
                  </a:lnTo>
                  <a:lnTo>
                    <a:pt x="1467424" y="1109550"/>
                  </a:lnTo>
                  <a:close/>
                  <a:moveTo>
                    <a:pt x="1309595" y="1059692"/>
                  </a:moveTo>
                  <a:lnTo>
                    <a:pt x="1311900" y="1061500"/>
                  </a:lnTo>
                  <a:lnTo>
                    <a:pt x="1312734" y="1058621"/>
                  </a:lnTo>
                  <a:close/>
                  <a:moveTo>
                    <a:pt x="1365924" y="1053360"/>
                  </a:moveTo>
                  <a:lnTo>
                    <a:pt x="1311900" y="106150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312734" y="1058621"/>
                  </a:lnTo>
                  <a:lnTo>
                    <a:pt x="1311900" y="1061500"/>
                  </a:lnTo>
                  <a:close/>
                  <a:moveTo>
                    <a:pt x="1312734" y="1058621"/>
                  </a:moveTo>
                  <a:lnTo>
                    <a:pt x="1365924" y="1053360"/>
                  </a:lnTo>
                  <a:lnTo>
                    <a:pt x="1360694" y="994869"/>
                  </a:lnTo>
                  <a:close/>
                  <a:moveTo>
                    <a:pt x="1426997" y="1041692"/>
                  </a:moveTo>
                  <a:lnTo>
                    <a:pt x="1361325" y="1071616"/>
                  </a:lnTo>
                  <a:lnTo>
                    <a:pt x="1414624" y="1096215"/>
                  </a:lnTo>
                  <a:close/>
                  <a:moveTo>
                    <a:pt x="1426997" y="1041692"/>
                  </a:moveTo>
                  <a:lnTo>
                    <a:pt x="1365924" y="105336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426997" y="1041692"/>
                  </a:lnTo>
                  <a:lnTo>
                    <a:pt x="1417735" y="986478"/>
                  </a:lnTo>
                  <a:close/>
                  <a:moveTo>
                    <a:pt x="1426997" y="1041692"/>
                  </a:moveTo>
                  <a:lnTo>
                    <a:pt x="1464864" y="986145"/>
                  </a:lnTo>
                  <a:lnTo>
                    <a:pt x="1417735" y="986478"/>
                  </a:lnTo>
                  <a:close/>
                  <a:moveTo>
                    <a:pt x="1360694" y="994869"/>
                  </a:moveTo>
                  <a:lnTo>
                    <a:pt x="1336170" y="977564"/>
                  </a:lnTo>
                  <a:lnTo>
                    <a:pt x="1301674" y="956619"/>
                  </a:lnTo>
                  <a:close/>
                  <a:moveTo>
                    <a:pt x="1271332" y="777915"/>
                  </a:moveTo>
                  <a:lnTo>
                    <a:pt x="1222817" y="853545"/>
                  </a:lnTo>
                  <a:lnTo>
                    <a:pt x="1276126" y="829452"/>
                  </a:lnTo>
                  <a:close/>
                  <a:moveTo>
                    <a:pt x="1128450" y="726379"/>
                  </a:moveTo>
                  <a:lnTo>
                    <a:pt x="1153425" y="683442"/>
                  </a:lnTo>
                  <a:lnTo>
                    <a:pt x="1109589" y="698936"/>
                  </a:lnTo>
                  <a:close/>
                  <a:moveTo>
                    <a:pt x="1095761" y="623305"/>
                  </a:moveTo>
                  <a:lnTo>
                    <a:pt x="1139393" y="684379"/>
                  </a:lnTo>
                  <a:lnTo>
                    <a:pt x="1149619" y="669213"/>
                  </a:lnTo>
                  <a:close/>
                  <a:moveTo>
                    <a:pt x="1109589" y="698936"/>
                  </a:moveTo>
                  <a:lnTo>
                    <a:pt x="1139393" y="684379"/>
                  </a:lnTo>
                  <a:lnTo>
                    <a:pt x="1095761" y="623305"/>
                  </a:lnTo>
                  <a:close/>
                  <a:moveTo>
                    <a:pt x="1072008" y="647399"/>
                  </a:moveTo>
                  <a:lnTo>
                    <a:pt x="1109589" y="698936"/>
                  </a:lnTo>
                  <a:lnTo>
                    <a:pt x="1095761" y="623305"/>
                  </a:lnTo>
                  <a:close/>
                  <a:moveTo>
                    <a:pt x="1377445" y="908431"/>
                  </a:moveTo>
                  <a:lnTo>
                    <a:pt x="1339976" y="932525"/>
                  </a:lnTo>
                  <a:lnTo>
                    <a:pt x="1363590" y="945182"/>
                  </a:lnTo>
                  <a:close/>
                  <a:moveTo>
                    <a:pt x="1271332" y="777915"/>
                  </a:moveTo>
                  <a:lnTo>
                    <a:pt x="1290977" y="825338"/>
                  </a:lnTo>
                  <a:lnTo>
                    <a:pt x="1272427" y="777675"/>
                  </a:lnTo>
                  <a:close/>
                  <a:moveTo>
                    <a:pt x="1271332" y="777915"/>
                  </a:moveTo>
                  <a:lnTo>
                    <a:pt x="1276126" y="829452"/>
                  </a:lnTo>
                  <a:lnTo>
                    <a:pt x="1290977" y="825338"/>
                  </a:lnTo>
                  <a:close/>
                  <a:moveTo>
                    <a:pt x="1265122" y="658128"/>
                  </a:moveTo>
                  <a:lnTo>
                    <a:pt x="1287798" y="701589"/>
                  </a:lnTo>
                  <a:lnTo>
                    <a:pt x="1288332" y="702285"/>
                  </a:lnTo>
                  <a:close/>
                  <a:moveTo>
                    <a:pt x="1149619" y="669213"/>
                  </a:moveTo>
                  <a:lnTo>
                    <a:pt x="1159160" y="668309"/>
                  </a:lnTo>
                  <a:lnTo>
                    <a:pt x="1095761" y="623305"/>
                  </a:lnTo>
                  <a:close/>
                  <a:moveTo>
                    <a:pt x="1222359" y="631597"/>
                  </a:moveTo>
                  <a:lnTo>
                    <a:pt x="1149619" y="669213"/>
                  </a:lnTo>
                  <a:lnTo>
                    <a:pt x="1193701" y="659350"/>
                  </a:lnTo>
                  <a:close/>
                  <a:moveTo>
                    <a:pt x="958012" y="466921"/>
                  </a:moveTo>
                  <a:lnTo>
                    <a:pt x="1010307" y="497700"/>
                  </a:lnTo>
                  <a:lnTo>
                    <a:pt x="962126" y="468695"/>
                  </a:lnTo>
                  <a:close/>
                  <a:moveTo>
                    <a:pt x="1042617" y="444601"/>
                  </a:moveTo>
                  <a:lnTo>
                    <a:pt x="1026272" y="468695"/>
                  </a:lnTo>
                  <a:lnTo>
                    <a:pt x="1048789" y="496138"/>
                  </a:lnTo>
                  <a:close/>
                  <a:moveTo>
                    <a:pt x="1006415" y="417158"/>
                  </a:moveTo>
                  <a:lnTo>
                    <a:pt x="1026272" y="468695"/>
                  </a:lnTo>
                  <a:lnTo>
                    <a:pt x="1042617" y="444601"/>
                  </a:lnTo>
                  <a:close/>
                  <a:moveTo>
                    <a:pt x="1288195" y="702113"/>
                  </a:moveTo>
                  <a:lnTo>
                    <a:pt x="1247069" y="723986"/>
                  </a:lnTo>
                  <a:lnTo>
                    <a:pt x="1288191" y="703056"/>
                  </a:lnTo>
                  <a:close/>
                  <a:moveTo>
                    <a:pt x="1288195" y="702113"/>
                  </a:moveTo>
                  <a:lnTo>
                    <a:pt x="1246149" y="698314"/>
                  </a:lnTo>
                  <a:lnTo>
                    <a:pt x="1247069" y="723986"/>
                  </a:lnTo>
                  <a:close/>
                  <a:moveTo>
                    <a:pt x="1246149" y="698314"/>
                  </a:moveTo>
                  <a:lnTo>
                    <a:pt x="1287798" y="701589"/>
                  </a:lnTo>
                  <a:lnTo>
                    <a:pt x="1237263" y="687321"/>
                  </a:lnTo>
                  <a:close/>
                  <a:moveTo>
                    <a:pt x="1246149" y="698314"/>
                  </a:moveTo>
                  <a:lnTo>
                    <a:pt x="1288195" y="702113"/>
                  </a:lnTo>
                  <a:lnTo>
                    <a:pt x="1287798" y="701589"/>
                  </a:lnTo>
                  <a:close/>
                  <a:moveTo>
                    <a:pt x="1478915" y="811254"/>
                  </a:moveTo>
                  <a:lnTo>
                    <a:pt x="1522484" y="813816"/>
                  </a:lnTo>
                  <a:lnTo>
                    <a:pt x="1491926" y="805855"/>
                  </a:lnTo>
                  <a:close/>
                  <a:moveTo>
                    <a:pt x="1522484" y="813816"/>
                  </a:moveTo>
                  <a:lnTo>
                    <a:pt x="1542353" y="819720"/>
                  </a:lnTo>
                  <a:lnTo>
                    <a:pt x="1491926" y="805855"/>
                  </a:lnTo>
                  <a:close/>
                  <a:moveTo>
                    <a:pt x="1344225" y="468081"/>
                  </a:moveTo>
                  <a:lnTo>
                    <a:pt x="1336646" y="449734"/>
                  </a:lnTo>
                  <a:lnTo>
                    <a:pt x="1313141" y="447950"/>
                  </a:lnTo>
                  <a:close/>
                  <a:moveTo>
                    <a:pt x="1281087" y="447950"/>
                  </a:moveTo>
                  <a:lnTo>
                    <a:pt x="1304523" y="437867"/>
                  </a:lnTo>
                  <a:lnTo>
                    <a:pt x="1241726" y="434207"/>
                  </a:lnTo>
                  <a:close/>
                  <a:moveTo>
                    <a:pt x="1346044" y="442094"/>
                  </a:moveTo>
                  <a:lnTo>
                    <a:pt x="1334249" y="423856"/>
                  </a:lnTo>
                  <a:lnTo>
                    <a:pt x="1328254" y="408369"/>
                  </a:lnTo>
                  <a:close/>
                  <a:moveTo>
                    <a:pt x="1328254" y="408369"/>
                  </a:moveTo>
                  <a:lnTo>
                    <a:pt x="1334249" y="423856"/>
                  </a:lnTo>
                  <a:lnTo>
                    <a:pt x="1318660" y="412274"/>
                  </a:lnTo>
                  <a:close/>
                  <a:moveTo>
                    <a:pt x="1318660" y="412274"/>
                  </a:moveTo>
                  <a:lnTo>
                    <a:pt x="1304523" y="437867"/>
                  </a:lnTo>
                  <a:lnTo>
                    <a:pt x="1328254" y="408369"/>
                  </a:lnTo>
                  <a:close/>
                  <a:moveTo>
                    <a:pt x="1352961" y="230945"/>
                  </a:moveTo>
                  <a:lnTo>
                    <a:pt x="1270924" y="233799"/>
                  </a:lnTo>
                  <a:lnTo>
                    <a:pt x="1303163" y="219434"/>
                  </a:lnTo>
                  <a:close/>
                  <a:moveTo>
                    <a:pt x="1670231" y="204979"/>
                  </a:moveTo>
                  <a:lnTo>
                    <a:pt x="1701318" y="154945"/>
                  </a:lnTo>
                  <a:lnTo>
                    <a:pt x="1659211" y="151195"/>
                  </a:lnTo>
                  <a:close/>
                  <a:moveTo>
                    <a:pt x="1659211" y="151195"/>
                  </a:moveTo>
                  <a:lnTo>
                    <a:pt x="1701318" y="154945"/>
                  </a:lnTo>
                  <a:lnTo>
                    <a:pt x="1685130" y="105363"/>
                  </a:lnTo>
                  <a:close/>
                  <a:moveTo>
                    <a:pt x="1659211" y="151195"/>
                  </a:moveTo>
                  <a:lnTo>
                    <a:pt x="1685130" y="105363"/>
                  </a:lnTo>
                  <a:lnTo>
                    <a:pt x="1645927" y="99251"/>
                  </a:lnTo>
                  <a:close/>
                  <a:moveTo>
                    <a:pt x="1659211" y="151195"/>
                  </a:moveTo>
                  <a:lnTo>
                    <a:pt x="1645927" y="99251"/>
                  </a:lnTo>
                  <a:lnTo>
                    <a:pt x="1646227" y="148777"/>
                  </a:lnTo>
                  <a:close/>
                  <a:moveTo>
                    <a:pt x="1645927" y="99251"/>
                  </a:moveTo>
                  <a:lnTo>
                    <a:pt x="1636609" y="97240"/>
                  </a:lnTo>
                  <a:lnTo>
                    <a:pt x="1646227" y="148777"/>
                  </a:lnTo>
                  <a:close/>
                  <a:moveTo>
                    <a:pt x="1701318" y="154945"/>
                  </a:moveTo>
                  <a:lnTo>
                    <a:pt x="1716477" y="177087"/>
                  </a:lnTo>
                  <a:lnTo>
                    <a:pt x="1759785" y="164331"/>
                  </a:lnTo>
                  <a:close/>
                  <a:moveTo>
                    <a:pt x="1592893" y="64381"/>
                  </a:moveTo>
                  <a:lnTo>
                    <a:pt x="1636609" y="97240"/>
                  </a:lnTo>
                  <a:lnTo>
                    <a:pt x="1582744" y="49893"/>
                  </a:lnTo>
                  <a:close/>
                  <a:moveTo>
                    <a:pt x="1582744" y="49893"/>
                  </a:moveTo>
                  <a:lnTo>
                    <a:pt x="1636609" y="97240"/>
                  </a:lnTo>
                  <a:lnTo>
                    <a:pt x="1645927" y="99251"/>
                  </a:lnTo>
                  <a:close/>
                  <a:moveTo>
                    <a:pt x="1582744" y="49893"/>
                  </a:moveTo>
                  <a:lnTo>
                    <a:pt x="1645927" y="99251"/>
                  </a:lnTo>
                  <a:lnTo>
                    <a:pt x="1630722" y="48870"/>
                  </a:lnTo>
                  <a:close/>
                  <a:moveTo>
                    <a:pt x="1582744" y="49893"/>
                  </a:moveTo>
                  <a:lnTo>
                    <a:pt x="1630722" y="48870"/>
                  </a:lnTo>
                  <a:lnTo>
                    <a:pt x="1613657" y="0"/>
                  </a:lnTo>
                  <a:close/>
                  <a:moveTo>
                    <a:pt x="1729825" y="194512"/>
                  </a:moveTo>
                  <a:lnTo>
                    <a:pt x="1778603" y="192838"/>
                  </a:lnTo>
                  <a:lnTo>
                    <a:pt x="1759785" y="1643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7" name="Output_density__4296">
              <a:extLst>
                <a:ext uri="{FF2B5EF4-FFF2-40B4-BE49-F238E27FC236}">
                  <a16:creationId xmlns:a16="http://schemas.microsoft.com/office/drawing/2014/main" id="{52144A2E-4F0E-893C-918E-AEF3E8592508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62760"/>
              <a:ext cx="1759785" cy="1378015"/>
            </a:xfrm>
            <a:custGeom>
              <a:avLst/>
              <a:gdLst/>
              <a:ahLst/>
              <a:cxnLst/>
              <a:rect l="0" t="0" r="0" b="0"/>
              <a:pathLst>
                <a:path w="1759785" h="1378015">
                  <a:moveTo>
                    <a:pt x="389832" y="1328891"/>
                  </a:moveTo>
                  <a:lnTo>
                    <a:pt x="438637" y="1356334"/>
                  </a:lnTo>
                  <a:lnTo>
                    <a:pt x="421904" y="1304797"/>
                  </a:lnTo>
                  <a:close/>
                  <a:moveTo>
                    <a:pt x="0" y="865062"/>
                  </a:moveTo>
                  <a:lnTo>
                    <a:pt x="9083" y="892505"/>
                  </a:lnTo>
                  <a:lnTo>
                    <a:pt x="11828" y="840968"/>
                  </a:lnTo>
                  <a:close/>
                  <a:moveTo>
                    <a:pt x="28997" y="813819"/>
                  </a:moveTo>
                  <a:lnTo>
                    <a:pt x="0" y="865062"/>
                  </a:lnTo>
                  <a:lnTo>
                    <a:pt x="11828" y="840968"/>
                  </a:lnTo>
                  <a:close/>
                  <a:moveTo>
                    <a:pt x="438637" y="1356334"/>
                  </a:moveTo>
                  <a:lnTo>
                    <a:pt x="459750" y="1376275"/>
                  </a:lnTo>
                  <a:lnTo>
                    <a:pt x="476988" y="1337984"/>
                  </a:lnTo>
                  <a:close/>
                  <a:moveTo>
                    <a:pt x="459750" y="1376275"/>
                  </a:moveTo>
                  <a:lnTo>
                    <a:pt x="488340" y="1332240"/>
                  </a:lnTo>
                  <a:lnTo>
                    <a:pt x="476988" y="1337984"/>
                  </a:lnTo>
                  <a:close/>
                  <a:moveTo>
                    <a:pt x="451297" y="1177630"/>
                  </a:moveTo>
                  <a:lnTo>
                    <a:pt x="436083" y="1245753"/>
                  </a:lnTo>
                  <a:lnTo>
                    <a:pt x="461657" y="1229167"/>
                  </a:lnTo>
                  <a:close/>
                  <a:moveTo>
                    <a:pt x="57474" y="785393"/>
                  </a:moveTo>
                  <a:lnTo>
                    <a:pt x="28997" y="813819"/>
                  </a:lnTo>
                  <a:lnTo>
                    <a:pt x="11828" y="840968"/>
                  </a:lnTo>
                  <a:close/>
                  <a:moveTo>
                    <a:pt x="98911" y="765642"/>
                  </a:moveTo>
                  <a:lnTo>
                    <a:pt x="66568" y="789431"/>
                  </a:lnTo>
                  <a:lnTo>
                    <a:pt x="28997" y="813819"/>
                  </a:lnTo>
                  <a:close/>
                  <a:moveTo>
                    <a:pt x="545298" y="1256609"/>
                  </a:moveTo>
                  <a:lnTo>
                    <a:pt x="471821" y="1216699"/>
                  </a:lnTo>
                  <a:lnTo>
                    <a:pt x="461657" y="1229167"/>
                  </a:lnTo>
                  <a:close/>
                  <a:moveTo>
                    <a:pt x="268858" y="954043"/>
                  </a:moveTo>
                  <a:lnTo>
                    <a:pt x="315553" y="954064"/>
                  </a:lnTo>
                  <a:lnTo>
                    <a:pt x="288240" y="949481"/>
                  </a:lnTo>
                  <a:close/>
                  <a:moveTo>
                    <a:pt x="288240" y="949481"/>
                  </a:moveTo>
                  <a:lnTo>
                    <a:pt x="315553" y="954064"/>
                  </a:lnTo>
                  <a:lnTo>
                    <a:pt x="363631" y="921777"/>
                  </a:lnTo>
                  <a:close/>
                  <a:moveTo>
                    <a:pt x="494669" y="1101999"/>
                  </a:moveTo>
                  <a:lnTo>
                    <a:pt x="477372" y="1037459"/>
                  </a:lnTo>
                  <a:lnTo>
                    <a:pt x="476053" y="1026369"/>
                  </a:lnTo>
                  <a:close/>
                  <a:moveTo>
                    <a:pt x="817600" y="1376469"/>
                  </a:moveTo>
                  <a:lnTo>
                    <a:pt x="873765" y="1368790"/>
                  </a:lnTo>
                  <a:lnTo>
                    <a:pt x="859915" y="1317307"/>
                  </a:lnTo>
                  <a:close/>
                  <a:moveTo>
                    <a:pt x="908484" y="1363031"/>
                  </a:moveTo>
                  <a:lnTo>
                    <a:pt x="886330" y="1311495"/>
                  </a:lnTo>
                  <a:lnTo>
                    <a:pt x="873765" y="1368790"/>
                  </a:lnTo>
                  <a:close/>
                  <a:moveTo>
                    <a:pt x="664217" y="1284052"/>
                  </a:moveTo>
                  <a:lnTo>
                    <a:pt x="676336" y="1227121"/>
                  </a:lnTo>
                  <a:lnTo>
                    <a:pt x="672498" y="1242974"/>
                  </a:lnTo>
                  <a:close/>
                  <a:moveTo>
                    <a:pt x="676336" y="1227121"/>
                  </a:moveTo>
                  <a:lnTo>
                    <a:pt x="678905" y="1208422"/>
                  </a:lnTo>
                  <a:lnTo>
                    <a:pt x="666027" y="1218779"/>
                  </a:lnTo>
                  <a:close/>
                  <a:moveTo>
                    <a:pt x="468958" y="968055"/>
                  </a:moveTo>
                  <a:lnTo>
                    <a:pt x="416970" y="986304"/>
                  </a:lnTo>
                  <a:lnTo>
                    <a:pt x="472558" y="1019462"/>
                  </a:lnTo>
                  <a:close/>
                  <a:moveTo>
                    <a:pt x="468958" y="968055"/>
                  </a:moveTo>
                  <a:lnTo>
                    <a:pt x="466031" y="907692"/>
                  </a:lnTo>
                  <a:lnTo>
                    <a:pt x="421970" y="968273"/>
                  </a:lnTo>
                  <a:close/>
                  <a:moveTo>
                    <a:pt x="519146" y="950739"/>
                  </a:moveTo>
                  <a:lnTo>
                    <a:pt x="502040" y="899202"/>
                  </a:lnTo>
                  <a:lnTo>
                    <a:pt x="468958" y="968055"/>
                  </a:lnTo>
                  <a:close/>
                  <a:moveTo>
                    <a:pt x="502040" y="899202"/>
                  </a:moveTo>
                  <a:lnTo>
                    <a:pt x="466031" y="907692"/>
                  </a:lnTo>
                  <a:lnTo>
                    <a:pt x="468958" y="968055"/>
                  </a:lnTo>
                  <a:close/>
                  <a:moveTo>
                    <a:pt x="908484" y="1363031"/>
                  </a:moveTo>
                  <a:lnTo>
                    <a:pt x="931575" y="1378015"/>
                  </a:lnTo>
                  <a:lnTo>
                    <a:pt x="933945" y="1357848"/>
                  </a:lnTo>
                  <a:close/>
                  <a:moveTo>
                    <a:pt x="886330" y="1311495"/>
                  </a:moveTo>
                  <a:lnTo>
                    <a:pt x="933945" y="1357848"/>
                  </a:lnTo>
                  <a:lnTo>
                    <a:pt x="924148" y="1303069"/>
                  </a:lnTo>
                  <a:close/>
                  <a:moveTo>
                    <a:pt x="886330" y="1311495"/>
                  </a:moveTo>
                  <a:lnTo>
                    <a:pt x="908484" y="1363031"/>
                  </a:lnTo>
                  <a:lnTo>
                    <a:pt x="933945" y="1357848"/>
                  </a:lnTo>
                  <a:close/>
                  <a:moveTo>
                    <a:pt x="684370" y="1095104"/>
                  </a:moveTo>
                  <a:lnTo>
                    <a:pt x="666707" y="1086422"/>
                  </a:lnTo>
                  <a:lnTo>
                    <a:pt x="619860" y="1046824"/>
                  </a:lnTo>
                  <a:close/>
                  <a:moveTo>
                    <a:pt x="466307" y="847665"/>
                  </a:moveTo>
                  <a:lnTo>
                    <a:pt x="539131" y="886245"/>
                  </a:lnTo>
                  <a:lnTo>
                    <a:pt x="493102" y="826473"/>
                  </a:lnTo>
                  <a:close/>
                  <a:moveTo>
                    <a:pt x="495836" y="796916"/>
                  </a:moveTo>
                  <a:lnTo>
                    <a:pt x="466307" y="847665"/>
                  </a:lnTo>
                  <a:lnTo>
                    <a:pt x="490532" y="816862"/>
                  </a:lnTo>
                  <a:close/>
                  <a:moveTo>
                    <a:pt x="532480" y="799025"/>
                  </a:moveTo>
                  <a:lnTo>
                    <a:pt x="495836" y="796916"/>
                  </a:lnTo>
                  <a:lnTo>
                    <a:pt x="490532" y="816862"/>
                  </a:lnTo>
                  <a:close/>
                  <a:moveTo>
                    <a:pt x="239945" y="475606"/>
                  </a:moveTo>
                  <a:lnTo>
                    <a:pt x="212114" y="486909"/>
                  </a:lnTo>
                  <a:lnTo>
                    <a:pt x="258267" y="472495"/>
                  </a:lnTo>
                  <a:close/>
                  <a:moveTo>
                    <a:pt x="258267" y="472495"/>
                  </a:moveTo>
                  <a:lnTo>
                    <a:pt x="212114" y="486909"/>
                  </a:lnTo>
                  <a:lnTo>
                    <a:pt x="184144" y="504937"/>
                  </a:lnTo>
                  <a:close/>
                  <a:moveTo>
                    <a:pt x="258267" y="472495"/>
                  </a:moveTo>
                  <a:lnTo>
                    <a:pt x="184144" y="504937"/>
                  </a:lnTo>
                  <a:lnTo>
                    <a:pt x="216357" y="490476"/>
                  </a:lnTo>
                  <a:close/>
                  <a:moveTo>
                    <a:pt x="301990" y="461290"/>
                  </a:moveTo>
                  <a:lnTo>
                    <a:pt x="239945" y="475606"/>
                  </a:lnTo>
                  <a:lnTo>
                    <a:pt x="297328" y="462815"/>
                  </a:lnTo>
                  <a:close/>
                  <a:moveTo>
                    <a:pt x="223927" y="479003"/>
                  </a:moveTo>
                  <a:lnTo>
                    <a:pt x="239945" y="475606"/>
                  </a:lnTo>
                  <a:lnTo>
                    <a:pt x="301990" y="461290"/>
                  </a:lnTo>
                  <a:close/>
                  <a:moveTo>
                    <a:pt x="239945" y="475606"/>
                  </a:moveTo>
                  <a:lnTo>
                    <a:pt x="258267" y="472495"/>
                  </a:lnTo>
                  <a:lnTo>
                    <a:pt x="297328" y="462815"/>
                  </a:lnTo>
                  <a:close/>
                  <a:moveTo>
                    <a:pt x="836838" y="1109857"/>
                  </a:moveTo>
                  <a:lnTo>
                    <a:pt x="884661" y="1108960"/>
                  </a:lnTo>
                  <a:lnTo>
                    <a:pt x="853316" y="1071700"/>
                  </a:lnTo>
                  <a:close/>
                  <a:moveTo>
                    <a:pt x="853316" y="1071700"/>
                  </a:moveTo>
                  <a:lnTo>
                    <a:pt x="884661" y="1108960"/>
                  </a:lnTo>
                  <a:lnTo>
                    <a:pt x="905175" y="1067522"/>
                  </a:lnTo>
                  <a:close/>
                  <a:moveTo>
                    <a:pt x="806633" y="1008928"/>
                  </a:moveTo>
                  <a:lnTo>
                    <a:pt x="738024" y="1029718"/>
                  </a:lnTo>
                  <a:lnTo>
                    <a:pt x="760285" y="1071369"/>
                  </a:lnTo>
                  <a:close/>
                  <a:moveTo>
                    <a:pt x="806633" y="1008928"/>
                  </a:moveTo>
                  <a:lnTo>
                    <a:pt x="722566" y="978181"/>
                  </a:lnTo>
                  <a:lnTo>
                    <a:pt x="738024" y="1029718"/>
                  </a:lnTo>
                  <a:close/>
                  <a:moveTo>
                    <a:pt x="295761" y="492972"/>
                  </a:moveTo>
                  <a:lnTo>
                    <a:pt x="297328" y="462815"/>
                  </a:lnTo>
                  <a:lnTo>
                    <a:pt x="258267" y="472495"/>
                  </a:lnTo>
                  <a:close/>
                  <a:moveTo>
                    <a:pt x="303432" y="461974"/>
                  </a:moveTo>
                  <a:lnTo>
                    <a:pt x="297328" y="462815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03432" y="461974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87067" y="494706"/>
                  </a:lnTo>
                  <a:lnTo>
                    <a:pt x="358872" y="454885"/>
                  </a:lnTo>
                  <a:close/>
                  <a:moveTo>
                    <a:pt x="333834" y="500001"/>
                  </a:moveTo>
                  <a:lnTo>
                    <a:pt x="358872" y="454885"/>
                  </a:lnTo>
                  <a:lnTo>
                    <a:pt x="303432" y="461974"/>
                  </a:lnTo>
                  <a:close/>
                  <a:moveTo>
                    <a:pt x="387067" y="494706"/>
                  </a:moveTo>
                  <a:lnTo>
                    <a:pt x="333834" y="500001"/>
                  </a:lnTo>
                  <a:lnTo>
                    <a:pt x="396121" y="503655"/>
                  </a:lnTo>
                  <a:close/>
                  <a:moveTo>
                    <a:pt x="333834" y="500001"/>
                  </a:moveTo>
                  <a:lnTo>
                    <a:pt x="351722" y="512329"/>
                  </a:lnTo>
                  <a:lnTo>
                    <a:pt x="396121" y="503655"/>
                  </a:lnTo>
                  <a:close/>
                  <a:moveTo>
                    <a:pt x="387067" y="494706"/>
                  </a:moveTo>
                  <a:lnTo>
                    <a:pt x="435612" y="493222"/>
                  </a:lnTo>
                  <a:lnTo>
                    <a:pt x="358872" y="454885"/>
                  </a:lnTo>
                  <a:close/>
                  <a:moveTo>
                    <a:pt x="435612" y="493222"/>
                  </a:moveTo>
                  <a:lnTo>
                    <a:pt x="387067" y="494706"/>
                  </a:lnTo>
                  <a:lnTo>
                    <a:pt x="446069" y="515723"/>
                  </a:lnTo>
                  <a:close/>
                  <a:moveTo>
                    <a:pt x="387067" y="494706"/>
                  </a:moveTo>
                  <a:lnTo>
                    <a:pt x="396121" y="503655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492695" y="515374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509993" y="533476"/>
                  </a:lnTo>
                  <a:lnTo>
                    <a:pt x="492695" y="515374"/>
                  </a:lnTo>
                  <a:close/>
                  <a:moveTo>
                    <a:pt x="509993" y="533476"/>
                  </a:moveTo>
                  <a:lnTo>
                    <a:pt x="467717" y="529864"/>
                  </a:lnTo>
                  <a:lnTo>
                    <a:pt x="534969" y="538529"/>
                  </a:lnTo>
                  <a:close/>
                  <a:moveTo>
                    <a:pt x="509993" y="533476"/>
                  </a:moveTo>
                  <a:lnTo>
                    <a:pt x="534969" y="538529"/>
                  </a:lnTo>
                  <a:lnTo>
                    <a:pt x="579465" y="530218"/>
                  </a:lnTo>
                  <a:close/>
                  <a:moveTo>
                    <a:pt x="1004369" y="1008973"/>
                  </a:moveTo>
                  <a:lnTo>
                    <a:pt x="1016281" y="980436"/>
                  </a:lnTo>
                  <a:lnTo>
                    <a:pt x="959223" y="1033067"/>
                  </a:lnTo>
                  <a:close/>
                  <a:moveTo>
                    <a:pt x="1016281" y="980436"/>
                  </a:moveTo>
                  <a:lnTo>
                    <a:pt x="1004369" y="1008973"/>
                  </a:lnTo>
                  <a:lnTo>
                    <a:pt x="1036790" y="933342"/>
                  </a:lnTo>
                  <a:close/>
                  <a:moveTo>
                    <a:pt x="963915" y="894282"/>
                  </a:moveTo>
                  <a:lnTo>
                    <a:pt x="1001513" y="838954"/>
                  </a:lnTo>
                  <a:lnTo>
                    <a:pt x="942814" y="848694"/>
                  </a:lnTo>
                  <a:close/>
                  <a:moveTo>
                    <a:pt x="1008006" y="896419"/>
                  </a:moveTo>
                  <a:lnTo>
                    <a:pt x="1054100" y="834184"/>
                  </a:lnTo>
                  <a:lnTo>
                    <a:pt x="1001513" y="838954"/>
                  </a:lnTo>
                  <a:close/>
                  <a:moveTo>
                    <a:pt x="896876" y="848058"/>
                  </a:moveTo>
                  <a:lnTo>
                    <a:pt x="942814" y="848694"/>
                  </a:lnTo>
                  <a:lnTo>
                    <a:pt x="904805" y="778869"/>
                  </a:lnTo>
                  <a:close/>
                  <a:moveTo>
                    <a:pt x="1236398" y="1087952"/>
                  </a:moveTo>
                  <a:lnTo>
                    <a:pt x="1309595" y="1115395"/>
                  </a:lnTo>
                  <a:lnTo>
                    <a:pt x="1274912" y="1063858"/>
                  </a:lnTo>
                  <a:close/>
                  <a:moveTo>
                    <a:pt x="1246447" y="1036415"/>
                  </a:moveTo>
                  <a:lnTo>
                    <a:pt x="1236398" y="1087952"/>
                  </a:lnTo>
                  <a:lnTo>
                    <a:pt x="1274912" y="1063858"/>
                  </a:lnTo>
                  <a:close/>
                  <a:moveTo>
                    <a:pt x="1072221" y="880014"/>
                  </a:moveTo>
                  <a:lnTo>
                    <a:pt x="1098445" y="843162"/>
                  </a:lnTo>
                  <a:lnTo>
                    <a:pt x="1079201" y="830269"/>
                  </a:lnTo>
                  <a:close/>
                  <a:moveTo>
                    <a:pt x="1274912" y="1063858"/>
                  </a:moveTo>
                  <a:lnTo>
                    <a:pt x="1312734" y="1114324"/>
                  </a:lnTo>
                  <a:lnTo>
                    <a:pt x="1314401" y="1050225"/>
                  </a:lnTo>
                  <a:close/>
                  <a:moveTo>
                    <a:pt x="1274912" y="1063858"/>
                  </a:moveTo>
                  <a:lnTo>
                    <a:pt x="1309595" y="1115395"/>
                  </a:lnTo>
                  <a:lnTo>
                    <a:pt x="1312734" y="1114324"/>
                  </a:lnTo>
                  <a:close/>
                  <a:moveTo>
                    <a:pt x="1312734" y="1114324"/>
                  </a:moveTo>
                  <a:lnTo>
                    <a:pt x="1360694" y="1050572"/>
                  </a:lnTo>
                  <a:lnTo>
                    <a:pt x="1314401" y="1050225"/>
                  </a:lnTo>
                  <a:close/>
                  <a:moveTo>
                    <a:pt x="1365924" y="1109063"/>
                  </a:moveTo>
                  <a:lnTo>
                    <a:pt x="1417735" y="1042181"/>
                  </a:lnTo>
                  <a:lnTo>
                    <a:pt x="1360694" y="1050572"/>
                  </a:lnTo>
                  <a:close/>
                  <a:moveTo>
                    <a:pt x="1300123" y="999091"/>
                  </a:moveTo>
                  <a:lnTo>
                    <a:pt x="1360694" y="1050572"/>
                  </a:lnTo>
                  <a:lnTo>
                    <a:pt x="1301674" y="1012321"/>
                  </a:lnTo>
                  <a:close/>
                  <a:moveTo>
                    <a:pt x="1266688" y="960785"/>
                  </a:moveTo>
                  <a:lnTo>
                    <a:pt x="1300123" y="999091"/>
                  </a:lnTo>
                  <a:lnTo>
                    <a:pt x="1277888" y="954424"/>
                  </a:lnTo>
                  <a:close/>
                  <a:moveTo>
                    <a:pt x="1276126" y="885154"/>
                  </a:moveTo>
                  <a:lnTo>
                    <a:pt x="1277888" y="954424"/>
                  </a:lnTo>
                  <a:lnTo>
                    <a:pt x="1291841" y="907305"/>
                  </a:lnTo>
                  <a:close/>
                  <a:moveTo>
                    <a:pt x="1266688" y="960785"/>
                  </a:moveTo>
                  <a:lnTo>
                    <a:pt x="1277888" y="954424"/>
                  </a:lnTo>
                  <a:lnTo>
                    <a:pt x="1276126" y="885154"/>
                  </a:lnTo>
                  <a:close/>
                  <a:moveTo>
                    <a:pt x="1222817" y="909248"/>
                  </a:moveTo>
                  <a:lnTo>
                    <a:pt x="1266688" y="960785"/>
                  </a:lnTo>
                  <a:lnTo>
                    <a:pt x="1276126" y="885154"/>
                  </a:lnTo>
                  <a:close/>
                  <a:moveTo>
                    <a:pt x="1308295" y="885154"/>
                  </a:moveTo>
                  <a:lnTo>
                    <a:pt x="1291841" y="907305"/>
                  </a:lnTo>
                  <a:lnTo>
                    <a:pt x="1328684" y="888367"/>
                  </a:lnTo>
                  <a:close/>
                  <a:moveTo>
                    <a:pt x="1328684" y="888367"/>
                  </a:moveTo>
                  <a:lnTo>
                    <a:pt x="1291841" y="907305"/>
                  </a:lnTo>
                  <a:lnTo>
                    <a:pt x="1277888" y="954424"/>
                  </a:lnTo>
                  <a:close/>
                  <a:moveTo>
                    <a:pt x="1109589" y="754638"/>
                  </a:moveTo>
                  <a:lnTo>
                    <a:pt x="1153425" y="739145"/>
                  </a:lnTo>
                  <a:lnTo>
                    <a:pt x="1139393" y="740082"/>
                  </a:lnTo>
                  <a:close/>
                  <a:moveTo>
                    <a:pt x="1122802" y="806175"/>
                  </a:moveTo>
                  <a:lnTo>
                    <a:pt x="1128450" y="782081"/>
                  </a:lnTo>
                  <a:lnTo>
                    <a:pt x="1109589" y="754638"/>
                  </a:lnTo>
                  <a:close/>
                  <a:moveTo>
                    <a:pt x="1139393" y="740082"/>
                  </a:moveTo>
                  <a:lnTo>
                    <a:pt x="1153425" y="739145"/>
                  </a:lnTo>
                  <a:lnTo>
                    <a:pt x="1200485" y="740418"/>
                  </a:lnTo>
                  <a:close/>
                  <a:moveTo>
                    <a:pt x="913522" y="496050"/>
                  </a:moveTo>
                  <a:lnTo>
                    <a:pt x="909099" y="496955"/>
                  </a:lnTo>
                  <a:lnTo>
                    <a:pt x="954522" y="519511"/>
                  </a:lnTo>
                  <a:close/>
                  <a:moveTo>
                    <a:pt x="954522" y="519511"/>
                  </a:moveTo>
                  <a:lnTo>
                    <a:pt x="871523" y="518767"/>
                  </a:lnTo>
                  <a:lnTo>
                    <a:pt x="944208" y="524398"/>
                  </a:lnTo>
                  <a:close/>
                  <a:moveTo>
                    <a:pt x="913522" y="496050"/>
                  </a:moveTo>
                  <a:lnTo>
                    <a:pt x="954522" y="519511"/>
                  </a:lnTo>
                  <a:lnTo>
                    <a:pt x="962126" y="524398"/>
                  </a:lnTo>
                  <a:close/>
                  <a:moveTo>
                    <a:pt x="1324806" y="936691"/>
                  </a:moveTo>
                  <a:lnTo>
                    <a:pt x="1339976" y="988227"/>
                  </a:lnTo>
                  <a:lnTo>
                    <a:pt x="1377445" y="964134"/>
                  </a:lnTo>
                  <a:close/>
                  <a:moveTo>
                    <a:pt x="1324806" y="936691"/>
                  </a:moveTo>
                  <a:lnTo>
                    <a:pt x="1377445" y="964134"/>
                  </a:lnTo>
                  <a:lnTo>
                    <a:pt x="1359336" y="912597"/>
                  </a:lnTo>
                  <a:close/>
                  <a:moveTo>
                    <a:pt x="1291841" y="907305"/>
                  </a:moveTo>
                  <a:lnTo>
                    <a:pt x="1308295" y="885154"/>
                  </a:lnTo>
                  <a:lnTo>
                    <a:pt x="1290977" y="881040"/>
                  </a:lnTo>
                  <a:close/>
                  <a:moveTo>
                    <a:pt x="1416824" y="890341"/>
                  </a:moveTo>
                  <a:lnTo>
                    <a:pt x="1339360" y="910293"/>
                  </a:lnTo>
                  <a:lnTo>
                    <a:pt x="1369577" y="888371"/>
                  </a:lnTo>
                  <a:close/>
                  <a:moveTo>
                    <a:pt x="1276126" y="885154"/>
                  </a:moveTo>
                  <a:lnTo>
                    <a:pt x="1291841" y="907305"/>
                  </a:lnTo>
                  <a:lnTo>
                    <a:pt x="1290977" y="881040"/>
                  </a:lnTo>
                  <a:close/>
                  <a:moveTo>
                    <a:pt x="1153425" y="739145"/>
                  </a:moveTo>
                  <a:lnTo>
                    <a:pt x="1186796" y="764287"/>
                  </a:lnTo>
                  <a:lnTo>
                    <a:pt x="1229179" y="757987"/>
                  </a:lnTo>
                  <a:close/>
                  <a:moveTo>
                    <a:pt x="1237263" y="743023"/>
                  </a:moveTo>
                  <a:lnTo>
                    <a:pt x="1153425" y="739145"/>
                  </a:lnTo>
                  <a:lnTo>
                    <a:pt x="1229179" y="757987"/>
                  </a:lnTo>
                  <a:close/>
                  <a:moveTo>
                    <a:pt x="1200485" y="740418"/>
                  </a:moveTo>
                  <a:lnTo>
                    <a:pt x="1153425" y="739145"/>
                  </a:lnTo>
                  <a:lnTo>
                    <a:pt x="1237263" y="743023"/>
                  </a:lnTo>
                  <a:close/>
                  <a:moveTo>
                    <a:pt x="1287798" y="757291"/>
                  </a:moveTo>
                  <a:lnTo>
                    <a:pt x="1207592" y="730545"/>
                  </a:lnTo>
                  <a:lnTo>
                    <a:pt x="1200485" y="740418"/>
                  </a:lnTo>
                  <a:close/>
                  <a:moveTo>
                    <a:pt x="1287798" y="757291"/>
                  </a:moveTo>
                  <a:lnTo>
                    <a:pt x="1200485" y="740418"/>
                  </a:lnTo>
                  <a:lnTo>
                    <a:pt x="1237263" y="743023"/>
                  </a:lnTo>
                  <a:close/>
                  <a:moveTo>
                    <a:pt x="954522" y="519511"/>
                  </a:moveTo>
                  <a:lnTo>
                    <a:pt x="944208" y="524398"/>
                  </a:lnTo>
                  <a:lnTo>
                    <a:pt x="958012" y="522624"/>
                  </a:lnTo>
                  <a:close/>
                  <a:moveTo>
                    <a:pt x="958012" y="522624"/>
                  </a:moveTo>
                  <a:lnTo>
                    <a:pt x="962126" y="524398"/>
                  </a:lnTo>
                  <a:lnTo>
                    <a:pt x="954522" y="519511"/>
                  </a:lnTo>
                  <a:close/>
                  <a:moveTo>
                    <a:pt x="1006415" y="472861"/>
                  </a:moveTo>
                  <a:lnTo>
                    <a:pt x="1042617" y="500304"/>
                  </a:lnTo>
                  <a:lnTo>
                    <a:pt x="1030172" y="448768"/>
                  </a:lnTo>
                  <a:close/>
                  <a:moveTo>
                    <a:pt x="1445988" y="864484"/>
                  </a:moveTo>
                  <a:lnTo>
                    <a:pt x="1369577" y="888371"/>
                  </a:lnTo>
                  <a:lnTo>
                    <a:pt x="1398031" y="859855"/>
                  </a:lnTo>
                  <a:close/>
                  <a:moveTo>
                    <a:pt x="1478915" y="866957"/>
                  </a:moveTo>
                  <a:lnTo>
                    <a:pt x="1491926" y="861558"/>
                  </a:lnTo>
                  <a:lnTo>
                    <a:pt x="1445988" y="864484"/>
                  </a:lnTo>
                  <a:close/>
                  <a:moveTo>
                    <a:pt x="1039481" y="321601"/>
                  </a:moveTo>
                  <a:lnTo>
                    <a:pt x="1051647" y="373137"/>
                  </a:lnTo>
                  <a:lnTo>
                    <a:pt x="1077028" y="349043"/>
                  </a:lnTo>
                  <a:close/>
                  <a:moveTo>
                    <a:pt x="1050649" y="245970"/>
                  </a:moveTo>
                  <a:lnTo>
                    <a:pt x="1059653" y="264985"/>
                  </a:lnTo>
                  <a:lnTo>
                    <a:pt x="1039481" y="321601"/>
                  </a:lnTo>
                  <a:close/>
                  <a:moveTo>
                    <a:pt x="1323392" y="485672"/>
                  </a:moveTo>
                  <a:lnTo>
                    <a:pt x="1304523" y="493570"/>
                  </a:lnTo>
                  <a:lnTo>
                    <a:pt x="1281087" y="503653"/>
                  </a:lnTo>
                  <a:close/>
                  <a:moveTo>
                    <a:pt x="1313141" y="503653"/>
                  </a:moveTo>
                  <a:lnTo>
                    <a:pt x="1304523" y="493570"/>
                  </a:lnTo>
                  <a:lnTo>
                    <a:pt x="1344225" y="523784"/>
                  </a:lnTo>
                  <a:close/>
                  <a:moveTo>
                    <a:pt x="1344225" y="523784"/>
                  </a:moveTo>
                  <a:lnTo>
                    <a:pt x="1304523" y="493570"/>
                  </a:lnTo>
                  <a:lnTo>
                    <a:pt x="1323392" y="485672"/>
                  </a:lnTo>
                  <a:close/>
                  <a:moveTo>
                    <a:pt x="1334249" y="479559"/>
                  </a:moveTo>
                  <a:lnTo>
                    <a:pt x="1346044" y="497797"/>
                  </a:lnTo>
                  <a:lnTo>
                    <a:pt x="1344225" y="523784"/>
                  </a:lnTo>
                  <a:close/>
                  <a:moveTo>
                    <a:pt x="1323392" y="485672"/>
                  </a:moveTo>
                  <a:lnTo>
                    <a:pt x="1334249" y="479559"/>
                  </a:lnTo>
                  <a:lnTo>
                    <a:pt x="1344225" y="523784"/>
                  </a:lnTo>
                  <a:close/>
                  <a:moveTo>
                    <a:pt x="1241726" y="489910"/>
                  </a:moveTo>
                  <a:lnTo>
                    <a:pt x="1304523" y="493570"/>
                  </a:lnTo>
                  <a:lnTo>
                    <a:pt x="1318660" y="467977"/>
                  </a:lnTo>
                  <a:close/>
                  <a:moveTo>
                    <a:pt x="1105408" y="194696"/>
                  </a:moveTo>
                  <a:lnTo>
                    <a:pt x="1074139" y="212687"/>
                  </a:lnTo>
                  <a:lnTo>
                    <a:pt x="1050649" y="245970"/>
                  </a:lnTo>
                  <a:close/>
                  <a:moveTo>
                    <a:pt x="1352961" y="286648"/>
                  </a:moveTo>
                  <a:lnTo>
                    <a:pt x="1268027" y="273413"/>
                  </a:lnTo>
                  <a:lnTo>
                    <a:pt x="1270924" y="289501"/>
                  </a:lnTo>
                  <a:close/>
                  <a:moveTo>
                    <a:pt x="1149931" y="186480"/>
                  </a:moveTo>
                  <a:lnTo>
                    <a:pt x="1105408" y="194696"/>
                  </a:lnTo>
                  <a:lnTo>
                    <a:pt x="1181941" y="171262"/>
                  </a:lnTo>
                  <a:close/>
                  <a:moveTo>
                    <a:pt x="1181941" y="171262"/>
                  </a:moveTo>
                  <a:lnTo>
                    <a:pt x="1212417" y="146245"/>
                  </a:lnTo>
                  <a:lnTo>
                    <a:pt x="1214501" y="152317"/>
                  </a:lnTo>
                  <a:close/>
                  <a:moveTo>
                    <a:pt x="1219142" y="135673"/>
                  </a:moveTo>
                  <a:lnTo>
                    <a:pt x="1214501" y="152317"/>
                  </a:lnTo>
                  <a:lnTo>
                    <a:pt x="1212417" y="146245"/>
                  </a:lnTo>
                  <a:close/>
                  <a:moveTo>
                    <a:pt x="1431947" y="272389"/>
                  </a:moveTo>
                  <a:lnTo>
                    <a:pt x="1391406" y="255710"/>
                  </a:lnTo>
                  <a:lnTo>
                    <a:pt x="1352961" y="286648"/>
                  </a:lnTo>
                  <a:close/>
                  <a:moveTo>
                    <a:pt x="1219142" y="135673"/>
                  </a:moveTo>
                  <a:lnTo>
                    <a:pt x="1245418" y="127182"/>
                  </a:lnTo>
                  <a:lnTo>
                    <a:pt x="1242098" y="94709"/>
                  </a:lnTo>
                  <a:close/>
                  <a:moveTo>
                    <a:pt x="1242098" y="94709"/>
                  </a:moveTo>
                  <a:lnTo>
                    <a:pt x="1245418" y="127182"/>
                  </a:lnTo>
                  <a:lnTo>
                    <a:pt x="1252665" y="122152"/>
                  </a:lnTo>
                  <a:close/>
                  <a:moveTo>
                    <a:pt x="1242098" y="94709"/>
                  </a:moveTo>
                  <a:lnTo>
                    <a:pt x="1252665" y="122152"/>
                  </a:lnTo>
                  <a:lnTo>
                    <a:pt x="1249561" y="70615"/>
                  </a:lnTo>
                  <a:close/>
                  <a:moveTo>
                    <a:pt x="1506704" y="242314"/>
                  </a:moveTo>
                  <a:lnTo>
                    <a:pt x="1469419" y="237810"/>
                  </a:lnTo>
                  <a:lnTo>
                    <a:pt x="1431947" y="272389"/>
                  </a:lnTo>
                  <a:close/>
                  <a:moveTo>
                    <a:pt x="1349268" y="3042"/>
                  </a:moveTo>
                  <a:lnTo>
                    <a:pt x="1274543" y="33231"/>
                  </a:lnTo>
                  <a:lnTo>
                    <a:pt x="1309008" y="27192"/>
                  </a:lnTo>
                  <a:close/>
                  <a:moveTo>
                    <a:pt x="1431255" y="0"/>
                  </a:moveTo>
                  <a:lnTo>
                    <a:pt x="1395176" y="7"/>
                  </a:lnTo>
                  <a:lnTo>
                    <a:pt x="1349268" y="3042"/>
                  </a:lnTo>
                  <a:close/>
                  <a:moveTo>
                    <a:pt x="1431255" y="0"/>
                  </a:moveTo>
                  <a:lnTo>
                    <a:pt x="1349268" y="3042"/>
                  </a:lnTo>
                  <a:lnTo>
                    <a:pt x="1388947" y="16495"/>
                  </a:lnTo>
                  <a:close/>
                  <a:moveTo>
                    <a:pt x="1480021" y="7650"/>
                  </a:moveTo>
                  <a:lnTo>
                    <a:pt x="1395176" y="7"/>
                  </a:lnTo>
                  <a:lnTo>
                    <a:pt x="1431255" y="0"/>
                  </a:lnTo>
                  <a:close/>
                  <a:moveTo>
                    <a:pt x="1700861" y="256016"/>
                  </a:moveTo>
                  <a:lnTo>
                    <a:pt x="1716477" y="232790"/>
                  </a:lnTo>
                  <a:lnTo>
                    <a:pt x="1670231" y="260681"/>
                  </a:lnTo>
                  <a:close/>
                  <a:moveTo>
                    <a:pt x="1670231" y="260681"/>
                  </a:moveTo>
                  <a:lnTo>
                    <a:pt x="1716477" y="232790"/>
                  </a:lnTo>
                  <a:lnTo>
                    <a:pt x="1701318" y="210647"/>
                  </a:lnTo>
                  <a:close/>
                  <a:moveTo>
                    <a:pt x="1528811" y="111460"/>
                  </a:moveTo>
                  <a:lnTo>
                    <a:pt x="1582744" y="105596"/>
                  </a:lnTo>
                  <a:lnTo>
                    <a:pt x="1566142" y="56350"/>
                  </a:lnTo>
                  <a:close/>
                  <a:moveTo>
                    <a:pt x="1528811" y="111460"/>
                  </a:moveTo>
                  <a:lnTo>
                    <a:pt x="1566142" y="56350"/>
                  </a:lnTo>
                  <a:lnTo>
                    <a:pt x="1518264" y="57292"/>
                  </a:lnTo>
                  <a:close/>
                  <a:moveTo>
                    <a:pt x="1582744" y="105596"/>
                  </a:moveTo>
                  <a:lnTo>
                    <a:pt x="1613657" y="55703"/>
                  </a:lnTo>
                  <a:lnTo>
                    <a:pt x="1566142" y="56350"/>
                  </a:lnTo>
                  <a:close/>
                  <a:moveTo>
                    <a:pt x="1469153" y="59237"/>
                  </a:moveTo>
                  <a:lnTo>
                    <a:pt x="1518264" y="57292"/>
                  </a:lnTo>
                  <a:lnTo>
                    <a:pt x="1490870" y="16820"/>
                  </a:lnTo>
                  <a:close/>
                  <a:moveTo>
                    <a:pt x="1469153" y="59237"/>
                  </a:moveTo>
                  <a:lnTo>
                    <a:pt x="1490870" y="16820"/>
                  </a:lnTo>
                  <a:lnTo>
                    <a:pt x="1448331" y="13421"/>
                  </a:lnTo>
                  <a:close/>
                  <a:moveTo>
                    <a:pt x="1518264" y="57292"/>
                  </a:moveTo>
                  <a:lnTo>
                    <a:pt x="1566142" y="56350"/>
                  </a:lnTo>
                  <a:lnTo>
                    <a:pt x="1534908" y="19000"/>
                  </a:lnTo>
                  <a:close/>
                  <a:moveTo>
                    <a:pt x="1518264" y="57292"/>
                  </a:moveTo>
                  <a:lnTo>
                    <a:pt x="1534908" y="19000"/>
                  </a:lnTo>
                  <a:lnTo>
                    <a:pt x="1490870" y="16820"/>
                  </a:lnTo>
                  <a:close/>
                  <a:moveTo>
                    <a:pt x="1392924" y="20484"/>
                  </a:moveTo>
                  <a:lnTo>
                    <a:pt x="1448331" y="13421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80021" y="7650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90870" y="16820"/>
                  </a:lnTo>
                  <a:lnTo>
                    <a:pt x="1480021" y="7650"/>
                  </a:lnTo>
                  <a:close/>
                  <a:moveTo>
                    <a:pt x="1729825" y="250214"/>
                  </a:moveTo>
                  <a:lnTo>
                    <a:pt x="1759785" y="220033"/>
                  </a:lnTo>
                  <a:lnTo>
                    <a:pt x="1716477" y="2327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8" name="Output_density__4297">
              <a:extLst>
                <a:ext uri="{FF2B5EF4-FFF2-40B4-BE49-F238E27FC236}">
                  <a16:creationId xmlns:a16="http://schemas.microsoft.com/office/drawing/2014/main" id="{E87A0449-8558-7F1B-1CD8-04611E5CE692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393692"/>
              <a:ext cx="1779582" cy="1307729"/>
            </a:xfrm>
            <a:custGeom>
              <a:avLst/>
              <a:gdLst/>
              <a:ahLst/>
              <a:cxnLst/>
              <a:rect l="0" t="0" r="0" b="0"/>
              <a:pathLst>
                <a:path w="1779582" h="1307729">
                  <a:moveTo>
                    <a:pt x="432096" y="1245342"/>
                  </a:moveTo>
                  <a:lnTo>
                    <a:pt x="399842" y="1259650"/>
                  </a:lnTo>
                  <a:lnTo>
                    <a:pt x="483857" y="1264190"/>
                  </a:lnTo>
                  <a:close/>
                  <a:moveTo>
                    <a:pt x="86361" y="873031"/>
                  </a:moveTo>
                  <a:lnTo>
                    <a:pt x="121216" y="916182"/>
                  </a:lnTo>
                  <a:lnTo>
                    <a:pt x="107066" y="903491"/>
                  </a:lnTo>
                  <a:close/>
                  <a:moveTo>
                    <a:pt x="112215" y="888739"/>
                  </a:moveTo>
                  <a:lnTo>
                    <a:pt x="86361" y="873031"/>
                  </a:lnTo>
                  <a:lnTo>
                    <a:pt x="58171" y="833206"/>
                  </a:lnTo>
                  <a:close/>
                  <a:moveTo>
                    <a:pt x="16393" y="813109"/>
                  </a:moveTo>
                  <a:lnTo>
                    <a:pt x="0" y="812766"/>
                  </a:lnTo>
                  <a:lnTo>
                    <a:pt x="24699" y="822436"/>
                  </a:lnTo>
                  <a:close/>
                  <a:moveTo>
                    <a:pt x="0" y="812766"/>
                  </a:moveTo>
                  <a:lnTo>
                    <a:pt x="52127" y="832984"/>
                  </a:lnTo>
                  <a:lnTo>
                    <a:pt x="24699" y="822436"/>
                  </a:lnTo>
                  <a:close/>
                  <a:moveTo>
                    <a:pt x="52127" y="832984"/>
                  </a:moveTo>
                  <a:lnTo>
                    <a:pt x="58171" y="833206"/>
                  </a:lnTo>
                  <a:lnTo>
                    <a:pt x="24699" y="822436"/>
                  </a:lnTo>
                  <a:close/>
                  <a:moveTo>
                    <a:pt x="73305" y="864645"/>
                  </a:moveTo>
                  <a:lnTo>
                    <a:pt x="86361" y="873031"/>
                  </a:lnTo>
                  <a:lnTo>
                    <a:pt x="107066" y="903491"/>
                  </a:lnTo>
                  <a:close/>
                  <a:moveTo>
                    <a:pt x="86361" y="873031"/>
                  </a:moveTo>
                  <a:lnTo>
                    <a:pt x="73305" y="864645"/>
                  </a:lnTo>
                  <a:lnTo>
                    <a:pt x="24699" y="822436"/>
                  </a:lnTo>
                  <a:close/>
                  <a:moveTo>
                    <a:pt x="58171" y="833206"/>
                  </a:moveTo>
                  <a:lnTo>
                    <a:pt x="86361" y="873031"/>
                  </a:lnTo>
                  <a:lnTo>
                    <a:pt x="24699" y="822436"/>
                  </a:lnTo>
                  <a:close/>
                  <a:moveTo>
                    <a:pt x="483857" y="1264190"/>
                  </a:moveTo>
                  <a:lnTo>
                    <a:pt x="514854" y="1245183"/>
                  </a:lnTo>
                  <a:lnTo>
                    <a:pt x="432096" y="1245342"/>
                  </a:lnTo>
                  <a:close/>
                  <a:moveTo>
                    <a:pt x="211119" y="808276"/>
                  </a:moveTo>
                  <a:lnTo>
                    <a:pt x="190688" y="801437"/>
                  </a:lnTo>
                  <a:lnTo>
                    <a:pt x="175133" y="789015"/>
                  </a:lnTo>
                  <a:close/>
                  <a:moveTo>
                    <a:pt x="514854" y="1245183"/>
                  </a:moveTo>
                  <a:lnTo>
                    <a:pt x="560231" y="1240163"/>
                  </a:lnTo>
                  <a:lnTo>
                    <a:pt x="585502" y="1199746"/>
                  </a:lnTo>
                  <a:close/>
                  <a:moveTo>
                    <a:pt x="826696" y="1307729"/>
                  </a:moveTo>
                  <a:lnTo>
                    <a:pt x="784953" y="1286534"/>
                  </a:lnTo>
                  <a:lnTo>
                    <a:pt x="752584" y="1300410"/>
                  </a:lnTo>
                  <a:close/>
                  <a:moveTo>
                    <a:pt x="706433" y="1302534"/>
                  </a:moveTo>
                  <a:lnTo>
                    <a:pt x="752584" y="1300410"/>
                  </a:lnTo>
                  <a:lnTo>
                    <a:pt x="784953" y="1286534"/>
                  </a:lnTo>
                  <a:close/>
                  <a:moveTo>
                    <a:pt x="430876" y="919530"/>
                  </a:moveTo>
                  <a:lnTo>
                    <a:pt x="448399" y="895437"/>
                  </a:lnTo>
                  <a:lnTo>
                    <a:pt x="416872" y="918623"/>
                  </a:lnTo>
                  <a:close/>
                  <a:moveTo>
                    <a:pt x="795497" y="1115538"/>
                  </a:moveTo>
                  <a:lnTo>
                    <a:pt x="786849" y="1158720"/>
                  </a:lnTo>
                  <a:lnTo>
                    <a:pt x="815132" y="1129026"/>
                  </a:lnTo>
                  <a:close/>
                  <a:moveTo>
                    <a:pt x="795497" y="1115538"/>
                  </a:moveTo>
                  <a:lnTo>
                    <a:pt x="815132" y="1129026"/>
                  </a:lnTo>
                  <a:lnTo>
                    <a:pt x="803755" y="1087028"/>
                  </a:lnTo>
                  <a:close/>
                  <a:moveTo>
                    <a:pt x="585496" y="871343"/>
                  </a:moveTo>
                  <a:lnTo>
                    <a:pt x="592206" y="915892"/>
                  </a:lnTo>
                  <a:lnTo>
                    <a:pt x="597946" y="922879"/>
                  </a:lnTo>
                  <a:close/>
                  <a:moveTo>
                    <a:pt x="379797" y="613660"/>
                  </a:moveTo>
                  <a:lnTo>
                    <a:pt x="412383" y="632040"/>
                  </a:lnTo>
                  <a:lnTo>
                    <a:pt x="429154" y="596029"/>
                  </a:lnTo>
                  <a:close/>
                  <a:moveTo>
                    <a:pt x="429154" y="596029"/>
                  </a:moveTo>
                  <a:lnTo>
                    <a:pt x="401799" y="592465"/>
                  </a:lnTo>
                  <a:lnTo>
                    <a:pt x="379797" y="613660"/>
                  </a:lnTo>
                  <a:close/>
                  <a:moveTo>
                    <a:pt x="423783" y="589566"/>
                  </a:moveTo>
                  <a:lnTo>
                    <a:pt x="373660" y="562123"/>
                  </a:lnTo>
                  <a:lnTo>
                    <a:pt x="422380" y="538029"/>
                  </a:lnTo>
                  <a:close/>
                  <a:moveTo>
                    <a:pt x="404203" y="490827"/>
                  </a:moveTo>
                  <a:lnTo>
                    <a:pt x="423852" y="538029"/>
                  </a:lnTo>
                  <a:lnTo>
                    <a:pt x="422220" y="533917"/>
                  </a:lnTo>
                  <a:close/>
                  <a:moveTo>
                    <a:pt x="865966" y="1033487"/>
                  </a:moveTo>
                  <a:lnTo>
                    <a:pt x="803755" y="1087028"/>
                  </a:lnTo>
                  <a:lnTo>
                    <a:pt x="850195" y="1085985"/>
                  </a:lnTo>
                  <a:close/>
                  <a:moveTo>
                    <a:pt x="898321" y="1045165"/>
                  </a:moveTo>
                  <a:lnTo>
                    <a:pt x="865966" y="1033487"/>
                  </a:lnTo>
                  <a:lnTo>
                    <a:pt x="850195" y="1085985"/>
                  </a:lnTo>
                  <a:close/>
                  <a:moveTo>
                    <a:pt x="608581" y="706660"/>
                  </a:moveTo>
                  <a:lnTo>
                    <a:pt x="593677" y="692639"/>
                  </a:lnTo>
                  <a:lnTo>
                    <a:pt x="607486" y="668545"/>
                  </a:lnTo>
                  <a:close/>
                  <a:moveTo>
                    <a:pt x="593677" y="692639"/>
                  </a:moveTo>
                  <a:lnTo>
                    <a:pt x="601763" y="617009"/>
                  </a:lnTo>
                  <a:lnTo>
                    <a:pt x="607486" y="668545"/>
                  </a:lnTo>
                  <a:close/>
                  <a:moveTo>
                    <a:pt x="425136" y="513935"/>
                  </a:moveTo>
                  <a:lnTo>
                    <a:pt x="422380" y="538029"/>
                  </a:lnTo>
                  <a:lnTo>
                    <a:pt x="445905" y="487571"/>
                  </a:lnTo>
                  <a:close/>
                  <a:moveTo>
                    <a:pt x="422380" y="538029"/>
                  </a:moveTo>
                  <a:lnTo>
                    <a:pt x="422220" y="533917"/>
                  </a:lnTo>
                  <a:lnTo>
                    <a:pt x="445905" y="487571"/>
                  </a:lnTo>
                  <a:close/>
                  <a:moveTo>
                    <a:pt x="461075" y="513935"/>
                  </a:moveTo>
                  <a:lnTo>
                    <a:pt x="445905" y="487571"/>
                  </a:lnTo>
                  <a:lnTo>
                    <a:pt x="422220" y="533917"/>
                  </a:lnTo>
                  <a:close/>
                  <a:moveTo>
                    <a:pt x="857676" y="977484"/>
                  </a:moveTo>
                  <a:lnTo>
                    <a:pt x="922784" y="1025278"/>
                  </a:lnTo>
                  <a:lnTo>
                    <a:pt x="874968" y="1026169"/>
                  </a:lnTo>
                  <a:close/>
                  <a:moveTo>
                    <a:pt x="622878" y="615224"/>
                  </a:moveTo>
                  <a:lnTo>
                    <a:pt x="650223" y="655736"/>
                  </a:lnTo>
                  <a:lnTo>
                    <a:pt x="616241" y="640177"/>
                  </a:lnTo>
                  <a:close/>
                  <a:moveTo>
                    <a:pt x="936261" y="763349"/>
                  </a:moveTo>
                  <a:lnTo>
                    <a:pt x="937303" y="825245"/>
                  </a:lnTo>
                  <a:lnTo>
                    <a:pt x="980352" y="765487"/>
                  </a:lnTo>
                  <a:close/>
                  <a:moveTo>
                    <a:pt x="1044457" y="750873"/>
                  </a:moveTo>
                  <a:lnTo>
                    <a:pt x="980352" y="765487"/>
                  </a:lnTo>
                  <a:lnTo>
                    <a:pt x="975745" y="801342"/>
                  </a:lnTo>
                  <a:close/>
                  <a:moveTo>
                    <a:pt x="877151" y="647937"/>
                  </a:moveTo>
                  <a:lnTo>
                    <a:pt x="898750" y="688147"/>
                  </a:lnTo>
                  <a:lnTo>
                    <a:pt x="883195" y="671894"/>
                  </a:lnTo>
                  <a:close/>
                  <a:moveTo>
                    <a:pt x="877151" y="647937"/>
                  </a:moveTo>
                  <a:lnTo>
                    <a:pt x="883195" y="671894"/>
                  </a:lnTo>
                  <a:lnTo>
                    <a:pt x="877283" y="647665"/>
                  </a:lnTo>
                  <a:close/>
                  <a:moveTo>
                    <a:pt x="1335936" y="869953"/>
                  </a:moveTo>
                  <a:lnTo>
                    <a:pt x="1366172" y="867944"/>
                  </a:lnTo>
                  <a:lnTo>
                    <a:pt x="1390272" y="898430"/>
                  </a:lnTo>
                  <a:close/>
                  <a:moveTo>
                    <a:pt x="1173851" y="722122"/>
                  </a:moveTo>
                  <a:lnTo>
                    <a:pt x="1243678" y="702685"/>
                  </a:lnTo>
                  <a:lnTo>
                    <a:pt x="1195400" y="693865"/>
                  </a:lnTo>
                  <a:close/>
                  <a:moveTo>
                    <a:pt x="1419541" y="872962"/>
                  </a:moveTo>
                  <a:lnTo>
                    <a:pt x="1390272" y="898430"/>
                  </a:lnTo>
                  <a:lnTo>
                    <a:pt x="1466783" y="874916"/>
                  </a:lnTo>
                  <a:close/>
                  <a:moveTo>
                    <a:pt x="1219415" y="648756"/>
                  </a:moveTo>
                  <a:lnTo>
                    <a:pt x="1160024" y="702685"/>
                  </a:lnTo>
                  <a:lnTo>
                    <a:pt x="1195400" y="693865"/>
                  </a:lnTo>
                  <a:close/>
                  <a:moveTo>
                    <a:pt x="1057485" y="527580"/>
                  </a:moveTo>
                  <a:lnTo>
                    <a:pt x="1068107" y="548075"/>
                  </a:lnTo>
                  <a:lnTo>
                    <a:pt x="1076881" y="536764"/>
                  </a:lnTo>
                  <a:close/>
                  <a:moveTo>
                    <a:pt x="1183041" y="575518"/>
                  </a:moveTo>
                  <a:lnTo>
                    <a:pt x="1131506" y="593079"/>
                  </a:lnTo>
                  <a:lnTo>
                    <a:pt x="1194705" y="556367"/>
                  </a:lnTo>
                  <a:close/>
                  <a:moveTo>
                    <a:pt x="1511983" y="884738"/>
                  </a:moveTo>
                  <a:lnTo>
                    <a:pt x="1518210" y="883046"/>
                  </a:lnTo>
                  <a:lnTo>
                    <a:pt x="1466783" y="874916"/>
                  </a:lnTo>
                  <a:close/>
                  <a:moveTo>
                    <a:pt x="1466783" y="874916"/>
                  </a:moveTo>
                  <a:lnTo>
                    <a:pt x="1518210" y="883046"/>
                  </a:lnTo>
                  <a:lnTo>
                    <a:pt x="1541577" y="844983"/>
                  </a:lnTo>
                  <a:close/>
                  <a:moveTo>
                    <a:pt x="1466783" y="874916"/>
                  </a:moveTo>
                  <a:lnTo>
                    <a:pt x="1541577" y="844983"/>
                  </a:lnTo>
                  <a:lnTo>
                    <a:pt x="1498027" y="856833"/>
                  </a:lnTo>
                  <a:close/>
                  <a:moveTo>
                    <a:pt x="1419541" y="872962"/>
                  </a:moveTo>
                  <a:lnTo>
                    <a:pt x="1466783" y="874916"/>
                  </a:lnTo>
                  <a:lnTo>
                    <a:pt x="1498027" y="856833"/>
                  </a:lnTo>
                  <a:close/>
                  <a:moveTo>
                    <a:pt x="1548162" y="795953"/>
                  </a:moveTo>
                  <a:lnTo>
                    <a:pt x="1498027" y="856833"/>
                  </a:lnTo>
                  <a:lnTo>
                    <a:pt x="1541577" y="844983"/>
                  </a:lnTo>
                  <a:close/>
                  <a:moveTo>
                    <a:pt x="1349531" y="278805"/>
                  </a:moveTo>
                  <a:lnTo>
                    <a:pt x="1356185" y="336138"/>
                  </a:lnTo>
                  <a:lnTo>
                    <a:pt x="1376849" y="348626"/>
                  </a:lnTo>
                  <a:close/>
                  <a:moveTo>
                    <a:pt x="1238605" y="141127"/>
                  </a:moveTo>
                  <a:lnTo>
                    <a:pt x="1259602" y="84731"/>
                  </a:lnTo>
                  <a:lnTo>
                    <a:pt x="1193247" y="78924"/>
                  </a:lnTo>
                  <a:close/>
                  <a:moveTo>
                    <a:pt x="1437628" y="18662"/>
                  </a:moveTo>
                  <a:lnTo>
                    <a:pt x="1456363" y="26559"/>
                  </a:lnTo>
                  <a:lnTo>
                    <a:pt x="1430486" y="0"/>
                  </a:lnTo>
                  <a:close/>
                  <a:moveTo>
                    <a:pt x="1769092" y="165602"/>
                  </a:moveTo>
                  <a:lnTo>
                    <a:pt x="1779582" y="228157"/>
                  </a:lnTo>
                  <a:lnTo>
                    <a:pt x="1779425" y="176621"/>
                  </a:lnTo>
                  <a:close/>
                  <a:moveTo>
                    <a:pt x="1769092" y="165602"/>
                  </a:moveTo>
                  <a:lnTo>
                    <a:pt x="1775566" y="223081"/>
                  </a:lnTo>
                  <a:lnTo>
                    <a:pt x="1779582" y="228157"/>
                  </a:lnTo>
                  <a:close/>
                  <a:moveTo>
                    <a:pt x="1750949" y="117608"/>
                  </a:moveTo>
                  <a:lnTo>
                    <a:pt x="1779425" y="176621"/>
                  </a:lnTo>
                  <a:lnTo>
                    <a:pt x="1758126" y="12508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99" name="Output_density__4298">
              <a:extLst>
                <a:ext uri="{FF2B5EF4-FFF2-40B4-BE49-F238E27FC236}">
                  <a16:creationId xmlns:a16="http://schemas.microsoft.com/office/drawing/2014/main" id="{21313DE6-8C78-A078-A1AA-4913ADDCABF6}"/>
                </a:ext>
              </a:extLst>
            </p:cNvPr>
            <p:cNvSpPr>
              <a:spLocks noGrp="1"/>
            </p:cNvSpPr>
            <p:nvPr/>
          </p:nvSpPr>
          <p:spPr>
            <a:xfrm>
              <a:off x="15032608" y="2262760"/>
              <a:ext cx="1460967" cy="1368790"/>
            </a:xfrm>
            <a:custGeom>
              <a:avLst/>
              <a:gdLst/>
              <a:ahLst/>
              <a:cxnLst/>
              <a:rect l="0" t="0" r="0" b="0"/>
              <a:pathLst>
                <a:path w="1460967" h="1368790">
                  <a:moveTo>
                    <a:pt x="153046" y="1304797"/>
                  </a:moveTo>
                  <a:lnTo>
                    <a:pt x="208130" y="1337984"/>
                  </a:lnTo>
                  <a:lnTo>
                    <a:pt x="194069" y="1286672"/>
                  </a:lnTo>
                  <a:close/>
                  <a:moveTo>
                    <a:pt x="153046" y="1304797"/>
                  </a:moveTo>
                  <a:lnTo>
                    <a:pt x="169779" y="1356334"/>
                  </a:lnTo>
                  <a:lnTo>
                    <a:pt x="208130" y="1337984"/>
                  </a:lnTo>
                  <a:close/>
                  <a:moveTo>
                    <a:pt x="219482" y="1332240"/>
                  </a:moveTo>
                  <a:lnTo>
                    <a:pt x="207215" y="1280703"/>
                  </a:lnTo>
                  <a:lnTo>
                    <a:pt x="208130" y="1337984"/>
                  </a:lnTo>
                  <a:close/>
                  <a:moveTo>
                    <a:pt x="207215" y="1280703"/>
                  </a:moveTo>
                  <a:lnTo>
                    <a:pt x="194069" y="1286672"/>
                  </a:lnTo>
                  <a:lnTo>
                    <a:pt x="208130" y="1337984"/>
                  </a:lnTo>
                  <a:close/>
                  <a:moveTo>
                    <a:pt x="155142" y="1253261"/>
                  </a:moveTo>
                  <a:lnTo>
                    <a:pt x="194069" y="1286672"/>
                  </a:lnTo>
                  <a:lnTo>
                    <a:pt x="167225" y="1245753"/>
                  </a:lnTo>
                  <a:close/>
                  <a:moveTo>
                    <a:pt x="155142" y="1253261"/>
                  </a:moveTo>
                  <a:lnTo>
                    <a:pt x="153046" y="1304797"/>
                  </a:lnTo>
                  <a:lnTo>
                    <a:pt x="194069" y="1286672"/>
                  </a:lnTo>
                  <a:close/>
                  <a:moveTo>
                    <a:pt x="207215" y="1280703"/>
                  </a:moveTo>
                  <a:lnTo>
                    <a:pt x="192799" y="1229167"/>
                  </a:lnTo>
                  <a:lnTo>
                    <a:pt x="194069" y="1286672"/>
                  </a:lnTo>
                  <a:close/>
                  <a:moveTo>
                    <a:pt x="192799" y="1229167"/>
                  </a:moveTo>
                  <a:lnTo>
                    <a:pt x="167225" y="1245753"/>
                  </a:lnTo>
                  <a:lnTo>
                    <a:pt x="194069" y="1286672"/>
                  </a:lnTo>
                  <a:close/>
                  <a:moveTo>
                    <a:pt x="276440" y="1256609"/>
                  </a:moveTo>
                  <a:lnTo>
                    <a:pt x="192799" y="1229167"/>
                  </a:lnTo>
                  <a:lnTo>
                    <a:pt x="207215" y="1280703"/>
                  </a:lnTo>
                  <a:close/>
                  <a:moveTo>
                    <a:pt x="46695" y="954064"/>
                  </a:moveTo>
                  <a:lnTo>
                    <a:pt x="0" y="954043"/>
                  </a:lnTo>
                  <a:lnTo>
                    <a:pt x="57808" y="958249"/>
                  </a:lnTo>
                  <a:close/>
                  <a:moveTo>
                    <a:pt x="94773" y="921777"/>
                  </a:moveTo>
                  <a:lnTo>
                    <a:pt x="46695" y="954064"/>
                  </a:lnTo>
                  <a:lnTo>
                    <a:pt x="62601" y="947390"/>
                  </a:lnTo>
                  <a:close/>
                  <a:moveTo>
                    <a:pt x="46695" y="954064"/>
                  </a:moveTo>
                  <a:lnTo>
                    <a:pt x="57808" y="958249"/>
                  </a:lnTo>
                  <a:lnTo>
                    <a:pt x="62601" y="947390"/>
                  </a:lnTo>
                  <a:close/>
                  <a:moveTo>
                    <a:pt x="123918" y="929265"/>
                  </a:moveTo>
                  <a:lnTo>
                    <a:pt x="62601" y="947390"/>
                  </a:lnTo>
                  <a:lnTo>
                    <a:pt x="138424" y="950082"/>
                  </a:lnTo>
                  <a:close/>
                  <a:moveTo>
                    <a:pt x="62601" y="947390"/>
                  </a:moveTo>
                  <a:lnTo>
                    <a:pt x="57808" y="958249"/>
                  </a:lnTo>
                  <a:lnTo>
                    <a:pt x="138424" y="950082"/>
                  </a:lnTo>
                  <a:close/>
                  <a:moveTo>
                    <a:pt x="94773" y="921777"/>
                  </a:moveTo>
                  <a:lnTo>
                    <a:pt x="62601" y="947390"/>
                  </a:lnTo>
                  <a:lnTo>
                    <a:pt x="123918" y="929265"/>
                  </a:lnTo>
                  <a:close/>
                  <a:moveTo>
                    <a:pt x="123466" y="895853"/>
                  </a:moveTo>
                  <a:lnTo>
                    <a:pt x="123918" y="929265"/>
                  </a:lnTo>
                  <a:lnTo>
                    <a:pt x="140950" y="923296"/>
                  </a:lnTo>
                  <a:close/>
                  <a:moveTo>
                    <a:pt x="123466" y="895853"/>
                  </a:moveTo>
                  <a:lnTo>
                    <a:pt x="140950" y="923296"/>
                  </a:lnTo>
                  <a:lnTo>
                    <a:pt x="132205" y="871759"/>
                  </a:lnTo>
                  <a:close/>
                  <a:moveTo>
                    <a:pt x="123918" y="929265"/>
                  </a:moveTo>
                  <a:lnTo>
                    <a:pt x="138424" y="950082"/>
                  </a:lnTo>
                  <a:lnTo>
                    <a:pt x="140950" y="923296"/>
                  </a:lnTo>
                  <a:close/>
                  <a:moveTo>
                    <a:pt x="617472" y="1311495"/>
                  </a:moveTo>
                  <a:lnTo>
                    <a:pt x="591057" y="1317307"/>
                  </a:lnTo>
                  <a:lnTo>
                    <a:pt x="604907" y="1368790"/>
                  </a:lnTo>
                  <a:close/>
                  <a:moveTo>
                    <a:pt x="200100" y="968055"/>
                  </a:moveTo>
                  <a:lnTo>
                    <a:pt x="203700" y="1019462"/>
                  </a:lnTo>
                  <a:lnTo>
                    <a:pt x="250288" y="950739"/>
                  </a:lnTo>
                  <a:close/>
                  <a:moveTo>
                    <a:pt x="250288" y="950739"/>
                  </a:moveTo>
                  <a:lnTo>
                    <a:pt x="203700" y="1019462"/>
                  </a:lnTo>
                  <a:lnTo>
                    <a:pt x="207195" y="1026369"/>
                  </a:lnTo>
                  <a:close/>
                  <a:moveTo>
                    <a:pt x="197173" y="907692"/>
                  </a:moveTo>
                  <a:lnTo>
                    <a:pt x="140950" y="923296"/>
                  </a:lnTo>
                  <a:lnTo>
                    <a:pt x="153112" y="968273"/>
                  </a:lnTo>
                  <a:close/>
                  <a:moveTo>
                    <a:pt x="132205" y="871759"/>
                  </a:moveTo>
                  <a:lnTo>
                    <a:pt x="197173" y="907692"/>
                  </a:lnTo>
                  <a:lnTo>
                    <a:pt x="190088" y="850709"/>
                  </a:lnTo>
                  <a:close/>
                  <a:moveTo>
                    <a:pt x="132205" y="871759"/>
                  </a:moveTo>
                  <a:lnTo>
                    <a:pt x="140950" y="923296"/>
                  </a:lnTo>
                  <a:lnTo>
                    <a:pt x="197173" y="907692"/>
                  </a:lnTo>
                  <a:close/>
                  <a:moveTo>
                    <a:pt x="233182" y="899202"/>
                  </a:moveTo>
                  <a:lnTo>
                    <a:pt x="197449" y="847665"/>
                  </a:lnTo>
                  <a:lnTo>
                    <a:pt x="197173" y="907692"/>
                  </a:lnTo>
                  <a:close/>
                  <a:moveTo>
                    <a:pt x="197449" y="847665"/>
                  </a:moveTo>
                  <a:lnTo>
                    <a:pt x="190088" y="850709"/>
                  </a:lnTo>
                  <a:lnTo>
                    <a:pt x="197173" y="907692"/>
                  </a:lnTo>
                  <a:close/>
                  <a:moveTo>
                    <a:pt x="157298" y="845973"/>
                  </a:moveTo>
                  <a:lnTo>
                    <a:pt x="132205" y="871759"/>
                  </a:lnTo>
                  <a:lnTo>
                    <a:pt x="190088" y="850709"/>
                  </a:lnTo>
                  <a:close/>
                  <a:moveTo>
                    <a:pt x="226978" y="796916"/>
                  </a:moveTo>
                  <a:lnTo>
                    <a:pt x="157298" y="845973"/>
                  </a:lnTo>
                  <a:lnTo>
                    <a:pt x="197449" y="847665"/>
                  </a:lnTo>
                  <a:close/>
                  <a:moveTo>
                    <a:pt x="197449" y="847665"/>
                  </a:moveTo>
                  <a:lnTo>
                    <a:pt x="157298" y="845973"/>
                  </a:lnTo>
                  <a:lnTo>
                    <a:pt x="190088" y="850709"/>
                  </a:lnTo>
                  <a:close/>
                  <a:moveTo>
                    <a:pt x="468568" y="1041253"/>
                  </a:moveTo>
                  <a:lnTo>
                    <a:pt x="415512" y="1095104"/>
                  </a:lnTo>
                  <a:lnTo>
                    <a:pt x="452371" y="1081254"/>
                  </a:lnTo>
                  <a:close/>
                  <a:moveTo>
                    <a:pt x="397849" y="1086422"/>
                  </a:moveTo>
                  <a:lnTo>
                    <a:pt x="415512" y="1095104"/>
                  </a:lnTo>
                  <a:lnTo>
                    <a:pt x="468568" y="1041253"/>
                  </a:lnTo>
                  <a:close/>
                  <a:moveTo>
                    <a:pt x="437396" y="1059605"/>
                  </a:moveTo>
                  <a:lnTo>
                    <a:pt x="397849" y="1086422"/>
                  </a:lnTo>
                  <a:lnTo>
                    <a:pt x="468568" y="1041253"/>
                  </a:lnTo>
                  <a:close/>
                  <a:moveTo>
                    <a:pt x="468568" y="1041253"/>
                  </a:moveTo>
                  <a:lnTo>
                    <a:pt x="469166" y="1029718"/>
                  </a:lnTo>
                  <a:lnTo>
                    <a:pt x="444438" y="1053812"/>
                  </a:lnTo>
                  <a:close/>
                  <a:moveTo>
                    <a:pt x="233182" y="899202"/>
                  </a:moveTo>
                  <a:lnTo>
                    <a:pt x="288989" y="893868"/>
                  </a:lnTo>
                  <a:lnTo>
                    <a:pt x="270273" y="886245"/>
                  </a:lnTo>
                  <a:close/>
                  <a:moveTo>
                    <a:pt x="233182" y="899202"/>
                  </a:moveTo>
                  <a:lnTo>
                    <a:pt x="270273" y="886245"/>
                  </a:lnTo>
                  <a:lnTo>
                    <a:pt x="197449" y="847665"/>
                  </a:lnTo>
                  <a:close/>
                  <a:moveTo>
                    <a:pt x="270273" y="886245"/>
                  </a:moveTo>
                  <a:lnTo>
                    <a:pt x="327288" y="875108"/>
                  </a:lnTo>
                  <a:lnTo>
                    <a:pt x="276428" y="846904"/>
                  </a:lnTo>
                  <a:close/>
                  <a:moveTo>
                    <a:pt x="270273" y="886245"/>
                  </a:moveTo>
                  <a:lnTo>
                    <a:pt x="288989" y="893868"/>
                  </a:lnTo>
                  <a:lnTo>
                    <a:pt x="327288" y="875108"/>
                  </a:lnTo>
                  <a:close/>
                  <a:moveTo>
                    <a:pt x="226978" y="796916"/>
                  </a:moveTo>
                  <a:lnTo>
                    <a:pt x="263622" y="799025"/>
                  </a:lnTo>
                  <a:lnTo>
                    <a:pt x="227354" y="796129"/>
                  </a:lnTo>
                  <a:close/>
                  <a:moveTo>
                    <a:pt x="263622" y="799025"/>
                  </a:moveTo>
                  <a:lnTo>
                    <a:pt x="280088" y="772035"/>
                  </a:lnTo>
                  <a:lnTo>
                    <a:pt x="227354" y="796129"/>
                  </a:lnTo>
                  <a:close/>
                  <a:moveTo>
                    <a:pt x="468568" y="1041253"/>
                  </a:moveTo>
                  <a:lnTo>
                    <a:pt x="452371" y="1081254"/>
                  </a:lnTo>
                  <a:lnTo>
                    <a:pt x="491427" y="1071369"/>
                  </a:lnTo>
                  <a:close/>
                  <a:moveTo>
                    <a:pt x="491427" y="1071369"/>
                  </a:moveTo>
                  <a:lnTo>
                    <a:pt x="469166" y="1029718"/>
                  </a:lnTo>
                  <a:lnTo>
                    <a:pt x="468568" y="1041253"/>
                  </a:lnTo>
                  <a:close/>
                  <a:moveTo>
                    <a:pt x="328993" y="799478"/>
                  </a:moveTo>
                  <a:lnTo>
                    <a:pt x="276428" y="846904"/>
                  </a:lnTo>
                  <a:lnTo>
                    <a:pt x="327288" y="875108"/>
                  </a:lnTo>
                  <a:close/>
                  <a:moveTo>
                    <a:pt x="263622" y="799025"/>
                  </a:moveTo>
                  <a:lnTo>
                    <a:pt x="284173" y="812201"/>
                  </a:lnTo>
                  <a:lnTo>
                    <a:pt x="328993" y="799478"/>
                  </a:lnTo>
                  <a:close/>
                  <a:moveTo>
                    <a:pt x="280088" y="772035"/>
                  </a:moveTo>
                  <a:lnTo>
                    <a:pt x="263622" y="799025"/>
                  </a:lnTo>
                  <a:lnTo>
                    <a:pt x="328993" y="799478"/>
                  </a:lnTo>
                  <a:close/>
                  <a:moveTo>
                    <a:pt x="33132" y="461290"/>
                  </a:moveTo>
                  <a:lnTo>
                    <a:pt x="28470" y="462815"/>
                  </a:lnTo>
                  <a:lnTo>
                    <a:pt x="34574" y="461974"/>
                  </a:lnTo>
                  <a:close/>
                  <a:moveTo>
                    <a:pt x="641646" y="1069209"/>
                  </a:moveTo>
                  <a:lnTo>
                    <a:pt x="616491" y="1108697"/>
                  </a:lnTo>
                  <a:lnTo>
                    <a:pt x="616472" y="1108417"/>
                  </a:lnTo>
                  <a:close/>
                  <a:moveTo>
                    <a:pt x="653619" y="1074198"/>
                  </a:moveTo>
                  <a:lnTo>
                    <a:pt x="616491" y="1108697"/>
                  </a:lnTo>
                  <a:lnTo>
                    <a:pt x="641646" y="1069209"/>
                  </a:lnTo>
                  <a:close/>
                  <a:moveTo>
                    <a:pt x="681111" y="1042084"/>
                  </a:moveTo>
                  <a:lnTo>
                    <a:pt x="653619" y="1074198"/>
                  </a:lnTo>
                  <a:lnTo>
                    <a:pt x="641646" y="1069209"/>
                  </a:lnTo>
                  <a:close/>
                  <a:moveTo>
                    <a:pt x="653619" y="1074198"/>
                  </a:moveTo>
                  <a:lnTo>
                    <a:pt x="681111" y="1042084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690365" y="1033067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718859" y="1048318"/>
                  </a:lnTo>
                  <a:lnTo>
                    <a:pt x="690365" y="1033067"/>
                  </a:lnTo>
                  <a:close/>
                  <a:moveTo>
                    <a:pt x="718859" y="1048318"/>
                  </a:moveTo>
                  <a:lnTo>
                    <a:pt x="735511" y="1008973"/>
                  </a:lnTo>
                  <a:lnTo>
                    <a:pt x="690365" y="1033067"/>
                  </a:lnTo>
                  <a:close/>
                  <a:moveTo>
                    <a:pt x="673956" y="848694"/>
                  </a:moveTo>
                  <a:lnTo>
                    <a:pt x="732655" y="838954"/>
                  </a:lnTo>
                  <a:lnTo>
                    <a:pt x="701600" y="809114"/>
                  </a:lnTo>
                  <a:close/>
                  <a:moveTo>
                    <a:pt x="977589" y="1036415"/>
                  </a:moveTo>
                  <a:lnTo>
                    <a:pt x="1006054" y="1063858"/>
                  </a:lnTo>
                  <a:lnTo>
                    <a:pt x="1005437" y="1012321"/>
                  </a:lnTo>
                  <a:close/>
                  <a:moveTo>
                    <a:pt x="538023" y="586658"/>
                  </a:moveTo>
                  <a:lnTo>
                    <a:pt x="573771" y="585413"/>
                  </a:lnTo>
                  <a:lnTo>
                    <a:pt x="539378" y="572586"/>
                  </a:lnTo>
                  <a:close/>
                  <a:moveTo>
                    <a:pt x="573771" y="585413"/>
                  </a:moveTo>
                  <a:lnTo>
                    <a:pt x="588048" y="548492"/>
                  </a:lnTo>
                  <a:lnTo>
                    <a:pt x="539378" y="572586"/>
                  </a:lnTo>
                  <a:close/>
                  <a:moveTo>
                    <a:pt x="588048" y="548492"/>
                  </a:moveTo>
                  <a:lnTo>
                    <a:pt x="602665" y="518767"/>
                  </a:lnTo>
                  <a:lnTo>
                    <a:pt x="554722" y="521049"/>
                  </a:lnTo>
                  <a:close/>
                  <a:moveTo>
                    <a:pt x="539378" y="572586"/>
                  </a:moveTo>
                  <a:lnTo>
                    <a:pt x="588048" y="548492"/>
                  </a:lnTo>
                  <a:lnTo>
                    <a:pt x="554722" y="521049"/>
                  </a:lnTo>
                  <a:close/>
                  <a:moveTo>
                    <a:pt x="1005437" y="1012321"/>
                  </a:moveTo>
                  <a:lnTo>
                    <a:pt x="1045543" y="1050225"/>
                  </a:lnTo>
                  <a:lnTo>
                    <a:pt x="1031265" y="999091"/>
                  </a:lnTo>
                  <a:close/>
                  <a:moveTo>
                    <a:pt x="1005437" y="1012321"/>
                  </a:moveTo>
                  <a:lnTo>
                    <a:pt x="1006054" y="1063858"/>
                  </a:lnTo>
                  <a:lnTo>
                    <a:pt x="1045543" y="1050225"/>
                  </a:lnTo>
                  <a:close/>
                  <a:moveTo>
                    <a:pt x="1045543" y="1050225"/>
                  </a:moveTo>
                  <a:lnTo>
                    <a:pt x="1091836" y="1050572"/>
                  </a:lnTo>
                  <a:lnTo>
                    <a:pt x="1031265" y="999091"/>
                  </a:lnTo>
                  <a:close/>
                  <a:moveTo>
                    <a:pt x="997830" y="960785"/>
                  </a:moveTo>
                  <a:lnTo>
                    <a:pt x="1005437" y="1012321"/>
                  </a:lnTo>
                  <a:lnTo>
                    <a:pt x="1031265" y="999091"/>
                  </a:lnTo>
                  <a:close/>
                  <a:moveTo>
                    <a:pt x="1009030" y="954424"/>
                  </a:moveTo>
                  <a:lnTo>
                    <a:pt x="1055948" y="936691"/>
                  </a:lnTo>
                  <a:lnTo>
                    <a:pt x="1059826" y="888367"/>
                  </a:lnTo>
                  <a:close/>
                  <a:moveTo>
                    <a:pt x="602665" y="518767"/>
                  </a:moveTo>
                  <a:lnTo>
                    <a:pt x="588048" y="548492"/>
                  </a:lnTo>
                  <a:lnTo>
                    <a:pt x="631003" y="531917"/>
                  </a:lnTo>
                  <a:close/>
                  <a:moveTo>
                    <a:pt x="640241" y="496955"/>
                  </a:moveTo>
                  <a:lnTo>
                    <a:pt x="602665" y="518767"/>
                  </a:lnTo>
                  <a:lnTo>
                    <a:pt x="685664" y="519511"/>
                  </a:lnTo>
                  <a:close/>
                  <a:moveTo>
                    <a:pt x="675350" y="524398"/>
                  </a:moveTo>
                  <a:lnTo>
                    <a:pt x="602665" y="518767"/>
                  </a:lnTo>
                  <a:lnTo>
                    <a:pt x="631003" y="531917"/>
                  </a:lnTo>
                  <a:close/>
                  <a:moveTo>
                    <a:pt x="1100719" y="888371"/>
                  </a:moveTo>
                  <a:lnTo>
                    <a:pt x="1055948" y="936691"/>
                  </a:lnTo>
                  <a:lnTo>
                    <a:pt x="1090478" y="912597"/>
                  </a:lnTo>
                  <a:close/>
                  <a:moveTo>
                    <a:pt x="1070501" y="910293"/>
                  </a:moveTo>
                  <a:lnTo>
                    <a:pt x="1055948" y="936691"/>
                  </a:lnTo>
                  <a:lnTo>
                    <a:pt x="1100719" y="888371"/>
                  </a:lnTo>
                  <a:close/>
                  <a:moveTo>
                    <a:pt x="761314" y="448768"/>
                  </a:moveTo>
                  <a:lnTo>
                    <a:pt x="773759" y="500304"/>
                  </a:lnTo>
                  <a:lnTo>
                    <a:pt x="806516" y="476211"/>
                  </a:lnTo>
                  <a:close/>
                  <a:moveTo>
                    <a:pt x="753514" y="397231"/>
                  </a:moveTo>
                  <a:lnTo>
                    <a:pt x="761314" y="448768"/>
                  </a:lnTo>
                  <a:lnTo>
                    <a:pt x="793822" y="424674"/>
                  </a:lnTo>
                  <a:close/>
                  <a:moveTo>
                    <a:pt x="753514" y="397231"/>
                  </a:moveTo>
                  <a:lnTo>
                    <a:pt x="793822" y="424674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53514" y="397231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82789" y="373137"/>
                  </a:lnTo>
                  <a:lnTo>
                    <a:pt x="770623" y="321601"/>
                  </a:lnTo>
                  <a:close/>
                  <a:moveTo>
                    <a:pt x="786193" y="297507"/>
                  </a:moveTo>
                  <a:lnTo>
                    <a:pt x="781791" y="245970"/>
                  </a:lnTo>
                  <a:lnTo>
                    <a:pt x="770623" y="321601"/>
                  </a:lnTo>
                  <a:close/>
                  <a:moveTo>
                    <a:pt x="976560" y="127182"/>
                  </a:moveTo>
                  <a:lnTo>
                    <a:pt x="943559" y="146245"/>
                  </a:lnTo>
                  <a:lnTo>
                    <a:pt x="987609" y="140325"/>
                  </a:lnTo>
                  <a:close/>
                  <a:moveTo>
                    <a:pt x="950284" y="135673"/>
                  </a:moveTo>
                  <a:lnTo>
                    <a:pt x="943559" y="146245"/>
                  </a:lnTo>
                  <a:lnTo>
                    <a:pt x="976560" y="127182"/>
                  </a:lnTo>
                  <a:close/>
                  <a:moveTo>
                    <a:pt x="1040150" y="27192"/>
                  </a:moveTo>
                  <a:lnTo>
                    <a:pt x="980703" y="70615"/>
                  </a:lnTo>
                  <a:lnTo>
                    <a:pt x="1028517" y="46521"/>
                  </a:lnTo>
                  <a:close/>
                  <a:moveTo>
                    <a:pt x="1040150" y="27192"/>
                  </a:moveTo>
                  <a:lnTo>
                    <a:pt x="1005685" y="33231"/>
                  </a:lnTo>
                  <a:lnTo>
                    <a:pt x="980703" y="70615"/>
                  </a:lnTo>
                  <a:close/>
                  <a:moveTo>
                    <a:pt x="1080410" y="3042"/>
                  </a:moveTo>
                  <a:lnTo>
                    <a:pt x="1040150" y="27192"/>
                  </a:lnTo>
                  <a:lnTo>
                    <a:pt x="1120089" y="16495"/>
                  </a:lnTo>
                  <a:close/>
                  <a:moveTo>
                    <a:pt x="1124066" y="20484"/>
                  </a:moveTo>
                  <a:lnTo>
                    <a:pt x="1162397" y="0"/>
                  </a:lnTo>
                  <a:lnTo>
                    <a:pt x="1120089" y="16495"/>
                  </a:lnTo>
                  <a:close/>
                  <a:moveTo>
                    <a:pt x="1447619" y="232790"/>
                  </a:moveTo>
                  <a:lnTo>
                    <a:pt x="1432003" y="256016"/>
                  </a:lnTo>
                  <a:lnTo>
                    <a:pt x="1460967" y="25021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0" name="Output_density__4299">
              <a:extLst>
                <a:ext uri="{FF2B5EF4-FFF2-40B4-BE49-F238E27FC236}">
                  <a16:creationId xmlns:a16="http://schemas.microsoft.com/office/drawing/2014/main" id="{45B38512-CA63-9A42-61EB-40C3AA278F3C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393692"/>
              <a:ext cx="1604448" cy="1337703"/>
            </a:xfrm>
            <a:custGeom>
              <a:avLst/>
              <a:gdLst/>
              <a:ahLst/>
              <a:cxnLst/>
              <a:rect l="0" t="0" r="0" b="0"/>
              <a:pathLst>
                <a:path w="1604448" h="1337703">
                  <a:moveTo>
                    <a:pt x="339721" y="1245183"/>
                  </a:moveTo>
                  <a:lnTo>
                    <a:pt x="308724" y="1264190"/>
                  </a:lnTo>
                  <a:lnTo>
                    <a:pt x="385098" y="1240163"/>
                  </a:lnTo>
                  <a:close/>
                  <a:moveTo>
                    <a:pt x="0" y="789015"/>
                  </a:moveTo>
                  <a:lnTo>
                    <a:pt x="15555" y="801437"/>
                  </a:lnTo>
                  <a:lnTo>
                    <a:pt x="17577" y="739450"/>
                  </a:lnTo>
                  <a:close/>
                  <a:moveTo>
                    <a:pt x="531299" y="1302534"/>
                  </a:moveTo>
                  <a:lnTo>
                    <a:pt x="504625" y="1337703"/>
                  </a:lnTo>
                  <a:lnTo>
                    <a:pt x="577451" y="1300410"/>
                  </a:lnTo>
                  <a:close/>
                  <a:moveTo>
                    <a:pt x="410368" y="1199746"/>
                  </a:moveTo>
                  <a:lnTo>
                    <a:pt x="385098" y="1240163"/>
                  </a:lnTo>
                  <a:lnTo>
                    <a:pt x="436426" y="1177213"/>
                  </a:lnTo>
                  <a:close/>
                  <a:moveTo>
                    <a:pt x="414086" y="1201308"/>
                  </a:moveTo>
                  <a:lnTo>
                    <a:pt x="409693" y="1125677"/>
                  </a:lnTo>
                  <a:lnTo>
                    <a:pt x="436426" y="1177213"/>
                  </a:lnTo>
                  <a:close/>
                  <a:moveTo>
                    <a:pt x="158194" y="943625"/>
                  </a:moveTo>
                  <a:lnTo>
                    <a:pt x="171745" y="919530"/>
                  </a:lnTo>
                  <a:lnTo>
                    <a:pt x="152058" y="932672"/>
                  </a:lnTo>
                  <a:close/>
                  <a:moveTo>
                    <a:pt x="171745" y="919530"/>
                  </a:moveTo>
                  <a:lnTo>
                    <a:pt x="158194" y="943625"/>
                  </a:lnTo>
                  <a:lnTo>
                    <a:pt x="194008" y="914842"/>
                  </a:lnTo>
                  <a:close/>
                  <a:moveTo>
                    <a:pt x="194008" y="914842"/>
                  </a:moveTo>
                  <a:lnTo>
                    <a:pt x="163843" y="936957"/>
                  </a:lnTo>
                  <a:lnTo>
                    <a:pt x="241739" y="918623"/>
                  </a:lnTo>
                  <a:close/>
                  <a:moveTo>
                    <a:pt x="418544" y="692639"/>
                  </a:moveTo>
                  <a:lnTo>
                    <a:pt x="443913" y="618340"/>
                  </a:lnTo>
                  <a:lnTo>
                    <a:pt x="426630" y="617009"/>
                  </a:lnTo>
                  <a:close/>
                  <a:moveTo>
                    <a:pt x="426630" y="617009"/>
                  </a:moveTo>
                  <a:lnTo>
                    <a:pt x="443913" y="618340"/>
                  </a:lnTo>
                  <a:lnTo>
                    <a:pt x="443901" y="610843"/>
                  </a:lnTo>
                  <a:close/>
                  <a:moveTo>
                    <a:pt x="426630" y="617009"/>
                  </a:moveTo>
                  <a:lnTo>
                    <a:pt x="447745" y="615224"/>
                  </a:lnTo>
                  <a:lnTo>
                    <a:pt x="441107" y="640177"/>
                  </a:lnTo>
                  <a:close/>
                  <a:moveTo>
                    <a:pt x="447745" y="615224"/>
                  </a:moveTo>
                  <a:lnTo>
                    <a:pt x="426630" y="617009"/>
                  </a:lnTo>
                  <a:lnTo>
                    <a:pt x="443901" y="610843"/>
                  </a:lnTo>
                  <a:close/>
                  <a:moveTo>
                    <a:pt x="765093" y="826503"/>
                  </a:moveTo>
                  <a:lnTo>
                    <a:pt x="761419" y="829483"/>
                  </a:lnTo>
                  <a:lnTo>
                    <a:pt x="756716" y="829679"/>
                  </a:lnTo>
                  <a:close/>
                  <a:moveTo>
                    <a:pt x="728095" y="839792"/>
                  </a:moveTo>
                  <a:lnTo>
                    <a:pt x="747603" y="826503"/>
                  </a:lnTo>
                  <a:lnTo>
                    <a:pt x="712636" y="821769"/>
                  </a:lnTo>
                  <a:close/>
                  <a:moveTo>
                    <a:pt x="765093" y="826503"/>
                  </a:moveTo>
                  <a:lnTo>
                    <a:pt x="756716" y="829679"/>
                  </a:lnTo>
                  <a:lnTo>
                    <a:pt x="800612" y="801342"/>
                  </a:lnTo>
                  <a:close/>
                  <a:moveTo>
                    <a:pt x="762170" y="825245"/>
                  </a:moveTo>
                  <a:lnTo>
                    <a:pt x="761419" y="829483"/>
                  </a:lnTo>
                  <a:lnTo>
                    <a:pt x="765093" y="826503"/>
                  </a:lnTo>
                  <a:close/>
                  <a:moveTo>
                    <a:pt x="762170" y="825245"/>
                  </a:moveTo>
                  <a:lnTo>
                    <a:pt x="765093" y="826503"/>
                  </a:lnTo>
                  <a:lnTo>
                    <a:pt x="800612" y="801342"/>
                  </a:lnTo>
                  <a:close/>
                  <a:moveTo>
                    <a:pt x="805219" y="765487"/>
                  </a:moveTo>
                  <a:lnTo>
                    <a:pt x="762170" y="825245"/>
                  </a:lnTo>
                  <a:lnTo>
                    <a:pt x="800612" y="801342"/>
                  </a:lnTo>
                  <a:close/>
                  <a:moveTo>
                    <a:pt x="1121163" y="856646"/>
                  </a:moveTo>
                  <a:lnTo>
                    <a:pt x="1149151" y="864015"/>
                  </a:lnTo>
                  <a:lnTo>
                    <a:pt x="1137188" y="857295"/>
                  </a:lnTo>
                  <a:close/>
                  <a:moveTo>
                    <a:pt x="984891" y="702685"/>
                  </a:moveTo>
                  <a:lnTo>
                    <a:pt x="998718" y="722122"/>
                  </a:lnTo>
                  <a:lnTo>
                    <a:pt x="1020267" y="693865"/>
                  </a:lnTo>
                  <a:close/>
                  <a:moveTo>
                    <a:pt x="790845" y="534804"/>
                  </a:moveTo>
                  <a:lnTo>
                    <a:pt x="810008" y="572169"/>
                  </a:lnTo>
                  <a:lnTo>
                    <a:pt x="811151" y="570946"/>
                  </a:lnTo>
                  <a:close/>
                  <a:moveTo>
                    <a:pt x="838486" y="538247"/>
                  </a:moveTo>
                  <a:lnTo>
                    <a:pt x="811151" y="570946"/>
                  </a:lnTo>
                  <a:lnTo>
                    <a:pt x="882352" y="527580"/>
                  </a:lnTo>
                  <a:close/>
                  <a:moveTo>
                    <a:pt x="1026096" y="511635"/>
                  </a:moveTo>
                  <a:lnTo>
                    <a:pt x="1007907" y="575518"/>
                  </a:lnTo>
                  <a:lnTo>
                    <a:pt x="1019572" y="556367"/>
                  </a:lnTo>
                  <a:close/>
                  <a:moveTo>
                    <a:pt x="1026096" y="511635"/>
                  </a:moveTo>
                  <a:lnTo>
                    <a:pt x="1019572" y="556367"/>
                  </a:lnTo>
                  <a:lnTo>
                    <a:pt x="1040385" y="523982"/>
                  </a:lnTo>
                  <a:close/>
                  <a:moveTo>
                    <a:pt x="1026096" y="511635"/>
                  </a:moveTo>
                  <a:lnTo>
                    <a:pt x="1040385" y="523982"/>
                  </a:lnTo>
                  <a:lnTo>
                    <a:pt x="1037620" y="488946"/>
                  </a:lnTo>
                  <a:close/>
                  <a:moveTo>
                    <a:pt x="1037620" y="488946"/>
                  </a:moveTo>
                  <a:lnTo>
                    <a:pt x="1040385" y="523982"/>
                  </a:lnTo>
                  <a:lnTo>
                    <a:pt x="1055081" y="514454"/>
                  </a:lnTo>
                  <a:close/>
                  <a:moveTo>
                    <a:pt x="1037620" y="488946"/>
                  </a:moveTo>
                  <a:lnTo>
                    <a:pt x="1055081" y="514454"/>
                  </a:lnTo>
                  <a:lnTo>
                    <a:pt x="1079735" y="471734"/>
                  </a:lnTo>
                  <a:close/>
                  <a:moveTo>
                    <a:pt x="1079735" y="471734"/>
                  </a:moveTo>
                  <a:lnTo>
                    <a:pt x="1112345" y="458755"/>
                  </a:lnTo>
                  <a:lnTo>
                    <a:pt x="1037620" y="488946"/>
                  </a:lnTo>
                  <a:close/>
                  <a:moveTo>
                    <a:pt x="1129844" y="484406"/>
                  </a:moveTo>
                  <a:lnTo>
                    <a:pt x="1112345" y="458755"/>
                  </a:lnTo>
                  <a:lnTo>
                    <a:pt x="1079735" y="471734"/>
                  </a:lnTo>
                  <a:close/>
                  <a:moveTo>
                    <a:pt x="1212624" y="484330"/>
                  </a:moveTo>
                  <a:lnTo>
                    <a:pt x="1237944" y="516096"/>
                  </a:lnTo>
                  <a:lnTo>
                    <a:pt x="1206464" y="503706"/>
                  </a:lnTo>
                  <a:close/>
                  <a:moveTo>
                    <a:pt x="1303703" y="515282"/>
                  </a:moveTo>
                  <a:lnTo>
                    <a:pt x="1237944" y="516096"/>
                  </a:lnTo>
                  <a:lnTo>
                    <a:pt x="1284910" y="515895"/>
                  </a:lnTo>
                  <a:close/>
                  <a:moveTo>
                    <a:pt x="1303703" y="515282"/>
                  </a:moveTo>
                  <a:lnTo>
                    <a:pt x="1257723" y="518047"/>
                  </a:lnTo>
                  <a:lnTo>
                    <a:pt x="1237944" y="516096"/>
                  </a:lnTo>
                  <a:close/>
                  <a:moveTo>
                    <a:pt x="1333584" y="492101"/>
                  </a:moveTo>
                  <a:lnTo>
                    <a:pt x="1303703" y="515282"/>
                  </a:lnTo>
                  <a:lnTo>
                    <a:pt x="1383135" y="502688"/>
                  </a:lnTo>
                  <a:close/>
                  <a:moveTo>
                    <a:pt x="1181761" y="245553"/>
                  </a:moveTo>
                  <a:lnTo>
                    <a:pt x="1174397" y="278805"/>
                  </a:lnTo>
                  <a:lnTo>
                    <a:pt x="1182117" y="297090"/>
                  </a:lnTo>
                  <a:close/>
                  <a:moveTo>
                    <a:pt x="1219074" y="238646"/>
                  </a:moveTo>
                  <a:lnTo>
                    <a:pt x="1174397" y="278805"/>
                  </a:lnTo>
                  <a:lnTo>
                    <a:pt x="1181761" y="245553"/>
                  </a:lnTo>
                  <a:close/>
                  <a:moveTo>
                    <a:pt x="1178339" y="261021"/>
                  </a:moveTo>
                  <a:lnTo>
                    <a:pt x="1174397" y="278805"/>
                  </a:lnTo>
                  <a:lnTo>
                    <a:pt x="1219074" y="238646"/>
                  </a:lnTo>
                  <a:close/>
                  <a:moveTo>
                    <a:pt x="1421866" y="479142"/>
                  </a:moveTo>
                  <a:lnTo>
                    <a:pt x="1409398" y="465980"/>
                  </a:lnTo>
                  <a:lnTo>
                    <a:pt x="1383135" y="502688"/>
                  </a:lnTo>
                  <a:close/>
                  <a:moveTo>
                    <a:pt x="1421866" y="479142"/>
                  </a:moveTo>
                  <a:lnTo>
                    <a:pt x="1451491" y="455048"/>
                  </a:lnTo>
                  <a:lnTo>
                    <a:pt x="1409398" y="465980"/>
                  </a:lnTo>
                  <a:close/>
                  <a:moveTo>
                    <a:pt x="1084469" y="84731"/>
                  </a:moveTo>
                  <a:lnTo>
                    <a:pt x="1133309" y="92661"/>
                  </a:lnTo>
                  <a:lnTo>
                    <a:pt x="1162698" y="67641"/>
                  </a:lnTo>
                  <a:close/>
                  <a:moveTo>
                    <a:pt x="1469767" y="382114"/>
                  </a:moveTo>
                  <a:lnTo>
                    <a:pt x="1491299" y="399309"/>
                  </a:lnTo>
                  <a:lnTo>
                    <a:pt x="1472961" y="379418"/>
                  </a:lnTo>
                  <a:close/>
                  <a:moveTo>
                    <a:pt x="1453081" y="454627"/>
                  </a:moveTo>
                  <a:lnTo>
                    <a:pt x="1487558" y="408854"/>
                  </a:lnTo>
                  <a:lnTo>
                    <a:pt x="1469767" y="382114"/>
                  </a:lnTo>
                  <a:close/>
                  <a:moveTo>
                    <a:pt x="1472961" y="379418"/>
                  </a:moveTo>
                  <a:lnTo>
                    <a:pt x="1491299" y="399309"/>
                  </a:lnTo>
                  <a:lnTo>
                    <a:pt x="1508331" y="351620"/>
                  </a:lnTo>
                  <a:close/>
                  <a:moveTo>
                    <a:pt x="1168444" y="42755"/>
                  </a:moveTo>
                  <a:lnTo>
                    <a:pt x="1202890" y="18662"/>
                  </a:lnTo>
                  <a:lnTo>
                    <a:pt x="1188693" y="29932"/>
                  </a:lnTo>
                  <a:close/>
                  <a:moveTo>
                    <a:pt x="1262495" y="18662"/>
                  </a:moveTo>
                  <a:lnTo>
                    <a:pt x="1231012" y="13480"/>
                  </a:lnTo>
                  <a:lnTo>
                    <a:pt x="1275996" y="21199"/>
                  </a:lnTo>
                  <a:close/>
                  <a:moveTo>
                    <a:pt x="1262495" y="18662"/>
                  </a:moveTo>
                  <a:lnTo>
                    <a:pt x="1275996" y="21199"/>
                  </a:lnTo>
                  <a:lnTo>
                    <a:pt x="1281230" y="26559"/>
                  </a:lnTo>
                  <a:close/>
                  <a:moveTo>
                    <a:pt x="1527431" y="307191"/>
                  </a:moveTo>
                  <a:lnTo>
                    <a:pt x="1472961" y="379418"/>
                  </a:lnTo>
                  <a:lnTo>
                    <a:pt x="1508331" y="351620"/>
                  </a:lnTo>
                  <a:close/>
                  <a:moveTo>
                    <a:pt x="1527431" y="307191"/>
                  </a:moveTo>
                  <a:lnTo>
                    <a:pt x="1508331" y="351620"/>
                  </a:lnTo>
                  <a:lnTo>
                    <a:pt x="1535925" y="327882"/>
                  </a:lnTo>
                  <a:close/>
                  <a:moveTo>
                    <a:pt x="1527431" y="307191"/>
                  </a:moveTo>
                  <a:lnTo>
                    <a:pt x="1535925" y="327882"/>
                  </a:lnTo>
                  <a:lnTo>
                    <a:pt x="1530838" y="300871"/>
                  </a:lnTo>
                  <a:close/>
                  <a:moveTo>
                    <a:pt x="1530838" y="300871"/>
                  </a:moveTo>
                  <a:lnTo>
                    <a:pt x="1535925" y="327882"/>
                  </a:lnTo>
                  <a:lnTo>
                    <a:pt x="1546046" y="317956"/>
                  </a:lnTo>
                  <a:close/>
                  <a:moveTo>
                    <a:pt x="1530838" y="300871"/>
                  </a:moveTo>
                  <a:lnTo>
                    <a:pt x="1546046" y="317956"/>
                  </a:lnTo>
                  <a:lnTo>
                    <a:pt x="1572564" y="282202"/>
                  </a:lnTo>
                  <a:close/>
                  <a:moveTo>
                    <a:pt x="1190664" y="14609"/>
                  </a:moveTo>
                  <a:lnTo>
                    <a:pt x="1202890" y="18662"/>
                  </a:lnTo>
                  <a:lnTo>
                    <a:pt x="1231012" y="13480"/>
                  </a:lnTo>
                  <a:close/>
                  <a:moveTo>
                    <a:pt x="1231012" y="13480"/>
                  </a:moveTo>
                  <a:lnTo>
                    <a:pt x="1262495" y="18662"/>
                  </a:lnTo>
                  <a:lnTo>
                    <a:pt x="1255352" y="0"/>
                  </a:lnTo>
                  <a:close/>
                  <a:moveTo>
                    <a:pt x="1530838" y="300871"/>
                  </a:moveTo>
                  <a:lnTo>
                    <a:pt x="1572564" y="282202"/>
                  </a:lnTo>
                  <a:lnTo>
                    <a:pt x="1597704" y="241297"/>
                  </a:lnTo>
                  <a:close/>
                  <a:moveTo>
                    <a:pt x="1604292" y="176621"/>
                  </a:moveTo>
                  <a:lnTo>
                    <a:pt x="1604448" y="228157"/>
                  </a:lnTo>
                  <a:lnTo>
                    <a:pt x="1590754" y="200714"/>
                  </a:lnTo>
                  <a:close/>
                  <a:moveTo>
                    <a:pt x="1600433" y="223081"/>
                  </a:moveTo>
                  <a:lnTo>
                    <a:pt x="1597704" y="241297"/>
                  </a:lnTo>
                  <a:lnTo>
                    <a:pt x="1604448" y="22815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01" name="Output_density__4300">
              <a:extLst>
                <a:ext uri="{FF2B5EF4-FFF2-40B4-BE49-F238E27FC236}">
                  <a16:creationId xmlns:a16="http://schemas.microsoft.com/office/drawing/2014/main" id="{6D423A53-BEB7-FA63-4EF0-795E8B068937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407173"/>
              <a:ext cx="1604448" cy="1026672"/>
            </a:xfrm>
            <a:custGeom>
              <a:avLst/>
              <a:gdLst/>
              <a:ahLst/>
              <a:cxnLst/>
              <a:rect l="0" t="0" r="0" b="0"/>
              <a:pathLst>
                <a:path w="1604448" h="1026672">
                  <a:moveTo>
                    <a:pt x="158194" y="930144"/>
                  </a:moveTo>
                  <a:lnTo>
                    <a:pt x="152058" y="919192"/>
                  </a:lnTo>
                  <a:lnTo>
                    <a:pt x="127567" y="962526"/>
                  </a:lnTo>
                  <a:close/>
                  <a:moveTo>
                    <a:pt x="158194" y="930144"/>
                  </a:moveTo>
                  <a:lnTo>
                    <a:pt x="163843" y="923477"/>
                  </a:lnTo>
                  <a:lnTo>
                    <a:pt x="194008" y="901362"/>
                  </a:lnTo>
                  <a:close/>
                  <a:moveTo>
                    <a:pt x="17577" y="725970"/>
                  </a:moveTo>
                  <a:lnTo>
                    <a:pt x="22148" y="719853"/>
                  </a:lnTo>
                  <a:lnTo>
                    <a:pt x="0" y="775534"/>
                  </a:lnTo>
                  <a:close/>
                  <a:moveTo>
                    <a:pt x="739088" y="1002310"/>
                  </a:moveTo>
                  <a:lnTo>
                    <a:pt x="786640" y="1005423"/>
                  </a:lnTo>
                  <a:lnTo>
                    <a:pt x="747651" y="1011797"/>
                  </a:lnTo>
                  <a:close/>
                  <a:moveTo>
                    <a:pt x="786640" y="1005423"/>
                  </a:moveTo>
                  <a:lnTo>
                    <a:pt x="800006" y="1007216"/>
                  </a:lnTo>
                  <a:lnTo>
                    <a:pt x="747651" y="1011797"/>
                  </a:lnTo>
                  <a:close/>
                  <a:moveTo>
                    <a:pt x="517572" y="563233"/>
                  </a:moveTo>
                  <a:lnTo>
                    <a:pt x="447745" y="601744"/>
                  </a:lnTo>
                  <a:lnTo>
                    <a:pt x="443901" y="597362"/>
                  </a:lnTo>
                  <a:close/>
                  <a:moveTo>
                    <a:pt x="823442" y="1008122"/>
                  </a:moveTo>
                  <a:lnTo>
                    <a:pt x="747651" y="1011797"/>
                  </a:lnTo>
                  <a:lnTo>
                    <a:pt x="800006" y="1007216"/>
                  </a:lnTo>
                  <a:close/>
                  <a:moveTo>
                    <a:pt x="823442" y="1008122"/>
                  </a:moveTo>
                  <a:lnTo>
                    <a:pt x="781684" y="1026672"/>
                  </a:lnTo>
                  <a:lnTo>
                    <a:pt x="747651" y="1011797"/>
                  </a:lnTo>
                  <a:close/>
                  <a:moveTo>
                    <a:pt x="838827" y="991727"/>
                  </a:moveTo>
                  <a:lnTo>
                    <a:pt x="823442" y="1008122"/>
                  </a:lnTo>
                  <a:lnTo>
                    <a:pt x="800006" y="1007216"/>
                  </a:lnTo>
                  <a:close/>
                  <a:moveTo>
                    <a:pt x="687334" y="848590"/>
                  </a:moveTo>
                  <a:lnTo>
                    <a:pt x="614881" y="855543"/>
                  </a:lnTo>
                  <a:lnTo>
                    <a:pt x="673875" y="845565"/>
                  </a:lnTo>
                  <a:close/>
                  <a:moveTo>
                    <a:pt x="704029" y="837117"/>
                  </a:moveTo>
                  <a:lnTo>
                    <a:pt x="687334" y="848590"/>
                  </a:lnTo>
                  <a:lnTo>
                    <a:pt x="673875" y="845565"/>
                  </a:lnTo>
                  <a:close/>
                  <a:moveTo>
                    <a:pt x="687334" y="848590"/>
                  </a:moveTo>
                  <a:lnTo>
                    <a:pt x="704029" y="837117"/>
                  </a:lnTo>
                  <a:lnTo>
                    <a:pt x="703560" y="821431"/>
                  </a:lnTo>
                  <a:close/>
                  <a:moveTo>
                    <a:pt x="756716" y="816199"/>
                  </a:moveTo>
                  <a:lnTo>
                    <a:pt x="747603" y="813023"/>
                  </a:lnTo>
                  <a:lnTo>
                    <a:pt x="728095" y="826312"/>
                  </a:lnTo>
                  <a:close/>
                  <a:moveTo>
                    <a:pt x="703560" y="821431"/>
                  </a:moveTo>
                  <a:lnTo>
                    <a:pt x="704029" y="837117"/>
                  </a:lnTo>
                  <a:lnTo>
                    <a:pt x="728095" y="826312"/>
                  </a:lnTo>
                  <a:close/>
                  <a:moveTo>
                    <a:pt x="712636" y="808289"/>
                  </a:moveTo>
                  <a:lnTo>
                    <a:pt x="703560" y="821431"/>
                  </a:lnTo>
                  <a:lnTo>
                    <a:pt x="728095" y="826312"/>
                  </a:lnTo>
                  <a:close/>
                  <a:moveTo>
                    <a:pt x="800612" y="787862"/>
                  </a:moveTo>
                  <a:lnTo>
                    <a:pt x="756716" y="816199"/>
                  </a:lnTo>
                  <a:lnTo>
                    <a:pt x="728095" y="826312"/>
                  </a:lnTo>
                  <a:close/>
                  <a:moveTo>
                    <a:pt x="702150" y="634185"/>
                  </a:moveTo>
                  <a:lnTo>
                    <a:pt x="709114" y="620446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770605" y="580549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810008" y="558689"/>
                  </a:lnTo>
                  <a:lnTo>
                    <a:pt x="770605" y="580549"/>
                  </a:lnTo>
                  <a:close/>
                  <a:moveTo>
                    <a:pt x="977255" y="694248"/>
                  </a:moveTo>
                  <a:lnTo>
                    <a:pt x="998718" y="708642"/>
                  </a:lnTo>
                  <a:lnTo>
                    <a:pt x="984891" y="689205"/>
                  </a:lnTo>
                  <a:close/>
                  <a:moveTo>
                    <a:pt x="994596" y="719306"/>
                  </a:moveTo>
                  <a:lnTo>
                    <a:pt x="998718" y="708642"/>
                  </a:lnTo>
                  <a:lnTo>
                    <a:pt x="977255" y="694248"/>
                  </a:lnTo>
                  <a:close/>
                  <a:moveTo>
                    <a:pt x="949234" y="724385"/>
                  </a:moveTo>
                  <a:lnTo>
                    <a:pt x="994596" y="719306"/>
                  </a:lnTo>
                  <a:lnTo>
                    <a:pt x="977255" y="694248"/>
                  </a:lnTo>
                  <a:close/>
                  <a:moveTo>
                    <a:pt x="1350633" y="502587"/>
                  </a:moveTo>
                  <a:lnTo>
                    <a:pt x="1303703" y="501802"/>
                  </a:lnTo>
                  <a:lnTo>
                    <a:pt x="1284910" y="502415"/>
                  </a:lnTo>
                  <a:close/>
                  <a:moveTo>
                    <a:pt x="1303703" y="501802"/>
                  </a:moveTo>
                  <a:lnTo>
                    <a:pt x="1350633" y="502587"/>
                  </a:lnTo>
                  <a:lnTo>
                    <a:pt x="1383135" y="489207"/>
                  </a:lnTo>
                  <a:close/>
                  <a:moveTo>
                    <a:pt x="1360963" y="489756"/>
                  </a:moveTo>
                  <a:lnTo>
                    <a:pt x="1383135" y="489207"/>
                  </a:lnTo>
                  <a:lnTo>
                    <a:pt x="1350633" y="502587"/>
                  </a:lnTo>
                  <a:close/>
                  <a:moveTo>
                    <a:pt x="1451491" y="441568"/>
                  </a:moveTo>
                  <a:lnTo>
                    <a:pt x="1421866" y="465662"/>
                  </a:lnTo>
                  <a:lnTo>
                    <a:pt x="1453081" y="441147"/>
                  </a:lnTo>
                  <a:close/>
                  <a:moveTo>
                    <a:pt x="1256171" y="228963"/>
                  </a:moveTo>
                  <a:lnTo>
                    <a:pt x="1178339" y="247541"/>
                  </a:lnTo>
                  <a:lnTo>
                    <a:pt x="1219074" y="225166"/>
                  </a:lnTo>
                  <a:close/>
                  <a:moveTo>
                    <a:pt x="1140332" y="53369"/>
                  </a:moveTo>
                  <a:lnTo>
                    <a:pt x="1168444" y="29275"/>
                  </a:lnTo>
                  <a:lnTo>
                    <a:pt x="1162698" y="54161"/>
                  </a:lnTo>
                  <a:close/>
                  <a:moveTo>
                    <a:pt x="1487558" y="395374"/>
                  </a:moveTo>
                  <a:lnTo>
                    <a:pt x="1491299" y="385829"/>
                  </a:lnTo>
                  <a:lnTo>
                    <a:pt x="1469767" y="368634"/>
                  </a:lnTo>
                  <a:close/>
                  <a:moveTo>
                    <a:pt x="1508331" y="338140"/>
                  </a:moveTo>
                  <a:lnTo>
                    <a:pt x="1542365" y="319552"/>
                  </a:lnTo>
                  <a:lnTo>
                    <a:pt x="1535925" y="314401"/>
                  </a:lnTo>
                  <a:close/>
                  <a:moveTo>
                    <a:pt x="1168444" y="29275"/>
                  </a:moveTo>
                  <a:lnTo>
                    <a:pt x="1188693" y="16452"/>
                  </a:lnTo>
                  <a:lnTo>
                    <a:pt x="1162698" y="54161"/>
                  </a:lnTo>
                  <a:close/>
                  <a:moveTo>
                    <a:pt x="1202890" y="5181"/>
                  </a:moveTo>
                  <a:lnTo>
                    <a:pt x="1168444" y="29275"/>
                  </a:lnTo>
                  <a:lnTo>
                    <a:pt x="1231012" y="0"/>
                  </a:lnTo>
                  <a:close/>
                  <a:moveTo>
                    <a:pt x="1589294" y="238770"/>
                  </a:moveTo>
                  <a:lnTo>
                    <a:pt x="1597704" y="227817"/>
                  </a:lnTo>
                  <a:lnTo>
                    <a:pt x="1572564" y="268722"/>
                  </a:lnTo>
                  <a:close/>
                  <a:moveTo>
                    <a:pt x="1589294" y="238770"/>
                  </a:moveTo>
                  <a:lnTo>
                    <a:pt x="1604448" y="214676"/>
                  </a:lnTo>
                  <a:lnTo>
                    <a:pt x="1597704" y="22781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2" name="Output_density__4301">
              <a:extLst>
                <a:ext uri="{FF2B5EF4-FFF2-40B4-BE49-F238E27FC236}">
                  <a16:creationId xmlns:a16="http://schemas.microsoft.com/office/drawing/2014/main" id="{D39662A7-CE45-97FC-AE1F-9492BD9C8618}"/>
                </a:ext>
              </a:extLst>
            </p:cNvPr>
            <p:cNvSpPr>
              <a:spLocks noGrp="1"/>
            </p:cNvSpPr>
            <p:nvPr/>
          </p:nvSpPr>
          <p:spPr>
            <a:xfrm>
              <a:off x="15789980" y="3377247"/>
              <a:ext cx="22249" cy="38048"/>
            </a:xfrm>
            <a:custGeom>
              <a:avLst/>
              <a:gdLst/>
              <a:ahLst/>
              <a:cxnLst/>
              <a:rect l="0" t="0" r="0" b="0"/>
              <a:pathLst>
                <a:path w="22249" h="38048">
                  <a:moveTo>
                    <a:pt x="22249" y="0"/>
                  </a:moveTo>
                  <a:lnTo>
                    <a:pt x="0" y="38048"/>
                  </a:lnTo>
                  <a:lnTo>
                    <a:pt x="15385" y="21653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03" name="Output_density__4302">
              <a:extLst>
                <a:ext uri="{FF2B5EF4-FFF2-40B4-BE49-F238E27FC236}">
                  <a16:creationId xmlns:a16="http://schemas.microsoft.com/office/drawing/2014/main" id="{440A777D-0F27-F00D-D5ED-F00042A118B7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408301"/>
              <a:ext cx="1759173" cy="1164271"/>
            </a:xfrm>
            <a:custGeom>
              <a:avLst/>
              <a:gdLst/>
              <a:ahLst/>
              <a:cxnLst/>
              <a:rect l="0" t="0" r="0" b="0"/>
              <a:pathLst>
                <a:path w="1759173" h="1164271">
                  <a:moveTo>
                    <a:pt x="8306" y="807827"/>
                  </a:moveTo>
                  <a:lnTo>
                    <a:pt x="56912" y="850036"/>
                  </a:lnTo>
                  <a:lnTo>
                    <a:pt x="24020" y="814357"/>
                  </a:lnTo>
                  <a:close/>
                  <a:moveTo>
                    <a:pt x="0" y="798500"/>
                  </a:moveTo>
                  <a:lnTo>
                    <a:pt x="8306" y="807827"/>
                  </a:lnTo>
                  <a:lnTo>
                    <a:pt x="24020" y="814357"/>
                  </a:lnTo>
                  <a:close/>
                  <a:moveTo>
                    <a:pt x="100468" y="896369"/>
                  </a:moveTo>
                  <a:lnTo>
                    <a:pt x="163377" y="945950"/>
                  </a:lnTo>
                  <a:lnTo>
                    <a:pt x="131580" y="933819"/>
                  </a:lnTo>
                  <a:close/>
                  <a:moveTo>
                    <a:pt x="90673" y="888883"/>
                  </a:moveTo>
                  <a:lnTo>
                    <a:pt x="104823" y="901573"/>
                  </a:lnTo>
                  <a:lnTo>
                    <a:pt x="100468" y="896369"/>
                  </a:lnTo>
                  <a:close/>
                  <a:moveTo>
                    <a:pt x="176381" y="809893"/>
                  </a:moveTo>
                  <a:lnTo>
                    <a:pt x="175022" y="759772"/>
                  </a:lnTo>
                  <a:lnTo>
                    <a:pt x="135315" y="785991"/>
                  </a:lnTo>
                  <a:close/>
                  <a:moveTo>
                    <a:pt x="176381" y="809893"/>
                  </a:moveTo>
                  <a:lnTo>
                    <a:pt x="194726" y="793667"/>
                  </a:lnTo>
                  <a:lnTo>
                    <a:pt x="177467" y="750312"/>
                  </a:lnTo>
                  <a:close/>
                  <a:moveTo>
                    <a:pt x="445095" y="1070823"/>
                  </a:moveTo>
                  <a:lnTo>
                    <a:pt x="530310" y="1079854"/>
                  </a:lnTo>
                  <a:lnTo>
                    <a:pt x="479358" y="1064029"/>
                  </a:lnTo>
                  <a:close/>
                  <a:moveTo>
                    <a:pt x="554903" y="1106511"/>
                  </a:moveTo>
                  <a:lnTo>
                    <a:pt x="572208" y="1061828"/>
                  </a:lnTo>
                  <a:lnTo>
                    <a:pt x="530310" y="1079854"/>
                  </a:lnTo>
                  <a:close/>
                  <a:moveTo>
                    <a:pt x="435865" y="1035438"/>
                  </a:moveTo>
                  <a:lnTo>
                    <a:pt x="428826" y="1059531"/>
                  </a:lnTo>
                  <a:lnTo>
                    <a:pt x="445095" y="1070823"/>
                  </a:lnTo>
                  <a:close/>
                  <a:moveTo>
                    <a:pt x="435865" y="1035438"/>
                  </a:moveTo>
                  <a:lnTo>
                    <a:pt x="394437" y="1007995"/>
                  </a:lnTo>
                  <a:lnTo>
                    <a:pt x="428826" y="1059531"/>
                  </a:lnTo>
                  <a:close/>
                  <a:moveTo>
                    <a:pt x="310633" y="902198"/>
                  </a:moveTo>
                  <a:lnTo>
                    <a:pt x="310798" y="918063"/>
                  </a:lnTo>
                  <a:lnTo>
                    <a:pt x="330485" y="904922"/>
                  </a:lnTo>
                  <a:close/>
                  <a:moveTo>
                    <a:pt x="621980" y="1073237"/>
                  </a:moveTo>
                  <a:lnTo>
                    <a:pt x="597132" y="1020112"/>
                  </a:lnTo>
                  <a:lnTo>
                    <a:pt x="572208" y="1061828"/>
                  </a:lnTo>
                  <a:close/>
                  <a:moveTo>
                    <a:pt x="779104" y="1100929"/>
                  </a:moveTo>
                  <a:lnTo>
                    <a:pt x="729128" y="1164271"/>
                  </a:lnTo>
                  <a:lnTo>
                    <a:pt x="770456" y="1144111"/>
                  </a:lnTo>
                  <a:close/>
                  <a:moveTo>
                    <a:pt x="605224" y="1002858"/>
                  </a:moveTo>
                  <a:lnTo>
                    <a:pt x="581901" y="959077"/>
                  </a:lnTo>
                  <a:lnTo>
                    <a:pt x="611430" y="987250"/>
                  </a:lnTo>
                  <a:close/>
                  <a:moveTo>
                    <a:pt x="581901" y="959077"/>
                  </a:moveTo>
                  <a:lnTo>
                    <a:pt x="575813" y="901283"/>
                  </a:lnTo>
                  <a:lnTo>
                    <a:pt x="607455" y="935713"/>
                  </a:lnTo>
                  <a:close/>
                  <a:moveTo>
                    <a:pt x="400065" y="679246"/>
                  </a:moveTo>
                  <a:lnTo>
                    <a:pt x="446485" y="671321"/>
                  </a:lnTo>
                  <a:lnTo>
                    <a:pt x="439832" y="684898"/>
                  </a:lnTo>
                  <a:close/>
                  <a:moveTo>
                    <a:pt x="439832" y="684898"/>
                  </a:moveTo>
                  <a:lnTo>
                    <a:pt x="449055" y="680931"/>
                  </a:lnTo>
                  <a:lnTo>
                    <a:pt x="407277" y="736124"/>
                  </a:lnTo>
                  <a:close/>
                  <a:moveTo>
                    <a:pt x="849573" y="1018878"/>
                  </a:moveTo>
                  <a:lnTo>
                    <a:pt x="799248" y="1021809"/>
                  </a:lnTo>
                  <a:lnTo>
                    <a:pt x="787362" y="1072420"/>
                  </a:lnTo>
                  <a:close/>
                  <a:moveTo>
                    <a:pt x="665862" y="832606"/>
                  </a:moveTo>
                  <a:lnTo>
                    <a:pt x="722010" y="858392"/>
                  </a:lnTo>
                  <a:lnTo>
                    <a:pt x="693656" y="784452"/>
                  </a:lnTo>
                  <a:close/>
                  <a:moveTo>
                    <a:pt x="513285" y="611501"/>
                  </a:moveTo>
                  <a:lnTo>
                    <a:pt x="594745" y="634920"/>
                  </a:lnTo>
                  <a:lnTo>
                    <a:pt x="599848" y="625568"/>
                  </a:lnTo>
                  <a:close/>
                  <a:moveTo>
                    <a:pt x="448588" y="489550"/>
                  </a:moveTo>
                  <a:lnTo>
                    <a:pt x="408743" y="499326"/>
                  </a:lnTo>
                  <a:lnTo>
                    <a:pt x="429512" y="472963"/>
                  </a:lnTo>
                  <a:close/>
                  <a:moveTo>
                    <a:pt x="429512" y="472963"/>
                  </a:moveTo>
                  <a:lnTo>
                    <a:pt x="444682" y="499326"/>
                  </a:lnTo>
                  <a:lnTo>
                    <a:pt x="448588" y="489550"/>
                  </a:lnTo>
                  <a:close/>
                  <a:moveTo>
                    <a:pt x="825698" y="1000307"/>
                  </a:moveTo>
                  <a:lnTo>
                    <a:pt x="858575" y="1011560"/>
                  </a:lnTo>
                  <a:lnTo>
                    <a:pt x="847005" y="1045727"/>
                  </a:lnTo>
                  <a:close/>
                  <a:moveTo>
                    <a:pt x="877889" y="744886"/>
                  </a:moveTo>
                  <a:lnTo>
                    <a:pt x="863477" y="811895"/>
                  </a:lnTo>
                  <a:lnTo>
                    <a:pt x="871376" y="807160"/>
                  </a:lnTo>
                  <a:close/>
                  <a:moveTo>
                    <a:pt x="844177" y="797054"/>
                  </a:moveTo>
                  <a:lnTo>
                    <a:pt x="863477" y="811895"/>
                  </a:lnTo>
                  <a:lnTo>
                    <a:pt x="877889" y="744886"/>
                  </a:lnTo>
                  <a:close/>
                  <a:moveTo>
                    <a:pt x="877889" y="744886"/>
                  </a:moveTo>
                  <a:lnTo>
                    <a:pt x="871376" y="807160"/>
                  </a:lnTo>
                  <a:lnTo>
                    <a:pt x="920910" y="810636"/>
                  </a:lnTo>
                  <a:close/>
                  <a:moveTo>
                    <a:pt x="733208" y="598317"/>
                  </a:moveTo>
                  <a:lnTo>
                    <a:pt x="741242" y="535066"/>
                  </a:lnTo>
                  <a:lnTo>
                    <a:pt x="706069" y="578234"/>
                  </a:lnTo>
                  <a:close/>
                  <a:moveTo>
                    <a:pt x="943440" y="541348"/>
                  </a:moveTo>
                  <a:lnTo>
                    <a:pt x="968748" y="557561"/>
                  </a:lnTo>
                  <a:lnTo>
                    <a:pt x="949585" y="520195"/>
                  </a:lnTo>
                  <a:close/>
                  <a:moveTo>
                    <a:pt x="1136881" y="686259"/>
                  </a:moveTo>
                  <a:lnTo>
                    <a:pt x="1142749" y="618746"/>
                  </a:lnTo>
                  <a:lnTo>
                    <a:pt x="1076551" y="645547"/>
                  </a:lnTo>
                  <a:close/>
                  <a:moveTo>
                    <a:pt x="1060488" y="522155"/>
                  </a:moveTo>
                  <a:lnTo>
                    <a:pt x="1112587" y="560909"/>
                  </a:lnTo>
                  <a:lnTo>
                    <a:pt x="1080506" y="525431"/>
                  </a:lnTo>
                  <a:close/>
                  <a:moveTo>
                    <a:pt x="1060488" y="522155"/>
                  </a:moveTo>
                  <a:lnTo>
                    <a:pt x="1053587" y="509373"/>
                  </a:lnTo>
                  <a:lnTo>
                    <a:pt x="1041092" y="512971"/>
                  </a:lnTo>
                  <a:close/>
                  <a:moveTo>
                    <a:pt x="1060488" y="522155"/>
                  </a:moveTo>
                  <a:lnTo>
                    <a:pt x="1080506" y="525431"/>
                  </a:lnTo>
                  <a:lnTo>
                    <a:pt x="1053587" y="509373"/>
                  </a:lnTo>
                  <a:close/>
                  <a:moveTo>
                    <a:pt x="1433261" y="836041"/>
                  </a:moveTo>
                  <a:lnTo>
                    <a:pt x="1403148" y="858353"/>
                  </a:lnTo>
                  <a:lnTo>
                    <a:pt x="1481634" y="842224"/>
                  </a:lnTo>
                  <a:close/>
                  <a:moveTo>
                    <a:pt x="1112587" y="560909"/>
                  </a:moveTo>
                  <a:lnTo>
                    <a:pt x="1145030" y="592002"/>
                  </a:lnTo>
                  <a:lnTo>
                    <a:pt x="1152488" y="548085"/>
                  </a:lnTo>
                  <a:close/>
                  <a:moveTo>
                    <a:pt x="1145030" y="592002"/>
                  </a:moveTo>
                  <a:lnTo>
                    <a:pt x="1166648" y="560909"/>
                  </a:lnTo>
                  <a:lnTo>
                    <a:pt x="1152488" y="548085"/>
                  </a:lnTo>
                  <a:close/>
                  <a:moveTo>
                    <a:pt x="1053587" y="509373"/>
                  </a:moveTo>
                  <a:lnTo>
                    <a:pt x="1080506" y="525431"/>
                  </a:lnTo>
                  <a:lnTo>
                    <a:pt x="1086212" y="501242"/>
                  </a:lnTo>
                  <a:close/>
                  <a:moveTo>
                    <a:pt x="1152488" y="548085"/>
                  </a:moveTo>
                  <a:lnTo>
                    <a:pt x="1080506" y="525431"/>
                  </a:lnTo>
                  <a:lnTo>
                    <a:pt x="1112587" y="560909"/>
                  </a:lnTo>
                  <a:close/>
                  <a:moveTo>
                    <a:pt x="1086212" y="501242"/>
                  </a:moveTo>
                  <a:lnTo>
                    <a:pt x="1080506" y="525431"/>
                  </a:lnTo>
                  <a:lnTo>
                    <a:pt x="1152488" y="548085"/>
                  </a:lnTo>
                  <a:close/>
                  <a:moveTo>
                    <a:pt x="1142575" y="493402"/>
                  </a:moveTo>
                  <a:lnTo>
                    <a:pt x="1152488" y="548085"/>
                  </a:lnTo>
                  <a:lnTo>
                    <a:pt x="1184837" y="497026"/>
                  </a:lnTo>
                  <a:close/>
                  <a:moveTo>
                    <a:pt x="1027415" y="501611"/>
                  </a:moveTo>
                  <a:lnTo>
                    <a:pt x="1053587" y="509373"/>
                  </a:lnTo>
                  <a:lnTo>
                    <a:pt x="1096677" y="450993"/>
                  </a:lnTo>
                  <a:close/>
                  <a:moveTo>
                    <a:pt x="1142575" y="493402"/>
                  </a:moveTo>
                  <a:lnTo>
                    <a:pt x="1184837" y="497026"/>
                  </a:lnTo>
                  <a:lnTo>
                    <a:pt x="1148536" y="470210"/>
                  </a:lnTo>
                  <a:close/>
                  <a:moveTo>
                    <a:pt x="1184837" y="497026"/>
                  </a:moveTo>
                  <a:lnTo>
                    <a:pt x="1196360" y="474337"/>
                  </a:lnTo>
                  <a:lnTo>
                    <a:pt x="1148536" y="470210"/>
                  </a:lnTo>
                  <a:close/>
                  <a:moveTo>
                    <a:pt x="1096677" y="450993"/>
                  </a:moveTo>
                  <a:lnTo>
                    <a:pt x="1148536" y="470210"/>
                  </a:lnTo>
                  <a:lnTo>
                    <a:pt x="1180637" y="455330"/>
                  </a:lnTo>
                  <a:close/>
                  <a:moveTo>
                    <a:pt x="1196360" y="474337"/>
                  </a:moveTo>
                  <a:lnTo>
                    <a:pt x="1220137" y="409648"/>
                  </a:lnTo>
                  <a:lnTo>
                    <a:pt x="1214242" y="410378"/>
                  </a:lnTo>
                  <a:close/>
                  <a:moveTo>
                    <a:pt x="1271085" y="444147"/>
                  </a:moveTo>
                  <a:lnTo>
                    <a:pt x="1220137" y="409648"/>
                  </a:lnTo>
                  <a:lnTo>
                    <a:pt x="1196360" y="474337"/>
                  </a:lnTo>
                  <a:close/>
                  <a:moveTo>
                    <a:pt x="1195018" y="363263"/>
                  </a:moveTo>
                  <a:lnTo>
                    <a:pt x="1187787" y="358112"/>
                  </a:lnTo>
                  <a:lnTo>
                    <a:pt x="1213049" y="409648"/>
                  </a:lnTo>
                  <a:close/>
                  <a:moveTo>
                    <a:pt x="1187787" y="358112"/>
                  </a:moveTo>
                  <a:lnTo>
                    <a:pt x="1195018" y="363263"/>
                  </a:lnTo>
                  <a:lnTo>
                    <a:pt x="1197679" y="344369"/>
                  </a:lnTo>
                  <a:close/>
                  <a:moveTo>
                    <a:pt x="1220137" y="409648"/>
                  </a:moveTo>
                  <a:lnTo>
                    <a:pt x="1271085" y="444147"/>
                  </a:lnTo>
                  <a:lnTo>
                    <a:pt x="1217243" y="407937"/>
                  </a:lnTo>
                  <a:close/>
                  <a:moveTo>
                    <a:pt x="1197679" y="344369"/>
                  </a:moveTo>
                  <a:lnTo>
                    <a:pt x="1274613" y="322435"/>
                  </a:lnTo>
                  <a:lnTo>
                    <a:pt x="1221207" y="297437"/>
                  </a:lnTo>
                  <a:close/>
                  <a:moveTo>
                    <a:pt x="1364894" y="488627"/>
                  </a:moveTo>
                  <a:lnTo>
                    <a:pt x="1365205" y="489097"/>
                  </a:lnTo>
                  <a:lnTo>
                    <a:pt x="1365887" y="489020"/>
                  </a:lnTo>
                  <a:close/>
                  <a:moveTo>
                    <a:pt x="1416463" y="503438"/>
                  </a:moveTo>
                  <a:lnTo>
                    <a:pt x="1365887" y="489020"/>
                  </a:lnTo>
                  <a:lnTo>
                    <a:pt x="1365205" y="489097"/>
                  </a:lnTo>
                  <a:close/>
                  <a:moveTo>
                    <a:pt x="1364894" y="488627"/>
                  </a:moveTo>
                  <a:lnTo>
                    <a:pt x="1365887" y="489020"/>
                  </a:lnTo>
                  <a:lnTo>
                    <a:pt x="1366820" y="487784"/>
                  </a:lnTo>
                  <a:close/>
                  <a:moveTo>
                    <a:pt x="1434281" y="470921"/>
                  </a:moveTo>
                  <a:lnTo>
                    <a:pt x="1365887" y="489020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366820" y="487784"/>
                  </a:lnTo>
                  <a:lnTo>
                    <a:pt x="1365887" y="489020"/>
                  </a:lnTo>
                  <a:close/>
                  <a:moveTo>
                    <a:pt x="1434281" y="470921"/>
                  </a:moveTo>
                  <a:lnTo>
                    <a:pt x="1440854" y="459732"/>
                  </a:lnTo>
                  <a:lnTo>
                    <a:pt x="1393255" y="456442"/>
                  </a:lnTo>
                  <a:close/>
                  <a:moveTo>
                    <a:pt x="1416463" y="503438"/>
                  </a:moveTo>
                  <a:lnTo>
                    <a:pt x="1455770" y="464533"/>
                  </a:lnTo>
                  <a:lnTo>
                    <a:pt x="1434281" y="470921"/>
                  </a:lnTo>
                  <a:close/>
                  <a:moveTo>
                    <a:pt x="1492324" y="477492"/>
                  </a:moveTo>
                  <a:lnTo>
                    <a:pt x="1455770" y="464533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455770" y="464533"/>
                  </a:lnTo>
                  <a:lnTo>
                    <a:pt x="1440854" y="459732"/>
                  </a:lnTo>
                  <a:close/>
                  <a:moveTo>
                    <a:pt x="1279677" y="269676"/>
                  </a:moveTo>
                  <a:lnTo>
                    <a:pt x="1333138" y="264196"/>
                  </a:lnTo>
                  <a:lnTo>
                    <a:pt x="1285845" y="229531"/>
                  </a:lnTo>
                  <a:close/>
                  <a:moveTo>
                    <a:pt x="1492324" y="477492"/>
                  </a:moveTo>
                  <a:lnTo>
                    <a:pt x="1506858" y="449900"/>
                  </a:lnTo>
                  <a:lnTo>
                    <a:pt x="1455770" y="464533"/>
                  </a:lnTo>
                  <a:close/>
                  <a:moveTo>
                    <a:pt x="1492324" y="477492"/>
                  </a:moveTo>
                  <a:lnTo>
                    <a:pt x="1540565" y="440440"/>
                  </a:lnTo>
                  <a:lnTo>
                    <a:pt x="1506858" y="449900"/>
                  </a:lnTo>
                  <a:close/>
                  <a:moveTo>
                    <a:pt x="1568138" y="451371"/>
                  </a:moveTo>
                  <a:lnTo>
                    <a:pt x="1540565" y="440440"/>
                  </a:lnTo>
                  <a:lnTo>
                    <a:pt x="1492324" y="477492"/>
                  </a:lnTo>
                  <a:close/>
                  <a:moveTo>
                    <a:pt x="1541875" y="488079"/>
                  </a:moveTo>
                  <a:lnTo>
                    <a:pt x="1568138" y="451371"/>
                  </a:lnTo>
                  <a:lnTo>
                    <a:pt x="1492324" y="477492"/>
                  </a:lnTo>
                  <a:close/>
                  <a:moveTo>
                    <a:pt x="1540565" y="440440"/>
                  </a:moveTo>
                  <a:lnTo>
                    <a:pt x="1568138" y="451371"/>
                  </a:lnTo>
                  <a:lnTo>
                    <a:pt x="1573258" y="433900"/>
                  </a:lnTo>
                  <a:close/>
                  <a:moveTo>
                    <a:pt x="1573258" y="433900"/>
                  </a:moveTo>
                  <a:lnTo>
                    <a:pt x="1568138" y="451371"/>
                  </a:lnTo>
                  <a:lnTo>
                    <a:pt x="1610231" y="440440"/>
                  </a:lnTo>
                  <a:close/>
                  <a:moveTo>
                    <a:pt x="1573258" y="433900"/>
                  </a:moveTo>
                  <a:lnTo>
                    <a:pt x="1610231" y="440440"/>
                  </a:lnTo>
                  <a:lnTo>
                    <a:pt x="1583113" y="372459"/>
                  </a:lnTo>
                  <a:close/>
                  <a:moveTo>
                    <a:pt x="1583113" y="372459"/>
                  </a:moveTo>
                  <a:lnTo>
                    <a:pt x="1610231" y="440440"/>
                  </a:lnTo>
                  <a:lnTo>
                    <a:pt x="1611821" y="440018"/>
                  </a:lnTo>
                  <a:close/>
                  <a:moveTo>
                    <a:pt x="1583113" y="372459"/>
                  </a:moveTo>
                  <a:lnTo>
                    <a:pt x="1611821" y="440018"/>
                  </a:lnTo>
                  <a:lnTo>
                    <a:pt x="1628507" y="367505"/>
                  </a:lnTo>
                  <a:close/>
                  <a:moveTo>
                    <a:pt x="1227314" y="23293"/>
                  </a:moveTo>
                  <a:lnTo>
                    <a:pt x="1277480" y="63356"/>
                  </a:lnTo>
                  <a:lnTo>
                    <a:pt x="1288932" y="11180"/>
                  </a:lnTo>
                  <a:close/>
                  <a:moveTo>
                    <a:pt x="1629276" y="363598"/>
                  </a:moveTo>
                  <a:lnTo>
                    <a:pt x="1628507" y="367505"/>
                  </a:lnTo>
                  <a:lnTo>
                    <a:pt x="1631701" y="364809"/>
                  </a:lnTo>
                  <a:close/>
                  <a:moveTo>
                    <a:pt x="1629276" y="363598"/>
                  </a:moveTo>
                  <a:lnTo>
                    <a:pt x="1631701" y="364809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29276" y="363598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86171" y="292583"/>
                  </a:lnTo>
                  <a:lnTo>
                    <a:pt x="1643138" y="287307"/>
                  </a:lnTo>
                  <a:close/>
                  <a:moveTo>
                    <a:pt x="1686171" y="292583"/>
                  </a:moveTo>
                  <a:lnTo>
                    <a:pt x="1689578" y="286262"/>
                  </a:lnTo>
                  <a:lnTo>
                    <a:pt x="1643138" y="287307"/>
                  </a:lnTo>
                  <a:close/>
                  <a:moveTo>
                    <a:pt x="1347433" y="15323"/>
                  </a:moveTo>
                  <a:lnTo>
                    <a:pt x="1349404" y="0"/>
                  </a:lnTo>
                  <a:lnTo>
                    <a:pt x="1326757" y="4053"/>
                  </a:lnTo>
                  <a:close/>
                  <a:moveTo>
                    <a:pt x="1347433" y="15323"/>
                  </a:moveTo>
                  <a:lnTo>
                    <a:pt x="1361630" y="4053"/>
                  </a:lnTo>
                  <a:lnTo>
                    <a:pt x="1349404" y="0"/>
                  </a:lnTo>
                  <a:close/>
                  <a:moveTo>
                    <a:pt x="1713027" y="239032"/>
                  </a:moveTo>
                  <a:lnTo>
                    <a:pt x="1689578" y="286262"/>
                  </a:lnTo>
                  <a:lnTo>
                    <a:pt x="1756444" y="226689"/>
                  </a:lnTo>
                  <a:close/>
                  <a:moveTo>
                    <a:pt x="1759173" y="208473"/>
                  </a:moveTo>
                  <a:lnTo>
                    <a:pt x="1713027" y="239032"/>
                  </a:lnTo>
                  <a:lnTo>
                    <a:pt x="1756444" y="22668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04" name="Output_density__4303">
              <a:extLst>
                <a:ext uri="{FF2B5EF4-FFF2-40B4-BE49-F238E27FC236}">
                  <a16:creationId xmlns:a16="http://schemas.microsoft.com/office/drawing/2014/main" id="{41118B48-9BDA-F353-00A1-27A50018B68F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339185"/>
              <a:ext cx="1759173" cy="1305015"/>
            </a:xfrm>
            <a:custGeom>
              <a:avLst/>
              <a:gdLst/>
              <a:ahLst/>
              <a:cxnLst/>
              <a:rect l="0" t="0" r="0" b="0"/>
              <a:pathLst>
                <a:path w="1759173" h="1305015">
                  <a:moveTo>
                    <a:pt x="100147" y="946595"/>
                  </a:moveTo>
                  <a:lnTo>
                    <a:pt x="90673" y="957999"/>
                  </a:lnTo>
                  <a:lnTo>
                    <a:pt x="100468" y="965485"/>
                  </a:lnTo>
                  <a:close/>
                  <a:moveTo>
                    <a:pt x="56912" y="919152"/>
                  </a:moveTo>
                  <a:lnTo>
                    <a:pt x="90673" y="957999"/>
                  </a:lnTo>
                  <a:lnTo>
                    <a:pt x="100147" y="946595"/>
                  </a:lnTo>
                  <a:close/>
                  <a:moveTo>
                    <a:pt x="56912" y="919152"/>
                  </a:moveTo>
                  <a:lnTo>
                    <a:pt x="80100" y="895058"/>
                  </a:lnTo>
                  <a:lnTo>
                    <a:pt x="24020" y="883473"/>
                  </a:lnTo>
                  <a:close/>
                  <a:moveTo>
                    <a:pt x="80100" y="895058"/>
                  </a:moveTo>
                  <a:lnTo>
                    <a:pt x="57498" y="873741"/>
                  </a:lnTo>
                  <a:lnTo>
                    <a:pt x="24020" y="883473"/>
                  </a:lnTo>
                  <a:close/>
                  <a:moveTo>
                    <a:pt x="10796" y="843522"/>
                  </a:moveTo>
                  <a:lnTo>
                    <a:pt x="24020" y="883473"/>
                  </a:lnTo>
                  <a:lnTo>
                    <a:pt x="57498" y="873741"/>
                  </a:lnTo>
                  <a:close/>
                  <a:moveTo>
                    <a:pt x="10796" y="843522"/>
                  </a:moveTo>
                  <a:lnTo>
                    <a:pt x="0" y="867616"/>
                  </a:lnTo>
                  <a:lnTo>
                    <a:pt x="24020" y="883473"/>
                  </a:lnTo>
                  <a:close/>
                  <a:moveTo>
                    <a:pt x="128468" y="998132"/>
                  </a:moveTo>
                  <a:lnTo>
                    <a:pt x="100468" y="965485"/>
                  </a:lnTo>
                  <a:lnTo>
                    <a:pt x="131580" y="1002935"/>
                  </a:lnTo>
                  <a:close/>
                  <a:moveTo>
                    <a:pt x="129908" y="878808"/>
                  </a:moveTo>
                  <a:lnTo>
                    <a:pt x="176381" y="879009"/>
                  </a:lnTo>
                  <a:lnTo>
                    <a:pt x="135315" y="855107"/>
                  </a:lnTo>
                  <a:close/>
                  <a:moveTo>
                    <a:pt x="428826" y="1128647"/>
                  </a:moveTo>
                  <a:lnTo>
                    <a:pt x="427774" y="1140274"/>
                  </a:lnTo>
                  <a:lnTo>
                    <a:pt x="445095" y="1139939"/>
                  </a:lnTo>
                  <a:close/>
                  <a:moveTo>
                    <a:pt x="445095" y="1139939"/>
                  </a:moveTo>
                  <a:lnTo>
                    <a:pt x="504410" y="1178695"/>
                  </a:lnTo>
                  <a:lnTo>
                    <a:pt x="530310" y="1148970"/>
                  </a:lnTo>
                  <a:close/>
                  <a:moveTo>
                    <a:pt x="435865" y="1104554"/>
                  </a:moveTo>
                  <a:lnTo>
                    <a:pt x="445095" y="1139939"/>
                  </a:lnTo>
                  <a:lnTo>
                    <a:pt x="479358" y="1133145"/>
                  </a:lnTo>
                  <a:close/>
                  <a:moveTo>
                    <a:pt x="372923" y="909879"/>
                  </a:moveTo>
                  <a:lnTo>
                    <a:pt x="330485" y="974038"/>
                  </a:lnTo>
                  <a:lnTo>
                    <a:pt x="352749" y="969349"/>
                  </a:lnTo>
                  <a:close/>
                  <a:moveTo>
                    <a:pt x="720719" y="1305015"/>
                  </a:moveTo>
                  <a:lnTo>
                    <a:pt x="769021" y="1240985"/>
                  </a:lnTo>
                  <a:lnTo>
                    <a:pt x="728515" y="1235934"/>
                  </a:lnTo>
                  <a:close/>
                  <a:moveTo>
                    <a:pt x="728515" y="1235934"/>
                  </a:moveTo>
                  <a:lnTo>
                    <a:pt x="769021" y="1240985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37865" y="1165590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87362" y="1141536"/>
                  </a:lnTo>
                  <a:lnTo>
                    <a:pt x="734845" y="1119862"/>
                  </a:lnTo>
                  <a:close/>
                  <a:moveTo>
                    <a:pt x="605224" y="1071974"/>
                  </a:moveTo>
                  <a:lnTo>
                    <a:pt x="597132" y="1089228"/>
                  </a:lnTo>
                  <a:lnTo>
                    <a:pt x="671868" y="1118519"/>
                  </a:lnTo>
                  <a:close/>
                  <a:moveTo>
                    <a:pt x="193052" y="626502"/>
                  </a:moveTo>
                  <a:lnTo>
                    <a:pt x="225780" y="616630"/>
                  </a:lnTo>
                  <a:lnTo>
                    <a:pt x="195683" y="612345"/>
                  </a:lnTo>
                  <a:close/>
                  <a:moveTo>
                    <a:pt x="195683" y="612345"/>
                  </a:moveTo>
                  <a:lnTo>
                    <a:pt x="225780" y="616630"/>
                  </a:lnTo>
                  <a:lnTo>
                    <a:pt x="248330" y="544783"/>
                  </a:lnTo>
                  <a:close/>
                  <a:moveTo>
                    <a:pt x="198989" y="546914"/>
                  </a:moveTo>
                  <a:lnTo>
                    <a:pt x="195683" y="612345"/>
                  </a:lnTo>
                  <a:lnTo>
                    <a:pt x="248330" y="544783"/>
                  </a:lnTo>
                  <a:close/>
                  <a:moveTo>
                    <a:pt x="799248" y="1090925"/>
                  </a:moveTo>
                  <a:lnTo>
                    <a:pt x="849573" y="1087994"/>
                  </a:lnTo>
                  <a:lnTo>
                    <a:pt x="840614" y="1032535"/>
                  </a:lnTo>
                  <a:close/>
                  <a:moveTo>
                    <a:pt x="454816" y="741832"/>
                  </a:moveTo>
                  <a:lnTo>
                    <a:pt x="449055" y="750047"/>
                  </a:lnTo>
                  <a:lnTo>
                    <a:pt x="508985" y="735776"/>
                  </a:lnTo>
                  <a:close/>
                  <a:moveTo>
                    <a:pt x="446485" y="740437"/>
                  </a:moveTo>
                  <a:lnTo>
                    <a:pt x="454816" y="741832"/>
                  </a:lnTo>
                  <a:lnTo>
                    <a:pt x="488433" y="722600"/>
                  </a:lnTo>
                  <a:close/>
                  <a:moveTo>
                    <a:pt x="693656" y="853568"/>
                  </a:moveTo>
                  <a:lnTo>
                    <a:pt x="722010" y="927508"/>
                  </a:lnTo>
                  <a:lnTo>
                    <a:pt x="704168" y="905105"/>
                  </a:lnTo>
                  <a:close/>
                  <a:moveTo>
                    <a:pt x="693656" y="853568"/>
                  </a:moveTo>
                  <a:lnTo>
                    <a:pt x="682451" y="858943"/>
                  </a:lnTo>
                  <a:lnTo>
                    <a:pt x="665862" y="901722"/>
                  </a:lnTo>
                  <a:close/>
                  <a:moveTo>
                    <a:pt x="553804" y="723052"/>
                  </a:moveTo>
                  <a:lnTo>
                    <a:pt x="594745" y="704036"/>
                  </a:lnTo>
                  <a:lnTo>
                    <a:pt x="513285" y="680617"/>
                  </a:lnTo>
                  <a:close/>
                  <a:moveTo>
                    <a:pt x="599848" y="694684"/>
                  </a:moveTo>
                  <a:lnTo>
                    <a:pt x="633830" y="710243"/>
                  </a:lnTo>
                  <a:lnTo>
                    <a:pt x="609470" y="698958"/>
                  </a:lnTo>
                  <a:close/>
                  <a:moveTo>
                    <a:pt x="599848" y="694684"/>
                  </a:moveTo>
                  <a:lnTo>
                    <a:pt x="609470" y="698958"/>
                  </a:lnTo>
                  <a:lnTo>
                    <a:pt x="614544" y="687940"/>
                  </a:lnTo>
                  <a:close/>
                  <a:moveTo>
                    <a:pt x="599848" y="694684"/>
                  </a:moveTo>
                  <a:lnTo>
                    <a:pt x="614544" y="687940"/>
                  </a:lnTo>
                  <a:lnTo>
                    <a:pt x="548200" y="676256"/>
                  </a:lnTo>
                  <a:close/>
                  <a:moveTo>
                    <a:pt x="919868" y="817856"/>
                  </a:moveTo>
                  <a:lnTo>
                    <a:pt x="877889" y="814002"/>
                  </a:lnTo>
                  <a:lnTo>
                    <a:pt x="920910" y="879752"/>
                  </a:lnTo>
                  <a:close/>
                  <a:moveTo>
                    <a:pt x="860890" y="702172"/>
                  </a:moveTo>
                  <a:lnTo>
                    <a:pt x="803547" y="650771"/>
                  </a:lnTo>
                  <a:lnTo>
                    <a:pt x="860758" y="702444"/>
                  </a:lnTo>
                  <a:close/>
                  <a:moveTo>
                    <a:pt x="798665" y="652199"/>
                  </a:moveTo>
                  <a:lnTo>
                    <a:pt x="795724" y="633202"/>
                  </a:lnTo>
                  <a:lnTo>
                    <a:pt x="741242" y="604182"/>
                  </a:lnTo>
                  <a:close/>
                  <a:moveTo>
                    <a:pt x="675255" y="532144"/>
                  </a:moveTo>
                  <a:lnTo>
                    <a:pt x="704705" y="547697"/>
                  </a:lnTo>
                  <a:lnTo>
                    <a:pt x="646000" y="512121"/>
                  </a:lnTo>
                  <a:close/>
                  <a:moveTo>
                    <a:pt x="623977" y="496161"/>
                  </a:moveTo>
                  <a:lnTo>
                    <a:pt x="646000" y="512121"/>
                  </a:lnTo>
                  <a:lnTo>
                    <a:pt x="582789" y="462785"/>
                  </a:lnTo>
                  <a:close/>
                  <a:moveTo>
                    <a:pt x="582789" y="462785"/>
                  </a:moveTo>
                  <a:lnTo>
                    <a:pt x="646000" y="512121"/>
                  </a:lnTo>
                  <a:lnTo>
                    <a:pt x="595638" y="468718"/>
                  </a:lnTo>
                  <a:close/>
                  <a:moveTo>
                    <a:pt x="675255" y="532144"/>
                  </a:moveTo>
                  <a:lnTo>
                    <a:pt x="646000" y="512121"/>
                  </a:lnTo>
                  <a:lnTo>
                    <a:pt x="623977" y="496161"/>
                  </a:lnTo>
                  <a:close/>
                  <a:moveTo>
                    <a:pt x="929345" y="648537"/>
                  </a:moveTo>
                  <a:lnTo>
                    <a:pt x="886975" y="626677"/>
                  </a:lnTo>
                  <a:lnTo>
                    <a:pt x="860890" y="702172"/>
                  </a:lnTo>
                  <a:close/>
                  <a:moveTo>
                    <a:pt x="741242" y="604182"/>
                  </a:moveTo>
                  <a:lnTo>
                    <a:pt x="795724" y="633202"/>
                  </a:lnTo>
                  <a:lnTo>
                    <a:pt x="818641" y="583985"/>
                  </a:lnTo>
                  <a:close/>
                  <a:moveTo>
                    <a:pt x="886975" y="626677"/>
                  </a:moveTo>
                  <a:lnTo>
                    <a:pt x="929345" y="648537"/>
                  </a:lnTo>
                  <a:lnTo>
                    <a:pt x="943440" y="610464"/>
                  </a:lnTo>
                  <a:close/>
                  <a:moveTo>
                    <a:pt x="873982" y="616218"/>
                  </a:moveTo>
                  <a:lnTo>
                    <a:pt x="943440" y="610464"/>
                  </a:lnTo>
                  <a:lnTo>
                    <a:pt x="949585" y="589311"/>
                  </a:lnTo>
                  <a:close/>
                  <a:moveTo>
                    <a:pt x="1142749" y="687862"/>
                  </a:moveTo>
                  <a:lnTo>
                    <a:pt x="1143631" y="757192"/>
                  </a:lnTo>
                  <a:lnTo>
                    <a:pt x="1203023" y="703264"/>
                  </a:lnTo>
                  <a:close/>
                  <a:moveTo>
                    <a:pt x="1115113" y="647586"/>
                  </a:moveTo>
                  <a:lnTo>
                    <a:pt x="1145030" y="661118"/>
                  </a:lnTo>
                  <a:lnTo>
                    <a:pt x="1112587" y="630025"/>
                  </a:lnTo>
                  <a:close/>
                  <a:moveTo>
                    <a:pt x="1060488" y="591271"/>
                  </a:moveTo>
                  <a:lnTo>
                    <a:pt x="1115113" y="647586"/>
                  </a:lnTo>
                  <a:lnTo>
                    <a:pt x="1112587" y="630025"/>
                  </a:lnTo>
                  <a:close/>
                  <a:moveTo>
                    <a:pt x="1348686" y="898524"/>
                  </a:moveTo>
                  <a:lnTo>
                    <a:pt x="1403148" y="927469"/>
                  </a:lnTo>
                  <a:lnTo>
                    <a:pt x="1433261" y="905157"/>
                  </a:lnTo>
                  <a:close/>
                  <a:moveTo>
                    <a:pt x="1142575" y="562518"/>
                  </a:moveTo>
                  <a:lnTo>
                    <a:pt x="1086212" y="570358"/>
                  </a:lnTo>
                  <a:lnTo>
                    <a:pt x="1152488" y="617201"/>
                  </a:lnTo>
                  <a:close/>
                  <a:moveTo>
                    <a:pt x="1053587" y="578489"/>
                  </a:moveTo>
                  <a:lnTo>
                    <a:pt x="1086212" y="570358"/>
                  </a:lnTo>
                  <a:lnTo>
                    <a:pt x="1096677" y="520109"/>
                  </a:lnTo>
                  <a:close/>
                  <a:moveTo>
                    <a:pt x="1086212" y="570358"/>
                  </a:moveTo>
                  <a:lnTo>
                    <a:pt x="1142575" y="562518"/>
                  </a:lnTo>
                  <a:lnTo>
                    <a:pt x="1096677" y="520109"/>
                  </a:lnTo>
                  <a:close/>
                  <a:moveTo>
                    <a:pt x="1142575" y="562518"/>
                  </a:moveTo>
                  <a:lnTo>
                    <a:pt x="1148536" y="539326"/>
                  </a:lnTo>
                  <a:lnTo>
                    <a:pt x="1096677" y="520109"/>
                  </a:lnTo>
                  <a:close/>
                  <a:moveTo>
                    <a:pt x="1489516" y="846829"/>
                  </a:moveTo>
                  <a:lnTo>
                    <a:pt x="1433261" y="905157"/>
                  </a:lnTo>
                  <a:lnTo>
                    <a:pt x="1481634" y="911340"/>
                  </a:lnTo>
                  <a:close/>
                  <a:moveTo>
                    <a:pt x="1531769" y="850460"/>
                  </a:moveTo>
                  <a:lnTo>
                    <a:pt x="1489516" y="846829"/>
                  </a:lnTo>
                  <a:lnTo>
                    <a:pt x="1481634" y="911340"/>
                  </a:lnTo>
                  <a:close/>
                  <a:moveTo>
                    <a:pt x="1220137" y="478764"/>
                  </a:moveTo>
                  <a:lnTo>
                    <a:pt x="1237040" y="427228"/>
                  </a:lnTo>
                  <a:lnTo>
                    <a:pt x="1214242" y="479494"/>
                  </a:lnTo>
                  <a:close/>
                  <a:moveTo>
                    <a:pt x="1214242" y="479494"/>
                  </a:moveTo>
                  <a:lnTo>
                    <a:pt x="1195018" y="432379"/>
                  </a:lnTo>
                  <a:lnTo>
                    <a:pt x="1213049" y="478764"/>
                  </a:lnTo>
                  <a:close/>
                  <a:moveTo>
                    <a:pt x="1220137" y="478764"/>
                  </a:moveTo>
                  <a:lnTo>
                    <a:pt x="1217243" y="477053"/>
                  </a:lnTo>
                  <a:lnTo>
                    <a:pt x="1237040" y="427228"/>
                  </a:lnTo>
                  <a:close/>
                  <a:moveTo>
                    <a:pt x="1333138" y="333312"/>
                  </a:moveTo>
                  <a:lnTo>
                    <a:pt x="1279677" y="338792"/>
                  </a:lnTo>
                  <a:lnTo>
                    <a:pt x="1339792" y="390645"/>
                  </a:lnTo>
                  <a:close/>
                  <a:moveTo>
                    <a:pt x="1279677" y="338792"/>
                  </a:moveTo>
                  <a:lnTo>
                    <a:pt x="1273524" y="327503"/>
                  </a:lnTo>
                  <a:lnTo>
                    <a:pt x="1274613" y="391551"/>
                  </a:lnTo>
                  <a:close/>
                  <a:moveTo>
                    <a:pt x="1455770" y="533649"/>
                  </a:moveTo>
                  <a:lnTo>
                    <a:pt x="1506858" y="519016"/>
                  </a:lnTo>
                  <a:lnTo>
                    <a:pt x="1514874" y="496018"/>
                  </a:lnTo>
                  <a:close/>
                  <a:moveTo>
                    <a:pt x="1440854" y="528848"/>
                  </a:moveTo>
                  <a:lnTo>
                    <a:pt x="1455770" y="533649"/>
                  </a:lnTo>
                  <a:lnTo>
                    <a:pt x="1514874" y="496018"/>
                  </a:lnTo>
                  <a:close/>
                  <a:moveTo>
                    <a:pt x="1506858" y="519016"/>
                  </a:moveTo>
                  <a:lnTo>
                    <a:pt x="1540565" y="509556"/>
                  </a:lnTo>
                  <a:lnTo>
                    <a:pt x="1514874" y="496018"/>
                  </a:lnTo>
                  <a:close/>
                  <a:moveTo>
                    <a:pt x="1384952" y="416673"/>
                  </a:moveTo>
                  <a:lnTo>
                    <a:pt x="1406718" y="401217"/>
                  </a:lnTo>
                  <a:lnTo>
                    <a:pt x="1359705" y="400120"/>
                  </a:lnTo>
                  <a:close/>
                  <a:moveTo>
                    <a:pt x="1544525" y="433925"/>
                  </a:moveTo>
                  <a:lnTo>
                    <a:pt x="1540565" y="509556"/>
                  </a:lnTo>
                  <a:lnTo>
                    <a:pt x="1583113" y="441575"/>
                  </a:lnTo>
                  <a:close/>
                  <a:moveTo>
                    <a:pt x="1583113" y="441575"/>
                  </a:moveTo>
                  <a:lnTo>
                    <a:pt x="1540565" y="509556"/>
                  </a:lnTo>
                  <a:lnTo>
                    <a:pt x="1573258" y="503016"/>
                  </a:lnTo>
                  <a:close/>
                  <a:moveTo>
                    <a:pt x="1460774" y="354946"/>
                  </a:moveTo>
                  <a:lnTo>
                    <a:pt x="1486112" y="406483"/>
                  </a:lnTo>
                  <a:lnTo>
                    <a:pt x="1445823" y="342426"/>
                  </a:lnTo>
                  <a:close/>
                  <a:moveTo>
                    <a:pt x="1288932" y="80296"/>
                  </a:moveTo>
                  <a:lnTo>
                    <a:pt x="1326757" y="73169"/>
                  </a:lnTo>
                  <a:lnTo>
                    <a:pt x="1295274" y="64103"/>
                  </a:lnTo>
                  <a:close/>
                  <a:moveTo>
                    <a:pt x="1629276" y="432714"/>
                  </a:moveTo>
                  <a:lnTo>
                    <a:pt x="1583113" y="441575"/>
                  </a:lnTo>
                  <a:lnTo>
                    <a:pt x="1628507" y="436621"/>
                  </a:lnTo>
                  <a:close/>
                  <a:moveTo>
                    <a:pt x="1629276" y="432714"/>
                  </a:moveTo>
                  <a:lnTo>
                    <a:pt x="1584833" y="430863"/>
                  </a:lnTo>
                  <a:lnTo>
                    <a:pt x="1583113" y="441575"/>
                  </a:lnTo>
                  <a:close/>
                  <a:moveTo>
                    <a:pt x="1584833" y="430863"/>
                  </a:moveTo>
                  <a:lnTo>
                    <a:pt x="1629276" y="432714"/>
                  </a:lnTo>
                  <a:lnTo>
                    <a:pt x="1642649" y="359099"/>
                  </a:lnTo>
                  <a:close/>
                  <a:moveTo>
                    <a:pt x="1584833" y="430863"/>
                  </a:moveTo>
                  <a:lnTo>
                    <a:pt x="1642649" y="359099"/>
                  </a:lnTo>
                  <a:lnTo>
                    <a:pt x="1593892" y="360756"/>
                  </a:lnTo>
                  <a:close/>
                  <a:moveTo>
                    <a:pt x="1642649" y="359099"/>
                  </a:moveTo>
                  <a:lnTo>
                    <a:pt x="1643138" y="356423"/>
                  </a:lnTo>
                  <a:lnTo>
                    <a:pt x="1595973" y="354757"/>
                  </a:lnTo>
                  <a:close/>
                  <a:moveTo>
                    <a:pt x="1360929" y="0"/>
                  </a:moveTo>
                  <a:lnTo>
                    <a:pt x="1326757" y="73169"/>
                  </a:lnTo>
                  <a:lnTo>
                    <a:pt x="1349404" y="69116"/>
                  </a:lnTo>
                  <a:close/>
                  <a:moveTo>
                    <a:pt x="1414093" y="54507"/>
                  </a:moveTo>
                  <a:lnTo>
                    <a:pt x="1416492" y="49075"/>
                  </a:lnTo>
                  <a:lnTo>
                    <a:pt x="1389753" y="67987"/>
                  </a:lnTo>
                  <a:close/>
                  <a:moveTo>
                    <a:pt x="1360929" y="0"/>
                  </a:moveTo>
                  <a:lnTo>
                    <a:pt x="1349404" y="69116"/>
                  </a:lnTo>
                  <a:lnTo>
                    <a:pt x="1389753" y="67987"/>
                  </a:lnTo>
                  <a:close/>
                  <a:moveTo>
                    <a:pt x="1643138" y="356423"/>
                  </a:moveTo>
                  <a:lnTo>
                    <a:pt x="1659848" y="284001"/>
                  </a:lnTo>
                  <a:lnTo>
                    <a:pt x="1595973" y="354757"/>
                  </a:lnTo>
                  <a:close/>
                  <a:moveTo>
                    <a:pt x="1643138" y="356423"/>
                  </a:moveTo>
                  <a:lnTo>
                    <a:pt x="1689578" y="355378"/>
                  </a:lnTo>
                  <a:lnTo>
                    <a:pt x="1713027" y="308148"/>
                  </a:lnTo>
                  <a:close/>
                  <a:moveTo>
                    <a:pt x="1759173" y="277589"/>
                  </a:moveTo>
                  <a:lnTo>
                    <a:pt x="1720208" y="271284"/>
                  </a:lnTo>
                  <a:lnTo>
                    <a:pt x="1713027" y="308148"/>
                  </a:lnTo>
                  <a:close/>
                  <a:moveTo>
                    <a:pt x="1720208" y="271284"/>
                  </a:moveTo>
                  <a:lnTo>
                    <a:pt x="1759173" y="277589"/>
                  </a:lnTo>
                  <a:lnTo>
                    <a:pt x="1752699" y="220109"/>
                  </a:lnTo>
                  <a:close/>
                  <a:moveTo>
                    <a:pt x="1537489" y="117656"/>
                  </a:moveTo>
                  <a:lnTo>
                    <a:pt x="1577670" y="122972"/>
                  </a:lnTo>
                  <a:lnTo>
                    <a:pt x="1564367" y="71045"/>
                  </a:lnTo>
                  <a:close/>
                  <a:moveTo>
                    <a:pt x="1564367" y="71045"/>
                  </a:moveTo>
                  <a:lnTo>
                    <a:pt x="1602180" y="128054"/>
                  </a:lnTo>
                  <a:lnTo>
                    <a:pt x="1592562" y="76518"/>
                  </a:lnTo>
                  <a:close/>
                  <a:moveTo>
                    <a:pt x="1564367" y="71045"/>
                  </a:moveTo>
                  <a:lnTo>
                    <a:pt x="1577670" y="122972"/>
                  </a:lnTo>
                  <a:lnTo>
                    <a:pt x="1602180" y="12805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05" name="Output_density__4304">
              <a:extLst>
                <a:ext uri="{FF2B5EF4-FFF2-40B4-BE49-F238E27FC236}">
                  <a16:creationId xmlns:a16="http://schemas.microsoft.com/office/drawing/2014/main" id="{971B6EDC-21C2-72FA-9FE2-0D2E4D4B660C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336723"/>
              <a:ext cx="1787663" cy="1343324"/>
            </a:xfrm>
            <a:custGeom>
              <a:avLst/>
              <a:gdLst/>
              <a:ahLst/>
              <a:cxnLst/>
              <a:rect l="0" t="0" r="0" b="0"/>
              <a:pathLst>
                <a:path w="1787663" h="1343324">
                  <a:moveTo>
                    <a:pt x="115064" y="897520"/>
                  </a:moveTo>
                  <a:lnTo>
                    <a:pt x="91876" y="921614"/>
                  </a:lnTo>
                  <a:lnTo>
                    <a:pt x="135111" y="949057"/>
                  </a:lnTo>
                  <a:close/>
                  <a:moveTo>
                    <a:pt x="45759" y="845984"/>
                  </a:moveTo>
                  <a:lnTo>
                    <a:pt x="8585" y="806878"/>
                  </a:lnTo>
                  <a:lnTo>
                    <a:pt x="0" y="818541"/>
                  </a:lnTo>
                  <a:close/>
                  <a:moveTo>
                    <a:pt x="45759" y="845984"/>
                  </a:moveTo>
                  <a:lnTo>
                    <a:pt x="0" y="818541"/>
                  </a:lnTo>
                  <a:lnTo>
                    <a:pt x="34964" y="870078"/>
                  </a:lnTo>
                  <a:close/>
                  <a:moveTo>
                    <a:pt x="537612" y="1234183"/>
                  </a:moveTo>
                  <a:lnTo>
                    <a:pt x="533425" y="1302152"/>
                  </a:lnTo>
                  <a:lnTo>
                    <a:pt x="555388" y="1249368"/>
                  </a:lnTo>
                  <a:close/>
                  <a:moveTo>
                    <a:pt x="537612" y="1234183"/>
                  </a:moveTo>
                  <a:lnTo>
                    <a:pt x="479257" y="1258277"/>
                  </a:lnTo>
                  <a:lnTo>
                    <a:pt x="533425" y="1302152"/>
                  </a:lnTo>
                  <a:close/>
                  <a:moveTo>
                    <a:pt x="555388" y="1249368"/>
                  </a:moveTo>
                  <a:lnTo>
                    <a:pt x="533425" y="1302152"/>
                  </a:lnTo>
                  <a:lnTo>
                    <a:pt x="604072" y="1256715"/>
                  </a:lnTo>
                  <a:close/>
                  <a:moveTo>
                    <a:pt x="480058" y="1142401"/>
                  </a:moveTo>
                  <a:lnTo>
                    <a:pt x="462737" y="1142736"/>
                  </a:lnTo>
                  <a:lnTo>
                    <a:pt x="536215" y="1182646"/>
                  </a:lnTo>
                  <a:close/>
                  <a:moveTo>
                    <a:pt x="673957" y="1343324"/>
                  </a:moveTo>
                  <a:lnTo>
                    <a:pt x="728235" y="1313162"/>
                  </a:lnTo>
                  <a:lnTo>
                    <a:pt x="680314" y="1330768"/>
                  </a:lnTo>
                  <a:close/>
                  <a:moveTo>
                    <a:pt x="752825" y="1328624"/>
                  </a:moveTo>
                  <a:lnTo>
                    <a:pt x="728235" y="1313162"/>
                  </a:lnTo>
                  <a:lnTo>
                    <a:pt x="673957" y="1343324"/>
                  </a:lnTo>
                  <a:close/>
                  <a:moveTo>
                    <a:pt x="680314" y="1330768"/>
                  </a:moveTo>
                  <a:lnTo>
                    <a:pt x="728235" y="1313162"/>
                  </a:lnTo>
                  <a:lnTo>
                    <a:pt x="696872" y="1294103"/>
                  </a:lnTo>
                  <a:close/>
                  <a:moveTo>
                    <a:pt x="608513" y="1225673"/>
                  </a:moveTo>
                  <a:lnTo>
                    <a:pt x="555388" y="1249368"/>
                  </a:lnTo>
                  <a:lnTo>
                    <a:pt x="604072" y="1256715"/>
                  </a:lnTo>
                  <a:close/>
                  <a:moveTo>
                    <a:pt x="536215" y="1182646"/>
                  </a:moveTo>
                  <a:lnTo>
                    <a:pt x="539374" y="1181157"/>
                  </a:lnTo>
                  <a:lnTo>
                    <a:pt x="480058" y="1142401"/>
                  </a:lnTo>
                  <a:close/>
                  <a:moveTo>
                    <a:pt x="539374" y="1181157"/>
                  </a:moveTo>
                  <a:lnTo>
                    <a:pt x="589867" y="1178089"/>
                  </a:lnTo>
                  <a:lnTo>
                    <a:pt x="565274" y="1151432"/>
                  </a:lnTo>
                  <a:close/>
                  <a:moveTo>
                    <a:pt x="311200" y="963758"/>
                  </a:moveTo>
                  <a:lnTo>
                    <a:pt x="345597" y="973776"/>
                  </a:lnTo>
                  <a:lnTo>
                    <a:pt x="341196" y="914611"/>
                  </a:lnTo>
                  <a:close/>
                  <a:moveTo>
                    <a:pt x="345597" y="973776"/>
                  </a:moveTo>
                  <a:lnTo>
                    <a:pt x="365448" y="976499"/>
                  </a:lnTo>
                  <a:lnTo>
                    <a:pt x="341196" y="914611"/>
                  </a:lnTo>
                  <a:close/>
                  <a:moveTo>
                    <a:pt x="728235" y="1313162"/>
                  </a:moveTo>
                  <a:lnTo>
                    <a:pt x="752825" y="1328624"/>
                  </a:lnTo>
                  <a:lnTo>
                    <a:pt x="755683" y="1307477"/>
                  </a:lnTo>
                  <a:close/>
                  <a:moveTo>
                    <a:pt x="755683" y="1307477"/>
                  </a:moveTo>
                  <a:lnTo>
                    <a:pt x="696872" y="1294103"/>
                  </a:lnTo>
                  <a:lnTo>
                    <a:pt x="728235" y="1313162"/>
                  </a:lnTo>
                  <a:close/>
                  <a:moveTo>
                    <a:pt x="708984" y="1244716"/>
                  </a:moveTo>
                  <a:lnTo>
                    <a:pt x="696872" y="1294103"/>
                  </a:lnTo>
                  <a:lnTo>
                    <a:pt x="755683" y="1307477"/>
                  </a:lnTo>
                  <a:close/>
                  <a:moveTo>
                    <a:pt x="763479" y="1238395"/>
                  </a:moveTo>
                  <a:lnTo>
                    <a:pt x="708984" y="1244716"/>
                  </a:lnTo>
                  <a:lnTo>
                    <a:pt x="755683" y="1307477"/>
                  </a:lnTo>
                  <a:close/>
                  <a:moveTo>
                    <a:pt x="808517" y="1302505"/>
                  </a:moveTo>
                  <a:lnTo>
                    <a:pt x="755683" y="1307477"/>
                  </a:lnTo>
                  <a:lnTo>
                    <a:pt x="752825" y="1328624"/>
                  </a:lnTo>
                  <a:close/>
                  <a:moveTo>
                    <a:pt x="708984" y="1244716"/>
                  </a:moveTo>
                  <a:lnTo>
                    <a:pt x="763479" y="1238395"/>
                  </a:lnTo>
                  <a:lnTo>
                    <a:pt x="712431" y="1217375"/>
                  </a:lnTo>
                  <a:close/>
                  <a:moveTo>
                    <a:pt x="763479" y="1238395"/>
                  </a:moveTo>
                  <a:lnTo>
                    <a:pt x="764092" y="1235849"/>
                  </a:lnTo>
                  <a:lnTo>
                    <a:pt x="712431" y="1217375"/>
                  </a:lnTo>
                  <a:close/>
                  <a:moveTo>
                    <a:pt x="656943" y="1144815"/>
                  </a:moveTo>
                  <a:lnTo>
                    <a:pt x="669822" y="1134458"/>
                  </a:lnTo>
                  <a:lnTo>
                    <a:pt x="632095" y="1091690"/>
                  </a:lnTo>
                  <a:close/>
                  <a:moveTo>
                    <a:pt x="260744" y="619092"/>
                  </a:moveTo>
                  <a:lnTo>
                    <a:pt x="228016" y="628963"/>
                  </a:lnTo>
                  <a:lnTo>
                    <a:pt x="269701" y="621039"/>
                  </a:lnTo>
                  <a:close/>
                  <a:moveTo>
                    <a:pt x="772828" y="1168052"/>
                  </a:moveTo>
                  <a:lnTo>
                    <a:pt x="712431" y="1217375"/>
                  </a:lnTo>
                  <a:lnTo>
                    <a:pt x="764092" y="1235849"/>
                  </a:lnTo>
                  <a:close/>
                  <a:moveTo>
                    <a:pt x="772828" y="1168052"/>
                  </a:moveTo>
                  <a:lnTo>
                    <a:pt x="814068" y="1172507"/>
                  </a:lnTo>
                  <a:lnTo>
                    <a:pt x="769809" y="1122324"/>
                  </a:lnTo>
                  <a:close/>
                  <a:moveTo>
                    <a:pt x="706831" y="1120981"/>
                  </a:moveTo>
                  <a:lnTo>
                    <a:pt x="632095" y="1091690"/>
                  </a:lnTo>
                  <a:lnTo>
                    <a:pt x="669822" y="1134458"/>
                  </a:lnTo>
                  <a:close/>
                  <a:moveTo>
                    <a:pt x="694493" y="1068269"/>
                  </a:moveTo>
                  <a:lnTo>
                    <a:pt x="640187" y="1074436"/>
                  </a:lnTo>
                  <a:lnTo>
                    <a:pt x="706831" y="1120981"/>
                  </a:lnTo>
                  <a:close/>
                  <a:moveTo>
                    <a:pt x="640187" y="1074436"/>
                  </a:moveTo>
                  <a:lnTo>
                    <a:pt x="694493" y="1068269"/>
                  </a:lnTo>
                  <a:lnTo>
                    <a:pt x="675286" y="1021141"/>
                  </a:lnTo>
                  <a:close/>
                  <a:moveTo>
                    <a:pt x="640187" y="1074436"/>
                  </a:moveTo>
                  <a:lnTo>
                    <a:pt x="675286" y="1021141"/>
                  </a:lnTo>
                  <a:lnTo>
                    <a:pt x="616865" y="1030655"/>
                  </a:lnTo>
                  <a:close/>
                  <a:moveTo>
                    <a:pt x="616865" y="1030655"/>
                  </a:moveTo>
                  <a:lnTo>
                    <a:pt x="675286" y="1021141"/>
                  </a:lnTo>
                  <a:lnTo>
                    <a:pt x="610777" y="972861"/>
                  </a:lnTo>
                  <a:close/>
                  <a:moveTo>
                    <a:pt x="481448" y="742899"/>
                  </a:moveTo>
                  <a:lnTo>
                    <a:pt x="457224" y="773702"/>
                  </a:lnTo>
                  <a:lnTo>
                    <a:pt x="474795" y="756476"/>
                  </a:lnTo>
                  <a:close/>
                  <a:moveTo>
                    <a:pt x="233953" y="549376"/>
                  </a:moveTo>
                  <a:lnTo>
                    <a:pt x="283294" y="547245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85877" y="535721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96178" y="543462"/>
                  </a:lnTo>
                  <a:lnTo>
                    <a:pt x="285877" y="535721"/>
                  </a:lnTo>
                  <a:close/>
                  <a:moveTo>
                    <a:pt x="834212" y="1093387"/>
                  </a:moveTo>
                  <a:lnTo>
                    <a:pt x="769809" y="1122324"/>
                  </a:lnTo>
                  <a:lnTo>
                    <a:pt x="822325" y="1143998"/>
                  </a:lnTo>
                  <a:close/>
                  <a:moveTo>
                    <a:pt x="489779" y="744294"/>
                  </a:moveTo>
                  <a:lnTo>
                    <a:pt x="543948" y="738238"/>
                  </a:lnTo>
                  <a:lnTo>
                    <a:pt x="523397" y="725061"/>
                  </a:lnTo>
                  <a:close/>
                  <a:moveTo>
                    <a:pt x="443707" y="570904"/>
                  </a:moveTo>
                  <a:lnTo>
                    <a:pt x="482553" y="622441"/>
                  </a:lnTo>
                  <a:lnTo>
                    <a:pt x="440951" y="594998"/>
                  </a:lnTo>
                  <a:close/>
                  <a:moveTo>
                    <a:pt x="366644" y="580208"/>
                  </a:moveTo>
                  <a:lnTo>
                    <a:pt x="412982" y="570904"/>
                  </a:lnTo>
                  <a:lnTo>
                    <a:pt x="369619" y="539240"/>
                  </a:lnTo>
                  <a:close/>
                  <a:moveTo>
                    <a:pt x="296178" y="543462"/>
                  </a:moveTo>
                  <a:lnTo>
                    <a:pt x="330939" y="519368"/>
                  </a:lnTo>
                  <a:lnTo>
                    <a:pt x="285877" y="535721"/>
                  </a:lnTo>
                  <a:close/>
                  <a:moveTo>
                    <a:pt x="654290" y="752957"/>
                  </a:moveTo>
                  <a:lnTo>
                    <a:pt x="644434" y="701420"/>
                  </a:lnTo>
                  <a:lnTo>
                    <a:pt x="655523" y="734805"/>
                  </a:lnTo>
                  <a:close/>
                  <a:moveTo>
                    <a:pt x="634811" y="697146"/>
                  </a:moveTo>
                  <a:lnTo>
                    <a:pt x="629709" y="706498"/>
                  </a:lnTo>
                  <a:lnTo>
                    <a:pt x="626057" y="725514"/>
                  </a:lnTo>
                  <a:close/>
                  <a:moveTo>
                    <a:pt x="485756" y="624105"/>
                  </a:moveTo>
                  <a:lnTo>
                    <a:pt x="482553" y="622441"/>
                  </a:lnTo>
                  <a:lnTo>
                    <a:pt x="512705" y="598347"/>
                  </a:lnTo>
                  <a:close/>
                  <a:moveTo>
                    <a:pt x="485756" y="624105"/>
                  </a:moveTo>
                  <a:lnTo>
                    <a:pt x="515309" y="599701"/>
                  </a:lnTo>
                  <a:lnTo>
                    <a:pt x="487365" y="622441"/>
                  </a:lnTo>
                  <a:close/>
                  <a:moveTo>
                    <a:pt x="483552" y="561128"/>
                  </a:moveTo>
                  <a:lnTo>
                    <a:pt x="514598" y="597039"/>
                  </a:lnTo>
                  <a:lnTo>
                    <a:pt x="443707" y="570904"/>
                  </a:lnTo>
                  <a:close/>
                  <a:moveTo>
                    <a:pt x="443707" y="570904"/>
                  </a:moveTo>
                  <a:lnTo>
                    <a:pt x="512705" y="598347"/>
                  </a:lnTo>
                  <a:lnTo>
                    <a:pt x="482553" y="622441"/>
                  </a:lnTo>
                  <a:close/>
                  <a:moveTo>
                    <a:pt x="423333" y="430492"/>
                  </a:moveTo>
                  <a:lnTo>
                    <a:pt x="387038" y="429692"/>
                  </a:lnTo>
                  <a:lnTo>
                    <a:pt x="342638" y="438366"/>
                  </a:lnTo>
                  <a:close/>
                  <a:moveTo>
                    <a:pt x="423333" y="430492"/>
                  </a:moveTo>
                  <a:lnTo>
                    <a:pt x="453698" y="443737"/>
                  </a:lnTo>
                  <a:lnTo>
                    <a:pt x="436985" y="441760"/>
                  </a:lnTo>
                  <a:close/>
                  <a:moveTo>
                    <a:pt x="893538" y="1083138"/>
                  </a:moveTo>
                  <a:lnTo>
                    <a:pt x="860661" y="1071885"/>
                  </a:lnTo>
                  <a:lnTo>
                    <a:pt x="876246" y="1034453"/>
                  </a:lnTo>
                  <a:close/>
                  <a:moveTo>
                    <a:pt x="1027707" y="859378"/>
                  </a:moveTo>
                  <a:lnTo>
                    <a:pt x="995286" y="935009"/>
                  </a:lnTo>
                  <a:lnTo>
                    <a:pt x="1041655" y="910915"/>
                  </a:lnTo>
                  <a:close/>
                  <a:moveTo>
                    <a:pt x="895722" y="704906"/>
                  </a:moveTo>
                  <a:lnTo>
                    <a:pt x="842146" y="710479"/>
                  </a:lnTo>
                  <a:lnTo>
                    <a:pt x="887793" y="774095"/>
                  </a:lnTo>
                  <a:close/>
                  <a:moveTo>
                    <a:pt x="768172" y="669895"/>
                  </a:moveTo>
                  <a:lnTo>
                    <a:pt x="735492" y="658480"/>
                  </a:lnTo>
                  <a:lnTo>
                    <a:pt x="784665" y="719228"/>
                  </a:lnTo>
                  <a:close/>
                  <a:moveTo>
                    <a:pt x="895722" y="704906"/>
                  </a:moveTo>
                  <a:lnTo>
                    <a:pt x="833629" y="654661"/>
                  </a:lnTo>
                  <a:lnTo>
                    <a:pt x="842146" y="710479"/>
                  </a:lnTo>
                  <a:close/>
                  <a:moveTo>
                    <a:pt x="768172" y="669895"/>
                  </a:moveTo>
                  <a:lnTo>
                    <a:pt x="833629" y="654661"/>
                  </a:lnTo>
                  <a:lnTo>
                    <a:pt x="776206" y="606644"/>
                  </a:lnTo>
                  <a:close/>
                  <a:moveTo>
                    <a:pt x="739669" y="550159"/>
                  </a:moveTo>
                  <a:lnTo>
                    <a:pt x="752777" y="556925"/>
                  </a:lnTo>
                  <a:lnTo>
                    <a:pt x="680963" y="514583"/>
                  </a:lnTo>
                  <a:close/>
                  <a:moveTo>
                    <a:pt x="617753" y="465247"/>
                  </a:moveTo>
                  <a:lnTo>
                    <a:pt x="630601" y="471180"/>
                  </a:lnTo>
                  <a:lnTo>
                    <a:pt x="608248" y="462931"/>
                  </a:lnTo>
                  <a:close/>
                  <a:moveTo>
                    <a:pt x="838510" y="653232"/>
                  </a:moveTo>
                  <a:lnTo>
                    <a:pt x="895854" y="704634"/>
                  </a:lnTo>
                  <a:lnTo>
                    <a:pt x="906740" y="633206"/>
                  </a:lnTo>
                  <a:close/>
                  <a:moveTo>
                    <a:pt x="830688" y="635664"/>
                  </a:moveTo>
                  <a:lnTo>
                    <a:pt x="908945" y="618680"/>
                  </a:lnTo>
                  <a:lnTo>
                    <a:pt x="853604" y="586447"/>
                  </a:lnTo>
                  <a:close/>
                  <a:moveTo>
                    <a:pt x="895854" y="704634"/>
                  </a:moveTo>
                  <a:lnTo>
                    <a:pt x="921939" y="629138"/>
                  </a:lnTo>
                  <a:lnTo>
                    <a:pt x="906740" y="633206"/>
                  </a:lnTo>
                  <a:close/>
                  <a:moveTo>
                    <a:pt x="906740" y="633206"/>
                  </a:moveTo>
                  <a:lnTo>
                    <a:pt x="921939" y="629138"/>
                  </a:lnTo>
                  <a:lnTo>
                    <a:pt x="908945" y="618680"/>
                  </a:lnTo>
                  <a:close/>
                  <a:moveTo>
                    <a:pt x="921939" y="629138"/>
                  </a:moveTo>
                  <a:lnTo>
                    <a:pt x="978404" y="612926"/>
                  </a:lnTo>
                  <a:lnTo>
                    <a:pt x="908945" y="618680"/>
                  </a:lnTo>
                  <a:close/>
                  <a:moveTo>
                    <a:pt x="908945" y="618680"/>
                  </a:moveTo>
                  <a:lnTo>
                    <a:pt x="984549" y="591773"/>
                  </a:lnTo>
                  <a:lnTo>
                    <a:pt x="928061" y="555250"/>
                  </a:lnTo>
                  <a:close/>
                  <a:moveTo>
                    <a:pt x="853604" y="586447"/>
                  </a:moveTo>
                  <a:lnTo>
                    <a:pt x="908945" y="618680"/>
                  </a:lnTo>
                  <a:lnTo>
                    <a:pt x="928061" y="555250"/>
                  </a:lnTo>
                  <a:close/>
                  <a:moveTo>
                    <a:pt x="1368362" y="890170"/>
                  </a:moveTo>
                  <a:lnTo>
                    <a:pt x="1354506" y="926922"/>
                  </a:lnTo>
                  <a:lnTo>
                    <a:pt x="1383650" y="900986"/>
                  </a:lnTo>
                  <a:close/>
                  <a:moveTo>
                    <a:pt x="1111515" y="717124"/>
                  </a:moveTo>
                  <a:lnTo>
                    <a:pt x="1177713" y="690324"/>
                  </a:lnTo>
                  <a:lnTo>
                    <a:pt x="1119367" y="708118"/>
                  </a:lnTo>
                  <a:close/>
                  <a:moveTo>
                    <a:pt x="1177713" y="690324"/>
                  </a:moveTo>
                  <a:lnTo>
                    <a:pt x="1144342" y="665182"/>
                  </a:lnTo>
                  <a:lnTo>
                    <a:pt x="1119367" y="708118"/>
                  </a:lnTo>
                  <a:close/>
                  <a:moveTo>
                    <a:pt x="1402086" y="866076"/>
                  </a:moveTo>
                  <a:lnTo>
                    <a:pt x="1383650" y="900986"/>
                  </a:lnTo>
                  <a:lnTo>
                    <a:pt x="1412667" y="874575"/>
                  </a:lnTo>
                  <a:close/>
                  <a:moveTo>
                    <a:pt x="1402086" y="866076"/>
                  </a:moveTo>
                  <a:lnTo>
                    <a:pt x="1368362" y="890170"/>
                  </a:lnTo>
                  <a:lnTo>
                    <a:pt x="1383650" y="900986"/>
                  </a:lnTo>
                  <a:close/>
                  <a:moveTo>
                    <a:pt x="1412667" y="874575"/>
                  </a:moveTo>
                  <a:lnTo>
                    <a:pt x="1383650" y="900986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412667" y="874575"/>
                  </a:lnTo>
                  <a:lnTo>
                    <a:pt x="1468225" y="907619"/>
                  </a:lnTo>
                  <a:close/>
                  <a:moveTo>
                    <a:pt x="1524480" y="849291"/>
                  </a:moveTo>
                  <a:lnTo>
                    <a:pt x="1481787" y="846017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524480" y="849291"/>
                  </a:lnTo>
                  <a:lnTo>
                    <a:pt x="1513401" y="795555"/>
                  </a:lnTo>
                  <a:close/>
                  <a:moveTo>
                    <a:pt x="1481787" y="846017"/>
                  </a:moveTo>
                  <a:lnTo>
                    <a:pt x="1513401" y="795555"/>
                  </a:lnTo>
                  <a:lnTo>
                    <a:pt x="1469832" y="792994"/>
                  </a:lnTo>
                  <a:close/>
                  <a:moveTo>
                    <a:pt x="1272003" y="429690"/>
                  </a:moveTo>
                  <a:lnTo>
                    <a:pt x="1252207" y="479515"/>
                  </a:lnTo>
                  <a:lnTo>
                    <a:pt x="1314309" y="411708"/>
                  </a:lnTo>
                  <a:close/>
                  <a:moveTo>
                    <a:pt x="1314641" y="341254"/>
                  </a:moveTo>
                  <a:lnTo>
                    <a:pt x="1309576" y="394013"/>
                  </a:lnTo>
                  <a:lnTo>
                    <a:pt x="1374756" y="393107"/>
                  </a:lnTo>
                  <a:close/>
                  <a:moveTo>
                    <a:pt x="1419916" y="419135"/>
                  </a:moveTo>
                  <a:lnTo>
                    <a:pt x="1469859" y="416515"/>
                  </a:lnTo>
                  <a:lnTo>
                    <a:pt x="1441682" y="403679"/>
                  </a:lnTo>
                  <a:close/>
                  <a:moveTo>
                    <a:pt x="1441682" y="403679"/>
                  </a:moveTo>
                  <a:lnTo>
                    <a:pt x="1469859" y="416515"/>
                  </a:lnTo>
                  <a:lnTo>
                    <a:pt x="1490375" y="411059"/>
                  </a:lnTo>
                  <a:close/>
                  <a:moveTo>
                    <a:pt x="1495738" y="357408"/>
                  </a:moveTo>
                  <a:lnTo>
                    <a:pt x="1469859" y="416515"/>
                  </a:lnTo>
                  <a:lnTo>
                    <a:pt x="1521076" y="408944"/>
                  </a:lnTo>
                  <a:close/>
                  <a:moveTo>
                    <a:pt x="1521076" y="408944"/>
                  </a:moveTo>
                  <a:lnTo>
                    <a:pt x="1495980" y="395278"/>
                  </a:lnTo>
                  <a:lnTo>
                    <a:pt x="1480786" y="344888"/>
                  </a:lnTo>
                  <a:close/>
                  <a:moveTo>
                    <a:pt x="1330238" y="66564"/>
                  </a:moveTo>
                  <a:lnTo>
                    <a:pt x="1361720" y="75631"/>
                  </a:lnTo>
                  <a:lnTo>
                    <a:pt x="1393482" y="0"/>
                  </a:lnTo>
                  <a:close/>
                  <a:moveTo>
                    <a:pt x="1451456" y="51537"/>
                  </a:moveTo>
                  <a:lnTo>
                    <a:pt x="1449056" y="56969"/>
                  </a:lnTo>
                  <a:lnTo>
                    <a:pt x="1411805" y="112014"/>
                  </a:lnTo>
                  <a:close/>
                  <a:moveTo>
                    <a:pt x="1424716" y="70449"/>
                  </a:moveTo>
                  <a:lnTo>
                    <a:pt x="1451456" y="51537"/>
                  </a:lnTo>
                  <a:lnTo>
                    <a:pt x="1395893" y="2462"/>
                  </a:lnTo>
                  <a:close/>
                  <a:moveTo>
                    <a:pt x="1694812" y="286463"/>
                  </a:moveTo>
                  <a:lnTo>
                    <a:pt x="1678101" y="358885"/>
                  </a:lnTo>
                  <a:lnTo>
                    <a:pt x="1747990" y="310610"/>
                  </a:lnTo>
                  <a:close/>
                  <a:moveTo>
                    <a:pt x="1637144" y="130516"/>
                  </a:moveTo>
                  <a:lnTo>
                    <a:pt x="1614164" y="159611"/>
                  </a:lnTo>
                  <a:lnTo>
                    <a:pt x="1650128" y="132934"/>
                  </a:lnTo>
                  <a:close/>
                  <a:moveTo>
                    <a:pt x="1650128" y="132934"/>
                  </a:moveTo>
                  <a:lnTo>
                    <a:pt x="1614164" y="159611"/>
                  </a:lnTo>
                  <a:lnTo>
                    <a:pt x="1616673" y="184892"/>
                  </a:lnTo>
                  <a:close/>
                  <a:moveTo>
                    <a:pt x="1650128" y="132934"/>
                  </a:moveTo>
                  <a:lnTo>
                    <a:pt x="1616673" y="184892"/>
                  </a:lnTo>
                  <a:lnTo>
                    <a:pt x="1661147" y="186718"/>
                  </a:lnTo>
                  <a:close/>
                  <a:moveTo>
                    <a:pt x="1755172" y="273746"/>
                  </a:moveTo>
                  <a:lnTo>
                    <a:pt x="1694812" y="286463"/>
                  </a:lnTo>
                  <a:lnTo>
                    <a:pt x="1747990" y="310610"/>
                  </a:lnTo>
                  <a:close/>
                  <a:moveTo>
                    <a:pt x="1755172" y="273746"/>
                  </a:moveTo>
                  <a:lnTo>
                    <a:pt x="1787663" y="222571"/>
                  </a:lnTo>
                  <a:lnTo>
                    <a:pt x="1746865" y="217757"/>
                  </a:lnTo>
                  <a:close/>
                  <a:moveTo>
                    <a:pt x="1746865" y="217757"/>
                  </a:moveTo>
                  <a:lnTo>
                    <a:pt x="1787663" y="222571"/>
                  </a:lnTo>
                  <a:lnTo>
                    <a:pt x="1769520" y="174577"/>
                  </a:lnTo>
                  <a:close/>
                  <a:moveTo>
                    <a:pt x="1612633" y="125434"/>
                  </a:moveTo>
                  <a:lnTo>
                    <a:pt x="1614164" y="159611"/>
                  </a:lnTo>
                  <a:lnTo>
                    <a:pt x="1637144" y="130516"/>
                  </a:lnTo>
                  <a:close/>
                  <a:moveTo>
                    <a:pt x="1561165" y="66552"/>
                  </a:moveTo>
                  <a:lnTo>
                    <a:pt x="1583810" y="46121"/>
                  </a:lnTo>
                  <a:lnTo>
                    <a:pt x="1536315" y="43222"/>
                  </a:lnTo>
                  <a:close/>
                  <a:moveTo>
                    <a:pt x="1561165" y="66552"/>
                  </a:moveTo>
                  <a:lnTo>
                    <a:pt x="1599330" y="73506"/>
                  </a:lnTo>
                  <a:lnTo>
                    <a:pt x="1583810" y="46121"/>
                  </a:lnTo>
                  <a:close/>
                  <a:moveTo>
                    <a:pt x="1599330" y="73506"/>
                  </a:moveTo>
                  <a:lnTo>
                    <a:pt x="1627526" y="78980"/>
                  </a:lnTo>
                  <a:lnTo>
                    <a:pt x="1583810" y="4612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06" name="Output_density__4305">
              <a:extLst>
                <a:ext uri="{FF2B5EF4-FFF2-40B4-BE49-F238E27FC236}">
                  <a16:creationId xmlns:a16="http://schemas.microsoft.com/office/drawing/2014/main" id="{E91244A2-4E57-93B0-B577-D52C13056C70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276181"/>
              <a:ext cx="1769520" cy="1397798"/>
            </a:xfrm>
            <a:custGeom>
              <a:avLst/>
              <a:gdLst/>
              <a:ahLst/>
              <a:cxnLst/>
              <a:rect l="0" t="0" r="0" b="0"/>
              <a:pathLst>
                <a:path w="1769520" h="1397798">
                  <a:moveTo>
                    <a:pt x="8585" y="867420"/>
                  </a:moveTo>
                  <a:lnTo>
                    <a:pt x="19246" y="837682"/>
                  </a:lnTo>
                  <a:lnTo>
                    <a:pt x="0" y="879084"/>
                  </a:lnTo>
                  <a:close/>
                  <a:moveTo>
                    <a:pt x="0" y="879084"/>
                  </a:moveTo>
                  <a:lnTo>
                    <a:pt x="19246" y="837682"/>
                  </a:lnTo>
                  <a:lnTo>
                    <a:pt x="25752" y="803453"/>
                  </a:lnTo>
                  <a:close/>
                  <a:moveTo>
                    <a:pt x="0" y="879084"/>
                  </a:moveTo>
                  <a:lnTo>
                    <a:pt x="25752" y="803453"/>
                  </a:lnTo>
                  <a:lnTo>
                    <a:pt x="2745" y="827547"/>
                  </a:lnTo>
                  <a:close/>
                  <a:moveTo>
                    <a:pt x="48391" y="771971"/>
                  </a:moveTo>
                  <a:lnTo>
                    <a:pt x="2745" y="827547"/>
                  </a:lnTo>
                  <a:lnTo>
                    <a:pt x="25752" y="803453"/>
                  </a:lnTo>
                  <a:close/>
                  <a:moveTo>
                    <a:pt x="19246" y="837682"/>
                  </a:moveTo>
                  <a:lnTo>
                    <a:pt x="8585" y="867420"/>
                  </a:lnTo>
                  <a:lnTo>
                    <a:pt x="18354" y="854989"/>
                  </a:lnTo>
                  <a:close/>
                  <a:moveTo>
                    <a:pt x="233213" y="986977"/>
                  </a:moveTo>
                  <a:lnTo>
                    <a:pt x="273315" y="953997"/>
                  </a:lnTo>
                  <a:lnTo>
                    <a:pt x="259775" y="940622"/>
                  </a:lnTo>
                  <a:close/>
                  <a:moveTo>
                    <a:pt x="233213" y="986977"/>
                  </a:moveTo>
                  <a:lnTo>
                    <a:pt x="259775" y="940622"/>
                  </a:lnTo>
                  <a:lnTo>
                    <a:pt x="211345" y="942013"/>
                  </a:lnTo>
                  <a:close/>
                  <a:moveTo>
                    <a:pt x="25752" y="803453"/>
                  </a:moveTo>
                  <a:lnTo>
                    <a:pt x="59331" y="738661"/>
                  </a:lnTo>
                  <a:lnTo>
                    <a:pt x="48391" y="771971"/>
                  </a:lnTo>
                  <a:close/>
                  <a:moveTo>
                    <a:pt x="59493" y="727822"/>
                  </a:moveTo>
                  <a:lnTo>
                    <a:pt x="59331" y="738661"/>
                  </a:lnTo>
                  <a:lnTo>
                    <a:pt x="25752" y="803453"/>
                  </a:lnTo>
                  <a:close/>
                  <a:moveTo>
                    <a:pt x="43620" y="779359"/>
                  </a:moveTo>
                  <a:lnTo>
                    <a:pt x="59493" y="727822"/>
                  </a:lnTo>
                  <a:lnTo>
                    <a:pt x="25752" y="803453"/>
                  </a:lnTo>
                  <a:close/>
                  <a:moveTo>
                    <a:pt x="66736" y="705660"/>
                  </a:moveTo>
                  <a:lnTo>
                    <a:pt x="59331" y="738661"/>
                  </a:lnTo>
                  <a:lnTo>
                    <a:pt x="59493" y="727822"/>
                  </a:lnTo>
                  <a:close/>
                  <a:moveTo>
                    <a:pt x="668560" y="1322167"/>
                  </a:moveTo>
                  <a:lnTo>
                    <a:pt x="680314" y="1391310"/>
                  </a:lnTo>
                  <a:lnTo>
                    <a:pt x="696872" y="1354645"/>
                  </a:lnTo>
                  <a:close/>
                  <a:moveTo>
                    <a:pt x="666452" y="1397798"/>
                  </a:moveTo>
                  <a:lnTo>
                    <a:pt x="680314" y="1391310"/>
                  </a:lnTo>
                  <a:lnTo>
                    <a:pt x="668560" y="1322167"/>
                  </a:lnTo>
                  <a:close/>
                  <a:moveTo>
                    <a:pt x="643239" y="1346261"/>
                  </a:moveTo>
                  <a:lnTo>
                    <a:pt x="666452" y="1397798"/>
                  </a:lnTo>
                  <a:lnTo>
                    <a:pt x="668560" y="1322167"/>
                  </a:lnTo>
                  <a:close/>
                  <a:moveTo>
                    <a:pt x="655134" y="1270631"/>
                  </a:moveTo>
                  <a:lnTo>
                    <a:pt x="643239" y="1346261"/>
                  </a:lnTo>
                  <a:lnTo>
                    <a:pt x="668560" y="1322167"/>
                  </a:lnTo>
                  <a:close/>
                  <a:moveTo>
                    <a:pt x="537612" y="1294725"/>
                  </a:moveTo>
                  <a:lnTo>
                    <a:pt x="555388" y="1309911"/>
                  </a:lnTo>
                  <a:lnTo>
                    <a:pt x="558964" y="1288515"/>
                  </a:lnTo>
                  <a:close/>
                  <a:moveTo>
                    <a:pt x="536215" y="1243188"/>
                  </a:moveTo>
                  <a:lnTo>
                    <a:pt x="558964" y="1288515"/>
                  </a:lnTo>
                  <a:lnTo>
                    <a:pt x="539374" y="1241699"/>
                  </a:lnTo>
                  <a:close/>
                  <a:moveTo>
                    <a:pt x="536215" y="1243188"/>
                  </a:moveTo>
                  <a:lnTo>
                    <a:pt x="537612" y="1294725"/>
                  </a:lnTo>
                  <a:lnTo>
                    <a:pt x="558964" y="1288515"/>
                  </a:lnTo>
                  <a:close/>
                  <a:moveTo>
                    <a:pt x="608513" y="1286215"/>
                  </a:moveTo>
                  <a:lnTo>
                    <a:pt x="558964" y="1288515"/>
                  </a:lnTo>
                  <a:lnTo>
                    <a:pt x="555388" y="1309911"/>
                  </a:lnTo>
                  <a:close/>
                  <a:moveTo>
                    <a:pt x="558964" y="1288515"/>
                  </a:moveTo>
                  <a:lnTo>
                    <a:pt x="608513" y="1286215"/>
                  </a:lnTo>
                  <a:lnTo>
                    <a:pt x="589867" y="1238631"/>
                  </a:lnTo>
                  <a:close/>
                  <a:moveTo>
                    <a:pt x="558964" y="1288515"/>
                  </a:moveTo>
                  <a:lnTo>
                    <a:pt x="589867" y="1238631"/>
                  </a:lnTo>
                  <a:lnTo>
                    <a:pt x="539374" y="1241699"/>
                  </a:lnTo>
                  <a:close/>
                  <a:moveTo>
                    <a:pt x="311200" y="1024300"/>
                  </a:moveTo>
                  <a:lnTo>
                    <a:pt x="341196" y="975153"/>
                  </a:lnTo>
                  <a:lnTo>
                    <a:pt x="291418" y="977639"/>
                  </a:lnTo>
                  <a:close/>
                  <a:moveTo>
                    <a:pt x="341196" y="975153"/>
                  </a:moveTo>
                  <a:lnTo>
                    <a:pt x="365448" y="1037042"/>
                  </a:lnTo>
                  <a:lnTo>
                    <a:pt x="407887" y="972883"/>
                  </a:lnTo>
                  <a:close/>
                  <a:moveTo>
                    <a:pt x="59493" y="727822"/>
                  </a:moveTo>
                  <a:lnTo>
                    <a:pt x="72206" y="665451"/>
                  </a:lnTo>
                  <a:lnTo>
                    <a:pt x="66736" y="705660"/>
                  </a:lnTo>
                  <a:close/>
                  <a:moveTo>
                    <a:pt x="75954" y="652192"/>
                  </a:moveTo>
                  <a:lnTo>
                    <a:pt x="72206" y="665451"/>
                  </a:lnTo>
                  <a:lnTo>
                    <a:pt x="59493" y="727822"/>
                  </a:lnTo>
                  <a:close/>
                  <a:moveTo>
                    <a:pt x="468288" y="1024037"/>
                  </a:moveTo>
                  <a:lnTo>
                    <a:pt x="470379" y="1071579"/>
                  </a:lnTo>
                  <a:lnTo>
                    <a:pt x="455669" y="1064484"/>
                  </a:lnTo>
                  <a:close/>
                  <a:moveTo>
                    <a:pt x="81486" y="625910"/>
                  </a:moveTo>
                  <a:lnTo>
                    <a:pt x="72206" y="665451"/>
                  </a:lnTo>
                  <a:lnTo>
                    <a:pt x="75954" y="652192"/>
                  </a:lnTo>
                  <a:close/>
                  <a:moveTo>
                    <a:pt x="668560" y="1322167"/>
                  </a:moveTo>
                  <a:lnTo>
                    <a:pt x="696872" y="1354645"/>
                  </a:lnTo>
                  <a:lnTo>
                    <a:pt x="708984" y="1305258"/>
                  </a:lnTo>
                  <a:close/>
                  <a:moveTo>
                    <a:pt x="688395" y="1246537"/>
                  </a:moveTo>
                  <a:lnTo>
                    <a:pt x="708984" y="1305258"/>
                  </a:lnTo>
                  <a:lnTo>
                    <a:pt x="712431" y="1277917"/>
                  </a:lnTo>
                  <a:close/>
                  <a:moveTo>
                    <a:pt x="668560" y="1322167"/>
                  </a:moveTo>
                  <a:lnTo>
                    <a:pt x="708984" y="1305258"/>
                  </a:lnTo>
                  <a:lnTo>
                    <a:pt x="688395" y="1246537"/>
                  </a:lnTo>
                  <a:close/>
                  <a:moveTo>
                    <a:pt x="669822" y="1195000"/>
                  </a:moveTo>
                  <a:lnTo>
                    <a:pt x="667253" y="1213699"/>
                  </a:lnTo>
                  <a:lnTo>
                    <a:pt x="655134" y="1270631"/>
                  </a:lnTo>
                  <a:close/>
                  <a:moveTo>
                    <a:pt x="468288" y="1024037"/>
                  </a:moveTo>
                  <a:lnTo>
                    <a:pt x="508515" y="1040576"/>
                  </a:lnTo>
                  <a:lnTo>
                    <a:pt x="466970" y="1012948"/>
                  </a:lnTo>
                  <a:close/>
                  <a:moveTo>
                    <a:pt x="466970" y="1012948"/>
                  </a:moveTo>
                  <a:lnTo>
                    <a:pt x="509111" y="1040391"/>
                  </a:lnTo>
                  <a:lnTo>
                    <a:pt x="513586" y="988854"/>
                  </a:lnTo>
                  <a:close/>
                  <a:moveTo>
                    <a:pt x="393757" y="961411"/>
                  </a:moveTo>
                  <a:lnTo>
                    <a:pt x="407887" y="972883"/>
                  </a:lnTo>
                  <a:lnTo>
                    <a:pt x="412887" y="954852"/>
                  </a:lnTo>
                  <a:close/>
                  <a:moveTo>
                    <a:pt x="459875" y="954634"/>
                  </a:moveTo>
                  <a:lnTo>
                    <a:pt x="412887" y="954852"/>
                  </a:lnTo>
                  <a:lnTo>
                    <a:pt x="407887" y="972883"/>
                  </a:lnTo>
                  <a:close/>
                  <a:moveTo>
                    <a:pt x="269701" y="681581"/>
                  </a:moveTo>
                  <a:lnTo>
                    <a:pt x="228016" y="689506"/>
                  </a:lnTo>
                  <a:lnTo>
                    <a:pt x="221391" y="745616"/>
                  </a:lnTo>
                  <a:close/>
                  <a:moveTo>
                    <a:pt x="81486" y="625910"/>
                  </a:moveTo>
                  <a:lnTo>
                    <a:pt x="113996" y="612557"/>
                  </a:lnTo>
                  <a:lnTo>
                    <a:pt x="90336" y="600655"/>
                  </a:lnTo>
                  <a:close/>
                  <a:moveTo>
                    <a:pt x="134821" y="525025"/>
                  </a:moveTo>
                  <a:lnTo>
                    <a:pt x="133527" y="528095"/>
                  </a:lnTo>
                  <a:lnTo>
                    <a:pt x="90336" y="600655"/>
                  </a:lnTo>
                  <a:close/>
                  <a:moveTo>
                    <a:pt x="688395" y="1246537"/>
                  </a:moveTo>
                  <a:lnTo>
                    <a:pt x="712431" y="1277917"/>
                  </a:lnTo>
                  <a:lnTo>
                    <a:pt x="716222" y="1236632"/>
                  </a:lnTo>
                  <a:close/>
                  <a:moveTo>
                    <a:pt x="669822" y="1195000"/>
                  </a:moveTo>
                  <a:lnTo>
                    <a:pt x="688395" y="1246537"/>
                  </a:lnTo>
                  <a:lnTo>
                    <a:pt x="716222" y="1236632"/>
                  </a:lnTo>
                  <a:close/>
                  <a:moveTo>
                    <a:pt x="772828" y="1228594"/>
                  </a:moveTo>
                  <a:lnTo>
                    <a:pt x="716222" y="1236632"/>
                  </a:lnTo>
                  <a:lnTo>
                    <a:pt x="712431" y="1277917"/>
                  </a:lnTo>
                  <a:close/>
                  <a:moveTo>
                    <a:pt x="769809" y="1182866"/>
                  </a:moveTo>
                  <a:lnTo>
                    <a:pt x="754745" y="1170906"/>
                  </a:lnTo>
                  <a:lnTo>
                    <a:pt x="772828" y="1228594"/>
                  </a:lnTo>
                  <a:close/>
                  <a:moveTo>
                    <a:pt x="772828" y="1228594"/>
                  </a:moveTo>
                  <a:lnTo>
                    <a:pt x="754745" y="1170906"/>
                  </a:lnTo>
                  <a:lnTo>
                    <a:pt x="706831" y="1181523"/>
                  </a:lnTo>
                  <a:close/>
                  <a:moveTo>
                    <a:pt x="772828" y="1228594"/>
                  </a:moveTo>
                  <a:lnTo>
                    <a:pt x="706831" y="1181523"/>
                  </a:lnTo>
                  <a:lnTo>
                    <a:pt x="716222" y="1236632"/>
                  </a:lnTo>
                  <a:close/>
                  <a:moveTo>
                    <a:pt x="510063" y="937318"/>
                  </a:moveTo>
                  <a:lnTo>
                    <a:pt x="513586" y="988854"/>
                  </a:lnTo>
                  <a:lnTo>
                    <a:pt x="540943" y="964760"/>
                  </a:lnTo>
                  <a:close/>
                  <a:moveTo>
                    <a:pt x="510063" y="937318"/>
                  </a:moveTo>
                  <a:lnTo>
                    <a:pt x="540943" y="964760"/>
                  </a:lnTo>
                  <a:lnTo>
                    <a:pt x="528254" y="913223"/>
                  </a:lnTo>
                  <a:close/>
                  <a:moveTo>
                    <a:pt x="528254" y="913223"/>
                  </a:moveTo>
                  <a:lnTo>
                    <a:pt x="548764" y="880447"/>
                  </a:lnTo>
                  <a:lnTo>
                    <a:pt x="492956" y="885781"/>
                  </a:lnTo>
                  <a:close/>
                  <a:moveTo>
                    <a:pt x="510063" y="937318"/>
                  </a:moveTo>
                  <a:lnTo>
                    <a:pt x="528254" y="913223"/>
                  </a:lnTo>
                  <a:lnTo>
                    <a:pt x="492956" y="885781"/>
                  </a:lnTo>
                  <a:close/>
                  <a:moveTo>
                    <a:pt x="484019" y="813051"/>
                  </a:moveTo>
                  <a:lnTo>
                    <a:pt x="530048" y="872824"/>
                  </a:lnTo>
                  <a:lnTo>
                    <a:pt x="536203" y="833482"/>
                  </a:lnTo>
                  <a:close/>
                  <a:moveTo>
                    <a:pt x="474795" y="817018"/>
                  </a:moveTo>
                  <a:lnTo>
                    <a:pt x="457224" y="834244"/>
                  </a:lnTo>
                  <a:lnTo>
                    <a:pt x="484019" y="813051"/>
                  </a:lnTo>
                  <a:close/>
                  <a:moveTo>
                    <a:pt x="283294" y="607787"/>
                  </a:moveTo>
                  <a:lnTo>
                    <a:pt x="260744" y="679634"/>
                  </a:lnTo>
                  <a:lnTo>
                    <a:pt x="271230" y="676401"/>
                  </a:lnTo>
                  <a:close/>
                  <a:moveTo>
                    <a:pt x="283294" y="607787"/>
                  </a:moveTo>
                  <a:lnTo>
                    <a:pt x="271230" y="676401"/>
                  </a:lnTo>
                  <a:lnTo>
                    <a:pt x="296178" y="604004"/>
                  </a:lnTo>
                  <a:close/>
                  <a:moveTo>
                    <a:pt x="296178" y="604004"/>
                  </a:moveTo>
                  <a:lnTo>
                    <a:pt x="271230" y="676401"/>
                  </a:lnTo>
                  <a:lnTo>
                    <a:pt x="273811" y="679634"/>
                  </a:lnTo>
                  <a:close/>
                  <a:moveTo>
                    <a:pt x="175061" y="491515"/>
                  </a:moveTo>
                  <a:lnTo>
                    <a:pt x="136640" y="522543"/>
                  </a:lnTo>
                  <a:lnTo>
                    <a:pt x="207274" y="477054"/>
                  </a:lnTo>
                  <a:close/>
                  <a:moveTo>
                    <a:pt x="754745" y="1170906"/>
                  </a:moveTo>
                  <a:lnTo>
                    <a:pt x="769809" y="1182866"/>
                  </a:lnTo>
                  <a:lnTo>
                    <a:pt x="771988" y="1166533"/>
                  </a:lnTo>
                  <a:close/>
                  <a:moveTo>
                    <a:pt x="834212" y="1153929"/>
                  </a:moveTo>
                  <a:lnTo>
                    <a:pt x="771988" y="1166533"/>
                  </a:lnTo>
                  <a:lnTo>
                    <a:pt x="769809" y="1182866"/>
                  </a:lnTo>
                  <a:close/>
                  <a:moveTo>
                    <a:pt x="771988" y="1166533"/>
                  </a:moveTo>
                  <a:lnTo>
                    <a:pt x="834212" y="1153929"/>
                  </a:lnTo>
                  <a:lnTo>
                    <a:pt x="827755" y="1096436"/>
                  </a:lnTo>
                  <a:close/>
                  <a:moveTo>
                    <a:pt x="834212" y="1153929"/>
                  </a:moveTo>
                  <a:lnTo>
                    <a:pt x="875578" y="1095539"/>
                  </a:lnTo>
                  <a:lnTo>
                    <a:pt x="827755" y="1096436"/>
                  </a:lnTo>
                  <a:close/>
                  <a:moveTo>
                    <a:pt x="765178" y="1109327"/>
                  </a:moveTo>
                  <a:lnTo>
                    <a:pt x="827755" y="1096436"/>
                  </a:lnTo>
                  <a:lnTo>
                    <a:pt x="805551" y="1051745"/>
                  </a:lnTo>
                  <a:close/>
                  <a:moveTo>
                    <a:pt x="765178" y="1109327"/>
                  </a:moveTo>
                  <a:lnTo>
                    <a:pt x="805551" y="1051745"/>
                  </a:lnTo>
                  <a:lnTo>
                    <a:pt x="751201" y="1057948"/>
                  </a:lnTo>
                  <a:close/>
                  <a:moveTo>
                    <a:pt x="548764" y="880447"/>
                  </a:moveTo>
                  <a:lnTo>
                    <a:pt x="528254" y="913223"/>
                  </a:lnTo>
                  <a:lnTo>
                    <a:pt x="575964" y="847243"/>
                  </a:lnTo>
                  <a:close/>
                  <a:moveTo>
                    <a:pt x="575964" y="847243"/>
                  </a:moveTo>
                  <a:lnTo>
                    <a:pt x="580366" y="837593"/>
                  </a:lnTo>
                  <a:lnTo>
                    <a:pt x="587063" y="861686"/>
                  </a:lnTo>
                  <a:close/>
                  <a:moveTo>
                    <a:pt x="588768" y="786056"/>
                  </a:moveTo>
                  <a:lnTo>
                    <a:pt x="587063" y="861686"/>
                  </a:lnTo>
                  <a:lnTo>
                    <a:pt x="580366" y="837593"/>
                  </a:lnTo>
                  <a:close/>
                  <a:moveTo>
                    <a:pt x="543948" y="798780"/>
                  </a:moveTo>
                  <a:lnTo>
                    <a:pt x="484019" y="813051"/>
                  </a:lnTo>
                  <a:lnTo>
                    <a:pt x="536203" y="833482"/>
                  </a:lnTo>
                  <a:close/>
                  <a:moveTo>
                    <a:pt x="412982" y="631446"/>
                  </a:moveTo>
                  <a:lnTo>
                    <a:pt x="366644" y="640750"/>
                  </a:lnTo>
                  <a:lnTo>
                    <a:pt x="377697" y="694507"/>
                  </a:lnTo>
                  <a:close/>
                  <a:moveTo>
                    <a:pt x="296178" y="604004"/>
                  </a:moveTo>
                  <a:lnTo>
                    <a:pt x="321768" y="655541"/>
                  </a:lnTo>
                  <a:lnTo>
                    <a:pt x="330939" y="579910"/>
                  </a:lnTo>
                  <a:close/>
                  <a:moveTo>
                    <a:pt x="324751" y="486580"/>
                  </a:moveTo>
                  <a:lnTo>
                    <a:pt x="286678" y="479550"/>
                  </a:lnTo>
                  <a:lnTo>
                    <a:pt x="342638" y="498908"/>
                  </a:lnTo>
                  <a:close/>
                  <a:moveTo>
                    <a:pt x="286678" y="479550"/>
                  </a:moveTo>
                  <a:lnTo>
                    <a:pt x="292779" y="487169"/>
                  </a:lnTo>
                  <a:lnTo>
                    <a:pt x="342638" y="498908"/>
                  </a:lnTo>
                  <a:close/>
                  <a:moveTo>
                    <a:pt x="580366" y="837593"/>
                  </a:moveTo>
                  <a:lnTo>
                    <a:pt x="575964" y="847243"/>
                  </a:lnTo>
                  <a:lnTo>
                    <a:pt x="653533" y="827686"/>
                  </a:lnTo>
                  <a:close/>
                  <a:moveTo>
                    <a:pt x="588768" y="786056"/>
                  </a:moveTo>
                  <a:lnTo>
                    <a:pt x="647009" y="815718"/>
                  </a:lnTo>
                  <a:lnTo>
                    <a:pt x="629709" y="767040"/>
                  </a:lnTo>
                  <a:close/>
                  <a:moveTo>
                    <a:pt x="647009" y="815718"/>
                  </a:moveTo>
                  <a:lnTo>
                    <a:pt x="654290" y="813499"/>
                  </a:lnTo>
                  <a:lnTo>
                    <a:pt x="655523" y="795347"/>
                  </a:lnTo>
                  <a:close/>
                  <a:moveTo>
                    <a:pt x="629709" y="767040"/>
                  </a:moveTo>
                  <a:lnTo>
                    <a:pt x="647009" y="815718"/>
                  </a:lnTo>
                  <a:lnTo>
                    <a:pt x="655523" y="795347"/>
                  </a:lnTo>
                  <a:close/>
                  <a:moveTo>
                    <a:pt x="515309" y="660243"/>
                  </a:moveTo>
                  <a:lnTo>
                    <a:pt x="485756" y="684647"/>
                  </a:lnTo>
                  <a:lnTo>
                    <a:pt x="512705" y="658889"/>
                  </a:lnTo>
                  <a:close/>
                  <a:moveTo>
                    <a:pt x="515309" y="660243"/>
                  </a:moveTo>
                  <a:lnTo>
                    <a:pt x="515568" y="658889"/>
                  </a:lnTo>
                  <a:lnTo>
                    <a:pt x="487365" y="682983"/>
                  </a:lnTo>
                  <a:close/>
                  <a:moveTo>
                    <a:pt x="443707" y="631446"/>
                  </a:moveTo>
                  <a:lnTo>
                    <a:pt x="514598" y="657582"/>
                  </a:lnTo>
                  <a:lnTo>
                    <a:pt x="512705" y="658889"/>
                  </a:lnTo>
                  <a:close/>
                  <a:moveTo>
                    <a:pt x="514598" y="657582"/>
                  </a:moveTo>
                  <a:lnTo>
                    <a:pt x="483552" y="621670"/>
                  </a:lnTo>
                  <a:lnTo>
                    <a:pt x="515568" y="658889"/>
                  </a:lnTo>
                  <a:close/>
                  <a:moveTo>
                    <a:pt x="515568" y="658889"/>
                  </a:moveTo>
                  <a:lnTo>
                    <a:pt x="483552" y="621670"/>
                  </a:lnTo>
                  <a:lnTo>
                    <a:pt x="479645" y="631446"/>
                  </a:lnTo>
                  <a:close/>
                  <a:moveTo>
                    <a:pt x="515568" y="658889"/>
                  </a:moveTo>
                  <a:lnTo>
                    <a:pt x="479645" y="631446"/>
                  </a:lnTo>
                  <a:lnTo>
                    <a:pt x="487365" y="682983"/>
                  </a:lnTo>
                  <a:close/>
                  <a:moveTo>
                    <a:pt x="342638" y="498908"/>
                  </a:moveTo>
                  <a:lnTo>
                    <a:pt x="292779" y="487169"/>
                  </a:lnTo>
                  <a:lnTo>
                    <a:pt x="375296" y="486112"/>
                  </a:lnTo>
                  <a:close/>
                  <a:moveTo>
                    <a:pt x="423333" y="491035"/>
                  </a:moveTo>
                  <a:lnTo>
                    <a:pt x="342638" y="498908"/>
                  </a:lnTo>
                  <a:lnTo>
                    <a:pt x="375296" y="486112"/>
                  </a:lnTo>
                  <a:close/>
                  <a:moveTo>
                    <a:pt x="876246" y="1094996"/>
                  </a:moveTo>
                  <a:lnTo>
                    <a:pt x="868258" y="1106476"/>
                  </a:lnTo>
                  <a:lnTo>
                    <a:pt x="884747" y="1071182"/>
                  </a:lnTo>
                  <a:close/>
                  <a:moveTo>
                    <a:pt x="860661" y="1132427"/>
                  </a:moveTo>
                  <a:lnTo>
                    <a:pt x="868258" y="1106476"/>
                  </a:lnTo>
                  <a:lnTo>
                    <a:pt x="876246" y="1094996"/>
                  </a:lnTo>
                  <a:close/>
                  <a:moveTo>
                    <a:pt x="781165" y="820626"/>
                  </a:moveTo>
                  <a:lnTo>
                    <a:pt x="745859" y="789405"/>
                  </a:lnTo>
                  <a:lnTo>
                    <a:pt x="777788" y="848105"/>
                  </a:lnTo>
                  <a:close/>
                  <a:moveTo>
                    <a:pt x="777788" y="848105"/>
                  </a:moveTo>
                  <a:lnTo>
                    <a:pt x="745859" y="789405"/>
                  </a:lnTo>
                  <a:lnTo>
                    <a:pt x="716715" y="797030"/>
                  </a:lnTo>
                  <a:close/>
                  <a:moveTo>
                    <a:pt x="777788" y="848105"/>
                  </a:moveTo>
                  <a:lnTo>
                    <a:pt x="820101" y="851687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831697" y="834879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777788" y="848105"/>
                  </a:lnTo>
                  <a:lnTo>
                    <a:pt x="835226" y="848073"/>
                  </a:lnTo>
                  <a:close/>
                  <a:moveTo>
                    <a:pt x="777788" y="848105"/>
                  </a:moveTo>
                  <a:lnTo>
                    <a:pt x="791921" y="860839"/>
                  </a:lnTo>
                  <a:lnTo>
                    <a:pt x="835226" y="848073"/>
                  </a:lnTo>
                  <a:close/>
                  <a:moveTo>
                    <a:pt x="820101" y="851687"/>
                  </a:moveTo>
                  <a:lnTo>
                    <a:pt x="847965" y="840942"/>
                  </a:lnTo>
                  <a:lnTo>
                    <a:pt x="831697" y="834879"/>
                  </a:lnTo>
                  <a:close/>
                  <a:moveTo>
                    <a:pt x="820101" y="851687"/>
                  </a:moveTo>
                  <a:lnTo>
                    <a:pt x="835226" y="848073"/>
                  </a:lnTo>
                  <a:lnTo>
                    <a:pt x="847965" y="840942"/>
                  </a:lnTo>
                  <a:close/>
                  <a:moveTo>
                    <a:pt x="654290" y="813499"/>
                  </a:moveTo>
                  <a:lnTo>
                    <a:pt x="716715" y="797030"/>
                  </a:lnTo>
                  <a:lnTo>
                    <a:pt x="644434" y="761962"/>
                  </a:lnTo>
                  <a:close/>
                  <a:moveTo>
                    <a:pt x="995286" y="995551"/>
                  </a:moveTo>
                  <a:lnTo>
                    <a:pt x="1020743" y="1022994"/>
                  </a:lnTo>
                  <a:lnTo>
                    <a:pt x="1041655" y="971457"/>
                  </a:lnTo>
                  <a:close/>
                  <a:moveTo>
                    <a:pt x="864341" y="878463"/>
                  </a:moveTo>
                  <a:lnTo>
                    <a:pt x="847965" y="840942"/>
                  </a:lnTo>
                  <a:lnTo>
                    <a:pt x="835226" y="848073"/>
                  </a:lnTo>
                  <a:close/>
                  <a:moveTo>
                    <a:pt x="887793" y="834637"/>
                  </a:moveTo>
                  <a:lnTo>
                    <a:pt x="847965" y="840942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887793" y="834637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954832" y="880861"/>
                  </a:lnTo>
                  <a:lnTo>
                    <a:pt x="933730" y="835273"/>
                  </a:lnTo>
                  <a:close/>
                  <a:moveTo>
                    <a:pt x="912853" y="877006"/>
                  </a:moveTo>
                  <a:lnTo>
                    <a:pt x="933730" y="835273"/>
                  </a:lnTo>
                  <a:lnTo>
                    <a:pt x="887793" y="834637"/>
                  </a:lnTo>
                  <a:close/>
                  <a:moveTo>
                    <a:pt x="887793" y="834637"/>
                  </a:moveTo>
                  <a:lnTo>
                    <a:pt x="831697" y="834879"/>
                  </a:lnTo>
                  <a:lnTo>
                    <a:pt x="847965" y="840942"/>
                  </a:lnTo>
                  <a:close/>
                  <a:moveTo>
                    <a:pt x="842146" y="771022"/>
                  </a:moveTo>
                  <a:lnTo>
                    <a:pt x="831697" y="834879"/>
                  </a:lnTo>
                  <a:lnTo>
                    <a:pt x="887793" y="834637"/>
                  </a:lnTo>
                  <a:close/>
                  <a:moveTo>
                    <a:pt x="745859" y="789405"/>
                  </a:moveTo>
                  <a:lnTo>
                    <a:pt x="781165" y="820626"/>
                  </a:lnTo>
                  <a:lnTo>
                    <a:pt x="784665" y="779770"/>
                  </a:lnTo>
                  <a:close/>
                  <a:moveTo>
                    <a:pt x="784665" y="779770"/>
                  </a:moveTo>
                  <a:lnTo>
                    <a:pt x="718171" y="759780"/>
                  </a:lnTo>
                  <a:lnTo>
                    <a:pt x="745859" y="789405"/>
                  </a:lnTo>
                  <a:close/>
                  <a:moveTo>
                    <a:pt x="842146" y="771022"/>
                  </a:moveTo>
                  <a:lnTo>
                    <a:pt x="781165" y="820626"/>
                  </a:lnTo>
                  <a:lnTo>
                    <a:pt x="831697" y="834879"/>
                  </a:lnTo>
                  <a:close/>
                  <a:moveTo>
                    <a:pt x="842146" y="771022"/>
                  </a:moveTo>
                  <a:lnTo>
                    <a:pt x="784665" y="779770"/>
                  </a:lnTo>
                  <a:lnTo>
                    <a:pt x="781165" y="820626"/>
                  </a:lnTo>
                  <a:close/>
                  <a:moveTo>
                    <a:pt x="784665" y="779770"/>
                  </a:moveTo>
                  <a:lnTo>
                    <a:pt x="842146" y="771022"/>
                  </a:lnTo>
                  <a:lnTo>
                    <a:pt x="833629" y="715203"/>
                  </a:lnTo>
                  <a:close/>
                  <a:moveTo>
                    <a:pt x="895722" y="765448"/>
                  </a:moveTo>
                  <a:lnTo>
                    <a:pt x="838510" y="713775"/>
                  </a:lnTo>
                  <a:lnTo>
                    <a:pt x="833629" y="715203"/>
                  </a:lnTo>
                  <a:close/>
                  <a:moveTo>
                    <a:pt x="838510" y="713775"/>
                  </a:moveTo>
                  <a:lnTo>
                    <a:pt x="906740" y="693748"/>
                  </a:lnTo>
                  <a:lnTo>
                    <a:pt x="830688" y="696206"/>
                  </a:lnTo>
                  <a:close/>
                  <a:moveTo>
                    <a:pt x="830688" y="696206"/>
                  </a:moveTo>
                  <a:lnTo>
                    <a:pt x="906740" y="693748"/>
                  </a:lnTo>
                  <a:lnTo>
                    <a:pt x="908945" y="679222"/>
                  </a:lnTo>
                  <a:close/>
                  <a:moveTo>
                    <a:pt x="1177713" y="750866"/>
                  </a:moveTo>
                  <a:lnTo>
                    <a:pt x="1237986" y="766268"/>
                  </a:lnTo>
                  <a:lnTo>
                    <a:pt x="1220096" y="744566"/>
                  </a:lnTo>
                  <a:close/>
                  <a:moveTo>
                    <a:pt x="933268" y="609438"/>
                  </a:moveTo>
                  <a:lnTo>
                    <a:pt x="990213" y="538592"/>
                  </a:lnTo>
                  <a:lnTo>
                    <a:pt x="990148" y="538435"/>
                  </a:lnTo>
                  <a:close/>
                  <a:moveTo>
                    <a:pt x="948929" y="509202"/>
                  </a:moveTo>
                  <a:lnTo>
                    <a:pt x="935124" y="510977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948929" y="509202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1033532" y="541147"/>
                  </a:lnTo>
                  <a:lnTo>
                    <a:pt x="948929" y="509202"/>
                  </a:lnTo>
                  <a:close/>
                  <a:moveTo>
                    <a:pt x="1033532" y="541147"/>
                  </a:moveTo>
                  <a:lnTo>
                    <a:pt x="990148" y="538435"/>
                  </a:lnTo>
                  <a:lnTo>
                    <a:pt x="1037339" y="540110"/>
                  </a:lnTo>
                  <a:close/>
                  <a:moveTo>
                    <a:pt x="990148" y="538435"/>
                  </a:moveTo>
                  <a:lnTo>
                    <a:pt x="990213" y="538592"/>
                  </a:lnTo>
                  <a:lnTo>
                    <a:pt x="1037339" y="540110"/>
                  </a:lnTo>
                  <a:close/>
                  <a:moveTo>
                    <a:pt x="1350253" y="899176"/>
                  </a:moveTo>
                  <a:lnTo>
                    <a:pt x="1368362" y="950712"/>
                  </a:lnTo>
                  <a:lnTo>
                    <a:pt x="1402086" y="926619"/>
                  </a:lnTo>
                  <a:close/>
                  <a:moveTo>
                    <a:pt x="1388947" y="846434"/>
                  </a:moveTo>
                  <a:lnTo>
                    <a:pt x="1360493" y="874950"/>
                  </a:lnTo>
                  <a:lnTo>
                    <a:pt x="1350253" y="899176"/>
                  </a:lnTo>
                  <a:close/>
                  <a:moveTo>
                    <a:pt x="1220096" y="744566"/>
                  </a:moveTo>
                  <a:lnTo>
                    <a:pt x="1237986" y="766268"/>
                  </a:lnTo>
                  <a:lnTo>
                    <a:pt x="1237066" y="740595"/>
                  </a:lnTo>
                  <a:close/>
                  <a:moveTo>
                    <a:pt x="1237066" y="740595"/>
                  </a:moveTo>
                  <a:lnTo>
                    <a:pt x="1228180" y="729602"/>
                  </a:lnTo>
                  <a:lnTo>
                    <a:pt x="1220096" y="744566"/>
                  </a:lnTo>
                  <a:close/>
                  <a:moveTo>
                    <a:pt x="1022316" y="523720"/>
                  </a:moveTo>
                  <a:lnTo>
                    <a:pt x="1063134" y="517081"/>
                  </a:lnTo>
                  <a:lnTo>
                    <a:pt x="1037339" y="540110"/>
                  </a:lnTo>
                  <a:close/>
                  <a:moveTo>
                    <a:pt x="1022316" y="523720"/>
                  </a:moveTo>
                  <a:lnTo>
                    <a:pt x="1037339" y="540110"/>
                  </a:lnTo>
                  <a:lnTo>
                    <a:pt x="990213" y="538592"/>
                  </a:lnTo>
                  <a:close/>
                  <a:moveTo>
                    <a:pt x="1039706" y="538419"/>
                  </a:moveTo>
                  <a:lnTo>
                    <a:pt x="1037339" y="540110"/>
                  </a:lnTo>
                  <a:lnTo>
                    <a:pt x="1063134" y="517081"/>
                  </a:lnTo>
                  <a:close/>
                  <a:moveTo>
                    <a:pt x="1063134" y="517081"/>
                  </a:moveTo>
                  <a:lnTo>
                    <a:pt x="1066268" y="513373"/>
                  </a:lnTo>
                  <a:lnTo>
                    <a:pt x="1039706" y="538419"/>
                  </a:lnTo>
                  <a:close/>
                  <a:moveTo>
                    <a:pt x="1039706" y="538419"/>
                  </a:moveTo>
                  <a:lnTo>
                    <a:pt x="1066268" y="513373"/>
                  </a:lnTo>
                  <a:lnTo>
                    <a:pt x="1066291" y="462789"/>
                  </a:lnTo>
                  <a:close/>
                  <a:moveTo>
                    <a:pt x="1039706" y="538419"/>
                  </a:moveTo>
                  <a:lnTo>
                    <a:pt x="1066291" y="462789"/>
                  </a:lnTo>
                  <a:lnTo>
                    <a:pt x="1033533" y="486883"/>
                  </a:lnTo>
                  <a:close/>
                  <a:moveTo>
                    <a:pt x="1417157" y="921120"/>
                  </a:moveTo>
                  <a:lnTo>
                    <a:pt x="1481787" y="906559"/>
                  </a:lnTo>
                  <a:lnTo>
                    <a:pt x="1469832" y="853536"/>
                  </a:lnTo>
                  <a:close/>
                  <a:moveTo>
                    <a:pt x="1417157" y="921120"/>
                  </a:moveTo>
                  <a:lnTo>
                    <a:pt x="1469832" y="853536"/>
                  </a:lnTo>
                  <a:lnTo>
                    <a:pt x="1412679" y="862018"/>
                  </a:lnTo>
                  <a:close/>
                  <a:moveTo>
                    <a:pt x="1412679" y="862018"/>
                  </a:moveTo>
                  <a:lnTo>
                    <a:pt x="1436905" y="851063"/>
                  </a:lnTo>
                  <a:lnTo>
                    <a:pt x="1388947" y="846434"/>
                  </a:lnTo>
                  <a:close/>
                  <a:moveTo>
                    <a:pt x="1412679" y="862018"/>
                  </a:moveTo>
                  <a:lnTo>
                    <a:pt x="1469832" y="853536"/>
                  </a:lnTo>
                  <a:lnTo>
                    <a:pt x="1436905" y="851063"/>
                  </a:lnTo>
                  <a:close/>
                  <a:moveTo>
                    <a:pt x="1374756" y="453649"/>
                  </a:moveTo>
                  <a:lnTo>
                    <a:pt x="1325166" y="466138"/>
                  </a:lnTo>
                  <a:lnTo>
                    <a:pt x="1394669" y="463124"/>
                  </a:lnTo>
                  <a:close/>
                  <a:moveTo>
                    <a:pt x="1394669" y="463124"/>
                  </a:moveTo>
                  <a:lnTo>
                    <a:pt x="1325166" y="466138"/>
                  </a:lnTo>
                  <a:lnTo>
                    <a:pt x="1314309" y="472250"/>
                  </a:lnTo>
                  <a:close/>
                  <a:moveTo>
                    <a:pt x="1374756" y="453649"/>
                  </a:moveTo>
                  <a:lnTo>
                    <a:pt x="1309576" y="454555"/>
                  </a:lnTo>
                  <a:lnTo>
                    <a:pt x="1325166" y="466138"/>
                  </a:lnTo>
                  <a:close/>
                  <a:moveTo>
                    <a:pt x="1495980" y="455820"/>
                  </a:moveTo>
                  <a:lnTo>
                    <a:pt x="1521076" y="469487"/>
                  </a:lnTo>
                  <a:lnTo>
                    <a:pt x="1490228" y="510829"/>
                  </a:lnTo>
                  <a:close/>
                  <a:moveTo>
                    <a:pt x="1323896" y="143300"/>
                  </a:moveTo>
                  <a:lnTo>
                    <a:pt x="1330238" y="127107"/>
                  </a:lnTo>
                  <a:lnTo>
                    <a:pt x="1262278" y="155413"/>
                  </a:lnTo>
                  <a:close/>
                  <a:moveTo>
                    <a:pt x="1335112" y="71439"/>
                  </a:moveTo>
                  <a:lnTo>
                    <a:pt x="1330238" y="127107"/>
                  </a:lnTo>
                  <a:lnTo>
                    <a:pt x="1393482" y="60542"/>
                  </a:lnTo>
                  <a:close/>
                  <a:moveTo>
                    <a:pt x="1393482" y="60542"/>
                  </a:moveTo>
                  <a:lnTo>
                    <a:pt x="1361720" y="136173"/>
                  </a:lnTo>
                  <a:lnTo>
                    <a:pt x="1395893" y="63004"/>
                  </a:lnTo>
                  <a:close/>
                  <a:moveTo>
                    <a:pt x="1655148" y="294132"/>
                  </a:moveTo>
                  <a:lnTo>
                    <a:pt x="1677776" y="283312"/>
                  </a:lnTo>
                  <a:lnTo>
                    <a:pt x="1632734" y="295120"/>
                  </a:lnTo>
                  <a:close/>
                  <a:moveTo>
                    <a:pt x="1632734" y="295120"/>
                  </a:moveTo>
                  <a:lnTo>
                    <a:pt x="1677776" y="283312"/>
                  </a:lnTo>
                  <a:lnTo>
                    <a:pt x="1661147" y="247260"/>
                  </a:lnTo>
                  <a:close/>
                  <a:moveTo>
                    <a:pt x="1632734" y="295120"/>
                  </a:moveTo>
                  <a:lnTo>
                    <a:pt x="1661147" y="247260"/>
                  </a:lnTo>
                  <a:lnTo>
                    <a:pt x="1616673" y="245435"/>
                  </a:lnTo>
                  <a:close/>
                  <a:moveTo>
                    <a:pt x="1661147" y="247260"/>
                  </a:moveTo>
                  <a:lnTo>
                    <a:pt x="1677776" y="283312"/>
                  </a:lnTo>
                  <a:lnTo>
                    <a:pt x="1691778" y="242595"/>
                  </a:lnTo>
                  <a:close/>
                  <a:moveTo>
                    <a:pt x="1486867" y="93564"/>
                  </a:moveTo>
                  <a:lnTo>
                    <a:pt x="1451456" y="112079"/>
                  </a:lnTo>
                  <a:lnTo>
                    <a:pt x="1418684" y="148213"/>
                  </a:lnTo>
                  <a:close/>
                  <a:moveTo>
                    <a:pt x="1519728" y="98039"/>
                  </a:moveTo>
                  <a:lnTo>
                    <a:pt x="1466436" y="103381"/>
                  </a:lnTo>
                  <a:lnTo>
                    <a:pt x="1536315" y="103764"/>
                  </a:lnTo>
                  <a:close/>
                  <a:moveTo>
                    <a:pt x="1466436" y="103381"/>
                  </a:moveTo>
                  <a:lnTo>
                    <a:pt x="1486867" y="93564"/>
                  </a:lnTo>
                  <a:lnTo>
                    <a:pt x="1536315" y="103764"/>
                  </a:lnTo>
                  <a:close/>
                  <a:moveTo>
                    <a:pt x="1573661" y="92174"/>
                  </a:moveTo>
                  <a:lnTo>
                    <a:pt x="1519728" y="98039"/>
                  </a:lnTo>
                  <a:lnTo>
                    <a:pt x="1583810" y="106663"/>
                  </a:lnTo>
                  <a:close/>
                  <a:moveTo>
                    <a:pt x="1519728" y="98039"/>
                  </a:moveTo>
                  <a:lnTo>
                    <a:pt x="1536315" y="103764"/>
                  </a:lnTo>
                  <a:lnTo>
                    <a:pt x="1583810" y="106663"/>
                  </a:lnTo>
                  <a:close/>
                  <a:moveTo>
                    <a:pt x="1396085" y="59851"/>
                  </a:moveTo>
                  <a:lnTo>
                    <a:pt x="1460069" y="45815"/>
                  </a:lnTo>
                  <a:lnTo>
                    <a:pt x="1439248" y="0"/>
                  </a:lnTo>
                  <a:close/>
                  <a:moveTo>
                    <a:pt x="1655148" y="294132"/>
                  </a:moveTo>
                  <a:lnTo>
                    <a:pt x="1695170" y="345087"/>
                  </a:lnTo>
                  <a:lnTo>
                    <a:pt x="1682580" y="292579"/>
                  </a:lnTo>
                  <a:close/>
                  <a:moveTo>
                    <a:pt x="1695170" y="345087"/>
                  </a:moveTo>
                  <a:lnTo>
                    <a:pt x="1755172" y="334288"/>
                  </a:lnTo>
                  <a:lnTo>
                    <a:pt x="1746865" y="278299"/>
                  </a:lnTo>
                  <a:close/>
                  <a:moveTo>
                    <a:pt x="1695170" y="345087"/>
                  </a:moveTo>
                  <a:lnTo>
                    <a:pt x="1746865" y="278299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20742" y="236793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69520" y="235119"/>
                  </a:lnTo>
                  <a:lnTo>
                    <a:pt x="1720742" y="23679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07" name="Output_density__4306">
              <a:extLst>
                <a:ext uri="{FF2B5EF4-FFF2-40B4-BE49-F238E27FC236}">
                  <a16:creationId xmlns:a16="http://schemas.microsoft.com/office/drawing/2014/main" id="{CB88F3E0-1312-E9F3-68FC-871CF6F29CF1}"/>
                </a:ext>
              </a:extLst>
            </p:cNvPr>
            <p:cNvSpPr>
              <a:spLocks noGrp="1"/>
            </p:cNvSpPr>
            <p:nvPr/>
          </p:nvSpPr>
          <p:spPr>
            <a:xfrm>
              <a:off x="14863169" y="2276181"/>
              <a:ext cx="1630406" cy="1322167"/>
            </a:xfrm>
            <a:custGeom>
              <a:avLst/>
              <a:gdLst/>
              <a:ahLst/>
              <a:cxnLst/>
              <a:rect l="0" t="0" r="0" b="0"/>
              <a:pathLst>
                <a:path w="1630406" h="1322167">
                  <a:moveTo>
                    <a:pt x="376654" y="1267282"/>
                  </a:moveTo>
                  <a:lnTo>
                    <a:pt x="388921" y="1318819"/>
                  </a:lnTo>
                  <a:lnTo>
                    <a:pt x="447276" y="1294725"/>
                  </a:lnTo>
                  <a:close/>
                  <a:moveTo>
                    <a:pt x="376654" y="1267282"/>
                  </a:moveTo>
                  <a:lnTo>
                    <a:pt x="447276" y="1294725"/>
                  </a:lnTo>
                  <a:lnTo>
                    <a:pt x="445879" y="1243188"/>
                  </a:lnTo>
                  <a:close/>
                  <a:moveTo>
                    <a:pt x="150634" y="985505"/>
                  </a:moveTo>
                  <a:lnTo>
                    <a:pt x="182980" y="953997"/>
                  </a:lnTo>
                  <a:lnTo>
                    <a:pt x="142877" y="986977"/>
                  </a:lnTo>
                  <a:close/>
                  <a:moveTo>
                    <a:pt x="169439" y="940622"/>
                  </a:moveTo>
                  <a:lnTo>
                    <a:pt x="182980" y="953997"/>
                  </a:lnTo>
                  <a:lnTo>
                    <a:pt x="227247" y="944828"/>
                  </a:lnTo>
                  <a:close/>
                  <a:moveTo>
                    <a:pt x="250860" y="975153"/>
                  </a:moveTo>
                  <a:lnTo>
                    <a:pt x="317551" y="972883"/>
                  </a:lnTo>
                  <a:lnTo>
                    <a:pt x="303421" y="961411"/>
                  </a:lnTo>
                  <a:close/>
                  <a:moveTo>
                    <a:pt x="182980" y="953997"/>
                  </a:moveTo>
                  <a:lnTo>
                    <a:pt x="150634" y="985505"/>
                  </a:lnTo>
                  <a:lnTo>
                    <a:pt x="201083" y="977639"/>
                  </a:lnTo>
                  <a:close/>
                  <a:moveTo>
                    <a:pt x="201083" y="977639"/>
                  </a:moveTo>
                  <a:lnTo>
                    <a:pt x="227247" y="944828"/>
                  </a:lnTo>
                  <a:lnTo>
                    <a:pt x="182980" y="953997"/>
                  </a:lnTo>
                  <a:close/>
                  <a:moveTo>
                    <a:pt x="201083" y="977639"/>
                  </a:moveTo>
                  <a:lnTo>
                    <a:pt x="250860" y="975153"/>
                  </a:lnTo>
                  <a:lnTo>
                    <a:pt x="227247" y="944828"/>
                  </a:lnTo>
                  <a:close/>
                  <a:moveTo>
                    <a:pt x="307863" y="936661"/>
                  </a:moveTo>
                  <a:lnTo>
                    <a:pt x="227247" y="944828"/>
                  </a:lnTo>
                  <a:lnTo>
                    <a:pt x="303421" y="961411"/>
                  </a:lnTo>
                  <a:close/>
                  <a:moveTo>
                    <a:pt x="303421" y="961411"/>
                  </a:moveTo>
                  <a:lnTo>
                    <a:pt x="227247" y="944828"/>
                  </a:lnTo>
                  <a:lnTo>
                    <a:pt x="250860" y="975153"/>
                  </a:lnTo>
                  <a:close/>
                  <a:moveTo>
                    <a:pt x="564798" y="1270631"/>
                  </a:moveTo>
                  <a:lnTo>
                    <a:pt x="578225" y="1322167"/>
                  </a:lnTo>
                  <a:lnTo>
                    <a:pt x="598060" y="1246537"/>
                  </a:lnTo>
                  <a:close/>
                  <a:moveTo>
                    <a:pt x="598060" y="1246537"/>
                  </a:moveTo>
                  <a:lnTo>
                    <a:pt x="579486" y="1195000"/>
                  </a:lnTo>
                  <a:lnTo>
                    <a:pt x="564798" y="1270631"/>
                  </a:lnTo>
                  <a:close/>
                  <a:moveTo>
                    <a:pt x="419727" y="937318"/>
                  </a:moveTo>
                  <a:lnTo>
                    <a:pt x="376634" y="1012948"/>
                  </a:lnTo>
                  <a:lnTo>
                    <a:pt x="423250" y="988854"/>
                  </a:lnTo>
                  <a:close/>
                  <a:moveTo>
                    <a:pt x="307863" y="936661"/>
                  </a:moveTo>
                  <a:lnTo>
                    <a:pt x="303421" y="961411"/>
                  </a:lnTo>
                  <a:lnTo>
                    <a:pt x="322552" y="954852"/>
                  </a:lnTo>
                  <a:close/>
                  <a:moveTo>
                    <a:pt x="322552" y="954852"/>
                  </a:moveTo>
                  <a:lnTo>
                    <a:pt x="310389" y="909875"/>
                  </a:lnTo>
                  <a:lnTo>
                    <a:pt x="307863" y="936661"/>
                  </a:lnTo>
                  <a:close/>
                  <a:moveTo>
                    <a:pt x="174289" y="731171"/>
                  </a:moveTo>
                  <a:lnTo>
                    <a:pt x="182910" y="683937"/>
                  </a:lnTo>
                  <a:lnTo>
                    <a:pt x="179365" y="681581"/>
                  </a:lnTo>
                  <a:close/>
                  <a:moveTo>
                    <a:pt x="131056" y="745616"/>
                  </a:moveTo>
                  <a:lnTo>
                    <a:pt x="174289" y="731171"/>
                  </a:lnTo>
                  <a:lnTo>
                    <a:pt x="179365" y="681581"/>
                  </a:lnTo>
                  <a:close/>
                  <a:moveTo>
                    <a:pt x="179365" y="681581"/>
                  </a:moveTo>
                  <a:lnTo>
                    <a:pt x="183475" y="679634"/>
                  </a:lnTo>
                  <a:lnTo>
                    <a:pt x="180895" y="676401"/>
                  </a:lnTo>
                  <a:close/>
                  <a:moveTo>
                    <a:pt x="170409" y="679634"/>
                  </a:moveTo>
                  <a:lnTo>
                    <a:pt x="179365" y="681581"/>
                  </a:lnTo>
                  <a:lnTo>
                    <a:pt x="180895" y="676401"/>
                  </a:lnTo>
                  <a:close/>
                  <a:moveTo>
                    <a:pt x="179365" y="681581"/>
                  </a:moveTo>
                  <a:lnTo>
                    <a:pt x="182910" y="683937"/>
                  </a:lnTo>
                  <a:lnTo>
                    <a:pt x="183475" y="679634"/>
                  </a:lnTo>
                  <a:close/>
                  <a:moveTo>
                    <a:pt x="27922" y="576561"/>
                  </a:moveTo>
                  <a:lnTo>
                    <a:pt x="44485" y="525025"/>
                  </a:lnTo>
                  <a:lnTo>
                    <a:pt x="0" y="600655"/>
                  </a:lnTo>
                  <a:close/>
                  <a:moveTo>
                    <a:pt x="46304" y="522543"/>
                  </a:moveTo>
                  <a:lnTo>
                    <a:pt x="43191" y="528095"/>
                  </a:lnTo>
                  <a:lnTo>
                    <a:pt x="44485" y="525025"/>
                  </a:lnTo>
                  <a:close/>
                  <a:moveTo>
                    <a:pt x="579486" y="1195000"/>
                  </a:moveTo>
                  <a:lnTo>
                    <a:pt x="625886" y="1236632"/>
                  </a:lnTo>
                  <a:lnTo>
                    <a:pt x="616496" y="1181523"/>
                  </a:lnTo>
                  <a:close/>
                  <a:moveTo>
                    <a:pt x="664410" y="1170906"/>
                  </a:moveTo>
                  <a:lnTo>
                    <a:pt x="637850" y="1119370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04158" y="1128811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21810" y="1067833"/>
                  </a:lnTo>
                  <a:lnTo>
                    <a:pt x="604158" y="1128811"/>
                  </a:lnTo>
                  <a:close/>
                  <a:moveTo>
                    <a:pt x="621810" y="1067833"/>
                  </a:moveTo>
                  <a:lnTo>
                    <a:pt x="584951" y="1081683"/>
                  </a:lnTo>
                  <a:lnTo>
                    <a:pt x="604158" y="1128811"/>
                  </a:lnTo>
                  <a:close/>
                  <a:moveTo>
                    <a:pt x="218903" y="712180"/>
                  </a:moveTo>
                  <a:lnTo>
                    <a:pt x="182910" y="683937"/>
                  </a:lnTo>
                  <a:lnTo>
                    <a:pt x="174289" y="731171"/>
                  </a:lnTo>
                  <a:close/>
                  <a:moveTo>
                    <a:pt x="182910" y="683937"/>
                  </a:moveTo>
                  <a:lnTo>
                    <a:pt x="218903" y="712180"/>
                  </a:lnTo>
                  <a:lnTo>
                    <a:pt x="183475" y="679634"/>
                  </a:lnTo>
                  <a:close/>
                  <a:moveTo>
                    <a:pt x="183475" y="679634"/>
                  </a:moveTo>
                  <a:lnTo>
                    <a:pt x="218903" y="712180"/>
                  </a:lnTo>
                  <a:lnTo>
                    <a:pt x="237356" y="707077"/>
                  </a:lnTo>
                  <a:close/>
                  <a:moveTo>
                    <a:pt x="183475" y="679634"/>
                  </a:moveTo>
                  <a:lnTo>
                    <a:pt x="237356" y="707077"/>
                  </a:lnTo>
                  <a:lnTo>
                    <a:pt x="231432" y="655541"/>
                  </a:lnTo>
                  <a:close/>
                  <a:moveTo>
                    <a:pt x="205842" y="604004"/>
                  </a:moveTo>
                  <a:lnTo>
                    <a:pt x="183475" y="679634"/>
                  </a:lnTo>
                  <a:lnTo>
                    <a:pt x="231432" y="655541"/>
                  </a:lnTo>
                  <a:close/>
                  <a:moveTo>
                    <a:pt x="44485" y="525025"/>
                  </a:moveTo>
                  <a:lnTo>
                    <a:pt x="90050" y="552743"/>
                  </a:lnTo>
                  <a:lnTo>
                    <a:pt x="51398" y="521424"/>
                  </a:lnTo>
                  <a:close/>
                  <a:moveTo>
                    <a:pt x="46304" y="522543"/>
                  </a:moveTo>
                  <a:lnTo>
                    <a:pt x="44485" y="525025"/>
                  </a:lnTo>
                  <a:lnTo>
                    <a:pt x="51398" y="521424"/>
                  </a:lnTo>
                  <a:close/>
                  <a:moveTo>
                    <a:pt x="116938" y="477054"/>
                  </a:moveTo>
                  <a:lnTo>
                    <a:pt x="51398" y="521424"/>
                  </a:lnTo>
                  <a:lnTo>
                    <a:pt x="90632" y="500931"/>
                  </a:lnTo>
                  <a:close/>
                  <a:moveTo>
                    <a:pt x="46304" y="522543"/>
                  </a:moveTo>
                  <a:lnTo>
                    <a:pt x="51398" y="521424"/>
                  </a:lnTo>
                  <a:lnTo>
                    <a:pt x="116938" y="477054"/>
                  </a:lnTo>
                  <a:close/>
                  <a:moveTo>
                    <a:pt x="637850" y="1119370"/>
                  </a:moveTo>
                  <a:lnTo>
                    <a:pt x="681653" y="1166533"/>
                  </a:lnTo>
                  <a:lnTo>
                    <a:pt x="674843" y="1109327"/>
                  </a:lnTo>
                  <a:close/>
                  <a:moveTo>
                    <a:pt x="637850" y="1119370"/>
                  </a:moveTo>
                  <a:lnTo>
                    <a:pt x="664410" y="1170906"/>
                  </a:lnTo>
                  <a:lnTo>
                    <a:pt x="681653" y="1166533"/>
                  </a:lnTo>
                  <a:close/>
                  <a:moveTo>
                    <a:pt x="681653" y="1166533"/>
                  </a:moveTo>
                  <a:lnTo>
                    <a:pt x="737419" y="1096436"/>
                  </a:lnTo>
                  <a:lnTo>
                    <a:pt x="674843" y="1109327"/>
                  </a:lnTo>
                  <a:close/>
                  <a:moveTo>
                    <a:pt x="621810" y="1067833"/>
                  </a:moveTo>
                  <a:lnTo>
                    <a:pt x="674843" y="1109327"/>
                  </a:lnTo>
                  <a:lnTo>
                    <a:pt x="660866" y="1057948"/>
                  </a:lnTo>
                  <a:close/>
                  <a:moveTo>
                    <a:pt x="621810" y="1067833"/>
                  </a:moveTo>
                  <a:lnTo>
                    <a:pt x="637850" y="1119370"/>
                  </a:lnTo>
                  <a:lnTo>
                    <a:pt x="674843" y="1109327"/>
                  </a:lnTo>
                  <a:close/>
                  <a:moveTo>
                    <a:pt x="458429" y="880447"/>
                  </a:moveTo>
                  <a:lnTo>
                    <a:pt x="485628" y="847243"/>
                  </a:lnTo>
                  <a:lnTo>
                    <a:pt x="496727" y="861686"/>
                  </a:lnTo>
                  <a:close/>
                  <a:moveTo>
                    <a:pt x="453613" y="798780"/>
                  </a:moveTo>
                  <a:lnTo>
                    <a:pt x="445867" y="833482"/>
                  </a:lnTo>
                  <a:lnTo>
                    <a:pt x="498432" y="786056"/>
                  </a:lnTo>
                  <a:close/>
                  <a:moveTo>
                    <a:pt x="116938" y="477054"/>
                  </a:moveTo>
                  <a:lnTo>
                    <a:pt x="90632" y="500931"/>
                  </a:lnTo>
                  <a:lnTo>
                    <a:pt x="141135" y="486450"/>
                  </a:lnTo>
                  <a:close/>
                  <a:moveTo>
                    <a:pt x="141135" y="486450"/>
                  </a:moveTo>
                  <a:lnTo>
                    <a:pt x="158848" y="459073"/>
                  </a:lnTo>
                  <a:lnTo>
                    <a:pt x="116938" y="477054"/>
                  </a:lnTo>
                  <a:close/>
                  <a:moveTo>
                    <a:pt x="141135" y="486450"/>
                  </a:moveTo>
                  <a:lnTo>
                    <a:pt x="196342" y="479550"/>
                  </a:lnTo>
                  <a:lnTo>
                    <a:pt x="158848" y="459073"/>
                  </a:lnTo>
                  <a:close/>
                  <a:moveTo>
                    <a:pt x="556674" y="815718"/>
                  </a:moveTo>
                  <a:lnTo>
                    <a:pt x="490031" y="837593"/>
                  </a:lnTo>
                  <a:lnTo>
                    <a:pt x="563197" y="827686"/>
                  </a:lnTo>
                  <a:close/>
                  <a:moveTo>
                    <a:pt x="498432" y="786056"/>
                  </a:moveTo>
                  <a:lnTo>
                    <a:pt x="490031" y="837593"/>
                  </a:lnTo>
                  <a:lnTo>
                    <a:pt x="556674" y="815718"/>
                  </a:lnTo>
                  <a:close/>
                  <a:moveTo>
                    <a:pt x="811085" y="1055788"/>
                  </a:moveTo>
                  <a:lnTo>
                    <a:pt x="785911" y="1094996"/>
                  </a:lnTo>
                  <a:lnTo>
                    <a:pt x="794411" y="1071182"/>
                  </a:lnTo>
                  <a:close/>
                  <a:moveTo>
                    <a:pt x="827730" y="1060997"/>
                  </a:moveTo>
                  <a:lnTo>
                    <a:pt x="794411" y="1071182"/>
                  </a:lnTo>
                  <a:lnTo>
                    <a:pt x="848433" y="1060525"/>
                  </a:lnTo>
                  <a:close/>
                  <a:moveTo>
                    <a:pt x="811085" y="1055788"/>
                  </a:moveTo>
                  <a:lnTo>
                    <a:pt x="794411" y="1071182"/>
                  </a:lnTo>
                  <a:lnTo>
                    <a:pt x="827730" y="1060997"/>
                  </a:lnTo>
                  <a:close/>
                  <a:moveTo>
                    <a:pt x="888298" y="1034897"/>
                  </a:moveTo>
                  <a:lnTo>
                    <a:pt x="827730" y="1060997"/>
                  </a:lnTo>
                  <a:lnTo>
                    <a:pt x="875681" y="1047088"/>
                  </a:lnTo>
                  <a:close/>
                  <a:moveTo>
                    <a:pt x="811085" y="1055788"/>
                  </a:moveTo>
                  <a:lnTo>
                    <a:pt x="827730" y="1060997"/>
                  </a:lnTo>
                  <a:lnTo>
                    <a:pt x="888298" y="1034897"/>
                  </a:lnTo>
                  <a:close/>
                  <a:moveTo>
                    <a:pt x="850550" y="1028663"/>
                  </a:moveTo>
                  <a:lnTo>
                    <a:pt x="811085" y="1055788"/>
                  </a:lnTo>
                  <a:lnTo>
                    <a:pt x="888298" y="1034897"/>
                  </a:lnTo>
                  <a:close/>
                  <a:moveTo>
                    <a:pt x="888298" y="1034897"/>
                  </a:moveTo>
                  <a:lnTo>
                    <a:pt x="875681" y="1047088"/>
                  </a:lnTo>
                  <a:lnTo>
                    <a:pt x="909253" y="1032703"/>
                  </a:lnTo>
                  <a:close/>
                  <a:moveTo>
                    <a:pt x="888298" y="1034897"/>
                  </a:moveTo>
                  <a:lnTo>
                    <a:pt x="909253" y="1032703"/>
                  </a:lnTo>
                  <a:lnTo>
                    <a:pt x="904950" y="995551"/>
                  </a:lnTo>
                  <a:close/>
                  <a:moveTo>
                    <a:pt x="904950" y="995551"/>
                  </a:moveTo>
                  <a:lnTo>
                    <a:pt x="909253" y="1032703"/>
                  </a:lnTo>
                  <a:lnTo>
                    <a:pt x="930408" y="1022994"/>
                  </a:lnTo>
                  <a:close/>
                  <a:moveTo>
                    <a:pt x="694329" y="779770"/>
                  </a:moveTo>
                  <a:lnTo>
                    <a:pt x="743293" y="715203"/>
                  </a:lnTo>
                  <a:lnTo>
                    <a:pt x="677836" y="730437"/>
                  </a:lnTo>
                  <a:close/>
                  <a:moveTo>
                    <a:pt x="740352" y="696206"/>
                  </a:moveTo>
                  <a:lnTo>
                    <a:pt x="743293" y="715203"/>
                  </a:lnTo>
                  <a:lnTo>
                    <a:pt x="748175" y="713775"/>
                  </a:lnTo>
                  <a:close/>
                  <a:moveTo>
                    <a:pt x="743210" y="571992"/>
                  </a:moveTo>
                  <a:lnTo>
                    <a:pt x="688057" y="610701"/>
                  </a:lnTo>
                  <a:lnTo>
                    <a:pt x="723315" y="586607"/>
                  </a:lnTo>
                  <a:close/>
                  <a:moveTo>
                    <a:pt x="743210" y="571992"/>
                  </a:moveTo>
                  <a:lnTo>
                    <a:pt x="707462" y="573237"/>
                  </a:lnTo>
                  <a:lnTo>
                    <a:pt x="688057" y="610701"/>
                  </a:lnTo>
                  <a:close/>
                  <a:moveTo>
                    <a:pt x="743210" y="571992"/>
                  </a:moveTo>
                  <a:lnTo>
                    <a:pt x="723315" y="586607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757487" y="535071"/>
                  </a:lnTo>
                  <a:lnTo>
                    <a:pt x="813676" y="525874"/>
                  </a:lnTo>
                  <a:close/>
                  <a:moveTo>
                    <a:pt x="757487" y="535071"/>
                  </a:moveTo>
                  <a:lnTo>
                    <a:pt x="743210" y="571992"/>
                  </a:lnTo>
                  <a:lnTo>
                    <a:pt x="813676" y="525874"/>
                  </a:lnTo>
                  <a:close/>
                  <a:moveTo>
                    <a:pt x="813676" y="525874"/>
                  </a:moveTo>
                  <a:lnTo>
                    <a:pt x="743210" y="571992"/>
                  </a:lnTo>
                  <a:lnTo>
                    <a:pt x="794224" y="562514"/>
                  </a:lnTo>
                  <a:close/>
                  <a:moveTo>
                    <a:pt x="794224" y="562514"/>
                  </a:moveTo>
                  <a:lnTo>
                    <a:pt x="743210" y="571992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813676" y="525874"/>
                  </a:lnTo>
                  <a:lnTo>
                    <a:pt x="844789" y="510977"/>
                  </a:lnTo>
                  <a:close/>
                  <a:moveTo>
                    <a:pt x="813676" y="525874"/>
                  </a:moveTo>
                  <a:lnTo>
                    <a:pt x="794224" y="562514"/>
                  </a:lnTo>
                  <a:lnTo>
                    <a:pt x="843613" y="546142"/>
                  </a:lnTo>
                  <a:close/>
                  <a:moveTo>
                    <a:pt x="843613" y="546142"/>
                  </a:moveTo>
                  <a:lnTo>
                    <a:pt x="844789" y="510977"/>
                  </a:lnTo>
                  <a:lnTo>
                    <a:pt x="813676" y="525874"/>
                  </a:lnTo>
                  <a:close/>
                  <a:moveTo>
                    <a:pt x="1259918" y="899176"/>
                  </a:moveTo>
                  <a:lnTo>
                    <a:pt x="1311750" y="926619"/>
                  </a:lnTo>
                  <a:lnTo>
                    <a:pt x="1283982" y="875082"/>
                  </a:lnTo>
                  <a:close/>
                  <a:moveTo>
                    <a:pt x="1298612" y="846434"/>
                  </a:moveTo>
                  <a:lnTo>
                    <a:pt x="1259918" y="899176"/>
                  </a:lnTo>
                  <a:lnTo>
                    <a:pt x="1283982" y="875082"/>
                  </a:lnTo>
                  <a:close/>
                  <a:moveTo>
                    <a:pt x="930753" y="435346"/>
                  </a:moveTo>
                  <a:lnTo>
                    <a:pt x="975956" y="462789"/>
                  </a:lnTo>
                  <a:lnTo>
                    <a:pt x="963261" y="411252"/>
                  </a:lnTo>
                  <a:close/>
                  <a:moveTo>
                    <a:pt x="1283982" y="875082"/>
                  </a:moveTo>
                  <a:lnTo>
                    <a:pt x="1326822" y="921120"/>
                  </a:lnTo>
                  <a:lnTo>
                    <a:pt x="1322343" y="862018"/>
                  </a:lnTo>
                  <a:close/>
                  <a:moveTo>
                    <a:pt x="1298612" y="846434"/>
                  </a:moveTo>
                  <a:lnTo>
                    <a:pt x="1283982" y="875082"/>
                  </a:lnTo>
                  <a:lnTo>
                    <a:pt x="1322343" y="862018"/>
                  </a:lnTo>
                  <a:close/>
                  <a:moveTo>
                    <a:pt x="963261" y="411252"/>
                  </a:moveTo>
                  <a:lnTo>
                    <a:pt x="975956" y="462789"/>
                  </a:lnTo>
                  <a:lnTo>
                    <a:pt x="999228" y="438695"/>
                  </a:lnTo>
                  <a:close/>
                  <a:moveTo>
                    <a:pt x="963261" y="411252"/>
                  </a:moveTo>
                  <a:lnTo>
                    <a:pt x="999228" y="438695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63261" y="411252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92205" y="387158"/>
                  </a:lnTo>
                  <a:lnTo>
                    <a:pt x="977609" y="335622"/>
                  </a:lnTo>
                  <a:close/>
                  <a:moveTo>
                    <a:pt x="940063" y="308179"/>
                  </a:moveTo>
                  <a:lnTo>
                    <a:pt x="977609" y="335622"/>
                  </a:lnTo>
                  <a:lnTo>
                    <a:pt x="955632" y="284085"/>
                  </a:lnTo>
                  <a:close/>
                  <a:moveTo>
                    <a:pt x="977609" y="335622"/>
                  </a:moveTo>
                  <a:lnTo>
                    <a:pt x="992205" y="387158"/>
                  </a:lnTo>
                  <a:lnTo>
                    <a:pt x="1053363" y="363064"/>
                  </a:lnTo>
                  <a:close/>
                  <a:moveTo>
                    <a:pt x="977609" y="335622"/>
                  </a:moveTo>
                  <a:lnTo>
                    <a:pt x="1053363" y="363064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977609" y="335622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1029953" y="311528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55632" y="284085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97300" y="259991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51230" y="232549"/>
                  </a:lnTo>
                  <a:lnTo>
                    <a:pt x="989158" y="208455"/>
                  </a:lnTo>
                  <a:close/>
                  <a:moveTo>
                    <a:pt x="989158" y="208455"/>
                  </a:moveTo>
                  <a:lnTo>
                    <a:pt x="1053516" y="224069"/>
                  </a:lnTo>
                  <a:lnTo>
                    <a:pt x="1035642" y="190258"/>
                  </a:lnTo>
                  <a:close/>
                  <a:moveTo>
                    <a:pt x="997300" y="259991"/>
                  </a:moveTo>
                  <a:lnTo>
                    <a:pt x="1053200" y="235898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89158" y="208455"/>
                  </a:lnTo>
                  <a:lnTo>
                    <a:pt x="1035642" y="190258"/>
                  </a:lnTo>
                  <a:close/>
                  <a:moveTo>
                    <a:pt x="1082522" y="157841"/>
                  </a:moveTo>
                  <a:lnTo>
                    <a:pt x="1035642" y="190258"/>
                  </a:lnTo>
                  <a:lnTo>
                    <a:pt x="1055859" y="184361"/>
                  </a:lnTo>
                  <a:close/>
                  <a:moveTo>
                    <a:pt x="1005990" y="181275"/>
                  </a:moveTo>
                  <a:lnTo>
                    <a:pt x="1035642" y="190258"/>
                  </a:lnTo>
                  <a:lnTo>
                    <a:pt x="1082522" y="157841"/>
                  </a:lnTo>
                  <a:close/>
                  <a:moveTo>
                    <a:pt x="1035642" y="190258"/>
                  </a:moveTo>
                  <a:lnTo>
                    <a:pt x="1053516" y="224069"/>
                  </a:lnTo>
                  <a:lnTo>
                    <a:pt x="1055859" y="184361"/>
                  </a:lnTo>
                  <a:close/>
                  <a:moveTo>
                    <a:pt x="1379523" y="477057"/>
                  </a:moveTo>
                  <a:lnTo>
                    <a:pt x="1399892" y="510829"/>
                  </a:lnTo>
                  <a:lnTo>
                    <a:pt x="1430740" y="469487"/>
                  </a:lnTo>
                  <a:close/>
                  <a:moveTo>
                    <a:pt x="1117799" y="154835"/>
                  </a:moveTo>
                  <a:lnTo>
                    <a:pt x="1082522" y="157841"/>
                  </a:lnTo>
                  <a:lnTo>
                    <a:pt x="1055859" y="184361"/>
                  </a:lnTo>
                  <a:close/>
                  <a:moveTo>
                    <a:pt x="1157048" y="126904"/>
                  </a:moveTo>
                  <a:lnTo>
                    <a:pt x="1112998" y="132824"/>
                  </a:lnTo>
                  <a:lnTo>
                    <a:pt x="1082522" y="157841"/>
                  </a:lnTo>
                  <a:close/>
                  <a:moveTo>
                    <a:pt x="1157048" y="126904"/>
                  </a:moveTo>
                  <a:lnTo>
                    <a:pt x="1082522" y="157841"/>
                  </a:lnTo>
                  <a:lnTo>
                    <a:pt x="1117799" y="154835"/>
                  </a:lnTo>
                  <a:close/>
                  <a:moveTo>
                    <a:pt x="1145999" y="113761"/>
                  </a:moveTo>
                  <a:lnTo>
                    <a:pt x="1157048" y="126904"/>
                  </a:lnTo>
                  <a:lnTo>
                    <a:pt x="1153246" y="108730"/>
                  </a:lnTo>
                  <a:close/>
                  <a:moveTo>
                    <a:pt x="1123268" y="157001"/>
                  </a:moveTo>
                  <a:lnTo>
                    <a:pt x="1157048" y="126904"/>
                  </a:lnTo>
                  <a:lnTo>
                    <a:pt x="1117799" y="154835"/>
                  </a:lnTo>
                  <a:close/>
                  <a:moveTo>
                    <a:pt x="1123268" y="157001"/>
                  </a:moveTo>
                  <a:lnTo>
                    <a:pt x="1171942" y="155413"/>
                  </a:lnTo>
                  <a:lnTo>
                    <a:pt x="1157048" y="126904"/>
                  </a:lnTo>
                  <a:close/>
                  <a:moveTo>
                    <a:pt x="1171942" y="155413"/>
                  </a:moveTo>
                  <a:lnTo>
                    <a:pt x="1239902" y="127107"/>
                  </a:lnTo>
                  <a:lnTo>
                    <a:pt x="1153246" y="108730"/>
                  </a:lnTo>
                  <a:close/>
                  <a:moveTo>
                    <a:pt x="1153246" y="108730"/>
                  </a:moveTo>
                  <a:lnTo>
                    <a:pt x="1239902" y="127107"/>
                  </a:lnTo>
                  <a:lnTo>
                    <a:pt x="1201198" y="84636"/>
                  </a:lnTo>
                  <a:close/>
                  <a:moveTo>
                    <a:pt x="1153246" y="108730"/>
                  </a:moveTo>
                  <a:lnTo>
                    <a:pt x="1157048" y="126904"/>
                  </a:lnTo>
                  <a:lnTo>
                    <a:pt x="1171942" y="155413"/>
                  </a:lnTo>
                  <a:close/>
                  <a:moveTo>
                    <a:pt x="1150142" y="57194"/>
                  </a:moveTo>
                  <a:lnTo>
                    <a:pt x="1153246" y="108730"/>
                  </a:lnTo>
                  <a:lnTo>
                    <a:pt x="1201198" y="84636"/>
                  </a:lnTo>
                  <a:close/>
                  <a:moveTo>
                    <a:pt x="1150142" y="57194"/>
                  </a:moveTo>
                  <a:lnTo>
                    <a:pt x="1201198" y="84636"/>
                  </a:lnTo>
                  <a:lnTo>
                    <a:pt x="1197956" y="33100"/>
                  </a:lnTo>
                  <a:close/>
                  <a:moveTo>
                    <a:pt x="1201198" y="84636"/>
                  </a:moveTo>
                  <a:lnTo>
                    <a:pt x="1239902" y="127107"/>
                  </a:lnTo>
                  <a:lnTo>
                    <a:pt x="1244776" y="71439"/>
                  </a:lnTo>
                  <a:close/>
                  <a:moveTo>
                    <a:pt x="1197956" y="33100"/>
                  </a:moveTo>
                  <a:lnTo>
                    <a:pt x="1244776" y="71439"/>
                  </a:lnTo>
                  <a:lnTo>
                    <a:pt x="1225672" y="24227"/>
                  </a:lnTo>
                  <a:close/>
                  <a:moveTo>
                    <a:pt x="1197956" y="33100"/>
                  </a:moveTo>
                  <a:lnTo>
                    <a:pt x="1201198" y="84636"/>
                  </a:lnTo>
                  <a:lnTo>
                    <a:pt x="1244776" y="71439"/>
                  </a:lnTo>
                  <a:close/>
                  <a:moveTo>
                    <a:pt x="1303146" y="60542"/>
                  </a:moveTo>
                  <a:lnTo>
                    <a:pt x="1286272" y="9006"/>
                  </a:lnTo>
                  <a:lnTo>
                    <a:pt x="1244776" y="71439"/>
                  </a:lnTo>
                  <a:close/>
                  <a:moveTo>
                    <a:pt x="1286272" y="9006"/>
                  </a:moveTo>
                  <a:lnTo>
                    <a:pt x="1225672" y="24227"/>
                  </a:lnTo>
                  <a:lnTo>
                    <a:pt x="1244776" y="71439"/>
                  </a:lnTo>
                  <a:close/>
                  <a:moveTo>
                    <a:pt x="1209589" y="13771"/>
                  </a:moveTo>
                  <a:lnTo>
                    <a:pt x="1197956" y="33100"/>
                  </a:lnTo>
                  <a:lnTo>
                    <a:pt x="1225672" y="24227"/>
                  </a:lnTo>
                  <a:close/>
                  <a:moveTo>
                    <a:pt x="1289529" y="3074"/>
                  </a:moveTo>
                  <a:lnTo>
                    <a:pt x="1225672" y="24227"/>
                  </a:lnTo>
                  <a:lnTo>
                    <a:pt x="1286272" y="9006"/>
                  </a:lnTo>
                  <a:close/>
                  <a:moveTo>
                    <a:pt x="1209589" y="13771"/>
                  </a:moveTo>
                  <a:lnTo>
                    <a:pt x="1225672" y="24227"/>
                  </a:lnTo>
                  <a:lnTo>
                    <a:pt x="1289529" y="3074"/>
                  </a:lnTo>
                  <a:close/>
                  <a:moveTo>
                    <a:pt x="1376101" y="103381"/>
                  </a:moveTo>
                  <a:lnTo>
                    <a:pt x="1361120" y="112079"/>
                  </a:lnTo>
                  <a:lnTo>
                    <a:pt x="1396532" y="93564"/>
                  </a:lnTo>
                  <a:close/>
                  <a:moveTo>
                    <a:pt x="1376101" y="103381"/>
                  </a:moveTo>
                  <a:lnTo>
                    <a:pt x="1305558" y="63004"/>
                  </a:lnTo>
                  <a:lnTo>
                    <a:pt x="1361120" y="112079"/>
                  </a:lnTo>
                  <a:close/>
                  <a:moveTo>
                    <a:pt x="1305749" y="59851"/>
                  </a:moveTo>
                  <a:lnTo>
                    <a:pt x="1305558" y="63004"/>
                  </a:lnTo>
                  <a:lnTo>
                    <a:pt x="1376101" y="103381"/>
                  </a:lnTo>
                  <a:close/>
                  <a:moveTo>
                    <a:pt x="1369734" y="45815"/>
                  </a:moveTo>
                  <a:lnTo>
                    <a:pt x="1305749" y="59851"/>
                  </a:lnTo>
                  <a:lnTo>
                    <a:pt x="1376101" y="103381"/>
                  </a:lnTo>
                  <a:close/>
                  <a:moveTo>
                    <a:pt x="1376101" y="103381"/>
                  </a:moveTo>
                  <a:lnTo>
                    <a:pt x="1429392" y="98039"/>
                  </a:lnTo>
                  <a:lnTo>
                    <a:pt x="1418845" y="43871"/>
                  </a:lnTo>
                  <a:close/>
                  <a:moveTo>
                    <a:pt x="1376101" y="103381"/>
                  </a:moveTo>
                  <a:lnTo>
                    <a:pt x="1418845" y="43871"/>
                  </a:lnTo>
                  <a:lnTo>
                    <a:pt x="1369734" y="45815"/>
                  </a:lnTo>
                  <a:close/>
                  <a:moveTo>
                    <a:pt x="1303146" y="60542"/>
                  </a:moveTo>
                  <a:lnTo>
                    <a:pt x="1305558" y="63004"/>
                  </a:lnTo>
                  <a:lnTo>
                    <a:pt x="1305749" y="59851"/>
                  </a:lnTo>
                  <a:close/>
                  <a:moveTo>
                    <a:pt x="1286272" y="9006"/>
                  </a:moveTo>
                  <a:lnTo>
                    <a:pt x="1305749" y="59851"/>
                  </a:lnTo>
                  <a:lnTo>
                    <a:pt x="1293505" y="7063"/>
                  </a:lnTo>
                  <a:close/>
                  <a:moveTo>
                    <a:pt x="1286272" y="9006"/>
                  </a:moveTo>
                  <a:lnTo>
                    <a:pt x="1303146" y="60542"/>
                  </a:lnTo>
                  <a:lnTo>
                    <a:pt x="1305749" y="59851"/>
                  </a:lnTo>
                  <a:close/>
                  <a:moveTo>
                    <a:pt x="1305749" y="59851"/>
                  </a:moveTo>
                  <a:lnTo>
                    <a:pt x="1348912" y="0"/>
                  </a:lnTo>
                  <a:lnTo>
                    <a:pt x="1293505" y="7063"/>
                  </a:lnTo>
                  <a:close/>
                  <a:moveTo>
                    <a:pt x="1289529" y="3074"/>
                  </a:moveTo>
                  <a:lnTo>
                    <a:pt x="1286272" y="9006"/>
                  </a:lnTo>
                  <a:lnTo>
                    <a:pt x="1293505" y="7063"/>
                  </a:lnTo>
                  <a:close/>
                  <a:moveTo>
                    <a:pt x="1587440" y="283312"/>
                  </a:moveTo>
                  <a:lnTo>
                    <a:pt x="1564813" y="294132"/>
                  </a:lnTo>
                  <a:lnTo>
                    <a:pt x="1592244" y="292579"/>
                  </a:lnTo>
                  <a:close/>
                  <a:moveTo>
                    <a:pt x="1592244" y="292579"/>
                  </a:moveTo>
                  <a:lnTo>
                    <a:pt x="1601442" y="242595"/>
                  </a:lnTo>
                  <a:lnTo>
                    <a:pt x="1587440" y="283312"/>
                  </a:lnTo>
                  <a:close/>
                  <a:moveTo>
                    <a:pt x="1630406" y="236793"/>
                  </a:moveTo>
                  <a:lnTo>
                    <a:pt x="1601442" y="242595"/>
                  </a:lnTo>
                  <a:lnTo>
                    <a:pt x="1592244" y="29257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8" name="Output_density__4307">
              <a:extLst>
                <a:ext uri="{FF2B5EF4-FFF2-40B4-BE49-F238E27FC236}">
                  <a16:creationId xmlns:a16="http://schemas.microsoft.com/office/drawing/2014/main" id="{0C6014E8-6C3F-4A08-8370-3B0B64B7BB54}"/>
                </a:ext>
              </a:extLst>
            </p:cNvPr>
            <p:cNvSpPr>
              <a:spLocks noGrp="1"/>
            </p:cNvSpPr>
            <p:nvPr/>
          </p:nvSpPr>
          <p:spPr>
            <a:xfrm>
              <a:off x="15066920" y="2423625"/>
              <a:ext cx="1155788" cy="1026812"/>
            </a:xfrm>
            <a:custGeom>
              <a:avLst/>
              <a:gdLst/>
              <a:ahLst/>
              <a:cxnLst/>
              <a:rect l="0" t="0" r="0" b="0"/>
              <a:pathLst>
                <a:path w="1155788" h="1026812">
                  <a:moveTo>
                    <a:pt x="0" y="965229"/>
                  </a:moveTo>
                  <a:lnTo>
                    <a:pt x="27184" y="946074"/>
                  </a:lnTo>
                  <a:lnTo>
                    <a:pt x="51675" y="902740"/>
                  </a:lnTo>
                  <a:close/>
                  <a:moveTo>
                    <a:pt x="333106" y="851557"/>
                  </a:moveTo>
                  <a:lnTo>
                    <a:pt x="316690" y="885960"/>
                  </a:lnTo>
                  <a:lnTo>
                    <a:pt x="371517" y="820494"/>
                  </a:lnTo>
                  <a:close/>
                  <a:moveTo>
                    <a:pt x="364747" y="834959"/>
                  </a:moveTo>
                  <a:lnTo>
                    <a:pt x="333106" y="851557"/>
                  </a:lnTo>
                  <a:lnTo>
                    <a:pt x="406739" y="817283"/>
                  </a:lnTo>
                  <a:close/>
                  <a:moveTo>
                    <a:pt x="639778" y="1026812"/>
                  </a:moveTo>
                  <a:lnTo>
                    <a:pt x="681301" y="1010220"/>
                  </a:lnTo>
                  <a:lnTo>
                    <a:pt x="707600" y="973645"/>
                  </a:lnTo>
                  <a:close/>
                  <a:moveTo>
                    <a:pt x="707600" y="973645"/>
                  </a:moveTo>
                  <a:lnTo>
                    <a:pt x="745308" y="953623"/>
                  </a:lnTo>
                  <a:lnTo>
                    <a:pt x="744055" y="951181"/>
                  </a:lnTo>
                  <a:close/>
                  <a:moveTo>
                    <a:pt x="723059" y="991670"/>
                  </a:moveTo>
                  <a:lnTo>
                    <a:pt x="745308" y="953623"/>
                  </a:lnTo>
                  <a:lnTo>
                    <a:pt x="707600" y="973645"/>
                  </a:lnTo>
                  <a:close/>
                  <a:moveTo>
                    <a:pt x="681301" y="1010220"/>
                  </a:moveTo>
                  <a:lnTo>
                    <a:pt x="723059" y="991670"/>
                  </a:lnTo>
                  <a:lnTo>
                    <a:pt x="707600" y="973645"/>
                  </a:lnTo>
                  <a:close/>
                  <a:moveTo>
                    <a:pt x="604354" y="796571"/>
                  </a:moveTo>
                  <a:lnTo>
                    <a:pt x="566842" y="859280"/>
                  </a:lnTo>
                  <a:lnTo>
                    <a:pt x="586951" y="832138"/>
                  </a:lnTo>
                  <a:close/>
                  <a:moveTo>
                    <a:pt x="603177" y="804979"/>
                  </a:moveTo>
                  <a:lnTo>
                    <a:pt x="604354" y="796571"/>
                  </a:lnTo>
                  <a:lnTo>
                    <a:pt x="586951" y="832138"/>
                  </a:lnTo>
                  <a:close/>
                  <a:moveTo>
                    <a:pt x="782544" y="944275"/>
                  </a:moveTo>
                  <a:lnTo>
                    <a:pt x="744055" y="951181"/>
                  </a:lnTo>
                  <a:lnTo>
                    <a:pt x="751057" y="948949"/>
                  </a:lnTo>
                  <a:close/>
                  <a:moveTo>
                    <a:pt x="707600" y="973645"/>
                  </a:moveTo>
                  <a:lnTo>
                    <a:pt x="744055" y="951181"/>
                  </a:lnTo>
                  <a:lnTo>
                    <a:pt x="782544" y="944275"/>
                  </a:lnTo>
                  <a:close/>
                  <a:moveTo>
                    <a:pt x="801381" y="927087"/>
                  </a:moveTo>
                  <a:lnTo>
                    <a:pt x="827106" y="862361"/>
                  </a:lnTo>
                  <a:lnTo>
                    <a:pt x="817240" y="851457"/>
                  </a:lnTo>
                  <a:close/>
                  <a:moveTo>
                    <a:pt x="833969" y="731296"/>
                  </a:moveTo>
                  <a:lnTo>
                    <a:pt x="849463" y="748384"/>
                  </a:lnTo>
                  <a:lnTo>
                    <a:pt x="840796" y="717593"/>
                  </a:lnTo>
                  <a:close/>
                  <a:moveTo>
                    <a:pt x="840796" y="717593"/>
                  </a:moveTo>
                  <a:lnTo>
                    <a:pt x="849463" y="748384"/>
                  </a:lnTo>
                  <a:lnTo>
                    <a:pt x="848851" y="707933"/>
                  </a:lnTo>
                  <a:close/>
                  <a:moveTo>
                    <a:pt x="840796" y="717593"/>
                  </a:moveTo>
                  <a:lnTo>
                    <a:pt x="848851" y="707933"/>
                  </a:lnTo>
                  <a:lnTo>
                    <a:pt x="876871" y="677796"/>
                  </a:lnTo>
                  <a:close/>
                  <a:moveTo>
                    <a:pt x="876871" y="677796"/>
                  </a:moveTo>
                  <a:lnTo>
                    <a:pt x="877758" y="670936"/>
                  </a:lnTo>
                  <a:lnTo>
                    <a:pt x="870698" y="694489"/>
                  </a:lnTo>
                  <a:close/>
                  <a:moveTo>
                    <a:pt x="840796" y="717593"/>
                  </a:moveTo>
                  <a:lnTo>
                    <a:pt x="876871" y="677796"/>
                  </a:lnTo>
                  <a:lnTo>
                    <a:pt x="870698" y="694489"/>
                  </a:lnTo>
                  <a:close/>
                  <a:moveTo>
                    <a:pt x="877758" y="670936"/>
                  </a:moveTo>
                  <a:lnTo>
                    <a:pt x="876871" y="677796"/>
                  </a:lnTo>
                  <a:lnTo>
                    <a:pt x="884508" y="672753"/>
                  </a:lnTo>
                  <a:close/>
                  <a:moveTo>
                    <a:pt x="1077956" y="231089"/>
                  </a:moveTo>
                  <a:lnTo>
                    <a:pt x="1063917" y="218379"/>
                  </a:lnTo>
                  <a:lnTo>
                    <a:pt x="1026721" y="214207"/>
                  </a:lnTo>
                  <a:close/>
                  <a:moveTo>
                    <a:pt x="1155788" y="212511"/>
                  </a:moveTo>
                  <a:lnTo>
                    <a:pt x="1098272" y="229152"/>
                  </a:lnTo>
                  <a:lnTo>
                    <a:pt x="1077956" y="231089"/>
                  </a:lnTo>
                  <a:close/>
                  <a:moveTo>
                    <a:pt x="1062315" y="37709"/>
                  </a:moveTo>
                  <a:lnTo>
                    <a:pt x="1088310" y="0"/>
                  </a:lnTo>
                  <a:lnTo>
                    <a:pt x="1018357" y="4803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9" name="Output_density__4308">
              <a:extLst>
                <a:ext uri="{FF2B5EF4-FFF2-40B4-BE49-F238E27FC236}">
                  <a16:creationId xmlns:a16="http://schemas.microsoft.com/office/drawing/2014/main" id="{0C76F2AB-99D8-CA3F-18DF-A927B97BABDE}"/>
                </a:ext>
              </a:extLst>
            </p:cNvPr>
            <p:cNvSpPr>
              <a:spLocks noGrp="1"/>
            </p:cNvSpPr>
            <p:nvPr/>
          </p:nvSpPr>
          <p:spPr>
            <a:xfrm>
              <a:off x="14982818" y="2412354"/>
              <a:ext cx="1317303" cy="1075802"/>
            </a:xfrm>
            <a:custGeom>
              <a:avLst/>
              <a:gdLst/>
              <a:ahLst/>
              <a:cxnLst/>
              <a:rect l="0" t="0" r="0" b="0"/>
              <a:pathLst>
                <a:path w="1317303" h="1075802">
                  <a:moveTo>
                    <a:pt x="0" y="755719"/>
                  </a:moveTo>
                  <a:lnTo>
                    <a:pt x="1359" y="805840"/>
                  </a:lnTo>
                  <a:lnTo>
                    <a:pt x="2446" y="746259"/>
                  </a:lnTo>
                  <a:close/>
                  <a:moveTo>
                    <a:pt x="122525" y="952405"/>
                  </a:moveTo>
                  <a:lnTo>
                    <a:pt x="135776" y="914011"/>
                  </a:lnTo>
                  <a:lnTo>
                    <a:pt x="135612" y="898145"/>
                  </a:lnTo>
                  <a:close/>
                  <a:moveTo>
                    <a:pt x="355289" y="1075802"/>
                  </a:moveTo>
                  <a:lnTo>
                    <a:pt x="397187" y="1057775"/>
                  </a:lnTo>
                  <a:lnTo>
                    <a:pt x="422110" y="1016059"/>
                  </a:lnTo>
                  <a:close/>
                  <a:moveTo>
                    <a:pt x="383078" y="1044801"/>
                  </a:moveTo>
                  <a:lnTo>
                    <a:pt x="355289" y="1075802"/>
                  </a:lnTo>
                  <a:lnTo>
                    <a:pt x="422110" y="1016059"/>
                  </a:lnTo>
                  <a:close/>
                  <a:moveTo>
                    <a:pt x="406879" y="955024"/>
                  </a:moveTo>
                  <a:lnTo>
                    <a:pt x="432433" y="931660"/>
                  </a:lnTo>
                  <a:lnTo>
                    <a:pt x="436408" y="983197"/>
                  </a:lnTo>
                  <a:close/>
                  <a:moveTo>
                    <a:pt x="382202" y="880124"/>
                  </a:moveTo>
                  <a:lnTo>
                    <a:pt x="400792" y="897230"/>
                  </a:lnTo>
                  <a:lnTo>
                    <a:pt x="417207" y="862828"/>
                  </a:lnTo>
                  <a:close/>
                  <a:moveTo>
                    <a:pt x="274034" y="676879"/>
                  </a:moveTo>
                  <a:lnTo>
                    <a:pt x="279794" y="668663"/>
                  </a:lnTo>
                  <a:lnTo>
                    <a:pt x="253749" y="725514"/>
                  </a:lnTo>
                  <a:close/>
                  <a:moveTo>
                    <a:pt x="279794" y="668663"/>
                  </a:moveTo>
                  <a:lnTo>
                    <a:pt x="271463" y="667268"/>
                  </a:lnTo>
                  <a:lnTo>
                    <a:pt x="247535" y="622441"/>
                  </a:lnTo>
                  <a:close/>
                  <a:moveTo>
                    <a:pt x="338264" y="607448"/>
                  </a:moveTo>
                  <a:lnTo>
                    <a:pt x="330520" y="602664"/>
                  </a:lnTo>
                  <a:lnTo>
                    <a:pt x="378783" y="649884"/>
                  </a:lnTo>
                  <a:close/>
                  <a:moveTo>
                    <a:pt x="507430" y="785775"/>
                  </a:moveTo>
                  <a:lnTo>
                    <a:pt x="448848" y="846229"/>
                  </a:lnTo>
                  <a:lnTo>
                    <a:pt x="490840" y="828554"/>
                  </a:lnTo>
                  <a:close/>
                  <a:moveTo>
                    <a:pt x="338264" y="607448"/>
                  </a:moveTo>
                  <a:lnTo>
                    <a:pt x="424826" y="621515"/>
                  </a:lnTo>
                  <a:lnTo>
                    <a:pt x="373178" y="603088"/>
                  </a:lnTo>
                  <a:close/>
                  <a:moveTo>
                    <a:pt x="731322" y="807842"/>
                  </a:moveTo>
                  <a:lnTo>
                    <a:pt x="740434" y="811017"/>
                  </a:lnTo>
                  <a:lnTo>
                    <a:pt x="745138" y="810821"/>
                  </a:lnTo>
                  <a:close/>
                  <a:moveTo>
                    <a:pt x="688456" y="807842"/>
                  </a:moveTo>
                  <a:lnTo>
                    <a:pt x="687279" y="816250"/>
                  </a:lnTo>
                  <a:lnTo>
                    <a:pt x="696355" y="803107"/>
                  </a:lnTo>
                  <a:close/>
                  <a:moveTo>
                    <a:pt x="731322" y="807842"/>
                  </a:moveTo>
                  <a:lnTo>
                    <a:pt x="745138" y="810821"/>
                  </a:lnTo>
                  <a:lnTo>
                    <a:pt x="745888" y="806584"/>
                  </a:lnTo>
                  <a:close/>
                  <a:moveTo>
                    <a:pt x="745888" y="806584"/>
                  </a:moveTo>
                  <a:lnTo>
                    <a:pt x="696355" y="803107"/>
                  </a:lnTo>
                  <a:lnTo>
                    <a:pt x="731322" y="807842"/>
                  </a:lnTo>
                  <a:close/>
                  <a:moveTo>
                    <a:pt x="728064" y="612085"/>
                  </a:moveTo>
                  <a:lnTo>
                    <a:pt x="754324" y="575368"/>
                  </a:lnTo>
                  <a:lnTo>
                    <a:pt x="685869" y="629003"/>
                  </a:lnTo>
                  <a:close/>
                  <a:moveTo>
                    <a:pt x="768419" y="537296"/>
                  </a:moveTo>
                  <a:lnTo>
                    <a:pt x="754324" y="575368"/>
                  </a:lnTo>
                  <a:lnTo>
                    <a:pt x="793727" y="553508"/>
                  </a:lnTo>
                  <a:close/>
                  <a:moveTo>
                    <a:pt x="774564" y="516142"/>
                  </a:moveTo>
                  <a:lnTo>
                    <a:pt x="794869" y="552284"/>
                  </a:lnTo>
                  <a:lnTo>
                    <a:pt x="822204" y="519586"/>
                  </a:lnTo>
                  <a:close/>
                  <a:moveTo>
                    <a:pt x="961860" y="682207"/>
                  </a:moveTo>
                  <a:lnTo>
                    <a:pt x="968609" y="684024"/>
                  </a:lnTo>
                  <a:lnTo>
                    <a:pt x="967728" y="614693"/>
                  </a:lnTo>
                  <a:close/>
                  <a:moveTo>
                    <a:pt x="852394" y="497559"/>
                  </a:moveTo>
                  <a:lnTo>
                    <a:pt x="793473" y="516927"/>
                  </a:lnTo>
                  <a:lnTo>
                    <a:pt x="774564" y="516142"/>
                  </a:lnTo>
                  <a:close/>
                  <a:moveTo>
                    <a:pt x="852394" y="497559"/>
                  </a:moveTo>
                  <a:lnTo>
                    <a:pt x="774564" y="516142"/>
                  </a:lnTo>
                  <a:lnTo>
                    <a:pt x="822204" y="519586"/>
                  </a:lnTo>
                  <a:close/>
                  <a:moveTo>
                    <a:pt x="866071" y="508919"/>
                  </a:moveTo>
                  <a:lnTo>
                    <a:pt x="878566" y="505320"/>
                  </a:lnTo>
                  <a:lnTo>
                    <a:pt x="852394" y="497559"/>
                  </a:lnTo>
                  <a:close/>
                  <a:moveTo>
                    <a:pt x="866071" y="508919"/>
                  </a:moveTo>
                  <a:lnTo>
                    <a:pt x="852394" y="497559"/>
                  </a:lnTo>
                  <a:lnTo>
                    <a:pt x="822204" y="519586"/>
                  </a:lnTo>
                  <a:close/>
                  <a:moveTo>
                    <a:pt x="977467" y="544032"/>
                  </a:moveTo>
                  <a:lnTo>
                    <a:pt x="991626" y="556857"/>
                  </a:lnTo>
                  <a:lnTo>
                    <a:pt x="1009815" y="492974"/>
                  </a:lnTo>
                  <a:close/>
                  <a:moveTo>
                    <a:pt x="1005615" y="451277"/>
                  </a:moveTo>
                  <a:lnTo>
                    <a:pt x="1039220" y="406325"/>
                  </a:lnTo>
                  <a:lnTo>
                    <a:pt x="1038027" y="405596"/>
                  </a:lnTo>
                  <a:close/>
                  <a:moveTo>
                    <a:pt x="1021338" y="470285"/>
                  </a:moveTo>
                  <a:lnTo>
                    <a:pt x="1039220" y="406325"/>
                  </a:lnTo>
                  <a:lnTo>
                    <a:pt x="1005615" y="451277"/>
                  </a:lnTo>
                  <a:close/>
                  <a:moveTo>
                    <a:pt x="973515" y="466158"/>
                  </a:moveTo>
                  <a:lnTo>
                    <a:pt x="1021338" y="470285"/>
                  </a:lnTo>
                  <a:lnTo>
                    <a:pt x="1005615" y="451277"/>
                  </a:lnTo>
                  <a:close/>
                  <a:moveTo>
                    <a:pt x="1105331" y="453303"/>
                  </a:moveTo>
                  <a:lnTo>
                    <a:pt x="1189872" y="484575"/>
                  </a:lnTo>
                  <a:lnTo>
                    <a:pt x="1140292" y="470554"/>
                  </a:lnTo>
                  <a:close/>
                  <a:moveTo>
                    <a:pt x="1105331" y="453303"/>
                  </a:moveTo>
                  <a:lnTo>
                    <a:pt x="1190183" y="485045"/>
                  </a:lnTo>
                  <a:lnTo>
                    <a:pt x="1189872" y="484575"/>
                  </a:lnTo>
                  <a:close/>
                  <a:moveTo>
                    <a:pt x="1009582" y="455181"/>
                  </a:moveTo>
                  <a:lnTo>
                    <a:pt x="1038027" y="405596"/>
                  </a:lnTo>
                  <a:lnTo>
                    <a:pt x="1042222" y="403885"/>
                  </a:lnTo>
                  <a:close/>
                  <a:moveTo>
                    <a:pt x="1012766" y="354059"/>
                  </a:moveTo>
                  <a:lnTo>
                    <a:pt x="1022657" y="340316"/>
                  </a:lnTo>
                  <a:lnTo>
                    <a:pt x="1046186" y="293384"/>
                  </a:lnTo>
                  <a:close/>
                  <a:moveTo>
                    <a:pt x="1241442" y="499385"/>
                  </a:moveTo>
                  <a:lnTo>
                    <a:pt x="1190183" y="485045"/>
                  </a:lnTo>
                  <a:lnTo>
                    <a:pt x="1221662" y="497435"/>
                  </a:lnTo>
                  <a:close/>
                  <a:moveTo>
                    <a:pt x="1189872" y="484575"/>
                  </a:moveTo>
                  <a:lnTo>
                    <a:pt x="1191798" y="483731"/>
                  </a:lnTo>
                  <a:lnTo>
                    <a:pt x="1140292" y="470554"/>
                  </a:lnTo>
                  <a:close/>
                  <a:moveTo>
                    <a:pt x="1191798" y="483731"/>
                  </a:moveTo>
                  <a:lnTo>
                    <a:pt x="1259260" y="466868"/>
                  </a:lnTo>
                  <a:lnTo>
                    <a:pt x="1218233" y="452390"/>
                  </a:lnTo>
                  <a:close/>
                  <a:moveTo>
                    <a:pt x="1287422" y="496620"/>
                  </a:moveTo>
                  <a:lnTo>
                    <a:pt x="1317303" y="473440"/>
                  </a:lnTo>
                  <a:lnTo>
                    <a:pt x="1241442" y="499385"/>
                  </a:lnTo>
                  <a:close/>
                  <a:moveTo>
                    <a:pt x="1158116" y="260143"/>
                  </a:moveTo>
                  <a:lnTo>
                    <a:pt x="1162058" y="242360"/>
                  </a:lnTo>
                  <a:lnTo>
                    <a:pt x="1110823" y="225478"/>
                  </a:lnTo>
                  <a:close/>
                  <a:moveTo>
                    <a:pt x="1098503" y="254335"/>
                  </a:moveTo>
                  <a:lnTo>
                    <a:pt x="1104655" y="265623"/>
                  </a:lnTo>
                  <a:lnTo>
                    <a:pt x="1110823" y="225478"/>
                  </a:lnTo>
                  <a:close/>
                  <a:moveTo>
                    <a:pt x="1102458" y="59304"/>
                  </a:moveTo>
                  <a:lnTo>
                    <a:pt x="1151735" y="0"/>
                  </a:lnTo>
                  <a:lnTo>
                    <a:pt x="1113910" y="7128"/>
                  </a:lnTo>
                  <a:close/>
                  <a:moveTo>
                    <a:pt x="1172411" y="11271"/>
                  </a:moveTo>
                  <a:lnTo>
                    <a:pt x="1151735" y="0"/>
                  </a:lnTo>
                  <a:lnTo>
                    <a:pt x="1102458" y="5930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0" name="Output_density__4309">
              <a:extLst>
                <a:ext uri="{FF2B5EF4-FFF2-40B4-BE49-F238E27FC236}">
                  <a16:creationId xmlns:a16="http://schemas.microsoft.com/office/drawing/2014/main" id="{1B241F92-D106-3441-3F9A-542E86C3952A}"/>
                </a:ext>
              </a:extLst>
            </p:cNvPr>
            <p:cNvSpPr>
              <a:spLocks noGrp="1"/>
            </p:cNvSpPr>
            <p:nvPr/>
          </p:nvSpPr>
          <p:spPr>
            <a:xfrm>
              <a:off x="15817977" y="3350712"/>
              <a:ext cx="50324" cy="21862"/>
            </a:xfrm>
            <a:custGeom>
              <a:avLst/>
              <a:gdLst/>
              <a:ahLst/>
              <a:cxnLst/>
              <a:rect l="0" t="0" r="0" b="0"/>
              <a:pathLst>
                <a:path w="50324" h="21862">
                  <a:moveTo>
                    <a:pt x="50324" y="0"/>
                  </a:moveTo>
                  <a:lnTo>
                    <a:pt x="31487" y="17188"/>
                  </a:lnTo>
                  <a:lnTo>
                    <a:pt x="0" y="21862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11" name="Output_density__4310">
              <a:extLst>
                <a:ext uri="{FF2B5EF4-FFF2-40B4-BE49-F238E27FC236}">
                  <a16:creationId xmlns:a16="http://schemas.microsoft.com/office/drawing/2014/main" id="{FFFEF28A-54A2-1D8E-8BEE-5325CCFB6990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79945"/>
              <a:ext cx="1746587" cy="957372"/>
            </a:xfrm>
            <a:custGeom>
              <a:avLst/>
              <a:gdLst/>
              <a:ahLst/>
              <a:cxnLst/>
              <a:rect l="0" t="0" r="0" b="0"/>
              <a:pathLst>
                <a:path w="1746587" h="957372">
                  <a:moveTo>
                    <a:pt x="22024" y="776401"/>
                  </a:moveTo>
                  <a:lnTo>
                    <a:pt x="0" y="763657"/>
                  </a:lnTo>
                  <a:lnTo>
                    <a:pt x="37174" y="802762"/>
                  </a:lnTo>
                  <a:close/>
                  <a:moveTo>
                    <a:pt x="154846" y="957372"/>
                  </a:moveTo>
                  <a:lnTo>
                    <a:pt x="162286" y="933278"/>
                  </a:lnTo>
                  <a:lnTo>
                    <a:pt x="126526" y="905836"/>
                  </a:lnTo>
                  <a:close/>
                  <a:moveTo>
                    <a:pt x="106479" y="854299"/>
                  </a:moveTo>
                  <a:lnTo>
                    <a:pt x="156286" y="838049"/>
                  </a:lnTo>
                  <a:lnTo>
                    <a:pt x="83877" y="832982"/>
                  </a:lnTo>
                  <a:close/>
                  <a:moveTo>
                    <a:pt x="37174" y="802762"/>
                  </a:moveTo>
                  <a:lnTo>
                    <a:pt x="62732" y="778668"/>
                  </a:lnTo>
                  <a:lnTo>
                    <a:pt x="22024" y="776401"/>
                  </a:lnTo>
                  <a:close/>
                  <a:moveTo>
                    <a:pt x="62732" y="778668"/>
                  </a:moveTo>
                  <a:lnTo>
                    <a:pt x="56288" y="769607"/>
                  </a:lnTo>
                  <a:lnTo>
                    <a:pt x="22024" y="776401"/>
                  </a:lnTo>
                  <a:close/>
                  <a:moveTo>
                    <a:pt x="35357" y="727132"/>
                  </a:moveTo>
                  <a:lnTo>
                    <a:pt x="22024" y="776401"/>
                  </a:lnTo>
                  <a:lnTo>
                    <a:pt x="56288" y="769607"/>
                  </a:lnTo>
                  <a:close/>
                  <a:moveTo>
                    <a:pt x="302614" y="920537"/>
                  </a:moveTo>
                  <a:lnTo>
                    <a:pt x="232385" y="881741"/>
                  </a:lnTo>
                  <a:lnTo>
                    <a:pt x="266410" y="896292"/>
                  </a:lnTo>
                  <a:close/>
                  <a:moveTo>
                    <a:pt x="35357" y="727132"/>
                  </a:moveTo>
                  <a:lnTo>
                    <a:pt x="33386" y="673772"/>
                  </a:lnTo>
                  <a:lnTo>
                    <a:pt x="33419" y="684104"/>
                  </a:lnTo>
                  <a:close/>
                  <a:moveTo>
                    <a:pt x="42518" y="651501"/>
                  </a:moveTo>
                  <a:lnTo>
                    <a:pt x="33386" y="673772"/>
                  </a:lnTo>
                  <a:lnTo>
                    <a:pt x="35357" y="727132"/>
                  </a:lnTo>
                  <a:close/>
                  <a:moveTo>
                    <a:pt x="195916" y="672501"/>
                  </a:moveTo>
                  <a:lnTo>
                    <a:pt x="242806" y="678944"/>
                  </a:lnTo>
                  <a:lnTo>
                    <a:pt x="166276" y="641698"/>
                  </a:lnTo>
                  <a:close/>
                  <a:moveTo>
                    <a:pt x="242806" y="678944"/>
                  </a:moveTo>
                  <a:lnTo>
                    <a:pt x="195916" y="672501"/>
                  </a:lnTo>
                  <a:lnTo>
                    <a:pt x="199931" y="677081"/>
                  </a:lnTo>
                  <a:close/>
                  <a:moveTo>
                    <a:pt x="178856" y="505986"/>
                  </a:moveTo>
                  <a:lnTo>
                    <a:pt x="120884" y="515134"/>
                  </a:lnTo>
                  <a:lnTo>
                    <a:pt x="195143" y="534713"/>
                  </a:lnTo>
                  <a:close/>
                  <a:moveTo>
                    <a:pt x="228345" y="484172"/>
                  </a:moveTo>
                  <a:lnTo>
                    <a:pt x="172569" y="448703"/>
                  </a:lnTo>
                  <a:lnTo>
                    <a:pt x="225368" y="506155"/>
                  </a:lnTo>
                  <a:close/>
                  <a:moveTo>
                    <a:pt x="322354" y="476146"/>
                  </a:moveTo>
                  <a:lnTo>
                    <a:pt x="306483" y="466742"/>
                  </a:lnTo>
                  <a:lnTo>
                    <a:pt x="277292" y="492499"/>
                  </a:lnTo>
                  <a:close/>
                  <a:moveTo>
                    <a:pt x="277292" y="492499"/>
                  </a:moveTo>
                  <a:lnTo>
                    <a:pt x="306483" y="466742"/>
                  </a:lnTo>
                  <a:lnTo>
                    <a:pt x="228345" y="484172"/>
                  </a:lnTo>
                  <a:close/>
                  <a:moveTo>
                    <a:pt x="663881" y="816744"/>
                  </a:moveTo>
                  <a:lnTo>
                    <a:pt x="708830" y="818184"/>
                  </a:lnTo>
                  <a:lnTo>
                    <a:pt x="662954" y="791243"/>
                  </a:lnTo>
                  <a:close/>
                  <a:moveTo>
                    <a:pt x="708830" y="818184"/>
                  </a:moveTo>
                  <a:lnTo>
                    <a:pt x="714163" y="808030"/>
                  </a:lnTo>
                  <a:lnTo>
                    <a:pt x="662954" y="791243"/>
                  </a:lnTo>
                  <a:close/>
                  <a:moveTo>
                    <a:pt x="662954" y="791243"/>
                  </a:moveTo>
                  <a:lnTo>
                    <a:pt x="619723" y="761272"/>
                  </a:lnTo>
                  <a:lnTo>
                    <a:pt x="663881" y="816744"/>
                  </a:lnTo>
                  <a:close/>
                  <a:moveTo>
                    <a:pt x="613177" y="779812"/>
                  </a:moveTo>
                  <a:lnTo>
                    <a:pt x="642883" y="812809"/>
                  </a:lnTo>
                  <a:lnTo>
                    <a:pt x="663881" y="816744"/>
                  </a:lnTo>
                  <a:close/>
                  <a:moveTo>
                    <a:pt x="605177" y="763745"/>
                  </a:moveTo>
                  <a:lnTo>
                    <a:pt x="613177" y="779812"/>
                  </a:lnTo>
                  <a:lnTo>
                    <a:pt x="663881" y="816744"/>
                  </a:lnTo>
                  <a:close/>
                  <a:moveTo>
                    <a:pt x="708830" y="818184"/>
                  </a:moveTo>
                  <a:lnTo>
                    <a:pt x="720034" y="812809"/>
                  </a:lnTo>
                  <a:lnTo>
                    <a:pt x="714163" y="808030"/>
                  </a:lnTo>
                  <a:close/>
                  <a:moveTo>
                    <a:pt x="605177" y="763745"/>
                  </a:moveTo>
                  <a:lnTo>
                    <a:pt x="567379" y="743479"/>
                  </a:lnTo>
                  <a:lnTo>
                    <a:pt x="554122" y="767269"/>
                  </a:lnTo>
                  <a:close/>
                  <a:moveTo>
                    <a:pt x="391243" y="474070"/>
                  </a:moveTo>
                  <a:lnTo>
                    <a:pt x="322354" y="476146"/>
                  </a:lnTo>
                  <a:lnTo>
                    <a:pt x="361033" y="496019"/>
                  </a:lnTo>
                  <a:close/>
                  <a:moveTo>
                    <a:pt x="334804" y="455167"/>
                  </a:moveTo>
                  <a:lnTo>
                    <a:pt x="336837" y="445331"/>
                  </a:lnTo>
                  <a:lnTo>
                    <a:pt x="322354" y="476146"/>
                  </a:lnTo>
                  <a:close/>
                  <a:moveTo>
                    <a:pt x="659536" y="643562"/>
                  </a:moveTo>
                  <a:lnTo>
                    <a:pt x="708130" y="693267"/>
                  </a:lnTo>
                  <a:lnTo>
                    <a:pt x="709586" y="656016"/>
                  </a:lnTo>
                  <a:close/>
                  <a:moveTo>
                    <a:pt x="635849" y="658199"/>
                  </a:moveTo>
                  <a:lnTo>
                    <a:pt x="708130" y="693267"/>
                  </a:lnTo>
                  <a:lnTo>
                    <a:pt x="659536" y="643562"/>
                  </a:lnTo>
                  <a:close/>
                  <a:moveTo>
                    <a:pt x="543090" y="582568"/>
                  </a:moveTo>
                  <a:lnTo>
                    <a:pt x="506724" y="556480"/>
                  </a:lnTo>
                  <a:lnTo>
                    <a:pt x="504120" y="555126"/>
                  </a:lnTo>
                  <a:close/>
                  <a:moveTo>
                    <a:pt x="543090" y="582568"/>
                  </a:moveTo>
                  <a:lnTo>
                    <a:pt x="504120" y="555126"/>
                  </a:lnTo>
                  <a:lnTo>
                    <a:pt x="514120" y="531031"/>
                  </a:lnTo>
                  <a:close/>
                  <a:moveTo>
                    <a:pt x="593720" y="584830"/>
                  </a:moveTo>
                  <a:lnTo>
                    <a:pt x="595495" y="578803"/>
                  </a:lnTo>
                  <a:lnTo>
                    <a:pt x="543656" y="587550"/>
                  </a:lnTo>
                  <a:close/>
                  <a:moveTo>
                    <a:pt x="543656" y="587550"/>
                  </a:moveTo>
                  <a:lnTo>
                    <a:pt x="595495" y="578803"/>
                  </a:lnTo>
                  <a:lnTo>
                    <a:pt x="506983" y="555126"/>
                  </a:lnTo>
                  <a:close/>
                  <a:moveTo>
                    <a:pt x="506983" y="555126"/>
                  </a:moveTo>
                  <a:lnTo>
                    <a:pt x="595495" y="578803"/>
                  </a:lnTo>
                  <a:lnTo>
                    <a:pt x="536645" y="531031"/>
                  </a:lnTo>
                  <a:close/>
                  <a:moveTo>
                    <a:pt x="506983" y="555126"/>
                  </a:moveTo>
                  <a:lnTo>
                    <a:pt x="506724" y="556480"/>
                  </a:lnTo>
                  <a:lnTo>
                    <a:pt x="543656" y="587550"/>
                  </a:lnTo>
                  <a:close/>
                  <a:moveTo>
                    <a:pt x="597823" y="582568"/>
                  </a:moveTo>
                  <a:lnTo>
                    <a:pt x="593720" y="584830"/>
                  </a:lnTo>
                  <a:lnTo>
                    <a:pt x="574578" y="635497"/>
                  </a:lnTo>
                  <a:close/>
                  <a:moveTo>
                    <a:pt x="514120" y="531031"/>
                  </a:moveTo>
                  <a:lnTo>
                    <a:pt x="504120" y="555126"/>
                  </a:lnTo>
                  <a:lnTo>
                    <a:pt x="535856" y="530498"/>
                  </a:lnTo>
                  <a:close/>
                  <a:moveTo>
                    <a:pt x="536645" y="531031"/>
                  </a:moveTo>
                  <a:lnTo>
                    <a:pt x="535856" y="530498"/>
                  </a:lnTo>
                  <a:lnTo>
                    <a:pt x="506012" y="553818"/>
                  </a:lnTo>
                  <a:close/>
                  <a:moveTo>
                    <a:pt x="499232" y="393568"/>
                  </a:moveTo>
                  <a:lnTo>
                    <a:pt x="451748" y="373315"/>
                  </a:lnTo>
                  <a:lnTo>
                    <a:pt x="485573" y="382274"/>
                  </a:lnTo>
                  <a:close/>
                  <a:moveTo>
                    <a:pt x="499232" y="393568"/>
                  </a:moveTo>
                  <a:lnTo>
                    <a:pt x="485573" y="382274"/>
                  </a:lnTo>
                  <a:lnTo>
                    <a:pt x="530117" y="374142"/>
                  </a:lnTo>
                  <a:close/>
                  <a:moveTo>
                    <a:pt x="402600" y="375289"/>
                  </a:moveTo>
                  <a:lnTo>
                    <a:pt x="451748" y="373315"/>
                  </a:lnTo>
                  <a:lnTo>
                    <a:pt x="446824" y="372299"/>
                  </a:lnTo>
                  <a:close/>
                  <a:moveTo>
                    <a:pt x="558468" y="387279"/>
                  </a:moveTo>
                  <a:lnTo>
                    <a:pt x="581462" y="391433"/>
                  </a:lnTo>
                  <a:lnTo>
                    <a:pt x="530117" y="374142"/>
                  </a:lnTo>
                  <a:close/>
                  <a:moveTo>
                    <a:pt x="558468" y="387279"/>
                  </a:moveTo>
                  <a:lnTo>
                    <a:pt x="594382" y="396063"/>
                  </a:lnTo>
                  <a:lnTo>
                    <a:pt x="581462" y="391433"/>
                  </a:lnTo>
                  <a:close/>
                  <a:moveTo>
                    <a:pt x="864894" y="482635"/>
                  </a:moveTo>
                  <a:lnTo>
                    <a:pt x="925363" y="442378"/>
                  </a:lnTo>
                  <a:lnTo>
                    <a:pt x="875975" y="458750"/>
                  </a:lnTo>
                  <a:close/>
                  <a:moveTo>
                    <a:pt x="919476" y="512028"/>
                  </a:moveTo>
                  <a:lnTo>
                    <a:pt x="975964" y="548551"/>
                  </a:lnTo>
                  <a:lnTo>
                    <a:pt x="966382" y="486193"/>
                  </a:lnTo>
                  <a:close/>
                  <a:moveTo>
                    <a:pt x="1473202" y="802795"/>
                  </a:moveTo>
                  <a:lnTo>
                    <a:pt x="1408572" y="817356"/>
                  </a:lnTo>
                  <a:lnTo>
                    <a:pt x="1404082" y="831354"/>
                  </a:lnTo>
                  <a:close/>
                  <a:moveTo>
                    <a:pt x="1583820" y="248904"/>
                  </a:moveTo>
                  <a:lnTo>
                    <a:pt x="1636016" y="244452"/>
                  </a:lnTo>
                  <a:lnTo>
                    <a:pt x="1624149" y="191357"/>
                  </a:lnTo>
                  <a:close/>
                  <a:moveTo>
                    <a:pt x="1622351" y="313998"/>
                  </a:moveTo>
                  <a:lnTo>
                    <a:pt x="1679692" y="241904"/>
                  </a:lnTo>
                  <a:lnTo>
                    <a:pt x="1636016" y="244452"/>
                  </a:lnTo>
                  <a:close/>
                  <a:moveTo>
                    <a:pt x="1686227" y="243241"/>
                  </a:moveTo>
                  <a:lnTo>
                    <a:pt x="1679692" y="241904"/>
                  </a:lnTo>
                  <a:lnTo>
                    <a:pt x="1622351" y="313998"/>
                  </a:lnTo>
                  <a:close/>
                  <a:moveTo>
                    <a:pt x="1548461" y="138831"/>
                  </a:moveTo>
                  <a:lnTo>
                    <a:pt x="1528937" y="179190"/>
                  </a:lnTo>
                  <a:lnTo>
                    <a:pt x="1538241" y="160474"/>
                  </a:lnTo>
                  <a:close/>
                  <a:moveTo>
                    <a:pt x="1538241" y="160474"/>
                  </a:moveTo>
                  <a:lnTo>
                    <a:pt x="1528937" y="179190"/>
                  </a:lnTo>
                  <a:lnTo>
                    <a:pt x="1529631" y="192234"/>
                  </a:lnTo>
                  <a:close/>
                  <a:moveTo>
                    <a:pt x="1538241" y="160474"/>
                  </a:moveTo>
                  <a:lnTo>
                    <a:pt x="1608088" y="141671"/>
                  </a:lnTo>
                  <a:lnTo>
                    <a:pt x="1561544" y="126426"/>
                  </a:lnTo>
                  <a:close/>
                  <a:moveTo>
                    <a:pt x="1746587" y="230524"/>
                  </a:moveTo>
                  <a:lnTo>
                    <a:pt x="1686584" y="241323"/>
                  </a:lnTo>
                  <a:lnTo>
                    <a:pt x="1686227" y="243241"/>
                  </a:lnTo>
                  <a:close/>
                  <a:moveTo>
                    <a:pt x="1525485" y="70118"/>
                  </a:moveTo>
                  <a:lnTo>
                    <a:pt x="1552580" y="23331"/>
                  </a:lnTo>
                  <a:lnTo>
                    <a:pt x="1513123" y="17427"/>
                  </a:lnTo>
                  <a:close/>
                  <a:moveTo>
                    <a:pt x="1513123" y="17427"/>
                  </a:moveTo>
                  <a:lnTo>
                    <a:pt x="1552580" y="23331"/>
                  </a:lnTo>
                  <a:lnTo>
                    <a:pt x="152772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2" name="Output_density__4311">
              <a:extLst>
                <a:ext uri="{FF2B5EF4-FFF2-40B4-BE49-F238E27FC236}">
                  <a16:creationId xmlns:a16="http://schemas.microsoft.com/office/drawing/2014/main" id="{5979FE70-7FDA-B54B-8916-85B44DBCB887}"/>
                </a:ext>
              </a:extLst>
            </p:cNvPr>
            <p:cNvSpPr>
              <a:spLocks noGrp="1"/>
            </p:cNvSpPr>
            <p:nvPr/>
          </p:nvSpPr>
          <p:spPr>
            <a:xfrm>
              <a:off x="14865295" y="2456842"/>
              <a:ext cx="1552139" cy="1031314"/>
            </a:xfrm>
            <a:custGeom>
              <a:avLst/>
              <a:gdLst/>
              <a:ahLst/>
              <a:cxnLst/>
              <a:rect l="0" t="0" r="0" b="0"/>
              <a:pathLst>
                <a:path w="1552139" h="1031314">
                  <a:moveTo>
                    <a:pt x="74081" y="885278"/>
                  </a:moveTo>
                  <a:lnTo>
                    <a:pt x="115428" y="932012"/>
                  </a:lnTo>
                  <a:lnTo>
                    <a:pt x="84661" y="897942"/>
                  </a:lnTo>
                  <a:close/>
                  <a:moveTo>
                    <a:pt x="84661" y="897942"/>
                  </a:moveTo>
                  <a:lnTo>
                    <a:pt x="115428" y="932012"/>
                  </a:lnTo>
                  <a:lnTo>
                    <a:pt x="104831" y="923022"/>
                  </a:lnTo>
                  <a:close/>
                  <a:moveTo>
                    <a:pt x="0" y="756085"/>
                  </a:moveTo>
                  <a:lnTo>
                    <a:pt x="77816" y="737451"/>
                  </a:lnTo>
                  <a:lnTo>
                    <a:pt x="29595" y="731836"/>
                  </a:lnTo>
                  <a:close/>
                  <a:moveTo>
                    <a:pt x="378367" y="986897"/>
                  </a:moveTo>
                  <a:lnTo>
                    <a:pt x="420253" y="962803"/>
                  </a:lnTo>
                  <a:lnTo>
                    <a:pt x="364290" y="974921"/>
                  </a:lnTo>
                  <a:close/>
                  <a:moveTo>
                    <a:pt x="420253" y="962803"/>
                  </a:moveTo>
                  <a:lnTo>
                    <a:pt x="390335" y="937399"/>
                  </a:lnTo>
                  <a:lnTo>
                    <a:pt x="364290" y="974921"/>
                  </a:lnTo>
                  <a:close/>
                  <a:moveTo>
                    <a:pt x="421860" y="1015488"/>
                  </a:moveTo>
                  <a:lnTo>
                    <a:pt x="472812" y="1031314"/>
                  </a:lnTo>
                  <a:lnTo>
                    <a:pt x="500601" y="1000314"/>
                  </a:lnTo>
                  <a:close/>
                  <a:moveTo>
                    <a:pt x="450671" y="988310"/>
                  </a:moveTo>
                  <a:lnTo>
                    <a:pt x="500601" y="1000314"/>
                  </a:lnTo>
                  <a:lnTo>
                    <a:pt x="526367" y="961749"/>
                  </a:lnTo>
                  <a:close/>
                  <a:moveTo>
                    <a:pt x="500601" y="1000314"/>
                  </a:moveTo>
                  <a:lnTo>
                    <a:pt x="539633" y="971571"/>
                  </a:lnTo>
                  <a:lnTo>
                    <a:pt x="526367" y="961749"/>
                  </a:lnTo>
                  <a:close/>
                  <a:moveTo>
                    <a:pt x="94979" y="429089"/>
                  </a:moveTo>
                  <a:lnTo>
                    <a:pt x="124596" y="474880"/>
                  </a:lnTo>
                  <a:lnTo>
                    <a:pt x="138184" y="494689"/>
                  </a:lnTo>
                  <a:close/>
                  <a:moveTo>
                    <a:pt x="538954" y="923467"/>
                  </a:moveTo>
                  <a:lnTo>
                    <a:pt x="526367" y="961749"/>
                  </a:lnTo>
                  <a:lnTo>
                    <a:pt x="553931" y="938709"/>
                  </a:lnTo>
                  <a:close/>
                  <a:moveTo>
                    <a:pt x="565402" y="863079"/>
                  </a:moveTo>
                  <a:lnTo>
                    <a:pt x="540951" y="881375"/>
                  </a:lnTo>
                  <a:lnTo>
                    <a:pt x="553931" y="938709"/>
                  </a:lnTo>
                  <a:close/>
                  <a:moveTo>
                    <a:pt x="541827" y="749752"/>
                  </a:moveTo>
                  <a:lnTo>
                    <a:pt x="566372" y="801742"/>
                  </a:lnTo>
                  <a:lnTo>
                    <a:pt x="580004" y="739847"/>
                  </a:lnTo>
                  <a:close/>
                  <a:moveTo>
                    <a:pt x="624953" y="741287"/>
                  </a:moveTo>
                  <a:lnTo>
                    <a:pt x="580004" y="739847"/>
                  </a:lnTo>
                  <a:lnTo>
                    <a:pt x="566372" y="801742"/>
                  </a:lnTo>
                  <a:close/>
                  <a:moveTo>
                    <a:pt x="244465" y="446266"/>
                  </a:moveTo>
                  <a:lnTo>
                    <a:pt x="238477" y="399249"/>
                  </a:lnTo>
                  <a:lnTo>
                    <a:pt x="307366" y="397173"/>
                  </a:lnTo>
                  <a:close/>
                  <a:moveTo>
                    <a:pt x="646669" y="787448"/>
                  </a:moveTo>
                  <a:lnTo>
                    <a:pt x="664511" y="809852"/>
                  </a:lnTo>
                  <a:lnTo>
                    <a:pt x="703826" y="831408"/>
                  </a:lnTo>
                  <a:close/>
                  <a:moveTo>
                    <a:pt x="509843" y="507933"/>
                  </a:moveTo>
                  <a:lnTo>
                    <a:pt x="450107" y="581302"/>
                  </a:lnTo>
                  <a:lnTo>
                    <a:pt x="490701" y="558600"/>
                  </a:lnTo>
                  <a:close/>
                  <a:moveTo>
                    <a:pt x="450077" y="581283"/>
                  </a:moveTo>
                  <a:lnTo>
                    <a:pt x="450107" y="581302"/>
                  </a:lnTo>
                  <a:lnTo>
                    <a:pt x="509843" y="507933"/>
                  </a:lnTo>
                  <a:close/>
                  <a:moveTo>
                    <a:pt x="459779" y="510653"/>
                  </a:moveTo>
                  <a:lnTo>
                    <a:pt x="450077" y="581283"/>
                  </a:lnTo>
                  <a:lnTo>
                    <a:pt x="509843" y="507933"/>
                  </a:lnTo>
                  <a:close/>
                  <a:moveTo>
                    <a:pt x="563802" y="557208"/>
                  </a:moveTo>
                  <a:lnTo>
                    <a:pt x="557045" y="570284"/>
                  </a:lnTo>
                  <a:lnTo>
                    <a:pt x="575659" y="566665"/>
                  </a:lnTo>
                  <a:close/>
                  <a:moveTo>
                    <a:pt x="885199" y="894629"/>
                  </a:moveTo>
                  <a:lnTo>
                    <a:pt x="884708" y="969501"/>
                  </a:lnTo>
                  <a:lnTo>
                    <a:pt x="936024" y="905729"/>
                  </a:lnTo>
                  <a:close/>
                  <a:moveTo>
                    <a:pt x="585431" y="533114"/>
                  </a:moveTo>
                  <a:lnTo>
                    <a:pt x="563802" y="557208"/>
                  </a:lnTo>
                  <a:lnTo>
                    <a:pt x="575659" y="566665"/>
                  </a:lnTo>
                  <a:close/>
                  <a:moveTo>
                    <a:pt x="575659" y="566665"/>
                  </a:moveTo>
                  <a:lnTo>
                    <a:pt x="625709" y="579120"/>
                  </a:lnTo>
                  <a:lnTo>
                    <a:pt x="604434" y="539354"/>
                  </a:lnTo>
                  <a:close/>
                  <a:moveTo>
                    <a:pt x="643030" y="538362"/>
                  </a:moveTo>
                  <a:lnTo>
                    <a:pt x="675709" y="549776"/>
                  </a:lnTo>
                  <a:lnTo>
                    <a:pt x="648570" y="529693"/>
                  </a:lnTo>
                  <a:close/>
                  <a:moveTo>
                    <a:pt x="799411" y="474511"/>
                  </a:moveTo>
                  <a:lnTo>
                    <a:pt x="761142" y="466329"/>
                  </a:lnTo>
                  <a:lnTo>
                    <a:pt x="835599" y="435132"/>
                  </a:lnTo>
                  <a:close/>
                  <a:moveTo>
                    <a:pt x="1457376" y="378362"/>
                  </a:moveTo>
                  <a:lnTo>
                    <a:pt x="1413523" y="392512"/>
                  </a:lnTo>
                  <a:lnTo>
                    <a:pt x="1383356" y="411192"/>
                  </a:lnTo>
                  <a:close/>
                  <a:moveTo>
                    <a:pt x="1457376" y="378362"/>
                  </a:moveTo>
                  <a:lnTo>
                    <a:pt x="1475387" y="317457"/>
                  </a:lnTo>
                  <a:lnTo>
                    <a:pt x="1415041" y="391899"/>
                  </a:lnTo>
                  <a:close/>
                  <a:moveTo>
                    <a:pt x="1475413" y="316269"/>
                  </a:moveTo>
                  <a:lnTo>
                    <a:pt x="1475387" y="317457"/>
                  </a:lnTo>
                  <a:lnTo>
                    <a:pt x="1469758" y="289757"/>
                  </a:lnTo>
                  <a:close/>
                  <a:moveTo>
                    <a:pt x="1475387" y="317457"/>
                  </a:moveTo>
                  <a:lnTo>
                    <a:pt x="1487026" y="316269"/>
                  </a:lnTo>
                  <a:lnTo>
                    <a:pt x="1469758" y="289757"/>
                  </a:lnTo>
                  <a:close/>
                  <a:moveTo>
                    <a:pt x="1494183" y="246180"/>
                  </a:moveTo>
                  <a:lnTo>
                    <a:pt x="1487026" y="316269"/>
                  </a:lnTo>
                  <a:lnTo>
                    <a:pt x="1536394" y="243099"/>
                  </a:lnTo>
                  <a:close/>
                  <a:moveTo>
                    <a:pt x="1536394" y="243099"/>
                  </a:moveTo>
                  <a:lnTo>
                    <a:pt x="1518493" y="240638"/>
                  </a:lnTo>
                  <a:lnTo>
                    <a:pt x="1494183" y="246180"/>
                  </a:lnTo>
                  <a:close/>
                  <a:moveTo>
                    <a:pt x="1518493" y="240638"/>
                  </a:moveTo>
                  <a:lnTo>
                    <a:pt x="1536394" y="243099"/>
                  </a:lnTo>
                  <a:lnTo>
                    <a:pt x="1538474" y="237101"/>
                  </a:lnTo>
                  <a:close/>
                  <a:moveTo>
                    <a:pt x="1495972" y="237979"/>
                  </a:moveTo>
                  <a:lnTo>
                    <a:pt x="1518493" y="240638"/>
                  </a:lnTo>
                  <a:lnTo>
                    <a:pt x="1552139" y="167556"/>
                  </a:lnTo>
                  <a:close/>
                  <a:moveTo>
                    <a:pt x="1479990" y="0"/>
                  </a:moveTo>
                  <a:lnTo>
                    <a:pt x="1464584" y="61934"/>
                  </a:lnTo>
                  <a:lnTo>
                    <a:pt x="1477667" y="49530"/>
                  </a:lnTo>
                  <a:close/>
                  <a:moveTo>
                    <a:pt x="1441683" y="55904"/>
                  </a:moveTo>
                  <a:lnTo>
                    <a:pt x="1464584" y="61934"/>
                  </a:lnTo>
                  <a:lnTo>
                    <a:pt x="147999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13" name="Output_density__4312">
              <a:extLst>
                <a:ext uri="{FF2B5EF4-FFF2-40B4-BE49-F238E27FC236}">
                  <a16:creationId xmlns:a16="http://schemas.microsoft.com/office/drawing/2014/main" id="{ED27248E-0A3A-005C-4E19-D48D6E245891}"/>
                </a:ext>
              </a:extLst>
            </p:cNvPr>
            <p:cNvSpPr>
              <a:spLocks noGrp="1"/>
            </p:cNvSpPr>
            <p:nvPr/>
          </p:nvSpPr>
          <p:spPr>
            <a:xfrm>
              <a:off x="14818593" y="2403276"/>
              <a:ext cx="1631854" cy="1069054"/>
            </a:xfrm>
            <a:custGeom>
              <a:avLst/>
              <a:gdLst/>
              <a:ahLst/>
              <a:cxnLst/>
              <a:rect l="0" t="0" r="0" b="0"/>
              <a:pathLst>
                <a:path w="1631854" h="1069054">
                  <a:moveTo>
                    <a:pt x="117672" y="934041"/>
                  </a:moveTo>
                  <a:lnTo>
                    <a:pt x="120784" y="938844"/>
                  </a:lnTo>
                  <a:lnTo>
                    <a:pt x="131364" y="951508"/>
                  </a:lnTo>
                  <a:close/>
                  <a:moveTo>
                    <a:pt x="117672" y="934041"/>
                  </a:moveTo>
                  <a:lnTo>
                    <a:pt x="89351" y="882505"/>
                  </a:lnTo>
                  <a:lnTo>
                    <a:pt x="89672" y="901395"/>
                  </a:lnTo>
                  <a:close/>
                  <a:moveTo>
                    <a:pt x="117672" y="934041"/>
                  </a:moveTo>
                  <a:lnTo>
                    <a:pt x="131364" y="951508"/>
                  </a:lnTo>
                  <a:lnTo>
                    <a:pt x="148577" y="961484"/>
                  </a:lnTo>
                  <a:close/>
                  <a:moveTo>
                    <a:pt x="46703" y="809651"/>
                  </a:moveTo>
                  <a:lnTo>
                    <a:pt x="119112" y="814718"/>
                  </a:lnTo>
                  <a:lnTo>
                    <a:pt x="124519" y="791017"/>
                  </a:lnTo>
                  <a:close/>
                  <a:moveTo>
                    <a:pt x="25558" y="755337"/>
                  </a:moveTo>
                  <a:lnTo>
                    <a:pt x="46703" y="809651"/>
                  </a:lnTo>
                  <a:lnTo>
                    <a:pt x="76298" y="785402"/>
                  </a:lnTo>
                  <a:close/>
                  <a:moveTo>
                    <a:pt x="25558" y="755337"/>
                  </a:moveTo>
                  <a:lnTo>
                    <a:pt x="0" y="779431"/>
                  </a:lnTo>
                  <a:lnTo>
                    <a:pt x="46703" y="809651"/>
                  </a:lnTo>
                  <a:close/>
                  <a:moveTo>
                    <a:pt x="466956" y="1016369"/>
                  </a:moveTo>
                  <a:lnTo>
                    <a:pt x="468562" y="1069054"/>
                  </a:lnTo>
                  <a:lnTo>
                    <a:pt x="497374" y="1041876"/>
                  </a:lnTo>
                  <a:close/>
                  <a:moveTo>
                    <a:pt x="466956" y="1016369"/>
                  </a:moveTo>
                  <a:lnTo>
                    <a:pt x="425070" y="1040463"/>
                  </a:lnTo>
                  <a:lnTo>
                    <a:pt x="468562" y="1069054"/>
                  </a:lnTo>
                  <a:close/>
                  <a:moveTo>
                    <a:pt x="497374" y="1041876"/>
                  </a:moveTo>
                  <a:lnTo>
                    <a:pt x="468562" y="1069054"/>
                  </a:lnTo>
                  <a:lnTo>
                    <a:pt x="547304" y="1053880"/>
                  </a:lnTo>
                  <a:close/>
                  <a:moveTo>
                    <a:pt x="129102" y="618367"/>
                  </a:moveTo>
                  <a:lnTo>
                    <a:pt x="175632" y="618522"/>
                  </a:lnTo>
                  <a:lnTo>
                    <a:pt x="139764" y="578218"/>
                  </a:lnTo>
                  <a:close/>
                  <a:moveTo>
                    <a:pt x="175632" y="618522"/>
                  </a:moveTo>
                  <a:lnTo>
                    <a:pt x="182256" y="562411"/>
                  </a:lnTo>
                  <a:lnTo>
                    <a:pt x="139764" y="578218"/>
                  </a:lnTo>
                  <a:close/>
                  <a:moveTo>
                    <a:pt x="141682" y="482655"/>
                  </a:moveTo>
                  <a:lnTo>
                    <a:pt x="184887" y="548255"/>
                  </a:lnTo>
                  <a:lnTo>
                    <a:pt x="188193" y="482824"/>
                  </a:lnTo>
                  <a:close/>
                  <a:moveTo>
                    <a:pt x="516948" y="743939"/>
                  </a:moveTo>
                  <a:lnTo>
                    <a:pt x="530205" y="720149"/>
                  </a:lnTo>
                  <a:lnTo>
                    <a:pt x="538128" y="686405"/>
                  </a:lnTo>
                  <a:close/>
                  <a:moveTo>
                    <a:pt x="367325" y="555889"/>
                  </a:moveTo>
                  <a:lnTo>
                    <a:pt x="393010" y="480258"/>
                  </a:lnTo>
                  <a:lnTo>
                    <a:pt x="367223" y="504352"/>
                  </a:lnTo>
                  <a:close/>
                  <a:moveTo>
                    <a:pt x="367223" y="504352"/>
                  </a:moveTo>
                  <a:lnTo>
                    <a:pt x="393010" y="480258"/>
                  </a:lnTo>
                  <a:lnTo>
                    <a:pt x="323859" y="472688"/>
                  </a:lnTo>
                  <a:close/>
                  <a:moveTo>
                    <a:pt x="393010" y="480258"/>
                  </a:moveTo>
                  <a:lnTo>
                    <a:pt x="354069" y="450739"/>
                  </a:lnTo>
                  <a:lnTo>
                    <a:pt x="323859" y="472688"/>
                  </a:lnTo>
                  <a:close/>
                  <a:moveTo>
                    <a:pt x="829213" y="1047161"/>
                  </a:moveTo>
                  <a:lnTo>
                    <a:pt x="810904" y="995624"/>
                  </a:lnTo>
                  <a:lnTo>
                    <a:pt x="814902" y="1005332"/>
                  </a:lnTo>
                  <a:close/>
                  <a:moveTo>
                    <a:pt x="693372" y="841014"/>
                  </a:moveTo>
                  <a:lnTo>
                    <a:pt x="750529" y="884974"/>
                  </a:lnTo>
                  <a:lnTo>
                    <a:pt x="749643" y="868457"/>
                  </a:lnTo>
                  <a:close/>
                  <a:moveTo>
                    <a:pt x="603748" y="623850"/>
                  </a:moveTo>
                  <a:lnTo>
                    <a:pt x="598675" y="634868"/>
                  </a:lnTo>
                  <a:lnTo>
                    <a:pt x="622362" y="620231"/>
                  </a:lnTo>
                  <a:close/>
                  <a:moveTo>
                    <a:pt x="506481" y="564219"/>
                  </a:moveTo>
                  <a:lnTo>
                    <a:pt x="469550" y="533149"/>
                  </a:lnTo>
                  <a:lnTo>
                    <a:pt x="505915" y="559237"/>
                  </a:lnTo>
                  <a:close/>
                  <a:moveTo>
                    <a:pt x="560649" y="559237"/>
                  </a:moveTo>
                  <a:lnTo>
                    <a:pt x="603748" y="623850"/>
                  </a:lnTo>
                  <a:lnTo>
                    <a:pt x="610505" y="610774"/>
                  </a:lnTo>
                  <a:close/>
                  <a:moveTo>
                    <a:pt x="537404" y="612166"/>
                  </a:moveTo>
                  <a:lnTo>
                    <a:pt x="603748" y="623850"/>
                  </a:lnTo>
                  <a:lnTo>
                    <a:pt x="560649" y="559237"/>
                  </a:lnTo>
                  <a:close/>
                  <a:moveTo>
                    <a:pt x="818582" y="751369"/>
                  </a:moveTo>
                  <a:lnTo>
                    <a:pt x="833381" y="802080"/>
                  </a:lnTo>
                  <a:lnTo>
                    <a:pt x="867094" y="749912"/>
                  </a:lnTo>
                  <a:close/>
                  <a:moveTo>
                    <a:pt x="689733" y="591928"/>
                  </a:moveTo>
                  <a:lnTo>
                    <a:pt x="672412" y="632686"/>
                  </a:lnTo>
                  <a:lnTo>
                    <a:pt x="738906" y="652676"/>
                  </a:lnTo>
                  <a:close/>
                  <a:moveTo>
                    <a:pt x="632134" y="586680"/>
                  </a:moveTo>
                  <a:lnTo>
                    <a:pt x="564610" y="554944"/>
                  </a:lnTo>
                  <a:lnTo>
                    <a:pt x="560649" y="559237"/>
                  </a:lnTo>
                  <a:close/>
                  <a:moveTo>
                    <a:pt x="632134" y="586680"/>
                  </a:moveTo>
                  <a:lnTo>
                    <a:pt x="560649" y="559237"/>
                  </a:lnTo>
                  <a:lnTo>
                    <a:pt x="610505" y="610774"/>
                  </a:lnTo>
                  <a:close/>
                  <a:moveTo>
                    <a:pt x="584137" y="413582"/>
                  </a:moveTo>
                  <a:lnTo>
                    <a:pt x="611889" y="429003"/>
                  </a:lnTo>
                  <a:lnTo>
                    <a:pt x="557208" y="372732"/>
                  </a:lnTo>
                  <a:close/>
                  <a:moveTo>
                    <a:pt x="905065" y="462862"/>
                  </a:moveTo>
                  <a:lnTo>
                    <a:pt x="882302" y="488698"/>
                  </a:lnTo>
                  <a:lnTo>
                    <a:pt x="887509" y="482344"/>
                  </a:lnTo>
                  <a:close/>
                  <a:moveTo>
                    <a:pt x="887509" y="482344"/>
                  </a:moveTo>
                  <a:lnTo>
                    <a:pt x="888189" y="419047"/>
                  </a:lnTo>
                  <a:lnTo>
                    <a:pt x="827720" y="459305"/>
                  </a:lnTo>
                  <a:close/>
                  <a:moveTo>
                    <a:pt x="938789" y="525221"/>
                  </a:moveTo>
                  <a:lnTo>
                    <a:pt x="957699" y="526005"/>
                  </a:lnTo>
                  <a:lnTo>
                    <a:pt x="929208" y="462862"/>
                  </a:lnTo>
                  <a:close/>
                  <a:moveTo>
                    <a:pt x="1088494" y="645882"/>
                  </a:moveTo>
                  <a:lnTo>
                    <a:pt x="1116745" y="660896"/>
                  </a:lnTo>
                  <a:lnTo>
                    <a:pt x="1097518" y="613785"/>
                  </a:lnTo>
                  <a:close/>
                  <a:moveTo>
                    <a:pt x="1522090" y="371023"/>
                  </a:moveTo>
                  <a:lnTo>
                    <a:pt x="1504078" y="431928"/>
                  </a:lnTo>
                  <a:lnTo>
                    <a:pt x="1533729" y="369835"/>
                  </a:lnTo>
                  <a:close/>
                  <a:moveTo>
                    <a:pt x="1504078" y="431928"/>
                  </a:moveTo>
                  <a:lnTo>
                    <a:pt x="1529770" y="445465"/>
                  </a:lnTo>
                  <a:lnTo>
                    <a:pt x="1533729" y="369835"/>
                  </a:lnTo>
                  <a:close/>
                  <a:moveTo>
                    <a:pt x="1533729" y="369835"/>
                  </a:moveTo>
                  <a:lnTo>
                    <a:pt x="1572317" y="37748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533729" y="36983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631854" y="295008"/>
                  </a:lnTo>
                  <a:lnTo>
                    <a:pt x="1585177" y="290667"/>
                  </a:lnTo>
                  <a:close/>
                  <a:moveTo>
                    <a:pt x="1598842" y="221122"/>
                  </a:moveTo>
                  <a:lnTo>
                    <a:pt x="1565196" y="294204"/>
                  </a:lnTo>
                  <a:lnTo>
                    <a:pt x="1585177" y="290667"/>
                  </a:lnTo>
                  <a:close/>
                  <a:moveTo>
                    <a:pt x="1546646" y="225573"/>
                  </a:moveTo>
                  <a:lnTo>
                    <a:pt x="1542675" y="291545"/>
                  </a:lnTo>
                  <a:lnTo>
                    <a:pt x="1598842" y="221122"/>
                  </a:lnTo>
                  <a:close/>
                  <a:moveTo>
                    <a:pt x="1570914" y="118340"/>
                  </a:moveTo>
                  <a:lnTo>
                    <a:pt x="1568405" y="93059"/>
                  </a:lnTo>
                  <a:lnTo>
                    <a:pt x="1524370" y="103096"/>
                  </a:lnTo>
                  <a:close/>
                  <a:moveTo>
                    <a:pt x="1511287" y="115500"/>
                  </a:moveTo>
                  <a:lnTo>
                    <a:pt x="1501067" y="137143"/>
                  </a:lnTo>
                  <a:lnTo>
                    <a:pt x="1524370" y="103096"/>
                  </a:lnTo>
                  <a:close/>
                  <a:moveTo>
                    <a:pt x="1488311" y="46788"/>
                  </a:moveTo>
                  <a:lnTo>
                    <a:pt x="1526693" y="53566"/>
                  </a:lnTo>
                  <a:lnTo>
                    <a:pt x="1515406" y="0"/>
                  </a:lnTo>
                  <a:close/>
                  <a:moveTo>
                    <a:pt x="1566874" y="58882"/>
                  </a:moveTo>
                  <a:lnTo>
                    <a:pt x="1524370" y="103096"/>
                  </a:lnTo>
                  <a:lnTo>
                    <a:pt x="1568405" y="93059"/>
                  </a:lnTo>
                  <a:close/>
                  <a:moveTo>
                    <a:pt x="1566874" y="58882"/>
                  </a:moveTo>
                  <a:lnTo>
                    <a:pt x="1526693" y="53566"/>
                  </a:lnTo>
                  <a:lnTo>
                    <a:pt x="1524370" y="103096"/>
                  </a:lnTo>
                  <a:close/>
                  <a:moveTo>
                    <a:pt x="1526693" y="53566"/>
                  </a:moveTo>
                  <a:lnTo>
                    <a:pt x="1553571" y="6954"/>
                  </a:lnTo>
                  <a:lnTo>
                    <a:pt x="151540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14" name="Output_density__4313">
              <a:extLst>
                <a:ext uri="{FF2B5EF4-FFF2-40B4-BE49-F238E27FC236}">
                  <a16:creationId xmlns:a16="http://schemas.microsoft.com/office/drawing/2014/main" id="{20C94709-59F3-5D6F-4A1A-FED8B18AF023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69746"/>
              <a:ext cx="1686584" cy="1038862"/>
            </a:xfrm>
            <a:custGeom>
              <a:avLst/>
              <a:gdLst/>
              <a:ahLst/>
              <a:cxnLst/>
              <a:rect l="0" t="0" r="0" b="0"/>
              <a:pathLst>
                <a:path w="1686584" h="1038862">
                  <a:moveTo>
                    <a:pt x="9769" y="761425"/>
                  </a:moveTo>
                  <a:lnTo>
                    <a:pt x="0" y="773856"/>
                  </a:lnTo>
                  <a:lnTo>
                    <a:pt x="22024" y="786600"/>
                  </a:lnTo>
                  <a:close/>
                  <a:moveTo>
                    <a:pt x="162286" y="943477"/>
                  </a:moveTo>
                  <a:lnTo>
                    <a:pt x="182493" y="902313"/>
                  </a:lnTo>
                  <a:lnTo>
                    <a:pt x="126526" y="916035"/>
                  </a:lnTo>
                  <a:close/>
                  <a:moveTo>
                    <a:pt x="106479" y="864498"/>
                  </a:moveTo>
                  <a:lnTo>
                    <a:pt x="170623" y="899336"/>
                  </a:lnTo>
                  <a:lnTo>
                    <a:pt x="156286" y="848248"/>
                  </a:lnTo>
                  <a:close/>
                  <a:moveTo>
                    <a:pt x="106479" y="864498"/>
                  </a:moveTo>
                  <a:lnTo>
                    <a:pt x="126526" y="916035"/>
                  </a:lnTo>
                  <a:lnTo>
                    <a:pt x="170623" y="899336"/>
                  </a:lnTo>
                  <a:close/>
                  <a:moveTo>
                    <a:pt x="170623" y="899336"/>
                  </a:moveTo>
                  <a:lnTo>
                    <a:pt x="202759" y="848448"/>
                  </a:lnTo>
                  <a:lnTo>
                    <a:pt x="156286" y="848248"/>
                  </a:lnTo>
                  <a:close/>
                  <a:moveTo>
                    <a:pt x="35357" y="737331"/>
                  </a:moveTo>
                  <a:lnTo>
                    <a:pt x="9769" y="761425"/>
                  </a:lnTo>
                  <a:lnTo>
                    <a:pt x="22024" y="786600"/>
                  </a:lnTo>
                  <a:close/>
                  <a:moveTo>
                    <a:pt x="33419" y="694303"/>
                  </a:moveTo>
                  <a:lnTo>
                    <a:pt x="9769" y="761425"/>
                  </a:lnTo>
                  <a:lnTo>
                    <a:pt x="35357" y="737331"/>
                  </a:lnTo>
                  <a:close/>
                  <a:moveTo>
                    <a:pt x="33419" y="694303"/>
                  </a:moveTo>
                  <a:lnTo>
                    <a:pt x="10661" y="744117"/>
                  </a:lnTo>
                  <a:lnTo>
                    <a:pt x="9769" y="761425"/>
                  </a:lnTo>
                  <a:close/>
                  <a:moveTo>
                    <a:pt x="10661" y="744117"/>
                  </a:moveTo>
                  <a:lnTo>
                    <a:pt x="33419" y="694303"/>
                  </a:lnTo>
                  <a:lnTo>
                    <a:pt x="17167" y="709888"/>
                  </a:lnTo>
                  <a:close/>
                  <a:moveTo>
                    <a:pt x="33419" y="694303"/>
                  </a:moveTo>
                  <a:lnTo>
                    <a:pt x="35035" y="685794"/>
                  </a:lnTo>
                  <a:lnTo>
                    <a:pt x="17167" y="709888"/>
                  </a:lnTo>
                  <a:close/>
                  <a:moveTo>
                    <a:pt x="266410" y="906492"/>
                  </a:moveTo>
                  <a:lnTo>
                    <a:pt x="228158" y="898371"/>
                  </a:lnTo>
                  <a:lnTo>
                    <a:pt x="182493" y="902313"/>
                  </a:lnTo>
                  <a:close/>
                  <a:moveTo>
                    <a:pt x="282833" y="884075"/>
                  </a:moveTo>
                  <a:lnTo>
                    <a:pt x="232385" y="891941"/>
                  </a:lnTo>
                  <a:lnTo>
                    <a:pt x="302614" y="930736"/>
                  </a:lnTo>
                  <a:close/>
                  <a:moveTo>
                    <a:pt x="266410" y="906492"/>
                  </a:moveTo>
                  <a:lnTo>
                    <a:pt x="232385" y="891941"/>
                  </a:lnTo>
                  <a:lnTo>
                    <a:pt x="228158" y="898371"/>
                  </a:lnTo>
                  <a:close/>
                  <a:moveTo>
                    <a:pt x="35035" y="685794"/>
                  </a:moveTo>
                  <a:lnTo>
                    <a:pt x="33419" y="694303"/>
                  </a:lnTo>
                  <a:lnTo>
                    <a:pt x="33386" y="683971"/>
                  </a:lnTo>
                  <a:close/>
                  <a:moveTo>
                    <a:pt x="33386" y="683971"/>
                  </a:moveTo>
                  <a:lnTo>
                    <a:pt x="53048" y="632796"/>
                  </a:lnTo>
                  <a:lnTo>
                    <a:pt x="35035" y="685794"/>
                  </a:lnTo>
                  <a:close/>
                  <a:moveTo>
                    <a:pt x="35035" y="685794"/>
                  </a:moveTo>
                  <a:lnTo>
                    <a:pt x="53048" y="632796"/>
                  </a:lnTo>
                  <a:lnTo>
                    <a:pt x="69286" y="610164"/>
                  </a:lnTo>
                  <a:close/>
                  <a:moveTo>
                    <a:pt x="35035" y="685794"/>
                  </a:moveTo>
                  <a:lnTo>
                    <a:pt x="69286" y="610164"/>
                  </a:lnTo>
                  <a:lnTo>
                    <a:pt x="50908" y="634258"/>
                  </a:lnTo>
                  <a:close/>
                  <a:moveTo>
                    <a:pt x="69286" y="610164"/>
                  </a:moveTo>
                  <a:lnTo>
                    <a:pt x="67369" y="558627"/>
                  </a:lnTo>
                  <a:lnTo>
                    <a:pt x="50908" y="634258"/>
                  </a:lnTo>
                  <a:close/>
                  <a:moveTo>
                    <a:pt x="166276" y="651897"/>
                  </a:moveTo>
                  <a:lnTo>
                    <a:pt x="242806" y="689144"/>
                  </a:lnTo>
                  <a:lnTo>
                    <a:pt x="244325" y="689171"/>
                  </a:lnTo>
                  <a:close/>
                  <a:moveTo>
                    <a:pt x="166276" y="651897"/>
                  </a:moveTo>
                  <a:lnTo>
                    <a:pt x="244325" y="689171"/>
                  </a:lnTo>
                  <a:lnTo>
                    <a:pt x="212806" y="652052"/>
                  </a:lnTo>
                  <a:close/>
                  <a:moveTo>
                    <a:pt x="67369" y="558627"/>
                  </a:moveTo>
                  <a:lnTo>
                    <a:pt x="69286" y="610164"/>
                  </a:lnTo>
                  <a:lnTo>
                    <a:pt x="98268" y="586070"/>
                  </a:lnTo>
                  <a:close/>
                  <a:moveTo>
                    <a:pt x="225368" y="516354"/>
                  </a:moveTo>
                  <a:lnTo>
                    <a:pt x="172569" y="458903"/>
                  </a:lnTo>
                  <a:lnTo>
                    <a:pt x="171800" y="459178"/>
                  </a:lnTo>
                  <a:close/>
                  <a:moveTo>
                    <a:pt x="225368" y="516354"/>
                  </a:moveTo>
                  <a:lnTo>
                    <a:pt x="171800" y="459178"/>
                  </a:lnTo>
                  <a:lnTo>
                    <a:pt x="178856" y="516185"/>
                  </a:lnTo>
                  <a:close/>
                  <a:moveTo>
                    <a:pt x="404499" y="589419"/>
                  </a:moveTo>
                  <a:lnTo>
                    <a:pt x="404397" y="537882"/>
                  </a:lnTo>
                  <a:lnTo>
                    <a:pt x="369112" y="600943"/>
                  </a:lnTo>
                  <a:close/>
                  <a:moveTo>
                    <a:pt x="322354" y="486345"/>
                  </a:moveTo>
                  <a:lnTo>
                    <a:pt x="358059" y="547185"/>
                  </a:lnTo>
                  <a:lnTo>
                    <a:pt x="361033" y="506218"/>
                  </a:lnTo>
                  <a:close/>
                  <a:moveTo>
                    <a:pt x="313182" y="561976"/>
                  </a:moveTo>
                  <a:lnTo>
                    <a:pt x="358059" y="547185"/>
                  </a:lnTo>
                  <a:lnTo>
                    <a:pt x="322354" y="486345"/>
                  </a:lnTo>
                  <a:close/>
                  <a:moveTo>
                    <a:pt x="172569" y="458903"/>
                  </a:moveTo>
                  <a:lnTo>
                    <a:pt x="228345" y="494371"/>
                  </a:lnTo>
                  <a:lnTo>
                    <a:pt x="241365" y="440606"/>
                  </a:lnTo>
                  <a:close/>
                  <a:moveTo>
                    <a:pt x="228345" y="494371"/>
                  </a:moveTo>
                  <a:lnTo>
                    <a:pt x="265273" y="434809"/>
                  </a:lnTo>
                  <a:lnTo>
                    <a:pt x="241365" y="440606"/>
                  </a:lnTo>
                  <a:close/>
                  <a:moveTo>
                    <a:pt x="306483" y="476942"/>
                  </a:moveTo>
                  <a:lnTo>
                    <a:pt x="265273" y="434809"/>
                  </a:lnTo>
                  <a:lnTo>
                    <a:pt x="228345" y="494371"/>
                  </a:lnTo>
                  <a:close/>
                  <a:moveTo>
                    <a:pt x="241365" y="440606"/>
                  </a:moveTo>
                  <a:lnTo>
                    <a:pt x="284194" y="393604"/>
                  </a:lnTo>
                  <a:lnTo>
                    <a:pt x="278093" y="385986"/>
                  </a:lnTo>
                  <a:close/>
                  <a:moveTo>
                    <a:pt x="663881" y="826943"/>
                  </a:moveTo>
                  <a:lnTo>
                    <a:pt x="619723" y="771471"/>
                  </a:lnTo>
                  <a:lnTo>
                    <a:pt x="605177" y="773944"/>
                  </a:lnTo>
                  <a:close/>
                  <a:moveTo>
                    <a:pt x="322354" y="486345"/>
                  </a:moveTo>
                  <a:lnTo>
                    <a:pt x="336837" y="455531"/>
                  </a:lnTo>
                  <a:lnTo>
                    <a:pt x="336411" y="410715"/>
                  </a:lnTo>
                  <a:close/>
                  <a:moveTo>
                    <a:pt x="319488" y="415075"/>
                  </a:moveTo>
                  <a:lnTo>
                    <a:pt x="306483" y="476942"/>
                  </a:lnTo>
                  <a:lnTo>
                    <a:pt x="322354" y="486345"/>
                  </a:lnTo>
                  <a:close/>
                  <a:moveTo>
                    <a:pt x="859673" y="1012911"/>
                  </a:moveTo>
                  <a:lnTo>
                    <a:pt x="852076" y="1038862"/>
                  </a:lnTo>
                  <a:lnTo>
                    <a:pt x="848078" y="1029154"/>
                  </a:lnTo>
                  <a:close/>
                  <a:moveTo>
                    <a:pt x="930183" y="966960"/>
                  </a:moveTo>
                  <a:lnTo>
                    <a:pt x="876161" y="977618"/>
                  </a:lnTo>
                  <a:lnTo>
                    <a:pt x="859673" y="1012911"/>
                  </a:lnTo>
                  <a:close/>
                  <a:moveTo>
                    <a:pt x="930183" y="966960"/>
                  </a:moveTo>
                  <a:lnTo>
                    <a:pt x="859673" y="1012911"/>
                  </a:lnTo>
                  <a:lnTo>
                    <a:pt x="885275" y="973733"/>
                  </a:lnTo>
                  <a:close/>
                  <a:moveTo>
                    <a:pt x="720034" y="823008"/>
                  </a:moveTo>
                  <a:lnTo>
                    <a:pt x="730546" y="874544"/>
                  </a:lnTo>
                  <a:lnTo>
                    <a:pt x="765312" y="850450"/>
                  </a:lnTo>
                  <a:close/>
                  <a:moveTo>
                    <a:pt x="619723" y="771471"/>
                  </a:moveTo>
                  <a:lnTo>
                    <a:pt x="662954" y="801443"/>
                  </a:lnTo>
                  <a:lnTo>
                    <a:pt x="665891" y="762566"/>
                  </a:lnTo>
                  <a:close/>
                  <a:moveTo>
                    <a:pt x="720034" y="823008"/>
                  </a:moveTo>
                  <a:lnTo>
                    <a:pt x="783335" y="767275"/>
                  </a:lnTo>
                  <a:lnTo>
                    <a:pt x="719838" y="756691"/>
                  </a:lnTo>
                  <a:close/>
                  <a:moveTo>
                    <a:pt x="719838" y="756691"/>
                  </a:moveTo>
                  <a:lnTo>
                    <a:pt x="783335" y="767275"/>
                  </a:lnTo>
                  <a:lnTo>
                    <a:pt x="769202" y="754541"/>
                  </a:lnTo>
                  <a:close/>
                  <a:moveTo>
                    <a:pt x="720034" y="823008"/>
                  </a:moveTo>
                  <a:lnTo>
                    <a:pt x="719838" y="756691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2954" y="801443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5891" y="762566"/>
                  </a:lnTo>
                  <a:lnTo>
                    <a:pt x="662954" y="801443"/>
                  </a:lnTo>
                  <a:close/>
                  <a:moveTo>
                    <a:pt x="719838" y="756691"/>
                  </a:moveTo>
                  <a:lnTo>
                    <a:pt x="708130" y="703466"/>
                  </a:lnTo>
                  <a:lnTo>
                    <a:pt x="665891" y="762566"/>
                  </a:lnTo>
                  <a:close/>
                  <a:moveTo>
                    <a:pt x="769202" y="754541"/>
                  </a:moveTo>
                  <a:lnTo>
                    <a:pt x="708130" y="703466"/>
                  </a:lnTo>
                  <a:lnTo>
                    <a:pt x="719838" y="756691"/>
                  </a:lnTo>
                  <a:close/>
                  <a:moveTo>
                    <a:pt x="708130" y="703466"/>
                  </a:moveTo>
                  <a:lnTo>
                    <a:pt x="737274" y="695841"/>
                  </a:lnTo>
                  <a:lnTo>
                    <a:pt x="709586" y="666216"/>
                  </a:lnTo>
                  <a:close/>
                  <a:moveTo>
                    <a:pt x="593720" y="595029"/>
                  </a:moveTo>
                  <a:lnTo>
                    <a:pt x="597823" y="592768"/>
                  </a:lnTo>
                  <a:lnTo>
                    <a:pt x="595495" y="589002"/>
                  </a:lnTo>
                  <a:close/>
                  <a:moveTo>
                    <a:pt x="504120" y="565325"/>
                  </a:moveTo>
                  <a:lnTo>
                    <a:pt x="506012" y="564017"/>
                  </a:lnTo>
                  <a:lnTo>
                    <a:pt x="535856" y="540698"/>
                  </a:lnTo>
                  <a:close/>
                  <a:moveTo>
                    <a:pt x="506983" y="565325"/>
                  </a:moveTo>
                  <a:lnTo>
                    <a:pt x="536645" y="541231"/>
                  </a:lnTo>
                  <a:lnTo>
                    <a:pt x="506012" y="564017"/>
                  </a:lnTo>
                  <a:close/>
                  <a:moveTo>
                    <a:pt x="446824" y="382498"/>
                  </a:moveTo>
                  <a:lnTo>
                    <a:pt x="366711" y="392548"/>
                  </a:lnTo>
                  <a:lnTo>
                    <a:pt x="400605" y="384369"/>
                  </a:lnTo>
                  <a:close/>
                  <a:moveTo>
                    <a:pt x="957432" y="953524"/>
                  </a:moveTo>
                  <a:lnTo>
                    <a:pt x="930183" y="966960"/>
                  </a:lnTo>
                  <a:lnTo>
                    <a:pt x="1008497" y="950186"/>
                  </a:lnTo>
                  <a:close/>
                  <a:moveTo>
                    <a:pt x="1008497" y="950186"/>
                  </a:moveTo>
                  <a:lnTo>
                    <a:pt x="930183" y="966960"/>
                  </a:lnTo>
                  <a:lnTo>
                    <a:pt x="977107" y="980966"/>
                  </a:lnTo>
                  <a:close/>
                  <a:moveTo>
                    <a:pt x="977107" y="980966"/>
                  </a:moveTo>
                  <a:lnTo>
                    <a:pt x="930183" y="966960"/>
                  </a:lnTo>
                  <a:lnTo>
                    <a:pt x="969076" y="981726"/>
                  </a:lnTo>
                  <a:close/>
                  <a:moveTo>
                    <a:pt x="1012158" y="929430"/>
                  </a:moveTo>
                  <a:lnTo>
                    <a:pt x="991003" y="939138"/>
                  </a:lnTo>
                  <a:lnTo>
                    <a:pt x="1008497" y="950186"/>
                  </a:lnTo>
                  <a:close/>
                  <a:moveTo>
                    <a:pt x="783335" y="767275"/>
                  </a:moveTo>
                  <a:lnTo>
                    <a:pt x="764138" y="798914"/>
                  </a:lnTo>
                  <a:lnTo>
                    <a:pt x="814590" y="780384"/>
                  </a:lnTo>
                  <a:close/>
                  <a:moveTo>
                    <a:pt x="814590" y="780384"/>
                  </a:moveTo>
                  <a:lnTo>
                    <a:pt x="826641" y="754509"/>
                  </a:lnTo>
                  <a:lnTo>
                    <a:pt x="783335" y="767275"/>
                  </a:lnTo>
                  <a:close/>
                  <a:moveTo>
                    <a:pt x="814590" y="780384"/>
                  </a:moveTo>
                  <a:lnTo>
                    <a:pt x="855756" y="784899"/>
                  </a:lnTo>
                  <a:lnTo>
                    <a:pt x="826641" y="754509"/>
                  </a:lnTo>
                  <a:close/>
                  <a:moveTo>
                    <a:pt x="595495" y="589002"/>
                  </a:moveTo>
                  <a:lnTo>
                    <a:pt x="597823" y="592768"/>
                  </a:lnTo>
                  <a:lnTo>
                    <a:pt x="601784" y="588474"/>
                  </a:lnTo>
                  <a:close/>
                  <a:moveTo>
                    <a:pt x="402600" y="385489"/>
                  </a:moveTo>
                  <a:lnTo>
                    <a:pt x="446824" y="382498"/>
                  </a:lnTo>
                  <a:lnTo>
                    <a:pt x="400605" y="384369"/>
                  </a:lnTo>
                  <a:close/>
                  <a:moveTo>
                    <a:pt x="1008497" y="950186"/>
                  </a:moveTo>
                  <a:lnTo>
                    <a:pt x="977107" y="980966"/>
                  </a:lnTo>
                  <a:lnTo>
                    <a:pt x="1008330" y="925052"/>
                  </a:lnTo>
                  <a:close/>
                  <a:moveTo>
                    <a:pt x="1012158" y="929430"/>
                  </a:moveTo>
                  <a:lnTo>
                    <a:pt x="1008497" y="950186"/>
                  </a:lnTo>
                  <a:lnTo>
                    <a:pt x="1008330" y="925052"/>
                  </a:lnTo>
                  <a:close/>
                  <a:moveTo>
                    <a:pt x="966382" y="496392"/>
                  </a:moveTo>
                  <a:lnTo>
                    <a:pt x="924683" y="515874"/>
                  </a:lnTo>
                  <a:lnTo>
                    <a:pt x="919476" y="522228"/>
                  </a:lnTo>
                  <a:close/>
                  <a:moveTo>
                    <a:pt x="966382" y="496392"/>
                  </a:moveTo>
                  <a:lnTo>
                    <a:pt x="981628" y="445028"/>
                  </a:lnTo>
                  <a:lnTo>
                    <a:pt x="924683" y="515874"/>
                  </a:lnTo>
                  <a:close/>
                  <a:moveTo>
                    <a:pt x="924683" y="515874"/>
                  </a:moveTo>
                  <a:lnTo>
                    <a:pt x="981562" y="444870"/>
                  </a:lnTo>
                  <a:lnTo>
                    <a:pt x="925363" y="452577"/>
                  </a:lnTo>
                  <a:close/>
                  <a:moveTo>
                    <a:pt x="1054264" y="420761"/>
                  </a:moveTo>
                  <a:lnTo>
                    <a:pt x="1054549" y="423517"/>
                  </a:lnTo>
                  <a:lnTo>
                    <a:pt x="1013731" y="430155"/>
                  </a:lnTo>
                  <a:close/>
                  <a:moveTo>
                    <a:pt x="1057683" y="419808"/>
                  </a:moveTo>
                  <a:lnTo>
                    <a:pt x="1054549" y="423517"/>
                  </a:lnTo>
                  <a:lnTo>
                    <a:pt x="1054264" y="420761"/>
                  </a:lnTo>
                  <a:close/>
                  <a:moveTo>
                    <a:pt x="1393501" y="833054"/>
                  </a:moveTo>
                  <a:lnTo>
                    <a:pt x="1404082" y="841553"/>
                  </a:lnTo>
                  <a:lnTo>
                    <a:pt x="1408572" y="827555"/>
                  </a:lnTo>
                  <a:close/>
                  <a:moveTo>
                    <a:pt x="1365733" y="781517"/>
                  </a:moveTo>
                  <a:lnTo>
                    <a:pt x="1393501" y="833054"/>
                  </a:lnTo>
                  <a:lnTo>
                    <a:pt x="1408572" y="827555"/>
                  </a:lnTo>
                  <a:close/>
                  <a:moveTo>
                    <a:pt x="1053356" y="443410"/>
                  </a:moveTo>
                  <a:lnTo>
                    <a:pt x="1084760" y="396667"/>
                  </a:lnTo>
                  <a:lnTo>
                    <a:pt x="1054264" y="420761"/>
                  </a:lnTo>
                  <a:close/>
                  <a:moveTo>
                    <a:pt x="1085520" y="388989"/>
                  </a:moveTo>
                  <a:lnTo>
                    <a:pt x="1057683" y="419808"/>
                  </a:lnTo>
                  <a:lnTo>
                    <a:pt x="1054264" y="420761"/>
                  </a:lnTo>
                  <a:close/>
                  <a:moveTo>
                    <a:pt x="1210000" y="245406"/>
                  </a:moveTo>
                  <a:lnTo>
                    <a:pt x="1168984" y="193869"/>
                  </a:lnTo>
                  <a:lnTo>
                    <a:pt x="1137649" y="268454"/>
                  </a:lnTo>
                  <a:close/>
                  <a:moveTo>
                    <a:pt x="1137649" y="268454"/>
                  </a:moveTo>
                  <a:lnTo>
                    <a:pt x="1171553" y="266173"/>
                  </a:lnTo>
                  <a:lnTo>
                    <a:pt x="1210000" y="245406"/>
                  </a:lnTo>
                  <a:close/>
                  <a:moveTo>
                    <a:pt x="1461274" y="383492"/>
                  </a:moveTo>
                  <a:lnTo>
                    <a:pt x="1411331" y="386113"/>
                  </a:lnTo>
                  <a:lnTo>
                    <a:pt x="1481643" y="417265"/>
                  </a:lnTo>
                  <a:close/>
                  <a:moveTo>
                    <a:pt x="1168984" y="193869"/>
                  </a:moveTo>
                  <a:lnTo>
                    <a:pt x="1210000" y="245406"/>
                  </a:lnTo>
                  <a:lnTo>
                    <a:pt x="1211660" y="221312"/>
                  </a:lnTo>
                  <a:close/>
                  <a:moveTo>
                    <a:pt x="1318039" y="59806"/>
                  </a:moveTo>
                  <a:lnTo>
                    <a:pt x="1361474" y="47527"/>
                  </a:lnTo>
                  <a:lnTo>
                    <a:pt x="1281935" y="59720"/>
                  </a:lnTo>
                  <a:close/>
                  <a:moveTo>
                    <a:pt x="1583820" y="259103"/>
                  </a:moveTo>
                  <a:lnTo>
                    <a:pt x="1624149" y="201556"/>
                  </a:lnTo>
                  <a:lnTo>
                    <a:pt x="1571404" y="206455"/>
                  </a:lnTo>
                  <a:close/>
                  <a:moveTo>
                    <a:pt x="1679692" y="252104"/>
                  </a:moveTo>
                  <a:lnTo>
                    <a:pt x="1646563" y="200567"/>
                  </a:lnTo>
                  <a:lnTo>
                    <a:pt x="1636016" y="254652"/>
                  </a:lnTo>
                  <a:close/>
                  <a:moveTo>
                    <a:pt x="1646563" y="200567"/>
                  </a:moveTo>
                  <a:lnTo>
                    <a:pt x="1624149" y="201556"/>
                  </a:lnTo>
                  <a:lnTo>
                    <a:pt x="1636016" y="254652"/>
                  </a:lnTo>
                  <a:close/>
                  <a:moveTo>
                    <a:pt x="1538241" y="170673"/>
                  </a:moveTo>
                  <a:lnTo>
                    <a:pt x="1529631" y="202433"/>
                  </a:lnTo>
                  <a:lnTo>
                    <a:pt x="1571404" y="206455"/>
                  </a:lnTo>
                  <a:close/>
                  <a:moveTo>
                    <a:pt x="1571404" y="206455"/>
                  </a:moveTo>
                  <a:lnTo>
                    <a:pt x="1624149" y="201556"/>
                  </a:lnTo>
                  <a:lnTo>
                    <a:pt x="1608088" y="151870"/>
                  </a:lnTo>
                  <a:close/>
                  <a:moveTo>
                    <a:pt x="1571404" y="206455"/>
                  </a:moveTo>
                  <a:lnTo>
                    <a:pt x="1608088" y="151870"/>
                  </a:lnTo>
                  <a:lnTo>
                    <a:pt x="1538241" y="170673"/>
                  </a:lnTo>
                  <a:close/>
                  <a:moveTo>
                    <a:pt x="1436314" y="17766"/>
                  </a:moveTo>
                  <a:lnTo>
                    <a:pt x="1361474" y="47527"/>
                  </a:lnTo>
                  <a:lnTo>
                    <a:pt x="1392032" y="26880"/>
                  </a:lnTo>
                  <a:close/>
                  <a:moveTo>
                    <a:pt x="1478282" y="0"/>
                  </a:moveTo>
                  <a:lnTo>
                    <a:pt x="1410099" y="54649"/>
                  </a:lnTo>
                  <a:lnTo>
                    <a:pt x="1436314" y="17766"/>
                  </a:lnTo>
                  <a:close/>
                  <a:moveTo>
                    <a:pt x="1679692" y="252104"/>
                  </a:moveTo>
                  <a:lnTo>
                    <a:pt x="1686227" y="253440"/>
                  </a:lnTo>
                  <a:lnTo>
                    <a:pt x="1686584" y="251522"/>
                  </a:lnTo>
                  <a:close/>
                  <a:moveTo>
                    <a:pt x="1646563" y="200567"/>
                  </a:moveTo>
                  <a:lnTo>
                    <a:pt x="1679692" y="252104"/>
                  </a:lnTo>
                  <a:lnTo>
                    <a:pt x="1686584" y="251522"/>
                  </a:lnTo>
                  <a:close/>
                  <a:moveTo>
                    <a:pt x="1462724" y="30616"/>
                  </a:moveTo>
                  <a:lnTo>
                    <a:pt x="1478282" y="0"/>
                  </a:lnTo>
                  <a:lnTo>
                    <a:pt x="1436314" y="17766"/>
                  </a:lnTo>
                  <a:close/>
                  <a:moveTo>
                    <a:pt x="1462724" y="30616"/>
                  </a:moveTo>
                  <a:lnTo>
                    <a:pt x="1513123" y="27626"/>
                  </a:lnTo>
                  <a:lnTo>
                    <a:pt x="1478282" y="0"/>
                  </a:lnTo>
                  <a:close/>
                  <a:moveTo>
                    <a:pt x="1513123" y="27626"/>
                  </a:moveTo>
                  <a:lnTo>
                    <a:pt x="1527729" y="10199"/>
                  </a:lnTo>
                  <a:lnTo>
                    <a:pt x="1478282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15" name="Output_density__4314">
              <a:extLst>
                <a:ext uri="{FF2B5EF4-FFF2-40B4-BE49-F238E27FC236}">
                  <a16:creationId xmlns:a16="http://schemas.microsoft.com/office/drawing/2014/main" id="{1C06776C-C446-C09C-D642-27B1D37CEB1D}"/>
                </a:ext>
              </a:extLst>
            </p:cNvPr>
            <p:cNvSpPr>
              <a:spLocks noGrp="1"/>
            </p:cNvSpPr>
            <p:nvPr/>
          </p:nvSpPr>
          <p:spPr>
            <a:xfrm>
              <a:off x="14848788" y="2429466"/>
              <a:ext cx="1250670" cy="907713"/>
            </a:xfrm>
            <a:custGeom>
              <a:avLst/>
              <a:gdLst/>
              <a:ahLst/>
              <a:cxnLst/>
              <a:rect l="0" t="0" r="0" b="0"/>
              <a:pathLst>
                <a:path w="1250670" h="907713">
                  <a:moveTo>
                    <a:pt x="59156" y="856315"/>
                  </a:moveTo>
                  <a:lnTo>
                    <a:pt x="115124" y="842593"/>
                  </a:lnTo>
                  <a:lnTo>
                    <a:pt x="103253" y="839616"/>
                  </a:lnTo>
                  <a:close/>
                  <a:moveTo>
                    <a:pt x="103253" y="839616"/>
                  </a:moveTo>
                  <a:lnTo>
                    <a:pt x="157259" y="833693"/>
                  </a:lnTo>
                  <a:lnTo>
                    <a:pt x="135390" y="788728"/>
                  </a:lnTo>
                  <a:close/>
                  <a:moveTo>
                    <a:pt x="157259" y="833693"/>
                  </a:moveTo>
                  <a:lnTo>
                    <a:pt x="103253" y="839616"/>
                  </a:lnTo>
                  <a:lnTo>
                    <a:pt x="160789" y="838651"/>
                  </a:lnTo>
                  <a:close/>
                  <a:moveTo>
                    <a:pt x="103253" y="839616"/>
                  </a:moveTo>
                  <a:lnTo>
                    <a:pt x="115124" y="842593"/>
                  </a:lnTo>
                  <a:lnTo>
                    <a:pt x="160789" y="838651"/>
                  </a:lnTo>
                  <a:close/>
                  <a:moveTo>
                    <a:pt x="157259" y="833693"/>
                  </a:moveTo>
                  <a:lnTo>
                    <a:pt x="160789" y="838651"/>
                  </a:lnTo>
                  <a:lnTo>
                    <a:pt x="165016" y="832221"/>
                  </a:lnTo>
                  <a:close/>
                  <a:moveTo>
                    <a:pt x="177053" y="629423"/>
                  </a:moveTo>
                  <a:lnTo>
                    <a:pt x="176956" y="629451"/>
                  </a:lnTo>
                  <a:lnTo>
                    <a:pt x="177004" y="629478"/>
                  </a:lnTo>
                  <a:close/>
                  <a:moveTo>
                    <a:pt x="177053" y="629423"/>
                  </a:moveTo>
                  <a:lnTo>
                    <a:pt x="188670" y="577887"/>
                  </a:lnTo>
                  <a:lnTo>
                    <a:pt x="176956" y="629451"/>
                  </a:lnTo>
                  <a:close/>
                  <a:moveTo>
                    <a:pt x="188670" y="577887"/>
                  </a:moveTo>
                  <a:lnTo>
                    <a:pt x="145437" y="592332"/>
                  </a:lnTo>
                  <a:lnTo>
                    <a:pt x="176956" y="629451"/>
                  </a:lnTo>
                  <a:close/>
                  <a:moveTo>
                    <a:pt x="177004" y="629478"/>
                  </a:moveTo>
                  <a:lnTo>
                    <a:pt x="176956" y="629451"/>
                  </a:lnTo>
                  <a:lnTo>
                    <a:pt x="175437" y="629423"/>
                  </a:lnTo>
                  <a:close/>
                  <a:moveTo>
                    <a:pt x="0" y="498907"/>
                  </a:moveTo>
                  <a:lnTo>
                    <a:pt x="30899" y="526350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0" y="498907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5532" y="472625"/>
                  </a:lnTo>
                  <a:lnTo>
                    <a:pt x="0" y="498907"/>
                  </a:lnTo>
                  <a:close/>
                  <a:moveTo>
                    <a:pt x="38042" y="459273"/>
                  </a:moveTo>
                  <a:lnTo>
                    <a:pt x="42303" y="423277"/>
                  </a:lnTo>
                  <a:lnTo>
                    <a:pt x="14381" y="447371"/>
                  </a:lnTo>
                  <a:close/>
                  <a:moveTo>
                    <a:pt x="177004" y="629478"/>
                  </a:moveTo>
                  <a:lnTo>
                    <a:pt x="175437" y="629423"/>
                  </a:lnTo>
                  <a:lnTo>
                    <a:pt x="217266" y="645109"/>
                  </a:lnTo>
                  <a:close/>
                  <a:moveTo>
                    <a:pt x="247808" y="609831"/>
                  </a:moveTo>
                  <a:lnTo>
                    <a:pt x="177053" y="629423"/>
                  </a:lnTo>
                  <a:lnTo>
                    <a:pt x="256048" y="615433"/>
                  </a:lnTo>
                  <a:close/>
                  <a:moveTo>
                    <a:pt x="256048" y="615433"/>
                  </a:moveTo>
                  <a:lnTo>
                    <a:pt x="177053" y="629423"/>
                  </a:lnTo>
                  <a:lnTo>
                    <a:pt x="177004" y="629478"/>
                  </a:lnTo>
                  <a:close/>
                  <a:moveTo>
                    <a:pt x="188670" y="577887"/>
                  </a:moveTo>
                  <a:lnTo>
                    <a:pt x="247808" y="609831"/>
                  </a:lnTo>
                  <a:lnTo>
                    <a:pt x="233284" y="558896"/>
                  </a:lnTo>
                  <a:close/>
                  <a:moveTo>
                    <a:pt x="188670" y="577887"/>
                  </a:moveTo>
                  <a:lnTo>
                    <a:pt x="177053" y="629423"/>
                  </a:lnTo>
                  <a:lnTo>
                    <a:pt x="247808" y="609831"/>
                  </a:lnTo>
                  <a:close/>
                  <a:moveTo>
                    <a:pt x="262960" y="605329"/>
                  </a:moveTo>
                  <a:lnTo>
                    <a:pt x="251738" y="553792"/>
                  </a:lnTo>
                  <a:lnTo>
                    <a:pt x="247808" y="609831"/>
                  </a:lnTo>
                  <a:close/>
                  <a:moveTo>
                    <a:pt x="251738" y="553792"/>
                  </a:moveTo>
                  <a:lnTo>
                    <a:pt x="233284" y="558896"/>
                  </a:lnTo>
                  <a:lnTo>
                    <a:pt x="247808" y="609831"/>
                  </a:lnTo>
                  <a:close/>
                  <a:moveTo>
                    <a:pt x="247808" y="609831"/>
                  </a:moveTo>
                  <a:lnTo>
                    <a:pt x="256048" y="615433"/>
                  </a:lnTo>
                  <a:lnTo>
                    <a:pt x="262960" y="605329"/>
                  </a:lnTo>
                  <a:close/>
                  <a:moveTo>
                    <a:pt x="38042" y="459273"/>
                  </a:moveTo>
                  <a:lnTo>
                    <a:pt x="35445" y="474813"/>
                  </a:lnTo>
                  <a:lnTo>
                    <a:pt x="53515" y="465613"/>
                  </a:lnTo>
                  <a:close/>
                  <a:moveTo>
                    <a:pt x="53515" y="465613"/>
                  </a:moveTo>
                  <a:lnTo>
                    <a:pt x="42303" y="423277"/>
                  </a:lnTo>
                  <a:lnTo>
                    <a:pt x="38042" y="459273"/>
                  </a:lnTo>
                  <a:close/>
                  <a:moveTo>
                    <a:pt x="104431" y="399458"/>
                  </a:moveTo>
                  <a:lnTo>
                    <a:pt x="42303" y="423277"/>
                  </a:lnTo>
                  <a:lnTo>
                    <a:pt x="53515" y="465613"/>
                  </a:lnTo>
                  <a:close/>
                  <a:moveTo>
                    <a:pt x="111487" y="456465"/>
                  </a:moveTo>
                  <a:lnTo>
                    <a:pt x="104431" y="399458"/>
                  </a:lnTo>
                  <a:lnTo>
                    <a:pt x="53515" y="465613"/>
                  </a:lnTo>
                  <a:close/>
                  <a:moveTo>
                    <a:pt x="58866" y="371740"/>
                  </a:moveTo>
                  <a:lnTo>
                    <a:pt x="42303" y="423277"/>
                  </a:lnTo>
                  <a:lnTo>
                    <a:pt x="104431" y="399458"/>
                  </a:lnTo>
                  <a:close/>
                  <a:moveTo>
                    <a:pt x="105200" y="399182"/>
                  </a:moveTo>
                  <a:lnTo>
                    <a:pt x="105013" y="347646"/>
                  </a:lnTo>
                  <a:lnTo>
                    <a:pt x="104431" y="399458"/>
                  </a:lnTo>
                  <a:close/>
                  <a:moveTo>
                    <a:pt x="105013" y="347646"/>
                  </a:moveTo>
                  <a:lnTo>
                    <a:pt x="65779" y="368139"/>
                  </a:lnTo>
                  <a:lnTo>
                    <a:pt x="104431" y="399458"/>
                  </a:lnTo>
                  <a:close/>
                  <a:moveTo>
                    <a:pt x="251738" y="553792"/>
                  </a:moveTo>
                  <a:lnTo>
                    <a:pt x="322792" y="555399"/>
                  </a:lnTo>
                  <a:lnTo>
                    <a:pt x="301743" y="541222"/>
                  </a:lnTo>
                  <a:close/>
                  <a:moveTo>
                    <a:pt x="313018" y="581235"/>
                  </a:moveTo>
                  <a:lnTo>
                    <a:pt x="322792" y="555399"/>
                  </a:lnTo>
                  <a:lnTo>
                    <a:pt x="251738" y="553792"/>
                  </a:lnTo>
                  <a:close/>
                  <a:moveTo>
                    <a:pt x="262960" y="605329"/>
                  </a:moveTo>
                  <a:lnTo>
                    <a:pt x="313018" y="581235"/>
                  </a:lnTo>
                  <a:lnTo>
                    <a:pt x="251738" y="553792"/>
                  </a:lnTo>
                  <a:close/>
                  <a:moveTo>
                    <a:pt x="245813" y="502256"/>
                  </a:moveTo>
                  <a:lnTo>
                    <a:pt x="301743" y="541222"/>
                  </a:lnTo>
                  <a:lnTo>
                    <a:pt x="290690" y="487465"/>
                  </a:lnTo>
                  <a:close/>
                  <a:moveTo>
                    <a:pt x="245813" y="502256"/>
                  </a:moveTo>
                  <a:lnTo>
                    <a:pt x="251738" y="553792"/>
                  </a:lnTo>
                  <a:lnTo>
                    <a:pt x="301743" y="541222"/>
                  </a:lnTo>
                  <a:close/>
                  <a:moveTo>
                    <a:pt x="301743" y="541222"/>
                  </a:moveTo>
                  <a:lnTo>
                    <a:pt x="322792" y="555399"/>
                  </a:lnTo>
                  <a:lnTo>
                    <a:pt x="337130" y="529698"/>
                  </a:lnTo>
                  <a:close/>
                  <a:moveTo>
                    <a:pt x="105013" y="347646"/>
                  </a:moveTo>
                  <a:lnTo>
                    <a:pt x="173995" y="380886"/>
                  </a:lnTo>
                  <a:lnTo>
                    <a:pt x="155517" y="333166"/>
                  </a:lnTo>
                  <a:close/>
                  <a:moveTo>
                    <a:pt x="105013" y="347646"/>
                  </a:moveTo>
                  <a:lnTo>
                    <a:pt x="105200" y="399182"/>
                  </a:lnTo>
                  <a:lnTo>
                    <a:pt x="173995" y="380886"/>
                  </a:lnTo>
                  <a:close/>
                  <a:moveTo>
                    <a:pt x="197904" y="375089"/>
                  </a:moveTo>
                  <a:lnTo>
                    <a:pt x="216825" y="333884"/>
                  </a:lnTo>
                  <a:lnTo>
                    <a:pt x="173995" y="380886"/>
                  </a:lnTo>
                  <a:close/>
                  <a:moveTo>
                    <a:pt x="173995" y="380886"/>
                  </a:moveTo>
                  <a:lnTo>
                    <a:pt x="210724" y="326266"/>
                  </a:lnTo>
                  <a:lnTo>
                    <a:pt x="155517" y="333166"/>
                  </a:lnTo>
                  <a:close/>
                  <a:moveTo>
                    <a:pt x="577579" y="674401"/>
                  </a:moveTo>
                  <a:lnTo>
                    <a:pt x="500010" y="693959"/>
                  </a:lnTo>
                  <a:lnTo>
                    <a:pt x="552354" y="711751"/>
                  </a:lnTo>
                  <a:close/>
                  <a:moveTo>
                    <a:pt x="552354" y="711751"/>
                  </a:moveTo>
                  <a:lnTo>
                    <a:pt x="500010" y="693959"/>
                  </a:lnTo>
                  <a:lnTo>
                    <a:pt x="537807" y="714224"/>
                  </a:lnTo>
                  <a:close/>
                  <a:moveTo>
                    <a:pt x="571055" y="662433"/>
                  </a:moveTo>
                  <a:lnTo>
                    <a:pt x="577579" y="674401"/>
                  </a:lnTo>
                  <a:lnTo>
                    <a:pt x="578336" y="660214"/>
                  </a:lnTo>
                  <a:close/>
                  <a:moveTo>
                    <a:pt x="269042" y="350995"/>
                  </a:moveTo>
                  <a:lnTo>
                    <a:pt x="252119" y="355355"/>
                  </a:lnTo>
                  <a:lnTo>
                    <a:pt x="254985" y="426625"/>
                  </a:lnTo>
                  <a:close/>
                  <a:moveTo>
                    <a:pt x="239114" y="417222"/>
                  </a:moveTo>
                  <a:lnTo>
                    <a:pt x="252119" y="355355"/>
                  </a:lnTo>
                  <a:lnTo>
                    <a:pt x="197904" y="375089"/>
                  </a:lnTo>
                  <a:close/>
                  <a:moveTo>
                    <a:pt x="216825" y="333884"/>
                  </a:moveTo>
                  <a:lnTo>
                    <a:pt x="197904" y="375089"/>
                  </a:lnTo>
                  <a:lnTo>
                    <a:pt x="252119" y="355355"/>
                  </a:lnTo>
                  <a:close/>
                  <a:moveTo>
                    <a:pt x="299342" y="332828"/>
                  </a:moveTo>
                  <a:lnTo>
                    <a:pt x="252119" y="355355"/>
                  </a:lnTo>
                  <a:lnTo>
                    <a:pt x="269042" y="350995"/>
                  </a:lnTo>
                  <a:close/>
                  <a:moveTo>
                    <a:pt x="216825" y="333884"/>
                  </a:moveTo>
                  <a:lnTo>
                    <a:pt x="252119" y="355355"/>
                  </a:lnTo>
                  <a:lnTo>
                    <a:pt x="299342" y="332828"/>
                  </a:lnTo>
                  <a:close/>
                  <a:moveTo>
                    <a:pt x="842111" y="907713"/>
                  </a:moveTo>
                  <a:lnTo>
                    <a:pt x="862814" y="907240"/>
                  </a:lnTo>
                  <a:lnTo>
                    <a:pt x="890063" y="893803"/>
                  </a:lnTo>
                  <a:close/>
                  <a:moveTo>
                    <a:pt x="652665" y="763288"/>
                  </a:moveTo>
                  <a:lnTo>
                    <a:pt x="697943" y="790730"/>
                  </a:lnTo>
                  <a:lnTo>
                    <a:pt x="696769" y="739194"/>
                  </a:lnTo>
                  <a:close/>
                  <a:moveTo>
                    <a:pt x="696769" y="739194"/>
                  </a:moveTo>
                  <a:lnTo>
                    <a:pt x="715966" y="707555"/>
                  </a:lnTo>
                  <a:lnTo>
                    <a:pt x="652665" y="763288"/>
                  </a:lnTo>
                  <a:close/>
                  <a:moveTo>
                    <a:pt x="577579" y="674401"/>
                  </a:moveTo>
                  <a:lnTo>
                    <a:pt x="552354" y="711751"/>
                  </a:lnTo>
                  <a:lnTo>
                    <a:pt x="598522" y="702846"/>
                  </a:lnTo>
                  <a:close/>
                  <a:moveTo>
                    <a:pt x="598522" y="702846"/>
                  </a:moveTo>
                  <a:lnTo>
                    <a:pt x="578336" y="660214"/>
                  </a:lnTo>
                  <a:lnTo>
                    <a:pt x="577579" y="674401"/>
                  </a:lnTo>
                  <a:close/>
                  <a:moveTo>
                    <a:pt x="640761" y="643746"/>
                  </a:moveTo>
                  <a:lnTo>
                    <a:pt x="578336" y="660214"/>
                  </a:lnTo>
                  <a:lnTo>
                    <a:pt x="598522" y="702846"/>
                  </a:lnTo>
                  <a:close/>
                  <a:moveTo>
                    <a:pt x="333236" y="324649"/>
                  </a:moveTo>
                  <a:lnTo>
                    <a:pt x="269042" y="350995"/>
                  </a:lnTo>
                  <a:lnTo>
                    <a:pt x="330664" y="326901"/>
                  </a:lnTo>
                  <a:close/>
                  <a:moveTo>
                    <a:pt x="333236" y="324649"/>
                  </a:moveTo>
                  <a:lnTo>
                    <a:pt x="299342" y="332828"/>
                  </a:lnTo>
                  <a:lnTo>
                    <a:pt x="269042" y="350995"/>
                  </a:lnTo>
                  <a:close/>
                  <a:moveTo>
                    <a:pt x="923634" y="879418"/>
                  </a:moveTo>
                  <a:lnTo>
                    <a:pt x="890063" y="893803"/>
                  </a:lnTo>
                  <a:lnTo>
                    <a:pt x="941128" y="890466"/>
                  </a:lnTo>
                  <a:close/>
                  <a:moveTo>
                    <a:pt x="1018151" y="329269"/>
                  </a:moveTo>
                  <a:lnTo>
                    <a:pt x="986895" y="361041"/>
                  </a:lnTo>
                  <a:lnTo>
                    <a:pt x="1017391" y="336947"/>
                  </a:lnTo>
                  <a:close/>
                  <a:moveTo>
                    <a:pt x="990314" y="360088"/>
                  </a:moveTo>
                  <a:lnTo>
                    <a:pt x="1018151" y="329269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3609" y="285411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7391" y="336947"/>
                  </a:lnTo>
                  <a:lnTo>
                    <a:pt x="1040963" y="320071"/>
                  </a:lnTo>
                  <a:close/>
                  <a:moveTo>
                    <a:pt x="1018151" y="329269"/>
                  </a:moveTo>
                  <a:lnTo>
                    <a:pt x="1040963" y="320071"/>
                  </a:lnTo>
                  <a:lnTo>
                    <a:pt x="1013609" y="285411"/>
                  </a:lnTo>
                  <a:close/>
                  <a:moveTo>
                    <a:pt x="1013609" y="285411"/>
                  </a:moveTo>
                  <a:lnTo>
                    <a:pt x="1050152" y="312853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13609" y="285411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49825" y="261317"/>
                  </a:lnTo>
                  <a:lnTo>
                    <a:pt x="1067744" y="209780"/>
                  </a:lnTo>
                  <a:close/>
                  <a:moveTo>
                    <a:pt x="1067744" y="209780"/>
                  </a:moveTo>
                  <a:lnTo>
                    <a:pt x="1104184" y="206453"/>
                  </a:lnTo>
                  <a:lnTo>
                    <a:pt x="1070280" y="208733"/>
                  </a:lnTo>
                  <a:close/>
                  <a:moveTo>
                    <a:pt x="1049825" y="261317"/>
                  </a:moveTo>
                  <a:lnTo>
                    <a:pt x="1089780" y="237223"/>
                  </a:lnTo>
                  <a:lnTo>
                    <a:pt x="1067744" y="209780"/>
                  </a:lnTo>
                  <a:close/>
                  <a:moveTo>
                    <a:pt x="1044334" y="158243"/>
                  </a:moveTo>
                  <a:lnTo>
                    <a:pt x="1070280" y="208733"/>
                  </a:lnTo>
                  <a:lnTo>
                    <a:pt x="1067429" y="148309"/>
                  </a:lnTo>
                  <a:close/>
                  <a:moveTo>
                    <a:pt x="1044334" y="158243"/>
                  </a:moveTo>
                  <a:lnTo>
                    <a:pt x="1067744" y="209780"/>
                  </a:lnTo>
                  <a:lnTo>
                    <a:pt x="1070280" y="208733"/>
                  </a:lnTo>
                  <a:close/>
                  <a:moveTo>
                    <a:pt x="1101615" y="134149"/>
                  </a:moveTo>
                  <a:lnTo>
                    <a:pt x="1067429" y="148309"/>
                  </a:lnTo>
                  <a:lnTo>
                    <a:pt x="1070280" y="208733"/>
                  </a:lnTo>
                  <a:close/>
                  <a:moveTo>
                    <a:pt x="1067581" y="82613"/>
                  </a:moveTo>
                  <a:lnTo>
                    <a:pt x="1067429" y="148309"/>
                  </a:lnTo>
                  <a:lnTo>
                    <a:pt x="1073692" y="92450"/>
                  </a:lnTo>
                  <a:close/>
                  <a:moveTo>
                    <a:pt x="1044334" y="158243"/>
                  </a:moveTo>
                  <a:lnTo>
                    <a:pt x="1067429" y="148309"/>
                  </a:lnTo>
                  <a:lnTo>
                    <a:pt x="1067581" y="82613"/>
                  </a:lnTo>
                  <a:close/>
                  <a:moveTo>
                    <a:pt x="1011681" y="106707"/>
                  </a:moveTo>
                  <a:lnTo>
                    <a:pt x="1044334" y="158243"/>
                  </a:lnTo>
                  <a:lnTo>
                    <a:pt x="1067581" y="82613"/>
                  </a:lnTo>
                  <a:close/>
                  <a:moveTo>
                    <a:pt x="1067429" y="148309"/>
                  </a:moveTo>
                  <a:lnTo>
                    <a:pt x="1101615" y="134149"/>
                  </a:lnTo>
                  <a:lnTo>
                    <a:pt x="1073692" y="92450"/>
                  </a:lnTo>
                  <a:close/>
                  <a:moveTo>
                    <a:pt x="1067581" y="82613"/>
                  </a:moveTo>
                  <a:lnTo>
                    <a:pt x="1067898" y="70785"/>
                  </a:lnTo>
                  <a:lnTo>
                    <a:pt x="1003539" y="55170"/>
                  </a:lnTo>
                  <a:close/>
                  <a:moveTo>
                    <a:pt x="1075384" y="79099"/>
                  </a:moveTo>
                  <a:lnTo>
                    <a:pt x="1073692" y="92450"/>
                  </a:lnTo>
                  <a:lnTo>
                    <a:pt x="1120126" y="58519"/>
                  </a:lnTo>
                  <a:close/>
                  <a:moveTo>
                    <a:pt x="1120126" y="58519"/>
                  </a:moveTo>
                  <a:lnTo>
                    <a:pt x="1073692" y="92450"/>
                  </a:lnTo>
                  <a:lnTo>
                    <a:pt x="1101615" y="134149"/>
                  </a:lnTo>
                  <a:close/>
                  <a:moveTo>
                    <a:pt x="1120126" y="58519"/>
                  </a:moveTo>
                  <a:lnTo>
                    <a:pt x="1101615" y="134149"/>
                  </a:lnTo>
                  <a:lnTo>
                    <a:pt x="1146008" y="110056"/>
                  </a:lnTo>
                  <a:close/>
                  <a:moveTo>
                    <a:pt x="1067581" y="82613"/>
                  </a:moveTo>
                  <a:lnTo>
                    <a:pt x="1073692" y="92450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67581" y="82613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75384" y="79099"/>
                  </a:lnTo>
                  <a:lnTo>
                    <a:pt x="1070241" y="31076"/>
                  </a:lnTo>
                  <a:close/>
                  <a:moveTo>
                    <a:pt x="1070241" y="31076"/>
                  </a:moveTo>
                  <a:lnTo>
                    <a:pt x="1075384" y="79099"/>
                  </a:lnTo>
                  <a:lnTo>
                    <a:pt x="1120126" y="58519"/>
                  </a:lnTo>
                  <a:close/>
                  <a:moveTo>
                    <a:pt x="1070241" y="31076"/>
                  </a:moveTo>
                  <a:lnTo>
                    <a:pt x="1120126" y="58519"/>
                  </a:lnTo>
                  <a:lnTo>
                    <a:pt x="1127687" y="6982"/>
                  </a:lnTo>
                  <a:close/>
                  <a:moveTo>
                    <a:pt x="1132180" y="1551"/>
                  </a:moveTo>
                  <a:lnTo>
                    <a:pt x="1070241" y="31076"/>
                  </a:lnTo>
                  <a:lnTo>
                    <a:pt x="1127687" y="6982"/>
                  </a:lnTo>
                  <a:close/>
                  <a:moveTo>
                    <a:pt x="1120126" y="58519"/>
                  </a:moveTo>
                  <a:lnTo>
                    <a:pt x="1174221" y="99471"/>
                  </a:lnTo>
                  <a:lnTo>
                    <a:pt x="1168754" y="41172"/>
                  </a:lnTo>
                  <a:close/>
                  <a:moveTo>
                    <a:pt x="1120126" y="58519"/>
                  </a:moveTo>
                  <a:lnTo>
                    <a:pt x="1146008" y="110056"/>
                  </a:lnTo>
                  <a:lnTo>
                    <a:pt x="1174221" y="99471"/>
                  </a:lnTo>
                  <a:close/>
                  <a:moveTo>
                    <a:pt x="1127687" y="6982"/>
                  </a:moveTo>
                  <a:lnTo>
                    <a:pt x="1168754" y="41172"/>
                  </a:lnTo>
                  <a:lnTo>
                    <a:pt x="1137650" y="3717"/>
                  </a:lnTo>
                  <a:close/>
                  <a:moveTo>
                    <a:pt x="1127687" y="6982"/>
                  </a:moveTo>
                  <a:lnTo>
                    <a:pt x="1120126" y="58519"/>
                  </a:lnTo>
                  <a:lnTo>
                    <a:pt x="1168754" y="41172"/>
                  </a:lnTo>
                  <a:close/>
                  <a:moveTo>
                    <a:pt x="1190179" y="34425"/>
                  </a:moveTo>
                  <a:lnTo>
                    <a:pt x="1214566" y="0"/>
                  </a:lnTo>
                  <a:lnTo>
                    <a:pt x="1168754" y="41172"/>
                  </a:lnTo>
                  <a:close/>
                  <a:moveTo>
                    <a:pt x="1168754" y="41172"/>
                  </a:moveTo>
                  <a:lnTo>
                    <a:pt x="1214566" y="0"/>
                  </a:lnTo>
                  <a:lnTo>
                    <a:pt x="1186324" y="2128"/>
                  </a:lnTo>
                  <a:close/>
                  <a:moveTo>
                    <a:pt x="1168754" y="41172"/>
                  </a:moveTo>
                  <a:lnTo>
                    <a:pt x="1186324" y="2128"/>
                  </a:lnTo>
                  <a:lnTo>
                    <a:pt x="1137650" y="3717"/>
                  </a:lnTo>
                  <a:close/>
                  <a:moveTo>
                    <a:pt x="1132180" y="1551"/>
                  </a:moveTo>
                  <a:lnTo>
                    <a:pt x="1127687" y="6982"/>
                  </a:lnTo>
                  <a:lnTo>
                    <a:pt x="1137650" y="3717"/>
                  </a:lnTo>
                  <a:close/>
                  <a:moveTo>
                    <a:pt x="1250670" y="86"/>
                  </a:moveTo>
                  <a:lnTo>
                    <a:pt x="1214566" y="0"/>
                  </a:lnTo>
                  <a:lnTo>
                    <a:pt x="1190179" y="3442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16" name="Output_density__4315">
              <a:extLst>
                <a:ext uri="{FF2B5EF4-FFF2-40B4-BE49-F238E27FC236}">
                  <a16:creationId xmlns:a16="http://schemas.microsoft.com/office/drawing/2014/main" id="{62B0BE5A-7128-6F03-C6A8-777E1EA153A0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694820"/>
              <a:ext cx="1488898" cy="771757"/>
            </a:xfrm>
            <a:custGeom>
              <a:avLst/>
              <a:gdLst/>
              <a:ahLst/>
              <a:cxnLst/>
              <a:rect l="0" t="0" r="0" b="0"/>
              <a:pathLst>
                <a:path w="1488898" h="771757">
                  <a:moveTo>
                    <a:pt x="214487" y="771757"/>
                  </a:moveTo>
                  <a:lnTo>
                    <a:pt x="165256" y="762369"/>
                  </a:lnTo>
                  <a:lnTo>
                    <a:pt x="130819" y="740581"/>
                  </a:lnTo>
                  <a:close/>
                  <a:moveTo>
                    <a:pt x="334695" y="736942"/>
                  </a:moveTo>
                  <a:lnTo>
                    <a:pt x="304817" y="713070"/>
                  </a:lnTo>
                  <a:lnTo>
                    <a:pt x="348772" y="748919"/>
                  </a:lnTo>
                  <a:close/>
                  <a:moveTo>
                    <a:pt x="0" y="493857"/>
                  </a:moveTo>
                  <a:lnTo>
                    <a:pt x="48221" y="499472"/>
                  </a:lnTo>
                  <a:lnTo>
                    <a:pt x="79513" y="481567"/>
                  </a:lnTo>
                  <a:close/>
                  <a:moveTo>
                    <a:pt x="316972" y="710458"/>
                  </a:moveTo>
                  <a:lnTo>
                    <a:pt x="323149" y="748919"/>
                  </a:lnTo>
                  <a:lnTo>
                    <a:pt x="334695" y="736942"/>
                  </a:lnTo>
                  <a:close/>
                  <a:moveTo>
                    <a:pt x="496772" y="723770"/>
                  </a:moveTo>
                  <a:lnTo>
                    <a:pt x="518130" y="716339"/>
                  </a:lnTo>
                  <a:lnTo>
                    <a:pt x="524336" y="700731"/>
                  </a:lnTo>
                  <a:close/>
                  <a:moveTo>
                    <a:pt x="510038" y="733593"/>
                  </a:moveTo>
                  <a:lnTo>
                    <a:pt x="518130" y="716339"/>
                  </a:lnTo>
                  <a:lnTo>
                    <a:pt x="496772" y="723770"/>
                  </a:lnTo>
                  <a:close/>
                  <a:moveTo>
                    <a:pt x="108589" y="256710"/>
                  </a:moveTo>
                  <a:lnTo>
                    <a:pt x="95001" y="236902"/>
                  </a:lnTo>
                  <a:lnTo>
                    <a:pt x="105958" y="270867"/>
                  </a:lnTo>
                  <a:close/>
                  <a:moveTo>
                    <a:pt x="520361" y="649194"/>
                  </a:moveTo>
                  <a:lnTo>
                    <a:pt x="535807" y="625100"/>
                  </a:lnTo>
                  <a:lnTo>
                    <a:pt x="524336" y="700731"/>
                  </a:lnTo>
                  <a:close/>
                  <a:moveTo>
                    <a:pt x="507961" y="573563"/>
                  </a:moveTo>
                  <a:lnTo>
                    <a:pt x="535807" y="625100"/>
                  </a:lnTo>
                  <a:lnTo>
                    <a:pt x="470131" y="597657"/>
                  </a:lnTo>
                  <a:close/>
                  <a:moveTo>
                    <a:pt x="498899" y="568506"/>
                  </a:moveTo>
                  <a:lnTo>
                    <a:pt x="535807" y="625100"/>
                  </a:lnTo>
                  <a:lnTo>
                    <a:pt x="507961" y="573563"/>
                  </a:lnTo>
                  <a:close/>
                  <a:moveTo>
                    <a:pt x="498899" y="568506"/>
                  </a:moveTo>
                  <a:lnTo>
                    <a:pt x="536777" y="563763"/>
                  </a:lnTo>
                  <a:lnTo>
                    <a:pt x="512232" y="511773"/>
                  </a:lnTo>
                  <a:close/>
                  <a:moveTo>
                    <a:pt x="420512" y="343323"/>
                  </a:moveTo>
                  <a:lnTo>
                    <a:pt x="420394" y="343376"/>
                  </a:lnTo>
                  <a:lnTo>
                    <a:pt x="461106" y="320621"/>
                  </a:lnTo>
                  <a:close/>
                  <a:moveTo>
                    <a:pt x="673345" y="576912"/>
                  </a:moveTo>
                  <a:lnTo>
                    <a:pt x="674231" y="593429"/>
                  </a:lnTo>
                  <a:lnTo>
                    <a:pt x="683696" y="594959"/>
                  </a:lnTo>
                  <a:close/>
                  <a:moveTo>
                    <a:pt x="574839" y="301375"/>
                  </a:moveTo>
                  <a:lnTo>
                    <a:pt x="613435" y="300383"/>
                  </a:lnTo>
                  <a:lnTo>
                    <a:pt x="590137" y="295136"/>
                  </a:lnTo>
                  <a:close/>
                  <a:moveTo>
                    <a:pt x="596114" y="341141"/>
                  </a:moveTo>
                  <a:lnTo>
                    <a:pt x="613435" y="300383"/>
                  </a:lnTo>
                  <a:lnTo>
                    <a:pt x="574839" y="301375"/>
                  </a:lnTo>
                  <a:close/>
                  <a:moveTo>
                    <a:pt x="989270" y="580261"/>
                  </a:moveTo>
                  <a:lnTo>
                    <a:pt x="1010396" y="519268"/>
                  </a:lnTo>
                  <a:lnTo>
                    <a:pt x="997171" y="504631"/>
                  </a:lnTo>
                  <a:close/>
                  <a:moveTo>
                    <a:pt x="989270" y="580261"/>
                  </a:moveTo>
                  <a:lnTo>
                    <a:pt x="997171" y="504631"/>
                  </a:lnTo>
                  <a:lnTo>
                    <a:pt x="1001525" y="556167"/>
                  </a:lnTo>
                  <a:close/>
                  <a:moveTo>
                    <a:pt x="1010396" y="519268"/>
                  </a:moveTo>
                  <a:lnTo>
                    <a:pt x="1005998" y="460101"/>
                  </a:lnTo>
                  <a:lnTo>
                    <a:pt x="997171" y="504631"/>
                  </a:lnTo>
                  <a:close/>
                  <a:moveTo>
                    <a:pt x="1005998" y="460101"/>
                  </a:moveTo>
                  <a:lnTo>
                    <a:pt x="997160" y="453094"/>
                  </a:lnTo>
                  <a:lnTo>
                    <a:pt x="997171" y="504631"/>
                  </a:lnTo>
                  <a:close/>
                  <a:moveTo>
                    <a:pt x="997160" y="453094"/>
                  </a:moveTo>
                  <a:lnTo>
                    <a:pt x="1041886" y="429000"/>
                  </a:lnTo>
                  <a:lnTo>
                    <a:pt x="997171" y="504631"/>
                  </a:lnTo>
                  <a:close/>
                  <a:moveTo>
                    <a:pt x="1040447" y="369352"/>
                  </a:moveTo>
                  <a:lnTo>
                    <a:pt x="1042727" y="423294"/>
                  </a:lnTo>
                  <a:lnTo>
                    <a:pt x="1038860" y="377464"/>
                  </a:lnTo>
                  <a:close/>
                  <a:moveTo>
                    <a:pt x="1009583" y="164474"/>
                  </a:moveTo>
                  <a:lnTo>
                    <a:pt x="951486" y="215465"/>
                  </a:lnTo>
                  <a:lnTo>
                    <a:pt x="940322" y="215092"/>
                  </a:lnTo>
                  <a:close/>
                  <a:moveTo>
                    <a:pt x="1047573" y="171611"/>
                  </a:moveTo>
                  <a:lnTo>
                    <a:pt x="1009583" y="164474"/>
                  </a:lnTo>
                  <a:lnTo>
                    <a:pt x="1093543" y="168811"/>
                  </a:lnTo>
                  <a:close/>
                  <a:moveTo>
                    <a:pt x="1228220" y="188088"/>
                  </a:moveTo>
                  <a:lnTo>
                    <a:pt x="1279726" y="201265"/>
                  </a:lnTo>
                  <a:lnTo>
                    <a:pt x="1306161" y="169923"/>
                  </a:lnTo>
                  <a:close/>
                  <a:moveTo>
                    <a:pt x="1385446" y="153921"/>
                  </a:moveTo>
                  <a:lnTo>
                    <a:pt x="1383928" y="154533"/>
                  </a:lnTo>
                  <a:lnTo>
                    <a:pt x="1427781" y="140383"/>
                  </a:lnTo>
                  <a:close/>
                  <a:moveTo>
                    <a:pt x="1306161" y="169923"/>
                  </a:moveTo>
                  <a:lnTo>
                    <a:pt x="1353761" y="173213"/>
                  </a:lnTo>
                  <a:lnTo>
                    <a:pt x="1318624" y="169642"/>
                  </a:lnTo>
                  <a:close/>
                  <a:moveTo>
                    <a:pt x="1385446" y="153921"/>
                  </a:moveTo>
                  <a:lnTo>
                    <a:pt x="1445792" y="79478"/>
                  </a:lnTo>
                  <a:lnTo>
                    <a:pt x="1445818" y="78290"/>
                  </a:lnTo>
                  <a:close/>
                  <a:moveTo>
                    <a:pt x="1445818" y="78290"/>
                  </a:moveTo>
                  <a:lnTo>
                    <a:pt x="1440163" y="51779"/>
                  </a:lnTo>
                  <a:lnTo>
                    <a:pt x="1464588" y="8202"/>
                  </a:lnTo>
                  <a:close/>
                  <a:moveTo>
                    <a:pt x="1440163" y="51779"/>
                  </a:moveTo>
                  <a:lnTo>
                    <a:pt x="1457431" y="78290"/>
                  </a:lnTo>
                  <a:lnTo>
                    <a:pt x="1464588" y="8202"/>
                  </a:lnTo>
                  <a:close/>
                  <a:moveTo>
                    <a:pt x="1466377" y="0"/>
                  </a:moveTo>
                  <a:lnTo>
                    <a:pt x="1464588" y="8202"/>
                  </a:lnTo>
                  <a:lnTo>
                    <a:pt x="1488898" y="266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7" name="Output_density__4316">
              <a:extLst>
                <a:ext uri="{FF2B5EF4-FFF2-40B4-BE49-F238E27FC236}">
                  <a16:creationId xmlns:a16="http://schemas.microsoft.com/office/drawing/2014/main" id="{94F5B8B2-A5B0-54C7-C016-95C3A99C6B01}"/>
                </a:ext>
              </a:extLst>
            </p:cNvPr>
            <p:cNvSpPr>
              <a:spLocks noGrp="1"/>
            </p:cNvSpPr>
            <p:nvPr/>
          </p:nvSpPr>
          <p:spPr>
            <a:xfrm>
              <a:off x="14943112" y="2773110"/>
              <a:ext cx="1397596" cy="692733"/>
            </a:xfrm>
            <a:custGeom>
              <a:avLst/>
              <a:gdLst/>
              <a:ahLst/>
              <a:cxnLst/>
              <a:rect l="0" t="0" r="0" b="0"/>
              <a:pathLst>
                <a:path w="1397596" h="692733">
                  <a:moveTo>
                    <a:pt x="274927" y="670629"/>
                  </a:moveTo>
                  <a:lnTo>
                    <a:pt x="210076" y="682592"/>
                  </a:lnTo>
                  <a:lnTo>
                    <a:pt x="286473" y="658652"/>
                  </a:lnTo>
                  <a:close/>
                  <a:moveTo>
                    <a:pt x="0" y="421182"/>
                  </a:moveTo>
                  <a:lnTo>
                    <a:pt x="39707" y="394963"/>
                  </a:lnTo>
                  <a:lnTo>
                    <a:pt x="74062" y="388511"/>
                  </a:lnTo>
                  <a:close/>
                  <a:moveTo>
                    <a:pt x="31291" y="403277"/>
                  </a:moveTo>
                  <a:lnTo>
                    <a:pt x="0" y="421182"/>
                  </a:lnTo>
                  <a:lnTo>
                    <a:pt x="74062" y="388511"/>
                  </a:lnTo>
                  <a:close/>
                  <a:moveTo>
                    <a:pt x="247072" y="686016"/>
                  </a:moveTo>
                  <a:lnTo>
                    <a:pt x="169048" y="692733"/>
                  </a:lnTo>
                  <a:lnTo>
                    <a:pt x="219449" y="689740"/>
                  </a:lnTo>
                  <a:close/>
                  <a:moveTo>
                    <a:pt x="274927" y="670629"/>
                  </a:moveTo>
                  <a:lnTo>
                    <a:pt x="247072" y="686016"/>
                  </a:lnTo>
                  <a:lnTo>
                    <a:pt x="219449" y="689740"/>
                  </a:lnTo>
                  <a:close/>
                  <a:moveTo>
                    <a:pt x="57737" y="192577"/>
                  </a:moveTo>
                  <a:lnTo>
                    <a:pt x="34735" y="224020"/>
                  </a:lnTo>
                  <a:lnTo>
                    <a:pt x="15245" y="208383"/>
                  </a:lnTo>
                  <a:close/>
                  <a:moveTo>
                    <a:pt x="459740" y="495273"/>
                  </a:moveTo>
                  <a:lnTo>
                    <a:pt x="421909" y="519367"/>
                  </a:lnTo>
                  <a:lnTo>
                    <a:pt x="488555" y="485473"/>
                  </a:lnTo>
                  <a:close/>
                  <a:moveTo>
                    <a:pt x="459740" y="495273"/>
                  </a:moveTo>
                  <a:lnTo>
                    <a:pt x="488555" y="485473"/>
                  </a:lnTo>
                  <a:lnTo>
                    <a:pt x="450678" y="490216"/>
                  </a:lnTo>
                  <a:close/>
                  <a:moveTo>
                    <a:pt x="763586" y="677326"/>
                  </a:moveTo>
                  <a:lnTo>
                    <a:pt x="806892" y="653232"/>
                  </a:lnTo>
                  <a:lnTo>
                    <a:pt x="797072" y="670458"/>
                  </a:lnTo>
                  <a:close/>
                  <a:moveTo>
                    <a:pt x="806892" y="653232"/>
                  </a:moveTo>
                  <a:lnTo>
                    <a:pt x="763586" y="677326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06892" y="653232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31408" y="624159"/>
                  </a:lnTo>
                  <a:lnTo>
                    <a:pt x="906353" y="594789"/>
                  </a:lnTo>
                  <a:close/>
                  <a:moveTo>
                    <a:pt x="541916" y="216846"/>
                  </a:moveTo>
                  <a:lnTo>
                    <a:pt x="565214" y="222093"/>
                  </a:lnTo>
                  <a:lnTo>
                    <a:pt x="570754" y="213425"/>
                  </a:lnTo>
                  <a:close/>
                  <a:moveTo>
                    <a:pt x="858208" y="589460"/>
                  </a:moveTo>
                  <a:lnTo>
                    <a:pt x="906353" y="594789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33651" y="561952"/>
                  </a:lnTo>
                  <a:lnTo>
                    <a:pt x="906353" y="594789"/>
                  </a:lnTo>
                  <a:close/>
                  <a:moveTo>
                    <a:pt x="925189" y="577601"/>
                  </a:moveTo>
                  <a:lnTo>
                    <a:pt x="940479" y="553508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41049" y="501971"/>
                  </a:lnTo>
                  <a:lnTo>
                    <a:pt x="940479" y="553508"/>
                  </a:lnTo>
                  <a:close/>
                  <a:moveTo>
                    <a:pt x="577346" y="212230"/>
                  </a:moveTo>
                  <a:lnTo>
                    <a:pt x="541916" y="216846"/>
                  </a:lnTo>
                  <a:lnTo>
                    <a:pt x="570754" y="213425"/>
                  </a:lnTo>
                  <a:close/>
                  <a:moveTo>
                    <a:pt x="941049" y="501971"/>
                  </a:moveTo>
                  <a:lnTo>
                    <a:pt x="953304" y="477877"/>
                  </a:lnTo>
                  <a:lnTo>
                    <a:pt x="940479" y="553508"/>
                  </a:lnTo>
                  <a:close/>
                  <a:moveTo>
                    <a:pt x="957344" y="475860"/>
                  </a:moveTo>
                  <a:lnTo>
                    <a:pt x="962175" y="440978"/>
                  </a:lnTo>
                  <a:lnTo>
                    <a:pt x="941049" y="501971"/>
                  </a:lnTo>
                  <a:close/>
                  <a:moveTo>
                    <a:pt x="948939" y="374804"/>
                  </a:moveTo>
                  <a:lnTo>
                    <a:pt x="957777" y="381811"/>
                  </a:lnTo>
                  <a:lnTo>
                    <a:pt x="964605" y="368107"/>
                  </a:lnTo>
                  <a:close/>
                  <a:moveTo>
                    <a:pt x="948939" y="374804"/>
                  </a:moveTo>
                  <a:lnTo>
                    <a:pt x="964605" y="368107"/>
                  </a:lnTo>
                  <a:lnTo>
                    <a:pt x="994506" y="345004"/>
                  </a:lnTo>
                  <a:close/>
                  <a:moveTo>
                    <a:pt x="994506" y="345004"/>
                  </a:moveTo>
                  <a:lnTo>
                    <a:pt x="1001566" y="321450"/>
                  </a:lnTo>
                  <a:lnTo>
                    <a:pt x="990639" y="299174"/>
                  </a:lnTo>
                  <a:close/>
                  <a:moveTo>
                    <a:pt x="1179998" y="109798"/>
                  </a:moveTo>
                  <a:lnTo>
                    <a:pt x="1257940" y="91633"/>
                  </a:lnTo>
                  <a:lnTo>
                    <a:pt x="1212291" y="95638"/>
                  </a:lnTo>
                  <a:close/>
                  <a:moveTo>
                    <a:pt x="1212291" y="95638"/>
                  </a:moveTo>
                  <a:lnTo>
                    <a:pt x="1257940" y="91633"/>
                  </a:lnTo>
                  <a:lnTo>
                    <a:pt x="1216055" y="97553"/>
                  </a:lnTo>
                  <a:close/>
                  <a:moveTo>
                    <a:pt x="1257940" y="91633"/>
                  </a:moveTo>
                  <a:lnTo>
                    <a:pt x="1270403" y="91352"/>
                  </a:lnTo>
                  <a:lnTo>
                    <a:pt x="1216055" y="97553"/>
                  </a:lnTo>
                  <a:close/>
                  <a:moveTo>
                    <a:pt x="1305539" y="94923"/>
                  </a:moveTo>
                  <a:lnTo>
                    <a:pt x="1335707" y="76243"/>
                  </a:lnTo>
                  <a:lnTo>
                    <a:pt x="1270403" y="91352"/>
                  </a:lnTo>
                  <a:close/>
                  <a:moveTo>
                    <a:pt x="1337224" y="75631"/>
                  </a:moveTo>
                  <a:lnTo>
                    <a:pt x="1397596" y="0"/>
                  </a:lnTo>
                  <a:lnTo>
                    <a:pt x="1379065" y="515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18" name="Output_density__4317">
              <a:extLst>
                <a:ext uri="{FF2B5EF4-FFF2-40B4-BE49-F238E27FC236}">
                  <a16:creationId xmlns:a16="http://schemas.microsoft.com/office/drawing/2014/main" id="{B60FBBF6-1D15-A9A3-885F-9D1AD6EA1653}"/>
                </a:ext>
              </a:extLst>
            </p:cNvPr>
            <p:cNvSpPr>
              <a:spLocks noGrp="1"/>
            </p:cNvSpPr>
            <p:nvPr/>
          </p:nvSpPr>
          <p:spPr>
            <a:xfrm>
              <a:off x="14816776" y="2397371"/>
              <a:ext cx="1548463" cy="1059817"/>
            </a:xfrm>
            <a:custGeom>
              <a:avLst/>
              <a:gdLst/>
              <a:ahLst/>
              <a:cxnLst/>
              <a:rect l="0" t="0" r="0" b="0"/>
              <a:pathLst>
                <a:path w="1548463" h="1059817">
                  <a:moveTo>
                    <a:pt x="153351" y="982492"/>
                  </a:moveTo>
                  <a:lnTo>
                    <a:pt x="188465" y="1018925"/>
                  </a:lnTo>
                  <a:lnTo>
                    <a:pt x="184301" y="1013644"/>
                  </a:lnTo>
                  <a:close/>
                  <a:moveTo>
                    <a:pt x="126929" y="915851"/>
                  </a:moveTo>
                  <a:lnTo>
                    <a:pt x="119489" y="939946"/>
                  </a:lnTo>
                  <a:lnTo>
                    <a:pt x="150394" y="967388"/>
                  </a:lnTo>
                  <a:close/>
                  <a:moveTo>
                    <a:pt x="150394" y="967388"/>
                  </a:moveTo>
                  <a:lnTo>
                    <a:pt x="153351" y="982492"/>
                  </a:lnTo>
                  <a:lnTo>
                    <a:pt x="184301" y="1013644"/>
                  </a:lnTo>
                  <a:close/>
                  <a:moveTo>
                    <a:pt x="244577" y="994831"/>
                  </a:moveTo>
                  <a:lnTo>
                    <a:pt x="243371" y="1059817"/>
                  </a:lnTo>
                  <a:lnTo>
                    <a:pt x="271061" y="1028448"/>
                  </a:lnTo>
                  <a:close/>
                  <a:moveTo>
                    <a:pt x="244577" y="994831"/>
                  </a:moveTo>
                  <a:lnTo>
                    <a:pt x="188465" y="1018925"/>
                  </a:lnTo>
                  <a:lnTo>
                    <a:pt x="243371" y="1059817"/>
                  </a:lnTo>
                  <a:close/>
                  <a:moveTo>
                    <a:pt x="213547" y="943294"/>
                  </a:moveTo>
                  <a:lnTo>
                    <a:pt x="184301" y="1013644"/>
                  </a:lnTo>
                  <a:lnTo>
                    <a:pt x="188465" y="1018925"/>
                  </a:lnTo>
                  <a:close/>
                  <a:moveTo>
                    <a:pt x="150394" y="967388"/>
                  </a:moveTo>
                  <a:lnTo>
                    <a:pt x="184301" y="1013644"/>
                  </a:lnTo>
                  <a:lnTo>
                    <a:pt x="195391" y="948314"/>
                  </a:lnTo>
                  <a:close/>
                  <a:moveTo>
                    <a:pt x="179312" y="860091"/>
                  </a:moveTo>
                  <a:lnTo>
                    <a:pt x="126929" y="915851"/>
                  </a:lnTo>
                  <a:lnTo>
                    <a:pt x="147644" y="891758"/>
                  </a:lnTo>
                  <a:close/>
                  <a:moveTo>
                    <a:pt x="231053" y="878866"/>
                  </a:moveTo>
                  <a:lnTo>
                    <a:pt x="147136" y="874688"/>
                  </a:lnTo>
                  <a:lnTo>
                    <a:pt x="179312" y="860091"/>
                  </a:lnTo>
                  <a:close/>
                  <a:moveTo>
                    <a:pt x="0" y="709705"/>
                  </a:moveTo>
                  <a:lnTo>
                    <a:pt x="20930" y="752181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0" y="709705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7161" y="634075"/>
                  </a:lnTo>
                  <a:lnTo>
                    <a:pt x="0" y="709705"/>
                  </a:lnTo>
                  <a:close/>
                  <a:moveTo>
                    <a:pt x="506920" y="998180"/>
                  </a:moveTo>
                  <a:lnTo>
                    <a:pt x="468773" y="1022273"/>
                  </a:lnTo>
                  <a:lnTo>
                    <a:pt x="499191" y="1047780"/>
                  </a:lnTo>
                  <a:close/>
                  <a:moveTo>
                    <a:pt x="532300" y="922549"/>
                  </a:moveTo>
                  <a:lnTo>
                    <a:pt x="506920" y="998180"/>
                  </a:lnTo>
                  <a:lnTo>
                    <a:pt x="538345" y="924370"/>
                  </a:lnTo>
                  <a:close/>
                  <a:moveTo>
                    <a:pt x="538345" y="924370"/>
                  </a:moveTo>
                  <a:lnTo>
                    <a:pt x="506920" y="998180"/>
                  </a:lnTo>
                  <a:lnTo>
                    <a:pt x="531799" y="990217"/>
                  </a:lnTo>
                  <a:close/>
                  <a:moveTo>
                    <a:pt x="532300" y="922549"/>
                  </a:moveTo>
                  <a:lnTo>
                    <a:pt x="538345" y="924370"/>
                  </a:lnTo>
                  <a:lnTo>
                    <a:pt x="538729" y="921841"/>
                  </a:lnTo>
                  <a:close/>
                  <a:moveTo>
                    <a:pt x="592740" y="915913"/>
                  </a:moveTo>
                  <a:lnTo>
                    <a:pt x="538345" y="924370"/>
                  </a:lnTo>
                  <a:lnTo>
                    <a:pt x="589471" y="940845"/>
                  </a:lnTo>
                  <a:close/>
                  <a:moveTo>
                    <a:pt x="592740" y="915913"/>
                  </a:moveTo>
                  <a:lnTo>
                    <a:pt x="538729" y="921841"/>
                  </a:lnTo>
                  <a:lnTo>
                    <a:pt x="538345" y="924370"/>
                  </a:lnTo>
                  <a:close/>
                  <a:moveTo>
                    <a:pt x="569819" y="746318"/>
                  </a:moveTo>
                  <a:lnTo>
                    <a:pt x="518765" y="749843"/>
                  </a:lnTo>
                  <a:lnTo>
                    <a:pt x="577820" y="762385"/>
                  </a:lnTo>
                  <a:close/>
                  <a:moveTo>
                    <a:pt x="366496" y="546698"/>
                  </a:moveTo>
                  <a:lnTo>
                    <a:pt x="345029" y="613330"/>
                  </a:lnTo>
                  <a:lnTo>
                    <a:pt x="328037" y="602726"/>
                  </a:lnTo>
                  <a:close/>
                  <a:moveTo>
                    <a:pt x="553776" y="784122"/>
                  </a:moveTo>
                  <a:lnTo>
                    <a:pt x="593359" y="789923"/>
                  </a:lnTo>
                  <a:lnTo>
                    <a:pt x="577820" y="762385"/>
                  </a:lnTo>
                  <a:close/>
                  <a:moveTo>
                    <a:pt x="933719" y="954100"/>
                  </a:moveTo>
                  <a:lnTo>
                    <a:pt x="984544" y="965199"/>
                  </a:lnTo>
                  <a:lnTo>
                    <a:pt x="941750" y="953340"/>
                  </a:lnTo>
                  <a:close/>
                  <a:moveTo>
                    <a:pt x="933719" y="954100"/>
                  </a:moveTo>
                  <a:lnTo>
                    <a:pt x="922442" y="953340"/>
                  </a:lnTo>
                  <a:lnTo>
                    <a:pt x="922491" y="1004877"/>
                  </a:lnTo>
                  <a:close/>
                  <a:moveTo>
                    <a:pt x="478017" y="468794"/>
                  </a:moveTo>
                  <a:lnTo>
                    <a:pt x="442143" y="437975"/>
                  </a:lnTo>
                  <a:lnTo>
                    <a:pt x="454742" y="512939"/>
                  </a:lnTo>
                  <a:close/>
                  <a:moveTo>
                    <a:pt x="454742" y="512939"/>
                  </a:moveTo>
                  <a:lnTo>
                    <a:pt x="442143" y="437975"/>
                  </a:lnTo>
                  <a:lnTo>
                    <a:pt x="403754" y="453666"/>
                  </a:lnTo>
                  <a:close/>
                  <a:moveTo>
                    <a:pt x="478017" y="468794"/>
                  </a:moveTo>
                  <a:lnTo>
                    <a:pt x="478763" y="513605"/>
                  </a:lnTo>
                  <a:lnTo>
                    <a:pt x="500499" y="513072"/>
                  </a:lnTo>
                  <a:close/>
                  <a:moveTo>
                    <a:pt x="478017" y="468794"/>
                  </a:moveTo>
                  <a:lnTo>
                    <a:pt x="500499" y="513072"/>
                  </a:lnTo>
                  <a:lnTo>
                    <a:pt x="528543" y="483024"/>
                  </a:lnTo>
                  <a:close/>
                  <a:moveTo>
                    <a:pt x="501288" y="513605"/>
                  </a:moveTo>
                  <a:lnTo>
                    <a:pt x="560138" y="561376"/>
                  </a:lnTo>
                  <a:lnTo>
                    <a:pt x="578327" y="541048"/>
                  </a:lnTo>
                  <a:close/>
                  <a:moveTo>
                    <a:pt x="546990" y="489511"/>
                  </a:moveTo>
                  <a:lnTo>
                    <a:pt x="501288" y="513605"/>
                  </a:lnTo>
                  <a:lnTo>
                    <a:pt x="578327" y="541048"/>
                  </a:lnTo>
                  <a:close/>
                  <a:moveTo>
                    <a:pt x="972973" y="897426"/>
                  </a:moveTo>
                  <a:lnTo>
                    <a:pt x="941750" y="953340"/>
                  </a:lnTo>
                  <a:lnTo>
                    <a:pt x="952152" y="939114"/>
                  </a:lnTo>
                  <a:close/>
                  <a:moveTo>
                    <a:pt x="578327" y="541048"/>
                  </a:moveTo>
                  <a:lnTo>
                    <a:pt x="599870" y="575027"/>
                  </a:lnTo>
                  <a:lnTo>
                    <a:pt x="619198" y="568490"/>
                  </a:lnTo>
                  <a:close/>
                  <a:moveTo>
                    <a:pt x="528543" y="483024"/>
                  </a:moveTo>
                  <a:lnTo>
                    <a:pt x="546990" y="489511"/>
                  </a:lnTo>
                  <a:lnTo>
                    <a:pt x="546235" y="414271"/>
                  </a:lnTo>
                  <a:close/>
                  <a:moveTo>
                    <a:pt x="546235" y="414271"/>
                  </a:moveTo>
                  <a:lnTo>
                    <a:pt x="546990" y="489511"/>
                  </a:lnTo>
                  <a:lnTo>
                    <a:pt x="585954" y="419487"/>
                  </a:lnTo>
                  <a:close/>
                  <a:moveTo>
                    <a:pt x="585954" y="419487"/>
                  </a:moveTo>
                  <a:lnTo>
                    <a:pt x="546990" y="489511"/>
                  </a:lnTo>
                  <a:lnTo>
                    <a:pt x="600541" y="470370"/>
                  </a:lnTo>
                  <a:close/>
                  <a:moveTo>
                    <a:pt x="585954" y="419487"/>
                  </a:moveTo>
                  <a:lnTo>
                    <a:pt x="546708" y="413881"/>
                  </a:lnTo>
                  <a:lnTo>
                    <a:pt x="546235" y="414271"/>
                  </a:lnTo>
                  <a:close/>
                  <a:moveTo>
                    <a:pt x="600541" y="470370"/>
                  </a:moveTo>
                  <a:lnTo>
                    <a:pt x="646696" y="440525"/>
                  </a:lnTo>
                  <a:lnTo>
                    <a:pt x="613706" y="434907"/>
                  </a:lnTo>
                  <a:close/>
                  <a:moveTo>
                    <a:pt x="600541" y="470370"/>
                  </a:moveTo>
                  <a:lnTo>
                    <a:pt x="613706" y="434907"/>
                  </a:lnTo>
                  <a:lnTo>
                    <a:pt x="585954" y="419487"/>
                  </a:lnTo>
                  <a:close/>
                  <a:moveTo>
                    <a:pt x="528543" y="483024"/>
                  </a:moveTo>
                  <a:lnTo>
                    <a:pt x="546235" y="414271"/>
                  </a:lnTo>
                  <a:lnTo>
                    <a:pt x="478017" y="468794"/>
                  </a:lnTo>
                  <a:close/>
                  <a:moveTo>
                    <a:pt x="523110" y="369853"/>
                  </a:moveTo>
                  <a:lnTo>
                    <a:pt x="546708" y="413881"/>
                  </a:lnTo>
                  <a:lnTo>
                    <a:pt x="585954" y="419487"/>
                  </a:lnTo>
                  <a:close/>
                  <a:moveTo>
                    <a:pt x="523110" y="369853"/>
                  </a:moveTo>
                  <a:lnTo>
                    <a:pt x="585954" y="419487"/>
                  </a:lnTo>
                  <a:lnTo>
                    <a:pt x="559025" y="378637"/>
                  </a:lnTo>
                  <a:close/>
                  <a:moveTo>
                    <a:pt x="1067107" y="796136"/>
                  </a:moveTo>
                  <a:lnTo>
                    <a:pt x="1047001" y="726449"/>
                  </a:lnTo>
                  <a:lnTo>
                    <a:pt x="1025528" y="729214"/>
                  </a:lnTo>
                  <a:close/>
                  <a:moveTo>
                    <a:pt x="1090311" y="651786"/>
                  </a:moveTo>
                  <a:lnTo>
                    <a:pt x="1092009" y="652718"/>
                  </a:lnTo>
                  <a:lnTo>
                    <a:pt x="1147660" y="702355"/>
                  </a:lnTo>
                  <a:close/>
                  <a:moveTo>
                    <a:pt x="973629" y="670682"/>
                  </a:moveTo>
                  <a:lnTo>
                    <a:pt x="1019915" y="671034"/>
                  </a:lnTo>
                  <a:lnTo>
                    <a:pt x="1022077" y="606534"/>
                  </a:lnTo>
                  <a:close/>
                  <a:moveTo>
                    <a:pt x="1019915" y="671034"/>
                  </a:moveTo>
                  <a:lnTo>
                    <a:pt x="1073525" y="602690"/>
                  </a:lnTo>
                  <a:lnTo>
                    <a:pt x="1022077" y="606534"/>
                  </a:lnTo>
                  <a:close/>
                  <a:moveTo>
                    <a:pt x="1511841" y="224478"/>
                  </a:moveTo>
                  <a:lnTo>
                    <a:pt x="1510782" y="226082"/>
                  </a:lnTo>
                  <a:lnTo>
                    <a:pt x="1548463" y="231478"/>
                  </a:lnTo>
                  <a:close/>
                  <a:moveTo>
                    <a:pt x="1508449" y="217360"/>
                  </a:moveTo>
                  <a:lnTo>
                    <a:pt x="1511841" y="224478"/>
                  </a:lnTo>
                  <a:lnTo>
                    <a:pt x="1494274" y="174807"/>
                  </a:lnTo>
                  <a:close/>
                  <a:moveTo>
                    <a:pt x="1494274" y="174807"/>
                  </a:moveTo>
                  <a:lnTo>
                    <a:pt x="1511841" y="224478"/>
                  </a:lnTo>
                  <a:lnTo>
                    <a:pt x="1548463" y="231478"/>
                  </a:lnTo>
                  <a:close/>
                  <a:moveTo>
                    <a:pt x="1494274" y="174807"/>
                  </a:moveTo>
                  <a:lnTo>
                    <a:pt x="1548463" y="231478"/>
                  </a:lnTo>
                  <a:lnTo>
                    <a:pt x="1536046" y="178829"/>
                  </a:lnTo>
                  <a:close/>
                  <a:moveTo>
                    <a:pt x="1483061" y="172942"/>
                  </a:moveTo>
                  <a:lnTo>
                    <a:pt x="1494274" y="174807"/>
                  </a:lnTo>
                  <a:lnTo>
                    <a:pt x="1493579" y="161764"/>
                  </a:lnTo>
                  <a:close/>
                  <a:moveTo>
                    <a:pt x="1508449" y="217360"/>
                  </a:moveTo>
                  <a:lnTo>
                    <a:pt x="1494274" y="174807"/>
                  </a:lnTo>
                  <a:lnTo>
                    <a:pt x="1483061" y="172942"/>
                  </a:lnTo>
                  <a:close/>
                  <a:moveTo>
                    <a:pt x="1450336" y="109803"/>
                  </a:moveTo>
                  <a:lnTo>
                    <a:pt x="1490128" y="52692"/>
                  </a:lnTo>
                  <a:lnTo>
                    <a:pt x="1448216" y="48784"/>
                  </a:lnTo>
                  <a:close/>
                  <a:moveTo>
                    <a:pt x="1448216" y="48784"/>
                  </a:moveTo>
                  <a:lnTo>
                    <a:pt x="1490128" y="52692"/>
                  </a:lnTo>
                  <a:lnTo>
                    <a:pt x="1477765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9" name="Output_density__4318">
              <a:extLst>
                <a:ext uri="{FF2B5EF4-FFF2-40B4-BE49-F238E27FC236}">
                  <a16:creationId xmlns:a16="http://schemas.microsoft.com/office/drawing/2014/main" id="{A54C287D-3E9D-196D-A74F-989EEE423D2D}"/>
                </a:ext>
              </a:extLst>
            </p:cNvPr>
            <p:cNvSpPr>
              <a:spLocks noGrp="1"/>
            </p:cNvSpPr>
            <p:nvPr/>
          </p:nvSpPr>
          <p:spPr>
            <a:xfrm>
              <a:off x="14841664" y="2667920"/>
              <a:ext cx="1519604" cy="809959"/>
            </a:xfrm>
            <a:custGeom>
              <a:avLst/>
              <a:gdLst/>
              <a:ahLst/>
              <a:cxnLst/>
              <a:rect l="0" t="0" r="0" b="0"/>
              <a:pathLst>
                <a:path w="1519604" h="809959">
                  <a:moveTo>
                    <a:pt x="128463" y="711944"/>
                  </a:moveTo>
                  <a:lnTo>
                    <a:pt x="184046" y="767481"/>
                  </a:lnTo>
                  <a:lnTo>
                    <a:pt x="163577" y="748376"/>
                  </a:lnTo>
                  <a:close/>
                  <a:moveTo>
                    <a:pt x="163577" y="748376"/>
                  </a:moveTo>
                  <a:lnTo>
                    <a:pt x="184046" y="767481"/>
                  </a:lnTo>
                  <a:lnTo>
                    <a:pt x="218483" y="789269"/>
                  </a:lnTo>
                  <a:close/>
                  <a:moveTo>
                    <a:pt x="267713" y="798657"/>
                  </a:moveTo>
                  <a:lnTo>
                    <a:pt x="268324" y="775819"/>
                  </a:lnTo>
                  <a:lnTo>
                    <a:pt x="246173" y="757899"/>
                  </a:lnTo>
                  <a:close/>
                  <a:moveTo>
                    <a:pt x="267713" y="798657"/>
                  </a:moveTo>
                  <a:lnTo>
                    <a:pt x="246173" y="757899"/>
                  </a:lnTo>
                  <a:lnTo>
                    <a:pt x="218483" y="789269"/>
                  </a:lnTo>
                  <a:close/>
                  <a:moveTo>
                    <a:pt x="53227" y="520758"/>
                  </a:moveTo>
                  <a:lnTo>
                    <a:pt x="0" y="489446"/>
                  </a:lnTo>
                  <a:lnTo>
                    <a:pt x="2487" y="490693"/>
                  </a:lnTo>
                  <a:close/>
                  <a:moveTo>
                    <a:pt x="40652" y="513520"/>
                  </a:moveTo>
                  <a:lnTo>
                    <a:pt x="0" y="489446"/>
                  </a:lnTo>
                  <a:lnTo>
                    <a:pt x="53227" y="520758"/>
                  </a:lnTo>
                  <a:close/>
                  <a:moveTo>
                    <a:pt x="268324" y="775819"/>
                  </a:moveTo>
                  <a:lnTo>
                    <a:pt x="270497" y="797923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25141" y="753498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70199" y="737358"/>
                  </a:lnTo>
                  <a:lnTo>
                    <a:pt x="327103" y="750906"/>
                  </a:lnTo>
                  <a:close/>
                  <a:moveTo>
                    <a:pt x="370199" y="737358"/>
                  </a:moveTo>
                  <a:lnTo>
                    <a:pt x="413967" y="726320"/>
                  </a:lnTo>
                  <a:lnTo>
                    <a:pt x="446047" y="711365"/>
                  </a:lnTo>
                  <a:close/>
                  <a:moveTo>
                    <a:pt x="577563" y="727631"/>
                  </a:moveTo>
                  <a:lnTo>
                    <a:pt x="564583" y="670296"/>
                  </a:lnTo>
                  <a:lnTo>
                    <a:pt x="562586" y="712388"/>
                  </a:lnTo>
                  <a:close/>
                  <a:moveTo>
                    <a:pt x="513841" y="651292"/>
                  </a:moveTo>
                  <a:lnTo>
                    <a:pt x="552126" y="595406"/>
                  </a:lnTo>
                  <a:lnTo>
                    <a:pt x="521664" y="582189"/>
                  </a:lnTo>
                  <a:close/>
                  <a:moveTo>
                    <a:pt x="552126" y="595406"/>
                  </a:moveTo>
                  <a:lnTo>
                    <a:pt x="567852" y="645364"/>
                  </a:lnTo>
                  <a:lnTo>
                    <a:pt x="589034" y="652000"/>
                  </a:lnTo>
                  <a:close/>
                  <a:moveTo>
                    <a:pt x="552126" y="595406"/>
                  </a:moveTo>
                  <a:lnTo>
                    <a:pt x="565459" y="538673"/>
                  </a:lnTo>
                  <a:lnTo>
                    <a:pt x="524829" y="561442"/>
                  </a:lnTo>
                  <a:close/>
                  <a:moveTo>
                    <a:pt x="497247" y="473297"/>
                  </a:moveTo>
                  <a:lnTo>
                    <a:pt x="493877" y="479294"/>
                  </a:lnTo>
                  <a:lnTo>
                    <a:pt x="499382" y="466300"/>
                  </a:lnTo>
                  <a:close/>
                  <a:moveTo>
                    <a:pt x="502801" y="479083"/>
                  </a:moveTo>
                  <a:lnTo>
                    <a:pt x="493877" y="479294"/>
                  </a:lnTo>
                  <a:lnTo>
                    <a:pt x="497247" y="473297"/>
                  </a:lnTo>
                  <a:close/>
                  <a:moveTo>
                    <a:pt x="785175" y="770860"/>
                  </a:moveTo>
                  <a:lnTo>
                    <a:pt x="850414" y="809959"/>
                  </a:lnTo>
                  <a:lnTo>
                    <a:pt x="809048" y="790482"/>
                  </a:lnTo>
                  <a:close/>
                  <a:moveTo>
                    <a:pt x="499382" y="466300"/>
                  </a:moveTo>
                  <a:lnTo>
                    <a:pt x="500435" y="411219"/>
                  </a:lnTo>
                  <a:lnTo>
                    <a:pt x="497247" y="473297"/>
                  </a:lnTo>
                  <a:close/>
                  <a:moveTo>
                    <a:pt x="482844" y="294593"/>
                  </a:moveTo>
                  <a:lnTo>
                    <a:pt x="454177" y="337061"/>
                  </a:lnTo>
                  <a:lnTo>
                    <a:pt x="483410" y="299574"/>
                  </a:lnTo>
                  <a:close/>
                  <a:moveTo>
                    <a:pt x="483410" y="299574"/>
                  </a:moveTo>
                  <a:lnTo>
                    <a:pt x="454177" y="337061"/>
                  </a:lnTo>
                  <a:lnTo>
                    <a:pt x="452114" y="349778"/>
                  </a:lnTo>
                  <a:close/>
                  <a:moveTo>
                    <a:pt x="905345" y="749128"/>
                  </a:moveTo>
                  <a:lnTo>
                    <a:pt x="908340" y="758422"/>
                  </a:lnTo>
                  <a:lnTo>
                    <a:pt x="908831" y="683551"/>
                  </a:lnTo>
                  <a:close/>
                  <a:moveTo>
                    <a:pt x="905345" y="749128"/>
                  </a:moveTo>
                  <a:lnTo>
                    <a:pt x="908831" y="683551"/>
                  </a:lnTo>
                  <a:lnTo>
                    <a:pt x="897604" y="734328"/>
                  </a:lnTo>
                  <a:close/>
                  <a:moveTo>
                    <a:pt x="455564" y="284231"/>
                  </a:moveTo>
                  <a:lnTo>
                    <a:pt x="454177" y="337061"/>
                  </a:lnTo>
                  <a:lnTo>
                    <a:pt x="482844" y="294593"/>
                  </a:lnTo>
                  <a:close/>
                  <a:moveTo>
                    <a:pt x="897554" y="682791"/>
                  </a:moveTo>
                  <a:lnTo>
                    <a:pt x="858304" y="665067"/>
                  </a:lnTo>
                  <a:lnTo>
                    <a:pt x="927264" y="668565"/>
                  </a:lnTo>
                  <a:close/>
                  <a:moveTo>
                    <a:pt x="940167" y="661560"/>
                  </a:moveTo>
                  <a:lnTo>
                    <a:pt x="927264" y="668565"/>
                  </a:lnTo>
                  <a:lnTo>
                    <a:pt x="959656" y="694650"/>
                  </a:lnTo>
                  <a:close/>
                  <a:moveTo>
                    <a:pt x="609063" y="322036"/>
                  </a:moveTo>
                  <a:lnTo>
                    <a:pt x="628066" y="328276"/>
                  </a:lnTo>
                  <a:lnTo>
                    <a:pt x="593954" y="310430"/>
                  </a:lnTo>
                  <a:close/>
                  <a:moveTo>
                    <a:pt x="1042219" y="525587"/>
                  </a:moveTo>
                  <a:lnTo>
                    <a:pt x="1054752" y="583067"/>
                  </a:lnTo>
                  <a:lnTo>
                    <a:pt x="1050398" y="531531"/>
                  </a:lnTo>
                  <a:close/>
                  <a:moveTo>
                    <a:pt x="1050398" y="531531"/>
                  </a:moveTo>
                  <a:lnTo>
                    <a:pt x="1055401" y="473247"/>
                  </a:lnTo>
                  <a:lnTo>
                    <a:pt x="1042219" y="525587"/>
                  </a:lnTo>
                  <a:close/>
                  <a:moveTo>
                    <a:pt x="1055401" y="473247"/>
                  </a:moveTo>
                  <a:lnTo>
                    <a:pt x="1022113" y="455900"/>
                  </a:lnTo>
                  <a:lnTo>
                    <a:pt x="1042219" y="525587"/>
                  </a:lnTo>
                  <a:close/>
                  <a:moveTo>
                    <a:pt x="1065423" y="381237"/>
                  </a:moveTo>
                  <a:lnTo>
                    <a:pt x="1095954" y="450194"/>
                  </a:lnTo>
                  <a:lnTo>
                    <a:pt x="1093674" y="396252"/>
                  </a:lnTo>
                  <a:close/>
                  <a:moveTo>
                    <a:pt x="1287198" y="6469"/>
                  </a:moveTo>
                  <a:lnTo>
                    <a:pt x="1257383" y="29897"/>
                  </a:lnTo>
                  <a:lnTo>
                    <a:pt x="1277991" y="2117"/>
                  </a:lnTo>
                  <a:close/>
                  <a:moveTo>
                    <a:pt x="1257383" y="29897"/>
                  </a:moveTo>
                  <a:lnTo>
                    <a:pt x="1253099" y="26211"/>
                  </a:lnTo>
                  <a:lnTo>
                    <a:pt x="1277991" y="2117"/>
                  </a:lnTo>
                  <a:close/>
                  <a:moveTo>
                    <a:pt x="1287198" y="6469"/>
                  </a:moveTo>
                  <a:lnTo>
                    <a:pt x="1305183" y="33937"/>
                  </a:lnTo>
                  <a:lnTo>
                    <a:pt x="1257383" y="29897"/>
                  </a:lnTo>
                  <a:close/>
                  <a:moveTo>
                    <a:pt x="1277991" y="2117"/>
                  </a:moveTo>
                  <a:lnTo>
                    <a:pt x="1253099" y="26211"/>
                  </a:lnTo>
                  <a:lnTo>
                    <a:pt x="1285468" y="0"/>
                  </a:lnTo>
                  <a:close/>
                  <a:moveTo>
                    <a:pt x="1475654" y="150134"/>
                  </a:moveTo>
                  <a:lnTo>
                    <a:pt x="1484292" y="84443"/>
                  </a:lnTo>
                  <a:lnTo>
                    <a:pt x="1447540" y="121710"/>
                  </a:lnTo>
                  <a:close/>
                  <a:moveTo>
                    <a:pt x="1484971" y="79817"/>
                  </a:moveTo>
                  <a:lnTo>
                    <a:pt x="1484292" y="84443"/>
                  </a:lnTo>
                  <a:lnTo>
                    <a:pt x="1486633" y="81096"/>
                  </a:lnTo>
                  <a:close/>
                  <a:moveTo>
                    <a:pt x="1484971" y="79817"/>
                  </a:moveTo>
                  <a:lnTo>
                    <a:pt x="1486633" y="81096"/>
                  </a:lnTo>
                  <a:lnTo>
                    <a:pt x="1519604" y="26900"/>
                  </a:lnTo>
                  <a:close/>
                  <a:moveTo>
                    <a:pt x="1491918" y="11426"/>
                  </a:moveTo>
                  <a:lnTo>
                    <a:pt x="1484971" y="79817"/>
                  </a:lnTo>
                  <a:lnTo>
                    <a:pt x="1519604" y="2690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0" name="Output_density__4319">
              <a:extLst>
                <a:ext uri="{FF2B5EF4-FFF2-40B4-BE49-F238E27FC236}">
                  <a16:creationId xmlns:a16="http://schemas.microsoft.com/office/drawing/2014/main" id="{C6BD0866-121A-260C-3783-B9879AB36E37}"/>
                </a:ext>
              </a:extLst>
            </p:cNvPr>
            <p:cNvSpPr>
              <a:spLocks noGrp="1"/>
            </p:cNvSpPr>
            <p:nvPr/>
          </p:nvSpPr>
          <p:spPr>
            <a:xfrm>
              <a:off x="14837706" y="2450063"/>
              <a:ext cx="1527532" cy="995088"/>
            </a:xfrm>
            <a:custGeom>
              <a:avLst/>
              <a:gdLst/>
              <a:ahLst/>
              <a:cxnLst/>
              <a:rect l="0" t="0" r="0" b="0"/>
              <a:pathLst>
                <a:path w="1527532" h="995088">
                  <a:moveTo>
                    <a:pt x="129464" y="914696"/>
                  </a:moveTo>
                  <a:lnTo>
                    <a:pt x="112250" y="904721"/>
                  </a:lnTo>
                  <a:lnTo>
                    <a:pt x="132421" y="929800"/>
                  </a:lnTo>
                  <a:close/>
                  <a:moveTo>
                    <a:pt x="0" y="699489"/>
                  </a:moveTo>
                  <a:lnTo>
                    <a:pt x="6444" y="708550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0" y="699489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3957" y="707303"/>
                  </a:lnTo>
                  <a:lnTo>
                    <a:pt x="44610" y="731376"/>
                  </a:lnTo>
                  <a:close/>
                  <a:moveTo>
                    <a:pt x="485990" y="945488"/>
                  </a:moveTo>
                  <a:lnTo>
                    <a:pt x="478260" y="995088"/>
                  </a:lnTo>
                  <a:lnTo>
                    <a:pt x="504364" y="957783"/>
                  </a:lnTo>
                  <a:close/>
                  <a:moveTo>
                    <a:pt x="447843" y="969581"/>
                  </a:moveTo>
                  <a:lnTo>
                    <a:pt x="485990" y="945488"/>
                  </a:lnTo>
                  <a:lnTo>
                    <a:pt x="417924" y="944177"/>
                  </a:lnTo>
                  <a:close/>
                  <a:moveTo>
                    <a:pt x="485990" y="945488"/>
                  </a:moveTo>
                  <a:lnTo>
                    <a:pt x="450005" y="929222"/>
                  </a:lnTo>
                  <a:lnTo>
                    <a:pt x="417924" y="944177"/>
                  </a:lnTo>
                  <a:close/>
                  <a:moveTo>
                    <a:pt x="504364" y="957783"/>
                  </a:moveTo>
                  <a:lnTo>
                    <a:pt x="478260" y="995088"/>
                  </a:lnTo>
                  <a:lnTo>
                    <a:pt x="553957" y="968527"/>
                  </a:lnTo>
                  <a:close/>
                  <a:moveTo>
                    <a:pt x="173847" y="645150"/>
                  </a:moveTo>
                  <a:lnTo>
                    <a:pt x="143643" y="606962"/>
                  </a:lnTo>
                  <a:lnTo>
                    <a:pt x="142200" y="636268"/>
                  </a:lnTo>
                  <a:close/>
                  <a:moveTo>
                    <a:pt x="485990" y="945488"/>
                  </a:moveTo>
                  <a:lnTo>
                    <a:pt x="504364" y="957783"/>
                  </a:lnTo>
                  <a:lnTo>
                    <a:pt x="510869" y="937525"/>
                  </a:lnTo>
                  <a:close/>
                  <a:moveTo>
                    <a:pt x="450005" y="929222"/>
                  </a:moveTo>
                  <a:lnTo>
                    <a:pt x="485990" y="945488"/>
                  </a:lnTo>
                  <a:lnTo>
                    <a:pt x="511370" y="869857"/>
                  </a:lnTo>
                  <a:close/>
                  <a:moveTo>
                    <a:pt x="566543" y="930245"/>
                  </a:moveTo>
                  <a:lnTo>
                    <a:pt x="504364" y="957783"/>
                  </a:lnTo>
                  <a:lnTo>
                    <a:pt x="553957" y="968527"/>
                  </a:lnTo>
                  <a:close/>
                  <a:moveTo>
                    <a:pt x="566543" y="930245"/>
                  </a:moveTo>
                  <a:lnTo>
                    <a:pt x="510869" y="937525"/>
                  </a:lnTo>
                  <a:lnTo>
                    <a:pt x="504364" y="957783"/>
                  </a:lnTo>
                  <a:close/>
                  <a:moveTo>
                    <a:pt x="510869" y="937525"/>
                  </a:moveTo>
                  <a:lnTo>
                    <a:pt x="566543" y="930245"/>
                  </a:lnTo>
                  <a:lnTo>
                    <a:pt x="517414" y="871678"/>
                  </a:lnTo>
                  <a:close/>
                  <a:moveTo>
                    <a:pt x="566543" y="930245"/>
                  </a:moveTo>
                  <a:lnTo>
                    <a:pt x="568540" y="888153"/>
                  </a:lnTo>
                  <a:lnTo>
                    <a:pt x="517414" y="871678"/>
                  </a:lnTo>
                  <a:close/>
                  <a:moveTo>
                    <a:pt x="517798" y="869149"/>
                  </a:moveTo>
                  <a:lnTo>
                    <a:pt x="571810" y="863221"/>
                  </a:lnTo>
                  <a:lnTo>
                    <a:pt x="556083" y="813263"/>
                  </a:lnTo>
                  <a:close/>
                  <a:moveTo>
                    <a:pt x="571810" y="863221"/>
                  </a:moveTo>
                  <a:lnTo>
                    <a:pt x="568540" y="888153"/>
                  </a:lnTo>
                  <a:lnTo>
                    <a:pt x="592991" y="869857"/>
                  </a:lnTo>
                  <a:close/>
                  <a:moveTo>
                    <a:pt x="569417" y="756530"/>
                  </a:moveTo>
                  <a:lnTo>
                    <a:pt x="607594" y="746626"/>
                  </a:lnTo>
                  <a:lnTo>
                    <a:pt x="586595" y="742690"/>
                  </a:lnTo>
                  <a:close/>
                  <a:moveTo>
                    <a:pt x="497834" y="697151"/>
                  </a:moveTo>
                  <a:lnTo>
                    <a:pt x="506759" y="696940"/>
                  </a:lnTo>
                  <a:lnTo>
                    <a:pt x="556889" y="709693"/>
                  </a:lnTo>
                  <a:close/>
                  <a:moveTo>
                    <a:pt x="572429" y="737232"/>
                  </a:moveTo>
                  <a:lnTo>
                    <a:pt x="528787" y="779298"/>
                  </a:lnTo>
                  <a:lnTo>
                    <a:pt x="569417" y="756530"/>
                  </a:lnTo>
                  <a:close/>
                  <a:moveTo>
                    <a:pt x="572429" y="737232"/>
                  </a:moveTo>
                  <a:lnTo>
                    <a:pt x="532845" y="731430"/>
                  </a:lnTo>
                  <a:lnTo>
                    <a:pt x="528787" y="779298"/>
                  </a:lnTo>
                  <a:close/>
                  <a:moveTo>
                    <a:pt x="532845" y="731430"/>
                  </a:moveTo>
                  <a:lnTo>
                    <a:pt x="556889" y="709693"/>
                  </a:lnTo>
                  <a:lnTo>
                    <a:pt x="506759" y="696940"/>
                  </a:lnTo>
                  <a:close/>
                  <a:moveTo>
                    <a:pt x="572429" y="737232"/>
                  </a:moveTo>
                  <a:lnTo>
                    <a:pt x="569417" y="756530"/>
                  </a:lnTo>
                  <a:lnTo>
                    <a:pt x="586595" y="742690"/>
                  </a:lnTo>
                  <a:close/>
                  <a:moveTo>
                    <a:pt x="572429" y="737232"/>
                  </a:moveTo>
                  <a:lnTo>
                    <a:pt x="586595" y="742690"/>
                  </a:lnTo>
                  <a:lnTo>
                    <a:pt x="556889" y="709693"/>
                  </a:lnTo>
                  <a:close/>
                  <a:moveTo>
                    <a:pt x="785105" y="976279"/>
                  </a:moveTo>
                  <a:lnTo>
                    <a:pt x="787390" y="927390"/>
                  </a:lnTo>
                  <a:lnTo>
                    <a:pt x="789132" y="988717"/>
                  </a:lnTo>
                  <a:close/>
                  <a:moveTo>
                    <a:pt x="730530" y="821669"/>
                  </a:moveTo>
                  <a:lnTo>
                    <a:pt x="772997" y="858755"/>
                  </a:lnTo>
                  <a:lnTo>
                    <a:pt x="765445" y="849112"/>
                  </a:lnTo>
                  <a:close/>
                  <a:moveTo>
                    <a:pt x="578940" y="522335"/>
                  </a:moveTo>
                  <a:lnTo>
                    <a:pt x="545496" y="508156"/>
                  </a:lnTo>
                  <a:lnTo>
                    <a:pt x="613021" y="539893"/>
                  </a:lnTo>
                  <a:close/>
                  <a:moveTo>
                    <a:pt x="433811" y="460247"/>
                  </a:moveTo>
                  <a:lnTo>
                    <a:pt x="486802" y="512450"/>
                  </a:lnTo>
                  <a:lnTo>
                    <a:pt x="457832" y="460913"/>
                  </a:lnTo>
                  <a:close/>
                  <a:moveTo>
                    <a:pt x="433811" y="460247"/>
                  </a:moveTo>
                  <a:lnTo>
                    <a:pt x="459522" y="502087"/>
                  </a:lnTo>
                  <a:lnTo>
                    <a:pt x="486802" y="512450"/>
                  </a:lnTo>
                  <a:close/>
                  <a:moveTo>
                    <a:pt x="433811" y="460247"/>
                  </a:moveTo>
                  <a:lnTo>
                    <a:pt x="382823" y="400974"/>
                  </a:lnTo>
                  <a:lnTo>
                    <a:pt x="394801" y="453979"/>
                  </a:lnTo>
                  <a:close/>
                  <a:moveTo>
                    <a:pt x="433811" y="460247"/>
                  </a:moveTo>
                  <a:lnTo>
                    <a:pt x="457832" y="460913"/>
                  </a:lnTo>
                  <a:lnTo>
                    <a:pt x="457087" y="416102"/>
                  </a:lnTo>
                  <a:close/>
                  <a:moveTo>
                    <a:pt x="480358" y="460913"/>
                  </a:moveTo>
                  <a:lnTo>
                    <a:pt x="526059" y="436819"/>
                  </a:lnTo>
                  <a:lnTo>
                    <a:pt x="479569" y="460380"/>
                  </a:lnTo>
                  <a:close/>
                  <a:moveTo>
                    <a:pt x="526059" y="436819"/>
                  </a:moveTo>
                  <a:lnTo>
                    <a:pt x="507612" y="430332"/>
                  </a:lnTo>
                  <a:lnTo>
                    <a:pt x="479569" y="460380"/>
                  </a:lnTo>
                  <a:close/>
                  <a:moveTo>
                    <a:pt x="901512" y="900648"/>
                  </a:moveTo>
                  <a:lnTo>
                    <a:pt x="931222" y="886422"/>
                  </a:lnTo>
                  <a:lnTo>
                    <a:pt x="944124" y="879417"/>
                  </a:lnTo>
                  <a:close/>
                  <a:moveTo>
                    <a:pt x="963614" y="912507"/>
                  </a:moveTo>
                  <a:lnTo>
                    <a:pt x="931222" y="886422"/>
                  </a:lnTo>
                  <a:lnTo>
                    <a:pt x="920820" y="900648"/>
                  </a:lnTo>
                  <a:close/>
                  <a:moveTo>
                    <a:pt x="952043" y="844734"/>
                  </a:moveTo>
                  <a:lnTo>
                    <a:pt x="931222" y="886422"/>
                  </a:lnTo>
                  <a:lnTo>
                    <a:pt x="913064" y="838441"/>
                  </a:lnTo>
                  <a:close/>
                  <a:moveTo>
                    <a:pt x="578940" y="522335"/>
                  </a:moveTo>
                  <a:lnTo>
                    <a:pt x="613021" y="539893"/>
                  </a:lnTo>
                  <a:lnTo>
                    <a:pt x="597911" y="528286"/>
                  </a:lnTo>
                  <a:close/>
                  <a:moveTo>
                    <a:pt x="1029329" y="725294"/>
                  </a:moveTo>
                  <a:lnTo>
                    <a:pt x="1025683" y="739875"/>
                  </a:lnTo>
                  <a:lnTo>
                    <a:pt x="1046177" y="743444"/>
                  </a:lnTo>
                  <a:close/>
                  <a:moveTo>
                    <a:pt x="1046177" y="743444"/>
                  </a:moveTo>
                  <a:lnTo>
                    <a:pt x="1025683" y="739875"/>
                  </a:lnTo>
                  <a:lnTo>
                    <a:pt x="1022091" y="787786"/>
                  </a:lnTo>
                  <a:close/>
                  <a:moveTo>
                    <a:pt x="1016604" y="705930"/>
                  </a:moveTo>
                  <a:lnTo>
                    <a:pt x="1029329" y="725294"/>
                  </a:lnTo>
                  <a:lnTo>
                    <a:pt x="1046177" y="743444"/>
                  </a:lnTo>
                  <a:close/>
                  <a:moveTo>
                    <a:pt x="1069381" y="599094"/>
                  </a:moveTo>
                  <a:lnTo>
                    <a:pt x="1078404" y="566997"/>
                  </a:lnTo>
                  <a:lnTo>
                    <a:pt x="1052594" y="549998"/>
                  </a:lnTo>
                  <a:close/>
                  <a:moveTo>
                    <a:pt x="1001146" y="553843"/>
                  </a:moveTo>
                  <a:lnTo>
                    <a:pt x="1052594" y="549998"/>
                  </a:lnTo>
                  <a:lnTo>
                    <a:pt x="1006558" y="533469"/>
                  </a:lnTo>
                  <a:close/>
                  <a:moveTo>
                    <a:pt x="1052594" y="549998"/>
                  </a:moveTo>
                  <a:lnTo>
                    <a:pt x="1053609" y="534708"/>
                  </a:lnTo>
                  <a:lnTo>
                    <a:pt x="1006558" y="533469"/>
                  </a:lnTo>
                  <a:close/>
                  <a:moveTo>
                    <a:pt x="1053609" y="534708"/>
                  </a:moveTo>
                  <a:lnTo>
                    <a:pt x="1036498" y="510511"/>
                  </a:lnTo>
                  <a:lnTo>
                    <a:pt x="1006558" y="533469"/>
                  </a:lnTo>
                  <a:close/>
                  <a:moveTo>
                    <a:pt x="1527532" y="178786"/>
                  </a:moveTo>
                  <a:lnTo>
                    <a:pt x="1489852" y="173390"/>
                  </a:lnTo>
                  <a:lnTo>
                    <a:pt x="1495876" y="229283"/>
                  </a:lnTo>
                  <a:close/>
                  <a:moveTo>
                    <a:pt x="1527532" y="178786"/>
                  </a:moveTo>
                  <a:lnTo>
                    <a:pt x="1495876" y="229283"/>
                  </a:lnTo>
                  <a:lnTo>
                    <a:pt x="1523562" y="244757"/>
                  </a:lnTo>
                  <a:close/>
                  <a:moveTo>
                    <a:pt x="1433529" y="116502"/>
                  </a:moveTo>
                  <a:lnTo>
                    <a:pt x="1487519" y="164669"/>
                  </a:lnTo>
                  <a:lnTo>
                    <a:pt x="1462130" y="120250"/>
                  </a:lnTo>
                  <a:close/>
                  <a:moveTo>
                    <a:pt x="1489707" y="171555"/>
                  </a:moveTo>
                  <a:lnTo>
                    <a:pt x="1487519" y="164669"/>
                  </a:lnTo>
                  <a:lnTo>
                    <a:pt x="1433529" y="116502"/>
                  </a:lnTo>
                  <a:close/>
                  <a:moveTo>
                    <a:pt x="1489707" y="171555"/>
                  </a:moveTo>
                  <a:lnTo>
                    <a:pt x="1489852" y="173390"/>
                  </a:lnTo>
                  <a:lnTo>
                    <a:pt x="1490911" y="171786"/>
                  </a:lnTo>
                  <a:close/>
                  <a:moveTo>
                    <a:pt x="1489707" y="171555"/>
                  </a:moveTo>
                  <a:lnTo>
                    <a:pt x="1490911" y="171786"/>
                  </a:lnTo>
                  <a:lnTo>
                    <a:pt x="1487519" y="164669"/>
                  </a:lnTo>
                  <a:close/>
                  <a:moveTo>
                    <a:pt x="1469272" y="62682"/>
                  </a:moveTo>
                  <a:lnTo>
                    <a:pt x="1462130" y="120250"/>
                  </a:lnTo>
                  <a:lnTo>
                    <a:pt x="1472649" y="109072"/>
                  </a:lnTo>
                  <a:close/>
                  <a:moveTo>
                    <a:pt x="1433529" y="116502"/>
                  </a:moveTo>
                  <a:lnTo>
                    <a:pt x="1462130" y="120250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33529" y="116502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69272" y="62682"/>
                  </a:lnTo>
                  <a:lnTo>
                    <a:pt x="1469197" y="0"/>
                  </a:lnTo>
                  <a:close/>
                  <a:moveTo>
                    <a:pt x="1469272" y="62682"/>
                  </a:moveTo>
                  <a:lnTo>
                    <a:pt x="1472649" y="109072"/>
                  </a:lnTo>
                  <a:lnTo>
                    <a:pt x="1492174" y="68713"/>
                  </a:lnTo>
                  <a:close/>
                  <a:moveTo>
                    <a:pt x="1469197" y="0"/>
                  </a:moveTo>
                  <a:lnTo>
                    <a:pt x="1469272" y="62682"/>
                  </a:lnTo>
                  <a:lnTo>
                    <a:pt x="1507580" y="677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1" name="Output_density__4320">
              <a:extLst>
                <a:ext uri="{FF2B5EF4-FFF2-40B4-BE49-F238E27FC236}">
                  <a16:creationId xmlns:a16="http://schemas.microsoft.com/office/drawing/2014/main" id="{F55A5BB5-DCE2-E6E2-6E9F-A4B125C4AD34}"/>
                </a:ext>
              </a:extLst>
            </p:cNvPr>
            <p:cNvSpPr>
              <a:spLocks noGrp="1"/>
            </p:cNvSpPr>
            <p:nvPr/>
          </p:nvSpPr>
          <p:spPr>
            <a:xfrm>
              <a:off x="14814804" y="2396626"/>
              <a:ext cx="1479737" cy="1019670"/>
            </a:xfrm>
            <a:custGeom>
              <a:avLst/>
              <a:gdLst/>
              <a:ahLst/>
              <a:cxnLst/>
              <a:rect l="0" t="0" r="0" b="0"/>
              <a:pathLst>
                <a:path w="1479737" h="1019670">
                  <a:moveTo>
                    <a:pt x="197362" y="949060"/>
                  </a:moveTo>
                  <a:lnTo>
                    <a:pt x="186273" y="1014390"/>
                  </a:lnTo>
                  <a:lnTo>
                    <a:pt x="215518" y="944040"/>
                  </a:lnTo>
                  <a:close/>
                  <a:moveTo>
                    <a:pt x="215518" y="944040"/>
                  </a:moveTo>
                  <a:lnTo>
                    <a:pt x="190436" y="1019670"/>
                  </a:lnTo>
                  <a:lnTo>
                    <a:pt x="246549" y="995577"/>
                  </a:lnTo>
                  <a:close/>
                  <a:moveTo>
                    <a:pt x="152366" y="968134"/>
                  </a:moveTo>
                  <a:lnTo>
                    <a:pt x="197362" y="949060"/>
                  </a:lnTo>
                  <a:lnTo>
                    <a:pt x="149615" y="892503"/>
                  </a:lnTo>
                  <a:close/>
                  <a:moveTo>
                    <a:pt x="128900" y="916597"/>
                  </a:moveTo>
                  <a:lnTo>
                    <a:pt x="152366" y="968134"/>
                  </a:lnTo>
                  <a:lnTo>
                    <a:pt x="149615" y="892503"/>
                  </a:lnTo>
                  <a:close/>
                  <a:moveTo>
                    <a:pt x="181284" y="860837"/>
                  </a:moveTo>
                  <a:lnTo>
                    <a:pt x="149107" y="875433"/>
                  </a:lnTo>
                  <a:lnTo>
                    <a:pt x="128900" y="916597"/>
                  </a:lnTo>
                  <a:close/>
                  <a:moveTo>
                    <a:pt x="19663" y="605916"/>
                  </a:moveTo>
                  <a:lnTo>
                    <a:pt x="0" y="657091"/>
                  </a:lnTo>
                  <a:lnTo>
                    <a:pt x="9133" y="634820"/>
                  </a:lnTo>
                  <a:close/>
                  <a:moveTo>
                    <a:pt x="270286" y="927757"/>
                  </a:moveTo>
                  <a:lnTo>
                    <a:pt x="289778" y="919946"/>
                  </a:lnTo>
                  <a:lnTo>
                    <a:pt x="319060" y="891705"/>
                  </a:lnTo>
                  <a:close/>
                  <a:moveTo>
                    <a:pt x="5677" y="686357"/>
                  </a:moveTo>
                  <a:lnTo>
                    <a:pt x="27104" y="610727"/>
                  </a:lnTo>
                  <a:lnTo>
                    <a:pt x="9133" y="634820"/>
                  </a:lnTo>
                  <a:close/>
                  <a:moveTo>
                    <a:pt x="45810" y="568776"/>
                  </a:moveTo>
                  <a:lnTo>
                    <a:pt x="9133" y="634820"/>
                  </a:lnTo>
                  <a:lnTo>
                    <a:pt x="27104" y="610727"/>
                  </a:lnTo>
                  <a:close/>
                  <a:moveTo>
                    <a:pt x="45810" y="568776"/>
                  </a:moveTo>
                  <a:lnTo>
                    <a:pt x="19663" y="605916"/>
                  </a:lnTo>
                  <a:lnTo>
                    <a:pt x="9133" y="634820"/>
                  </a:lnTo>
                  <a:close/>
                  <a:moveTo>
                    <a:pt x="19663" y="605916"/>
                  </a:moveTo>
                  <a:lnTo>
                    <a:pt x="45810" y="568776"/>
                  </a:lnTo>
                  <a:lnTo>
                    <a:pt x="35900" y="583284"/>
                  </a:lnTo>
                  <a:close/>
                  <a:moveTo>
                    <a:pt x="45810" y="568776"/>
                  </a:moveTo>
                  <a:lnTo>
                    <a:pt x="64882" y="559190"/>
                  </a:lnTo>
                  <a:lnTo>
                    <a:pt x="35900" y="583284"/>
                  </a:lnTo>
                  <a:close/>
                  <a:moveTo>
                    <a:pt x="196749" y="698588"/>
                  </a:moveTo>
                  <a:lnTo>
                    <a:pt x="209420" y="662263"/>
                  </a:lnTo>
                  <a:lnTo>
                    <a:pt x="166545" y="660400"/>
                  </a:lnTo>
                  <a:close/>
                  <a:moveTo>
                    <a:pt x="45810" y="568776"/>
                  </a:moveTo>
                  <a:lnTo>
                    <a:pt x="78228" y="555083"/>
                  </a:lnTo>
                  <a:lnTo>
                    <a:pt x="64882" y="559190"/>
                  </a:lnTo>
                  <a:close/>
                  <a:moveTo>
                    <a:pt x="83933" y="535096"/>
                  </a:moveTo>
                  <a:lnTo>
                    <a:pt x="108809" y="494741"/>
                  </a:lnTo>
                  <a:lnTo>
                    <a:pt x="69428" y="507653"/>
                  </a:lnTo>
                  <a:close/>
                  <a:moveTo>
                    <a:pt x="64882" y="559190"/>
                  </a:moveTo>
                  <a:lnTo>
                    <a:pt x="83933" y="535096"/>
                  </a:lnTo>
                  <a:lnTo>
                    <a:pt x="69428" y="507653"/>
                  </a:lnTo>
                  <a:close/>
                  <a:moveTo>
                    <a:pt x="370576" y="641518"/>
                  </a:moveTo>
                  <a:lnTo>
                    <a:pt x="330008" y="603472"/>
                  </a:lnTo>
                  <a:lnTo>
                    <a:pt x="347001" y="614075"/>
                  </a:lnTo>
                  <a:close/>
                  <a:moveTo>
                    <a:pt x="370576" y="641518"/>
                  </a:moveTo>
                  <a:lnTo>
                    <a:pt x="347001" y="614075"/>
                  </a:lnTo>
                  <a:lnTo>
                    <a:pt x="343616" y="665612"/>
                  </a:lnTo>
                  <a:close/>
                  <a:moveTo>
                    <a:pt x="731926" y="823570"/>
                  </a:moveTo>
                  <a:lnTo>
                    <a:pt x="697160" y="847664"/>
                  </a:lnTo>
                  <a:lnTo>
                    <a:pt x="753432" y="875107"/>
                  </a:lnTo>
                  <a:close/>
                  <a:moveTo>
                    <a:pt x="340202" y="411277"/>
                  </a:moveTo>
                  <a:lnTo>
                    <a:pt x="311136" y="430586"/>
                  </a:lnTo>
                  <a:lnTo>
                    <a:pt x="335966" y="415315"/>
                  </a:lnTo>
                  <a:close/>
                  <a:moveTo>
                    <a:pt x="311136" y="430586"/>
                  </a:moveTo>
                  <a:lnTo>
                    <a:pt x="283442" y="415119"/>
                  </a:lnTo>
                  <a:lnTo>
                    <a:pt x="335966" y="415315"/>
                  </a:lnTo>
                  <a:close/>
                  <a:moveTo>
                    <a:pt x="303452" y="428650"/>
                  </a:moveTo>
                  <a:lnTo>
                    <a:pt x="311136" y="430586"/>
                  </a:lnTo>
                  <a:lnTo>
                    <a:pt x="303025" y="383835"/>
                  </a:lnTo>
                  <a:close/>
                  <a:moveTo>
                    <a:pt x="303025" y="383835"/>
                  </a:moveTo>
                  <a:lnTo>
                    <a:pt x="311136" y="430586"/>
                  </a:lnTo>
                  <a:lnTo>
                    <a:pt x="340202" y="411277"/>
                  </a:lnTo>
                  <a:close/>
                  <a:moveTo>
                    <a:pt x="896797" y="940080"/>
                  </a:moveTo>
                  <a:lnTo>
                    <a:pt x="924413" y="954086"/>
                  </a:lnTo>
                  <a:lnTo>
                    <a:pt x="935690" y="954845"/>
                  </a:lnTo>
                  <a:close/>
                  <a:moveTo>
                    <a:pt x="731926" y="823570"/>
                  </a:moveTo>
                  <a:lnTo>
                    <a:pt x="753432" y="875107"/>
                  </a:lnTo>
                  <a:lnTo>
                    <a:pt x="776402" y="851013"/>
                  </a:lnTo>
                  <a:close/>
                  <a:moveTo>
                    <a:pt x="731926" y="823570"/>
                  </a:moveTo>
                  <a:lnTo>
                    <a:pt x="776402" y="851013"/>
                  </a:lnTo>
                  <a:lnTo>
                    <a:pt x="769540" y="799476"/>
                  </a:lnTo>
                  <a:close/>
                  <a:moveTo>
                    <a:pt x="731926" y="823570"/>
                  </a:moveTo>
                  <a:lnTo>
                    <a:pt x="769540" y="799476"/>
                  </a:lnTo>
                  <a:lnTo>
                    <a:pt x="730752" y="772034"/>
                  </a:lnTo>
                  <a:close/>
                  <a:moveTo>
                    <a:pt x="580298" y="541793"/>
                  </a:moveTo>
                  <a:lnTo>
                    <a:pt x="562110" y="562122"/>
                  </a:lnTo>
                  <a:lnTo>
                    <a:pt x="568398" y="561594"/>
                  </a:lnTo>
                  <a:close/>
                  <a:moveTo>
                    <a:pt x="400065" y="396270"/>
                  </a:moveTo>
                  <a:lnTo>
                    <a:pt x="452187" y="365593"/>
                  </a:lnTo>
                  <a:lnTo>
                    <a:pt x="418362" y="356634"/>
                  </a:lnTo>
                  <a:close/>
                  <a:moveTo>
                    <a:pt x="400065" y="396270"/>
                  </a:moveTo>
                  <a:lnTo>
                    <a:pt x="418362" y="356634"/>
                  </a:lnTo>
                  <a:lnTo>
                    <a:pt x="369214" y="358609"/>
                  </a:lnTo>
                  <a:close/>
                  <a:moveTo>
                    <a:pt x="580298" y="541793"/>
                  </a:moveTo>
                  <a:lnTo>
                    <a:pt x="568398" y="561594"/>
                  </a:lnTo>
                  <a:lnTo>
                    <a:pt x="601841" y="575773"/>
                  </a:lnTo>
                  <a:close/>
                  <a:moveTo>
                    <a:pt x="548961" y="490257"/>
                  </a:moveTo>
                  <a:lnTo>
                    <a:pt x="612881" y="482148"/>
                  </a:lnTo>
                  <a:lnTo>
                    <a:pt x="602513" y="471116"/>
                  </a:lnTo>
                  <a:close/>
                  <a:moveTo>
                    <a:pt x="609754" y="517700"/>
                  </a:moveTo>
                  <a:lnTo>
                    <a:pt x="612881" y="482148"/>
                  </a:lnTo>
                  <a:lnTo>
                    <a:pt x="548961" y="490257"/>
                  </a:lnTo>
                  <a:close/>
                  <a:moveTo>
                    <a:pt x="580298" y="541793"/>
                  </a:moveTo>
                  <a:lnTo>
                    <a:pt x="609754" y="517700"/>
                  </a:lnTo>
                  <a:lnTo>
                    <a:pt x="548961" y="490257"/>
                  </a:lnTo>
                  <a:close/>
                  <a:moveTo>
                    <a:pt x="487957" y="425541"/>
                  </a:moveTo>
                  <a:lnTo>
                    <a:pt x="547989" y="414204"/>
                  </a:lnTo>
                  <a:lnTo>
                    <a:pt x="525082" y="370598"/>
                  </a:lnTo>
                  <a:close/>
                  <a:moveTo>
                    <a:pt x="547989" y="414204"/>
                  </a:moveTo>
                  <a:lnTo>
                    <a:pt x="548680" y="414626"/>
                  </a:lnTo>
                  <a:lnTo>
                    <a:pt x="525082" y="370598"/>
                  </a:lnTo>
                  <a:close/>
                  <a:moveTo>
                    <a:pt x="468199" y="378860"/>
                  </a:moveTo>
                  <a:lnTo>
                    <a:pt x="496732" y="357461"/>
                  </a:lnTo>
                  <a:lnTo>
                    <a:pt x="452187" y="365593"/>
                  </a:lnTo>
                  <a:close/>
                  <a:moveTo>
                    <a:pt x="468199" y="378860"/>
                  </a:moveTo>
                  <a:lnTo>
                    <a:pt x="525082" y="370598"/>
                  </a:lnTo>
                  <a:lnTo>
                    <a:pt x="496732" y="357461"/>
                  </a:lnTo>
                  <a:close/>
                  <a:moveTo>
                    <a:pt x="943265" y="823202"/>
                  </a:moveTo>
                  <a:lnTo>
                    <a:pt x="978805" y="802825"/>
                  </a:lnTo>
                  <a:lnTo>
                    <a:pt x="964713" y="789307"/>
                  </a:lnTo>
                  <a:close/>
                  <a:moveTo>
                    <a:pt x="945265" y="802825"/>
                  </a:moveTo>
                  <a:lnTo>
                    <a:pt x="943265" y="823202"/>
                  </a:lnTo>
                  <a:lnTo>
                    <a:pt x="964713" y="789307"/>
                  </a:lnTo>
                  <a:close/>
                  <a:moveTo>
                    <a:pt x="943265" y="823202"/>
                  </a:moveTo>
                  <a:lnTo>
                    <a:pt x="972117" y="816989"/>
                  </a:lnTo>
                  <a:lnTo>
                    <a:pt x="978805" y="802825"/>
                  </a:lnTo>
                  <a:close/>
                  <a:moveTo>
                    <a:pt x="679463" y="421511"/>
                  </a:moveTo>
                  <a:lnTo>
                    <a:pt x="616318" y="466163"/>
                  </a:lnTo>
                  <a:lnTo>
                    <a:pt x="658822" y="442069"/>
                  </a:lnTo>
                  <a:close/>
                  <a:moveTo>
                    <a:pt x="679463" y="421511"/>
                  </a:moveTo>
                  <a:lnTo>
                    <a:pt x="648667" y="441270"/>
                  </a:lnTo>
                  <a:lnTo>
                    <a:pt x="616318" y="466163"/>
                  </a:lnTo>
                  <a:close/>
                  <a:moveTo>
                    <a:pt x="1027499" y="729960"/>
                  </a:moveTo>
                  <a:lnTo>
                    <a:pt x="1039506" y="759367"/>
                  </a:lnTo>
                  <a:lnTo>
                    <a:pt x="1069079" y="796882"/>
                  </a:lnTo>
                  <a:close/>
                  <a:moveTo>
                    <a:pt x="1027499" y="729960"/>
                  </a:moveTo>
                  <a:lnTo>
                    <a:pt x="1024136" y="701901"/>
                  </a:lnTo>
                  <a:lnTo>
                    <a:pt x="975376" y="694275"/>
                  </a:lnTo>
                  <a:close/>
                  <a:moveTo>
                    <a:pt x="1027499" y="729960"/>
                  </a:moveTo>
                  <a:lnTo>
                    <a:pt x="1048973" y="727194"/>
                  </a:lnTo>
                  <a:lnTo>
                    <a:pt x="1024136" y="701901"/>
                  </a:lnTo>
                  <a:close/>
                  <a:moveTo>
                    <a:pt x="1048973" y="727194"/>
                  </a:moveTo>
                  <a:lnTo>
                    <a:pt x="1093981" y="653464"/>
                  </a:lnTo>
                  <a:lnTo>
                    <a:pt x="1021886" y="671780"/>
                  </a:lnTo>
                  <a:close/>
                  <a:moveTo>
                    <a:pt x="1021886" y="671780"/>
                  </a:moveTo>
                  <a:lnTo>
                    <a:pt x="1093981" y="653464"/>
                  </a:lnTo>
                  <a:lnTo>
                    <a:pt x="1092283" y="652531"/>
                  </a:lnTo>
                  <a:close/>
                  <a:moveTo>
                    <a:pt x="1048973" y="727194"/>
                  </a:moveTo>
                  <a:lnTo>
                    <a:pt x="1021886" y="671780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975376" y="694275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1092283" y="652531"/>
                  </a:lnTo>
                  <a:lnTo>
                    <a:pt x="1075496" y="603436"/>
                  </a:lnTo>
                  <a:close/>
                  <a:moveTo>
                    <a:pt x="1051374" y="369787"/>
                  </a:moveTo>
                  <a:lnTo>
                    <a:pt x="1019971" y="416529"/>
                  </a:lnTo>
                  <a:lnTo>
                    <a:pt x="1084353" y="347666"/>
                  </a:lnTo>
                  <a:close/>
                  <a:moveTo>
                    <a:pt x="1084353" y="347666"/>
                  </a:moveTo>
                  <a:lnTo>
                    <a:pt x="1019971" y="416529"/>
                  </a:lnTo>
                  <a:lnTo>
                    <a:pt x="1065719" y="397230"/>
                  </a:lnTo>
                  <a:close/>
                  <a:moveTo>
                    <a:pt x="1138167" y="239293"/>
                  </a:moveTo>
                  <a:lnTo>
                    <a:pt x="1173836" y="237754"/>
                  </a:lnTo>
                  <a:lnTo>
                    <a:pt x="1176614" y="218526"/>
                  </a:lnTo>
                  <a:close/>
                  <a:moveTo>
                    <a:pt x="1173836" y="237754"/>
                  </a:moveTo>
                  <a:lnTo>
                    <a:pt x="1178274" y="194432"/>
                  </a:lnTo>
                  <a:lnTo>
                    <a:pt x="1176614" y="218526"/>
                  </a:lnTo>
                  <a:close/>
                  <a:moveTo>
                    <a:pt x="1328088" y="20647"/>
                  </a:moveTo>
                  <a:lnTo>
                    <a:pt x="1284653" y="32926"/>
                  </a:lnTo>
                  <a:lnTo>
                    <a:pt x="1358646" y="0"/>
                  </a:lnTo>
                  <a:close/>
                  <a:moveTo>
                    <a:pt x="1398348" y="53692"/>
                  </a:moveTo>
                  <a:lnTo>
                    <a:pt x="1450187" y="49530"/>
                  </a:lnTo>
                  <a:lnTo>
                    <a:pt x="1429338" y="3736"/>
                  </a:lnTo>
                  <a:close/>
                  <a:moveTo>
                    <a:pt x="1450187" y="49530"/>
                  </a:moveTo>
                  <a:lnTo>
                    <a:pt x="1479737" y="746"/>
                  </a:lnTo>
                  <a:lnTo>
                    <a:pt x="1429338" y="37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2" name="Output_density__4321">
              <a:extLst>
                <a:ext uri="{FF2B5EF4-FFF2-40B4-BE49-F238E27FC236}">
                  <a16:creationId xmlns:a16="http://schemas.microsoft.com/office/drawing/2014/main" id="{0B50C20F-A4BD-B1E7-F081-1A0D6CBEBB13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67920"/>
              <a:ext cx="1478952" cy="812095"/>
            </a:xfrm>
            <a:custGeom>
              <a:avLst/>
              <a:gdLst/>
              <a:ahLst/>
              <a:cxnLst/>
              <a:rect l="0" t="0" r="0" b="0"/>
              <a:pathLst>
                <a:path w="1478952" h="812095">
                  <a:moveTo>
                    <a:pt x="229845" y="797923"/>
                  </a:moveTo>
                  <a:lnTo>
                    <a:pt x="227672" y="775819"/>
                  </a:lnTo>
                  <a:lnTo>
                    <a:pt x="227061" y="798657"/>
                  </a:lnTo>
                  <a:close/>
                  <a:moveTo>
                    <a:pt x="46802" y="513827"/>
                  </a:moveTo>
                  <a:lnTo>
                    <a:pt x="0" y="513520"/>
                  </a:lnTo>
                  <a:lnTo>
                    <a:pt x="12575" y="520758"/>
                  </a:lnTo>
                  <a:close/>
                  <a:moveTo>
                    <a:pt x="307869" y="791206"/>
                  </a:moveTo>
                  <a:lnTo>
                    <a:pt x="260374" y="788309"/>
                  </a:lnTo>
                  <a:lnTo>
                    <a:pt x="229845" y="797923"/>
                  </a:lnTo>
                  <a:close/>
                  <a:moveTo>
                    <a:pt x="319408" y="763092"/>
                  </a:moveTo>
                  <a:lnTo>
                    <a:pt x="260374" y="788309"/>
                  </a:lnTo>
                  <a:lnTo>
                    <a:pt x="307869" y="791206"/>
                  </a:lnTo>
                  <a:close/>
                  <a:moveTo>
                    <a:pt x="319408" y="763092"/>
                  </a:moveTo>
                  <a:lnTo>
                    <a:pt x="307869" y="791206"/>
                  </a:lnTo>
                  <a:lnTo>
                    <a:pt x="335723" y="775819"/>
                  </a:lnTo>
                  <a:close/>
                  <a:moveTo>
                    <a:pt x="319408" y="763092"/>
                  </a:moveTo>
                  <a:lnTo>
                    <a:pt x="335723" y="775819"/>
                  </a:lnTo>
                  <a:lnTo>
                    <a:pt x="329547" y="737358"/>
                  </a:lnTo>
                  <a:close/>
                  <a:moveTo>
                    <a:pt x="329547" y="737358"/>
                  </a:moveTo>
                  <a:lnTo>
                    <a:pt x="347270" y="763842"/>
                  </a:lnTo>
                  <a:lnTo>
                    <a:pt x="373315" y="726320"/>
                  </a:lnTo>
                  <a:close/>
                  <a:moveTo>
                    <a:pt x="481012" y="582189"/>
                  </a:moveTo>
                  <a:lnTo>
                    <a:pt x="511474" y="595406"/>
                  </a:lnTo>
                  <a:lnTo>
                    <a:pt x="484177" y="561442"/>
                  </a:lnTo>
                  <a:close/>
                  <a:moveTo>
                    <a:pt x="458730" y="466300"/>
                  </a:moveTo>
                  <a:lnTo>
                    <a:pt x="453225" y="479294"/>
                  </a:lnTo>
                  <a:lnTo>
                    <a:pt x="474405" y="421760"/>
                  </a:lnTo>
                  <a:close/>
                  <a:moveTo>
                    <a:pt x="744523" y="770860"/>
                  </a:moveTo>
                  <a:lnTo>
                    <a:pt x="817698" y="812095"/>
                  </a:lnTo>
                  <a:lnTo>
                    <a:pt x="809762" y="809959"/>
                  </a:lnTo>
                  <a:close/>
                  <a:moveTo>
                    <a:pt x="456595" y="473297"/>
                  </a:moveTo>
                  <a:lnTo>
                    <a:pt x="459783" y="411219"/>
                  </a:lnTo>
                  <a:lnTo>
                    <a:pt x="445809" y="397666"/>
                  </a:lnTo>
                  <a:close/>
                  <a:moveTo>
                    <a:pt x="459783" y="411219"/>
                  </a:moveTo>
                  <a:lnTo>
                    <a:pt x="458730" y="466300"/>
                  </a:lnTo>
                  <a:lnTo>
                    <a:pt x="474405" y="421760"/>
                  </a:lnTo>
                  <a:close/>
                  <a:moveTo>
                    <a:pt x="411462" y="349778"/>
                  </a:moveTo>
                  <a:lnTo>
                    <a:pt x="445809" y="397666"/>
                  </a:lnTo>
                  <a:lnTo>
                    <a:pt x="459783" y="411219"/>
                  </a:lnTo>
                  <a:close/>
                  <a:moveTo>
                    <a:pt x="411462" y="349778"/>
                  </a:moveTo>
                  <a:lnTo>
                    <a:pt x="459783" y="411219"/>
                  </a:lnTo>
                  <a:lnTo>
                    <a:pt x="433056" y="370205"/>
                  </a:lnTo>
                  <a:close/>
                  <a:moveTo>
                    <a:pt x="442758" y="299574"/>
                  </a:moveTo>
                  <a:lnTo>
                    <a:pt x="411462" y="349778"/>
                  </a:lnTo>
                  <a:lnTo>
                    <a:pt x="433056" y="370205"/>
                  </a:lnTo>
                  <a:close/>
                  <a:moveTo>
                    <a:pt x="685920" y="603813"/>
                  </a:moveTo>
                  <a:lnTo>
                    <a:pt x="696271" y="621859"/>
                  </a:lnTo>
                  <a:lnTo>
                    <a:pt x="728388" y="640898"/>
                  </a:lnTo>
                  <a:close/>
                  <a:moveTo>
                    <a:pt x="845680" y="769859"/>
                  </a:moveTo>
                  <a:lnTo>
                    <a:pt x="864693" y="749128"/>
                  </a:lnTo>
                  <a:lnTo>
                    <a:pt x="856952" y="734328"/>
                  </a:lnTo>
                  <a:close/>
                  <a:moveTo>
                    <a:pt x="568411" y="322036"/>
                  </a:moveTo>
                  <a:lnTo>
                    <a:pt x="558639" y="355587"/>
                  </a:lnTo>
                  <a:lnTo>
                    <a:pt x="587414" y="328276"/>
                  </a:lnTo>
                  <a:close/>
                  <a:moveTo>
                    <a:pt x="954987" y="694287"/>
                  </a:moveTo>
                  <a:lnTo>
                    <a:pt x="899515" y="661560"/>
                  </a:lnTo>
                  <a:lnTo>
                    <a:pt x="919004" y="694650"/>
                  </a:lnTo>
                  <a:close/>
                  <a:moveTo>
                    <a:pt x="1004998" y="648284"/>
                  </a:moveTo>
                  <a:lnTo>
                    <a:pt x="995213" y="634604"/>
                  </a:lnTo>
                  <a:lnTo>
                    <a:pt x="994447" y="667142"/>
                  </a:lnTo>
                  <a:close/>
                  <a:moveTo>
                    <a:pt x="995213" y="634604"/>
                  </a:moveTo>
                  <a:lnTo>
                    <a:pt x="1004998" y="648284"/>
                  </a:lnTo>
                  <a:lnTo>
                    <a:pt x="1012508" y="599768"/>
                  </a:lnTo>
                  <a:close/>
                  <a:moveTo>
                    <a:pt x="1001567" y="525587"/>
                  </a:moveTo>
                  <a:lnTo>
                    <a:pt x="977481" y="569929"/>
                  </a:lnTo>
                  <a:lnTo>
                    <a:pt x="1026236" y="568275"/>
                  </a:lnTo>
                  <a:close/>
                  <a:moveTo>
                    <a:pt x="1037080" y="496716"/>
                  </a:moveTo>
                  <a:lnTo>
                    <a:pt x="981461" y="455900"/>
                  </a:lnTo>
                  <a:lnTo>
                    <a:pt x="1014749" y="473247"/>
                  </a:lnTo>
                  <a:close/>
                  <a:moveTo>
                    <a:pt x="1008999" y="316852"/>
                  </a:moveTo>
                  <a:lnTo>
                    <a:pt x="1007985" y="332142"/>
                  </a:lnTo>
                  <a:lnTo>
                    <a:pt x="1033202" y="277196"/>
                  </a:lnTo>
                  <a:close/>
                  <a:moveTo>
                    <a:pt x="1027731" y="316088"/>
                  </a:moveTo>
                  <a:lnTo>
                    <a:pt x="1011140" y="304639"/>
                  </a:lnTo>
                  <a:lnTo>
                    <a:pt x="1008999" y="316852"/>
                  </a:lnTo>
                  <a:close/>
                  <a:moveTo>
                    <a:pt x="1227642" y="205591"/>
                  </a:moveTo>
                  <a:lnTo>
                    <a:pt x="1181240" y="206777"/>
                  </a:lnTo>
                  <a:lnTo>
                    <a:pt x="1175733" y="208987"/>
                  </a:lnTo>
                  <a:close/>
                  <a:moveTo>
                    <a:pt x="1212447" y="26211"/>
                  </a:moveTo>
                  <a:lnTo>
                    <a:pt x="1213590" y="27963"/>
                  </a:lnTo>
                  <a:lnTo>
                    <a:pt x="1215078" y="23715"/>
                  </a:lnTo>
                  <a:close/>
                  <a:moveTo>
                    <a:pt x="1216731" y="29897"/>
                  </a:moveTo>
                  <a:lnTo>
                    <a:pt x="1213590" y="27963"/>
                  </a:lnTo>
                  <a:lnTo>
                    <a:pt x="1212447" y="26211"/>
                  </a:lnTo>
                  <a:close/>
                  <a:moveTo>
                    <a:pt x="1252236" y="2117"/>
                  </a:moveTo>
                  <a:lnTo>
                    <a:pt x="1272443" y="18099"/>
                  </a:lnTo>
                  <a:lnTo>
                    <a:pt x="1246546" y="6469"/>
                  </a:lnTo>
                  <a:close/>
                  <a:moveTo>
                    <a:pt x="1212447" y="26211"/>
                  </a:moveTo>
                  <a:lnTo>
                    <a:pt x="1215078" y="23715"/>
                  </a:lnTo>
                  <a:lnTo>
                    <a:pt x="1244816" y="0"/>
                  </a:lnTo>
                  <a:close/>
                  <a:moveTo>
                    <a:pt x="1252236" y="2117"/>
                  </a:moveTo>
                  <a:lnTo>
                    <a:pt x="1244816" y="0"/>
                  </a:lnTo>
                  <a:lnTo>
                    <a:pt x="1272443" y="18099"/>
                  </a:lnTo>
                  <a:close/>
                  <a:moveTo>
                    <a:pt x="1439861" y="156727"/>
                  </a:moveTo>
                  <a:lnTo>
                    <a:pt x="1443640" y="84443"/>
                  </a:lnTo>
                  <a:lnTo>
                    <a:pt x="1435002" y="150134"/>
                  </a:lnTo>
                  <a:close/>
                  <a:moveTo>
                    <a:pt x="1445981" y="81096"/>
                  </a:moveTo>
                  <a:lnTo>
                    <a:pt x="1443640" y="84443"/>
                  </a:lnTo>
                  <a:lnTo>
                    <a:pt x="1439861" y="156727"/>
                  </a:lnTo>
                  <a:close/>
                  <a:moveTo>
                    <a:pt x="1458392" y="105190"/>
                  </a:moveTo>
                  <a:lnTo>
                    <a:pt x="1445981" y="81096"/>
                  </a:lnTo>
                  <a:lnTo>
                    <a:pt x="1439861" y="156727"/>
                  </a:lnTo>
                  <a:close/>
                  <a:moveTo>
                    <a:pt x="1445981" y="81096"/>
                  </a:moveTo>
                  <a:lnTo>
                    <a:pt x="1458392" y="105190"/>
                  </a:lnTo>
                  <a:lnTo>
                    <a:pt x="1477163" y="35102"/>
                  </a:lnTo>
                  <a:close/>
                  <a:moveTo>
                    <a:pt x="1478952" y="26900"/>
                  </a:moveTo>
                  <a:lnTo>
                    <a:pt x="1445981" y="81096"/>
                  </a:lnTo>
                  <a:lnTo>
                    <a:pt x="1477163" y="3510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23" name="Output_density__4322">
              <a:extLst>
                <a:ext uri="{FF2B5EF4-FFF2-40B4-BE49-F238E27FC236}">
                  <a16:creationId xmlns:a16="http://schemas.microsoft.com/office/drawing/2014/main" id="{53B3A6BE-7485-14B5-049A-60F9C7C6C3FF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818054"/>
              <a:ext cx="1427286" cy="663982"/>
            </a:xfrm>
            <a:custGeom>
              <a:avLst/>
              <a:gdLst/>
              <a:ahLst/>
              <a:cxnLst/>
              <a:rect l="0" t="0" r="0" b="0"/>
              <a:pathLst>
                <a:path w="1427286" h="663982">
                  <a:moveTo>
                    <a:pt x="34227" y="363693"/>
                  </a:moveTo>
                  <a:lnTo>
                    <a:pt x="0" y="370623"/>
                  </a:lnTo>
                  <a:lnTo>
                    <a:pt x="79513" y="358333"/>
                  </a:lnTo>
                  <a:close/>
                  <a:moveTo>
                    <a:pt x="34227" y="363693"/>
                  </a:moveTo>
                  <a:lnTo>
                    <a:pt x="79513" y="358333"/>
                  </a:lnTo>
                  <a:lnTo>
                    <a:pt x="46307" y="359117"/>
                  </a:lnTo>
                  <a:close/>
                  <a:moveTo>
                    <a:pt x="813406" y="659825"/>
                  </a:moveTo>
                  <a:lnTo>
                    <a:pt x="805123" y="661961"/>
                  </a:lnTo>
                  <a:lnTo>
                    <a:pt x="845293" y="625514"/>
                  </a:lnTo>
                  <a:close/>
                  <a:moveTo>
                    <a:pt x="797188" y="659825"/>
                  </a:moveTo>
                  <a:lnTo>
                    <a:pt x="805123" y="661961"/>
                  </a:lnTo>
                  <a:lnTo>
                    <a:pt x="808862" y="663982"/>
                  </a:lnTo>
                  <a:close/>
                  <a:moveTo>
                    <a:pt x="813406" y="659825"/>
                  </a:moveTo>
                  <a:lnTo>
                    <a:pt x="808862" y="663982"/>
                  </a:lnTo>
                  <a:lnTo>
                    <a:pt x="805123" y="661961"/>
                  </a:lnTo>
                  <a:close/>
                  <a:moveTo>
                    <a:pt x="797188" y="659825"/>
                  </a:moveTo>
                  <a:lnTo>
                    <a:pt x="808862" y="663982"/>
                  </a:lnTo>
                  <a:lnTo>
                    <a:pt x="817330" y="652036"/>
                  </a:lnTo>
                  <a:close/>
                  <a:moveTo>
                    <a:pt x="817330" y="652036"/>
                  </a:moveTo>
                  <a:lnTo>
                    <a:pt x="808862" y="663982"/>
                  </a:lnTo>
                  <a:lnTo>
                    <a:pt x="813406" y="659825"/>
                  </a:lnTo>
                  <a:close/>
                  <a:moveTo>
                    <a:pt x="833106" y="619724"/>
                  </a:moveTo>
                  <a:lnTo>
                    <a:pt x="845293" y="625514"/>
                  </a:lnTo>
                  <a:lnTo>
                    <a:pt x="852118" y="598994"/>
                  </a:lnTo>
                  <a:close/>
                  <a:moveTo>
                    <a:pt x="817330" y="652036"/>
                  </a:moveTo>
                  <a:lnTo>
                    <a:pt x="845293" y="625514"/>
                  </a:lnTo>
                  <a:lnTo>
                    <a:pt x="833106" y="619724"/>
                  </a:lnTo>
                  <a:close/>
                  <a:moveTo>
                    <a:pt x="813406" y="659825"/>
                  </a:moveTo>
                  <a:lnTo>
                    <a:pt x="845293" y="625514"/>
                  </a:lnTo>
                  <a:lnTo>
                    <a:pt x="817330" y="652036"/>
                  </a:lnTo>
                  <a:close/>
                  <a:moveTo>
                    <a:pt x="852118" y="598994"/>
                  </a:moveTo>
                  <a:lnTo>
                    <a:pt x="845293" y="625514"/>
                  </a:lnTo>
                  <a:lnTo>
                    <a:pt x="855113" y="608288"/>
                  </a:lnTo>
                  <a:close/>
                  <a:moveTo>
                    <a:pt x="942413" y="544152"/>
                  </a:moveTo>
                  <a:lnTo>
                    <a:pt x="906429" y="544516"/>
                  </a:lnTo>
                  <a:lnTo>
                    <a:pt x="981872" y="517007"/>
                  </a:lnTo>
                  <a:close/>
                  <a:moveTo>
                    <a:pt x="982638" y="484470"/>
                  </a:moveTo>
                  <a:lnTo>
                    <a:pt x="971442" y="539968"/>
                  </a:lnTo>
                  <a:lnTo>
                    <a:pt x="981872" y="517007"/>
                  </a:lnTo>
                  <a:close/>
                  <a:moveTo>
                    <a:pt x="992423" y="498150"/>
                  </a:moveTo>
                  <a:lnTo>
                    <a:pt x="981872" y="517007"/>
                  </a:lnTo>
                  <a:lnTo>
                    <a:pt x="988700" y="508563"/>
                  </a:lnTo>
                  <a:close/>
                  <a:moveTo>
                    <a:pt x="988700" y="508563"/>
                  </a:moveTo>
                  <a:lnTo>
                    <a:pt x="999933" y="449634"/>
                  </a:lnTo>
                  <a:lnTo>
                    <a:pt x="992423" y="498150"/>
                  </a:lnTo>
                  <a:close/>
                  <a:moveTo>
                    <a:pt x="1041886" y="305766"/>
                  </a:moveTo>
                  <a:lnTo>
                    <a:pt x="1002174" y="323113"/>
                  </a:lnTo>
                  <a:lnTo>
                    <a:pt x="997171" y="381397"/>
                  </a:lnTo>
                  <a:close/>
                  <a:moveTo>
                    <a:pt x="1020627" y="127062"/>
                  </a:moveTo>
                  <a:lnTo>
                    <a:pt x="1015156" y="165954"/>
                  </a:lnTo>
                  <a:lnTo>
                    <a:pt x="996424" y="166717"/>
                  </a:lnTo>
                  <a:close/>
                  <a:moveTo>
                    <a:pt x="1163158" y="58852"/>
                  </a:moveTo>
                  <a:lnTo>
                    <a:pt x="1160035" y="54780"/>
                  </a:lnTo>
                  <a:lnTo>
                    <a:pt x="1137465" y="74893"/>
                  </a:lnTo>
                  <a:close/>
                  <a:moveTo>
                    <a:pt x="1115286" y="59790"/>
                  </a:moveTo>
                  <a:lnTo>
                    <a:pt x="1128542" y="78874"/>
                  </a:lnTo>
                  <a:lnTo>
                    <a:pt x="1137465" y="74893"/>
                  </a:lnTo>
                  <a:close/>
                  <a:moveTo>
                    <a:pt x="1137465" y="74893"/>
                  </a:moveTo>
                  <a:lnTo>
                    <a:pt x="1183204" y="71226"/>
                  </a:lnTo>
                  <a:lnTo>
                    <a:pt x="1163158" y="58852"/>
                  </a:lnTo>
                  <a:close/>
                  <a:moveTo>
                    <a:pt x="1183204" y="71226"/>
                  </a:moveTo>
                  <a:lnTo>
                    <a:pt x="1213516" y="55895"/>
                  </a:lnTo>
                  <a:lnTo>
                    <a:pt x="1163158" y="58852"/>
                  </a:lnTo>
                  <a:close/>
                  <a:moveTo>
                    <a:pt x="1219021" y="54780"/>
                  </a:moveTo>
                  <a:lnTo>
                    <a:pt x="1213516" y="55895"/>
                  </a:lnTo>
                  <a:lnTo>
                    <a:pt x="1260513" y="50694"/>
                  </a:lnTo>
                  <a:close/>
                  <a:moveTo>
                    <a:pt x="1215067" y="55457"/>
                  </a:moveTo>
                  <a:lnTo>
                    <a:pt x="1163158" y="58852"/>
                  </a:lnTo>
                  <a:lnTo>
                    <a:pt x="1213516" y="55895"/>
                  </a:lnTo>
                  <a:close/>
                  <a:moveTo>
                    <a:pt x="1219021" y="54780"/>
                  </a:moveTo>
                  <a:lnTo>
                    <a:pt x="1215067" y="55457"/>
                  </a:lnTo>
                  <a:lnTo>
                    <a:pt x="1213516" y="55895"/>
                  </a:lnTo>
                  <a:close/>
                  <a:moveTo>
                    <a:pt x="1300109" y="63839"/>
                  </a:moveTo>
                  <a:lnTo>
                    <a:pt x="1219021" y="54780"/>
                  </a:lnTo>
                  <a:lnTo>
                    <a:pt x="1264276" y="52609"/>
                  </a:lnTo>
                  <a:close/>
                  <a:moveTo>
                    <a:pt x="1215067" y="55457"/>
                  </a:moveTo>
                  <a:lnTo>
                    <a:pt x="1219021" y="54780"/>
                  </a:lnTo>
                  <a:lnTo>
                    <a:pt x="1300109" y="63839"/>
                  </a:lnTo>
                  <a:close/>
                  <a:moveTo>
                    <a:pt x="1300109" y="63839"/>
                  </a:moveTo>
                  <a:lnTo>
                    <a:pt x="1343380" y="50943"/>
                  </a:lnTo>
                  <a:lnTo>
                    <a:pt x="1377950" y="45295"/>
                  </a:lnTo>
                  <a:close/>
                  <a:moveTo>
                    <a:pt x="1377950" y="45295"/>
                  </a:moveTo>
                  <a:lnTo>
                    <a:pt x="1343380" y="50943"/>
                  </a:lnTo>
                  <a:lnTo>
                    <a:pt x="1417450" y="18303"/>
                  </a:lnTo>
                  <a:close/>
                  <a:moveTo>
                    <a:pt x="1385446" y="30686"/>
                  </a:moveTo>
                  <a:lnTo>
                    <a:pt x="1427286" y="6593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377950" y="45295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417450" y="18303"/>
                  </a:lnTo>
                  <a:lnTo>
                    <a:pt x="1427286" y="659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24" name="Output_density__4323">
              <a:extLst>
                <a:ext uri="{FF2B5EF4-FFF2-40B4-BE49-F238E27FC236}">
                  <a16:creationId xmlns:a16="http://schemas.microsoft.com/office/drawing/2014/main" id="{103A95CC-47B8-DB00-B259-5DA434BB89CC}"/>
                </a:ext>
              </a:extLst>
            </p:cNvPr>
            <p:cNvSpPr>
              <a:spLocks noGrp="1"/>
            </p:cNvSpPr>
            <p:nvPr/>
          </p:nvSpPr>
          <p:spPr>
            <a:xfrm>
              <a:off x="14884233" y="2387512"/>
              <a:ext cx="1359910" cy="714561"/>
            </a:xfrm>
            <a:custGeom>
              <a:avLst/>
              <a:gdLst/>
              <a:ahLst/>
              <a:cxnLst/>
              <a:rect l="0" t="0" r="0" b="0"/>
              <a:pathLst>
                <a:path w="1359910" h="714561">
                  <a:moveTo>
                    <a:pt x="181821" y="687063"/>
                  </a:moveTo>
                  <a:lnTo>
                    <a:pt x="139992" y="671377"/>
                  </a:lnTo>
                  <a:lnTo>
                    <a:pt x="127320" y="707702"/>
                  </a:lnTo>
                  <a:close/>
                  <a:moveTo>
                    <a:pt x="127320" y="707702"/>
                  </a:moveTo>
                  <a:lnTo>
                    <a:pt x="173202" y="698820"/>
                  </a:lnTo>
                  <a:lnTo>
                    <a:pt x="181821" y="687063"/>
                  </a:lnTo>
                  <a:close/>
                  <a:moveTo>
                    <a:pt x="220603" y="657388"/>
                  </a:moveTo>
                  <a:lnTo>
                    <a:pt x="141559" y="671432"/>
                  </a:lnTo>
                  <a:lnTo>
                    <a:pt x="181821" y="687063"/>
                  </a:lnTo>
                  <a:close/>
                  <a:moveTo>
                    <a:pt x="0" y="516767"/>
                  </a:moveTo>
                  <a:lnTo>
                    <a:pt x="39380" y="503855"/>
                  </a:lnTo>
                  <a:lnTo>
                    <a:pt x="18070" y="507567"/>
                  </a:lnTo>
                  <a:close/>
                  <a:moveTo>
                    <a:pt x="181821" y="687063"/>
                  </a:moveTo>
                  <a:lnTo>
                    <a:pt x="173202" y="698820"/>
                  </a:lnTo>
                  <a:lnTo>
                    <a:pt x="188986" y="695551"/>
                  </a:lnTo>
                  <a:close/>
                  <a:moveTo>
                    <a:pt x="188986" y="695551"/>
                  </a:moveTo>
                  <a:lnTo>
                    <a:pt x="220603" y="657388"/>
                  </a:lnTo>
                  <a:lnTo>
                    <a:pt x="181821" y="687063"/>
                  </a:lnTo>
                  <a:close/>
                  <a:moveTo>
                    <a:pt x="188986" y="695551"/>
                  </a:moveTo>
                  <a:lnTo>
                    <a:pt x="254747" y="680070"/>
                  </a:lnTo>
                  <a:lnTo>
                    <a:pt x="220603" y="657388"/>
                  </a:lnTo>
                  <a:close/>
                  <a:moveTo>
                    <a:pt x="220603" y="657388"/>
                  </a:moveTo>
                  <a:lnTo>
                    <a:pt x="254747" y="680070"/>
                  </a:lnTo>
                  <a:lnTo>
                    <a:pt x="227515" y="647283"/>
                  </a:lnTo>
                  <a:close/>
                  <a:moveTo>
                    <a:pt x="227515" y="647283"/>
                  </a:moveTo>
                  <a:lnTo>
                    <a:pt x="254747" y="680070"/>
                  </a:lnTo>
                  <a:lnTo>
                    <a:pt x="274187" y="674726"/>
                  </a:lnTo>
                  <a:close/>
                  <a:moveTo>
                    <a:pt x="227515" y="647283"/>
                  </a:moveTo>
                  <a:lnTo>
                    <a:pt x="274187" y="674726"/>
                  </a:lnTo>
                  <a:lnTo>
                    <a:pt x="277572" y="623189"/>
                  </a:lnTo>
                  <a:close/>
                  <a:moveTo>
                    <a:pt x="254747" y="680070"/>
                  </a:moveTo>
                  <a:lnTo>
                    <a:pt x="271976" y="714561"/>
                  </a:lnTo>
                  <a:lnTo>
                    <a:pt x="274187" y="674726"/>
                  </a:lnTo>
                  <a:close/>
                  <a:moveTo>
                    <a:pt x="233597" y="392949"/>
                  </a:moveTo>
                  <a:lnTo>
                    <a:pt x="270773" y="420391"/>
                  </a:lnTo>
                  <a:lnTo>
                    <a:pt x="295218" y="368855"/>
                  </a:lnTo>
                  <a:close/>
                  <a:moveTo>
                    <a:pt x="363057" y="396298"/>
                  </a:moveTo>
                  <a:lnTo>
                    <a:pt x="330636" y="405385"/>
                  </a:lnTo>
                  <a:lnTo>
                    <a:pt x="336297" y="463526"/>
                  </a:lnTo>
                  <a:close/>
                  <a:moveTo>
                    <a:pt x="295218" y="368855"/>
                  </a:moveTo>
                  <a:lnTo>
                    <a:pt x="330636" y="405385"/>
                  </a:lnTo>
                  <a:lnTo>
                    <a:pt x="299786" y="367723"/>
                  </a:lnTo>
                  <a:close/>
                  <a:moveTo>
                    <a:pt x="295218" y="368855"/>
                  </a:moveTo>
                  <a:lnTo>
                    <a:pt x="270773" y="420391"/>
                  </a:lnTo>
                  <a:lnTo>
                    <a:pt x="330636" y="405385"/>
                  </a:lnTo>
                  <a:close/>
                  <a:moveTo>
                    <a:pt x="363057" y="396298"/>
                  </a:moveTo>
                  <a:lnTo>
                    <a:pt x="382758" y="374707"/>
                  </a:lnTo>
                  <a:lnTo>
                    <a:pt x="330636" y="405385"/>
                  </a:lnTo>
                  <a:close/>
                  <a:moveTo>
                    <a:pt x="297791" y="366603"/>
                  </a:moveTo>
                  <a:lnTo>
                    <a:pt x="295218" y="368855"/>
                  </a:lnTo>
                  <a:lnTo>
                    <a:pt x="299786" y="367723"/>
                  </a:lnTo>
                  <a:close/>
                  <a:moveTo>
                    <a:pt x="546890" y="475277"/>
                  </a:moveTo>
                  <a:lnTo>
                    <a:pt x="579239" y="450385"/>
                  </a:lnTo>
                  <a:lnTo>
                    <a:pt x="533084" y="480230"/>
                  </a:lnTo>
                  <a:close/>
                  <a:moveTo>
                    <a:pt x="533084" y="480230"/>
                  </a:moveTo>
                  <a:lnTo>
                    <a:pt x="543453" y="491262"/>
                  </a:lnTo>
                  <a:lnTo>
                    <a:pt x="546890" y="475277"/>
                  </a:lnTo>
                  <a:close/>
                  <a:moveTo>
                    <a:pt x="363057" y="396298"/>
                  </a:moveTo>
                  <a:lnTo>
                    <a:pt x="418529" y="434655"/>
                  </a:lnTo>
                  <a:lnTo>
                    <a:pt x="398771" y="387974"/>
                  </a:lnTo>
                  <a:close/>
                  <a:moveTo>
                    <a:pt x="418529" y="434655"/>
                  </a:moveTo>
                  <a:lnTo>
                    <a:pt x="455653" y="379712"/>
                  </a:lnTo>
                  <a:lnTo>
                    <a:pt x="398771" y="387974"/>
                  </a:lnTo>
                  <a:close/>
                  <a:moveTo>
                    <a:pt x="382758" y="374707"/>
                  </a:moveTo>
                  <a:lnTo>
                    <a:pt x="363057" y="396298"/>
                  </a:lnTo>
                  <a:lnTo>
                    <a:pt x="398771" y="387974"/>
                  </a:lnTo>
                  <a:close/>
                  <a:moveTo>
                    <a:pt x="1005518" y="362025"/>
                  </a:moveTo>
                  <a:lnTo>
                    <a:pt x="981946" y="378901"/>
                  </a:lnTo>
                  <a:lnTo>
                    <a:pt x="1014924" y="356781"/>
                  </a:lnTo>
                  <a:close/>
                  <a:moveTo>
                    <a:pt x="978164" y="327365"/>
                  </a:moveTo>
                  <a:lnTo>
                    <a:pt x="1005518" y="362025"/>
                  </a:lnTo>
                  <a:lnTo>
                    <a:pt x="1014707" y="354807"/>
                  </a:lnTo>
                  <a:close/>
                  <a:moveTo>
                    <a:pt x="1005518" y="362025"/>
                  </a:moveTo>
                  <a:lnTo>
                    <a:pt x="1014924" y="356781"/>
                  </a:lnTo>
                  <a:lnTo>
                    <a:pt x="1014707" y="354807"/>
                  </a:lnTo>
                  <a:close/>
                  <a:moveTo>
                    <a:pt x="1014924" y="356781"/>
                  </a:moveTo>
                  <a:lnTo>
                    <a:pt x="1051957" y="387015"/>
                  </a:lnTo>
                  <a:lnTo>
                    <a:pt x="1014707" y="354807"/>
                  </a:lnTo>
                  <a:close/>
                  <a:moveTo>
                    <a:pt x="1014380" y="303271"/>
                  </a:moveTo>
                  <a:lnTo>
                    <a:pt x="1014707" y="354807"/>
                  </a:lnTo>
                  <a:lnTo>
                    <a:pt x="1052151" y="330713"/>
                  </a:lnTo>
                  <a:close/>
                  <a:moveTo>
                    <a:pt x="1014380" y="303271"/>
                  </a:moveTo>
                  <a:lnTo>
                    <a:pt x="1052151" y="330713"/>
                  </a:lnTo>
                  <a:lnTo>
                    <a:pt x="1054335" y="279177"/>
                  </a:lnTo>
                  <a:close/>
                  <a:moveTo>
                    <a:pt x="1054335" y="279177"/>
                  </a:moveTo>
                  <a:lnTo>
                    <a:pt x="1068739" y="248407"/>
                  </a:lnTo>
                  <a:lnTo>
                    <a:pt x="1032299" y="251734"/>
                  </a:lnTo>
                  <a:close/>
                  <a:moveTo>
                    <a:pt x="1104408" y="246868"/>
                  </a:moveTo>
                  <a:lnTo>
                    <a:pt x="1054335" y="279177"/>
                  </a:lnTo>
                  <a:lnTo>
                    <a:pt x="1103283" y="255083"/>
                  </a:lnTo>
                  <a:close/>
                  <a:moveTo>
                    <a:pt x="1104408" y="246868"/>
                  </a:moveTo>
                  <a:lnTo>
                    <a:pt x="1068739" y="248407"/>
                  </a:lnTo>
                  <a:lnTo>
                    <a:pt x="1054335" y="279177"/>
                  </a:lnTo>
                  <a:close/>
                  <a:moveTo>
                    <a:pt x="1066170" y="176103"/>
                  </a:moveTo>
                  <a:lnTo>
                    <a:pt x="1108846" y="203546"/>
                  </a:lnTo>
                  <a:lnTo>
                    <a:pt x="1110563" y="152010"/>
                  </a:lnTo>
                  <a:close/>
                  <a:moveTo>
                    <a:pt x="1104408" y="246868"/>
                  </a:moveTo>
                  <a:lnTo>
                    <a:pt x="1111066" y="251456"/>
                  </a:lnTo>
                  <a:lnTo>
                    <a:pt x="1108846" y="203546"/>
                  </a:lnTo>
                  <a:close/>
                  <a:moveTo>
                    <a:pt x="1110563" y="152010"/>
                  </a:moveTo>
                  <a:lnTo>
                    <a:pt x="1162711" y="155277"/>
                  </a:lnTo>
                  <a:lnTo>
                    <a:pt x="1138776" y="141425"/>
                  </a:lnTo>
                  <a:close/>
                  <a:moveTo>
                    <a:pt x="1152328" y="179452"/>
                  </a:moveTo>
                  <a:lnTo>
                    <a:pt x="1162711" y="155277"/>
                  </a:lnTo>
                  <a:lnTo>
                    <a:pt x="1110563" y="152010"/>
                  </a:lnTo>
                  <a:close/>
                  <a:moveTo>
                    <a:pt x="1108846" y="203546"/>
                  </a:moveTo>
                  <a:lnTo>
                    <a:pt x="1152328" y="179452"/>
                  </a:lnTo>
                  <a:lnTo>
                    <a:pt x="1110563" y="152010"/>
                  </a:lnTo>
                  <a:close/>
                  <a:moveTo>
                    <a:pt x="1175058" y="127916"/>
                  </a:moveTo>
                  <a:lnTo>
                    <a:pt x="1154734" y="76379"/>
                  </a:lnTo>
                  <a:lnTo>
                    <a:pt x="1138776" y="141425"/>
                  </a:lnTo>
                  <a:close/>
                  <a:moveTo>
                    <a:pt x="1154734" y="76379"/>
                  </a:moveTo>
                  <a:lnTo>
                    <a:pt x="1133309" y="83126"/>
                  </a:lnTo>
                  <a:lnTo>
                    <a:pt x="1138776" y="141425"/>
                  </a:lnTo>
                  <a:close/>
                  <a:moveTo>
                    <a:pt x="1138776" y="141425"/>
                  </a:moveTo>
                  <a:lnTo>
                    <a:pt x="1162711" y="155277"/>
                  </a:lnTo>
                  <a:lnTo>
                    <a:pt x="1175058" y="127916"/>
                  </a:lnTo>
                  <a:close/>
                  <a:moveTo>
                    <a:pt x="1162711" y="155277"/>
                  </a:moveTo>
                  <a:lnTo>
                    <a:pt x="1187621" y="164457"/>
                  </a:lnTo>
                  <a:lnTo>
                    <a:pt x="1175058" y="127916"/>
                  </a:lnTo>
                  <a:close/>
                  <a:moveTo>
                    <a:pt x="1175058" y="127916"/>
                  </a:moveTo>
                  <a:lnTo>
                    <a:pt x="1206102" y="155358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175058" y="127916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210736" y="103822"/>
                  </a:lnTo>
                  <a:lnTo>
                    <a:pt x="1209491" y="52285"/>
                  </a:lnTo>
                  <a:close/>
                  <a:moveTo>
                    <a:pt x="1215225" y="42040"/>
                  </a:moveTo>
                  <a:lnTo>
                    <a:pt x="1154734" y="76379"/>
                  </a:lnTo>
                  <a:lnTo>
                    <a:pt x="1209491" y="52285"/>
                  </a:lnTo>
                  <a:close/>
                  <a:moveTo>
                    <a:pt x="1209491" y="52285"/>
                  </a:moveTo>
                  <a:lnTo>
                    <a:pt x="1259695" y="73408"/>
                  </a:lnTo>
                  <a:lnTo>
                    <a:pt x="1226399" y="45428"/>
                  </a:lnTo>
                  <a:close/>
                  <a:moveTo>
                    <a:pt x="1215225" y="42040"/>
                  </a:moveTo>
                  <a:lnTo>
                    <a:pt x="1209491" y="52285"/>
                  </a:lnTo>
                  <a:lnTo>
                    <a:pt x="1226399" y="45428"/>
                  </a:lnTo>
                  <a:close/>
                  <a:moveTo>
                    <a:pt x="1289218" y="9114"/>
                  </a:moveTo>
                  <a:lnTo>
                    <a:pt x="1226399" y="45428"/>
                  </a:lnTo>
                  <a:lnTo>
                    <a:pt x="1271001" y="28192"/>
                  </a:lnTo>
                  <a:close/>
                  <a:moveTo>
                    <a:pt x="1215225" y="42040"/>
                  </a:moveTo>
                  <a:lnTo>
                    <a:pt x="1226399" y="45428"/>
                  </a:lnTo>
                  <a:lnTo>
                    <a:pt x="1289218" y="9114"/>
                  </a:lnTo>
                  <a:close/>
                  <a:moveTo>
                    <a:pt x="1226399" y="45428"/>
                  </a:moveTo>
                  <a:lnTo>
                    <a:pt x="1259695" y="73408"/>
                  </a:lnTo>
                  <a:lnTo>
                    <a:pt x="1271001" y="28192"/>
                  </a:lnTo>
                  <a:close/>
                  <a:moveTo>
                    <a:pt x="1328920" y="62806"/>
                  </a:moveTo>
                  <a:lnTo>
                    <a:pt x="1359910" y="12850"/>
                  </a:lnTo>
                  <a:lnTo>
                    <a:pt x="1305672" y="18963"/>
                  </a:lnTo>
                  <a:close/>
                  <a:moveTo>
                    <a:pt x="1289218" y="9114"/>
                  </a:moveTo>
                  <a:lnTo>
                    <a:pt x="1271001" y="28192"/>
                  </a:lnTo>
                  <a:lnTo>
                    <a:pt x="1305672" y="18963"/>
                  </a:lnTo>
                  <a:close/>
                  <a:moveTo>
                    <a:pt x="1305672" y="18963"/>
                  </a:moveTo>
                  <a:lnTo>
                    <a:pt x="1333500" y="0"/>
                  </a:lnTo>
                  <a:lnTo>
                    <a:pt x="1289218" y="9114"/>
                  </a:lnTo>
                  <a:close/>
                  <a:moveTo>
                    <a:pt x="1305672" y="18963"/>
                  </a:moveTo>
                  <a:lnTo>
                    <a:pt x="1359910" y="12850"/>
                  </a:lnTo>
                  <a:lnTo>
                    <a:pt x="1333500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25" name="Output_density__4324">
              <a:extLst>
                <a:ext uri="{FF2B5EF4-FFF2-40B4-BE49-F238E27FC236}">
                  <a16:creationId xmlns:a16="http://schemas.microsoft.com/office/drawing/2014/main" id="{25B54DA7-1A35-4887-7197-F0E229116F0B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468526" cy="979664"/>
            </a:xfrm>
            <a:custGeom>
              <a:avLst/>
              <a:gdLst/>
              <a:ahLst/>
              <a:cxnLst/>
              <a:rect l="0" t="0" r="0" b="0"/>
              <a:pathLst>
                <a:path w="1468526" h="979664">
                  <a:moveTo>
                    <a:pt x="143938" y="842974"/>
                  </a:moveTo>
                  <a:lnTo>
                    <a:pt x="191686" y="899530"/>
                  </a:lnTo>
                  <a:lnTo>
                    <a:pt x="194940" y="883590"/>
                  </a:lnTo>
                  <a:close/>
                  <a:moveTo>
                    <a:pt x="191686" y="899530"/>
                  </a:moveTo>
                  <a:lnTo>
                    <a:pt x="209841" y="894510"/>
                  </a:lnTo>
                  <a:lnTo>
                    <a:pt x="194940" y="883590"/>
                  </a:lnTo>
                  <a:close/>
                  <a:moveTo>
                    <a:pt x="287865" y="921953"/>
                  </a:moveTo>
                  <a:lnTo>
                    <a:pt x="267356" y="979664"/>
                  </a:lnTo>
                  <a:lnTo>
                    <a:pt x="288166" y="922572"/>
                  </a:lnTo>
                  <a:close/>
                  <a:moveTo>
                    <a:pt x="287865" y="921953"/>
                  </a:moveTo>
                  <a:lnTo>
                    <a:pt x="240872" y="946047"/>
                  </a:lnTo>
                  <a:lnTo>
                    <a:pt x="267356" y="979664"/>
                  </a:lnTo>
                  <a:close/>
                  <a:moveTo>
                    <a:pt x="264609" y="878227"/>
                  </a:moveTo>
                  <a:lnTo>
                    <a:pt x="194940" y="883590"/>
                  </a:lnTo>
                  <a:lnTo>
                    <a:pt x="209841" y="894510"/>
                  </a:lnTo>
                  <a:close/>
                  <a:moveTo>
                    <a:pt x="22255" y="627079"/>
                  </a:moveTo>
                  <a:lnTo>
                    <a:pt x="12813" y="617290"/>
                  </a:lnTo>
                  <a:lnTo>
                    <a:pt x="40955" y="664270"/>
                  </a:lnTo>
                  <a:close/>
                  <a:moveTo>
                    <a:pt x="40955" y="664270"/>
                  </a:moveTo>
                  <a:lnTo>
                    <a:pt x="12813" y="617290"/>
                  </a:lnTo>
                  <a:lnTo>
                    <a:pt x="0" y="636828"/>
                  </a:lnTo>
                  <a:close/>
                  <a:moveTo>
                    <a:pt x="12813" y="617290"/>
                  </a:moveTo>
                  <a:lnTo>
                    <a:pt x="16462" y="605420"/>
                  </a:lnTo>
                  <a:lnTo>
                    <a:pt x="0" y="636828"/>
                  </a:lnTo>
                  <a:close/>
                  <a:moveTo>
                    <a:pt x="0" y="636828"/>
                  </a:moveTo>
                  <a:lnTo>
                    <a:pt x="16462" y="605420"/>
                  </a:lnTo>
                  <a:lnTo>
                    <a:pt x="21428" y="561197"/>
                  </a:lnTo>
                  <a:close/>
                  <a:moveTo>
                    <a:pt x="288166" y="922572"/>
                  </a:moveTo>
                  <a:lnTo>
                    <a:pt x="334234" y="897859"/>
                  </a:lnTo>
                  <a:lnTo>
                    <a:pt x="288479" y="921565"/>
                  </a:lnTo>
                  <a:close/>
                  <a:moveTo>
                    <a:pt x="334234" y="897859"/>
                  </a:moveTo>
                  <a:lnTo>
                    <a:pt x="285537" y="861213"/>
                  </a:lnTo>
                  <a:lnTo>
                    <a:pt x="284101" y="870417"/>
                  </a:lnTo>
                  <a:close/>
                  <a:moveTo>
                    <a:pt x="287809" y="921234"/>
                  </a:moveTo>
                  <a:lnTo>
                    <a:pt x="288479" y="921565"/>
                  </a:lnTo>
                  <a:lnTo>
                    <a:pt x="334234" y="897859"/>
                  </a:lnTo>
                  <a:close/>
                  <a:moveTo>
                    <a:pt x="284101" y="870417"/>
                  </a:moveTo>
                  <a:lnTo>
                    <a:pt x="287809" y="921234"/>
                  </a:lnTo>
                  <a:lnTo>
                    <a:pt x="334234" y="897859"/>
                  </a:lnTo>
                  <a:close/>
                  <a:moveTo>
                    <a:pt x="191072" y="649058"/>
                  </a:moveTo>
                  <a:lnTo>
                    <a:pt x="206435" y="656769"/>
                  </a:lnTo>
                  <a:lnTo>
                    <a:pt x="236954" y="640176"/>
                  </a:lnTo>
                  <a:close/>
                  <a:moveTo>
                    <a:pt x="72551" y="505553"/>
                  </a:moveTo>
                  <a:lnTo>
                    <a:pt x="78256" y="485566"/>
                  </a:lnTo>
                  <a:lnTo>
                    <a:pt x="59205" y="509660"/>
                  </a:lnTo>
                  <a:close/>
                  <a:moveTo>
                    <a:pt x="298304" y="667619"/>
                  </a:moveTo>
                  <a:lnTo>
                    <a:pt x="335727" y="655918"/>
                  </a:lnTo>
                  <a:lnTo>
                    <a:pt x="291831" y="667868"/>
                  </a:lnTo>
                  <a:close/>
                  <a:moveTo>
                    <a:pt x="291831" y="667868"/>
                  </a:moveTo>
                  <a:lnTo>
                    <a:pt x="292392" y="668570"/>
                  </a:lnTo>
                  <a:lnTo>
                    <a:pt x="298304" y="667619"/>
                  </a:lnTo>
                  <a:close/>
                  <a:moveTo>
                    <a:pt x="292392" y="668570"/>
                  </a:moveTo>
                  <a:lnTo>
                    <a:pt x="291831" y="667868"/>
                  </a:lnTo>
                  <a:lnTo>
                    <a:pt x="290337" y="667619"/>
                  </a:lnTo>
                  <a:close/>
                  <a:moveTo>
                    <a:pt x="103132" y="445211"/>
                  </a:moveTo>
                  <a:lnTo>
                    <a:pt x="78256" y="485566"/>
                  </a:lnTo>
                  <a:lnTo>
                    <a:pt x="96794" y="461291"/>
                  </a:lnTo>
                  <a:close/>
                  <a:moveTo>
                    <a:pt x="132009" y="418280"/>
                  </a:moveTo>
                  <a:lnTo>
                    <a:pt x="103132" y="445211"/>
                  </a:lnTo>
                  <a:lnTo>
                    <a:pt x="96794" y="461291"/>
                  </a:lnTo>
                  <a:close/>
                  <a:moveTo>
                    <a:pt x="503175" y="798224"/>
                  </a:moveTo>
                  <a:lnTo>
                    <a:pt x="457949" y="746598"/>
                  </a:lnTo>
                  <a:lnTo>
                    <a:pt x="437314" y="751043"/>
                  </a:lnTo>
                  <a:close/>
                  <a:moveTo>
                    <a:pt x="437314" y="751043"/>
                  </a:moveTo>
                  <a:lnTo>
                    <a:pt x="398383" y="695062"/>
                  </a:lnTo>
                  <a:lnTo>
                    <a:pt x="357979" y="714816"/>
                  </a:lnTo>
                  <a:close/>
                  <a:moveTo>
                    <a:pt x="437314" y="751043"/>
                  </a:moveTo>
                  <a:lnTo>
                    <a:pt x="357979" y="714816"/>
                  </a:lnTo>
                  <a:lnTo>
                    <a:pt x="382570" y="757567"/>
                  </a:lnTo>
                  <a:close/>
                  <a:moveTo>
                    <a:pt x="437314" y="751043"/>
                  </a:moveTo>
                  <a:lnTo>
                    <a:pt x="457949" y="746598"/>
                  </a:lnTo>
                  <a:lnTo>
                    <a:pt x="436448" y="722921"/>
                  </a:lnTo>
                  <a:close/>
                  <a:moveTo>
                    <a:pt x="298304" y="667619"/>
                  </a:moveTo>
                  <a:lnTo>
                    <a:pt x="375487" y="669674"/>
                  </a:lnTo>
                  <a:lnTo>
                    <a:pt x="363084" y="643525"/>
                  </a:lnTo>
                  <a:close/>
                  <a:moveTo>
                    <a:pt x="357979" y="714816"/>
                  </a:moveTo>
                  <a:lnTo>
                    <a:pt x="398383" y="695062"/>
                  </a:lnTo>
                  <a:lnTo>
                    <a:pt x="375487" y="669674"/>
                  </a:lnTo>
                  <a:close/>
                  <a:moveTo>
                    <a:pt x="363615" y="625284"/>
                  </a:moveTo>
                  <a:lnTo>
                    <a:pt x="298304" y="667619"/>
                  </a:lnTo>
                  <a:lnTo>
                    <a:pt x="363084" y="643525"/>
                  </a:lnTo>
                  <a:close/>
                  <a:moveTo>
                    <a:pt x="363615" y="625284"/>
                  </a:moveTo>
                  <a:lnTo>
                    <a:pt x="364899" y="591988"/>
                  </a:lnTo>
                  <a:lnTo>
                    <a:pt x="337939" y="616082"/>
                  </a:lnTo>
                  <a:close/>
                  <a:moveTo>
                    <a:pt x="174973" y="385842"/>
                  </a:moveTo>
                  <a:lnTo>
                    <a:pt x="178642" y="408192"/>
                  </a:lnTo>
                  <a:lnTo>
                    <a:pt x="162338" y="396775"/>
                  </a:lnTo>
                  <a:close/>
                  <a:moveTo>
                    <a:pt x="201420" y="368219"/>
                  </a:moveTo>
                  <a:lnTo>
                    <a:pt x="174973" y="385842"/>
                  </a:lnTo>
                  <a:lnTo>
                    <a:pt x="224208" y="371148"/>
                  </a:lnTo>
                  <a:close/>
                  <a:moveTo>
                    <a:pt x="277765" y="365589"/>
                  </a:moveTo>
                  <a:lnTo>
                    <a:pt x="224208" y="371148"/>
                  </a:lnTo>
                  <a:lnTo>
                    <a:pt x="283117" y="364093"/>
                  </a:lnTo>
                  <a:close/>
                  <a:moveTo>
                    <a:pt x="224208" y="371148"/>
                  </a:moveTo>
                  <a:lnTo>
                    <a:pt x="240079" y="377856"/>
                  </a:lnTo>
                  <a:lnTo>
                    <a:pt x="283117" y="364093"/>
                  </a:lnTo>
                  <a:close/>
                  <a:moveTo>
                    <a:pt x="277765" y="365589"/>
                  </a:moveTo>
                  <a:lnTo>
                    <a:pt x="283117" y="364093"/>
                  </a:lnTo>
                  <a:lnTo>
                    <a:pt x="330289" y="365785"/>
                  </a:lnTo>
                  <a:close/>
                  <a:moveTo>
                    <a:pt x="791422" y="904556"/>
                  </a:moveTo>
                  <a:lnTo>
                    <a:pt x="782671" y="853020"/>
                  </a:lnTo>
                  <a:lnTo>
                    <a:pt x="797642" y="928650"/>
                  </a:lnTo>
                  <a:close/>
                  <a:moveTo>
                    <a:pt x="770725" y="801483"/>
                  </a:moveTo>
                  <a:lnTo>
                    <a:pt x="747755" y="825577"/>
                  </a:lnTo>
                  <a:lnTo>
                    <a:pt x="782671" y="853020"/>
                  </a:lnTo>
                  <a:close/>
                  <a:moveTo>
                    <a:pt x="321921" y="392434"/>
                  </a:moveTo>
                  <a:lnTo>
                    <a:pt x="330289" y="365785"/>
                  </a:lnTo>
                  <a:lnTo>
                    <a:pt x="283117" y="364093"/>
                  </a:lnTo>
                  <a:close/>
                  <a:moveTo>
                    <a:pt x="321921" y="392434"/>
                  </a:moveTo>
                  <a:lnTo>
                    <a:pt x="364265" y="395991"/>
                  </a:lnTo>
                  <a:lnTo>
                    <a:pt x="330289" y="365785"/>
                  </a:lnTo>
                  <a:close/>
                  <a:moveTo>
                    <a:pt x="364265" y="395991"/>
                  </a:moveTo>
                  <a:lnTo>
                    <a:pt x="334525" y="361748"/>
                  </a:lnTo>
                  <a:lnTo>
                    <a:pt x="330289" y="365785"/>
                  </a:lnTo>
                  <a:close/>
                  <a:moveTo>
                    <a:pt x="394388" y="346741"/>
                  </a:moveTo>
                  <a:lnTo>
                    <a:pt x="334525" y="361748"/>
                  </a:lnTo>
                  <a:lnTo>
                    <a:pt x="364265" y="395991"/>
                  </a:lnTo>
                  <a:close/>
                  <a:moveTo>
                    <a:pt x="400049" y="404882"/>
                  </a:moveTo>
                  <a:lnTo>
                    <a:pt x="394388" y="346741"/>
                  </a:lnTo>
                  <a:lnTo>
                    <a:pt x="364265" y="395991"/>
                  </a:lnTo>
                  <a:close/>
                  <a:moveTo>
                    <a:pt x="438437" y="389191"/>
                  </a:moveTo>
                  <a:lnTo>
                    <a:pt x="426809" y="337654"/>
                  </a:lnTo>
                  <a:lnTo>
                    <a:pt x="400049" y="404882"/>
                  </a:lnTo>
                  <a:close/>
                  <a:moveTo>
                    <a:pt x="770725" y="801483"/>
                  </a:moveTo>
                  <a:lnTo>
                    <a:pt x="853355" y="828926"/>
                  </a:lnTo>
                  <a:lnTo>
                    <a:pt x="839309" y="777607"/>
                  </a:lnTo>
                  <a:close/>
                  <a:moveTo>
                    <a:pt x="840628" y="777390"/>
                  </a:moveTo>
                  <a:lnTo>
                    <a:pt x="839309" y="777607"/>
                  </a:lnTo>
                  <a:lnTo>
                    <a:pt x="853301" y="828703"/>
                  </a:lnTo>
                  <a:close/>
                  <a:moveTo>
                    <a:pt x="604077" y="468170"/>
                  </a:moveTo>
                  <a:lnTo>
                    <a:pt x="574622" y="492264"/>
                  </a:lnTo>
                  <a:lnTo>
                    <a:pt x="615493" y="519707"/>
                  </a:lnTo>
                  <a:close/>
                  <a:moveTo>
                    <a:pt x="438437" y="389191"/>
                  </a:moveTo>
                  <a:lnTo>
                    <a:pt x="474312" y="420010"/>
                  </a:lnTo>
                  <a:lnTo>
                    <a:pt x="482280" y="376011"/>
                  </a:lnTo>
                  <a:close/>
                  <a:moveTo>
                    <a:pt x="474312" y="420010"/>
                  </a:moveTo>
                  <a:lnTo>
                    <a:pt x="542039" y="365097"/>
                  </a:lnTo>
                  <a:lnTo>
                    <a:pt x="482280" y="376011"/>
                  </a:lnTo>
                  <a:close/>
                  <a:moveTo>
                    <a:pt x="542529" y="365487"/>
                  </a:moveTo>
                  <a:lnTo>
                    <a:pt x="542039" y="365097"/>
                  </a:lnTo>
                  <a:lnTo>
                    <a:pt x="474312" y="420010"/>
                  </a:lnTo>
                  <a:close/>
                  <a:moveTo>
                    <a:pt x="542039" y="365097"/>
                  </a:moveTo>
                  <a:lnTo>
                    <a:pt x="542312" y="364675"/>
                  </a:lnTo>
                  <a:lnTo>
                    <a:pt x="482280" y="376011"/>
                  </a:lnTo>
                  <a:close/>
                  <a:moveTo>
                    <a:pt x="840628" y="777390"/>
                  </a:moveTo>
                  <a:lnTo>
                    <a:pt x="853368" y="828920"/>
                  </a:lnTo>
                  <a:lnTo>
                    <a:pt x="889561" y="804832"/>
                  </a:lnTo>
                  <a:close/>
                  <a:moveTo>
                    <a:pt x="966440" y="767460"/>
                  </a:moveTo>
                  <a:lnTo>
                    <a:pt x="937588" y="773672"/>
                  </a:lnTo>
                  <a:lnTo>
                    <a:pt x="939588" y="753296"/>
                  </a:lnTo>
                  <a:close/>
                  <a:moveTo>
                    <a:pt x="604077" y="468170"/>
                  </a:moveTo>
                  <a:lnTo>
                    <a:pt x="615493" y="519707"/>
                  </a:lnTo>
                  <a:lnTo>
                    <a:pt x="631091" y="495612"/>
                  </a:lnTo>
                  <a:close/>
                  <a:moveTo>
                    <a:pt x="542039" y="365097"/>
                  </a:moveTo>
                  <a:lnTo>
                    <a:pt x="542529" y="365487"/>
                  </a:lnTo>
                  <a:lnTo>
                    <a:pt x="542518" y="365022"/>
                  </a:lnTo>
                  <a:close/>
                  <a:moveTo>
                    <a:pt x="542312" y="364675"/>
                  </a:moveTo>
                  <a:lnTo>
                    <a:pt x="542039" y="365097"/>
                  </a:lnTo>
                  <a:lnTo>
                    <a:pt x="542518" y="365022"/>
                  </a:lnTo>
                  <a:close/>
                  <a:moveTo>
                    <a:pt x="542518" y="365022"/>
                  </a:moveTo>
                  <a:lnTo>
                    <a:pt x="542529" y="365487"/>
                  </a:lnTo>
                  <a:lnTo>
                    <a:pt x="543003" y="365097"/>
                  </a:lnTo>
                  <a:close/>
                  <a:moveTo>
                    <a:pt x="542518" y="365022"/>
                  </a:moveTo>
                  <a:lnTo>
                    <a:pt x="543003" y="365097"/>
                  </a:lnTo>
                  <a:lnTo>
                    <a:pt x="542312" y="364675"/>
                  </a:lnTo>
                  <a:close/>
                  <a:moveTo>
                    <a:pt x="939588" y="753296"/>
                  </a:moveTo>
                  <a:lnTo>
                    <a:pt x="990798" y="793156"/>
                  </a:lnTo>
                  <a:lnTo>
                    <a:pt x="966440" y="767460"/>
                  </a:lnTo>
                  <a:close/>
                  <a:moveTo>
                    <a:pt x="973129" y="753296"/>
                  </a:moveTo>
                  <a:lnTo>
                    <a:pt x="1042908" y="743783"/>
                  </a:lnTo>
                  <a:lnTo>
                    <a:pt x="1032517" y="729202"/>
                  </a:lnTo>
                  <a:close/>
                  <a:moveTo>
                    <a:pt x="973129" y="753296"/>
                  </a:moveTo>
                  <a:lnTo>
                    <a:pt x="966440" y="767460"/>
                  </a:lnTo>
                  <a:lnTo>
                    <a:pt x="990798" y="793156"/>
                  </a:lnTo>
                  <a:close/>
                  <a:moveTo>
                    <a:pt x="964882" y="688740"/>
                  </a:moveTo>
                  <a:lnTo>
                    <a:pt x="939588" y="753296"/>
                  </a:lnTo>
                  <a:lnTo>
                    <a:pt x="959037" y="739777"/>
                  </a:lnTo>
                  <a:close/>
                  <a:moveTo>
                    <a:pt x="1032517" y="729202"/>
                  </a:moveTo>
                  <a:lnTo>
                    <a:pt x="1033829" y="709838"/>
                  </a:lnTo>
                  <a:lnTo>
                    <a:pt x="973129" y="753296"/>
                  </a:lnTo>
                  <a:close/>
                  <a:moveTo>
                    <a:pt x="973129" y="753296"/>
                  </a:moveTo>
                  <a:lnTo>
                    <a:pt x="1033829" y="70983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33829" y="709838"/>
                  </a:lnTo>
                  <a:lnTo>
                    <a:pt x="1021823" y="680430"/>
                  </a:lnTo>
                  <a:close/>
                  <a:moveTo>
                    <a:pt x="973129" y="753296"/>
                  </a:moveTo>
                  <a:lnTo>
                    <a:pt x="964882" y="688740"/>
                  </a:lnTo>
                  <a:lnTo>
                    <a:pt x="959037" y="739777"/>
                  </a:lnTo>
                  <a:close/>
                  <a:moveTo>
                    <a:pt x="969700" y="644746"/>
                  </a:moveTo>
                  <a:lnTo>
                    <a:pt x="952411" y="62612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21823" y="680430"/>
                  </a:lnTo>
                  <a:lnTo>
                    <a:pt x="969700" y="644746"/>
                  </a:lnTo>
                  <a:close/>
                  <a:moveTo>
                    <a:pt x="703834" y="349425"/>
                  </a:moveTo>
                  <a:lnTo>
                    <a:pt x="673786" y="371982"/>
                  </a:lnTo>
                  <a:lnTo>
                    <a:pt x="653146" y="392539"/>
                  </a:lnTo>
                  <a:close/>
                  <a:moveTo>
                    <a:pt x="1055122" y="654547"/>
                  </a:moveTo>
                  <a:lnTo>
                    <a:pt x="1032517" y="729202"/>
                  </a:lnTo>
                  <a:lnTo>
                    <a:pt x="1052607" y="705108"/>
                  </a:lnTo>
                  <a:close/>
                  <a:moveTo>
                    <a:pt x="1055122" y="654547"/>
                  </a:moveTo>
                  <a:lnTo>
                    <a:pt x="1033829" y="709838"/>
                  </a:lnTo>
                  <a:lnTo>
                    <a:pt x="1032517" y="729202"/>
                  </a:lnTo>
                  <a:close/>
                  <a:moveTo>
                    <a:pt x="1055178" y="653571"/>
                  </a:moveTo>
                  <a:lnTo>
                    <a:pt x="1088304" y="603934"/>
                  </a:lnTo>
                  <a:lnTo>
                    <a:pt x="1043296" y="677665"/>
                  </a:lnTo>
                  <a:close/>
                  <a:moveTo>
                    <a:pt x="952411" y="626128"/>
                  </a:moveTo>
                  <a:lnTo>
                    <a:pt x="969700" y="644746"/>
                  </a:lnTo>
                  <a:lnTo>
                    <a:pt x="969924" y="621898"/>
                  </a:lnTo>
                  <a:close/>
                  <a:moveTo>
                    <a:pt x="1016210" y="622251"/>
                  </a:moveTo>
                  <a:lnTo>
                    <a:pt x="969924" y="621898"/>
                  </a:lnTo>
                  <a:lnTo>
                    <a:pt x="969700" y="644746"/>
                  </a:lnTo>
                  <a:close/>
                  <a:moveTo>
                    <a:pt x="777355" y="314733"/>
                  </a:moveTo>
                  <a:lnTo>
                    <a:pt x="745526" y="330627"/>
                  </a:lnTo>
                  <a:lnTo>
                    <a:pt x="703834" y="349425"/>
                  </a:lnTo>
                  <a:close/>
                  <a:moveTo>
                    <a:pt x="820285" y="300565"/>
                  </a:moveTo>
                  <a:lnTo>
                    <a:pt x="745526" y="330627"/>
                  </a:lnTo>
                  <a:lnTo>
                    <a:pt x="777355" y="314733"/>
                  </a:lnTo>
                  <a:close/>
                  <a:moveTo>
                    <a:pt x="1052607" y="705108"/>
                  </a:moveTo>
                  <a:lnTo>
                    <a:pt x="1056951" y="651871"/>
                  </a:lnTo>
                  <a:lnTo>
                    <a:pt x="1055122" y="654547"/>
                  </a:lnTo>
                  <a:close/>
                  <a:moveTo>
                    <a:pt x="1055178" y="653571"/>
                  </a:moveTo>
                  <a:lnTo>
                    <a:pt x="1055122" y="654547"/>
                  </a:lnTo>
                  <a:lnTo>
                    <a:pt x="1056951" y="651871"/>
                  </a:lnTo>
                  <a:close/>
                  <a:moveTo>
                    <a:pt x="820285" y="300565"/>
                  </a:moveTo>
                  <a:lnTo>
                    <a:pt x="777355" y="314733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03191" y="300956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28503" y="303876"/>
                  </a:lnTo>
                  <a:lnTo>
                    <a:pt x="903191" y="300956"/>
                  </a:lnTo>
                  <a:close/>
                  <a:moveTo>
                    <a:pt x="1125890" y="339762"/>
                  </a:moveTo>
                  <a:lnTo>
                    <a:pt x="1060042" y="347700"/>
                  </a:lnTo>
                  <a:lnTo>
                    <a:pt x="1046678" y="353176"/>
                  </a:lnTo>
                  <a:close/>
                  <a:moveTo>
                    <a:pt x="1125890" y="339762"/>
                  </a:moveTo>
                  <a:lnTo>
                    <a:pt x="1046678" y="353176"/>
                  </a:lnTo>
                  <a:lnTo>
                    <a:pt x="1081269" y="347608"/>
                  </a:lnTo>
                  <a:close/>
                  <a:moveTo>
                    <a:pt x="1395985" y="252440"/>
                  </a:moveTo>
                  <a:lnTo>
                    <a:pt x="1397088" y="250321"/>
                  </a:lnTo>
                  <a:lnTo>
                    <a:pt x="1340442" y="259613"/>
                  </a:lnTo>
                  <a:close/>
                  <a:moveTo>
                    <a:pt x="1395985" y="252440"/>
                  </a:moveTo>
                  <a:lnTo>
                    <a:pt x="1340442" y="259613"/>
                  </a:lnTo>
                  <a:lnTo>
                    <a:pt x="1397922" y="253438"/>
                  </a:lnTo>
                  <a:close/>
                  <a:moveTo>
                    <a:pt x="1340442" y="259613"/>
                  </a:moveTo>
                  <a:lnTo>
                    <a:pt x="1360474" y="288102"/>
                  </a:lnTo>
                  <a:lnTo>
                    <a:pt x="1397922" y="253438"/>
                  </a:lnTo>
                  <a:close/>
                  <a:moveTo>
                    <a:pt x="1395985" y="252440"/>
                  </a:moveTo>
                  <a:lnTo>
                    <a:pt x="1399265" y="251325"/>
                  </a:lnTo>
                  <a:lnTo>
                    <a:pt x="1397088" y="250321"/>
                  </a:lnTo>
                  <a:close/>
                  <a:moveTo>
                    <a:pt x="1395985" y="252440"/>
                  </a:moveTo>
                  <a:lnTo>
                    <a:pt x="1397922" y="253438"/>
                  </a:lnTo>
                  <a:lnTo>
                    <a:pt x="1399265" y="251325"/>
                  </a:lnTo>
                  <a:close/>
                  <a:moveTo>
                    <a:pt x="1423236" y="293027"/>
                  </a:moveTo>
                  <a:lnTo>
                    <a:pt x="1399265" y="251325"/>
                  </a:lnTo>
                  <a:lnTo>
                    <a:pt x="1397922" y="253438"/>
                  </a:lnTo>
                  <a:close/>
                  <a:moveTo>
                    <a:pt x="1467162" y="232556"/>
                  </a:moveTo>
                  <a:lnTo>
                    <a:pt x="1399265" y="251325"/>
                  </a:lnTo>
                  <a:lnTo>
                    <a:pt x="1423236" y="293027"/>
                  </a:lnTo>
                  <a:close/>
                  <a:moveTo>
                    <a:pt x="1399265" y="251325"/>
                  </a:moveTo>
                  <a:lnTo>
                    <a:pt x="1467162" y="232556"/>
                  </a:lnTo>
                  <a:lnTo>
                    <a:pt x="1397088" y="250321"/>
                  </a:lnTo>
                  <a:close/>
                  <a:moveTo>
                    <a:pt x="1397088" y="250321"/>
                  </a:moveTo>
                  <a:lnTo>
                    <a:pt x="1468526" y="207840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97088" y="250321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39163" y="199788"/>
                  </a:lnTo>
                  <a:lnTo>
                    <a:pt x="1397088" y="250321"/>
                  </a:lnTo>
                  <a:close/>
                  <a:moveTo>
                    <a:pt x="1355937" y="124158"/>
                  </a:moveTo>
                  <a:lnTo>
                    <a:pt x="1339163" y="199788"/>
                  </a:lnTo>
                  <a:lnTo>
                    <a:pt x="1407926" y="175694"/>
                  </a:lnTo>
                  <a:close/>
                  <a:moveTo>
                    <a:pt x="1466137" y="170647"/>
                  </a:moveTo>
                  <a:lnTo>
                    <a:pt x="1415436" y="173883"/>
                  </a:lnTo>
                  <a:lnTo>
                    <a:pt x="1415366" y="183759"/>
                  </a:lnTo>
                  <a:close/>
                  <a:moveTo>
                    <a:pt x="1402463" y="58944"/>
                  </a:moveTo>
                  <a:lnTo>
                    <a:pt x="1351522" y="62376"/>
                  </a:lnTo>
                  <a:lnTo>
                    <a:pt x="1410568" y="115098"/>
                  </a:lnTo>
                  <a:close/>
                  <a:moveTo>
                    <a:pt x="1351522" y="62376"/>
                  </a:moveTo>
                  <a:lnTo>
                    <a:pt x="1402463" y="58944"/>
                  </a:lnTo>
                  <a:lnTo>
                    <a:pt x="1392671" y="4162"/>
                  </a:lnTo>
                  <a:close/>
                  <a:moveTo>
                    <a:pt x="1402463" y="58944"/>
                  </a:moveTo>
                  <a:lnTo>
                    <a:pt x="1444511" y="0"/>
                  </a:lnTo>
                  <a:lnTo>
                    <a:pt x="1392671" y="416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6" name="Output_density__4325">
              <a:extLst>
                <a:ext uri="{FF2B5EF4-FFF2-40B4-BE49-F238E27FC236}">
                  <a16:creationId xmlns:a16="http://schemas.microsoft.com/office/drawing/2014/main" id="{F7D69272-A720-61DE-23E5-327B875D8B68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45943"/>
              <a:ext cx="1444319" cy="812459"/>
            </a:xfrm>
            <a:custGeom>
              <a:avLst/>
              <a:gdLst/>
              <a:ahLst/>
              <a:cxnLst/>
              <a:rect l="0" t="0" r="0" b="0"/>
              <a:pathLst>
                <a:path w="1444319" h="812459">
                  <a:moveTo>
                    <a:pt x="227672" y="797796"/>
                  </a:moveTo>
                  <a:lnTo>
                    <a:pt x="260374" y="810286"/>
                  </a:lnTo>
                  <a:lnTo>
                    <a:pt x="284489" y="775475"/>
                  </a:lnTo>
                  <a:close/>
                  <a:moveTo>
                    <a:pt x="284489" y="775475"/>
                  </a:moveTo>
                  <a:lnTo>
                    <a:pt x="319408" y="785069"/>
                  </a:lnTo>
                  <a:lnTo>
                    <a:pt x="286451" y="772883"/>
                  </a:lnTo>
                  <a:close/>
                  <a:moveTo>
                    <a:pt x="187203" y="628356"/>
                  </a:moveTo>
                  <a:lnTo>
                    <a:pt x="144881" y="624780"/>
                  </a:lnTo>
                  <a:lnTo>
                    <a:pt x="202774" y="678439"/>
                  </a:lnTo>
                  <a:close/>
                  <a:moveTo>
                    <a:pt x="10525" y="516019"/>
                  </a:moveTo>
                  <a:lnTo>
                    <a:pt x="0" y="535497"/>
                  </a:lnTo>
                  <a:lnTo>
                    <a:pt x="6243" y="536041"/>
                  </a:lnTo>
                  <a:close/>
                  <a:moveTo>
                    <a:pt x="10525" y="516019"/>
                  </a:moveTo>
                  <a:lnTo>
                    <a:pt x="6243" y="536041"/>
                  </a:lnTo>
                  <a:lnTo>
                    <a:pt x="42919" y="561063"/>
                  </a:lnTo>
                  <a:close/>
                  <a:moveTo>
                    <a:pt x="286451" y="772883"/>
                  </a:moveTo>
                  <a:lnTo>
                    <a:pt x="329547" y="759335"/>
                  </a:lnTo>
                  <a:lnTo>
                    <a:pt x="354053" y="716059"/>
                  </a:lnTo>
                  <a:close/>
                  <a:moveTo>
                    <a:pt x="99034" y="411082"/>
                  </a:moveTo>
                  <a:lnTo>
                    <a:pt x="90823" y="388852"/>
                  </a:lnTo>
                  <a:lnTo>
                    <a:pt x="97590" y="440388"/>
                  </a:lnTo>
                  <a:close/>
                  <a:moveTo>
                    <a:pt x="223703" y="661425"/>
                  </a:moveTo>
                  <a:lnTo>
                    <a:pt x="211902" y="646534"/>
                  </a:lnTo>
                  <a:lnTo>
                    <a:pt x="156584" y="615266"/>
                  </a:lnTo>
                  <a:close/>
                  <a:moveTo>
                    <a:pt x="481012" y="604166"/>
                  </a:moveTo>
                  <a:lnTo>
                    <a:pt x="484177" y="583419"/>
                  </a:lnTo>
                  <a:lnTo>
                    <a:pt x="441284" y="597727"/>
                  </a:lnTo>
                  <a:close/>
                  <a:moveTo>
                    <a:pt x="262497" y="354154"/>
                  </a:moveTo>
                  <a:lnTo>
                    <a:pt x="251040" y="340664"/>
                  </a:lnTo>
                  <a:lnTo>
                    <a:pt x="199107" y="304964"/>
                  </a:lnTo>
                  <a:close/>
                  <a:moveTo>
                    <a:pt x="444271" y="533311"/>
                  </a:moveTo>
                  <a:lnTo>
                    <a:pt x="462149" y="501060"/>
                  </a:lnTo>
                  <a:lnTo>
                    <a:pt x="446431" y="471180"/>
                  </a:lnTo>
                  <a:close/>
                  <a:moveTo>
                    <a:pt x="407655" y="368106"/>
                  </a:moveTo>
                  <a:lnTo>
                    <a:pt x="411462" y="371755"/>
                  </a:lnTo>
                  <a:lnTo>
                    <a:pt x="413525" y="359038"/>
                  </a:lnTo>
                  <a:close/>
                  <a:moveTo>
                    <a:pt x="419839" y="382644"/>
                  </a:moveTo>
                  <a:lnTo>
                    <a:pt x="411462" y="371755"/>
                  </a:lnTo>
                  <a:lnTo>
                    <a:pt x="407655" y="368106"/>
                  </a:lnTo>
                  <a:close/>
                  <a:moveTo>
                    <a:pt x="251040" y="340664"/>
                  </a:moveTo>
                  <a:lnTo>
                    <a:pt x="289418" y="379279"/>
                  </a:lnTo>
                  <a:lnTo>
                    <a:pt x="268214" y="316570"/>
                  </a:lnTo>
                  <a:close/>
                  <a:moveTo>
                    <a:pt x="768396" y="812459"/>
                  </a:moveTo>
                  <a:lnTo>
                    <a:pt x="845680" y="791836"/>
                  </a:lnTo>
                  <a:lnTo>
                    <a:pt x="801145" y="800000"/>
                  </a:lnTo>
                  <a:close/>
                  <a:moveTo>
                    <a:pt x="407655" y="368106"/>
                  </a:moveTo>
                  <a:lnTo>
                    <a:pt x="390763" y="350601"/>
                  </a:lnTo>
                  <a:lnTo>
                    <a:pt x="419839" y="382644"/>
                  </a:lnTo>
                  <a:close/>
                  <a:moveTo>
                    <a:pt x="414912" y="306208"/>
                  </a:moveTo>
                  <a:lnTo>
                    <a:pt x="407655" y="368106"/>
                  </a:lnTo>
                  <a:lnTo>
                    <a:pt x="413525" y="359038"/>
                  </a:lnTo>
                  <a:close/>
                  <a:moveTo>
                    <a:pt x="390763" y="350601"/>
                  </a:moveTo>
                  <a:lnTo>
                    <a:pt x="407655" y="368106"/>
                  </a:lnTo>
                  <a:lnTo>
                    <a:pt x="414912" y="306208"/>
                  </a:lnTo>
                  <a:close/>
                  <a:moveTo>
                    <a:pt x="856902" y="704768"/>
                  </a:moveTo>
                  <a:lnTo>
                    <a:pt x="856767" y="739566"/>
                  </a:lnTo>
                  <a:lnTo>
                    <a:pt x="856952" y="756305"/>
                  </a:lnTo>
                  <a:close/>
                  <a:moveTo>
                    <a:pt x="899515" y="683537"/>
                  </a:moveTo>
                  <a:lnTo>
                    <a:pt x="856767" y="739566"/>
                  </a:lnTo>
                  <a:lnTo>
                    <a:pt x="856902" y="704768"/>
                  </a:lnTo>
                  <a:close/>
                  <a:moveTo>
                    <a:pt x="777609" y="577107"/>
                  </a:moveTo>
                  <a:lnTo>
                    <a:pt x="766440" y="577602"/>
                  </a:lnTo>
                  <a:lnTo>
                    <a:pt x="727173" y="580731"/>
                  </a:lnTo>
                  <a:close/>
                  <a:moveTo>
                    <a:pt x="727173" y="580731"/>
                  </a:moveTo>
                  <a:lnTo>
                    <a:pt x="692999" y="545770"/>
                  </a:lnTo>
                  <a:lnTo>
                    <a:pt x="777609" y="577107"/>
                  </a:lnTo>
                  <a:close/>
                  <a:moveTo>
                    <a:pt x="887007" y="676550"/>
                  </a:moveTo>
                  <a:lnTo>
                    <a:pt x="908480" y="672764"/>
                  </a:lnTo>
                  <a:lnTo>
                    <a:pt x="920273" y="656581"/>
                  </a:lnTo>
                  <a:close/>
                  <a:moveTo>
                    <a:pt x="941599" y="656581"/>
                  </a:moveTo>
                  <a:lnTo>
                    <a:pt x="908480" y="672764"/>
                  </a:lnTo>
                  <a:lnTo>
                    <a:pt x="899515" y="683537"/>
                  </a:lnTo>
                  <a:close/>
                  <a:moveTo>
                    <a:pt x="908480" y="672764"/>
                  </a:moveTo>
                  <a:lnTo>
                    <a:pt x="941599" y="656581"/>
                  </a:lnTo>
                  <a:lnTo>
                    <a:pt x="926560" y="649756"/>
                  </a:lnTo>
                  <a:close/>
                  <a:moveTo>
                    <a:pt x="920273" y="656581"/>
                  </a:moveTo>
                  <a:lnTo>
                    <a:pt x="908480" y="672764"/>
                  </a:lnTo>
                  <a:lnTo>
                    <a:pt x="926560" y="649756"/>
                  </a:lnTo>
                  <a:close/>
                  <a:moveTo>
                    <a:pt x="941599" y="656581"/>
                  </a:moveTo>
                  <a:lnTo>
                    <a:pt x="1002376" y="697153"/>
                  </a:lnTo>
                  <a:lnTo>
                    <a:pt x="983328" y="649896"/>
                  </a:lnTo>
                  <a:close/>
                  <a:moveTo>
                    <a:pt x="983328" y="649896"/>
                  </a:moveTo>
                  <a:lnTo>
                    <a:pt x="993408" y="708118"/>
                  </a:lnTo>
                  <a:lnTo>
                    <a:pt x="995213" y="656581"/>
                  </a:lnTo>
                  <a:close/>
                  <a:moveTo>
                    <a:pt x="983328" y="649896"/>
                  </a:moveTo>
                  <a:lnTo>
                    <a:pt x="995213" y="656581"/>
                  </a:lnTo>
                  <a:lnTo>
                    <a:pt x="1026236" y="590252"/>
                  </a:lnTo>
                  <a:close/>
                  <a:moveTo>
                    <a:pt x="977481" y="591906"/>
                  </a:moveTo>
                  <a:lnTo>
                    <a:pt x="983328" y="649896"/>
                  </a:lnTo>
                  <a:lnTo>
                    <a:pt x="1026236" y="590252"/>
                  </a:lnTo>
                  <a:close/>
                  <a:moveTo>
                    <a:pt x="783174" y="384957"/>
                  </a:moveTo>
                  <a:lnTo>
                    <a:pt x="812290" y="426341"/>
                  </a:lnTo>
                  <a:lnTo>
                    <a:pt x="844107" y="436144"/>
                  </a:lnTo>
                  <a:close/>
                  <a:moveTo>
                    <a:pt x="783174" y="384957"/>
                  </a:moveTo>
                  <a:lnTo>
                    <a:pt x="780518" y="324372"/>
                  </a:lnTo>
                  <a:lnTo>
                    <a:pt x="776833" y="374804"/>
                  </a:lnTo>
                  <a:close/>
                  <a:moveTo>
                    <a:pt x="1037080" y="518693"/>
                  </a:moveTo>
                  <a:lnTo>
                    <a:pt x="984720" y="529414"/>
                  </a:lnTo>
                  <a:lnTo>
                    <a:pt x="971994" y="510050"/>
                  </a:lnTo>
                  <a:close/>
                  <a:moveTo>
                    <a:pt x="1008999" y="338829"/>
                  </a:moveTo>
                  <a:lnTo>
                    <a:pt x="1011140" y="326616"/>
                  </a:lnTo>
                  <a:lnTo>
                    <a:pt x="991888" y="314631"/>
                  </a:lnTo>
                  <a:close/>
                  <a:moveTo>
                    <a:pt x="1201264" y="202798"/>
                  </a:moveTo>
                  <a:lnTo>
                    <a:pt x="1181240" y="228754"/>
                  </a:lnTo>
                  <a:lnTo>
                    <a:pt x="1212025" y="208955"/>
                  </a:lnTo>
                  <a:close/>
                  <a:moveTo>
                    <a:pt x="1172610" y="226891"/>
                  </a:moveTo>
                  <a:lnTo>
                    <a:pt x="1201264" y="202798"/>
                  </a:lnTo>
                  <a:lnTo>
                    <a:pt x="1131827" y="218684"/>
                  </a:lnTo>
                  <a:close/>
                  <a:moveTo>
                    <a:pt x="1212025" y="208955"/>
                  </a:moveTo>
                  <a:lnTo>
                    <a:pt x="1181240" y="228754"/>
                  </a:lnTo>
                  <a:lnTo>
                    <a:pt x="1261449" y="219066"/>
                  </a:lnTo>
                  <a:close/>
                  <a:moveTo>
                    <a:pt x="1261449" y="219066"/>
                  </a:moveTo>
                  <a:lnTo>
                    <a:pt x="1291490" y="196483"/>
                  </a:lnTo>
                  <a:lnTo>
                    <a:pt x="1212025" y="208955"/>
                  </a:lnTo>
                  <a:close/>
                  <a:moveTo>
                    <a:pt x="1261449" y="219066"/>
                  </a:moveTo>
                  <a:lnTo>
                    <a:pt x="1312684" y="235950"/>
                  </a:lnTo>
                  <a:lnTo>
                    <a:pt x="1343279" y="215440"/>
                  </a:lnTo>
                  <a:close/>
                  <a:moveTo>
                    <a:pt x="1291490" y="196483"/>
                  </a:moveTo>
                  <a:lnTo>
                    <a:pt x="1261449" y="219066"/>
                  </a:lnTo>
                  <a:lnTo>
                    <a:pt x="1343279" y="215440"/>
                  </a:lnTo>
                  <a:close/>
                  <a:moveTo>
                    <a:pt x="1408057" y="156034"/>
                  </a:moveTo>
                  <a:lnTo>
                    <a:pt x="1343279" y="215440"/>
                  </a:lnTo>
                  <a:lnTo>
                    <a:pt x="1390525" y="217406"/>
                  </a:lnTo>
                  <a:close/>
                  <a:moveTo>
                    <a:pt x="1408057" y="156034"/>
                  </a:moveTo>
                  <a:lnTo>
                    <a:pt x="1435002" y="172111"/>
                  </a:lnTo>
                  <a:lnTo>
                    <a:pt x="1406888" y="143687"/>
                  </a:lnTo>
                  <a:close/>
                  <a:moveTo>
                    <a:pt x="1252236" y="24094"/>
                  </a:moveTo>
                  <a:lnTo>
                    <a:pt x="1277329" y="0"/>
                  </a:lnTo>
                  <a:lnTo>
                    <a:pt x="1244816" y="21977"/>
                  </a:lnTo>
                  <a:close/>
                  <a:moveTo>
                    <a:pt x="1444319" y="101794"/>
                  </a:moveTo>
                  <a:lnTo>
                    <a:pt x="1406888" y="143687"/>
                  </a:lnTo>
                  <a:lnTo>
                    <a:pt x="1443640" y="10642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7" name="Output_density__4326">
              <a:extLst>
                <a:ext uri="{FF2B5EF4-FFF2-40B4-BE49-F238E27FC236}">
                  <a16:creationId xmlns:a16="http://schemas.microsoft.com/office/drawing/2014/main" id="{00B1A0B9-E5E2-9199-ACC3-7DD644321DDE}"/>
                </a:ext>
              </a:extLst>
            </p:cNvPr>
            <p:cNvSpPr>
              <a:spLocks noGrp="1"/>
            </p:cNvSpPr>
            <p:nvPr/>
          </p:nvSpPr>
          <p:spPr>
            <a:xfrm>
              <a:off x="14841547" y="2507174"/>
              <a:ext cx="1492034" cy="951227"/>
            </a:xfrm>
            <a:custGeom>
              <a:avLst/>
              <a:gdLst/>
              <a:ahLst/>
              <a:cxnLst/>
              <a:rect l="0" t="0" r="0" b="0"/>
              <a:pathLst>
                <a:path w="1492034" h="951227">
                  <a:moveTo>
                    <a:pt x="268441" y="936564"/>
                  </a:moveTo>
                  <a:lnTo>
                    <a:pt x="325257" y="914244"/>
                  </a:lnTo>
                  <a:lnTo>
                    <a:pt x="246290" y="918645"/>
                  </a:lnTo>
                  <a:close/>
                  <a:moveTo>
                    <a:pt x="246290" y="918645"/>
                  </a:moveTo>
                  <a:lnTo>
                    <a:pt x="325257" y="914244"/>
                  </a:lnTo>
                  <a:lnTo>
                    <a:pt x="327219" y="911651"/>
                  </a:lnTo>
                  <a:close/>
                  <a:moveTo>
                    <a:pt x="173874" y="822571"/>
                  </a:moveTo>
                  <a:lnTo>
                    <a:pt x="185650" y="763549"/>
                  </a:lnTo>
                  <a:lnTo>
                    <a:pt x="122872" y="781955"/>
                  </a:lnTo>
                  <a:close/>
                  <a:moveTo>
                    <a:pt x="122872" y="781955"/>
                  </a:moveTo>
                  <a:lnTo>
                    <a:pt x="185650" y="763549"/>
                  </a:lnTo>
                  <a:lnTo>
                    <a:pt x="154541" y="750288"/>
                  </a:lnTo>
                  <a:close/>
                  <a:moveTo>
                    <a:pt x="0" y="627345"/>
                  </a:moveTo>
                  <a:lnTo>
                    <a:pt x="40768" y="674265"/>
                  </a:lnTo>
                  <a:lnTo>
                    <a:pt x="51293" y="654788"/>
                  </a:lnTo>
                  <a:close/>
                  <a:moveTo>
                    <a:pt x="347415" y="852259"/>
                  </a:moveTo>
                  <a:lnTo>
                    <a:pt x="327219" y="911651"/>
                  </a:lnTo>
                  <a:lnTo>
                    <a:pt x="394821" y="854827"/>
                  </a:lnTo>
                  <a:close/>
                  <a:moveTo>
                    <a:pt x="394821" y="854827"/>
                  </a:moveTo>
                  <a:lnTo>
                    <a:pt x="370315" y="898103"/>
                  </a:lnTo>
                  <a:lnTo>
                    <a:pt x="446164" y="872111"/>
                  </a:lnTo>
                  <a:close/>
                  <a:moveTo>
                    <a:pt x="300958" y="745770"/>
                  </a:moveTo>
                  <a:lnTo>
                    <a:pt x="263035" y="809397"/>
                  </a:lnTo>
                  <a:lnTo>
                    <a:pt x="264471" y="800194"/>
                  </a:lnTo>
                  <a:close/>
                  <a:moveTo>
                    <a:pt x="463170" y="815345"/>
                  </a:moveTo>
                  <a:lnTo>
                    <a:pt x="446164" y="872111"/>
                  </a:lnTo>
                  <a:lnTo>
                    <a:pt x="507528" y="812746"/>
                  </a:lnTo>
                  <a:close/>
                  <a:moveTo>
                    <a:pt x="408610" y="821719"/>
                  </a:moveTo>
                  <a:lnTo>
                    <a:pt x="347415" y="85225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355973" y="826530"/>
                  </a:lnTo>
                  <a:lnTo>
                    <a:pt x="347415" y="852259"/>
                  </a:lnTo>
                  <a:close/>
                  <a:moveTo>
                    <a:pt x="415747" y="798166"/>
                  </a:moveTo>
                  <a:lnTo>
                    <a:pt x="365492" y="761209"/>
                  </a:lnTo>
                  <a:lnTo>
                    <a:pt x="408610" y="821719"/>
                  </a:lnTo>
                  <a:close/>
                  <a:moveTo>
                    <a:pt x="463170" y="815345"/>
                  </a:moveTo>
                  <a:lnTo>
                    <a:pt x="394821" y="854827"/>
                  </a:lnTo>
                  <a:lnTo>
                    <a:pt x="446164" y="872111"/>
                  </a:lnTo>
                  <a:close/>
                  <a:moveTo>
                    <a:pt x="463170" y="815345"/>
                  </a:moveTo>
                  <a:lnTo>
                    <a:pt x="408610" y="82171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463170" y="815345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465195" y="808368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507528" y="81274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465195" y="808368"/>
                  </a:lnTo>
                  <a:lnTo>
                    <a:pt x="513957" y="812038"/>
                  </a:lnTo>
                  <a:close/>
                  <a:moveTo>
                    <a:pt x="521781" y="742935"/>
                  </a:moveTo>
                  <a:lnTo>
                    <a:pt x="482109" y="737205"/>
                  </a:lnTo>
                  <a:lnTo>
                    <a:pt x="513957" y="812038"/>
                  </a:lnTo>
                  <a:close/>
                  <a:moveTo>
                    <a:pt x="482109" y="737205"/>
                  </a:moveTo>
                  <a:lnTo>
                    <a:pt x="415747" y="79816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521781" y="742935"/>
                  </a:lnTo>
                  <a:lnTo>
                    <a:pt x="482053" y="736495"/>
                  </a:lnTo>
                  <a:close/>
                  <a:moveTo>
                    <a:pt x="291809" y="479433"/>
                  </a:moveTo>
                  <a:lnTo>
                    <a:pt x="303265" y="492923"/>
                  </a:lnTo>
                  <a:lnTo>
                    <a:pt x="330187" y="518048"/>
                  </a:lnTo>
                  <a:close/>
                  <a:moveTo>
                    <a:pt x="436883" y="685579"/>
                  </a:moveTo>
                  <a:lnTo>
                    <a:pt x="485039" y="672079"/>
                  </a:lnTo>
                  <a:lnTo>
                    <a:pt x="485744" y="615394"/>
                  </a:lnTo>
                  <a:close/>
                  <a:moveTo>
                    <a:pt x="415382" y="661901"/>
                  </a:moveTo>
                  <a:lnTo>
                    <a:pt x="436883" y="685579"/>
                  </a:lnTo>
                  <a:lnTo>
                    <a:pt x="485744" y="615394"/>
                  </a:lnTo>
                  <a:close/>
                  <a:moveTo>
                    <a:pt x="529004" y="674319"/>
                  </a:moveTo>
                  <a:lnTo>
                    <a:pt x="482053" y="736495"/>
                  </a:lnTo>
                  <a:lnTo>
                    <a:pt x="524945" y="722187"/>
                  </a:lnTo>
                  <a:close/>
                  <a:moveTo>
                    <a:pt x="529004" y="674319"/>
                  </a:moveTo>
                  <a:lnTo>
                    <a:pt x="485039" y="672079"/>
                  </a:lnTo>
                  <a:lnTo>
                    <a:pt x="482053" y="736495"/>
                  </a:lnTo>
                  <a:close/>
                  <a:moveTo>
                    <a:pt x="529004" y="674319"/>
                  </a:moveTo>
                  <a:lnTo>
                    <a:pt x="502917" y="639829"/>
                  </a:lnTo>
                  <a:lnTo>
                    <a:pt x="485039" y="672079"/>
                  </a:lnTo>
                  <a:close/>
                  <a:moveTo>
                    <a:pt x="330187" y="518048"/>
                  </a:moveTo>
                  <a:lnTo>
                    <a:pt x="343832" y="530969"/>
                  </a:lnTo>
                  <a:lnTo>
                    <a:pt x="358235" y="510976"/>
                  </a:lnTo>
                  <a:close/>
                  <a:moveTo>
                    <a:pt x="781264" y="919168"/>
                  </a:moveTo>
                  <a:lnTo>
                    <a:pt x="785291" y="931606"/>
                  </a:lnTo>
                  <a:lnTo>
                    <a:pt x="809164" y="951227"/>
                  </a:lnTo>
                  <a:close/>
                  <a:moveTo>
                    <a:pt x="803280" y="895074"/>
                  </a:moveTo>
                  <a:lnTo>
                    <a:pt x="809164" y="951227"/>
                  </a:lnTo>
                  <a:lnTo>
                    <a:pt x="841913" y="938769"/>
                  </a:lnTo>
                  <a:close/>
                  <a:moveTo>
                    <a:pt x="414509" y="440466"/>
                  </a:moveTo>
                  <a:lnTo>
                    <a:pt x="431531" y="489370"/>
                  </a:lnTo>
                  <a:lnTo>
                    <a:pt x="455681" y="444976"/>
                  </a:lnTo>
                  <a:close/>
                  <a:moveTo>
                    <a:pt x="733768" y="684539"/>
                  </a:moveTo>
                  <a:lnTo>
                    <a:pt x="742797" y="688927"/>
                  </a:lnTo>
                  <a:lnTo>
                    <a:pt x="818378" y="715876"/>
                  </a:lnTo>
                  <a:close/>
                  <a:moveTo>
                    <a:pt x="818378" y="715876"/>
                  </a:moveTo>
                  <a:lnTo>
                    <a:pt x="829920" y="644351"/>
                  </a:lnTo>
                  <a:lnTo>
                    <a:pt x="807208" y="716370"/>
                  </a:lnTo>
                  <a:close/>
                  <a:moveTo>
                    <a:pt x="807208" y="716370"/>
                  </a:moveTo>
                  <a:lnTo>
                    <a:pt x="829920" y="644351"/>
                  </a:lnTo>
                  <a:lnTo>
                    <a:pt x="822785" y="640740"/>
                  </a:lnTo>
                  <a:close/>
                  <a:moveTo>
                    <a:pt x="829920" y="644351"/>
                  </a:moveTo>
                  <a:lnTo>
                    <a:pt x="818378" y="715876"/>
                  </a:lnTo>
                  <a:lnTo>
                    <a:pt x="841755" y="640740"/>
                  </a:lnTo>
                  <a:close/>
                  <a:moveTo>
                    <a:pt x="829920" y="644351"/>
                  </a:moveTo>
                  <a:lnTo>
                    <a:pt x="841755" y="640740"/>
                  </a:lnTo>
                  <a:lnTo>
                    <a:pt x="832566" y="634025"/>
                  </a:lnTo>
                  <a:close/>
                  <a:moveTo>
                    <a:pt x="822785" y="640740"/>
                  </a:moveTo>
                  <a:lnTo>
                    <a:pt x="829920" y="644351"/>
                  </a:lnTo>
                  <a:lnTo>
                    <a:pt x="832566" y="634025"/>
                  </a:lnTo>
                  <a:close/>
                  <a:moveTo>
                    <a:pt x="1024096" y="788664"/>
                  </a:moveTo>
                  <a:lnTo>
                    <a:pt x="967328" y="788525"/>
                  </a:lnTo>
                  <a:lnTo>
                    <a:pt x="982367" y="795350"/>
                  </a:lnTo>
                  <a:close/>
                  <a:moveTo>
                    <a:pt x="969732" y="732137"/>
                  </a:moveTo>
                  <a:lnTo>
                    <a:pt x="967328" y="788525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969732" y="732137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1021842" y="682764"/>
                  </a:lnTo>
                  <a:lnTo>
                    <a:pt x="969732" y="732137"/>
                  </a:lnTo>
                  <a:close/>
                  <a:moveTo>
                    <a:pt x="841755" y="640740"/>
                  </a:moveTo>
                  <a:lnTo>
                    <a:pt x="867805" y="692277"/>
                  </a:lnTo>
                  <a:lnTo>
                    <a:pt x="907258" y="682202"/>
                  </a:lnTo>
                  <a:close/>
                  <a:moveTo>
                    <a:pt x="884875" y="574913"/>
                  </a:moveTo>
                  <a:lnTo>
                    <a:pt x="853058" y="565109"/>
                  </a:lnTo>
                  <a:lnTo>
                    <a:pt x="832566" y="634025"/>
                  </a:lnTo>
                  <a:close/>
                  <a:moveTo>
                    <a:pt x="880165" y="516000"/>
                  </a:moveTo>
                  <a:lnTo>
                    <a:pt x="821287" y="463141"/>
                  </a:lnTo>
                  <a:lnTo>
                    <a:pt x="823942" y="523726"/>
                  </a:lnTo>
                  <a:close/>
                  <a:moveTo>
                    <a:pt x="821287" y="463141"/>
                  </a:moveTo>
                  <a:lnTo>
                    <a:pt x="813677" y="462036"/>
                  </a:lnTo>
                  <a:lnTo>
                    <a:pt x="817601" y="513573"/>
                  </a:lnTo>
                  <a:close/>
                  <a:moveTo>
                    <a:pt x="1005420" y="703123"/>
                  </a:moveTo>
                  <a:lnTo>
                    <a:pt x="1021842" y="682764"/>
                  </a:lnTo>
                  <a:lnTo>
                    <a:pt x="1039201" y="713642"/>
                  </a:lnTo>
                  <a:close/>
                  <a:moveTo>
                    <a:pt x="1021842" y="682764"/>
                  </a:moveTo>
                  <a:lnTo>
                    <a:pt x="1025488" y="668183"/>
                  </a:lnTo>
                  <a:lnTo>
                    <a:pt x="1039201" y="713642"/>
                  </a:lnTo>
                  <a:close/>
                  <a:moveTo>
                    <a:pt x="1034112" y="592552"/>
                  </a:moveTo>
                  <a:lnTo>
                    <a:pt x="1022230" y="616646"/>
                  </a:lnTo>
                  <a:lnTo>
                    <a:pt x="1077848" y="657462"/>
                  </a:lnTo>
                  <a:close/>
                  <a:moveTo>
                    <a:pt x="1012763" y="648819"/>
                  </a:moveTo>
                  <a:lnTo>
                    <a:pt x="1034055" y="593528"/>
                  </a:lnTo>
                  <a:lnTo>
                    <a:pt x="1077848" y="657462"/>
                  </a:lnTo>
                  <a:close/>
                  <a:moveTo>
                    <a:pt x="944191" y="501930"/>
                  </a:moveTo>
                  <a:lnTo>
                    <a:pt x="997305" y="496731"/>
                  </a:lnTo>
                  <a:lnTo>
                    <a:pt x="952504" y="463298"/>
                  </a:lnTo>
                  <a:close/>
                  <a:moveTo>
                    <a:pt x="997305" y="496731"/>
                  </a:moveTo>
                  <a:lnTo>
                    <a:pt x="1002716" y="476358"/>
                  </a:lnTo>
                  <a:lnTo>
                    <a:pt x="952504" y="463298"/>
                  </a:lnTo>
                  <a:close/>
                  <a:moveTo>
                    <a:pt x="900260" y="442643"/>
                  </a:moveTo>
                  <a:lnTo>
                    <a:pt x="974044" y="413848"/>
                  </a:lnTo>
                  <a:lnTo>
                    <a:pt x="901471" y="435935"/>
                  </a:lnTo>
                  <a:close/>
                  <a:moveTo>
                    <a:pt x="975691" y="415092"/>
                  </a:moveTo>
                  <a:lnTo>
                    <a:pt x="974044" y="413848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975691" y="415092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1002716" y="476358"/>
                  </a:lnTo>
                  <a:lnTo>
                    <a:pt x="1032657" y="453400"/>
                  </a:lnTo>
                  <a:close/>
                  <a:moveTo>
                    <a:pt x="975691" y="415092"/>
                  </a:moveTo>
                  <a:lnTo>
                    <a:pt x="952504" y="463298"/>
                  </a:lnTo>
                  <a:lnTo>
                    <a:pt x="1032657" y="453400"/>
                  </a:lnTo>
                  <a:close/>
                  <a:moveTo>
                    <a:pt x="1032657" y="453400"/>
                  </a:moveTo>
                  <a:lnTo>
                    <a:pt x="1051908" y="465385"/>
                  </a:lnTo>
                  <a:lnTo>
                    <a:pt x="1043202" y="459418"/>
                  </a:lnTo>
                  <a:close/>
                  <a:moveTo>
                    <a:pt x="1155768" y="365660"/>
                  </a:moveTo>
                  <a:lnTo>
                    <a:pt x="1168629" y="370670"/>
                  </a:lnTo>
                  <a:lnTo>
                    <a:pt x="1172595" y="357452"/>
                  </a:lnTo>
                  <a:close/>
                  <a:moveTo>
                    <a:pt x="1242032" y="341566"/>
                  </a:moveTo>
                  <a:lnTo>
                    <a:pt x="1195908" y="309717"/>
                  </a:lnTo>
                  <a:lnTo>
                    <a:pt x="1172595" y="357452"/>
                  </a:lnTo>
                  <a:close/>
                  <a:moveTo>
                    <a:pt x="1448825" y="294803"/>
                  </a:moveTo>
                  <a:lnTo>
                    <a:pt x="1403122" y="293977"/>
                  </a:lnTo>
                  <a:lnTo>
                    <a:pt x="1384048" y="354209"/>
                  </a:lnTo>
                  <a:close/>
                  <a:moveTo>
                    <a:pt x="1448825" y="294803"/>
                  </a:moveTo>
                  <a:lnTo>
                    <a:pt x="1447657" y="282456"/>
                  </a:lnTo>
                  <a:lnTo>
                    <a:pt x="1403139" y="290691"/>
                  </a:lnTo>
                  <a:close/>
                  <a:moveTo>
                    <a:pt x="1254079" y="150953"/>
                  </a:moveTo>
                  <a:lnTo>
                    <a:pt x="1287314" y="167215"/>
                  </a:lnTo>
                  <a:lnTo>
                    <a:pt x="1278107" y="162863"/>
                  </a:lnTo>
                  <a:close/>
                  <a:moveTo>
                    <a:pt x="1293004" y="162863"/>
                  </a:moveTo>
                  <a:lnTo>
                    <a:pt x="1376022" y="189302"/>
                  </a:lnTo>
                  <a:lnTo>
                    <a:pt x="1318097" y="138769"/>
                  </a:lnTo>
                  <a:close/>
                  <a:moveTo>
                    <a:pt x="1293004" y="162863"/>
                  </a:moveTo>
                  <a:lnTo>
                    <a:pt x="1287314" y="167215"/>
                  </a:lnTo>
                  <a:lnTo>
                    <a:pt x="1319375" y="198594"/>
                  </a:lnTo>
                  <a:close/>
                  <a:moveTo>
                    <a:pt x="1261762" y="111459"/>
                  </a:moveTo>
                  <a:lnTo>
                    <a:pt x="1278107" y="162863"/>
                  </a:lnTo>
                  <a:lnTo>
                    <a:pt x="1285584" y="160746"/>
                  </a:lnTo>
                  <a:close/>
                  <a:moveTo>
                    <a:pt x="1318097" y="138769"/>
                  </a:moveTo>
                  <a:lnTo>
                    <a:pt x="1315029" y="135936"/>
                  </a:lnTo>
                  <a:lnTo>
                    <a:pt x="1285584" y="160746"/>
                  </a:lnTo>
                  <a:close/>
                  <a:moveTo>
                    <a:pt x="1444631" y="235470"/>
                  </a:moveTo>
                  <a:lnTo>
                    <a:pt x="1403139" y="290691"/>
                  </a:lnTo>
                  <a:lnTo>
                    <a:pt x="1447657" y="282456"/>
                  </a:lnTo>
                  <a:close/>
                  <a:moveTo>
                    <a:pt x="1485087" y="240563"/>
                  </a:moveTo>
                  <a:lnTo>
                    <a:pt x="1444631" y="235470"/>
                  </a:lnTo>
                  <a:lnTo>
                    <a:pt x="1447657" y="282456"/>
                  </a:lnTo>
                  <a:close/>
                  <a:moveTo>
                    <a:pt x="1444631" y="235470"/>
                  </a:moveTo>
                  <a:lnTo>
                    <a:pt x="1485087" y="240563"/>
                  </a:lnTo>
                  <a:lnTo>
                    <a:pt x="1492034" y="172172"/>
                  </a:lnTo>
                  <a:close/>
                  <a:moveTo>
                    <a:pt x="1444631" y="235470"/>
                  </a:moveTo>
                  <a:lnTo>
                    <a:pt x="1492034" y="172172"/>
                  </a:lnTo>
                  <a:lnTo>
                    <a:pt x="1446095" y="171537"/>
                  </a:lnTo>
                  <a:close/>
                  <a:moveTo>
                    <a:pt x="1492034" y="172172"/>
                  </a:moveTo>
                  <a:lnTo>
                    <a:pt x="1486010" y="116279"/>
                  </a:lnTo>
                  <a:lnTo>
                    <a:pt x="1447460" y="146821"/>
                  </a:lnTo>
                  <a:close/>
                  <a:moveTo>
                    <a:pt x="1389501" y="54079"/>
                  </a:moveTo>
                  <a:lnTo>
                    <a:pt x="1429688" y="59390"/>
                  </a:lnTo>
                  <a:lnTo>
                    <a:pt x="14255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8" name="Output_density__4327">
              <a:extLst>
                <a:ext uri="{FF2B5EF4-FFF2-40B4-BE49-F238E27FC236}">
                  <a16:creationId xmlns:a16="http://schemas.microsoft.com/office/drawing/2014/main" id="{D667DBB2-C348-D0E1-4BBD-91D3777DBCE6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513101" cy="1012247"/>
            </a:xfrm>
            <a:custGeom>
              <a:avLst/>
              <a:gdLst/>
              <a:ahLst/>
              <a:cxnLst/>
              <a:rect l="0" t="0" r="0" b="0"/>
              <a:pathLst>
                <a:path w="1513101" h="1012247">
                  <a:moveTo>
                    <a:pt x="267356" y="979664"/>
                  </a:moveTo>
                  <a:lnTo>
                    <a:pt x="348286" y="972670"/>
                  </a:lnTo>
                  <a:lnTo>
                    <a:pt x="288166" y="922572"/>
                  </a:lnTo>
                  <a:close/>
                  <a:moveTo>
                    <a:pt x="206716" y="824568"/>
                  </a:moveTo>
                  <a:lnTo>
                    <a:pt x="194940" y="883590"/>
                  </a:lnTo>
                  <a:lnTo>
                    <a:pt x="264609" y="878227"/>
                  </a:lnTo>
                  <a:close/>
                  <a:moveTo>
                    <a:pt x="40955" y="664270"/>
                  </a:moveTo>
                  <a:lnTo>
                    <a:pt x="21066" y="688364"/>
                  </a:lnTo>
                  <a:lnTo>
                    <a:pt x="72359" y="715807"/>
                  </a:lnTo>
                  <a:close/>
                  <a:moveTo>
                    <a:pt x="40955" y="664270"/>
                  </a:moveTo>
                  <a:lnTo>
                    <a:pt x="0" y="636828"/>
                  </a:lnTo>
                  <a:lnTo>
                    <a:pt x="21066" y="688364"/>
                  </a:lnTo>
                  <a:close/>
                  <a:moveTo>
                    <a:pt x="368481" y="913278"/>
                  </a:moveTo>
                  <a:lnTo>
                    <a:pt x="334234" y="897859"/>
                  </a:lnTo>
                  <a:lnTo>
                    <a:pt x="288166" y="922572"/>
                  </a:lnTo>
                  <a:close/>
                  <a:moveTo>
                    <a:pt x="348286" y="972670"/>
                  </a:moveTo>
                  <a:lnTo>
                    <a:pt x="368481" y="913278"/>
                  </a:lnTo>
                  <a:lnTo>
                    <a:pt x="288166" y="922572"/>
                  </a:lnTo>
                  <a:close/>
                  <a:moveTo>
                    <a:pt x="206435" y="656769"/>
                  </a:moveTo>
                  <a:lnTo>
                    <a:pt x="191072" y="649058"/>
                  </a:lnTo>
                  <a:lnTo>
                    <a:pt x="159425" y="640176"/>
                  </a:lnTo>
                  <a:close/>
                  <a:moveTo>
                    <a:pt x="291831" y="667868"/>
                  </a:moveTo>
                  <a:lnTo>
                    <a:pt x="236954" y="640176"/>
                  </a:lnTo>
                  <a:lnTo>
                    <a:pt x="240534" y="649361"/>
                  </a:lnTo>
                  <a:close/>
                  <a:moveTo>
                    <a:pt x="240534" y="649361"/>
                  </a:moveTo>
                  <a:lnTo>
                    <a:pt x="236954" y="640176"/>
                  </a:lnTo>
                  <a:lnTo>
                    <a:pt x="206435" y="656769"/>
                  </a:lnTo>
                  <a:close/>
                  <a:moveTo>
                    <a:pt x="291831" y="667868"/>
                  </a:moveTo>
                  <a:lnTo>
                    <a:pt x="240534" y="649361"/>
                  </a:lnTo>
                  <a:lnTo>
                    <a:pt x="290337" y="667619"/>
                  </a:lnTo>
                  <a:close/>
                  <a:moveTo>
                    <a:pt x="535023" y="873057"/>
                  </a:moveTo>
                  <a:lnTo>
                    <a:pt x="486262" y="869387"/>
                  </a:lnTo>
                  <a:lnTo>
                    <a:pt x="528595" y="873765"/>
                  </a:lnTo>
                  <a:close/>
                  <a:moveTo>
                    <a:pt x="503119" y="797515"/>
                  </a:moveTo>
                  <a:lnTo>
                    <a:pt x="457949" y="746598"/>
                  </a:lnTo>
                  <a:lnTo>
                    <a:pt x="503175" y="798224"/>
                  </a:lnTo>
                  <a:close/>
                  <a:moveTo>
                    <a:pt x="436448" y="722921"/>
                  </a:moveTo>
                  <a:lnTo>
                    <a:pt x="398383" y="695062"/>
                  </a:lnTo>
                  <a:lnTo>
                    <a:pt x="437314" y="751043"/>
                  </a:lnTo>
                  <a:close/>
                  <a:moveTo>
                    <a:pt x="351253" y="579067"/>
                  </a:moveTo>
                  <a:lnTo>
                    <a:pt x="324331" y="553942"/>
                  </a:lnTo>
                  <a:lnTo>
                    <a:pt x="364899" y="591988"/>
                  </a:lnTo>
                  <a:close/>
                  <a:moveTo>
                    <a:pt x="506106" y="733098"/>
                  </a:moveTo>
                  <a:lnTo>
                    <a:pt x="457949" y="746598"/>
                  </a:lnTo>
                  <a:lnTo>
                    <a:pt x="503119" y="797515"/>
                  </a:lnTo>
                  <a:close/>
                  <a:moveTo>
                    <a:pt x="364899" y="591988"/>
                  </a:moveTo>
                  <a:lnTo>
                    <a:pt x="363615" y="625284"/>
                  </a:lnTo>
                  <a:lnTo>
                    <a:pt x="379302" y="571995"/>
                  </a:lnTo>
                  <a:close/>
                  <a:moveTo>
                    <a:pt x="824346" y="956093"/>
                  </a:moveTo>
                  <a:lnTo>
                    <a:pt x="802330" y="980187"/>
                  </a:lnTo>
                  <a:lnTo>
                    <a:pt x="830231" y="1012247"/>
                  </a:lnTo>
                  <a:close/>
                  <a:moveTo>
                    <a:pt x="797642" y="928650"/>
                  </a:moveTo>
                  <a:lnTo>
                    <a:pt x="802330" y="980187"/>
                  </a:lnTo>
                  <a:lnTo>
                    <a:pt x="824346" y="956093"/>
                  </a:lnTo>
                  <a:close/>
                  <a:moveTo>
                    <a:pt x="797642" y="928650"/>
                  </a:moveTo>
                  <a:lnTo>
                    <a:pt x="824346" y="956093"/>
                  </a:lnTo>
                  <a:lnTo>
                    <a:pt x="791422" y="904556"/>
                  </a:lnTo>
                  <a:close/>
                  <a:moveTo>
                    <a:pt x="375762" y="512130"/>
                  </a:moveTo>
                  <a:lnTo>
                    <a:pt x="435575" y="501485"/>
                  </a:lnTo>
                  <a:lnTo>
                    <a:pt x="412026" y="457887"/>
                  </a:lnTo>
                  <a:close/>
                  <a:moveTo>
                    <a:pt x="375762" y="512130"/>
                  </a:moveTo>
                  <a:lnTo>
                    <a:pt x="412026" y="457887"/>
                  </a:lnTo>
                  <a:lnTo>
                    <a:pt x="374047" y="450781"/>
                  </a:lnTo>
                  <a:close/>
                  <a:moveTo>
                    <a:pt x="435575" y="501485"/>
                  </a:moveTo>
                  <a:lnTo>
                    <a:pt x="476747" y="505995"/>
                  </a:lnTo>
                  <a:lnTo>
                    <a:pt x="451037" y="464155"/>
                  </a:lnTo>
                  <a:close/>
                  <a:moveTo>
                    <a:pt x="435575" y="501485"/>
                  </a:moveTo>
                  <a:lnTo>
                    <a:pt x="451037" y="464155"/>
                  </a:lnTo>
                  <a:lnTo>
                    <a:pt x="412026" y="457887"/>
                  </a:lnTo>
                  <a:close/>
                  <a:moveTo>
                    <a:pt x="374047" y="450781"/>
                  </a:moveTo>
                  <a:lnTo>
                    <a:pt x="412026" y="457887"/>
                  </a:lnTo>
                  <a:lnTo>
                    <a:pt x="400049" y="404882"/>
                  </a:lnTo>
                  <a:close/>
                  <a:moveTo>
                    <a:pt x="374047" y="450781"/>
                  </a:moveTo>
                  <a:lnTo>
                    <a:pt x="400049" y="404882"/>
                  </a:lnTo>
                  <a:lnTo>
                    <a:pt x="364265" y="395991"/>
                  </a:lnTo>
                  <a:close/>
                  <a:moveTo>
                    <a:pt x="763863" y="749947"/>
                  </a:moveTo>
                  <a:lnTo>
                    <a:pt x="770725" y="801483"/>
                  </a:lnTo>
                  <a:lnTo>
                    <a:pt x="839444" y="776895"/>
                  </a:lnTo>
                  <a:close/>
                  <a:moveTo>
                    <a:pt x="839444" y="776895"/>
                  </a:moveTo>
                  <a:lnTo>
                    <a:pt x="770725" y="801483"/>
                  </a:lnTo>
                  <a:lnTo>
                    <a:pt x="839309" y="777607"/>
                  </a:lnTo>
                  <a:close/>
                  <a:moveTo>
                    <a:pt x="839444" y="776895"/>
                  </a:moveTo>
                  <a:lnTo>
                    <a:pt x="839309" y="777607"/>
                  </a:lnTo>
                  <a:lnTo>
                    <a:pt x="840628" y="777390"/>
                  </a:lnTo>
                  <a:close/>
                  <a:moveTo>
                    <a:pt x="615493" y="519707"/>
                  </a:moveTo>
                  <a:lnTo>
                    <a:pt x="596165" y="526243"/>
                  </a:lnTo>
                  <a:lnTo>
                    <a:pt x="615137" y="532194"/>
                  </a:lnTo>
                  <a:close/>
                  <a:moveTo>
                    <a:pt x="862822" y="701759"/>
                  </a:moveTo>
                  <a:lnTo>
                    <a:pt x="839444" y="776895"/>
                  </a:lnTo>
                  <a:lnTo>
                    <a:pt x="840628" y="777390"/>
                  </a:lnTo>
                  <a:close/>
                  <a:moveTo>
                    <a:pt x="862822" y="701759"/>
                  </a:moveTo>
                  <a:lnTo>
                    <a:pt x="840628" y="777390"/>
                  </a:lnTo>
                  <a:lnTo>
                    <a:pt x="888871" y="753296"/>
                  </a:lnTo>
                  <a:close/>
                  <a:moveTo>
                    <a:pt x="928325" y="743221"/>
                  </a:moveTo>
                  <a:lnTo>
                    <a:pt x="990798" y="793156"/>
                  </a:lnTo>
                  <a:lnTo>
                    <a:pt x="939588" y="753296"/>
                  </a:lnTo>
                  <a:close/>
                  <a:moveTo>
                    <a:pt x="990798" y="793156"/>
                  </a:moveTo>
                  <a:lnTo>
                    <a:pt x="1042908" y="743783"/>
                  </a:lnTo>
                  <a:lnTo>
                    <a:pt x="973129" y="753296"/>
                  </a:lnTo>
                  <a:close/>
                  <a:moveTo>
                    <a:pt x="917487" y="689289"/>
                  </a:moveTo>
                  <a:lnTo>
                    <a:pt x="862822" y="701759"/>
                  </a:lnTo>
                  <a:lnTo>
                    <a:pt x="928325" y="743221"/>
                  </a:lnTo>
                  <a:close/>
                  <a:moveTo>
                    <a:pt x="928325" y="743221"/>
                  </a:moveTo>
                  <a:lnTo>
                    <a:pt x="939588" y="753296"/>
                  </a:lnTo>
                  <a:lnTo>
                    <a:pt x="964882" y="688740"/>
                  </a:lnTo>
                  <a:close/>
                  <a:moveTo>
                    <a:pt x="917487" y="689289"/>
                  </a:moveTo>
                  <a:lnTo>
                    <a:pt x="928325" y="743221"/>
                  </a:lnTo>
                  <a:lnTo>
                    <a:pt x="964882" y="688740"/>
                  </a:lnTo>
                  <a:close/>
                  <a:moveTo>
                    <a:pt x="853633" y="695044"/>
                  </a:moveTo>
                  <a:lnTo>
                    <a:pt x="862822" y="701759"/>
                  </a:lnTo>
                  <a:lnTo>
                    <a:pt x="917487" y="689289"/>
                  </a:lnTo>
                  <a:close/>
                  <a:moveTo>
                    <a:pt x="917487" y="689289"/>
                  </a:moveTo>
                  <a:lnTo>
                    <a:pt x="905941" y="635932"/>
                  </a:lnTo>
                  <a:lnTo>
                    <a:pt x="853633" y="695044"/>
                  </a:lnTo>
                  <a:close/>
                  <a:moveTo>
                    <a:pt x="964882" y="688740"/>
                  </a:moveTo>
                  <a:lnTo>
                    <a:pt x="952411" y="626128"/>
                  </a:lnTo>
                  <a:lnTo>
                    <a:pt x="905941" y="635932"/>
                  </a:lnTo>
                  <a:close/>
                  <a:moveTo>
                    <a:pt x="964882" y="688740"/>
                  </a:moveTo>
                  <a:lnTo>
                    <a:pt x="905941" y="635932"/>
                  </a:lnTo>
                  <a:lnTo>
                    <a:pt x="917487" y="689289"/>
                  </a:lnTo>
                  <a:close/>
                  <a:moveTo>
                    <a:pt x="952411" y="626128"/>
                  </a:moveTo>
                  <a:lnTo>
                    <a:pt x="911382" y="574592"/>
                  </a:lnTo>
                  <a:lnTo>
                    <a:pt x="905941" y="635932"/>
                  </a:lnTo>
                  <a:close/>
                  <a:moveTo>
                    <a:pt x="911382" y="574592"/>
                  </a:moveTo>
                  <a:lnTo>
                    <a:pt x="901231" y="577019"/>
                  </a:lnTo>
                  <a:lnTo>
                    <a:pt x="905941" y="635932"/>
                  </a:lnTo>
                  <a:close/>
                  <a:moveTo>
                    <a:pt x="845009" y="584745"/>
                  </a:moveTo>
                  <a:lnTo>
                    <a:pt x="905941" y="635932"/>
                  </a:lnTo>
                  <a:lnTo>
                    <a:pt x="901231" y="577019"/>
                  </a:lnTo>
                  <a:close/>
                  <a:moveTo>
                    <a:pt x="903070" y="570306"/>
                  </a:moveTo>
                  <a:lnTo>
                    <a:pt x="845274" y="523055"/>
                  </a:lnTo>
                  <a:lnTo>
                    <a:pt x="901231" y="577019"/>
                  </a:lnTo>
                  <a:close/>
                  <a:moveTo>
                    <a:pt x="901231" y="577019"/>
                  </a:moveTo>
                  <a:lnTo>
                    <a:pt x="845274" y="523055"/>
                  </a:lnTo>
                  <a:lnTo>
                    <a:pt x="842353" y="524160"/>
                  </a:lnTo>
                  <a:close/>
                  <a:moveTo>
                    <a:pt x="903070" y="570306"/>
                  </a:moveTo>
                  <a:lnTo>
                    <a:pt x="901231" y="577019"/>
                  </a:lnTo>
                  <a:lnTo>
                    <a:pt x="911382" y="574592"/>
                  </a:lnTo>
                  <a:close/>
                  <a:moveTo>
                    <a:pt x="843280" y="521438"/>
                  </a:moveTo>
                  <a:lnTo>
                    <a:pt x="842353" y="524160"/>
                  </a:lnTo>
                  <a:lnTo>
                    <a:pt x="845274" y="523055"/>
                  </a:lnTo>
                  <a:close/>
                  <a:moveTo>
                    <a:pt x="834743" y="523055"/>
                  </a:moveTo>
                  <a:lnTo>
                    <a:pt x="842353" y="524160"/>
                  </a:lnTo>
                  <a:lnTo>
                    <a:pt x="843280" y="521438"/>
                  </a:lnTo>
                  <a:close/>
                  <a:moveTo>
                    <a:pt x="1032517" y="729202"/>
                  </a:moveTo>
                  <a:lnTo>
                    <a:pt x="1042908" y="743783"/>
                  </a:lnTo>
                  <a:lnTo>
                    <a:pt x="1052607" y="705108"/>
                  </a:lnTo>
                  <a:close/>
                  <a:moveTo>
                    <a:pt x="911382" y="574592"/>
                  </a:moveTo>
                  <a:lnTo>
                    <a:pt x="969924" y="621898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52411" y="626128"/>
                  </a:lnTo>
                  <a:lnTo>
                    <a:pt x="969924" y="621898"/>
                  </a:lnTo>
                  <a:close/>
                  <a:moveTo>
                    <a:pt x="969924" y="621898"/>
                  </a:moveTo>
                  <a:lnTo>
                    <a:pt x="1018371" y="557751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65258" y="562949"/>
                  </a:lnTo>
                  <a:lnTo>
                    <a:pt x="903070" y="570306"/>
                  </a:lnTo>
                  <a:close/>
                  <a:moveTo>
                    <a:pt x="903070" y="570306"/>
                  </a:moveTo>
                  <a:lnTo>
                    <a:pt x="965258" y="562949"/>
                  </a:lnTo>
                  <a:lnTo>
                    <a:pt x="973570" y="524317"/>
                  </a:lnTo>
                  <a:close/>
                  <a:moveTo>
                    <a:pt x="903070" y="570306"/>
                  </a:moveTo>
                  <a:lnTo>
                    <a:pt x="973570" y="524317"/>
                  </a:lnTo>
                  <a:lnTo>
                    <a:pt x="921326" y="503662"/>
                  </a:lnTo>
                  <a:close/>
                  <a:moveTo>
                    <a:pt x="834743" y="523055"/>
                  </a:moveTo>
                  <a:lnTo>
                    <a:pt x="843280" y="521438"/>
                  </a:lnTo>
                  <a:lnTo>
                    <a:pt x="865702" y="470368"/>
                  </a:lnTo>
                  <a:close/>
                  <a:moveTo>
                    <a:pt x="911977" y="498961"/>
                  </a:moveTo>
                  <a:lnTo>
                    <a:pt x="903070" y="570306"/>
                  </a:lnTo>
                  <a:lnTo>
                    <a:pt x="921326" y="503662"/>
                  </a:lnTo>
                  <a:close/>
                  <a:moveTo>
                    <a:pt x="911977" y="498961"/>
                  </a:moveTo>
                  <a:lnTo>
                    <a:pt x="845274" y="523055"/>
                  </a:lnTo>
                  <a:lnTo>
                    <a:pt x="903070" y="570306"/>
                  </a:lnTo>
                  <a:close/>
                  <a:moveTo>
                    <a:pt x="845274" y="523055"/>
                  </a:moveTo>
                  <a:lnTo>
                    <a:pt x="911977" y="498961"/>
                  </a:lnTo>
                  <a:lnTo>
                    <a:pt x="843280" y="521438"/>
                  </a:lnTo>
                  <a:close/>
                  <a:moveTo>
                    <a:pt x="911977" y="498961"/>
                  </a:moveTo>
                  <a:lnTo>
                    <a:pt x="865702" y="470368"/>
                  </a:lnTo>
                  <a:lnTo>
                    <a:pt x="843280" y="521438"/>
                  </a:lnTo>
                  <a:close/>
                  <a:moveTo>
                    <a:pt x="1088304" y="603934"/>
                  </a:moveTo>
                  <a:lnTo>
                    <a:pt x="1055178" y="653571"/>
                  </a:lnTo>
                  <a:lnTo>
                    <a:pt x="1118858" y="583269"/>
                  </a:lnTo>
                  <a:close/>
                  <a:moveTo>
                    <a:pt x="922538" y="496954"/>
                  </a:moveTo>
                  <a:lnTo>
                    <a:pt x="911977" y="498961"/>
                  </a:lnTo>
                  <a:lnTo>
                    <a:pt x="921326" y="503662"/>
                  </a:lnTo>
                  <a:close/>
                  <a:moveTo>
                    <a:pt x="903191" y="300956"/>
                  </a:moveTo>
                  <a:lnTo>
                    <a:pt x="820285" y="300565"/>
                  </a:lnTo>
                  <a:lnTo>
                    <a:pt x="856543" y="301228"/>
                  </a:lnTo>
                  <a:close/>
                  <a:moveTo>
                    <a:pt x="1216975" y="370736"/>
                  </a:moveTo>
                  <a:lnTo>
                    <a:pt x="1176835" y="426679"/>
                  </a:lnTo>
                  <a:lnTo>
                    <a:pt x="1193661" y="418472"/>
                  </a:lnTo>
                  <a:close/>
                  <a:moveTo>
                    <a:pt x="1340442" y="259613"/>
                  </a:moveTo>
                  <a:lnTo>
                    <a:pt x="1308381" y="228234"/>
                  </a:lnTo>
                  <a:lnTo>
                    <a:pt x="1275146" y="211972"/>
                  </a:lnTo>
                  <a:close/>
                  <a:moveTo>
                    <a:pt x="1340442" y="259613"/>
                  </a:moveTo>
                  <a:lnTo>
                    <a:pt x="1397088" y="250321"/>
                  </a:lnTo>
                  <a:lnTo>
                    <a:pt x="1314071" y="223882"/>
                  </a:lnTo>
                  <a:close/>
                  <a:moveTo>
                    <a:pt x="1275146" y="211972"/>
                  </a:moveTo>
                  <a:lnTo>
                    <a:pt x="1299174" y="223882"/>
                  </a:lnTo>
                  <a:lnTo>
                    <a:pt x="1282829" y="172478"/>
                  </a:lnTo>
                  <a:close/>
                  <a:moveTo>
                    <a:pt x="1282829" y="172478"/>
                  </a:moveTo>
                  <a:lnTo>
                    <a:pt x="1306650" y="221765"/>
                  </a:lnTo>
                  <a:lnTo>
                    <a:pt x="1336095" y="196955"/>
                  </a:lnTo>
                  <a:close/>
                  <a:moveTo>
                    <a:pt x="1465698" y="296489"/>
                  </a:moveTo>
                  <a:lnTo>
                    <a:pt x="1423236" y="293027"/>
                  </a:lnTo>
                  <a:lnTo>
                    <a:pt x="1424206" y="351710"/>
                  </a:lnTo>
                  <a:close/>
                  <a:moveTo>
                    <a:pt x="1465698" y="296489"/>
                  </a:moveTo>
                  <a:lnTo>
                    <a:pt x="1467162" y="232556"/>
                  </a:lnTo>
                  <a:lnTo>
                    <a:pt x="1423236" y="293027"/>
                  </a:lnTo>
                  <a:close/>
                  <a:moveTo>
                    <a:pt x="1397088" y="250321"/>
                  </a:moveTo>
                  <a:lnTo>
                    <a:pt x="1467162" y="232556"/>
                  </a:lnTo>
                  <a:lnTo>
                    <a:pt x="1468526" y="207840"/>
                  </a:lnTo>
                  <a:close/>
                  <a:moveTo>
                    <a:pt x="1467162" y="232556"/>
                  </a:moveTo>
                  <a:lnTo>
                    <a:pt x="1513101" y="233191"/>
                  </a:lnTo>
                  <a:lnTo>
                    <a:pt x="1468526" y="207840"/>
                  </a:lnTo>
                  <a:close/>
                  <a:moveTo>
                    <a:pt x="1355937" y="124158"/>
                  </a:moveTo>
                  <a:lnTo>
                    <a:pt x="1336095" y="196955"/>
                  </a:lnTo>
                  <a:lnTo>
                    <a:pt x="1339163" y="199788"/>
                  </a:lnTo>
                  <a:close/>
                  <a:moveTo>
                    <a:pt x="1466137" y="170647"/>
                  </a:moveTo>
                  <a:lnTo>
                    <a:pt x="1415366" y="183759"/>
                  </a:lnTo>
                  <a:lnTo>
                    <a:pt x="1468526" y="207840"/>
                  </a:lnTo>
                  <a:close/>
                  <a:moveTo>
                    <a:pt x="1415436" y="173883"/>
                  </a:moveTo>
                  <a:lnTo>
                    <a:pt x="1466137" y="170647"/>
                  </a:lnTo>
                  <a:lnTo>
                    <a:pt x="1450754" y="120410"/>
                  </a:lnTo>
                  <a:close/>
                  <a:moveTo>
                    <a:pt x="1415436" y="173883"/>
                  </a:moveTo>
                  <a:lnTo>
                    <a:pt x="1450754" y="120410"/>
                  </a:lnTo>
                  <a:lnTo>
                    <a:pt x="1410568" y="115098"/>
                  </a:lnTo>
                  <a:close/>
                  <a:moveTo>
                    <a:pt x="1506932" y="175463"/>
                  </a:moveTo>
                  <a:lnTo>
                    <a:pt x="1468526" y="207840"/>
                  </a:lnTo>
                  <a:lnTo>
                    <a:pt x="1507077" y="177298"/>
                  </a:lnTo>
                  <a:close/>
                  <a:moveTo>
                    <a:pt x="1506932" y="175463"/>
                  </a:moveTo>
                  <a:lnTo>
                    <a:pt x="1466137" y="170647"/>
                  </a:lnTo>
                  <a:lnTo>
                    <a:pt x="1468526" y="207840"/>
                  </a:lnTo>
                  <a:close/>
                  <a:moveTo>
                    <a:pt x="1466137" y="170647"/>
                  </a:moveTo>
                  <a:lnTo>
                    <a:pt x="1506932" y="175463"/>
                  </a:lnTo>
                  <a:lnTo>
                    <a:pt x="1450754" y="120410"/>
                  </a:lnTo>
                  <a:close/>
                  <a:moveTo>
                    <a:pt x="1410568" y="115098"/>
                  </a:moveTo>
                  <a:lnTo>
                    <a:pt x="1446630" y="61019"/>
                  </a:lnTo>
                  <a:lnTo>
                    <a:pt x="1402463" y="58944"/>
                  </a:lnTo>
                  <a:close/>
                  <a:moveTo>
                    <a:pt x="1402463" y="58944"/>
                  </a:moveTo>
                  <a:lnTo>
                    <a:pt x="1446630" y="61019"/>
                  </a:lnTo>
                  <a:lnTo>
                    <a:pt x="1444511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29" name="Output_density__4328">
              <a:extLst>
                <a:ext uri="{FF2B5EF4-FFF2-40B4-BE49-F238E27FC236}">
                  <a16:creationId xmlns:a16="http://schemas.microsoft.com/office/drawing/2014/main" id="{454F0315-74B8-2134-F07A-746F9E7F150F}"/>
                </a:ext>
              </a:extLst>
            </p:cNvPr>
            <p:cNvSpPr>
              <a:spLocks noGrp="1"/>
            </p:cNvSpPr>
            <p:nvPr/>
          </p:nvSpPr>
          <p:spPr>
            <a:xfrm>
              <a:off x="14833294" y="2406475"/>
              <a:ext cx="1379858" cy="985728"/>
            </a:xfrm>
            <a:custGeom>
              <a:avLst/>
              <a:gdLst/>
              <a:ahLst/>
              <a:cxnLst/>
              <a:rect l="0" t="0" r="0" b="0"/>
              <a:pathLst>
                <a:path w="1379858" h="985728">
                  <a:moveTo>
                    <a:pt x="197028" y="934191"/>
                  </a:moveTo>
                  <a:lnTo>
                    <a:pt x="274995" y="960914"/>
                  </a:lnTo>
                  <a:lnTo>
                    <a:pt x="251796" y="917908"/>
                  </a:lnTo>
                  <a:close/>
                  <a:moveTo>
                    <a:pt x="275051" y="961634"/>
                  </a:moveTo>
                  <a:lnTo>
                    <a:pt x="274995" y="960914"/>
                  </a:lnTo>
                  <a:lnTo>
                    <a:pt x="197028" y="934191"/>
                  </a:lnTo>
                  <a:close/>
                  <a:moveTo>
                    <a:pt x="228059" y="985728"/>
                  </a:moveTo>
                  <a:lnTo>
                    <a:pt x="275051" y="961634"/>
                  </a:lnTo>
                  <a:lnTo>
                    <a:pt x="197028" y="934191"/>
                  </a:lnTo>
                  <a:close/>
                  <a:moveTo>
                    <a:pt x="251796" y="917908"/>
                  </a:moveTo>
                  <a:lnTo>
                    <a:pt x="274995" y="960914"/>
                  </a:lnTo>
                  <a:lnTo>
                    <a:pt x="271288" y="910097"/>
                  </a:lnTo>
                  <a:close/>
                  <a:moveTo>
                    <a:pt x="2781" y="652415"/>
                  </a:moveTo>
                  <a:lnTo>
                    <a:pt x="0" y="656971"/>
                  </a:lnTo>
                  <a:lnTo>
                    <a:pt x="9442" y="666760"/>
                  </a:lnTo>
                  <a:close/>
                  <a:moveTo>
                    <a:pt x="3649" y="645101"/>
                  </a:moveTo>
                  <a:lnTo>
                    <a:pt x="0" y="656971"/>
                  </a:lnTo>
                  <a:lnTo>
                    <a:pt x="2781" y="652415"/>
                  </a:lnTo>
                  <a:close/>
                  <a:moveTo>
                    <a:pt x="275051" y="961634"/>
                  </a:moveTo>
                  <a:lnTo>
                    <a:pt x="275353" y="962252"/>
                  </a:lnTo>
                  <a:lnTo>
                    <a:pt x="275666" y="961245"/>
                  </a:lnTo>
                  <a:close/>
                  <a:moveTo>
                    <a:pt x="275051" y="961634"/>
                  </a:moveTo>
                  <a:lnTo>
                    <a:pt x="275666" y="961245"/>
                  </a:lnTo>
                  <a:lnTo>
                    <a:pt x="274995" y="960914"/>
                  </a:lnTo>
                  <a:close/>
                  <a:moveTo>
                    <a:pt x="2781" y="652415"/>
                  </a:moveTo>
                  <a:lnTo>
                    <a:pt x="9442" y="666760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2781" y="652415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10454" y="648471"/>
                  </a:lnTo>
                  <a:lnTo>
                    <a:pt x="8614" y="600878"/>
                  </a:lnTo>
                  <a:close/>
                  <a:moveTo>
                    <a:pt x="8614" y="600878"/>
                  </a:moveTo>
                  <a:lnTo>
                    <a:pt x="10454" y="648471"/>
                  </a:lnTo>
                  <a:lnTo>
                    <a:pt x="55420" y="628320"/>
                  </a:lnTo>
                  <a:close/>
                  <a:moveTo>
                    <a:pt x="8614" y="600878"/>
                  </a:moveTo>
                  <a:lnTo>
                    <a:pt x="55420" y="628320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8614" y="600878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27320" y="558928"/>
                  </a:lnTo>
                  <a:lnTo>
                    <a:pt x="8614" y="600878"/>
                  </a:lnTo>
                  <a:close/>
                  <a:moveTo>
                    <a:pt x="239924" y="676588"/>
                  </a:moveTo>
                  <a:lnTo>
                    <a:pt x="224141" y="679857"/>
                  </a:lnTo>
                  <a:lnTo>
                    <a:pt x="279018" y="707548"/>
                  </a:lnTo>
                  <a:close/>
                  <a:moveTo>
                    <a:pt x="279018" y="707548"/>
                  </a:moveTo>
                  <a:lnTo>
                    <a:pt x="322914" y="695598"/>
                  </a:lnTo>
                  <a:lnTo>
                    <a:pt x="305686" y="661108"/>
                  </a:lnTo>
                  <a:close/>
                  <a:moveTo>
                    <a:pt x="279018" y="707548"/>
                  </a:moveTo>
                  <a:lnTo>
                    <a:pt x="305686" y="661108"/>
                  </a:lnTo>
                  <a:lnTo>
                    <a:pt x="239924" y="676588"/>
                  </a:lnTo>
                  <a:close/>
                  <a:moveTo>
                    <a:pt x="53101" y="576783"/>
                  </a:moveTo>
                  <a:lnTo>
                    <a:pt x="83684" y="501433"/>
                  </a:lnTo>
                  <a:lnTo>
                    <a:pt x="59738" y="545234"/>
                  </a:lnTo>
                  <a:close/>
                  <a:moveTo>
                    <a:pt x="65443" y="525247"/>
                  </a:moveTo>
                  <a:lnTo>
                    <a:pt x="59738" y="545234"/>
                  </a:lnTo>
                  <a:lnTo>
                    <a:pt x="83684" y="501433"/>
                  </a:lnTo>
                  <a:close/>
                  <a:moveTo>
                    <a:pt x="83980" y="500972"/>
                  </a:moveTo>
                  <a:lnTo>
                    <a:pt x="65443" y="525247"/>
                  </a:lnTo>
                  <a:lnTo>
                    <a:pt x="83684" y="501433"/>
                  </a:lnTo>
                  <a:close/>
                  <a:moveTo>
                    <a:pt x="350801" y="664965"/>
                  </a:moveTo>
                  <a:lnTo>
                    <a:pt x="322914" y="695598"/>
                  </a:lnTo>
                  <a:lnTo>
                    <a:pt x="285490" y="707299"/>
                  </a:lnTo>
                  <a:close/>
                  <a:moveTo>
                    <a:pt x="322914" y="695598"/>
                  </a:moveTo>
                  <a:lnTo>
                    <a:pt x="350801" y="664965"/>
                  </a:lnTo>
                  <a:lnTo>
                    <a:pt x="325126" y="655763"/>
                  </a:lnTo>
                  <a:close/>
                  <a:moveTo>
                    <a:pt x="119196" y="457961"/>
                  </a:moveTo>
                  <a:lnTo>
                    <a:pt x="83980" y="500972"/>
                  </a:lnTo>
                  <a:lnTo>
                    <a:pt x="149525" y="436456"/>
                  </a:lnTo>
                  <a:close/>
                  <a:moveTo>
                    <a:pt x="211395" y="410828"/>
                  </a:moveTo>
                  <a:lnTo>
                    <a:pt x="162160" y="425523"/>
                  </a:lnTo>
                  <a:lnTo>
                    <a:pt x="227265" y="417537"/>
                  </a:lnTo>
                  <a:close/>
                  <a:moveTo>
                    <a:pt x="162160" y="425523"/>
                  </a:moveTo>
                  <a:lnTo>
                    <a:pt x="149525" y="436456"/>
                  </a:lnTo>
                  <a:lnTo>
                    <a:pt x="227265" y="417537"/>
                  </a:lnTo>
                  <a:close/>
                  <a:moveTo>
                    <a:pt x="840542" y="868607"/>
                  </a:moveTo>
                  <a:lnTo>
                    <a:pt x="840487" y="868384"/>
                  </a:lnTo>
                  <a:lnTo>
                    <a:pt x="826495" y="817288"/>
                  </a:lnTo>
                  <a:close/>
                  <a:moveTo>
                    <a:pt x="769857" y="892701"/>
                  </a:moveTo>
                  <a:lnTo>
                    <a:pt x="840542" y="868607"/>
                  </a:lnTo>
                  <a:lnTo>
                    <a:pt x="757912" y="841164"/>
                  </a:lnTo>
                  <a:close/>
                  <a:moveTo>
                    <a:pt x="413996" y="377335"/>
                  </a:moveTo>
                  <a:lnTo>
                    <a:pt x="425624" y="428872"/>
                  </a:lnTo>
                  <a:lnTo>
                    <a:pt x="469467" y="415692"/>
                  </a:lnTo>
                  <a:close/>
                  <a:moveTo>
                    <a:pt x="840554" y="868601"/>
                  </a:moveTo>
                  <a:lnTo>
                    <a:pt x="840487" y="868384"/>
                  </a:lnTo>
                  <a:lnTo>
                    <a:pt x="840542" y="868607"/>
                  </a:lnTo>
                  <a:close/>
                  <a:moveTo>
                    <a:pt x="840487" y="868384"/>
                  </a:moveTo>
                  <a:lnTo>
                    <a:pt x="840554" y="868601"/>
                  </a:lnTo>
                  <a:lnTo>
                    <a:pt x="827814" y="817070"/>
                  </a:lnTo>
                  <a:close/>
                  <a:moveTo>
                    <a:pt x="591264" y="507851"/>
                  </a:moveTo>
                  <a:lnTo>
                    <a:pt x="618277" y="535293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1264" y="507851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4391" y="472300"/>
                  </a:lnTo>
                  <a:lnTo>
                    <a:pt x="591264" y="507851"/>
                  </a:lnTo>
                  <a:close/>
                  <a:moveTo>
                    <a:pt x="594391" y="472300"/>
                  </a:moveTo>
                  <a:lnTo>
                    <a:pt x="630501" y="472409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40332" y="432220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58763" y="443175"/>
                  </a:lnTo>
                  <a:lnTo>
                    <a:pt x="640332" y="432220"/>
                  </a:lnTo>
                  <a:close/>
                  <a:moveTo>
                    <a:pt x="658763" y="443175"/>
                  </a:moveTo>
                  <a:lnTo>
                    <a:pt x="671802" y="408126"/>
                  </a:lnTo>
                  <a:lnTo>
                    <a:pt x="640332" y="432220"/>
                  </a:lnTo>
                  <a:close/>
                  <a:moveTo>
                    <a:pt x="691021" y="389106"/>
                  </a:moveTo>
                  <a:lnTo>
                    <a:pt x="640332" y="432220"/>
                  </a:lnTo>
                  <a:lnTo>
                    <a:pt x="671802" y="408126"/>
                  </a:lnTo>
                  <a:close/>
                  <a:moveTo>
                    <a:pt x="764542" y="354414"/>
                  </a:moveTo>
                  <a:lnTo>
                    <a:pt x="691021" y="389106"/>
                  </a:lnTo>
                  <a:lnTo>
                    <a:pt x="723819" y="376833"/>
                  </a:lnTo>
                  <a:close/>
                  <a:moveTo>
                    <a:pt x="1102895" y="368052"/>
                  </a:moveTo>
                  <a:lnTo>
                    <a:pt x="1047229" y="387381"/>
                  </a:lnTo>
                  <a:lnTo>
                    <a:pt x="1113077" y="379443"/>
                  </a:lnTo>
                  <a:close/>
                  <a:moveTo>
                    <a:pt x="1065863" y="337818"/>
                  </a:moveTo>
                  <a:lnTo>
                    <a:pt x="1047229" y="387381"/>
                  </a:lnTo>
                  <a:lnTo>
                    <a:pt x="1102895" y="368052"/>
                  </a:lnTo>
                  <a:close/>
                  <a:moveTo>
                    <a:pt x="1065645" y="335844"/>
                  </a:moveTo>
                  <a:lnTo>
                    <a:pt x="1102895" y="368052"/>
                  </a:lnTo>
                  <a:lnTo>
                    <a:pt x="1112083" y="363287"/>
                  </a:lnTo>
                  <a:close/>
                  <a:moveTo>
                    <a:pt x="1065645" y="335844"/>
                  </a:moveTo>
                  <a:lnTo>
                    <a:pt x="1112083" y="363287"/>
                  </a:lnTo>
                  <a:lnTo>
                    <a:pt x="1103090" y="311750"/>
                  </a:lnTo>
                  <a:close/>
                  <a:moveTo>
                    <a:pt x="1102895" y="368052"/>
                  </a:moveTo>
                  <a:lnTo>
                    <a:pt x="1113077" y="379443"/>
                  </a:lnTo>
                  <a:lnTo>
                    <a:pt x="1112083" y="363287"/>
                  </a:lnTo>
                  <a:close/>
                  <a:moveTo>
                    <a:pt x="1113077" y="379443"/>
                  </a:moveTo>
                  <a:lnTo>
                    <a:pt x="1129842" y="408887"/>
                  </a:lnTo>
                  <a:lnTo>
                    <a:pt x="1112083" y="363287"/>
                  </a:lnTo>
                  <a:close/>
                  <a:moveTo>
                    <a:pt x="1112083" y="363287"/>
                  </a:moveTo>
                  <a:lnTo>
                    <a:pt x="1182468" y="390730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12083" y="363287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62178" y="339193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03090" y="311750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54663" y="287657"/>
                  </a:lnTo>
                  <a:lnTo>
                    <a:pt x="1154221" y="236120"/>
                  </a:lnTo>
                  <a:close/>
                  <a:moveTo>
                    <a:pt x="1154663" y="287657"/>
                  </a:moveTo>
                  <a:lnTo>
                    <a:pt x="1204762" y="323218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183821" y="277499"/>
                  </a:lnTo>
                  <a:lnTo>
                    <a:pt x="1204762" y="323218"/>
                  </a:lnTo>
                  <a:close/>
                  <a:moveTo>
                    <a:pt x="1154221" y="236120"/>
                  </a:moveTo>
                  <a:lnTo>
                    <a:pt x="1183821" y="277499"/>
                  </a:lnTo>
                  <a:lnTo>
                    <a:pt x="1162005" y="232493"/>
                  </a:lnTo>
                  <a:close/>
                  <a:moveTo>
                    <a:pt x="1154221" y="236120"/>
                  </a:moveTo>
                  <a:lnTo>
                    <a:pt x="1154663" y="287657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200538" y="212026"/>
                  </a:lnTo>
                  <a:lnTo>
                    <a:pt x="1183821" y="277499"/>
                  </a:lnTo>
                  <a:close/>
                  <a:moveTo>
                    <a:pt x="1200538" y="212026"/>
                  </a:moveTo>
                  <a:lnTo>
                    <a:pt x="1162005" y="232493"/>
                  </a:lnTo>
                  <a:lnTo>
                    <a:pt x="1183821" y="277499"/>
                  </a:lnTo>
                  <a:close/>
                  <a:moveTo>
                    <a:pt x="1155346" y="227905"/>
                  </a:moveTo>
                  <a:lnTo>
                    <a:pt x="1154221" y="236120"/>
                  </a:lnTo>
                  <a:lnTo>
                    <a:pt x="1162005" y="232493"/>
                  </a:lnTo>
                  <a:close/>
                  <a:moveTo>
                    <a:pt x="1159784" y="184583"/>
                  </a:moveTo>
                  <a:lnTo>
                    <a:pt x="1162005" y="232493"/>
                  </a:lnTo>
                  <a:lnTo>
                    <a:pt x="1200538" y="212026"/>
                  </a:lnTo>
                  <a:close/>
                  <a:moveTo>
                    <a:pt x="1159784" y="184583"/>
                  </a:moveTo>
                  <a:lnTo>
                    <a:pt x="1200538" y="212026"/>
                  </a:lnTo>
                  <a:lnTo>
                    <a:pt x="1203266" y="160489"/>
                  </a:lnTo>
                  <a:close/>
                  <a:moveTo>
                    <a:pt x="1230611" y="263563"/>
                  </a:moveTo>
                  <a:lnTo>
                    <a:pt x="1262332" y="251653"/>
                  </a:lnTo>
                  <a:lnTo>
                    <a:pt x="1249652" y="187932"/>
                  </a:lnTo>
                  <a:close/>
                  <a:moveTo>
                    <a:pt x="1200538" y="212026"/>
                  </a:moveTo>
                  <a:lnTo>
                    <a:pt x="1230611" y="263563"/>
                  </a:lnTo>
                  <a:lnTo>
                    <a:pt x="1249652" y="187932"/>
                  </a:lnTo>
                  <a:close/>
                  <a:moveTo>
                    <a:pt x="1203266" y="160489"/>
                  </a:moveTo>
                  <a:lnTo>
                    <a:pt x="1255243" y="156925"/>
                  </a:lnTo>
                  <a:lnTo>
                    <a:pt x="1238560" y="145494"/>
                  </a:lnTo>
                  <a:close/>
                  <a:moveTo>
                    <a:pt x="1249652" y="187932"/>
                  </a:moveTo>
                  <a:lnTo>
                    <a:pt x="1255243" y="156925"/>
                  </a:lnTo>
                  <a:lnTo>
                    <a:pt x="1203266" y="160489"/>
                  </a:lnTo>
                  <a:close/>
                  <a:moveTo>
                    <a:pt x="1200538" y="212026"/>
                  </a:moveTo>
                  <a:lnTo>
                    <a:pt x="1249652" y="187932"/>
                  </a:lnTo>
                  <a:lnTo>
                    <a:pt x="1203266" y="160489"/>
                  </a:lnTo>
                  <a:close/>
                  <a:moveTo>
                    <a:pt x="1213649" y="136314"/>
                  </a:moveTo>
                  <a:lnTo>
                    <a:pt x="1203266" y="160489"/>
                  </a:lnTo>
                  <a:lnTo>
                    <a:pt x="1238560" y="145494"/>
                  </a:lnTo>
                  <a:close/>
                  <a:moveTo>
                    <a:pt x="1225997" y="108953"/>
                  </a:moveTo>
                  <a:lnTo>
                    <a:pt x="1238560" y="145494"/>
                  </a:lnTo>
                  <a:lnTo>
                    <a:pt x="1257040" y="136395"/>
                  </a:lnTo>
                  <a:close/>
                  <a:moveTo>
                    <a:pt x="1238560" y="145494"/>
                  </a:moveTo>
                  <a:lnTo>
                    <a:pt x="1255243" y="156925"/>
                  </a:lnTo>
                  <a:lnTo>
                    <a:pt x="1257040" y="136395"/>
                  </a:lnTo>
                  <a:close/>
                  <a:moveTo>
                    <a:pt x="1272739" y="180450"/>
                  </a:moveTo>
                  <a:lnTo>
                    <a:pt x="1338957" y="160343"/>
                  </a:lnTo>
                  <a:lnTo>
                    <a:pt x="1257040" y="136395"/>
                  </a:lnTo>
                  <a:close/>
                  <a:moveTo>
                    <a:pt x="1257040" y="136395"/>
                  </a:moveTo>
                  <a:lnTo>
                    <a:pt x="1338957" y="160343"/>
                  </a:lnTo>
                  <a:lnTo>
                    <a:pt x="1303069" y="112302"/>
                  </a:lnTo>
                  <a:close/>
                  <a:moveTo>
                    <a:pt x="1257040" y="136395"/>
                  </a:moveTo>
                  <a:lnTo>
                    <a:pt x="1255243" y="156925"/>
                  </a:lnTo>
                  <a:lnTo>
                    <a:pt x="1272739" y="180450"/>
                  </a:lnTo>
                  <a:close/>
                  <a:moveTo>
                    <a:pt x="1261675" y="84859"/>
                  </a:moveTo>
                  <a:lnTo>
                    <a:pt x="1257040" y="136395"/>
                  </a:lnTo>
                  <a:lnTo>
                    <a:pt x="1303069" y="112302"/>
                  </a:lnTo>
                  <a:close/>
                  <a:moveTo>
                    <a:pt x="1261675" y="84859"/>
                  </a:moveTo>
                  <a:lnTo>
                    <a:pt x="1303069" y="112302"/>
                  </a:lnTo>
                  <a:lnTo>
                    <a:pt x="1309390" y="60765"/>
                  </a:lnTo>
                  <a:close/>
                  <a:moveTo>
                    <a:pt x="1309390" y="60765"/>
                  </a:moveTo>
                  <a:lnTo>
                    <a:pt x="1310633" y="54445"/>
                  </a:lnTo>
                  <a:lnTo>
                    <a:pt x="1260429" y="33322"/>
                  </a:lnTo>
                  <a:close/>
                  <a:moveTo>
                    <a:pt x="1261675" y="84859"/>
                  </a:moveTo>
                  <a:lnTo>
                    <a:pt x="1309390" y="60765"/>
                  </a:lnTo>
                  <a:lnTo>
                    <a:pt x="1260429" y="33322"/>
                  </a:lnTo>
                  <a:close/>
                  <a:moveTo>
                    <a:pt x="1309390" y="60765"/>
                  </a:moveTo>
                  <a:lnTo>
                    <a:pt x="1338709" y="102057"/>
                  </a:lnTo>
                  <a:lnTo>
                    <a:pt x="1314312" y="59149"/>
                  </a:lnTo>
                  <a:close/>
                  <a:moveTo>
                    <a:pt x="1309390" y="60765"/>
                  </a:moveTo>
                  <a:lnTo>
                    <a:pt x="1303069" y="112302"/>
                  </a:lnTo>
                  <a:lnTo>
                    <a:pt x="1338709" y="102057"/>
                  </a:lnTo>
                  <a:close/>
                  <a:moveTo>
                    <a:pt x="1338709" y="102057"/>
                  </a:moveTo>
                  <a:lnTo>
                    <a:pt x="1379858" y="43843"/>
                  </a:lnTo>
                  <a:lnTo>
                    <a:pt x="1314312" y="59149"/>
                  </a:lnTo>
                  <a:close/>
                  <a:moveTo>
                    <a:pt x="1310633" y="54445"/>
                  </a:moveTo>
                  <a:lnTo>
                    <a:pt x="1309390" y="60765"/>
                  </a:lnTo>
                  <a:lnTo>
                    <a:pt x="1314312" y="59149"/>
                  </a:lnTo>
                  <a:close/>
                  <a:moveTo>
                    <a:pt x="1314312" y="59149"/>
                  </a:moveTo>
                  <a:lnTo>
                    <a:pt x="1321939" y="9229"/>
                  </a:lnTo>
                  <a:lnTo>
                    <a:pt x="1310633" y="54445"/>
                  </a:lnTo>
                  <a:close/>
                  <a:moveTo>
                    <a:pt x="1356610" y="0"/>
                  </a:moveTo>
                  <a:lnTo>
                    <a:pt x="1321939" y="9229"/>
                  </a:lnTo>
                  <a:lnTo>
                    <a:pt x="1314312" y="59149"/>
                  </a:lnTo>
                  <a:close/>
                  <a:moveTo>
                    <a:pt x="1379858" y="43843"/>
                  </a:moveTo>
                  <a:lnTo>
                    <a:pt x="1356610" y="0"/>
                  </a:lnTo>
                  <a:lnTo>
                    <a:pt x="1314312" y="591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0" name="Output_density__4329">
              <a:extLst>
                <a:ext uri="{FF2B5EF4-FFF2-40B4-BE49-F238E27FC236}">
                  <a16:creationId xmlns:a16="http://schemas.microsoft.com/office/drawing/2014/main" id="{610493C8-A204-5088-6BB5-882933FCB6BA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801978"/>
              <a:ext cx="1435002" cy="675901"/>
            </a:xfrm>
            <a:custGeom>
              <a:avLst/>
              <a:gdLst/>
              <a:ahLst/>
              <a:cxnLst/>
              <a:rect l="0" t="0" r="0" b="0"/>
              <a:pathLst>
                <a:path w="1435002" h="675901">
                  <a:moveTo>
                    <a:pt x="85487" y="479050"/>
                  </a:moveTo>
                  <a:lnTo>
                    <a:pt x="129059" y="463057"/>
                  </a:lnTo>
                  <a:lnTo>
                    <a:pt x="107690" y="472521"/>
                  </a:lnTo>
                  <a:close/>
                  <a:moveTo>
                    <a:pt x="0" y="379462"/>
                  </a:moveTo>
                  <a:lnTo>
                    <a:pt x="46802" y="379769"/>
                  </a:lnTo>
                  <a:lnTo>
                    <a:pt x="6243" y="380006"/>
                  </a:lnTo>
                  <a:close/>
                  <a:moveTo>
                    <a:pt x="446431" y="315145"/>
                  </a:moveTo>
                  <a:lnTo>
                    <a:pt x="462149" y="345025"/>
                  </a:lnTo>
                  <a:lnTo>
                    <a:pt x="456595" y="339239"/>
                  </a:lnTo>
                  <a:close/>
                  <a:moveTo>
                    <a:pt x="444975" y="320591"/>
                  </a:moveTo>
                  <a:lnTo>
                    <a:pt x="444271" y="377276"/>
                  </a:lnTo>
                  <a:lnTo>
                    <a:pt x="446431" y="315145"/>
                  </a:lnTo>
                  <a:close/>
                  <a:moveTo>
                    <a:pt x="419839" y="226610"/>
                  </a:moveTo>
                  <a:lnTo>
                    <a:pt x="445809" y="263608"/>
                  </a:lnTo>
                  <a:lnTo>
                    <a:pt x="411462" y="215721"/>
                  </a:lnTo>
                  <a:close/>
                  <a:moveTo>
                    <a:pt x="809762" y="675901"/>
                  </a:moveTo>
                  <a:lnTo>
                    <a:pt x="829905" y="668113"/>
                  </a:lnTo>
                  <a:lnTo>
                    <a:pt x="768396" y="656424"/>
                  </a:lnTo>
                  <a:close/>
                  <a:moveTo>
                    <a:pt x="768396" y="656424"/>
                  </a:moveTo>
                  <a:lnTo>
                    <a:pt x="829905" y="668113"/>
                  </a:lnTo>
                  <a:lnTo>
                    <a:pt x="845680" y="635801"/>
                  </a:lnTo>
                  <a:close/>
                  <a:moveTo>
                    <a:pt x="856767" y="583532"/>
                  </a:moveTo>
                  <a:lnTo>
                    <a:pt x="845680" y="635801"/>
                  </a:lnTo>
                  <a:lnTo>
                    <a:pt x="856952" y="600271"/>
                  </a:lnTo>
                  <a:close/>
                  <a:moveTo>
                    <a:pt x="863648" y="568081"/>
                  </a:moveTo>
                  <a:lnTo>
                    <a:pt x="856767" y="583532"/>
                  </a:lnTo>
                  <a:lnTo>
                    <a:pt x="899515" y="527502"/>
                  </a:lnTo>
                  <a:close/>
                  <a:moveTo>
                    <a:pt x="850632" y="576177"/>
                  </a:moveTo>
                  <a:lnTo>
                    <a:pt x="856767" y="583532"/>
                  </a:lnTo>
                  <a:lnTo>
                    <a:pt x="863648" y="568081"/>
                  </a:lnTo>
                  <a:close/>
                  <a:moveTo>
                    <a:pt x="766440" y="421567"/>
                  </a:moveTo>
                  <a:lnTo>
                    <a:pt x="732066" y="425469"/>
                  </a:lnTo>
                  <a:lnTo>
                    <a:pt x="727173" y="424696"/>
                  </a:lnTo>
                  <a:close/>
                  <a:moveTo>
                    <a:pt x="899515" y="527502"/>
                  </a:moveTo>
                  <a:lnTo>
                    <a:pt x="908480" y="516729"/>
                  </a:lnTo>
                  <a:lnTo>
                    <a:pt x="887007" y="520516"/>
                  </a:lnTo>
                  <a:close/>
                  <a:moveTo>
                    <a:pt x="863648" y="568081"/>
                  </a:moveTo>
                  <a:lnTo>
                    <a:pt x="899515" y="527502"/>
                  </a:lnTo>
                  <a:lnTo>
                    <a:pt x="887007" y="520516"/>
                  </a:lnTo>
                  <a:close/>
                  <a:moveTo>
                    <a:pt x="941599" y="500546"/>
                  </a:moveTo>
                  <a:lnTo>
                    <a:pt x="984017" y="556045"/>
                  </a:lnTo>
                  <a:lnTo>
                    <a:pt x="977062" y="552083"/>
                  </a:lnTo>
                  <a:close/>
                  <a:moveTo>
                    <a:pt x="899515" y="527502"/>
                  </a:moveTo>
                  <a:lnTo>
                    <a:pt x="984017" y="556045"/>
                  </a:lnTo>
                  <a:lnTo>
                    <a:pt x="941599" y="500546"/>
                  </a:lnTo>
                  <a:close/>
                  <a:moveTo>
                    <a:pt x="983328" y="493861"/>
                  </a:moveTo>
                  <a:lnTo>
                    <a:pt x="1002376" y="541119"/>
                  </a:lnTo>
                  <a:lnTo>
                    <a:pt x="993408" y="552083"/>
                  </a:lnTo>
                  <a:close/>
                  <a:moveTo>
                    <a:pt x="1127861" y="75866"/>
                  </a:moveTo>
                  <a:lnTo>
                    <a:pt x="1100670" y="122733"/>
                  </a:lnTo>
                  <a:lnTo>
                    <a:pt x="1125186" y="140784"/>
                  </a:lnTo>
                  <a:close/>
                  <a:moveTo>
                    <a:pt x="1172610" y="70857"/>
                  </a:moveTo>
                  <a:lnTo>
                    <a:pt x="1175733" y="74929"/>
                  </a:lnTo>
                  <a:lnTo>
                    <a:pt x="1181240" y="72719"/>
                  </a:lnTo>
                  <a:close/>
                  <a:moveTo>
                    <a:pt x="1150040" y="90970"/>
                  </a:moveTo>
                  <a:lnTo>
                    <a:pt x="1172610" y="70857"/>
                  </a:lnTo>
                  <a:lnTo>
                    <a:pt x="1131827" y="62649"/>
                  </a:lnTo>
                  <a:close/>
                  <a:moveTo>
                    <a:pt x="1131827" y="62649"/>
                  </a:moveTo>
                  <a:lnTo>
                    <a:pt x="1127861" y="75866"/>
                  </a:lnTo>
                  <a:lnTo>
                    <a:pt x="1150040" y="90970"/>
                  </a:lnTo>
                  <a:close/>
                  <a:moveTo>
                    <a:pt x="1201264" y="46763"/>
                  </a:moveTo>
                  <a:lnTo>
                    <a:pt x="1172610" y="70857"/>
                  </a:lnTo>
                  <a:lnTo>
                    <a:pt x="1181240" y="72719"/>
                  </a:lnTo>
                  <a:close/>
                  <a:moveTo>
                    <a:pt x="1181240" y="72719"/>
                  </a:moveTo>
                  <a:lnTo>
                    <a:pt x="1227642" y="71534"/>
                  </a:lnTo>
                  <a:lnTo>
                    <a:pt x="1261449" y="63032"/>
                  </a:lnTo>
                  <a:close/>
                  <a:moveTo>
                    <a:pt x="1261449" y="63032"/>
                  </a:moveTo>
                  <a:lnTo>
                    <a:pt x="1227642" y="71534"/>
                  </a:lnTo>
                  <a:lnTo>
                    <a:pt x="1312684" y="79916"/>
                  </a:lnTo>
                  <a:close/>
                  <a:moveTo>
                    <a:pt x="1343279" y="59405"/>
                  </a:moveTo>
                  <a:lnTo>
                    <a:pt x="1312684" y="79916"/>
                  </a:lnTo>
                  <a:lnTo>
                    <a:pt x="1390525" y="61372"/>
                  </a:lnTo>
                  <a:close/>
                  <a:moveTo>
                    <a:pt x="1435002" y="16077"/>
                  </a:moveTo>
                  <a:lnTo>
                    <a:pt x="1408057" y="0"/>
                  </a:lnTo>
                  <a:lnTo>
                    <a:pt x="1390525" y="6137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1" name="Output_density__4330">
              <a:extLst>
                <a:ext uri="{FF2B5EF4-FFF2-40B4-BE49-F238E27FC236}">
                  <a16:creationId xmlns:a16="http://schemas.microsoft.com/office/drawing/2014/main" id="{D1F9A39D-0795-135F-94D5-E7BEB4A25E33}"/>
                </a:ext>
              </a:extLst>
            </p:cNvPr>
            <p:cNvSpPr>
              <a:spLocks noGrp="1"/>
            </p:cNvSpPr>
            <p:nvPr/>
          </p:nvSpPr>
          <p:spPr>
            <a:xfrm>
              <a:off x="14888559" y="2877844"/>
              <a:ext cx="1134874" cy="484363"/>
            </a:xfrm>
            <a:custGeom>
              <a:avLst/>
              <a:gdLst/>
              <a:ahLst/>
              <a:cxnLst/>
              <a:rect l="0" t="0" r="0" b="0"/>
              <a:pathLst>
                <a:path w="1134874" h="484363">
                  <a:moveTo>
                    <a:pt x="40559" y="303903"/>
                  </a:moveTo>
                  <a:lnTo>
                    <a:pt x="52639" y="299327"/>
                  </a:lnTo>
                  <a:lnTo>
                    <a:pt x="0" y="304140"/>
                  </a:lnTo>
                  <a:close/>
                  <a:moveTo>
                    <a:pt x="85445" y="147172"/>
                  </a:moveTo>
                  <a:lnTo>
                    <a:pt x="84580" y="156951"/>
                  </a:lnTo>
                  <a:lnTo>
                    <a:pt x="100339" y="122713"/>
                  </a:lnTo>
                  <a:close/>
                  <a:moveTo>
                    <a:pt x="948744" y="484363"/>
                  </a:moveTo>
                  <a:lnTo>
                    <a:pt x="977774" y="480179"/>
                  </a:lnTo>
                  <a:lnTo>
                    <a:pt x="893272" y="451636"/>
                  </a:lnTo>
                  <a:close/>
                  <a:moveTo>
                    <a:pt x="987165" y="476217"/>
                  </a:moveTo>
                  <a:lnTo>
                    <a:pt x="977774" y="480179"/>
                  </a:lnTo>
                  <a:lnTo>
                    <a:pt x="988970" y="424680"/>
                  </a:lnTo>
                  <a:close/>
                  <a:moveTo>
                    <a:pt x="935356" y="424680"/>
                  </a:moveTo>
                  <a:lnTo>
                    <a:pt x="970819" y="476217"/>
                  </a:lnTo>
                  <a:lnTo>
                    <a:pt x="996133" y="465252"/>
                  </a:lnTo>
                  <a:close/>
                  <a:moveTo>
                    <a:pt x="1121827" y="70621"/>
                  </a:moveTo>
                  <a:lnTo>
                    <a:pt x="1121618" y="0"/>
                  </a:lnTo>
                  <a:lnTo>
                    <a:pt x="1118943" y="64918"/>
                  </a:lnTo>
                  <a:close/>
                  <a:moveTo>
                    <a:pt x="1134874" y="19085"/>
                  </a:moveTo>
                  <a:lnTo>
                    <a:pt x="1121618" y="0"/>
                  </a:lnTo>
                  <a:lnTo>
                    <a:pt x="1121827" y="7062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2" name="Output_density__4331">
              <a:extLst>
                <a:ext uri="{FF2B5EF4-FFF2-40B4-BE49-F238E27FC236}">
                  <a16:creationId xmlns:a16="http://schemas.microsoft.com/office/drawing/2014/main" id="{292FAA9A-DC4F-4522-BCFA-704C69BDD2C3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41058"/>
              <a:ext cx="1179874" cy="604886"/>
            </a:xfrm>
            <a:custGeom>
              <a:avLst/>
              <a:gdLst/>
              <a:ahLst/>
              <a:cxnLst/>
              <a:rect l="0" t="0" r="0" b="0"/>
              <a:pathLst>
                <a:path w="1179874" h="604886">
                  <a:moveTo>
                    <a:pt x="54410" y="423977"/>
                  </a:moveTo>
                  <a:lnTo>
                    <a:pt x="45533" y="439970"/>
                  </a:lnTo>
                  <a:lnTo>
                    <a:pt x="67736" y="433441"/>
                  </a:lnTo>
                  <a:close/>
                  <a:moveTo>
                    <a:pt x="51772" y="413530"/>
                  </a:moveTo>
                  <a:lnTo>
                    <a:pt x="38818" y="407447"/>
                  </a:lnTo>
                  <a:lnTo>
                    <a:pt x="67736" y="433441"/>
                  </a:lnTo>
                  <a:close/>
                  <a:moveTo>
                    <a:pt x="54410" y="423977"/>
                  </a:moveTo>
                  <a:lnTo>
                    <a:pt x="38818" y="407447"/>
                  </a:lnTo>
                  <a:lnTo>
                    <a:pt x="5690" y="371636"/>
                  </a:lnTo>
                  <a:close/>
                  <a:moveTo>
                    <a:pt x="0" y="348346"/>
                  </a:moveTo>
                  <a:lnTo>
                    <a:pt x="2965" y="365948"/>
                  </a:lnTo>
                  <a:lnTo>
                    <a:pt x="5690" y="371636"/>
                  </a:lnTo>
                  <a:close/>
                  <a:moveTo>
                    <a:pt x="171948" y="451419"/>
                  </a:moveTo>
                  <a:lnTo>
                    <a:pt x="211053" y="485025"/>
                  </a:lnTo>
                  <a:lnTo>
                    <a:pt x="159173" y="448308"/>
                  </a:lnTo>
                  <a:close/>
                  <a:moveTo>
                    <a:pt x="275704" y="417167"/>
                  </a:moveTo>
                  <a:lnTo>
                    <a:pt x="280781" y="362664"/>
                  </a:lnTo>
                  <a:lnTo>
                    <a:pt x="271951" y="427326"/>
                  </a:lnTo>
                  <a:close/>
                  <a:moveTo>
                    <a:pt x="258862" y="351695"/>
                  </a:moveTo>
                  <a:lnTo>
                    <a:pt x="305499" y="393667"/>
                  </a:lnTo>
                  <a:lnTo>
                    <a:pt x="271951" y="427326"/>
                  </a:lnTo>
                  <a:close/>
                  <a:moveTo>
                    <a:pt x="357214" y="338507"/>
                  </a:moveTo>
                  <a:lnTo>
                    <a:pt x="351916" y="403232"/>
                  </a:lnTo>
                  <a:lnTo>
                    <a:pt x="324075" y="328220"/>
                  </a:lnTo>
                  <a:close/>
                  <a:moveTo>
                    <a:pt x="355127" y="402947"/>
                  </a:moveTo>
                  <a:lnTo>
                    <a:pt x="351916" y="403232"/>
                  </a:lnTo>
                  <a:lnTo>
                    <a:pt x="357214" y="338507"/>
                  </a:lnTo>
                  <a:close/>
                  <a:moveTo>
                    <a:pt x="405021" y="281511"/>
                  </a:moveTo>
                  <a:lnTo>
                    <a:pt x="357214" y="338507"/>
                  </a:lnTo>
                  <a:lnTo>
                    <a:pt x="334660" y="328018"/>
                  </a:lnTo>
                  <a:close/>
                  <a:moveTo>
                    <a:pt x="761191" y="604886"/>
                  </a:moveTo>
                  <a:lnTo>
                    <a:pt x="805726" y="596721"/>
                  </a:lnTo>
                  <a:lnTo>
                    <a:pt x="787118" y="566925"/>
                  </a:lnTo>
                  <a:close/>
                  <a:moveTo>
                    <a:pt x="798536" y="521328"/>
                  </a:moveTo>
                  <a:lnTo>
                    <a:pt x="787118" y="566925"/>
                  </a:lnTo>
                  <a:lnTo>
                    <a:pt x="810678" y="537097"/>
                  </a:lnTo>
                  <a:close/>
                  <a:moveTo>
                    <a:pt x="798296" y="473819"/>
                  </a:moveTo>
                  <a:lnTo>
                    <a:pt x="810678" y="537097"/>
                  </a:lnTo>
                  <a:lnTo>
                    <a:pt x="823694" y="529001"/>
                  </a:lnTo>
                  <a:close/>
                  <a:moveTo>
                    <a:pt x="856268" y="449633"/>
                  </a:moveTo>
                  <a:lnTo>
                    <a:pt x="847053" y="481435"/>
                  </a:lnTo>
                  <a:lnTo>
                    <a:pt x="880319" y="461466"/>
                  </a:lnTo>
                  <a:close/>
                  <a:moveTo>
                    <a:pt x="856268" y="449633"/>
                  </a:moveTo>
                  <a:lnTo>
                    <a:pt x="886606" y="454641"/>
                  </a:lnTo>
                  <a:lnTo>
                    <a:pt x="861214" y="399479"/>
                  </a:lnTo>
                  <a:close/>
                  <a:moveTo>
                    <a:pt x="757173" y="104058"/>
                  </a:moveTo>
                  <a:lnTo>
                    <a:pt x="732954" y="128152"/>
                  </a:lnTo>
                  <a:lnTo>
                    <a:pt x="763913" y="75465"/>
                  </a:lnTo>
                  <a:close/>
                  <a:moveTo>
                    <a:pt x="841105" y="54496"/>
                  </a:moveTo>
                  <a:lnTo>
                    <a:pt x="796338" y="83915"/>
                  </a:lnTo>
                  <a:lnTo>
                    <a:pt x="763913" y="75465"/>
                  </a:lnTo>
                  <a:close/>
                  <a:moveTo>
                    <a:pt x="920995" y="55871"/>
                  </a:moveTo>
                  <a:lnTo>
                    <a:pt x="894969" y="81209"/>
                  </a:lnTo>
                  <a:lnTo>
                    <a:pt x="925519" y="60530"/>
                  </a:lnTo>
                  <a:close/>
                  <a:moveTo>
                    <a:pt x="920995" y="55871"/>
                  </a:moveTo>
                  <a:lnTo>
                    <a:pt x="893321" y="79965"/>
                  </a:lnTo>
                  <a:lnTo>
                    <a:pt x="894969" y="81209"/>
                  </a:lnTo>
                  <a:close/>
                  <a:moveTo>
                    <a:pt x="893321" y="79965"/>
                  </a:moveTo>
                  <a:lnTo>
                    <a:pt x="920995" y="55871"/>
                  </a:lnTo>
                  <a:lnTo>
                    <a:pt x="841105" y="54496"/>
                  </a:lnTo>
                  <a:close/>
                  <a:moveTo>
                    <a:pt x="920995" y="55871"/>
                  </a:moveTo>
                  <a:lnTo>
                    <a:pt x="875007" y="46352"/>
                  </a:lnTo>
                  <a:lnTo>
                    <a:pt x="841105" y="54496"/>
                  </a:lnTo>
                  <a:close/>
                  <a:moveTo>
                    <a:pt x="1070713" y="138268"/>
                  </a:moveTo>
                  <a:lnTo>
                    <a:pt x="1060715" y="83653"/>
                  </a:lnTo>
                  <a:lnTo>
                    <a:pt x="1071872" y="134850"/>
                  </a:lnTo>
                  <a:close/>
                  <a:moveTo>
                    <a:pt x="1161310" y="7683"/>
                  </a:moveTo>
                  <a:lnTo>
                    <a:pt x="1172070" y="13840"/>
                  </a:lnTo>
                  <a:lnTo>
                    <a:pt x="1179874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33" name="Output_density__4332">
              <a:extLst>
                <a:ext uri="{FF2B5EF4-FFF2-40B4-BE49-F238E27FC236}">
                  <a16:creationId xmlns:a16="http://schemas.microsoft.com/office/drawing/2014/main" id="{0E31B6DA-BADC-CC90-3DF7-C1F50BFFDB9A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1151"/>
              <a:ext cx="1351829" cy="644792"/>
            </a:xfrm>
            <a:custGeom>
              <a:avLst/>
              <a:gdLst/>
              <a:ahLst/>
              <a:cxnLst/>
              <a:rect l="0" t="0" r="0" b="0"/>
              <a:pathLst>
                <a:path w="1351829" h="644792">
                  <a:moveTo>
                    <a:pt x="213178" y="506217"/>
                  </a:moveTo>
                  <a:lnTo>
                    <a:pt x="240482" y="524932"/>
                  </a:lnTo>
                  <a:lnTo>
                    <a:pt x="201378" y="491326"/>
                  </a:lnTo>
                  <a:close/>
                  <a:moveTo>
                    <a:pt x="0" y="360811"/>
                  </a:moveTo>
                  <a:lnTo>
                    <a:pt x="32394" y="405855"/>
                  </a:lnTo>
                  <a:lnTo>
                    <a:pt x="29430" y="388253"/>
                  </a:lnTo>
                  <a:close/>
                  <a:moveTo>
                    <a:pt x="296122" y="558282"/>
                  </a:moveTo>
                  <a:lnTo>
                    <a:pt x="304680" y="532553"/>
                  </a:lnTo>
                  <a:lnTo>
                    <a:pt x="261875" y="542863"/>
                  </a:lnTo>
                  <a:close/>
                  <a:moveTo>
                    <a:pt x="304807" y="469706"/>
                  </a:moveTo>
                  <a:lnTo>
                    <a:pt x="301380" y="467232"/>
                  </a:lnTo>
                  <a:lnTo>
                    <a:pt x="240482" y="524932"/>
                  </a:lnTo>
                  <a:close/>
                  <a:moveTo>
                    <a:pt x="240482" y="524932"/>
                  </a:moveTo>
                  <a:lnTo>
                    <a:pt x="261875" y="542863"/>
                  </a:lnTo>
                  <a:lnTo>
                    <a:pt x="304680" y="532553"/>
                  </a:lnTo>
                  <a:close/>
                  <a:moveTo>
                    <a:pt x="304680" y="532553"/>
                  </a:moveTo>
                  <a:lnTo>
                    <a:pt x="304807" y="469706"/>
                  </a:lnTo>
                  <a:lnTo>
                    <a:pt x="240482" y="524932"/>
                  </a:lnTo>
                  <a:close/>
                  <a:moveTo>
                    <a:pt x="357317" y="527742"/>
                  </a:moveTo>
                  <a:lnTo>
                    <a:pt x="314199" y="467232"/>
                  </a:lnTo>
                  <a:lnTo>
                    <a:pt x="304807" y="469706"/>
                  </a:lnTo>
                  <a:close/>
                  <a:moveTo>
                    <a:pt x="357317" y="527742"/>
                  </a:moveTo>
                  <a:lnTo>
                    <a:pt x="304807" y="469706"/>
                  </a:lnTo>
                  <a:lnTo>
                    <a:pt x="304680" y="532553"/>
                  </a:lnTo>
                  <a:close/>
                  <a:moveTo>
                    <a:pt x="304807" y="469706"/>
                  </a:moveTo>
                  <a:lnTo>
                    <a:pt x="314199" y="467232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04807" y="469706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10210" y="402571"/>
                  </a:lnTo>
                  <a:lnTo>
                    <a:pt x="288292" y="391602"/>
                  </a:lnTo>
                  <a:close/>
                  <a:moveTo>
                    <a:pt x="383972" y="443329"/>
                  </a:moveTo>
                  <a:lnTo>
                    <a:pt x="314199" y="467232"/>
                  </a:lnTo>
                  <a:lnTo>
                    <a:pt x="364454" y="504189"/>
                  </a:lnTo>
                  <a:close/>
                  <a:moveTo>
                    <a:pt x="314199" y="467232"/>
                  </a:moveTo>
                  <a:lnTo>
                    <a:pt x="383972" y="443329"/>
                  </a:lnTo>
                  <a:lnTo>
                    <a:pt x="310210" y="402571"/>
                  </a:lnTo>
                  <a:close/>
                  <a:moveTo>
                    <a:pt x="314199" y="467232"/>
                  </a:moveTo>
                  <a:lnTo>
                    <a:pt x="310210" y="402571"/>
                  </a:lnTo>
                  <a:lnTo>
                    <a:pt x="305133" y="457074"/>
                  </a:lnTo>
                  <a:close/>
                  <a:moveTo>
                    <a:pt x="430816" y="443228"/>
                  </a:moveTo>
                  <a:lnTo>
                    <a:pt x="383972" y="443329"/>
                  </a:lnTo>
                  <a:lnTo>
                    <a:pt x="364454" y="504189"/>
                  </a:lnTo>
                  <a:close/>
                  <a:moveTo>
                    <a:pt x="249609" y="351113"/>
                  </a:moveTo>
                  <a:lnTo>
                    <a:pt x="288292" y="391602"/>
                  </a:lnTo>
                  <a:lnTo>
                    <a:pt x="310210" y="402571"/>
                  </a:lnTo>
                  <a:close/>
                  <a:moveTo>
                    <a:pt x="207039" y="288529"/>
                  </a:moveTo>
                  <a:lnTo>
                    <a:pt x="220032" y="313574"/>
                  </a:lnTo>
                  <a:lnTo>
                    <a:pt x="217978" y="312623"/>
                  </a:lnTo>
                  <a:close/>
                  <a:moveTo>
                    <a:pt x="315968" y="335148"/>
                  </a:moveTo>
                  <a:lnTo>
                    <a:pt x="386644" y="378414"/>
                  </a:lnTo>
                  <a:lnTo>
                    <a:pt x="355115" y="367508"/>
                  </a:lnTo>
                  <a:close/>
                  <a:moveTo>
                    <a:pt x="326023" y="340066"/>
                  </a:moveTo>
                  <a:lnTo>
                    <a:pt x="386644" y="378414"/>
                  </a:lnTo>
                  <a:lnTo>
                    <a:pt x="315968" y="335148"/>
                  </a:lnTo>
                  <a:close/>
                  <a:moveTo>
                    <a:pt x="364089" y="367925"/>
                  </a:moveTo>
                  <a:lnTo>
                    <a:pt x="386644" y="378414"/>
                  </a:lnTo>
                  <a:lnTo>
                    <a:pt x="326023" y="340066"/>
                  </a:lnTo>
                  <a:close/>
                  <a:moveTo>
                    <a:pt x="294318" y="264435"/>
                  </a:moveTo>
                  <a:lnTo>
                    <a:pt x="290724" y="288529"/>
                  </a:lnTo>
                  <a:lnTo>
                    <a:pt x="322248" y="315972"/>
                  </a:lnTo>
                  <a:close/>
                  <a:moveTo>
                    <a:pt x="294318" y="264435"/>
                  </a:moveTo>
                  <a:lnTo>
                    <a:pt x="291255" y="270288"/>
                  </a:lnTo>
                  <a:lnTo>
                    <a:pt x="290724" y="288529"/>
                  </a:lnTo>
                  <a:close/>
                  <a:moveTo>
                    <a:pt x="303403" y="157134"/>
                  </a:moveTo>
                  <a:lnTo>
                    <a:pt x="377085" y="188804"/>
                  </a:lnTo>
                  <a:lnTo>
                    <a:pt x="380238" y="195393"/>
                  </a:lnTo>
                  <a:close/>
                  <a:moveTo>
                    <a:pt x="255694" y="95195"/>
                  </a:moveTo>
                  <a:lnTo>
                    <a:pt x="198756" y="103503"/>
                  </a:lnTo>
                  <a:lnTo>
                    <a:pt x="249429" y="161362"/>
                  </a:lnTo>
                  <a:close/>
                  <a:moveTo>
                    <a:pt x="257690" y="161362"/>
                  </a:moveTo>
                  <a:lnTo>
                    <a:pt x="303403" y="157134"/>
                  </a:lnTo>
                  <a:lnTo>
                    <a:pt x="255694" y="95195"/>
                  </a:lnTo>
                  <a:close/>
                  <a:moveTo>
                    <a:pt x="787360" y="577003"/>
                  </a:moveTo>
                  <a:lnTo>
                    <a:pt x="790620" y="644792"/>
                  </a:lnTo>
                  <a:lnTo>
                    <a:pt x="816547" y="606831"/>
                  </a:lnTo>
                  <a:close/>
                  <a:moveTo>
                    <a:pt x="787360" y="577003"/>
                  </a:moveTo>
                  <a:lnTo>
                    <a:pt x="816547" y="606831"/>
                  </a:lnTo>
                  <a:lnTo>
                    <a:pt x="827965" y="561235"/>
                  </a:lnTo>
                  <a:close/>
                  <a:moveTo>
                    <a:pt x="827965" y="561235"/>
                  </a:moveTo>
                  <a:lnTo>
                    <a:pt x="840108" y="577003"/>
                  </a:lnTo>
                  <a:lnTo>
                    <a:pt x="827726" y="513726"/>
                  </a:lnTo>
                  <a:close/>
                  <a:moveTo>
                    <a:pt x="827726" y="513726"/>
                  </a:moveTo>
                  <a:lnTo>
                    <a:pt x="853124" y="568907"/>
                  </a:lnTo>
                  <a:lnTo>
                    <a:pt x="876482" y="521342"/>
                  </a:lnTo>
                  <a:close/>
                  <a:moveTo>
                    <a:pt x="885697" y="489539"/>
                  </a:moveTo>
                  <a:lnTo>
                    <a:pt x="827726" y="513726"/>
                  </a:lnTo>
                  <a:lnTo>
                    <a:pt x="876482" y="521342"/>
                  </a:lnTo>
                  <a:close/>
                  <a:moveTo>
                    <a:pt x="890643" y="439386"/>
                  </a:moveTo>
                  <a:lnTo>
                    <a:pt x="841695" y="431053"/>
                  </a:lnTo>
                  <a:lnTo>
                    <a:pt x="817202" y="449836"/>
                  </a:lnTo>
                  <a:close/>
                  <a:moveTo>
                    <a:pt x="890643" y="439386"/>
                  </a:moveTo>
                  <a:lnTo>
                    <a:pt x="918439" y="438160"/>
                  </a:lnTo>
                  <a:lnTo>
                    <a:pt x="896482" y="425742"/>
                  </a:lnTo>
                  <a:close/>
                  <a:moveTo>
                    <a:pt x="890643" y="439386"/>
                  </a:moveTo>
                  <a:lnTo>
                    <a:pt x="916036" y="494548"/>
                  </a:lnTo>
                  <a:lnTo>
                    <a:pt x="918439" y="438160"/>
                  </a:lnTo>
                  <a:close/>
                  <a:moveTo>
                    <a:pt x="909749" y="501373"/>
                  </a:moveTo>
                  <a:lnTo>
                    <a:pt x="916036" y="494548"/>
                  </a:lnTo>
                  <a:lnTo>
                    <a:pt x="885697" y="489539"/>
                  </a:lnTo>
                  <a:close/>
                  <a:moveTo>
                    <a:pt x="817202" y="449836"/>
                  </a:moveTo>
                  <a:lnTo>
                    <a:pt x="838142" y="427476"/>
                  </a:lnTo>
                  <a:lnTo>
                    <a:pt x="882393" y="408540"/>
                  </a:lnTo>
                  <a:close/>
                  <a:moveTo>
                    <a:pt x="882393" y="408540"/>
                  </a:moveTo>
                  <a:lnTo>
                    <a:pt x="855965" y="388225"/>
                  </a:lnTo>
                  <a:lnTo>
                    <a:pt x="816512" y="398300"/>
                  </a:lnTo>
                  <a:close/>
                  <a:moveTo>
                    <a:pt x="882393" y="408540"/>
                  </a:moveTo>
                  <a:lnTo>
                    <a:pt x="896482" y="425742"/>
                  </a:lnTo>
                  <a:lnTo>
                    <a:pt x="855965" y="388225"/>
                  </a:lnTo>
                  <a:close/>
                  <a:moveTo>
                    <a:pt x="896482" y="425742"/>
                  </a:moveTo>
                  <a:lnTo>
                    <a:pt x="918439" y="438160"/>
                  </a:lnTo>
                  <a:lnTo>
                    <a:pt x="855965" y="388225"/>
                  </a:lnTo>
                  <a:close/>
                  <a:moveTo>
                    <a:pt x="890643" y="439386"/>
                  </a:moveTo>
                  <a:lnTo>
                    <a:pt x="896482" y="425742"/>
                  </a:lnTo>
                  <a:lnTo>
                    <a:pt x="894938" y="419284"/>
                  </a:lnTo>
                  <a:close/>
                  <a:moveTo>
                    <a:pt x="894938" y="419284"/>
                  </a:moveTo>
                  <a:lnTo>
                    <a:pt x="896482" y="425742"/>
                  </a:lnTo>
                  <a:lnTo>
                    <a:pt x="882393" y="408540"/>
                  </a:lnTo>
                  <a:close/>
                  <a:moveTo>
                    <a:pt x="839617" y="143965"/>
                  </a:moveTo>
                  <a:lnTo>
                    <a:pt x="850178" y="141958"/>
                  </a:lnTo>
                  <a:lnTo>
                    <a:pt x="870534" y="94403"/>
                  </a:lnTo>
                  <a:close/>
                  <a:moveTo>
                    <a:pt x="793342" y="115371"/>
                  </a:moveTo>
                  <a:lnTo>
                    <a:pt x="839617" y="143965"/>
                  </a:lnTo>
                  <a:lnTo>
                    <a:pt x="870534" y="94403"/>
                  </a:lnTo>
                  <a:close/>
                  <a:moveTo>
                    <a:pt x="850178" y="141958"/>
                  </a:moveTo>
                  <a:lnTo>
                    <a:pt x="922751" y="119871"/>
                  </a:lnTo>
                  <a:lnTo>
                    <a:pt x="870534" y="94403"/>
                  </a:lnTo>
                  <a:close/>
                  <a:moveTo>
                    <a:pt x="981364" y="159423"/>
                  </a:moveTo>
                  <a:lnTo>
                    <a:pt x="983182" y="147314"/>
                  </a:lnTo>
                  <a:lnTo>
                    <a:pt x="954948" y="100436"/>
                  </a:lnTo>
                  <a:close/>
                  <a:moveTo>
                    <a:pt x="981364" y="159423"/>
                  </a:moveTo>
                  <a:lnTo>
                    <a:pt x="954948" y="100436"/>
                  </a:lnTo>
                  <a:lnTo>
                    <a:pt x="924398" y="121115"/>
                  </a:lnTo>
                  <a:close/>
                  <a:moveTo>
                    <a:pt x="1090145" y="123560"/>
                  </a:moveTo>
                  <a:lnTo>
                    <a:pt x="1086126" y="123220"/>
                  </a:lnTo>
                  <a:lnTo>
                    <a:pt x="1101301" y="174757"/>
                  </a:lnTo>
                  <a:close/>
                  <a:moveTo>
                    <a:pt x="1104475" y="71683"/>
                  </a:moveTo>
                  <a:lnTo>
                    <a:pt x="1089187" y="118078"/>
                  </a:lnTo>
                  <a:lnTo>
                    <a:pt x="1117336" y="76693"/>
                  </a:lnTo>
                  <a:close/>
                  <a:moveTo>
                    <a:pt x="1117336" y="76693"/>
                  </a:moveTo>
                  <a:lnTo>
                    <a:pt x="1089187" y="118078"/>
                  </a:lnTo>
                  <a:lnTo>
                    <a:pt x="1090145" y="123560"/>
                  </a:lnTo>
                  <a:close/>
                  <a:moveTo>
                    <a:pt x="1226596" y="12676"/>
                  </a:moveTo>
                  <a:lnTo>
                    <a:pt x="1190739" y="47589"/>
                  </a:lnTo>
                  <a:lnTo>
                    <a:pt x="1209304" y="39907"/>
                  </a:lnTo>
                  <a:close/>
                  <a:moveTo>
                    <a:pt x="1201500" y="53747"/>
                  </a:moveTo>
                  <a:lnTo>
                    <a:pt x="1245774" y="23496"/>
                  </a:lnTo>
                  <a:lnTo>
                    <a:pt x="1209304" y="39907"/>
                  </a:lnTo>
                  <a:close/>
                  <a:moveTo>
                    <a:pt x="1280965" y="41275"/>
                  </a:moveTo>
                  <a:lnTo>
                    <a:pt x="1245774" y="23496"/>
                  </a:lnTo>
                  <a:lnTo>
                    <a:pt x="1201500" y="53747"/>
                  </a:lnTo>
                  <a:close/>
                  <a:moveTo>
                    <a:pt x="1351829" y="0"/>
                  </a:moveTo>
                  <a:lnTo>
                    <a:pt x="1280965" y="41275"/>
                  </a:lnTo>
                  <a:lnTo>
                    <a:pt x="1332755" y="6023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34" name="Output_density__4333">
              <a:extLst>
                <a:ext uri="{FF2B5EF4-FFF2-40B4-BE49-F238E27FC236}">
                  <a16:creationId xmlns:a16="http://schemas.microsoft.com/office/drawing/2014/main" id="{97AFFCC2-0BC9-55F1-0C6F-375F2EA51F46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749017"/>
              <a:ext cx="1428937" cy="696927"/>
            </a:xfrm>
            <a:custGeom>
              <a:avLst/>
              <a:gdLst/>
              <a:ahLst/>
              <a:cxnLst/>
              <a:rect l="0" t="0" r="0" b="0"/>
              <a:pathLst>
                <a:path w="1428937" h="696927">
                  <a:moveTo>
                    <a:pt x="271887" y="577067"/>
                  </a:moveTo>
                  <a:lnTo>
                    <a:pt x="244583" y="558352"/>
                  </a:lnTo>
                  <a:lnTo>
                    <a:pt x="293280" y="594998"/>
                  </a:lnTo>
                  <a:close/>
                  <a:moveTo>
                    <a:pt x="0" y="361409"/>
                  </a:moveTo>
                  <a:lnTo>
                    <a:pt x="31405" y="412946"/>
                  </a:lnTo>
                  <a:lnTo>
                    <a:pt x="43621" y="388851"/>
                  </a:lnTo>
                  <a:close/>
                  <a:moveTo>
                    <a:pt x="341615" y="454706"/>
                  </a:moveTo>
                  <a:lnTo>
                    <a:pt x="415377" y="495464"/>
                  </a:lnTo>
                  <a:lnTo>
                    <a:pt x="396359" y="448182"/>
                  </a:lnTo>
                  <a:close/>
                  <a:moveTo>
                    <a:pt x="462221" y="495363"/>
                  </a:moveTo>
                  <a:lnTo>
                    <a:pt x="396359" y="448182"/>
                  </a:lnTo>
                  <a:lnTo>
                    <a:pt x="415377" y="495464"/>
                  </a:lnTo>
                  <a:close/>
                  <a:moveTo>
                    <a:pt x="305916" y="434498"/>
                  </a:moveTo>
                  <a:lnTo>
                    <a:pt x="319696" y="443737"/>
                  </a:lnTo>
                  <a:lnTo>
                    <a:pt x="281014" y="403248"/>
                  </a:lnTo>
                  <a:close/>
                  <a:moveTo>
                    <a:pt x="281014" y="403248"/>
                  </a:moveTo>
                  <a:lnTo>
                    <a:pt x="341615" y="454706"/>
                  </a:lnTo>
                  <a:lnTo>
                    <a:pt x="317025" y="411955"/>
                  </a:lnTo>
                  <a:close/>
                  <a:moveTo>
                    <a:pt x="281014" y="403248"/>
                  </a:moveTo>
                  <a:lnTo>
                    <a:pt x="251437" y="365709"/>
                  </a:lnTo>
                  <a:lnTo>
                    <a:pt x="247745" y="392314"/>
                  </a:lnTo>
                  <a:close/>
                  <a:moveTo>
                    <a:pt x="281014" y="403248"/>
                  </a:moveTo>
                  <a:lnTo>
                    <a:pt x="334533" y="366813"/>
                  </a:lnTo>
                  <a:lnTo>
                    <a:pt x="257349" y="364757"/>
                  </a:lnTo>
                  <a:close/>
                  <a:moveTo>
                    <a:pt x="257349" y="364757"/>
                  </a:moveTo>
                  <a:lnTo>
                    <a:pt x="251437" y="365709"/>
                  </a:lnTo>
                  <a:lnTo>
                    <a:pt x="281014" y="403248"/>
                  </a:lnTo>
                  <a:close/>
                  <a:moveTo>
                    <a:pt x="334533" y="366813"/>
                  </a:moveTo>
                  <a:lnTo>
                    <a:pt x="357428" y="392200"/>
                  </a:lnTo>
                  <a:lnTo>
                    <a:pt x="347373" y="387282"/>
                  </a:lnTo>
                  <a:close/>
                  <a:moveTo>
                    <a:pt x="353652" y="368106"/>
                  </a:moveTo>
                  <a:lnTo>
                    <a:pt x="334533" y="366813"/>
                  </a:lnTo>
                  <a:lnTo>
                    <a:pt x="347373" y="387282"/>
                  </a:lnTo>
                  <a:close/>
                  <a:moveTo>
                    <a:pt x="334808" y="209268"/>
                  </a:moveTo>
                  <a:lnTo>
                    <a:pt x="411643" y="247528"/>
                  </a:lnTo>
                  <a:lnTo>
                    <a:pt x="394621" y="198624"/>
                  </a:lnTo>
                  <a:close/>
                  <a:moveTo>
                    <a:pt x="287098" y="147330"/>
                  </a:moveTo>
                  <a:lnTo>
                    <a:pt x="333093" y="147920"/>
                  </a:lnTo>
                  <a:lnTo>
                    <a:pt x="323311" y="93130"/>
                  </a:lnTo>
                  <a:close/>
                  <a:moveTo>
                    <a:pt x="818764" y="629138"/>
                  </a:moveTo>
                  <a:lnTo>
                    <a:pt x="783392" y="653232"/>
                  </a:lnTo>
                  <a:lnTo>
                    <a:pt x="822025" y="696927"/>
                  </a:lnTo>
                  <a:close/>
                  <a:moveTo>
                    <a:pt x="818764" y="629138"/>
                  </a:moveTo>
                  <a:lnTo>
                    <a:pt x="859370" y="613370"/>
                  </a:lnTo>
                  <a:lnTo>
                    <a:pt x="845072" y="553508"/>
                  </a:lnTo>
                  <a:close/>
                  <a:moveTo>
                    <a:pt x="917102" y="541674"/>
                  </a:moveTo>
                  <a:lnTo>
                    <a:pt x="922048" y="491521"/>
                  </a:lnTo>
                  <a:lnTo>
                    <a:pt x="848606" y="501971"/>
                  </a:lnTo>
                  <a:close/>
                  <a:moveTo>
                    <a:pt x="869392" y="542479"/>
                  </a:moveTo>
                  <a:lnTo>
                    <a:pt x="917102" y="541674"/>
                  </a:lnTo>
                  <a:lnTo>
                    <a:pt x="848606" y="501971"/>
                  </a:lnTo>
                  <a:close/>
                  <a:moveTo>
                    <a:pt x="847917" y="450435"/>
                  </a:moveTo>
                  <a:lnTo>
                    <a:pt x="848606" y="501971"/>
                  </a:lnTo>
                  <a:lnTo>
                    <a:pt x="913797" y="460675"/>
                  </a:lnTo>
                  <a:close/>
                  <a:moveTo>
                    <a:pt x="1011652" y="402247"/>
                  </a:moveTo>
                  <a:lnTo>
                    <a:pt x="1001953" y="440922"/>
                  </a:lnTo>
                  <a:lnTo>
                    <a:pt x="985532" y="461281"/>
                  </a:lnTo>
                  <a:close/>
                  <a:moveTo>
                    <a:pt x="1023313" y="217576"/>
                  </a:moveTo>
                  <a:lnTo>
                    <a:pt x="1014586" y="199449"/>
                  </a:lnTo>
                  <a:lnTo>
                    <a:pt x="1012769" y="211558"/>
                  </a:lnTo>
                  <a:close/>
                  <a:moveTo>
                    <a:pt x="1049470" y="123818"/>
                  </a:moveTo>
                  <a:lnTo>
                    <a:pt x="1065373" y="138439"/>
                  </a:lnTo>
                  <a:lnTo>
                    <a:pt x="1053082" y="130632"/>
                  </a:lnTo>
                  <a:close/>
                  <a:moveTo>
                    <a:pt x="1120592" y="170213"/>
                  </a:moveTo>
                  <a:lnTo>
                    <a:pt x="1075243" y="123818"/>
                  </a:lnTo>
                  <a:lnTo>
                    <a:pt x="1121550" y="175694"/>
                  </a:lnTo>
                  <a:close/>
                  <a:moveTo>
                    <a:pt x="1121550" y="175694"/>
                  </a:moveTo>
                  <a:lnTo>
                    <a:pt x="1075243" y="123818"/>
                  </a:lnTo>
                  <a:lnTo>
                    <a:pt x="1053082" y="130632"/>
                  </a:lnTo>
                  <a:close/>
                  <a:moveTo>
                    <a:pt x="1065373" y="138439"/>
                  </a:moveTo>
                  <a:lnTo>
                    <a:pt x="1117530" y="175355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65373" y="138439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75243" y="123818"/>
                  </a:lnTo>
                  <a:lnTo>
                    <a:pt x="1058998" y="114602"/>
                  </a:lnTo>
                  <a:close/>
                  <a:moveTo>
                    <a:pt x="1049470" y="123818"/>
                  </a:moveTo>
                  <a:lnTo>
                    <a:pt x="1053082" y="130632"/>
                  </a:lnTo>
                  <a:lnTo>
                    <a:pt x="1058998" y="114602"/>
                  </a:lnTo>
                  <a:close/>
                  <a:moveTo>
                    <a:pt x="1005723" y="50315"/>
                  </a:moveTo>
                  <a:lnTo>
                    <a:pt x="982974" y="24161"/>
                  </a:lnTo>
                  <a:lnTo>
                    <a:pt x="988717" y="26509"/>
                  </a:lnTo>
                  <a:close/>
                  <a:moveTo>
                    <a:pt x="1005723" y="50315"/>
                  </a:moveTo>
                  <a:lnTo>
                    <a:pt x="988717" y="26509"/>
                  </a:lnTo>
                  <a:lnTo>
                    <a:pt x="1040314" y="44747"/>
                  </a:lnTo>
                  <a:close/>
                  <a:moveTo>
                    <a:pt x="1075243" y="123818"/>
                  </a:moveTo>
                  <a:lnTo>
                    <a:pt x="1120592" y="170213"/>
                  </a:lnTo>
                  <a:lnTo>
                    <a:pt x="1114782" y="118453"/>
                  </a:lnTo>
                  <a:close/>
                  <a:moveTo>
                    <a:pt x="1058400" y="63565"/>
                  </a:moveTo>
                  <a:lnTo>
                    <a:pt x="1049470" y="123818"/>
                  </a:lnTo>
                  <a:lnTo>
                    <a:pt x="1058998" y="114602"/>
                  </a:lnTo>
                  <a:close/>
                  <a:moveTo>
                    <a:pt x="1114782" y="118453"/>
                  </a:moveTo>
                  <a:lnTo>
                    <a:pt x="1058998" y="114602"/>
                  </a:lnTo>
                  <a:lnTo>
                    <a:pt x="1075243" y="123818"/>
                  </a:lnTo>
                  <a:close/>
                  <a:moveTo>
                    <a:pt x="1058400" y="63565"/>
                  </a:moveTo>
                  <a:lnTo>
                    <a:pt x="1058998" y="114602"/>
                  </a:lnTo>
                  <a:lnTo>
                    <a:pt x="1114782" y="118453"/>
                  </a:lnTo>
                  <a:close/>
                  <a:moveTo>
                    <a:pt x="1114782" y="118453"/>
                  </a:moveTo>
                  <a:lnTo>
                    <a:pt x="1120592" y="170213"/>
                  </a:lnTo>
                  <a:lnTo>
                    <a:pt x="1135880" y="123818"/>
                  </a:lnTo>
                  <a:close/>
                  <a:moveTo>
                    <a:pt x="1114782" y="118453"/>
                  </a:moveTo>
                  <a:lnTo>
                    <a:pt x="1135880" y="123818"/>
                  </a:lnTo>
                  <a:lnTo>
                    <a:pt x="1101701" y="66345"/>
                  </a:lnTo>
                  <a:close/>
                  <a:moveTo>
                    <a:pt x="1019367" y="57317"/>
                  </a:moveTo>
                  <a:lnTo>
                    <a:pt x="1058400" y="63565"/>
                  </a:lnTo>
                  <a:lnTo>
                    <a:pt x="1040314" y="44747"/>
                  </a:lnTo>
                  <a:close/>
                  <a:moveTo>
                    <a:pt x="1176020" y="67875"/>
                  </a:moveTo>
                  <a:lnTo>
                    <a:pt x="1222144" y="99724"/>
                  </a:lnTo>
                  <a:lnTo>
                    <a:pt x="1212927" y="24094"/>
                  </a:lnTo>
                  <a:close/>
                  <a:moveTo>
                    <a:pt x="1212927" y="24094"/>
                  </a:moveTo>
                  <a:lnTo>
                    <a:pt x="1222144" y="99724"/>
                  </a:lnTo>
                  <a:lnTo>
                    <a:pt x="1258001" y="64811"/>
                  </a:lnTo>
                  <a:close/>
                  <a:moveTo>
                    <a:pt x="1240708" y="92042"/>
                  </a:moveTo>
                  <a:lnTo>
                    <a:pt x="1277179" y="75631"/>
                  </a:lnTo>
                  <a:lnTo>
                    <a:pt x="1258001" y="64811"/>
                  </a:lnTo>
                  <a:close/>
                  <a:moveTo>
                    <a:pt x="1277179" y="75631"/>
                  </a:moveTo>
                  <a:lnTo>
                    <a:pt x="1312370" y="93410"/>
                  </a:lnTo>
                  <a:lnTo>
                    <a:pt x="1321300" y="64504"/>
                  </a:lnTo>
                  <a:close/>
                  <a:moveTo>
                    <a:pt x="1258001" y="64811"/>
                  </a:moveTo>
                  <a:lnTo>
                    <a:pt x="1277179" y="75631"/>
                  </a:lnTo>
                  <a:lnTo>
                    <a:pt x="1313541" y="0"/>
                  </a:lnTo>
                  <a:close/>
                  <a:moveTo>
                    <a:pt x="1326308" y="10624"/>
                  </a:moveTo>
                  <a:lnTo>
                    <a:pt x="1277179" y="75631"/>
                  </a:lnTo>
                  <a:lnTo>
                    <a:pt x="1321300" y="64504"/>
                  </a:lnTo>
                  <a:close/>
                  <a:moveTo>
                    <a:pt x="1383234" y="52135"/>
                  </a:moveTo>
                  <a:lnTo>
                    <a:pt x="1321300" y="64504"/>
                  </a:lnTo>
                  <a:lnTo>
                    <a:pt x="1312370" y="93410"/>
                  </a:lnTo>
                  <a:close/>
                  <a:moveTo>
                    <a:pt x="1321300" y="64504"/>
                  </a:moveTo>
                  <a:lnTo>
                    <a:pt x="1383234" y="52135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383251" y="48849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428937" y="52961"/>
                  </a:lnTo>
                  <a:lnTo>
                    <a:pt x="1383251" y="4884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35" name="Output_density__4334">
              <a:extLst>
                <a:ext uri="{FF2B5EF4-FFF2-40B4-BE49-F238E27FC236}">
                  <a16:creationId xmlns:a16="http://schemas.microsoft.com/office/drawing/2014/main" id="{95640180-94EC-51B3-38A5-E631499A8594}"/>
                </a:ext>
              </a:extLst>
            </p:cNvPr>
            <p:cNvSpPr>
              <a:spLocks noGrp="1"/>
            </p:cNvSpPr>
            <p:nvPr/>
          </p:nvSpPr>
          <p:spPr>
            <a:xfrm>
              <a:off x="14961088" y="2887410"/>
              <a:ext cx="1046413" cy="550368"/>
            </a:xfrm>
            <a:custGeom>
              <a:avLst/>
              <a:gdLst/>
              <a:ahLst/>
              <a:cxnLst/>
              <a:rect l="0" t="0" r="0" b="0"/>
              <a:pathLst>
                <a:path w="1046413" h="550368">
                  <a:moveTo>
                    <a:pt x="28917" y="387088"/>
                  </a:moveTo>
                  <a:lnTo>
                    <a:pt x="0" y="361094"/>
                  </a:lnTo>
                  <a:lnTo>
                    <a:pt x="15592" y="377625"/>
                  </a:lnTo>
                  <a:close/>
                  <a:moveTo>
                    <a:pt x="66122" y="391290"/>
                  </a:moveTo>
                  <a:lnTo>
                    <a:pt x="12953" y="367178"/>
                  </a:lnTo>
                  <a:lnTo>
                    <a:pt x="28917" y="387088"/>
                  </a:lnTo>
                  <a:close/>
                  <a:moveTo>
                    <a:pt x="233133" y="380973"/>
                  </a:moveTo>
                  <a:lnTo>
                    <a:pt x="213632" y="432510"/>
                  </a:lnTo>
                  <a:lnTo>
                    <a:pt x="172235" y="438673"/>
                  </a:lnTo>
                  <a:close/>
                  <a:moveTo>
                    <a:pt x="172235" y="438673"/>
                  </a:moveTo>
                  <a:lnTo>
                    <a:pt x="213632" y="432510"/>
                  </a:lnTo>
                  <a:lnTo>
                    <a:pt x="197826" y="439697"/>
                  </a:lnTo>
                  <a:close/>
                  <a:moveTo>
                    <a:pt x="120354" y="401956"/>
                  </a:moveTo>
                  <a:lnTo>
                    <a:pt x="172235" y="438673"/>
                  </a:lnTo>
                  <a:lnTo>
                    <a:pt x="197826" y="439697"/>
                  </a:lnTo>
                  <a:close/>
                  <a:moveTo>
                    <a:pt x="316308" y="356595"/>
                  </a:moveTo>
                  <a:lnTo>
                    <a:pt x="357487" y="385860"/>
                  </a:lnTo>
                  <a:lnTo>
                    <a:pt x="313097" y="356880"/>
                  </a:lnTo>
                  <a:close/>
                  <a:moveTo>
                    <a:pt x="318396" y="292155"/>
                  </a:moveTo>
                  <a:lnTo>
                    <a:pt x="347519" y="281249"/>
                  </a:lnTo>
                  <a:lnTo>
                    <a:pt x="316308" y="356595"/>
                  </a:lnTo>
                  <a:close/>
                  <a:moveTo>
                    <a:pt x="748299" y="520572"/>
                  </a:moveTo>
                  <a:lnTo>
                    <a:pt x="777995" y="498099"/>
                  </a:lnTo>
                  <a:lnTo>
                    <a:pt x="771860" y="490744"/>
                  </a:lnTo>
                  <a:close/>
                  <a:moveTo>
                    <a:pt x="766908" y="550368"/>
                  </a:moveTo>
                  <a:lnTo>
                    <a:pt x="777995" y="498099"/>
                  </a:lnTo>
                  <a:lnTo>
                    <a:pt x="748299" y="520572"/>
                  </a:lnTo>
                  <a:close/>
                  <a:moveTo>
                    <a:pt x="653293" y="340036"/>
                  </a:moveTo>
                  <a:lnTo>
                    <a:pt x="687667" y="336134"/>
                  </a:lnTo>
                  <a:lnTo>
                    <a:pt x="710831" y="363577"/>
                  </a:lnTo>
                  <a:close/>
                  <a:moveTo>
                    <a:pt x="710831" y="363577"/>
                  </a:moveTo>
                  <a:lnTo>
                    <a:pt x="687667" y="336134"/>
                  </a:lnTo>
                  <a:lnTo>
                    <a:pt x="710241" y="312041"/>
                  </a:lnTo>
                  <a:close/>
                  <a:moveTo>
                    <a:pt x="653293" y="340036"/>
                  </a:moveTo>
                  <a:lnTo>
                    <a:pt x="648598" y="362257"/>
                  </a:lnTo>
                  <a:lnTo>
                    <a:pt x="610888" y="356166"/>
                  </a:lnTo>
                  <a:close/>
                  <a:moveTo>
                    <a:pt x="687667" y="336134"/>
                  </a:moveTo>
                  <a:lnTo>
                    <a:pt x="703244" y="260504"/>
                  </a:lnTo>
                  <a:lnTo>
                    <a:pt x="710241" y="312041"/>
                  </a:lnTo>
                  <a:close/>
                  <a:moveTo>
                    <a:pt x="728593" y="249307"/>
                  </a:moveTo>
                  <a:lnTo>
                    <a:pt x="703244" y="260504"/>
                  </a:lnTo>
                  <a:lnTo>
                    <a:pt x="713026" y="253789"/>
                  </a:lnTo>
                  <a:close/>
                  <a:moveTo>
                    <a:pt x="1013429" y="169670"/>
                  </a:moveTo>
                  <a:lnTo>
                    <a:pt x="1031254" y="217922"/>
                  </a:lnTo>
                  <a:lnTo>
                    <a:pt x="1033923" y="239759"/>
                  </a:lnTo>
                  <a:close/>
                  <a:moveTo>
                    <a:pt x="1031254" y="217922"/>
                  </a:moveTo>
                  <a:lnTo>
                    <a:pt x="1013429" y="169670"/>
                  </a:lnTo>
                  <a:lnTo>
                    <a:pt x="1030332" y="215665"/>
                  </a:lnTo>
                  <a:close/>
                  <a:moveTo>
                    <a:pt x="1013429" y="169670"/>
                  </a:moveTo>
                  <a:lnTo>
                    <a:pt x="1006874" y="164128"/>
                  </a:lnTo>
                  <a:lnTo>
                    <a:pt x="1030332" y="215665"/>
                  </a:lnTo>
                  <a:close/>
                  <a:moveTo>
                    <a:pt x="836189" y="0"/>
                  </a:moveTo>
                  <a:lnTo>
                    <a:pt x="766041" y="33612"/>
                  </a:lnTo>
                  <a:lnTo>
                    <a:pt x="802286" y="8143"/>
                  </a:lnTo>
                  <a:close/>
                  <a:moveTo>
                    <a:pt x="1006874" y="164128"/>
                  </a:moveTo>
                  <a:lnTo>
                    <a:pt x="1031894" y="91915"/>
                  </a:lnTo>
                  <a:lnTo>
                    <a:pt x="1033053" y="88498"/>
                  </a:lnTo>
                  <a:close/>
                  <a:moveTo>
                    <a:pt x="1021897" y="37300"/>
                  </a:moveTo>
                  <a:lnTo>
                    <a:pt x="1031894" y="91915"/>
                  </a:lnTo>
                  <a:lnTo>
                    <a:pt x="1046413" y="553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6" name="Output_density__4335">
              <a:extLst>
                <a:ext uri="{FF2B5EF4-FFF2-40B4-BE49-F238E27FC236}">
                  <a16:creationId xmlns:a16="http://schemas.microsoft.com/office/drawing/2014/main" id="{8505746B-75FF-CD9E-784C-44348FF52D83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508532"/>
              <a:ext cx="1383251" cy="893717"/>
            </a:xfrm>
            <a:custGeom>
              <a:avLst/>
              <a:gdLst/>
              <a:ahLst/>
              <a:cxnLst/>
              <a:rect l="0" t="0" r="0" b="0"/>
              <a:pathLst>
                <a:path w="1383251" h="893717">
                  <a:moveTo>
                    <a:pt x="0" y="601894"/>
                  </a:moveTo>
                  <a:lnTo>
                    <a:pt x="43621" y="629336"/>
                  </a:lnTo>
                  <a:lnTo>
                    <a:pt x="36446" y="577800"/>
                  </a:lnTo>
                  <a:close/>
                  <a:moveTo>
                    <a:pt x="27279" y="526263"/>
                  </a:moveTo>
                  <a:lnTo>
                    <a:pt x="0" y="601894"/>
                  </a:lnTo>
                  <a:lnTo>
                    <a:pt x="36446" y="577800"/>
                  </a:lnTo>
                  <a:close/>
                  <a:moveTo>
                    <a:pt x="317025" y="652439"/>
                  </a:moveTo>
                  <a:lnTo>
                    <a:pt x="334533" y="607297"/>
                  </a:lnTo>
                  <a:lnTo>
                    <a:pt x="281014" y="643733"/>
                  </a:lnTo>
                  <a:close/>
                  <a:moveTo>
                    <a:pt x="322129" y="581148"/>
                  </a:moveTo>
                  <a:lnTo>
                    <a:pt x="334533" y="607297"/>
                  </a:lnTo>
                  <a:lnTo>
                    <a:pt x="353652" y="608591"/>
                  </a:lnTo>
                  <a:close/>
                  <a:moveTo>
                    <a:pt x="287098" y="387815"/>
                  </a:moveTo>
                  <a:lnTo>
                    <a:pt x="334808" y="449753"/>
                  </a:lnTo>
                  <a:lnTo>
                    <a:pt x="333093" y="388405"/>
                  </a:lnTo>
                  <a:close/>
                  <a:moveTo>
                    <a:pt x="230161" y="396122"/>
                  </a:moveTo>
                  <a:lnTo>
                    <a:pt x="287098" y="387815"/>
                  </a:lnTo>
                  <a:lnTo>
                    <a:pt x="280967" y="330057"/>
                  </a:lnTo>
                  <a:close/>
                  <a:moveTo>
                    <a:pt x="287098" y="387815"/>
                  </a:moveTo>
                  <a:lnTo>
                    <a:pt x="323311" y="333615"/>
                  </a:lnTo>
                  <a:lnTo>
                    <a:pt x="280967" y="330057"/>
                  </a:lnTo>
                  <a:close/>
                  <a:moveTo>
                    <a:pt x="224959" y="337608"/>
                  </a:moveTo>
                  <a:lnTo>
                    <a:pt x="280967" y="330057"/>
                  </a:lnTo>
                  <a:lnTo>
                    <a:pt x="242163" y="301717"/>
                  </a:lnTo>
                  <a:close/>
                  <a:moveTo>
                    <a:pt x="750468" y="842180"/>
                  </a:moveTo>
                  <a:lnTo>
                    <a:pt x="783392" y="893717"/>
                  </a:lnTo>
                  <a:lnTo>
                    <a:pt x="818764" y="869623"/>
                  </a:lnTo>
                  <a:close/>
                  <a:moveTo>
                    <a:pt x="750468" y="842180"/>
                  </a:moveTo>
                  <a:lnTo>
                    <a:pt x="818764" y="869623"/>
                  </a:lnTo>
                  <a:lnTo>
                    <a:pt x="789181" y="818086"/>
                  </a:lnTo>
                  <a:close/>
                  <a:moveTo>
                    <a:pt x="741716" y="790644"/>
                  </a:moveTo>
                  <a:lnTo>
                    <a:pt x="750468" y="842180"/>
                  </a:lnTo>
                  <a:lnTo>
                    <a:pt x="789181" y="818086"/>
                  </a:lnTo>
                  <a:close/>
                  <a:moveTo>
                    <a:pt x="789181" y="818086"/>
                  </a:moveTo>
                  <a:lnTo>
                    <a:pt x="818764" y="869623"/>
                  </a:lnTo>
                  <a:lnTo>
                    <a:pt x="845072" y="793992"/>
                  </a:lnTo>
                  <a:close/>
                  <a:moveTo>
                    <a:pt x="799673" y="715013"/>
                  </a:moveTo>
                  <a:lnTo>
                    <a:pt x="848606" y="742456"/>
                  </a:lnTo>
                  <a:lnTo>
                    <a:pt x="847917" y="690919"/>
                  </a:lnTo>
                  <a:close/>
                  <a:moveTo>
                    <a:pt x="575484" y="444543"/>
                  </a:moveTo>
                  <a:lnTo>
                    <a:pt x="590136" y="433236"/>
                  </a:lnTo>
                  <a:lnTo>
                    <a:pt x="574538" y="457330"/>
                  </a:lnTo>
                  <a:close/>
                  <a:moveTo>
                    <a:pt x="1039372" y="567101"/>
                  </a:moveTo>
                  <a:lnTo>
                    <a:pt x="1015997" y="589495"/>
                  </a:lnTo>
                  <a:lnTo>
                    <a:pt x="1011652" y="642731"/>
                  </a:lnTo>
                  <a:close/>
                  <a:moveTo>
                    <a:pt x="861813" y="287182"/>
                  </a:moveTo>
                  <a:lnTo>
                    <a:pt x="899520" y="243078"/>
                  </a:lnTo>
                  <a:lnTo>
                    <a:pt x="887548" y="241499"/>
                  </a:lnTo>
                  <a:close/>
                  <a:moveTo>
                    <a:pt x="861813" y="287182"/>
                  </a:moveTo>
                  <a:lnTo>
                    <a:pt x="887548" y="241499"/>
                  </a:lnTo>
                  <a:lnTo>
                    <a:pt x="833836" y="247184"/>
                  </a:lnTo>
                  <a:close/>
                  <a:moveTo>
                    <a:pt x="934394" y="266158"/>
                  </a:moveTo>
                  <a:lnTo>
                    <a:pt x="949490" y="255232"/>
                  </a:lnTo>
                  <a:lnTo>
                    <a:pt x="899520" y="243078"/>
                  </a:lnTo>
                  <a:close/>
                  <a:moveTo>
                    <a:pt x="934394" y="266158"/>
                  </a:moveTo>
                  <a:lnTo>
                    <a:pt x="982974" y="264646"/>
                  </a:lnTo>
                  <a:lnTo>
                    <a:pt x="949490" y="255232"/>
                  </a:lnTo>
                  <a:close/>
                  <a:moveTo>
                    <a:pt x="982974" y="264646"/>
                  </a:moveTo>
                  <a:lnTo>
                    <a:pt x="934394" y="266158"/>
                  </a:lnTo>
                  <a:lnTo>
                    <a:pt x="988717" y="266994"/>
                  </a:lnTo>
                  <a:close/>
                  <a:moveTo>
                    <a:pt x="1101701" y="306830"/>
                  </a:moveTo>
                  <a:lnTo>
                    <a:pt x="1058400" y="304050"/>
                  </a:lnTo>
                  <a:lnTo>
                    <a:pt x="1114782" y="358938"/>
                  </a:lnTo>
                  <a:close/>
                  <a:moveTo>
                    <a:pt x="1101701" y="306830"/>
                  </a:moveTo>
                  <a:lnTo>
                    <a:pt x="1135880" y="364303"/>
                  </a:lnTo>
                  <a:lnTo>
                    <a:pt x="1176020" y="308360"/>
                  </a:lnTo>
                  <a:close/>
                  <a:moveTo>
                    <a:pt x="1101701" y="306830"/>
                  </a:moveTo>
                  <a:lnTo>
                    <a:pt x="1176020" y="308360"/>
                  </a:lnTo>
                  <a:lnTo>
                    <a:pt x="1154327" y="288673"/>
                  </a:lnTo>
                  <a:close/>
                  <a:moveTo>
                    <a:pt x="1019367" y="297801"/>
                  </a:moveTo>
                  <a:lnTo>
                    <a:pt x="1040314" y="285232"/>
                  </a:lnTo>
                  <a:lnTo>
                    <a:pt x="988717" y="266994"/>
                  </a:lnTo>
                  <a:close/>
                  <a:moveTo>
                    <a:pt x="1058400" y="304050"/>
                  </a:moveTo>
                  <a:lnTo>
                    <a:pt x="1084936" y="277385"/>
                  </a:lnTo>
                  <a:lnTo>
                    <a:pt x="1040314" y="285232"/>
                  </a:lnTo>
                  <a:close/>
                  <a:moveTo>
                    <a:pt x="1058400" y="304050"/>
                  </a:moveTo>
                  <a:lnTo>
                    <a:pt x="1101701" y="306830"/>
                  </a:lnTo>
                  <a:lnTo>
                    <a:pt x="1084936" y="277385"/>
                  </a:lnTo>
                  <a:close/>
                  <a:moveTo>
                    <a:pt x="1184502" y="277496"/>
                  </a:moveTo>
                  <a:lnTo>
                    <a:pt x="1176020" y="308360"/>
                  </a:lnTo>
                  <a:lnTo>
                    <a:pt x="1212927" y="264579"/>
                  </a:lnTo>
                  <a:close/>
                  <a:moveTo>
                    <a:pt x="1154327" y="288673"/>
                  </a:moveTo>
                  <a:lnTo>
                    <a:pt x="1176020" y="308360"/>
                  </a:lnTo>
                  <a:lnTo>
                    <a:pt x="1184502" y="277496"/>
                  </a:lnTo>
                  <a:close/>
                  <a:moveTo>
                    <a:pt x="1266142" y="249106"/>
                  </a:moveTo>
                  <a:lnTo>
                    <a:pt x="1258001" y="305296"/>
                  </a:lnTo>
                  <a:lnTo>
                    <a:pt x="1313541" y="240485"/>
                  </a:lnTo>
                  <a:close/>
                  <a:moveTo>
                    <a:pt x="1313541" y="240485"/>
                  </a:moveTo>
                  <a:lnTo>
                    <a:pt x="1277179" y="316115"/>
                  </a:lnTo>
                  <a:lnTo>
                    <a:pt x="1326308" y="251109"/>
                  </a:lnTo>
                  <a:close/>
                  <a:moveTo>
                    <a:pt x="1212927" y="264579"/>
                  </a:moveTo>
                  <a:lnTo>
                    <a:pt x="1258001" y="305296"/>
                  </a:lnTo>
                  <a:lnTo>
                    <a:pt x="1266142" y="249106"/>
                  </a:lnTo>
                  <a:close/>
                  <a:moveTo>
                    <a:pt x="1266142" y="249106"/>
                  </a:moveTo>
                  <a:lnTo>
                    <a:pt x="1319520" y="225726"/>
                  </a:lnTo>
                  <a:lnTo>
                    <a:pt x="1299487" y="197237"/>
                  </a:lnTo>
                  <a:close/>
                  <a:moveTo>
                    <a:pt x="1266142" y="249106"/>
                  </a:moveTo>
                  <a:lnTo>
                    <a:pt x="1299487" y="197237"/>
                  </a:lnTo>
                  <a:lnTo>
                    <a:pt x="1251788" y="198033"/>
                  </a:lnTo>
                  <a:close/>
                  <a:moveTo>
                    <a:pt x="1251788" y="198033"/>
                  </a:moveTo>
                  <a:lnTo>
                    <a:pt x="1299487" y="197237"/>
                  </a:lnTo>
                  <a:lnTo>
                    <a:pt x="1234191" y="149596"/>
                  </a:lnTo>
                  <a:close/>
                  <a:moveTo>
                    <a:pt x="1313541" y="240485"/>
                  </a:moveTo>
                  <a:lnTo>
                    <a:pt x="1326308" y="251109"/>
                  </a:lnTo>
                  <a:lnTo>
                    <a:pt x="1326622" y="237919"/>
                  </a:lnTo>
                  <a:close/>
                  <a:moveTo>
                    <a:pt x="1319520" y="225726"/>
                  </a:moveTo>
                  <a:lnTo>
                    <a:pt x="1313541" y="240485"/>
                  </a:lnTo>
                  <a:lnTo>
                    <a:pt x="1326622" y="237919"/>
                  </a:lnTo>
                  <a:close/>
                  <a:moveTo>
                    <a:pt x="1382282" y="230651"/>
                  </a:moveTo>
                  <a:lnTo>
                    <a:pt x="1326308" y="251109"/>
                  </a:lnTo>
                  <a:lnTo>
                    <a:pt x="1383251" y="289334"/>
                  </a:lnTo>
                  <a:close/>
                  <a:moveTo>
                    <a:pt x="1382282" y="230651"/>
                  </a:moveTo>
                  <a:lnTo>
                    <a:pt x="1326622" y="237919"/>
                  </a:lnTo>
                  <a:lnTo>
                    <a:pt x="1326308" y="251109"/>
                  </a:lnTo>
                  <a:close/>
                  <a:moveTo>
                    <a:pt x="1326622" y="237919"/>
                  </a:moveTo>
                  <a:lnTo>
                    <a:pt x="1356967" y="191062"/>
                  </a:lnTo>
                  <a:lnTo>
                    <a:pt x="1319520" y="225726"/>
                  </a:lnTo>
                  <a:close/>
                  <a:moveTo>
                    <a:pt x="1326622" y="237919"/>
                  </a:moveTo>
                  <a:lnTo>
                    <a:pt x="1382282" y="230651"/>
                  </a:lnTo>
                  <a:lnTo>
                    <a:pt x="1356967" y="191062"/>
                  </a:lnTo>
                  <a:close/>
                  <a:moveTo>
                    <a:pt x="1310773" y="62576"/>
                  </a:moveTo>
                  <a:lnTo>
                    <a:pt x="1295141" y="134578"/>
                  </a:lnTo>
                  <a:lnTo>
                    <a:pt x="1314982" y="61781"/>
                  </a:lnTo>
                  <a:close/>
                  <a:moveTo>
                    <a:pt x="1310773" y="62576"/>
                  </a:moveTo>
                  <a:lnTo>
                    <a:pt x="1241874" y="110101"/>
                  </a:lnTo>
                  <a:lnTo>
                    <a:pt x="1295141" y="134578"/>
                  </a:lnTo>
                  <a:close/>
                  <a:moveTo>
                    <a:pt x="1310773" y="62576"/>
                  </a:moveTo>
                  <a:lnTo>
                    <a:pt x="1310816" y="58286"/>
                  </a:lnTo>
                  <a:lnTo>
                    <a:pt x="1244598" y="78393"/>
                  </a:lnTo>
                  <a:close/>
                  <a:moveTo>
                    <a:pt x="1310773" y="62576"/>
                  </a:moveTo>
                  <a:lnTo>
                    <a:pt x="1314982" y="61781"/>
                  </a:lnTo>
                  <a:lnTo>
                    <a:pt x="1310816" y="58286"/>
                  </a:lnTo>
                  <a:close/>
                  <a:moveTo>
                    <a:pt x="1366972" y="113317"/>
                  </a:moveTo>
                  <a:lnTo>
                    <a:pt x="1374411" y="121382"/>
                  </a:lnTo>
                  <a:lnTo>
                    <a:pt x="1374482" y="111506"/>
                  </a:lnTo>
                  <a:close/>
                  <a:moveTo>
                    <a:pt x="1314982" y="61781"/>
                  </a:moveTo>
                  <a:lnTo>
                    <a:pt x="1374482" y="111506"/>
                  </a:lnTo>
                  <a:lnTo>
                    <a:pt x="1369613" y="52722"/>
                  </a:lnTo>
                  <a:close/>
                  <a:moveTo>
                    <a:pt x="1314982" y="61781"/>
                  </a:moveTo>
                  <a:lnTo>
                    <a:pt x="1366972" y="113317"/>
                  </a:lnTo>
                  <a:lnTo>
                    <a:pt x="1374482" y="111506"/>
                  </a:lnTo>
                  <a:close/>
                  <a:moveTo>
                    <a:pt x="1369613" y="52722"/>
                  </a:moveTo>
                  <a:lnTo>
                    <a:pt x="1310816" y="58286"/>
                  </a:lnTo>
                  <a:lnTo>
                    <a:pt x="1314982" y="61781"/>
                  </a:lnTo>
                  <a:close/>
                  <a:moveTo>
                    <a:pt x="1310567" y="0"/>
                  </a:moveTo>
                  <a:lnTo>
                    <a:pt x="1310816" y="58286"/>
                  </a:lnTo>
                  <a:lnTo>
                    <a:pt x="1369613" y="5272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37" name="Output_density__4336">
              <a:extLst>
                <a:ext uri="{FF2B5EF4-FFF2-40B4-BE49-F238E27FC236}">
                  <a16:creationId xmlns:a16="http://schemas.microsoft.com/office/drawing/2014/main" id="{70924895-D19F-3528-DBAF-F483F70D567D}"/>
                </a:ext>
              </a:extLst>
            </p:cNvPr>
            <p:cNvSpPr>
              <a:spLocks noGrp="1"/>
            </p:cNvSpPr>
            <p:nvPr/>
          </p:nvSpPr>
          <p:spPr>
            <a:xfrm>
              <a:off x="14842736" y="2508532"/>
              <a:ext cx="1338219" cy="818086"/>
            </a:xfrm>
            <a:custGeom>
              <a:avLst/>
              <a:gdLst/>
              <a:ahLst/>
              <a:cxnLst/>
              <a:rect l="0" t="0" r="0" b="0"/>
              <a:pathLst>
                <a:path w="1338219" h="818086">
                  <a:moveTo>
                    <a:pt x="1013" y="546414"/>
                  </a:moveTo>
                  <a:lnTo>
                    <a:pt x="0" y="564703"/>
                  </a:lnTo>
                  <a:lnTo>
                    <a:pt x="45979" y="526263"/>
                  </a:lnTo>
                  <a:close/>
                  <a:moveTo>
                    <a:pt x="45979" y="526263"/>
                  </a:moveTo>
                  <a:lnTo>
                    <a:pt x="0" y="564703"/>
                  </a:lnTo>
                  <a:lnTo>
                    <a:pt x="18700" y="601894"/>
                  </a:lnTo>
                  <a:close/>
                  <a:moveTo>
                    <a:pt x="55146" y="577800"/>
                  </a:moveTo>
                  <a:lnTo>
                    <a:pt x="75682" y="502169"/>
                  </a:lnTo>
                  <a:lnTo>
                    <a:pt x="45979" y="526263"/>
                  </a:lnTo>
                  <a:close/>
                  <a:moveTo>
                    <a:pt x="43660" y="474726"/>
                  </a:moveTo>
                  <a:lnTo>
                    <a:pt x="45979" y="526263"/>
                  </a:lnTo>
                  <a:lnTo>
                    <a:pt x="75682" y="502169"/>
                  </a:lnTo>
                  <a:close/>
                  <a:moveTo>
                    <a:pt x="43660" y="474726"/>
                  </a:moveTo>
                  <a:lnTo>
                    <a:pt x="75682" y="502169"/>
                  </a:lnTo>
                  <a:lnTo>
                    <a:pt x="78229" y="450632"/>
                  </a:lnTo>
                  <a:close/>
                  <a:moveTo>
                    <a:pt x="74472" y="399096"/>
                  </a:moveTo>
                  <a:lnTo>
                    <a:pt x="74243" y="399376"/>
                  </a:lnTo>
                  <a:lnTo>
                    <a:pt x="43660" y="474726"/>
                  </a:lnTo>
                  <a:close/>
                  <a:moveTo>
                    <a:pt x="78229" y="450632"/>
                  </a:moveTo>
                  <a:lnTo>
                    <a:pt x="74472" y="399096"/>
                  </a:lnTo>
                  <a:lnTo>
                    <a:pt x="43660" y="474726"/>
                  </a:lnTo>
                  <a:close/>
                  <a:moveTo>
                    <a:pt x="74539" y="398915"/>
                  </a:moveTo>
                  <a:lnTo>
                    <a:pt x="74243" y="399376"/>
                  </a:lnTo>
                  <a:lnTo>
                    <a:pt x="74472" y="399096"/>
                  </a:lnTo>
                  <a:close/>
                  <a:moveTo>
                    <a:pt x="78229" y="450632"/>
                  </a:moveTo>
                  <a:lnTo>
                    <a:pt x="119614" y="432546"/>
                  </a:lnTo>
                  <a:lnTo>
                    <a:pt x="109850" y="433171"/>
                  </a:lnTo>
                  <a:close/>
                  <a:moveTo>
                    <a:pt x="74472" y="399096"/>
                  </a:moveTo>
                  <a:lnTo>
                    <a:pt x="109850" y="433171"/>
                  </a:lnTo>
                  <a:lnTo>
                    <a:pt x="74844" y="398887"/>
                  </a:lnTo>
                  <a:close/>
                  <a:moveTo>
                    <a:pt x="74472" y="399096"/>
                  </a:moveTo>
                  <a:lnTo>
                    <a:pt x="78229" y="450632"/>
                  </a:lnTo>
                  <a:lnTo>
                    <a:pt x="109850" y="433171"/>
                  </a:lnTo>
                  <a:close/>
                  <a:moveTo>
                    <a:pt x="123479" y="426539"/>
                  </a:moveTo>
                  <a:lnTo>
                    <a:pt x="115728" y="375002"/>
                  </a:lnTo>
                  <a:lnTo>
                    <a:pt x="109850" y="433171"/>
                  </a:lnTo>
                  <a:close/>
                  <a:moveTo>
                    <a:pt x="115728" y="375002"/>
                  </a:moveTo>
                  <a:lnTo>
                    <a:pt x="74844" y="398887"/>
                  </a:lnTo>
                  <a:lnTo>
                    <a:pt x="109850" y="433171"/>
                  </a:lnTo>
                  <a:close/>
                  <a:moveTo>
                    <a:pt x="74539" y="398915"/>
                  </a:moveTo>
                  <a:lnTo>
                    <a:pt x="74472" y="399096"/>
                  </a:lnTo>
                  <a:lnTo>
                    <a:pt x="74844" y="398887"/>
                  </a:lnTo>
                  <a:close/>
                  <a:moveTo>
                    <a:pt x="140083" y="334398"/>
                  </a:moveTo>
                  <a:lnTo>
                    <a:pt x="74844" y="398887"/>
                  </a:lnTo>
                  <a:lnTo>
                    <a:pt x="115728" y="375002"/>
                  </a:lnTo>
                  <a:close/>
                  <a:moveTo>
                    <a:pt x="74539" y="398915"/>
                  </a:moveTo>
                  <a:lnTo>
                    <a:pt x="74844" y="398887"/>
                  </a:lnTo>
                  <a:lnTo>
                    <a:pt x="140083" y="334398"/>
                  </a:lnTo>
                  <a:close/>
                  <a:moveTo>
                    <a:pt x="115728" y="375002"/>
                  </a:moveTo>
                  <a:lnTo>
                    <a:pt x="185011" y="410048"/>
                  </a:lnTo>
                  <a:lnTo>
                    <a:pt x="174089" y="356185"/>
                  </a:lnTo>
                  <a:close/>
                  <a:moveTo>
                    <a:pt x="115728" y="375002"/>
                  </a:moveTo>
                  <a:lnTo>
                    <a:pt x="123479" y="426539"/>
                  </a:lnTo>
                  <a:lnTo>
                    <a:pt x="185011" y="410048"/>
                  </a:lnTo>
                  <a:close/>
                  <a:moveTo>
                    <a:pt x="193189" y="350908"/>
                  </a:moveTo>
                  <a:lnTo>
                    <a:pt x="174089" y="356185"/>
                  </a:lnTo>
                  <a:lnTo>
                    <a:pt x="185011" y="410048"/>
                  </a:lnTo>
                  <a:close/>
                  <a:moveTo>
                    <a:pt x="140083" y="334398"/>
                  </a:moveTo>
                  <a:lnTo>
                    <a:pt x="115728" y="375002"/>
                  </a:lnTo>
                  <a:lnTo>
                    <a:pt x="174089" y="356185"/>
                  </a:lnTo>
                  <a:close/>
                  <a:moveTo>
                    <a:pt x="217824" y="315480"/>
                  </a:moveTo>
                  <a:lnTo>
                    <a:pt x="140083" y="334398"/>
                  </a:lnTo>
                  <a:lnTo>
                    <a:pt x="193189" y="350908"/>
                  </a:lnTo>
                  <a:close/>
                  <a:moveTo>
                    <a:pt x="193189" y="350908"/>
                  </a:moveTo>
                  <a:lnTo>
                    <a:pt x="140083" y="334398"/>
                  </a:lnTo>
                  <a:lnTo>
                    <a:pt x="174089" y="356185"/>
                  </a:lnTo>
                  <a:close/>
                  <a:moveTo>
                    <a:pt x="193189" y="350908"/>
                  </a:moveTo>
                  <a:lnTo>
                    <a:pt x="248860" y="396122"/>
                  </a:lnTo>
                  <a:lnTo>
                    <a:pt x="243659" y="337608"/>
                  </a:lnTo>
                  <a:close/>
                  <a:moveTo>
                    <a:pt x="193189" y="350908"/>
                  </a:moveTo>
                  <a:lnTo>
                    <a:pt x="224450" y="402445"/>
                  </a:lnTo>
                  <a:lnTo>
                    <a:pt x="248860" y="396122"/>
                  </a:lnTo>
                  <a:close/>
                  <a:moveTo>
                    <a:pt x="248860" y="396122"/>
                  </a:moveTo>
                  <a:lnTo>
                    <a:pt x="299666" y="330057"/>
                  </a:lnTo>
                  <a:lnTo>
                    <a:pt x="243659" y="337608"/>
                  </a:lnTo>
                  <a:close/>
                  <a:moveTo>
                    <a:pt x="217824" y="315480"/>
                  </a:moveTo>
                  <a:lnTo>
                    <a:pt x="193189" y="350908"/>
                  </a:lnTo>
                  <a:lnTo>
                    <a:pt x="243659" y="337608"/>
                  </a:lnTo>
                  <a:close/>
                  <a:moveTo>
                    <a:pt x="243659" y="337608"/>
                  </a:moveTo>
                  <a:lnTo>
                    <a:pt x="260862" y="301717"/>
                  </a:lnTo>
                  <a:lnTo>
                    <a:pt x="217824" y="315480"/>
                  </a:lnTo>
                  <a:close/>
                  <a:moveTo>
                    <a:pt x="760416" y="790644"/>
                  </a:moveTo>
                  <a:lnTo>
                    <a:pt x="807880" y="818086"/>
                  </a:lnTo>
                  <a:lnTo>
                    <a:pt x="831100" y="766550"/>
                  </a:lnTo>
                  <a:close/>
                  <a:moveTo>
                    <a:pt x="863772" y="793992"/>
                  </a:moveTo>
                  <a:lnTo>
                    <a:pt x="869523" y="775288"/>
                  </a:lnTo>
                  <a:lnTo>
                    <a:pt x="831113" y="766544"/>
                  </a:lnTo>
                  <a:close/>
                  <a:moveTo>
                    <a:pt x="831100" y="766550"/>
                  </a:moveTo>
                  <a:lnTo>
                    <a:pt x="863772" y="793992"/>
                  </a:lnTo>
                  <a:lnTo>
                    <a:pt x="831113" y="766544"/>
                  </a:lnTo>
                  <a:close/>
                  <a:moveTo>
                    <a:pt x="807880" y="818086"/>
                  </a:moveTo>
                  <a:lnTo>
                    <a:pt x="863772" y="793992"/>
                  </a:lnTo>
                  <a:lnTo>
                    <a:pt x="831100" y="766550"/>
                  </a:lnTo>
                  <a:close/>
                  <a:moveTo>
                    <a:pt x="831113" y="766544"/>
                  </a:moveTo>
                  <a:lnTo>
                    <a:pt x="869523" y="775288"/>
                  </a:lnTo>
                  <a:lnTo>
                    <a:pt x="867306" y="742456"/>
                  </a:lnTo>
                  <a:close/>
                  <a:moveTo>
                    <a:pt x="867306" y="742456"/>
                  </a:moveTo>
                  <a:lnTo>
                    <a:pt x="869523" y="775288"/>
                  </a:lnTo>
                  <a:lnTo>
                    <a:pt x="888091" y="782964"/>
                  </a:lnTo>
                  <a:close/>
                  <a:moveTo>
                    <a:pt x="617977" y="381700"/>
                  </a:moveTo>
                  <a:lnTo>
                    <a:pt x="608836" y="433236"/>
                  </a:lnTo>
                  <a:lnTo>
                    <a:pt x="650905" y="409142"/>
                  </a:lnTo>
                  <a:close/>
                  <a:moveTo>
                    <a:pt x="617977" y="381700"/>
                  </a:moveTo>
                  <a:lnTo>
                    <a:pt x="650905" y="409142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17977" y="381700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21059" y="370352"/>
                  </a:lnTo>
                  <a:lnTo>
                    <a:pt x="617977" y="381700"/>
                  </a:lnTo>
                  <a:close/>
                  <a:moveTo>
                    <a:pt x="649321" y="341118"/>
                  </a:moveTo>
                  <a:lnTo>
                    <a:pt x="644231" y="357606"/>
                  </a:lnTo>
                  <a:lnTo>
                    <a:pt x="679988" y="336259"/>
                  </a:lnTo>
                  <a:close/>
                  <a:moveTo>
                    <a:pt x="649321" y="341118"/>
                  </a:moveTo>
                  <a:lnTo>
                    <a:pt x="679988" y="336259"/>
                  </a:lnTo>
                  <a:lnTo>
                    <a:pt x="662361" y="306069"/>
                  </a:lnTo>
                  <a:close/>
                  <a:moveTo>
                    <a:pt x="662361" y="306069"/>
                  </a:moveTo>
                  <a:lnTo>
                    <a:pt x="679988" y="336259"/>
                  </a:lnTo>
                  <a:lnTo>
                    <a:pt x="684349" y="333512"/>
                  </a:lnTo>
                  <a:close/>
                  <a:moveTo>
                    <a:pt x="662361" y="306069"/>
                  </a:moveTo>
                  <a:lnTo>
                    <a:pt x="684349" y="333512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62361" y="306069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81579" y="287049"/>
                  </a:lnTo>
                  <a:lnTo>
                    <a:pt x="662361" y="306069"/>
                  </a:lnTo>
                  <a:close/>
                  <a:moveTo>
                    <a:pt x="708762" y="281975"/>
                  </a:moveTo>
                  <a:lnTo>
                    <a:pt x="758715" y="305648"/>
                  </a:lnTo>
                  <a:lnTo>
                    <a:pt x="721829" y="277482"/>
                  </a:lnTo>
                  <a:close/>
                  <a:moveTo>
                    <a:pt x="714377" y="274775"/>
                  </a:moveTo>
                  <a:lnTo>
                    <a:pt x="708762" y="281975"/>
                  </a:lnTo>
                  <a:lnTo>
                    <a:pt x="721829" y="277482"/>
                  </a:lnTo>
                  <a:close/>
                  <a:moveTo>
                    <a:pt x="721829" y="277482"/>
                  </a:moveTo>
                  <a:lnTo>
                    <a:pt x="755101" y="252357"/>
                  </a:lnTo>
                  <a:lnTo>
                    <a:pt x="714377" y="274775"/>
                  </a:lnTo>
                  <a:close/>
                  <a:moveTo>
                    <a:pt x="721829" y="277482"/>
                  </a:moveTo>
                  <a:lnTo>
                    <a:pt x="780483" y="267780"/>
                  </a:lnTo>
                  <a:lnTo>
                    <a:pt x="755101" y="252357"/>
                  </a:lnTo>
                  <a:close/>
                  <a:moveTo>
                    <a:pt x="780483" y="267780"/>
                  </a:moveTo>
                  <a:lnTo>
                    <a:pt x="721829" y="277482"/>
                  </a:lnTo>
                  <a:lnTo>
                    <a:pt x="806306" y="308904"/>
                  </a:lnTo>
                  <a:close/>
                  <a:moveTo>
                    <a:pt x="834289" y="238852"/>
                  </a:moveTo>
                  <a:lnTo>
                    <a:pt x="780483" y="267780"/>
                  </a:lnTo>
                  <a:lnTo>
                    <a:pt x="813821" y="257881"/>
                  </a:lnTo>
                  <a:close/>
                  <a:moveTo>
                    <a:pt x="755101" y="252357"/>
                  </a:moveTo>
                  <a:lnTo>
                    <a:pt x="780483" y="267780"/>
                  </a:lnTo>
                  <a:lnTo>
                    <a:pt x="834289" y="238852"/>
                  </a:lnTo>
                  <a:close/>
                  <a:moveTo>
                    <a:pt x="780483" y="267780"/>
                  </a:moveTo>
                  <a:lnTo>
                    <a:pt x="806306" y="308904"/>
                  </a:lnTo>
                  <a:lnTo>
                    <a:pt x="813821" y="257881"/>
                  </a:lnTo>
                  <a:close/>
                  <a:moveTo>
                    <a:pt x="806628" y="309267"/>
                  </a:moveTo>
                  <a:lnTo>
                    <a:pt x="813821" y="257881"/>
                  </a:lnTo>
                  <a:lnTo>
                    <a:pt x="806306" y="308904"/>
                  </a:lnTo>
                  <a:close/>
                  <a:moveTo>
                    <a:pt x="852536" y="247184"/>
                  </a:moveTo>
                  <a:lnTo>
                    <a:pt x="813821" y="257881"/>
                  </a:lnTo>
                  <a:lnTo>
                    <a:pt x="806628" y="309267"/>
                  </a:lnTo>
                  <a:close/>
                  <a:moveTo>
                    <a:pt x="880513" y="287182"/>
                  </a:moveTo>
                  <a:lnTo>
                    <a:pt x="852536" y="247184"/>
                  </a:lnTo>
                  <a:lnTo>
                    <a:pt x="806628" y="309267"/>
                  </a:lnTo>
                  <a:close/>
                  <a:moveTo>
                    <a:pt x="886919" y="285324"/>
                  </a:moveTo>
                  <a:lnTo>
                    <a:pt x="918219" y="243078"/>
                  </a:lnTo>
                  <a:lnTo>
                    <a:pt x="880513" y="287182"/>
                  </a:lnTo>
                  <a:close/>
                  <a:moveTo>
                    <a:pt x="834289" y="238852"/>
                  </a:moveTo>
                  <a:lnTo>
                    <a:pt x="813821" y="257881"/>
                  </a:lnTo>
                  <a:lnTo>
                    <a:pt x="852536" y="247184"/>
                  </a:lnTo>
                  <a:close/>
                  <a:moveTo>
                    <a:pt x="918219" y="243078"/>
                  </a:moveTo>
                  <a:lnTo>
                    <a:pt x="886919" y="285324"/>
                  </a:lnTo>
                  <a:lnTo>
                    <a:pt x="953094" y="266158"/>
                  </a:lnTo>
                  <a:close/>
                  <a:moveTo>
                    <a:pt x="1102642" y="261230"/>
                  </a:moveTo>
                  <a:lnTo>
                    <a:pt x="1120401" y="306830"/>
                  </a:lnTo>
                  <a:lnTo>
                    <a:pt x="1173027" y="288673"/>
                  </a:lnTo>
                  <a:close/>
                  <a:moveTo>
                    <a:pt x="1152736" y="237136"/>
                  </a:moveTo>
                  <a:lnTo>
                    <a:pt x="1203202" y="277496"/>
                  </a:lnTo>
                  <a:lnTo>
                    <a:pt x="1195321" y="221160"/>
                  </a:lnTo>
                  <a:close/>
                  <a:moveTo>
                    <a:pt x="1152736" y="237136"/>
                  </a:moveTo>
                  <a:lnTo>
                    <a:pt x="1173027" y="288673"/>
                  </a:lnTo>
                  <a:lnTo>
                    <a:pt x="1203202" y="277496"/>
                  </a:lnTo>
                  <a:close/>
                  <a:moveTo>
                    <a:pt x="1231626" y="264579"/>
                  </a:moveTo>
                  <a:lnTo>
                    <a:pt x="1216858" y="213042"/>
                  </a:lnTo>
                  <a:lnTo>
                    <a:pt x="1203202" y="277496"/>
                  </a:lnTo>
                  <a:close/>
                  <a:moveTo>
                    <a:pt x="1216858" y="213042"/>
                  </a:moveTo>
                  <a:lnTo>
                    <a:pt x="1195321" y="221160"/>
                  </a:lnTo>
                  <a:lnTo>
                    <a:pt x="1203202" y="277496"/>
                  </a:lnTo>
                  <a:close/>
                  <a:moveTo>
                    <a:pt x="1145222" y="185599"/>
                  </a:moveTo>
                  <a:lnTo>
                    <a:pt x="1152736" y="23713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21169" y="16150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84842" y="249106"/>
                  </a:lnTo>
                  <a:lnTo>
                    <a:pt x="1270487" y="198033"/>
                  </a:lnTo>
                  <a:close/>
                  <a:moveTo>
                    <a:pt x="1216858" y="213042"/>
                  </a:moveTo>
                  <a:lnTo>
                    <a:pt x="1231626" y="264579"/>
                  </a:lnTo>
                  <a:lnTo>
                    <a:pt x="1284842" y="249106"/>
                  </a:lnTo>
                  <a:close/>
                  <a:moveTo>
                    <a:pt x="1332241" y="240485"/>
                  </a:moveTo>
                  <a:lnTo>
                    <a:pt x="1338219" y="225726"/>
                  </a:lnTo>
                  <a:lnTo>
                    <a:pt x="1284842" y="249106"/>
                  </a:lnTo>
                  <a:close/>
                  <a:moveTo>
                    <a:pt x="1221169" y="161506"/>
                  </a:moveTo>
                  <a:lnTo>
                    <a:pt x="1270487" y="198033"/>
                  </a:lnTo>
                  <a:lnTo>
                    <a:pt x="1252891" y="149596"/>
                  </a:lnTo>
                  <a:close/>
                  <a:moveTo>
                    <a:pt x="1221169" y="161506"/>
                  </a:moveTo>
                  <a:lnTo>
                    <a:pt x="1216858" y="213042"/>
                  </a:lnTo>
                  <a:lnTo>
                    <a:pt x="1270487" y="198033"/>
                  </a:lnTo>
                  <a:close/>
                  <a:moveTo>
                    <a:pt x="1240210" y="85875"/>
                  </a:moveTo>
                  <a:lnTo>
                    <a:pt x="1252891" y="149596"/>
                  </a:lnTo>
                  <a:lnTo>
                    <a:pt x="1260574" y="110101"/>
                  </a:lnTo>
                  <a:close/>
                  <a:moveTo>
                    <a:pt x="1240210" y="85875"/>
                  </a:moveTo>
                  <a:lnTo>
                    <a:pt x="1260574" y="110101"/>
                  </a:lnTo>
                  <a:lnTo>
                    <a:pt x="1263298" y="78393"/>
                  </a:lnTo>
                  <a:close/>
                  <a:moveTo>
                    <a:pt x="1245801" y="54868"/>
                  </a:moveTo>
                  <a:lnTo>
                    <a:pt x="1240210" y="85875"/>
                  </a:lnTo>
                  <a:lnTo>
                    <a:pt x="1263298" y="78393"/>
                  </a:lnTo>
                  <a:close/>
                  <a:moveTo>
                    <a:pt x="1329472" y="62576"/>
                  </a:moveTo>
                  <a:lnTo>
                    <a:pt x="1263298" y="78393"/>
                  </a:lnTo>
                  <a:lnTo>
                    <a:pt x="1260574" y="110101"/>
                  </a:lnTo>
                  <a:close/>
                  <a:moveTo>
                    <a:pt x="1293627" y="10244"/>
                  </a:moveTo>
                  <a:lnTo>
                    <a:pt x="1329516" y="58286"/>
                  </a:lnTo>
                  <a:lnTo>
                    <a:pt x="1329267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8" name="Output_density__4337">
              <a:extLst>
                <a:ext uri="{FF2B5EF4-FFF2-40B4-BE49-F238E27FC236}">
                  <a16:creationId xmlns:a16="http://schemas.microsoft.com/office/drawing/2014/main" id="{F0E4686A-0C9C-758E-A7E3-49377B4908BC}"/>
                </a:ext>
              </a:extLst>
            </p:cNvPr>
            <p:cNvSpPr>
              <a:spLocks noGrp="1"/>
            </p:cNvSpPr>
            <p:nvPr/>
          </p:nvSpPr>
          <p:spPr>
            <a:xfrm>
              <a:off x="15614381" y="2979326"/>
              <a:ext cx="378601" cy="276139"/>
            </a:xfrm>
            <a:custGeom>
              <a:avLst/>
              <a:gdLst/>
              <a:ahLst/>
              <a:cxnLst/>
              <a:rect l="0" t="0" r="0" b="0"/>
              <a:pathLst>
                <a:path w="378601" h="276139">
                  <a:moveTo>
                    <a:pt x="0" y="248121"/>
                  </a:moveTo>
                  <a:lnTo>
                    <a:pt x="57538" y="271662"/>
                  </a:lnTo>
                  <a:lnTo>
                    <a:pt x="36870" y="276139"/>
                  </a:lnTo>
                  <a:close/>
                  <a:moveTo>
                    <a:pt x="36870" y="276139"/>
                  </a:moveTo>
                  <a:lnTo>
                    <a:pt x="4026" y="271662"/>
                  </a:lnTo>
                  <a:lnTo>
                    <a:pt x="0" y="248121"/>
                  </a:lnTo>
                  <a:close/>
                  <a:moveTo>
                    <a:pt x="361256" y="50912"/>
                  </a:moveTo>
                  <a:lnTo>
                    <a:pt x="378601" y="0"/>
                  </a:lnTo>
                  <a:lnTo>
                    <a:pt x="353581" y="72213"/>
                  </a:lnTo>
                  <a:close/>
                  <a:moveTo>
                    <a:pt x="378601" y="0"/>
                  </a:moveTo>
                  <a:lnTo>
                    <a:pt x="361256" y="50912"/>
                  </a:lnTo>
                  <a:lnTo>
                    <a:pt x="378013" y="206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9" name="Output_density__4338">
              <a:extLst>
                <a:ext uri="{FF2B5EF4-FFF2-40B4-BE49-F238E27FC236}">
                  <a16:creationId xmlns:a16="http://schemas.microsoft.com/office/drawing/2014/main" id="{3A812031-FBE4-647E-C51C-7871B04A31DE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6333"/>
              <a:ext cx="1086126" cy="508544"/>
            </a:xfrm>
            <a:custGeom>
              <a:avLst/>
              <a:gdLst/>
              <a:ahLst/>
              <a:cxnLst/>
              <a:rect l="0" t="0" r="0" b="0"/>
              <a:pathLst>
                <a:path w="1086126" h="508544">
                  <a:moveTo>
                    <a:pt x="12216" y="331535"/>
                  </a:moveTo>
                  <a:lnTo>
                    <a:pt x="0" y="355629"/>
                  </a:lnTo>
                  <a:lnTo>
                    <a:pt x="29430" y="383071"/>
                  </a:lnTo>
                  <a:close/>
                  <a:moveTo>
                    <a:pt x="29430" y="383071"/>
                  </a:moveTo>
                  <a:lnTo>
                    <a:pt x="65215" y="434608"/>
                  </a:lnTo>
                  <a:lnTo>
                    <a:pt x="80137" y="410514"/>
                  </a:lnTo>
                  <a:close/>
                  <a:moveTo>
                    <a:pt x="281719" y="382570"/>
                  </a:moveTo>
                  <a:lnTo>
                    <a:pt x="255175" y="366168"/>
                  </a:lnTo>
                  <a:lnTo>
                    <a:pt x="313474" y="387952"/>
                  </a:lnTo>
                  <a:close/>
                  <a:moveTo>
                    <a:pt x="281719" y="382570"/>
                  </a:moveTo>
                  <a:lnTo>
                    <a:pt x="288292" y="386420"/>
                  </a:lnTo>
                  <a:lnTo>
                    <a:pt x="274512" y="377181"/>
                  </a:lnTo>
                  <a:close/>
                  <a:moveTo>
                    <a:pt x="315968" y="329966"/>
                  </a:moveTo>
                  <a:lnTo>
                    <a:pt x="353155" y="361638"/>
                  </a:lnTo>
                  <a:lnTo>
                    <a:pt x="322248" y="310790"/>
                  </a:lnTo>
                  <a:close/>
                  <a:moveTo>
                    <a:pt x="322248" y="310790"/>
                  </a:moveTo>
                  <a:lnTo>
                    <a:pt x="353155" y="361638"/>
                  </a:lnTo>
                  <a:lnTo>
                    <a:pt x="354075" y="338232"/>
                  </a:lnTo>
                  <a:close/>
                  <a:moveTo>
                    <a:pt x="340076" y="286696"/>
                  </a:moveTo>
                  <a:lnTo>
                    <a:pt x="322248" y="310790"/>
                  </a:lnTo>
                  <a:lnTo>
                    <a:pt x="354075" y="338232"/>
                  </a:lnTo>
                  <a:close/>
                  <a:moveTo>
                    <a:pt x="288907" y="125755"/>
                  </a:moveTo>
                  <a:lnTo>
                    <a:pt x="244094" y="124204"/>
                  </a:lnTo>
                  <a:lnTo>
                    <a:pt x="313356" y="117713"/>
                  </a:lnTo>
                  <a:close/>
                  <a:moveTo>
                    <a:pt x="650960" y="393118"/>
                  </a:moveTo>
                  <a:lnTo>
                    <a:pt x="630962" y="431806"/>
                  </a:lnTo>
                  <a:lnTo>
                    <a:pt x="658827" y="401090"/>
                  </a:lnTo>
                  <a:close/>
                  <a:moveTo>
                    <a:pt x="650960" y="393118"/>
                  </a:moveTo>
                  <a:lnTo>
                    <a:pt x="596644" y="343273"/>
                  </a:lnTo>
                  <a:lnTo>
                    <a:pt x="573584" y="391956"/>
                  </a:lnTo>
                  <a:close/>
                  <a:moveTo>
                    <a:pt x="472800" y="189818"/>
                  </a:moveTo>
                  <a:lnTo>
                    <a:pt x="460711" y="184396"/>
                  </a:lnTo>
                  <a:lnTo>
                    <a:pt x="504642" y="173969"/>
                  </a:lnTo>
                  <a:close/>
                  <a:moveTo>
                    <a:pt x="544079" y="146742"/>
                  </a:moveTo>
                  <a:lnTo>
                    <a:pt x="472800" y="189818"/>
                  </a:lnTo>
                  <a:lnTo>
                    <a:pt x="504642" y="173969"/>
                  </a:lnTo>
                  <a:close/>
                  <a:moveTo>
                    <a:pt x="885697" y="484357"/>
                  </a:moveTo>
                  <a:lnTo>
                    <a:pt x="837987" y="485163"/>
                  </a:lnTo>
                  <a:lnTo>
                    <a:pt x="827726" y="508544"/>
                  </a:lnTo>
                  <a:close/>
                  <a:moveTo>
                    <a:pt x="825159" y="56392"/>
                  </a:moveTo>
                  <a:lnTo>
                    <a:pt x="904437" y="81077"/>
                  </a:lnTo>
                  <a:lnTo>
                    <a:pt x="856479" y="39059"/>
                  </a:lnTo>
                  <a:close/>
                  <a:moveTo>
                    <a:pt x="963938" y="118038"/>
                  </a:moveTo>
                  <a:lnTo>
                    <a:pt x="954948" y="95255"/>
                  </a:lnTo>
                  <a:lnTo>
                    <a:pt x="982863" y="129632"/>
                  </a:lnTo>
                  <a:close/>
                  <a:moveTo>
                    <a:pt x="952873" y="66501"/>
                  </a:moveTo>
                  <a:lnTo>
                    <a:pt x="950424" y="90595"/>
                  </a:lnTo>
                  <a:lnTo>
                    <a:pt x="963938" y="118038"/>
                  </a:lnTo>
                  <a:close/>
                  <a:moveTo>
                    <a:pt x="952873" y="66501"/>
                  </a:moveTo>
                  <a:lnTo>
                    <a:pt x="932781" y="52151"/>
                  </a:lnTo>
                  <a:lnTo>
                    <a:pt x="904437" y="81077"/>
                  </a:lnTo>
                  <a:close/>
                  <a:moveTo>
                    <a:pt x="994260" y="57623"/>
                  </a:moveTo>
                  <a:lnTo>
                    <a:pt x="1033969" y="81122"/>
                  </a:lnTo>
                  <a:lnTo>
                    <a:pt x="1018065" y="66501"/>
                  </a:lnTo>
                  <a:close/>
                  <a:moveTo>
                    <a:pt x="1052087" y="111335"/>
                  </a:moveTo>
                  <a:lnTo>
                    <a:pt x="1033969" y="81122"/>
                  </a:lnTo>
                  <a:lnTo>
                    <a:pt x="994260" y="57623"/>
                  </a:lnTo>
                  <a:close/>
                  <a:moveTo>
                    <a:pt x="1052087" y="111335"/>
                  </a:moveTo>
                  <a:lnTo>
                    <a:pt x="1086126" y="118038"/>
                  </a:lnTo>
                  <a:lnTo>
                    <a:pt x="1033969" y="81122"/>
                  </a:lnTo>
                  <a:close/>
                  <a:moveTo>
                    <a:pt x="994260" y="57623"/>
                  </a:moveTo>
                  <a:lnTo>
                    <a:pt x="1018065" y="66501"/>
                  </a:lnTo>
                  <a:lnTo>
                    <a:pt x="1026996" y="6248"/>
                  </a:lnTo>
                  <a:close/>
                  <a:moveTo>
                    <a:pt x="987962" y="0"/>
                  </a:moveTo>
                  <a:lnTo>
                    <a:pt x="994260" y="57623"/>
                  </a:lnTo>
                  <a:lnTo>
                    <a:pt x="1026996" y="624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40" name="Output_density__4339">
              <a:extLst>
                <a:ext uri="{FF2B5EF4-FFF2-40B4-BE49-F238E27FC236}">
                  <a16:creationId xmlns:a16="http://schemas.microsoft.com/office/drawing/2014/main" id="{136FED50-DAAA-8393-F29E-BBB2C5426264}"/>
                </a:ext>
              </a:extLst>
            </p:cNvPr>
            <p:cNvSpPr>
              <a:spLocks noGrp="1"/>
            </p:cNvSpPr>
            <p:nvPr/>
          </p:nvSpPr>
          <p:spPr>
            <a:xfrm>
              <a:off x="14927960" y="2862725"/>
              <a:ext cx="1071592" cy="570315"/>
            </a:xfrm>
            <a:custGeom>
              <a:avLst/>
              <a:gdLst/>
              <a:ahLst/>
              <a:cxnLst/>
              <a:rect l="0" t="0" r="0" b="0"/>
              <a:pathLst>
                <a:path w="1071592" h="570315">
                  <a:moveTo>
                    <a:pt x="30096" y="378216"/>
                  </a:moveTo>
                  <a:lnTo>
                    <a:pt x="33128" y="385780"/>
                  </a:lnTo>
                  <a:lnTo>
                    <a:pt x="46082" y="391863"/>
                  </a:lnTo>
                  <a:close/>
                  <a:moveTo>
                    <a:pt x="30096" y="378216"/>
                  </a:moveTo>
                  <a:lnTo>
                    <a:pt x="0" y="349970"/>
                  </a:lnTo>
                  <a:lnTo>
                    <a:pt x="33128" y="385780"/>
                  </a:lnTo>
                  <a:close/>
                  <a:moveTo>
                    <a:pt x="116097" y="419052"/>
                  </a:moveTo>
                  <a:lnTo>
                    <a:pt x="102289" y="405659"/>
                  </a:lnTo>
                  <a:lnTo>
                    <a:pt x="99250" y="415976"/>
                  </a:lnTo>
                  <a:close/>
                  <a:moveTo>
                    <a:pt x="99250" y="415976"/>
                  </a:moveTo>
                  <a:lnTo>
                    <a:pt x="102289" y="405659"/>
                  </a:lnTo>
                  <a:lnTo>
                    <a:pt x="82169" y="391890"/>
                  </a:lnTo>
                  <a:close/>
                  <a:moveTo>
                    <a:pt x="99250" y="415976"/>
                  </a:moveTo>
                  <a:lnTo>
                    <a:pt x="82169" y="391890"/>
                  </a:lnTo>
                  <a:lnTo>
                    <a:pt x="46082" y="391863"/>
                  </a:lnTo>
                  <a:close/>
                  <a:moveTo>
                    <a:pt x="116097" y="419052"/>
                  </a:moveTo>
                  <a:lnTo>
                    <a:pt x="183405" y="457196"/>
                  </a:lnTo>
                  <a:lnTo>
                    <a:pt x="138581" y="428125"/>
                  </a:lnTo>
                  <a:close/>
                  <a:moveTo>
                    <a:pt x="102289" y="405659"/>
                  </a:moveTo>
                  <a:lnTo>
                    <a:pt x="116097" y="419052"/>
                  </a:lnTo>
                  <a:lnTo>
                    <a:pt x="138581" y="428125"/>
                  </a:lnTo>
                  <a:close/>
                  <a:moveTo>
                    <a:pt x="304957" y="230304"/>
                  </a:moveTo>
                  <a:lnTo>
                    <a:pt x="259199" y="202861"/>
                  </a:lnTo>
                  <a:lnTo>
                    <a:pt x="287128" y="254398"/>
                  </a:lnTo>
                  <a:close/>
                  <a:moveTo>
                    <a:pt x="490306" y="330186"/>
                  </a:moveTo>
                  <a:lnTo>
                    <a:pt x="463834" y="366112"/>
                  </a:lnTo>
                  <a:lnTo>
                    <a:pt x="538464" y="335564"/>
                  </a:lnTo>
                  <a:close/>
                  <a:moveTo>
                    <a:pt x="574770" y="360820"/>
                  </a:moveTo>
                  <a:lnTo>
                    <a:pt x="538464" y="335564"/>
                  </a:lnTo>
                  <a:lnTo>
                    <a:pt x="581612" y="369215"/>
                  </a:lnTo>
                  <a:close/>
                  <a:moveTo>
                    <a:pt x="574770" y="360820"/>
                  </a:moveTo>
                  <a:lnTo>
                    <a:pt x="581612" y="369215"/>
                  </a:lnTo>
                  <a:lnTo>
                    <a:pt x="595842" y="375415"/>
                  </a:lnTo>
                  <a:close/>
                  <a:moveTo>
                    <a:pt x="782082" y="388262"/>
                  </a:moveTo>
                  <a:lnTo>
                    <a:pt x="806575" y="369479"/>
                  </a:lnTo>
                  <a:lnTo>
                    <a:pt x="803022" y="365903"/>
                  </a:lnTo>
                  <a:close/>
                  <a:moveTo>
                    <a:pt x="743602" y="364169"/>
                  </a:moveTo>
                  <a:lnTo>
                    <a:pt x="731574" y="398641"/>
                  </a:lnTo>
                  <a:lnTo>
                    <a:pt x="761674" y="376281"/>
                  </a:lnTo>
                  <a:close/>
                  <a:moveTo>
                    <a:pt x="690448" y="388262"/>
                  </a:moveTo>
                  <a:lnTo>
                    <a:pt x="743602" y="364169"/>
                  </a:lnTo>
                  <a:lnTo>
                    <a:pt x="681726" y="386943"/>
                  </a:lnTo>
                  <a:close/>
                  <a:moveTo>
                    <a:pt x="929257" y="570315"/>
                  </a:moveTo>
                  <a:lnTo>
                    <a:pt x="965865" y="560450"/>
                  </a:lnTo>
                  <a:lnTo>
                    <a:pt x="898577" y="518778"/>
                  </a:lnTo>
                  <a:close/>
                  <a:moveTo>
                    <a:pt x="855523" y="377813"/>
                  </a:moveTo>
                  <a:lnTo>
                    <a:pt x="859818" y="357710"/>
                  </a:lnTo>
                  <a:lnTo>
                    <a:pt x="848480" y="391254"/>
                  </a:lnTo>
                  <a:close/>
                  <a:moveTo>
                    <a:pt x="790039" y="0"/>
                  </a:moveTo>
                  <a:lnTo>
                    <a:pt x="799169" y="58298"/>
                  </a:lnTo>
                  <a:lnTo>
                    <a:pt x="869317" y="24686"/>
                  </a:lnTo>
                  <a:close/>
                  <a:moveTo>
                    <a:pt x="1062014" y="269293"/>
                  </a:moveTo>
                  <a:lnTo>
                    <a:pt x="1067691" y="343423"/>
                  </a:lnTo>
                  <a:lnTo>
                    <a:pt x="1071592" y="291887"/>
                  </a:lnTo>
                  <a:close/>
                  <a:moveTo>
                    <a:pt x="1048868" y="154494"/>
                  </a:moveTo>
                  <a:lnTo>
                    <a:pt x="1067419" y="216256"/>
                  </a:lnTo>
                  <a:lnTo>
                    <a:pt x="1062545" y="164719"/>
                  </a:lnTo>
                  <a:close/>
                  <a:moveTo>
                    <a:pt x="1042443" y="96975"/>
                  </a:moveTo>
                  <a:lnTo>
                    <a:pt x="1062545" y="164719"/>
                  </a:lnTo>
                  <a:lnTo>
                    <a:pt x="1066182" y="113183"/>
                  </a:lnTo>
                  <a:close/>
                  <a:moveTo>
                    <a:pt x="1042443" y="96975"/>
                  </a:moveTo>
                  <a:lnTo>
                    <a:pt x="1048868" y="154494"/>
                  </a:lnTo>
                  <a:lnTo>
                    <a:pt x="1062545" y="1647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1" name="Output_density__4340">
              <a:extLst>
                <a:ext uri="{FF2B5EF4-FFF2-40B4-BE49-F238E27FC236}">
                  <a16:creationId xmlns:a16="http://schemas.microsoft.com/office/drawing/2014/main" id="{06993D2F-C785-EE53-0FB6-34535B606194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62725"/>
              <a:ext cx="1071872" cy="391863"/>
            </a:xfrm>
            <a:custGeom>
              <a:avLst/>
              <a:gdLst/>
              <a:ahLst/>
              <a:cxnLst/>
              <a:rect l="0" t="0" r="0" b="0"/>
              <a:pathLst>
                <a:path w="1071872" h="391863">
                  <a:moveTo>
                    <a:pt x="35786" y="378216"/>
                  </a:moveTo>
                  <a:lnTo>
                    <a:pt x="0" y="326680"/>
                  </a:lnTo>
                  <a:lnTo>
                    <a:pt x="5690" y="349970"/>
                  </a:lnTo>
                  <a:close/>
                  <a:moveTo>
                    <a:pt x="50707" y="354122"/>
                  </a:moveTo>
                  <a:lnTo>
                    <a:pt x="35786" y="378216"/>
                  </a:lnTo>
                  <a:lnTo>
                    <a:pt x="51772" y="391863"/>
                  </a:lnTo>
                  <a:close/>
                  <a:moveTo>
                    <a:pt x="186591" y="278492"/>
                  </a:moveTo>
                  <a:lnTo>
                    <a:pt x="186910" y="278605"/>
                  </a:lnTo>
                  <a:lnTo>
                    <a:pt x="186181" y="275247"/>
                  </a:lnTo>
                  <a:close/>
                  <a:moveTo>
                    <a:pt x="220180" y="289540"/>
                  </a:moveTo>
                  <a:lnTo>
                    <a:pt x="186910" y="278605"/>
                  </a:lnTo>
                  <a:lnTo>
                    <a:pt x="245082" y="320789"/>
                  </a:lnTo>
                  <a:close/>
                  <a:moveTo>
                    <a:pt x="186910" y="278605"/>
                  </a:moveTo>
                  <a:lnTo>
                    <a:pt x="187165" y="278923"/>
                  </a:lnTo>
                  <a:lnTo>
                    <a:pt x="245082" y="320789"/>
                  </a:lnTo>
                  <a:close/>
                  <a:moveTo>
                    <a:pt x="187165" y="278923"/>
                  </a:moveTo>
                  <a:lnTo>
                    <a:pt x="186910" y="278605"/>
                  </a:lnTo>
                  <a:lnTo>
                    <a:pt x="186591" y="278492"/>
                  </a:lnTo>
                  <a:close/>
                  <a:moveTo>
                    <a:pt x="205762" y="305934"/>
                  </a:moveTo>
                  <a:lnTo>
                    <a:pt x="187165" y="278923"/>
                  </a:lnTo>
                  <a:lnTo>
                    <a:pt x="186591" y="278492"/>
                  </a:lnTo>
                  <a:close/>
                  <a:moveTo>
                    <a:pt x="225745" y="309776"/>
                  </a:moveTo>
                  <a:lnTo>
                    <a:pt x="245082" y="320789"/>
                  </a:lnTo>
                  <a:lnTo>
                    <a:pt x="187165" y="278923"/>
                  </a:lnTo>
                  <a:close/>
                  <a:moveTo>
                    <a:pt x="225745" y="309776"/>
                  </a:moveTo>
                  <a:lnTo>
                    <a:pt x="252289" y="326178"/>
                  </a:lnTo>
                  <a:lnTo>
                    <a:pt x="245082" y="320789"/>
                  </a:lnTo>
                  <a:close/>
                  <a:moveTo>
                    <a:pt x="286538" y="273574"/>
                  </a:moveTo>
                  <a:lnTo>
                    <a:pt x="325686" y="305934"/>
                  </a:lnTo>
                  <a:lnTo>
                    <a:pt x="323725" y="305246"/>
                  </a:lnTo>
                  <a:close/>
                  <a:moveTo>
                    <a:pt x="169326" y="41929"/>
                  </a:moveTo>
                  <a:lnTo>
                    <a:pt x="200901" y="60481"/>
                  </a:lnTo>
                  <a:lnTo>
                    <a:pt x="219999" y="99788"/>
                  </a:lnTo>
                  <a:close/>
                  <a:moveTo>
                    <a:pt x="621530" y="336726"/>
                  </a:moveTo>
                  <a:lnTo>
                    <a:pt x="580460" y="360820"/>
                  </a:lnTo>
                  <a:lnTo>
                    <a:pt x="601533" y="375415"/>
                  </a:lnTo>
                  <a:close/>
                  <a:moveTo>
                    <a:pt x="580460" y="360820"/>
                  </a:moveTo>
                  <a:lnTo>
                    <a:pt x="621530" y="336726"/>
                  </a:lnTo>
                  <a:lnTo>
                    <a:pt x="544154" y="335564"/>
                  </a:lnTo>
                  <a:close/>
                  <a:moveTo>
                    <a:pt x="629398" y="344698"/>
                  </a:moveTo>
                  <a:lnTo>
                    <a:pt x="601533" y="375415"/>
                  </a:lnTo>
                  <a:lnTo>
                    <a:pt x="687416" y="386943"/>
                  </a:lnTo>
                  <a:close/>
                  <a:moveTo>
                    <a:pt x="781179" y="36590"/>
                  </a:moveTo>
                  <a:lnTo>
                    <a:pt x="835411" y="93226"/>
                  </a:lnTo>
                  <a:lnTo>
                    <a:pt x="808487" y="52371"/>
                  </a:lnTo>
                  <a:close/>
                  <a:moveTo>
                    <a:pt x="781179" y="36590"/>
                  </a:moveTo>
                  <a:lnTo>
                    <a:pt x="808487" y="52371"/>
                  </a:lnTo>
                  <a:lnTo>
                    <a:pt x="795729" y="0"/>
                  </a:lnTo>
                  <a:close/>
                  <a:moveTo>
                    <a:pt x="920995" y="34204"/>
                  </a:moveTo>
                  <a:lnTo>
                    <a:pt x="925519" y="38863"/>
                  </a:lnTo>
                  <a:lnTo>
                    <a:pt x="934509" y="61646"/>
                  </a:lnTo>
                  <a:close/>
                  <a:moveTo>
                    <a:pt x="920995" y="34204"/>
                  </a:moveTo>
                  <a:lnTo>
                    <a:pt x="923444" y="10110"/>
                  </a:lnTo>
                  <a:lnTo>
                    <a:pt x="875007" y="24686"/>
                  </a:lnTo>
                  <a:close/>
                  <a:moveTo>
                    <a:pt x="1022658" y="54943"/>
                  </a:moveTo>
                  <a:lnTo>
                    <a:pt x="1071872" y="113183"/>
                  </a:lnTo>
                  <a:lnTo>
                    <a:pt x="1056696" y="61646"/>
                  </a:lnTo>
                  <a:close/>
                  <a:moveTo>
                    <a:pt x="1022658" y="54943"/>
                  </a:moveTo>
                  <a:lnTo>
                    <a:pt x="1048133" y="96975"/>
                  </a:lnTo>
                  <a:lnTo>
                    <a:pt x="1071872" y="11318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2" name="Output_density__4341">
              <a:extLst>
                <a:ext uri="{FF2B5EF4-FFF2-40B4-BE49-F238E27FC236}">
                  <a16:creationId xmlns:a16="http://schemas.microsoft.com/office/drawing/2014/main" id="{8FEF8F83-C36F-A6C2-D3B8-77DF8ADA5C8D}"/>
                </a:ext>
              </a:extLst>
            </p:cNvPr>
            <p:cNvSpPr>
              <a:spLocks noGrp="1"/>
            </p:cNvSpPr>
            <p:nvPr/>
          </p:nvSpPr>
          <p:spPr>
            <a:xfrm>
              <a:off x="15027210" y="2975908"/>
              <a:ext cx="974666" cy="352026"/>
            </a:xfrm>
            <a:custGeom>
              <a:avLst/>
              <a:gdLst/>
              <a:ahLst/>
              <a:cxnLst/>
              <a:rect l="0" t="0" r="0" b="0"/>
              <a:pathLst>
                <a:path w="974666" h="352026">
                  <a:moveTo>
                    <a:pt x="0" y="302792"/>
                  </a:moveTo>
                  <a:lnTo>
                    <a:pt x="48072" y="307847"/>
                  </a:lnTo>
                  <a:lnTo>
                    <a:pt x="16847" y="305869"/>
                  </a:lnTo>
                  <a:close/>
                  <a:moveTo>
                    <a:pt x="84155" y="344012"/>
                  </a:moveTo>
                  <a:lnTo>
                    <a:pt x="88255" y="348541"/>
                  </a:lnTo>
                  <a:lnTo>
                    <a:pt x="95968" y="352026"/>
                  </a:lnTo>
                  <a:close/>
                  <a:moveTo>
                    <a:pt x="88255" y="348541"/>
                  </a:moveTo>
                  <a:lnTo>
                    <a:pt x="84155" y="344012"/>
                  </a:lnTo>
                  <a:lnTo>
                    <a:pt x="16847" y="305869"/>
                  </a:lnTo>
                  <a:close/>
                  <a:moveTo>
                    <a:pt x="54232" y="313458"/>
                  </a:moveTo>
                  <a:lnTo>
                    <a:pt x="88255" y="348541"/>
                  </a:lnTo>
                  <a:lnTo>
                    <a:pt x="16847" y="305869"/>
                  </a:lnTo>
                  <a:close/>
                  <a:moveTo>
                    <a:pt x="93841" y="141215"/>
                  </a:moveTo>
                  <a:lnTo>
                    <a:pt x="81651" y="165309"/>
                  </a:lnTo>
                  <a:lnTo>
                    <a:pt x="109244" y="131862"/>
                  </a:lnTo>
                  <a:close/>
                  <a:moveTo>
                    <a:pt x="81651" y="165309"/>
                  </a:moveTo>
                  <a:lnTo>
                    <a:pt x="81241" y="162064"/>
                  </a:lnTo>
                  <a:lnTo>
                    <a:pt x="109244" y="131862"/>
                  </a:lnTo>
                  <a:close/>
                  <a:moveTo>
                    <a:pt x="320718" y="263597"/>
                  </a:moveTo>
                  <a:lnTo>
                    <a:pt x="364584" y="252928"/>
                  </a:lnTo>
                  <a:lnTo>
                    <a:pt x="391056" y="217003"/>
                  </a:lnTo>
                  <a:close/>
                  <a:moveTo>
                    <a:pt x="364584" y="252928"/>
                  </a:moveTo>
                  <a:lnTo>
                    <a:pt x="408290" y="241662"/>
                  </a:lnTo>
                  <a:lnTo>
                    <a:pt x="439214" y="222381"/>
                  </a:lnTo>
                  <a:close/>
                  <a:moveTo>
                    <a:pt x="544766" y="267669"/>
                  </a:moveTo>
                  <a:lnTo>
                    <a:pt x="496592" y="262231"/>
                  </a:lnTo>
                  <a:lnTo>
                    <a:pt x="482362" y="256032"/>
                  </a:lnTo>
                  <a:close/>
                  <a:moveTo>
                    <a:pt x="496592" y="262231"/>
                  </a:moveTo>
                  <a:lnTo>
                    <a:pt x="544766" y="267669"/>
                  </a:lnTo>
                  <a:lnTo>
                    <a:pt x="582475" y="273760"/>
                  </a:lnTo>
                  <a:close/>
                  <a:moveTo>
                    <a:pt x="587171" y="251539"/>
                  </a:moveTo>
                  <a:lnTo>
                    <a:pt x="591197" y="275079"/>
                  </a:lnTo>
                  <a:lnTo>
                    <a:pt x="582475" y="273760"/>
                  </a:lnTo>
                  <a:close/>
                  <a:moveTo>
                    <a:pt x="591197" y="275079"/>
                  </a:moveTo>
                  <a:lnTo>
                    <a:pt x="624041" y="279556"/>
                  </a:lnTo>
                  <a:lnTo>
                    <a:pt x="632324" y="285458"/>
                  </a:lnTo>
                  <a:close/>
                  <a:moveTo>
                    <a:pt x="632324" y="285458"/>
                  </a:moveTo>
                  <a:lnTo>
                    <a:pt x="707325" y="256296"/>
                  </a:lnTo>
                  <a:lnTo>
                    <a:pt x="662424" y="263097"/>
                  </a:lnTo>
                  <a:close/>
                  <a:moveTo>
                    <a:pt x="644351" y="250985"/>
                  </a:moveTo>
                  <a:lnTo>
                    <a:pt x="591197" y="275079"/>
                  </a:lnTo>
                  <a:lnTo>
                    <a:pt x="632324" y="285458"/>
                  </a:lnTo>
                  <a:close/>
                  <a:moveTo>
                    <a:pt x="662424" y="263097"/>
                  </a:moveTo>
                  <a:lnTo>
                    <a:pt x="707325" y="256296"/>
                  </a:lnTo>
                  <a:lnTo>
                    <a:pt x="749229" y="278071"/>
                  </a:lnTo>
                  <a:close/>
                  <a:moveTo>
                    <a:pt x="749229" y="278071"/>
                  </a:moveTo>
                  <a:lnTo>
                    <a:pt x="760568" y="244527"/>
                  </a:lnTo>
                  <a:lnTo>
                    <a:pt x="758170" y="226892"/>
                  </a:lnTo>
                  <a:close/>
                  <a:moveTo>
                    <a:pt x="707325" y="256296"/>
                  </a:moveTo>
                  <a:lnTo>
                    <a:pt x="756273" y="264629"/>
                  </a:lnTo>
                  <a:lnTo>
                    <a:pt x="749229" y="278071"/>
                  </a:lnTo>
                  <a:close/>
                  <a:moveTo>
                    <a:pt x="760568" y="244527"/>
                  </a:moveTo>
                  <a:lnTo>
                    <a:pt x="748023" y="233783"/>
                  </a:lnTo>
                  <a:lnTo>
                    <a:pt x="758170" y="226892"/>
                  </a:lnTo>
                  <a:close/>
                  <a:moveTo>
                    <a:pt x="974666" y="184416"/>
                  </a:moveTo>
                  <a:lnTo>
                    <a:pt x="965132" y="129424"/>
                  </a:lnTo>
                  <a:lnTo>
                    <a:pt x="972342" y="178704"/>
                  </a:lnTo>
                  <a:close/>
                  <a:moveTo>
                    <a:pt x="965132" y="129424"/>
                  </a:moveTo>
                  <a:lnTo>
                    <a:pt x="964210" y="127167"/>
                  </a:lnTo>
                  <a:lnTo>
                    <a:pt x="972342" y="178704"/>
                  </a:lnTo>
                  <a:close/>
                  <a:moveTo>
                    <a:pt x="964210" y="127167"/>
                  </a:moveTo>
                  <a:lnTo>
                    <a:pt x="968169" y="103073"/>
                  </a:lnTo>
                  <a:lnTo>
                    <a:pt x="972342" y="178704"/>
                  </a:lnTo>
                  <a:close/>
                  <a:moveTo>
                    <a:pt x="968169" y="103073"/>
                  </a:moveTo>
                  <a:lnTo>
                    <a:pt x="964210" y="127167"/>
                  </a:lnTo>
                  <a:lnTo>
                    <a:pt x="940752" y="75630"/>
                  </a:lnTo>
                  <a:close/>
                  <a:moveTo>
                    <a:pt x="963294" y="51536"/>
                  </a:moveTo>
                  <a:lnTo>
                    <a:pt x="968169" y="103073"/>
                  </a:lnTo>
                  <a:lnTo>
                    <a:pt x="940752" y="75630"/>
                  </a:lnTo>
                  <a:close/>
                  <a:moveTo>
                    <a:pt x="940752" y="75630"/>
                  </a:moveTo>
                  <a:lnTo>
                    <a:pt x="966931" y="0"/>
                  </a:lnTo>
                  <a:lnTo>
                    <a:pt x="963294" y="51536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43" name="Output_density__4342">
              <a:extLst>
                <a:ext uri="{FF2B5EF4-FFF2-40B4-BE49-F238E27FC236}">
                  <a16:creationId xmlns:a16="http://schemas.microsoft.com/office/drawing/2014/main" id="{FED216D0-BC88-0277-520B-60080CB8F631}"/>
                </a:ext>
              </a:extLst>
            </p:cNvPr>
            <p:cNvSpPr>
              <a:spLocks noGrp="1"/>
            </p:cNvSpPr>
            <p:nvPr/>
          </p:nvSpPr>
          <p:spPr>
            <a:xfrm>
              <a:off x="14897881" y="2775526"/>
              <a:ext cx="1047046" cy="586861"/>
            </a:xfrm>
            <a:custGeom>
              <a:avLst/>
              <a:gdLst/>
              <a:ahLst/>
              <a:cxnLst/>
              <a:rect l="0" t="0" r="0" b="0"/>
              <a:pathLst>
                <a:path w="1047046" h="586861">
                  <a:moveTo>
                    <a:pt x="49296" y="389785"/>
                  </a:moveTo>
                  <a:lnTo>
                    <a:pt x="19394" y="345129"/>
                  </a:lnTo>
                  <a:lnTo>
                    <a:pt x="7175" y="362342"/>
                  </a:lnTo>
                  <a:close/>
                  <a:moveTo>
                    <a:pt x="49296" y="389785"/>
                  </a:moveTo>
                  <a:lnTo>
                    <a:pt x="7175" y="362342"/>
                  </a:lnTo>
                  <a:lnTo>
                    <a:pt x="24388" y="413879"/>
                  </a:lnTo>
                  <a:close/>
                  <a:moveTo>
                    <a:pt x="0" y="310806"/>
                  </a:moveTo>
                  <a:lnTo>
                    <a:pt x="7175" y="362342"/>
                  </a:lnTo>
                  <a:lnTo>
                    <a:pt x="10739" y="289423"/>
                  </a:lnTo>
                  <a:close/>
                  <a:moveTo>
                    <a:pt x="7175" y="362342"/>
                  </a:moveTo>
                  <a:lnTo>
                    <a:pt x="19394" y="345129"/>
                  </a:lnTo>
                  <a:lnTo>
                    <a:pt x="10739" y="289423"/>
                  </a:lnTo>
                  <a:close/>
                  <a:moveTo>
                    <a:pt x="10739" y="289423"/>
                  </a:moveTo>
                  <a:lnTo>
                    <a:pt x="13202" y="283450"/>
                  </a:lnTo>
                  <a:lnTo>
                    <a:pt x="0" y="310806"/>
                  </a:lnTo>
                  <a:close/>
                  <a:moveTo>
                    <a:pt x="0" y="310806"/>
                  </a:moveTo>
                  <a:lnTo>
                    <a:pt x="13202" y="283450"/>
                  </a:lnTo>
                  <a:lnTo>
                    <a:pt x="20536" y="235175"/>
                  </a:lnTo>
                  <a:close/>
                  <a:moveTo>
                    <a:pt x="24658" y="338248"/>
                  </a:moveTo>
                  <a:lnTo>
                    <a:pt x="10739" y="289423"/>
                  </a:lnTo>
                  <a:lnTo>
                    <a:pt x="19394" y="345129"/>
                  </a:lnTo>
                  <a:close/>
                  <a:moveTo>
                    <a:pt x="24658" y="338248"/>
                  </a:moveTo>
                  <a:lnTo>
                    <a:pt x="12879" y="286712"/>
                  </a:lnTo>
                  <a:lnTo>
                    <a:pt x="10739" y="289423"/>
                  </a:lnTo>
                  <a:close/>
                  <a:moveTo>
                    <a:pt x="13202" y="283450"/>
                  </a:moveTo>
                  <a:lnTo>
                    <a:pt x="10739" y="289423"/>
                  </a:lnTo>
                  <a:lnTo>
                    <a:pt x="12879" y="286712"/>
                  </a:lnTo>
                  <a:close/>
                  <a:moveTo>
                    <a:pt x="225289" y="147680"/>
                  </a:moveTo>
                  <a:lnTo>
                    <a:pt x="144621" y="155651"/>
                  </a:lnTo>
                  <a:lnTo>
                    <a:pt x="211483" y="162893"/>
                  </a:lnTo>
                  <a:close/>
                  <a:moveTo>
                    <a:pt x="239053" y="155012"/>
                  </a:moveTo>
                  <a:lnTo>
                    <a:pt x="273873" y="154649"/>
                  </a:lnTo>
                  <a:lnTo>
                    <a:pt x="225289" y="147680"/>
                  </a:lnTo>
                  <a:close/>
                  <a:moveTo>
                    <a:pt x="808626" y="526998"/>
                  </a:moveTo>
                  <a:lnTo>
                    <a:pt x="822924" y="586861"/>
                  </a:lnTo>
                  <a:lnTo>
                    <a:pt x="822685" y="539352"/>
                  </a:lnTo>
                  <a:close/>
                  <a:moveTo>
                    <a:pt x="808626" y="526998"/>
                  </a:moveTo>
                  <a:lnTo>
                    <a:pt x="822685" y="539352"/>
                  </a:lnTo>
                  <a:lnTo>
                    <a:pt x="832945" y="515970"/>
                  </a:lnTo>
                  <a:close/>
                  <a:moveTo>
                    <a:pt x="805567" y="123789"/>
                  </a:moveTo>
                  <a:lnTo>
                    <a:pt x="820118" y="87199"/>
                  </a:lnTo>
                  <a:lnTo>
                    <a:pt x="777200" y="84108"/>
                  </a:lnTo>
                  <a:close/>
                  <a:moveTo>
                    <a:pt x="777200" y="84108"/>
                  </a:moveTo>
                  <a:lnTo>
                    <a:pt x="820118" y="87199"/>
                  </a:lnTo>
                  <a:lnTo>
                    <a:pt x="825367" y="20188"/>
                  </a:lnTo>
                  <a:close/>
                  <a:moveTo>
                    <a:pt x="851437" y="69866"/>
                  </a:moveTo>
                  <a:lnTo>
                    <a:pt x="831773" y="18330"/>
                  </a:lnTo>
                  <a:lnTo>
                    <a:pt x="820118" y="87199"/>
                  </a:lnTo>
                  <a:close/>
                  <a:moveTo>
                    <a:pt x="904885" y="45772"/>
                  </a:moveTo>
                  <a:lnTo>
                    <a:pt x="899396" y="111885"/>
                  </a:lnTo>
                  <a:lnTo>
                    <a:pt x="927739" y="82958"/>
                  </a:lnTo>
                  <a:close/>
                  <a:moveTo>
                    <a:pt x="904885" y="45772"/>
                  </a:moveTo>
                  <a:lnTo>
                    <a:pt x="851437" y="69866"/>
                  </a:lnTo>
                  <a:lnTo>
                    <a:pt x="899396" y="111885"/>
                  </a:lnTo>
                  <a:close/>
                  <a:moveTo>
                    <a:pt x="947832" y="97309"/>
                  </a:moveTo>
                  <a:lnTo>
                    <a:pt x="999727" y="142629"/>
                  </a:lnTo>
                  <a:lnTo>
                    <a:pt x="989219" y="88430"/>
                  </a:lnTo>
                  <a:close/>
                  <a:moveTo>
                    <a:pt x="999727" y="142629"/>
                  </a:moveTo>
                  <a:lnTo>
                    <a:pt x="1047046" y="142142"/>
                  </a:lnTo>
                  <a:lnTo>
                    <a:pt x="989219" y="88430"/>
                  </a:lnTo>
                  <a:close/>
                  <a:moveTo>
                    <a:pt x="989219" y="88430"/>
                  </a:moveTo>
                  <a:lnTo>
                    <a:pt x="927739" y="82958"/>
                  </a:lnTo>
                  <a:lnTo>
                    <a:pt x="947832" y="97309"/>
                  </a:lnTo>
                  <a:close/>
                  <a:moveTo>
                    <a:pt x="925309" y="39663"/>
                  </a:moveTo>
                  <a:lnTo>
                    <a:pt x="927739" y="82958"/>
                  </a:lnTo>
                  <a:lnTo>
                    <a:pt x="989219" y="88430"/>
                  </a:lnTo>
                  <a:close/>
                  <a:moveTo>
                    <a:pt x="982921" y="30807"/>
                  </a:moveTo>
                  <a:lnTo>
                    <a:pt x="925309" y="39663"/>
                  </a:lnTo>
                  <a:lnTo>
                    <a:pt x="989219" y="88430"/>
                  </a:lnTo>
                  <a:close/>
                  <a:moveTo>
                    <a:pt x="925309" y="39663"/>
                  </a:moveTo>
                  <a:lnTo>
                    <a:pt x="982921" y="30807"/>
                  </a:lnTo>
                  <a:lnTo>
                    <a:pt x="952271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4" name="Output_density__4343">
              <a:extLst>
                <a:ext uri="{FF2B5EF4-FFF2-40B4-BE49-F238E27FC236}">
                  <a16:creationId xmlns:a16="http://schemas.microsoft.com/office/drawing/2014/main" id="{A76EB83D-907B-DA01-7131-E98C31A54010}"/>
                </a:ext>
              </a:extLst>
            </p:cNvPr>
            <p:cNvSpPr>
              <a:spLocks noGrp="1"/>
            </p:cNvSpPr>
            <p:nvPr/>
          </p:nvSpPr>
          <p:spPr>
            <a:xfrm>
              <a:off x="15115466" y="3154612"/>
              <a:ext cx="886410" cy="285759"/>
            </a:xfrm>
            <a:custGeom>
              <a:avLst/>
              <a:gdLst/>
              <a:ahLst/>
              <a:cxnLst/>
              <a:rect l="0" t="0" r="0" b="0"/>
              <a:pathLst>
                <a:path w="886410" h="285759">
                  <a:moveTo>
                    <a:pt x="53349" y="169272"/>
                  </a:moveTo>
                  <a:lnTo>
                    <a:pt x="7713" y="173322"/>
                  </a:lnTo>
                  <a:lnTo>
                    <a:pt x="0" y="169837"/>
                  </a:lnTo>
                  <a:close/>
                  <a:moveTo>
                    <a:pt x="7713" y="173322"/>
                  </a:moveTo>
                  <a:lnTo>
                    <a:pt x="53349" y="169272"/>
                  </a:lnTo>
                  <a:lnTo>
                    <a:pt x="90324" y="172617"/>
                  </a:lnTo>
                  <a:close/>
                  <a:moveTo>
                    <a:pt x="232462" y="84894"/>
                  </a:moveTo>
                  <a:lnTo>
                    <a:pt x="208544" y="114241"/>
                  </a:lnTo>
                  <a:lnTo>
                    <a:pt x="276329" y="74225"/>
                  </a:lnTo>
                  <a:close/>
                  <a:moveTo>
                    <a:pt x="741751" y="278428"/>
                  </a:moveTo>
                  <a:lnTo>
                    <a:pt x="760023" y="283471"/>
                  </a:lnTo>
                  <a:lnTo>
                    <a:pt x="768185" y="285759"/>
                  </a:lnTo>
                  <a:close/>
                  <a:moveTo>
                    <a:pt x="776625" y="278428"/>
                  </a:moveTo>
                  <a:lnTo>
                    <a:pt x="768185" y="285759"/>
                  </a:lnTo>
                  <a:lnTo>
                    <a:pt x="760023" y="283471"/>
                  </a:lnTo>
                  <a:close/>
                  <a:moveTo>
                    <a:pt x="741751" y="278428"/>
                  </a:moveTo>
                  <a:lnTo>
                    <a:pt x="768185" y="285759"/>
                  </a:lnTo>
                  <a:lnTo>
                    <a:pt x="778359" y="268563"/>
                  </a:lnTo>
                  <a:close/>
                  <a:moveTo>
                    <a:pt x="778359" y="268563"/>
                  </a:moveTo>
                  <a:lnTo>
                    <a:pt x="768185" y="285759"/>
                  </a:lnTo>
                  <a:lnTo>
                    <a:pt x="776625" y="278428"/>
                  </a:lnTo>
                  <a:close/>
                  <a:moveTo>
                    <a:pt x="789404" y="230195"/>
                  </a:moveTo>
                  <a:lnTo>
                    <a:pt x="806756" y="220716"/>
                  </a:lnTo>
                  <a:lnTo>
                    <a:pt x="807248" y="202798"/>
                  </a:lnTo>
                  <a:close/>
                  <a:moveTo>
                    <a:pt x="778359" y="268563"/>
                  </a:moveTo>
                  <a:lnTo>
                    <a:pt x="800835" y="233153"/>
                  </a:lnTo>
                  <a:lnTo>
                    <a:pt x="789404" y="230195"/>
                  </a:lnTo>
                  <a:close/>
                  <a:moveTo>
                    <a:pt x="871751" y="75631"/>
                  </a:moveTo>
                  <a:lnTo>
                    <a:pt x="868484" y="81382"/>
                  </a:lnTo>
                  <a:lnTo>
                    <a:pt x="843479" y="122792"/>
                  </a:lnTo>
                  <a:close/>
                  <a:moveTo>
                    <a:pt x="871751" y="75631"/>
                  </a:moveTo>
                  <a:lnTo>
                    <a:pt x="880185" y="51536"/>
                  </a:lnTo>
                  <a:lnTo>
                    <a:pt x="868484" y="81382"/>
                  </a:lnTo>
                  <a:close/>
                  <a:moveTo>
                    <a:pt x="871751" y="75631"/>
                  </a:moveTo>
                  <a:lnTo>
                    <a:pt x="886410" y="5712"/>
                  </a:lnTo>
                  <a:lnTo>
                    <a:pt x="884087" y="0"/>
                  </a:lnTo>
                  <a:close/>
                  <a:moveTo>
                    <a:pt x="871751" y="75631"/>
                  </a:moveTo>
                  <a:lnTo>
                    <a:pt x="884087" y="0"/>
                  </a:lnTo>
                  <a:lnTo>
                    <a:pt x="880185" y="5153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45" name="Output_density__4344">
              <a:extLst>
                <a:ext uri="{FF2B5EF4-FFF2-40B4-BE49-F238E27FC236}">
                  <a16:creationId xmlns:a16="http://schemas.microsoft.com/office/drawing/2014/main" id="{F3F8B06A-5664-73B8-19BF-8367FAC38A00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774690"/>
              <a:ext cx="939392" cy="527834"/>
            </a:xfrm>
            <a:custGeom>
              <a:avLst/>
              <a:gdLst/>
              <a:ahLst/>
              <a:cxnLst/>
              <a:rect l="0" t="0" r="0" b="0"/>
              <a:pathLst>
                <a:path w="939392" h="527834">
                  <a:moveTo>
                    <a:pt x="28697" y="255475"/>
                  </a:moveTo>
                  <a:lnTo>
                    <a:pt x="323" y="284286"/>
                  </a:lnTo>
                  <a:lnTo>
                    <a:pt x="0" y="287548"/>
                  </a:lnTo>
                  <a:close/>
                  <a:moveTo>
                    <a:pt x="323" y="284286"/>
                  </a:moveTo>
                  <a:lnTo>
                    <a:pt x="28697" y="255475"/>
                  </a:lnTo>
                  <a:lnTo>
                    <a:pt x="7657" y="236011"/>
                  </a:lnTo>
                  <a:close/>
                  <a:moveTo>
                    <a:pt x="28697" y="255475"/>
                  </a:moveTo>
                  <a:lnTo>
                    <a:pt x="35042" y="211917"/>
                  </a:lnTo>
                  <a:lnTo>
                    <a:pt x="7657" y="236011"/>
                  </a:lnTo>
                  <a:close/>
                  <a:moveTo>
                    <a:pt x="35042" y="211917"/>
                  </a:moveTo>
                  <a:lnTo>
                    <a:pt x="51590" y="166388"/>
                  </a:lnTo>
                  <a:lnTo>
                    <a:pt x="10205" y="184474"/>
                  </a:lnTo>
                  <a:close/>
                  <a:moveTo>
                    <a:pt x="7657" y="236011"/>
                  </a:moveTo>
                  <a:lnTo>
                    <a:pt x="35042" y="211917"/>
                  </a:lnTo>
                  <a:lnTo>
                    <a:pt x="10205" y="184474"/>
                  </a:lnTo>
                  <a:close/>
                  <a:moveTo>
                    <a:pt x="55454" y="160381"/>
                  </a:moveTo>
                  <a:lnTo>
                    <a:pt x="41826" y="167013"/>
                  </a:lnTo>
                  <a:lnTo>
                    <a:pt x="51590" y="166388"/>
                  </a:lnTo>
                  <a:close/>
                  <a:moveTo>
                    <a:pt x="51590" y="166388"/>
                  </a:moveTo>
                  <a:lnTo>
                    <a:pt x="35042" y="211917"/>
                  </a:lnTo>
                  <a:lnTo>
                    <a:pt x="89025" y="191383"/>
                  </a:lnTo>
                  <a:close/>
                  <a:moveTo>
                    <a:pt x="116986" y="143890"/>
                  </a:moveTo>
                  <a:lnTo>
                    <a:pt x="55454" y="160381"/>
                  </a:lnTo>
                  <a:lnTo>
                    <a:pt x="131742" y="156487"/>
                  </a:lnTo>
                  <a:close/>
                  <a:moveTo>
                    <a:pt x="55454" y="160381"/>
                  </a:moveTo>
                  <a:lnTo>
                    <a:pt x="51590" y="166388"/>
                  </a:lnTo>
                  <a:lnTo>
                    <a:pt x="131742" y="156487"/>
                  </a:lnTo>
                  <a:close/>
                  <a:moveTo>
                    <a:pt x="131742" y="156487"/>
                  </a:moveTo>
                  <a:lnTo>
                    <a:pt x="51590" y="166388"/>
                  </a:lnTo>
                  <a:lnTo>
                    <a:pt x="102556" y="187823"/>
                  </a:lnTo>
                  <a:close/>
                  <a:moveTo>
                    <a:pt x="102556" y="187823"/>
                  </a:moveTo>
                  <a:lnTo>
                    <a:pt x="51590" y="166388"/>
                  </a:lnTo>
                  <a:lnTo>
                    <a:pt x="89025" y="191383"/>
                  </a:lnTo>
                  <a:close/>
                  <a:moveTo>
                    <a:pt x="156425" y="136287"/>
                  </a:moveTo>
                  <a:lnTo>
                    <a:pt x="116986" y="143890"/>
                  </a:lnTo>
                  <a:lnTo>
                    <a:pt x="131742" y="156487"/>
                  </a:lnTo>
                  <a:close/>
                  <a:moveTo>
                    <a:pt x="156425" y="136287"/>
                  </a:moveTo>
                  <a:lnTo>
                    <a:pt x="125164" y="84750"/>
                  </a:lnTo>
                  <a:lnTo>
                    <a:pt x="116986" y="143890"/>
                  </a:lnTo>
                  <a:close/>
                  <a:moveTo>
                    <a:pt x="131742" y="156487"/>
                  </a:moveTo>
                  <a:lnTo>
                    <a:pt x="102556" y="187823"/>
                  </a:lnTo>
                  <a:lnTo>
                    <a:pt x="157795" y="173457"/>
                  </a:lnTo>
                  <a:close/>
                  <a:moveTo>
                    <a:pt x="180836" y="129964"/>
                  </a:moveTo>
                  <a:lnTo>
                    <a:pt x="156425" y="136287"/>
                  </a:lnTo>
                  <a:lnTo>
                    <a:pt x="212410" y="148516"/>
                  </a:lnTo>
                  <a:close/>
                  <a:moveTo>
                    <a:pt x="156425" y="136287"/>
                  </a:moveTo>
                  <a:lnTo>
                    <a:pt x="131742" y="156487"/>
                  </a:lnTo>
                  <a:lnTo>
                    <a:pt x="212410" y="148516"/>
                  </a:lnTo>
                  <a:close/>
                  <a:moveTo>
                    <a:pt x="198604" y="163729"/>
                  </a:moveTo>
                  <a:lnTo>
                    <a:pt x="131742" y="156487"/>
                  </a:lnTo>
                  <a:lnTo>
                    <a:pt x="157795" y="173457"/>
                  </a:lnTo>
                  <a:close/>
                  <a:moveTo>
                    <a:pt x="795747" y="527834"/>
                  </a:moveTo>
                  <a:lnTo>
                    <a:pt x="820066" y="516806"/>
                  </a:lnTo>
                  <a:lnTo>
                    <a:pt x="801499" y="509130"/>
                  </a:lnTo>
                  <a:close/>
                  <a:moveTo>
                    <a:pt x="444053" y="218148"/>
                  </a:moveTo>
                  <a:lnTo>
                    <a:pt x="496198" y="213738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26159" y="178385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64333" y="196327"/>
                  </a:lnTo>
                  <a:lnTo>
                    <a:pt x="526159" y="178385"/>
                  </a:lnTo>
                  <a:close/>
                  <a:moveTo>
                    <a:pt x="526159" y="178385"/>
                  </a:moveTo>
                  <a:lnTo>
                    <a:pt x="564333" y="196327"/>
                  </a:lnTo>
                  <a:lnTo>
                    <a:pt x="540811" y="167078"/>
                  </a:lnTo>
                  <a:close/>
                  <a:moveTo>
                    <a:pt x="540811" y="167078"/>
                  </a:moveTo>
                  <a:lnTo>
                    <a:pt x="564333" y="196327"/>
                  </a:lnTo>
                  <a:lnTo>
                    <a:pt x="569673" y="194521"/>
                  </a:lnTo>
                  <a:close/>
                  <a:moveTo>
                    <a:pt x="540811" y="167078"/>
                  </a:moveTo>
                  <a:lnTo>
                    <a:pt x="569673" y="194521"/>
                  </a:lnTo>
                  <a:lnTo>
                    <a:pt x="582880" y="142984"/>
                  </a:lnTo>
                  <a:close/>
                  <a:moveTo>
                    <a:pt x="564333" y="196327"/>
                  </a:moveTo>
                  <a:lnTo>
                    <a:pt x="568306" y="201067"/>
                  </a:lnTo>
                  <a:lnTo>
                    <a:pt x="569673" y="194521"/>
                  </a:lnTo>
                  <a:close/>
                  <a:moveTo>
                    <a:pt x="582880" y="142984"/>
                  </a:moveTo>
                  <a:lnTo>
                    <a:pt x="569673" y="194521"/>
                  </a:lnTo>
                  <a:lnTo>
                    <a:pt x="641121" y="170427"/>
                  </a:lnTo>
                  <a:close/>
                  <a:moveTo>
                    <a:pt x="582880" y="142984"/>
                  </a:moveTo>
                  <a:lnTo>
                    <a:pt x="641121" y="170427"/>
                  </a:lnTo>
                  <a:lnTo>
                    <a:pt x="626048" y="118891"/>
                  </a:lnTo>
                  <a:close/>
                  <a:moveTo>
                    <a:pt x="576206" y="91448"/>
                  </a:moveTo>
                  <a:lnTo>
                    <a:pt x="620039" y="84912"/>
                  </a:lnTo>
                  <a:lnTo>
                    <a:pt x="611963" y="70101"/>
                  </a:lnTo>
                  <a:close/>
                  <a:moveTo>
                    <a:pt x="626048" y="118891"/>
                  </a:moveTo>
                  <a:lnTo>
                    <a:pt x="620039" y="84912"/>
                  </a:lnTo>
                  <a:lnTo>
                    <a:pt x="576206" y="91448"/>
                  </a:lnTo>
                  <a:close/>
                  <a:moveTo>
                    <a:pt x="582880" y="142984"/>
                  </a:moveTo>
                  <a:lnTo>
                    <a:pt x="626048" y="118891"/>
                  </a:lnTo>
                  <a:lnTo>
                    <a:pt x="576206" y="91448"/>
                  </a:lnTo>
                  <a:close/>
                  <a:moveTo>
                    <a:pt x="611963" y="70101"/>
                  </a:moveTo>
                  <a:lnTo>
                    <a:pt x="620039" y="84912"/>
                  </a:lnTo>
                  <a:lnTo>
                    <a:pt x="616325" y="67354"/>
                  </a:lnTo>
                  <a:close/>
                  <a:moveTo>
                    <a:pt x="626048" y="118891"/>
                  </a:moveTo>
                  <a:lnTo>
                    <a:pt x="644263" y="169328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26048" y="118891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31725" y="116778"/>
                  </a:lnTo>
                  <a:lnTo>
                    <a:pt x="616325" y="67354"/>
                  </a:lnTo>
                  <a:close/>
                  <a:moveTo>
                    <a:pt x="616325" y="67354"/>
                  </a:moveTo>
                  <a:lnTo>
                    <a:pt x="631725" y="116778"/>
                  </a:lnTo>
                  <a:lnTo>
                    <a:pt x="689288" y="94796"/>
                  </a:lnTo>
                  <a:close/>
                  <a:moveTo>
                    <a:pt x="616325" y="67354"/>
                  </a:moveTo>
                  <a:lnTo>
                    <a:pt x="689288" y="94796"/>
                  </a:lnTo>
                  <a:lnTo>
                    <a:pt x="688961" y="43260"/>
                  </a:lnTo>
                  <a:close/>
                  <a:moveTo>
                    <a:pt x="688961" y="43260"/>
                  </a:moveTo>
                  <a:lnTo>
                    <a:pt x="690691" y="39490"/>
                  </a:lnTo>
                  <a:lnTo>
                    <a:pt x="640738" y="15817"/>
                  </a:lnTo>
                  <a:close/>
                  <a:moveTo>
                    <a:pt x="616325" y="67354"/>
                  </a:moveTo>
                  <a:lnTo>
                    <a:pt x="688961" y="43260"/>
                  </a:lnTo>
                  <a:lnTo>
                    <a:pt x="640738" y="15817"/>
                  </a:lnTo>
                  <a:close/>
                  <a:moveTo>
                    <a:pt x="653804" y="11324"/>
                  </a:moveTo>
                  <a:lnTo>
                    <a:pt x="690691" y="39490"/>
                  </a:lnTo>
                  <a:lnTo>
                    <a:pt x="738281" y="42746"/>
                  </a:lnTo>
                  <a:close/>
                  <a:moveTo>
                    <a:pt x="688961" y="43260"/>
                  </a:moveTo>
                  <a:lnTo>
                    <a:pt x="713704" y="88113"/>
                  </a:lnTo>
                  <a:lnTo>
                    <a:pt x="693165" y="42068"/>
                  </a:lnTo>
                  <a:close/>
                  <a:moveTo>
                    <a:pt x="688961" y="43260"/>
                  </a:moveTo>
                  <a:lnTo>
                    <a:pt x="689288" y="94796"/>
                  </a:lnTo>
                  <a:lnTo>
                    <a:pt x="713704" y="88113"/>
                  </a:lnTo>
                  <a:close/>
                  <a:moveTo>
                    <a:pt x="713704" y="88113"/>
                  </a:moveTo>
                  <a:lnTo>
                    <a:pt x="764321" y="84944"/>
                  </a:lnTo>
                  <a:lnTo>
                    <a:pt x="738604" y="43109"/>
                  </a:lnTo>
                  <a:close/>
                  <a:moveTo>
                    <a:pt x="713704" y="88113"/>
                  </a:moveTo>
                  <a:lnTo>
                    <a:pt x="738604" y="43109"/>
                  </a:lnTo>
                  <a:lnTo>
                    <a:pt x="693165" y="42068"/>
                  </a:lnTo>
                  <a:close/>
                  <a:moveTo>
                    <a:pt x="764321" y="84944"/>
                  </a:moveTo>
                  <a:lnTo>
                    <a:pt x="812488" y="21024"/>
                  </a:lnTo>
                  <a:lnTo>
                    <a:pt x="738604" y="43109"/>
                  </a:lnTo>
                  <a:close/>
                  <a:moveTo>
                    <a:pt x="818894" y="19166"/>
                  </a:moveTo>
                  <a:lnTo>
                    <a:pt x="812488" y="21024"/>
                  </a:lnTo>
                  <a:lnTo>
                    <a:pt x="807239" y="88035"/>
                  </a:lnTo>
                  <a:close/>
                  <a:moveTo>
                    <a:pt x="690691" y="39490"/>
                  </a:moveTo>
                  <a:lnTo>
                    <a:pt x="688961" y="43260"/>
                  </a:lnTo>
                  <a:lnTo>
                    <a:pt x="693165" y="42068"/>
                  </a:lnTo>
                  <a:close/>
                  <a:moveTo>
                    <a:pt x="693165" y="42068"/>
                  </a:moveTo>
                  <a:lnTo>
                    <a:pt x="738281" y="42746"/>
                  </a:lnTo>
                  <a:lnTo>
                    <a:pt x="690691" y="39490"/>
                  </a:lnTo>
                  <a:close/>
                  <a:moveTo>
                    <a:pt x="693165" y="42068"/>
                  </a:moveTo>
                  <a:lnTo>
                    <a:pt x="738604" y="43109"/>
                  </a:lnTo>
                  <a:lnTo>
                    <a:pt x="738281" y="42746"/>
                  </a:lnTo>
                  <a:close/>
                  <a:moveTo>
                    <a:pt x="818894" y="19166"/>
                  </a:moveTo>
                  <a:lnTo>
                    <a:pt x="897892" y="20351"/>
                  </a:lnTo>
                  <a:lnTo>
                    <a:pt x="885069" y="0"/>
                  </a:lnTo>
                  <a:close/>
                  <a:moveTo>
                    <a:pt x="892006" y="46609"/>
                  </a:moveTo>
                  <a:lnTo>
                    <a:pt x="897892" y="20351"/>
                  </a:lnTo>
                  <a:lnTo>
                    <a:pt x="818894" y="19166"/>
                  </a:lnTo>
                  <a:close/>
                  <a:moveTo>
                    <a:pt x="838558" y="70702"/>
                  </a:moveTo>
                  <a:lnTo>
                    <a:pt x="892006" y="46609"/>
                  </a:lnTo>
                  <a:lnTo>
                    <a:pt x="818894" y="19166"/>
                  </a:lnTo>
                  <a:close/>
                  <a:moveTo>
                    <a:pt x="885069" y="0"/>
                  </a:moveTo>
                  <a:lnTo>
                    <a:pt x="897892" y="20351"/>
                  </a:lnTo>
                  <a:lnTo>
                    <a:pt x="939392" y="836"/>
                  </a:lnTo>
                  <a:close/>
                  <a:moveTo>
                    <a:pt x="892006" y="46609"/>
                  </a:moveTo>
                  <a:lnTo>
                    <a:pt x="914860" y="83794"/>
                  </a:lnTo>
                  <a:lnTo>
                    <a:pt x="912430" y="40499"/>
                  </a:lnTo>
                  <a:close/>
                  <a:moveTo>
                    <a:pt x="897892" y="20351"/>
                  </a:moveTo>
                  <a:lnTo>
                    <a:pt x="892006" y="46609"/>
                  </a:lnTo>
                  <a:lnTo>
                    <a:pt x="912430" y="40499"/>
                  </a:lnTo>
                  <a:close/>
                  <a:moveTo>
                    <a:pt x="912430" y="40499"/>
                  </a:moveTo>
                  <a:lnTo>
                    <a:pt x="939392" y="836"/>
                  </a:lnTo>
                  <a:lnTo>
                    <a:pt x="897892" y="203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46" name="Output_density__4345">
              <a:extLst>
                <a:ext uri="{FF2B5EF4-FFF2-40B4-BE49-F238E27FC236}">
                  <a16:creationId xmlns:a16="http://schemas.microsoft.com/office/drawing/2014/main" id="{59F70CB6-AE91-F4FB-EAE7-E11985EBE0C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959700"/>
              <a:ext cx="1016997" cy="428071"/>
            </a:xfrm>
            <a:custGeom>
              <a:avLst/>
              <a:gdLst/>
              <a:ahLst/>
              <a:cxnLst/>
              <a:rect l="0" t="0" r="0" b="0"/>
              <a:pathLst>
                <a:path w="1016997" h="428071">
                  <a:moveTo>
                    <a:pt x="0" y="257147"/>
                  </a:moveTo>
                  <a:lnTo>
                    <a:pt x="1065" y="294888"/>
                  </a:lnTo>
                  <a:lnTo>
                    <a:pt x="37153" y="294915"/>
                  </a:lnTo>
                  <a:close/>
                  <a:moveTo>
                    <a:pt x="141679" y="336127"/>
                  </a:moveTo>
                  <a:lnTo>
                    <a:pt x="128882" y="328299"/>
                  </a:lnTo>
                  <a:lnTo>
                    <a:pt x="93564" y="331150"/>
                  </a:lnTo>
                  <a:close/>
                  <a:moveTo>
                    <a:pt x="79226" y="284590"/>
                  </a:moveTo>
                  <a:lnTo>
                    <a:pt x="93564" y="331150"/>
                  </a:lnTo>
                  <a:lnTo>
                    <a:pt x="128882" y="328299"/>
                  </a:lnTo>
                  <a:close/>
                  <a:moveTo>
                    <a:pt x="79226" y="284590"/>
                  </a:moveTo>
                  <a:lnTo>
                    <a:pt x="57272" y="308684"/>
                  </a:lnTo>
                  <a:lnTo>
                    <a:pt x="93564" y="331150"/>
                  </a:lnTo>
                  <a:close/>
                  <a:moveTo>
                    <a:pt x="57272" y="308684"/>
                  </a:moveTo>
                  <a:lnTo>
                    <a:pt x="79226" y="284590"/>
                  </a:lnTo>
                  <a:lnTo>
                    <a:pt x="37153" y="294915"/>
                  </a:lnTo>
                  <a:close/>
                  <a:moveTo>
                    <a:pt x="195049" y="312033"/>
                  </a:moveTo>
                  <a:lnTo>
                    <a:pt x="141679" y="336127"/>
                  </a:lnTo>
                  <a:lnTo>
                    <a:pt x="183620" y="358278"/>
                  </a:lnTo>
                  <a:close/>
                  <a:moveTo>
                    <a:pt x="175038" y="212801"/>
                  </a:moveTo>
                  <a:lnTo>
                    <a:pt x="136458" y="181948"/>
                  </a:lnTo>
                  <a:lnTo>
                    <a:pt x="155055" y="208959"/>
                  </a:lnTo>
                  <a:close/>
                  <a:moveTo>
                    <a:pt x="184944" y="228330"/>
                  </a:moveTo>
                  <a:lnTo>
                    <a:pt x="155055" y="208959"/>
                  </a:lnTo>
                  <a:lnTo>
                    <a:pt x="212599" y="196829"/>
                  </a:lnTo>
                  <a:close/>
                  <a:moveTo>
                    <a:pt x="259940" y="133329"/>
                  </a:moveTo>
                  <a:lnTo>
                    <a:pt x="273939" y="184866"/>
                  </a:lnTo>
                  <a:lnTo>
                    <a:pt x="262618" y="116840"/>
                  </a:lnTo>
                  <a:close/>
                  <a:moveTo>
                    <a:pt x="238154" y="117695"/>
                  </a:moveTo>
                  <a:lnTo>
                    <a:pt x="262618" y="116840"/>
                  </a:lnTo>
                  <a:lnTo>
                    <a:pt x="221883" y="111974"/>
                  </a:lnTo>
                  <a:close/>
                  <a:moveTo>
                    <a:pt x="399813" y="206752"/>
                  </a:moveTo>
                  <a:lnTo>
                    <a:pt x="351412" y="231573"/>
                  </a:lnTo>
                  <a:lnTo>
                    <a:pt x="395827" y="222956"/>
                  </a:lnTo>
                  <a:close/>
                  <a:moveTo>
                    <a:pt x="455502" y="199460"/>
                  </a:moveTo>
                  <a:lnTo>
                    <a:pt x="395827" y="222956"/>
                  </a:lnTo>
                  <a:lnTo>
                    <a:pt x="445290" y="233211"/>
                  </a:lnTo>
                  <a:close/>
                  <a:moveTo>
                    <a:pt x="455502" y="199460"/>
                  </a:moveTo>
                  <a:lnTo>
                    <a:pt x="399813" y="206752"/>
                  </a:lnTo>
                  <a:lnTo>
                    <a:pt x="395827" y="222956"/>
                  </a:lnTo>
                  <a:close/>
                  <a:moveTo>
                    <a:pt x="493447" y="238589"/>
                  </a:moveTo>
                  <a:lnTo>
                    <a:pt x="516507" y="189906"/>
                  </a:lnTo>
                  <a:lnTo>
                    <a:pt x="445290" y="233211"/>
                  </a:lnTo>
                  <a:close/>
                  <a:moveTo>
                    <a:pt x="698585" y="267193"/>
                  </a:moveTo>
                  <a:lnTo>
                    <a:pt x="662475" y="251401"/>
                  </a:lnTo>
                  <a:lnTo>
                    <a:pt x="636709" y="289968"/>
                  </a:lnTo>
                  <a:close/>
                  <a:moveTo>
                    <a:pt x="636709" y="289968"/>
                  </a:moveTo>
                  <a:lnTo>
                    <a:pt x="662475" y="251401"/>
                  </a:lnTo>
                  <a:lnTo>
                    <a:pt x="578691" y="247723"/>
                  </a:lnTo>
                  <a:close/>
                  <a:moveTo>
                    <a:pt x="859972" y="412240"/>
                  </a:moveTo>
                  <a:lnTo>
                    <a:pt x="853560" y="421803"/>
                  </a:lnTo>
                  <a:lnTo>
                    <a:pt x="885967" y="428071"/>
                  </a:lnTo>
                  <a:close/>
                  <a:moveTo>
                    <a:pt x="730991" y="243100"/>
                  </a:moveTo>
                  <a:lnTo>
                    <a:pt x="716658" y="279305"/>
                  </a:lnTo>
                  <a:lnTo>
                    <a:pt x="747132" y="258344"/>
                  </a:lnTo>
                  <a:close/>
                  <a:moveTo>
                    <a:pt x="730991" y="243100"/>
                  </a:moveTo>
                  <a:lnTo>
                    <a:pt x="698585" y="267193"/>
                  </a:lnTo>
                  <a:lnTo>
                    <a:pt x="716658" y="279305"/>
                  </a:lnTo>
                  <a:close/>
                  <a:moveTo>
                    <a:pt x="698585" y="267193"/>
                  </a:moveTo>
                  <a:lnTo>
                    <a:pt x="730991" y="243100"/>
                  </a:lnTo>
                  <a:lnTo>
                    <a:pt x="662475" y="251401"/>
                  </a:lnTo>
                  <a:close/>
                  <a:moveTo>
                    <a:pt x="747132" y="258344"/>
                  </a:moveTo>
                  <a:lnTo>
                    <a:pt x="804867" y="293572"/>
                  </a:lnTo>
                  <a:lnTo>
                    <a:pt x="791433" y="219006"/>
                  </a:lnTo>
                  <a:close/>
                  <a:moveTo>
                    <a:pt x="998663" y="170818"/>
                  </a:moveTo>
                  <a:lnTo>
                    <a:pt x="976657" y="187772"/>
                  </a:lnTo>
                  <a:lnTo>
                    <a:pt x="1016997" y="172318"/>
                  </a:lnTo>
                  <a:close/>
                  <a:moveTo>
                    <a:pt x="1016997" y="172318"/>
                  </a:moveTo>
                  <a:lnTo>
                    <a:pt x="982286" y="225297"/>
                  </a:lnTo>
                  <a:lnTo>
                    <a:pt x="1015940" y="235920"/>
                  </a:lnTo>
                  <a:close/>
                  <a:moveTo>
                    <a:pt x="998663" y="170818"/>
                  </a:moveTo>
                  <a:lnTo>
                    <a:pt x="1016997" y="172318"/>
                  </a:lnTo>
                  <a:lnTo>
                    <a:pt x="1016569" y="162317"/>
                  </a:lnTo>
                  <a:close/>
                  <a:moveTo>
                    <a:pt x="1013396" y="112503"/>
                  </a:moveTo>
                  <a:lnTo>
                    <a:pt x="998663" y="170818"/>
                  </a:lnTo>
                  <a:lnTo>
                    <a:pt x="1016569" y="162317"/>
                  </a:lnTo>
                  <a:close/>
                  <a:moveTo>
                    <a:pt x="974465" y="168913"/>
                  </a:moveTo>
                  <a:lnTo>
                    <a:pt x="998663" y="170818"/>
                  </a:lnTo>
                  <a:lnTo>
                    <a:pt x="1013396" y="112503"/>
                  </a:lnTo>
                  <a:close/>
                  <a:moveTo>
                    <a:pt x="972520" y="107752"/>
                  </a:moveTo>
                  <a:lnTo>
                    <a:pt x="1013396" y="112503"/>
                  </a:lnTo>
                  <a:lnTo>
                    <a:pt x="1003852" y="57519"/>
                  </a:lnTo>
                  <a:close/>
                  <a:moveTo>
                    <a:pt x="972520" y="107752"/>
                  </a:moveTo>
                  <a:lnTo>
                    <a:pt x="1003852" y="57519"/>
                  </a:lnTo>
                  <a:lnTo>
                    <a:pt x="965800" y="50472"/>
                  </a:lnTo>
                  <a:close/>
                  <a:moveTo>
                    <a:pt x="965800" y="50472"/>
                  </a:moveTo>
                  <a:lnTo>
                    <a:pt x="1003852" y="57519"/>
                  </a:lnTo>
                  <a:lnTo>
                    <a:pt x="99742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7" name="Output_density__4346">
              <a:extLst>
                <a:ext uri="{FF2B5EF4-FFF2-40B4-BE49-F238E27FC236}">
                  <a16:creationId xmlns:a16="http://schemas.microsoft.com/office/drawing/2014/main" id="{88C0ECD1-39C6-2A1D-9390-64F6252CBD6C}"/>
                </a:ext>
              </a:extLst>
            </p:cNvPr>
            <p:cNvSpPr>
              <a:spLocks noGrp="1"/>
            </p:cNvSpPr>
            <p:nvPr/>
          </p:nvSpPr>
          <p:spPr>
            <a:xfrm>
              <a:off x="14917276" y="2872835"/>
              <a:ext cx="1027652" cy="381781"/>
            </a:xfrm>
            <a:custGeom>
              <a:avLst/>
              <a:gdLst/>
              <a:ahLst/>
              <a:cxnLst/>
              <a:rect l="0" t="0" r="0" b="0"/>
              <a:pathLst>
                <a:path w="1027652" h="381781">
                  <a:moveTo>
                    <a:pt x="4994" y="316570"/>
                  </a:moveTo>
                  <a:lnTo>
                    <a:pt x="55701" y="344013"/>
                  </a:lnTo>
                  <a:lnTo>
                    <a:pt x="29902" y="292476"/>
                  </a:lnTo>
                  <a:close/>
                  <a:moveTo>
                    <a:pt x="11409" y="251949"/>
                  </a:moveTo>
                  <a:lnTo>
                    <a:pt x="0" y="247821"/>
                  </a:lnTo>
                  <a:lnTo>
                    <a:pt x="29902" y="292476"/>
                  </a:lnTo>
                  <a:close/>
                  <a:moveTo>
                    <a:pt x="5263" y="240939"/>
                  </a:moveTo>
                  <a:lnTo>
                    <a:pt x="0" y="247821"/>
                  </a:lnTo>
                  <a:lnTo>
                    <a:pt x="11409" y="251949"/>
                  </a:lnTo>
                  <a:close/>
                  <a:moveTo>
                    <a:pt x="100042" y="319919"/>
                  </a:moveTo>
                  <a:lnTo>
                    <a:pt x="92854" y="381781"/>
                  </a:lnTo>
                  <a:lnTo>
                    <a:pt x="120176" y="349035"/>
                  </a:lnTo>
                  <a:close/>
                  <a:moveTo>
                    <a:pt x="29902" y="292476"/>
                  </a:moveTo>
                  <a:lnTo>
                    <a:pt x="55701" y="344013"/>
                  </a:lnTo>
                  <a:lnTo>
                    <a:pt x="100042" y="319919"/>
                  </a:lnTo>
                  <a:close/>
                  <a:moveTo>
                    <a:pt x="14922" y="235689"/>
                  </a:moveTo>
                  <a:lnTo>
                    <a:pt x="11409" y="251949"/>
                  </a:lnTo>
                  <a:lnTo>
                    <a:pt x="47332" y="216846"/>
                  </a:lnTo>
                  <a:close/>
                  <a:moveTo>
                    <a:pt x="47332" y="216846"/>
                  </a:moveTo>
                  <a:lnTo>
                    <a:pt x="11409" y="251949"/>
                  </a:lnTo>
                  <a:lnTo>
                    <a:pt x="29902" y="292476"/>
                  </a:lnTo>
                  <a:close/>
                  <a:moveTo>
                    <a:pt x="47332" y="216846"/>
                  </a:moveTo>
                  <a:lnTo>
                    <a:pt x="29902" y="292476"/>
                  </a:lnTo>
                  <a:lnTo>
                    <a:pt x="79678" y="268382"/>
                  </a:lnTo>
                  <a:close/>
                  <a:moveTo>
                    <a:pt x="5263" y="240939"/>
                  </a:moveTo>
                  <a:lnTo>
                    <a:pt x="11409" y="251949"/>
                  </a:lnTo>
                  <a:lnTo>
                    <a:pt x="14922" y="235689"/>
                  </a:lnTo>
                  <a:close/>
                  <a:moveTo>
                    <a:pt x="47332" y="216846"/>
                  </a:moveTo>
                  <a:lnTo>
                    <a:pt x="79678" y="268382"/>
                  </a:lnTo>
                  <a:lnTo>
                    <a:pt x="122234" y="244288"/>
                  </a:lnTo>
                  <a:close/>
                  <a:moveTo>
                    <a:pt x="219659" y="57703"/>
                  </a:moveTo>
                  <a:lnTo>
                    <a:pt x="192089" y="65585"/>
                  </a:lnTo>
                  <a:lnTo>
                    <a:pt x="245083" y="61988"/>
                  </a:lnTo>
                  <a:close/>
                  <a:moveTo>
                    <a:pt x="205895" y="50371"/>
                  </a:moveTo>
                  <a:lnTo>
                    <a:pt x="192089" y="65585"/>
                  </a:lnTo>
                  <a:lnTo>
                    <a:pt x="219659" y="57703"/>
                  </a:lnTo>
                  <a:close/>
                  <a:moveTo>
                    <a:pt x="219659" y="57703"/>
                  </a:moveTo>
                  <a:lnTo>
                    <a:pt x="245083" y="61988"/>
                  </a:lnTo>
                  <a:lnTo>
                    <a:pt x="288920" y="51212"/>
                  </a:lnTo>
                  <a:close/>
                  <a:moveTo>
                    <a:pt x="512026" y="223543"/>
                  </a:moveTo>
                  <a:lnTo>
                    <a:pt x="511007" y="223742"/>
                  </a:lnTo>
                  <a:lnTo>
                    <a:pt x="511203" y="286326"/>
                  </a:lnTo>
                  <a:close/>
                  <a:moveTo>
                    <a:pt x="455049" y="188085"/>
                  </a:moveTo>
                  <a:lnTo>
                    <a:pt x="426751" y="172007"/>
                  </a:lnTo>
                  <a:lnTo>
                    <a:pt x="457220" y="229488"/>
                  </a:lnTo>
                  <a:close/>
                  <a:moveTo>
                    <a:pt x="457220" y="229488"/>
                  </a:moveTo>
                  <a:lnTo>
                    <a:pt x="511007" y="223742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1009" y="222634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2026" y="223543"/>
                  </a:lnTo>
                  <a:lnTo>
                    <a:pt x="511009" y="222634"/>
                  </a:lnTo>
                  <a:close/>
                  <a:moveTo>
                    <a:pt x="426751" y="172007"/>
                  </a:moveTo>
                  <a:lnTo>
                    <a:pt x="428806" y="120470"/>
                  </a:lnTo>
                  <a:lnTo>
                    <a:pt x="401010" y="174460"/>
                  </a:lnTo>
                  <a:close/>
                  <a:moveTo>
                    <a:pt x="428806" y="120470"/>
                  </a:moveTo>
                  <a:lnTo>
                    <a:pt x="388778" y="121662"/>
                  </a:lnTo>
                  <a:lnTo>
                    <a:pt x="401010" y="174460"/>
                  </a:lnTo>
                  <a:close/>
                  <a:moveTo>
                    <a:pt x="338046" y="124924"/>
                  </a:moveTo>
                  <a:lnTo>
                    <a:pt x="388778" y="121662"/>
                  </a:lnTo>
                  <a:lnTo>
                    <a:pt x="367542" y="76183"/>
                  </a:lnTo>
                  <a:close/>
                  <a:moveTo>
                    <a:pt x="338046" y="124924"/>
                  </a:moveTo>
                  <a:lnTo>
                    <a:pt x="367542" y="76183"/>
                  </a:lnTo>
                  <a:lnTo>
                    <a:pt x="322010" y="75218"/>
                  </a:lnTo>
                  <a:close/>
                  <a:moveTo>
                    <a:pt x="428806" y="120470"/>
                  </a:moveTo>
                  <a:lnTo>
                    <a:pt x="436275" y="117895"/>
                  </a:lnTo>
                  <a:lnTo>
                    <a:pt x="388778" y="121662"/>
                  </a:lnTo>
                  <a:close/>
                  <a:moveTo>
                    <a:pt x="268994" y="80337"/>
                  </a:moveTo>
                  <a:lnTo>
                    <a:pt x="322010" y="75218"/>
                  </a:lnTo>
                  <a:lnTo>
                    <a:pt x="288920" y="51212"/>
                  </a:lnTo>
                  <a:close/>
                  <a:moveTo>
                    <a:pt x="322010" y="75218"/>
                  </a:moveTo>
                  <a:lnTo>
                    <a:pt x="337430" y="57906"/>
                  </a:lnTo>
                  <a:lnTo>
                    <a:pt x="288920" y="51212"/>
                  </a:lnTo>
                  <a:close/>
                  <a:moveTo>
                    <a:pt x="572208" y="276771"/>
                  </a:moveTo>
                  <a:lnTo>
                    <a:pt x="626524" y="326617"/>
                  </a:lnTo>
                  <a:lnTo>
                    <a:pt x="610075" y="250986"/>
                  </a:lnTo>
                  <a:close/>
                  <a:moveTo>
                    <a:pt x="610075" y="250986"/>
                  </a:moveTo>
                  <a:lnTo>
                    <a:pt x="626524" y="326617"/>
                  </a:lnTo>
                  <a:lnTo>
                    <a:pt x="660217" y="296247"/>
                  </a:lnTo>
                  <a:close/>
                  <a:moveTo>
                    <a:pt x="573193" y="199449"/>
                  </a:moveTo>
                  <a:lnTo>
                    <a:pt x="575070" y="272385"/>
                  </a:lnTo>
                  <a:lnTo>
                    <a:pt x="595938" y="230595"/>
                  </a:lnTo>
                  <a:close/>
                  <a:moveTo>
                    <a:pt x="569422" y="275080"/>
                  </a:moveTo>
                  <a:lnTo>
                    <a:pt x="575070" y="272385"/>
                  </a:lnTo>
                  <a:lnTo>
                    <a:pt x="573193" y="199449"/>
                  </a:lnTo>
                  <a:close/>
                  <a:moveTo>
                    <a:pt x="512026" y="223543"/>
                  </a:moveTo>
                  <a:lnTo>
                    <a:pt x="569422" y="275080"/>
                  </a:lnTo>
                  <a:lnTo>
                    <a:pt x="573193" y="199449"/>
                  </a:lnTo>
                  <a:close/>
                  <a:moveTo>
                    <a:pt x="575070" y="272385"/>
                  </a:moveTo>
                  <a:lnTo>
                    <a:pt x="610075" y="250986"/>
                  </a:lnTo>
                  <a:lnTo>
                    <a:pt x="595938" y="230595"/>
                  </a:lnTo>
                  <a:close/>
                  <a:moveTo>
                    <a:pt x="549675" y="147913"/>
                  </a:moveTo>
                  <a:lnTo>
                    <a:pt x="511009" y="222634"/>
                  </a:lnTo>
                  <a:lnTo>
                    <a:pt x="512026" y="223543"/>
                  </a:lnTo>
                  <a:close/>
                  <a:moveTo>
                    <a:pt x="426751" y="172007"/>
                  </a:moveTo>
                  <a:lnTo>
                    <a:pt x="455049" y="188085"/>
                  </a:lnTo>
                  <a:lnTo>
                    <a:pt x="454880" y="168648"/>
                  </a:lnTo>
                  <a:close/>
                  <a:moveTo>
                    <a:pt x="428806" y="120470"/>
                  </a:moveTo>
                  <a:lnTo>
                    <a:pt x="454880" y="168648"/>
                  </a:lnTo>
                  <a:lnTo>
                    <a:pt x="437538" y="120003"/>
                  </a:lnTo>
                  <a:close/>
                  <a:moveTo>
                    <a:pt x="428806" y="120470"/>
                  </a:moveTo>
                  <a:lnTo>
                    <a:pt x="426751" y="172007"/>
                  </a:lnTo>
                  <a:lnTo>
                    <a:pt x="454880" y="168648"/>
                  </a:lnTo>
                  <a:close/>
                  <a:moveTo>
                    <a:pt x="510823" y="161149"/>
                  </a:moveTo>
                  <a:lnTo>
                    <a:pt x="455049" y="188085"/>
                  </a:lnTo>
                  <a:lnTo>
                    <a:pt x="511009" y="222634"/>
                  </a:lnTo>
                  <a:close/>
                  <a:moveTo>
                    <a:pt x="510823" y="161149"/>
                  </a:moveTo>
                  <a:lnTo>
                    <a:pt x="454880" y="168648"/>
                  </a:lnTo>
                  <a:lnTo>
                    <a:pt x="455049" y="188085"/>
                  </a:lnTo>
                  <a:close/>
                  <a:moveTo>
                    <a:pt x="454880" y="168648"/>
                  </a:moveTo>
                  <a:lnTo>
                    <a:pt x="489683" y="115593"/>
                  </a:lnTo>
                  <a:lnTo>
                    <a:pt x="437538" y="120003"/>
                  </a:lnTo>
                  <a:close/>
                  <a:moveTo>
                    <a:pt x="436275" y="117895"/>
                  </a:moveTo>
                  <a:lnTo>
                    <a:pt x="428806" y="120470"/>
                  </a:lnTo>
                  <a:lnTo>
                    <a:pt x="437538" y="120003"/>
                  </a:lnTo>
                  <a:close/>
                  <a:moveTo>
                    <a:pt x="437538" y="120003"/>
                  </a:moveTo>
                  <a:lnTo>
                    <a:pt x="480206" y="107468"/>
                  </a:lnTo>
                  <a:lnTo>
                    <a:pt x="436275" y="117895"/>
                  </a:lnTo>
                  <a:close/>
                  <a:moveTo>
                    <a:pt x="671671" y="231832"/>
                  </a:moveTo>
                  <a:lnTo>
                    <a:pt x="660217" y="296247"/>
                  </a:lnTo>
                  <a:lnTo>
                    <a:pt x="685550" y="226892"/>
                  </a:lnTo>
                  <a:close/>
                  <a:moveTo>
                    <a:pt x="685550" y="226892"/>
                  </a:moveTo>
                  <a:lnTo>
                    <a:pt x="660217" y="296247"/>
                  </a:lnTo>
                  <a:lnTo>
                    <a:pt x="668871" y="302522"/>
                  </a:lnTo>
                  <a:close/>
                  <a:moveTo>
                    <a:pt x="685550" y="226892"/>
                  </a:moveTo>
                  <a:lnTo>
                    <a:pt x="668871" y="302522"/>
                  </a:lnTo>
                  <a:lnTo>
                    <a:pt x="728275" y="278428"/>
                  </a:lnTo>
                  <a:close/>
                  <a:moveTo>
                    <a:pt x="610075" y="250986"/>
                  </a:moveTo>
                  <a:lnTo>
                    <a:pt x="660217" y="296247"/>
                  </a:lnTo>
                  <a:lnTo>
                    <a:pt x="671671" y="231832"/>
                  </a:lnTo>
                  <a:close/>
                  <a:moveTo>
                    <a:pt x="595938" y="230595"/>
                  </a:moveTo>
                  <a:lnTo>
                    <a:pt x="610075" y="250986"/>
                  </a:lnTo>
                  <a:lnTo>
                    <a:pt x="658676" y="175355"/>
                  </a:lnTo>
                  <a:close/>
                  <a:moveTo>
                    <a:pt x="667349" y="188010"/>
                  </a:moveTo>
                  <a:lnTo>
                    <a:pt x="610075" y="250986"/>
                  </a:lnTo>
                  <a:lnTo>
                    <a:pt x="671671" y="231832"/>
                  </a:lnTo>
                  <a:close/>
                  <a:moveTo>
                    <a:pt x="743284" y="86109"/>
                  </a:moveTo>
                  <a:lnTo>
                    <a:pt x="795281" y="47176"/>
                  </a:lnTo>
                  <a:lnTo>
                    <a:pt x="786173" y="26480"/>
                  </a:lnTo>
                  <a:close/>
                  <a:moveTo>
                    <a:pt x="795281" y="47176"/>
                  </a:moveTo>
                  <a:lnTo>
                    <a:pt x="820744" y="75631"/>
                  </a:lnTo>
                  <a:lnTo>
                    <a:pt x="786173" y="26480"/>
                  </a:lnTo>
                  <a:close/>
                  <a:moveTo>
                    <a:pt x="806565" y="72645"/>
                  </a:moveTo>
                  <a:lnTo>
                    <a:pt x="855686" y="98344"/>
                  </a:lnTo>
                  <a:lnTo>
                    <a:pt x="820744" y="75631"/>
                  </a:lnTo>
                  <a:close/>
                  <a:moveTo>
                    <a:pt x="896633" y="76761"/>
                  </a:moveTo>
                  <a:lnTo>
                    <a:pt x="855686" y="98344"/>
                  </a:lnTo>
                  <a:lnTo>
                    <a:pt x="926841" y="54803"/>
                  </a:lnTo>
                  <a:close/>
                  <a:moveTo>
                    <a:pt x="939503" y="51537"/>
                  </a:moveTo>
                  <a:lnTo>
                    <a:pt x="958427" y="63130"/>
                  </a:lnTo>
                  <a:lnTo>
                    <a:pt x="926841" y="54803"/>
                  </a:lnTo>
                  <a:close/>
                  <a:moveTo>
                    <a:pt x="795281" y="47176"/>
                  </a:moveTo>
                  <a:lnTo>
                    <a:pt x="790173" y="75631"/>
                  </a:lnTo>
                  <a:lnTo>
                    <a:pt x="806565" y="72645"/>
                  </a:lnTo>
                  <a:close/>
                  <a:moveTo>
                    <a:pt x="806565" y="72645"/>
                  </a:moveTo>
                  <a:lnTo>
                    <a:pt x="820744" y="75631"/>
                  </a:lnTo>
                  <a:lnTo>
                    <a:pt x="795281" y="47176"/>
                  </a:lnTo>
                  <a:close/>
                  <a:moveTo>
                    <a:pt x="1009358" y="84466"/>
                  </a:moveTo>
                  <a:lnTo>
                    <a:pt x="980333" y="45321"/>
                  </a:lnTo>
                  <a:lnTo>
                    <a:pt x="959480" y="87035"/>
                  </a:lnTo>
                  <a:close/>
                  <a:moveTo>
                    <a:pt x="1009358" y="84466"/>
                  </a:moveTo>
                  <a:lnTo>
                    <a:pt x="1027652" y="44834"/>
                  </a:lnTo>
                  <a:lnTo>
                    <a:pt x="980333" y="45321"/>
                  </a:lnTo>
                  <a:close/>
                  <a:moveTo>
                    <a:pt x="928438" y="0"/>
                  </a:moveTo>
                  <a:lnTo>
                    <a:pt x="939503" y="51537"/>
                  </a:lnTo>
                  <a:lnTo>
                    <a:pt x="980333" y="4532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8" name="Output_density__4347">
              <a:extLst>
                <a:ext uri="{FF2B5EF4-FFF2-40B4-BE49-F238E27FC236}">
                  <a16:creationId xmlns:a16="http://schemas.microsoft.com/office/drawing/2014/main" id="{D5ADBCEF-EACE-2A37-85F7-7786BC193199}"/>
                </a:ext>
              </a:extLst>
            </p:cNvPr>
            <p:cNvSpPr>
              <a:spLocks noGrp="1"/>
            </p:cNvSpPr>
            <p:nvPr/>
          </p:nvSpPr>
          <p:spPr>
            <a:xfrm>
              <a:off x="15066540" y="3017219"/>
              <a:ext cx="933012" cy="405956"/>
            </a:xfrm>
            <a:custGeom>
              <a:avLst/>
              <a:gdLst/>
              <a:ahLst/>
              <a:cxnLst/>
              <a:rect l="0" t="0" r="0" b="0"/>
              <a:pathLst>
                <a:path w="933012" h="405956">
                  <a:moveTo>
                    <a:pt x="48115" y="278607"/>
                  </a:moveTo>
                  <a:lnTo>
                    <a:pt x="56638" y="310715"/>
                  </a:lnTo>
                  <a:lnTo>
                    <a:pt x="90056" y="300759"/>
                  </a:lnTo>
                  <a:close/>
                  <a:moveTo>
                    <a:pt x="48115" y="278607"/>
                  </a:moveTo>
                  <a:lnTo>
                    <a:pt x="44824" y="302701"/>
                  </a:lnTo>
                  <a:lnTo>
                    <a:pt x="56638" y="310715"/>
                  </a:lnTo>
                  <a:close/>
                  <a:moveTo>
                    <a:pt x="44824" y="302701"/>
                  </a:moveTo>
                  <a:lnTo>
                    <a:pt x="48115" y="278607"/>
                  </a:lnTo>
                  <a:lnTo>
                    <a:pt x="0" y="273630"/>
                  </a:lnTo>
                  <a:close/>
                  <a:moveTo>
                    <a:pt x="116246" y="263778"/>
                  </a:moveTo>
                  <a:lnTo>
                    <a:pt x="90056" y="300759"/>
                  </a:lnTo>
                  <a:lnTo>
                    <a:pt x="171619" y="296134"/>
                  </a:lnTo>
                  <a:close/>
                  <a:moveTo>
                    <a:pt x="61491" y="151440"/>
                  </a:moveTo>
                  <a:lnTo>
                    <a:pt x="42321" y="123998"/>
                  </a:lnTo>
                  <a:lnTo>
                    <a:pt x="54511" y="99904"/>
                  </a:lnTo>
                  <a:close/>
                  <a:moveTo>
                    <a:pt x="54511" y="99904"/>
                  </a:moveTo>
                  <a:lnTo>
                    <a:pt x="74435" y="75810"/>
                  </a:lnTo>
                  <a:lnTo>
                    <a:pt x="61491" y="151440"/>
                  </a:lnTo>
                  <a:close/>
                  <a:moveTo>
                    <a:pt x="257848" y="174054"/>
                  </a:moveTo>
                  <a:lnTo>
                    <a:pt x="281388" y="222286"/>
                  </a:lnTo>
                  <a:lnTo>
                    <a:pt x="302263" y="165437"/>
                  </a:lnTo>
                  <a:close/>
                  <a:moveTo>
                    <a:pt x="302263" y="165437"/>
                  </a:moveTo>
                  <a:lnTo>
                    <a:pt x="281388" y="222286"/>
                  </a:lnTo>
                  <a:lnTo>
                    <a:pt x="351726" y="175692"/>
                  </a:lnTo>
                  <a:close/>
                  <a:moveTo>
                    <a:pt x="144590" y="60176"/>
                  </a:moveTo>
                  <a:lnTo>
                    <a:pt x="166376" y="75810"/>
                  </a:lnTo>
                  <a:lnTo>
                    <a:pt x="169054" y="59321"/>
                  </a:lnTo>
                  <a:close/>
                  <a:moveTo>
                    <a:pt x="99892" y="67734"/>
                  </a:moveTo>
                  <a:lnTo>
                    <a:pt x="144590" y="60176"/>
                  </a:lnTo>
                  <a:lnTo>
                    <a:pt x="128320" y="54455"/>
                  </a:lnTo>
                  <a:close/>
                  <a:moveTo>
                    <a:pt x="759996" y="364284"/>
                  </a:moveTo>
                  <a:lnTo>
                    <a:pt x="827284" y="405956"/>
                  </a:lnTo>
                  <a:lnTo>
                    <a:pt x="792403" y="370552"/>
                  </a:lnTo>
                  <a:close/>
                  <a:moveTo>
                    <a:pt x="653568" y="200825"/>
                  </a:moveTo>
                  <a:lnTo>
                    <a:pt x="623094" y="221786"/>
                  </a:lnTo>
                  <a:lnTo>
                    <a:pt x="709899" y="236760"/>
                  </a:lnTo>
                  <a:close/>
                  <a:moveTo>
                    <a:pt x="923433" y="114799"/>
                  </a:moveTo>
                  <a:lnTo>
                    <a:pt x="922376" y="178401"/>
                  </a:lnTo>
                  <a:lnTo>
                    <a:pt x="929111" y="188929"/>
                  </a:lnTo>
                  <a:close/>
                  <a:moveTo>
                    <a:pt x="933012" y="137392"/>
                  </a:moveTo>
                  <a:lnTo>
                    <a:pt x="923005" y="104798"/>
                  </a:lnTo>
                  <a:lnTo>
                    <a:pt x="923433" y="114799"/>
                  </a:lnTo>
                  <a:close/>
                  <a:moveTo>
                    <a:pt x="928838" y="61762"/>
                  </a:moveTo>
                  <a:lnTo>
                    <a:pt x="923005" y="104798"/>
                  </a:lnTo>
                  <a:lnTo>
                    <a:pt x="933012" y="137392"/>
                  </a:lnTo>
                  <a:close/>
                  <a:moveTo>
                    <a:pt x="919832" y="54983"/>
                  </a:moveTo>
                  <a:lnTo>
                    <a:pt x="923005" y="104798"/>
                  </a:lnTo>
                  <a:lnTo>
                    <a:pt x="928838" y="61762"/>
                  </a:lnTo>
                  <a:close/>
                  <a:moveTo>
                    <a:pt x="910288" y="0"/>
                  </a:moveTo>
                  <a:lnTo>
                    <a:pt x="919832" y="54983"/>
                  </a:lnTo>
                  <a:lnTo>
                    <a:pt x="928838" y="6176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9" name="Output_density__4348">
              <a:extLst>
                <a:ext uri="{FF2B5EF4-FFF2-40B4-BE49-F238E27FC236}">
                  <a16:creationId xmlns:a16="http://schemas.microsoft.com/office/drawing/2014/main" id="{C21AF930-3F49-00ED-1C82-5D44C5B6A2F2}"/>
                </a:ext>
              </a:extLst>
            </p:cNvPr>
            <p:cNvSpPr>
              <a:spLocks noGrp="1"/>
            </p:cNvSpPr>
            <p:nvPr/>
          </p:nvSpPr>
          <p:spPr>
            <a:xfrm>
              <a:off x="15123179" y="3191273"/>
              <a:ext cx="872472" cy="231902"/>
            </a:xfrm>
            <a:custGeom>
              <a:avLst/>
              <a:gdLst/>
              <a:ahLst/>
              <a:cxnLst/>
              <a:rect l="0" t="0" r="0" b="0"/>
              <a:pathLst>
                <a:path w="872472" h="231902">
                  <a:moveTo>
                    <a:pt x="33418" y="126705"/>
                  </a:moveTo>
                  <a:lnTo>
                    <a:pt x="0" y="136661"/>
                  </a:lnTo>
                  <a:lnTo>
                    <a:pt x="82611" y="135955"/>
                  </a:lnTo>
                  <a:close/>
                  <a:moveTo>
                    <a:pt x="33418" y="126705"/>
                  </a:moveTo>
                  <a:lnTo>
                    <a:pt x="82611" y="135955"/>
                  </a:lnTo>
                  <a:lnTo>
                    <a:pt x="114981" y="122080"/>
                  </a:lnTo>
                  <a:close/>
                  <a:moveTo>
                    <a:pt x="114981" y="122080"/>
                  </a:moveTo>
                  <a:lnTo>
                    <a:pt x="159947" y="115524"/>
                  </a:lnTo>
                  <a:lnTo>
                    <a:pt x="187038" y="81912"/>
                  </a:lnTo>
                  <a:close/>
                  <a:moveTo>
                    <a:pt x="197900" y="41980"/>
                  </a:moveTo>
                  <a:lnTo>
                    <a:pt x="187038" y="81912"/>
                  </a:lnTo>
                  <a:lnTo>
                    <a:pt x="218602" y="56365"/>
                  </a:lnTo>
                  <a:close/>
                  <a:moveTo>
                    <a:pt x="197900" y="41980"/>
                  </a:moveTo>
                  <a:lnTo>
                    <a:pt x="218602" y="56365"/>
                  </a:lnTo>
                  <a:lnTo>
                    <a:pt x="201210" y="0"/>
                  </a:lnTo>
                  <a:close/>
                  <a:moveTo>
                    <a:pt x="201210" y="0"/>
                  </a:moveTo>
                  <a:lnTo>
                    <a:pt x="218602" y="56365"/>
                  </a:lnTo>
                  <a:lnTo>
                    <a:pt x="224749" y="48232"/>
                  </a:lnTo>
                  <a:close/>
                  <a:moveTo>
                    <a:pt x="735765" y="196498"/>
                  </a:moveTo>
                  <a:lnTo>
                    <a:pt x="770646" y="231902"/>
                  </a:lnTo>
                  <a:lnTo>
                    <a:pt x="781691" y="193533"/>
                  </a:lnTo>
                  <a:close/>
                  <a:moveTo>
                    <a:pt x="735765" y="196498"/>
                  </a:moveTo>
                  <a:lnTo>
                    <a:pt x="781691" y="193533"/>
                  </a:lnTo>
                  <a:lnTo>
                    <a:pt x="805669" y="148281"/>
                  </a:lnTo>
                  <a:close/>
                  <a:moveTo>
                    <a:pt x="799535" y="166136"/>
                  </a:moveTo>
                  <a:lnTo>
                    <a:pt x="805669" y="148281"/>
                  </a:lnTo>
                  <a:lnTo>
                    <a:pt x="781691" y="193533"/>
                  </a:lnTo>
                  <a:close/>
                  <a:moveTo>
                    <a:pt x="653261" y="62706"/>
                  </a:moveTo>
                  <a:lnTo>
                    <a:pt x="654665" y="61999"/>
                  </a:lnTo>
                  <a:lnTo>
                    <a:pt x="596930" y="26771"/>
                  </a:lnTo>
                  <a:close/>
                  <a:moveTo>
                    <a:pt x="865738" y="4347"/>
                  </a:moveTo>
                  <a:lnTo>
                    <a:pt x="847858" y="66412"/>
                  </a:lnTo>
                  <a:lnTo>
                    <a:pt x="860771" y="44720"/>
                  </a:lnTo>
                  <a:close/>
                  <a:moveTo>
                    <a:pt x="837521" y="52047"/>
                  </a:moveTo>
                  <a:lnTo>
                    <a:pt x="847858" y="66412"/>
                  </a:lnTo>
                  <a:lnTo>
                    <a:pt x="865738" y="4347"/>
                  </a:lnTo>
                  <a:close/>
                  <a:moveTo>
                    <a:pt x="865738" y="4347"/>
                  </a:moveTo>
                  <a:lnTo>
                    <a:pt x="860771" y="44720"/>
                  </a:lnTo>
                  <a:lnTo>
                    <a:pt x="872472" y="14875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0" name="Output_density__4349">
              <a:extLst>
                <a:ext uri="{FF2B5EF4-FFF2-40B4-BE49-F238E27FC236}">
                  <a16:creationId xmlns:a16="http://schemas.microsoft.com/office/drawing/2014/main" id="{B64C9F40-7C59-5018-4B89-26883332F908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899315"/>
              <a:ext cx="1013396" cy="355300"/>
            </a:xfrm>
            <a:custGeom>
              <a:avLst/>
              <a:gdLst/>
              <a:ahLst/>
              <a:cxnLst/>
              <a:rect l="0" t="0" r="0" b="0"/>
              <a:pathLst>
                <a:path w="1013396" h="355300">
                  <a:moveTo>
                    <a:pt x="79226" y="344975"/>
                  </a:moveTo>
                  <a:lnTo>
                    <a:pt x="64475" y="322555"/>
                  </a:lnTo>
                  <a:lnTo>
                    <a:pt x="37153" y="355300"/>
                  </a:lnTo>
                  <a:close/>
                  <a:moveTo>
                    <a:pt x="44341" y="293438"/>
                  </a:moveTo>
                  <a:lnTo>
                    <a:pt x="0" y="317532"/>
                  </a:lnTo>
                  <a:lnTo>
                    <a:pt x="37153" y="355300"/>
                  </a:lnTo>
                  <a:close/>
                  <a:moveTo>
                    <a:pt x="175038" y="273186"/>
                  </a:moveTo>
                  <a:lnTo>
                    <a:pt x="184944" y="288715"/>
                  </a:lnTo>
                  <a:lnTo>
                    <a:pt x="233337" y="294970"/>
                  </a:lnTo>
                  <a:close/>
                  <a:moveTo>
                    <a:pt x="184944" y="288715"/>
                  </a:moveTo>
                  <a:lnTo>
                    <a:pt x="175038" y="273186"/>
                  </a:lnTo>
                  <a:lnTo>
                    <a:pt x="155055" y="269344"/>
                  </a:lnTo>
                  <a:close/>
                  <a:moveTo>
                    <a:pt x="399813" y="267138"/>
                  </a:moveTo>
                  <a:lnTo>
                    <a:pt x="455502" y="259846"/>
                  </a:lnTo>
                  <a:lnTo>
                    <a:pt x="455306" y="197262"/>
                  </a:lnTo>
                  <a:close/>
                  <a:moveTo>
                    <a:pt x="399813" y="267138"/>
                  </a:moveTo>
                  <a:lnTo>
                    <a:pt x="455306" y="197262"/>
                  </a:lnTo>
                  <a:lnTo>
                    <a:pt x="401519" y="203007"/>
                  </a:lnTo>
                  <a:close/>
                  <a:moveTo>
                    <a:pt x="445290" y="293596"/>
                  </a:moveTo>
                  <a:lnTo>
                    <a:pt x="513721" y="248599"/>
                  </a:lnTo>
                  <a:lnTo>
                    <a:pt x="455502" y="259846"/>
                  </a:lnTo>
                  <a:close/>
                  <a:moveTo>
                    <a:pt x="516507" y="250291"/>
                  </a:moveTo>
                  <a:lnTo>
                    <a:pt x="513721" y="248599"/>
                  </a:lnTo>
                  <a:lnTo>
                    <a:pt x="445290" y="293596"/>
                  </a:lnTo>
                  <a:close/>
                  <a:moveTo>
                    <a:pt x="513721" y="248599"/>
                  </a:moveTo>
                  <a:lnTo>
                    <a:pt x="456325" y="197063"/>
                  </a:lnTo>
                  <a:lnTo>
                    <a:pt x="455502" y="259846"/>
                  </a:lnTo>
                  <a:close/>
                  <a:moveTo>
                    <a:pt x="333077" y="95182"/>
                  </a:moveTo>
                  <a:lnTo>
                    <a:pt x="380574" y="91414"/>
                  </a:lnTo>
                  <a:lnTo>
                    <a:pt x="349984" y="56676"/>
                  </a:lnTo>
                  <a:close/>
                  <a:moveTo>
                    <a:pt x="333077" y="95182"/>
                  </a:moveTo>
                  <a:lnTo>
                    <a:pt x="349984" y="56676"/>
                  </a:lnTo>
                  <a:lnTo>
                    <a:pt x="311842" y="49703"/>
                  </a:lnTo>
                  <a:close/>
                  <a:moveTo>
                    <a:pt x="266309" y="48738"/>
                  </a:moveTo>
                  <a:lnTo>
                    <a:pt x="311842" y="49703"/>
                  </a:lnTo>
                  <a:lnTo>
                    <a:pt x="281729" y="31425"/>
                  </a:lnTo>
                  <a:close/>
                  <a:moveTo>
                    <a:pt x="570823" y="300136"/>
                  </a:moveTo>
                  <a:lnTo>
                    <a:pt x="578691" y="308108"/>
                  </a:lnTo>
                  <a:lnTo>
                    <a:pt x="590218" y="289031"/>
                  </a:lnTo>
                  <a:close/>
                  <a:moveTo>
                    <a:pt x="519369" y="245904"/>
                  </a:moveTo>
                  <a:lnTo>
                    <a:pt x="516507" y="250291"/>
                  </a:lnTo>
                  <a:lnTo>
                    <a:pt x="554374" y="224505"/>
                  </a:lnTo>
                  <a:close/>
                  <a:moveTo>
                    <a:pt x="604517" y="269766"/>
                  </a:moveTo>
                  <a:lnTo>
                    <a:pt x="570823" y="300136"/>
                  </a:lnTo>
                  <a:lnTo>
                    <a:pt x="590218" y="289031"/>
                  </a:lnTo>
                  <a:close/>
                  <a:moveTo>
                    <a:pt x="578691" y="308108"/>
                  </a:moveTo>
                  <a:lnTo>
                    <a:pt x="613170" y="276042"/>
                  </a:lnTo>
                  <a:lnTo>
                    <a:pt x="590218" y="289031"/>
                  </a:lnTo>
                  <a:close/>
                  <a:moveTo>
                    <a:pt x="662475" y="311786"/>
                  </a:moveTo>
                  <a:lnTo>
                    <a:pt x="613170" y="276042"/>
                  </a:lnTo>
                  <a:lnTo>
                    <a:pt x="578691" y="308108"/>
                  </a:lnTo>
                  <a:close/>
                  <a:moveTo>
                    <a:pt x="590218" y="289031"/>
                  </a:moveTo>
                  <a:lnTo>
                    <a:pt x="613170" y="276042"/>
                  </a:lnTo>
                  <a:lnTo>
                    <a:pt x="604517" y="269766"/>
                  </a:lnTo>
                  <a:close/>
                  <a:moveTo>
                    <a:pt x="513721" y="248599"/>
                  </a:moveTo>
                  <a:lnTo>
                    <a:pt x="516507" y="250291"/>
                  </a:lnTo>
                  <a:lnTo>
                    <a:pt x="519369" y="245904"/>
                  </a:lnTo>
                  <a:close/>
                  <a:moveTo>
                    <a:pt x="730991" y="303485"/>
                  </a:moveTo>
                  <a:lnTo>
                    <a:pt x="686173" y="265492"/>
                  </a:lnTo>
                  <a:lnTo>
                    <a:pt x="662475" y="311786"/>
                  </a:lnTo>
                  <a:close/>
                  <a:moveTo>
                    <a:pt x="672575" y="251948"/>
                  </a:moveTo>
                  <a:lnTo>
                    <a:pt x="662475" y="311786"/>
                  </a:lnTo>
                  <a:lnTo>
                    <a:pt x="686173" y="265492"/>
                  </a:lnTo>
                  <a:close/>
                  <a:moveTo>
                    <a:pt x="672575" y="251948"/>
                  </a:moveTo>
                  <a:lnTo>
                    <a:pt x="613170" y="276042"/>
                  </a:lnTo>
                  <a:lnTo>
                    <a:pt x="662475" y="311786"/>
                  </a:lnTo>
                  <a:close/>
                  <a:moveTo>
                    <a:pt x="730991" y="303485"/>
                  </a:moveTo>
                  <a:lnTo>
                    <a:pt x="747132" y="318729"/>
                  </a:lnTo>
                  <a:lnTo>
                    <a:pt x="753682" y="294845"/>
                  </a:lnTo>
                  <a:close/>
                  <a:moveTo>
                    <a:pt x="791433" y="279391"/>
                  </a:moveTo>
                  <a:lnTo>
                    <a:pt x="804867" y="353957"/>
                  </a:lnTo>
                  <a:lnTo>
                    <a:pt x="828311" y="330927"/>
                  </a:lnTo>
                  <a:close/>
                  <a:moveTo>
                    <a:pt x="791433" y="279391"/>
                  </a:moveTo>
                  <a:lnTo>
                    <a:pt x="753682" y="294845"/>
                  </a:lnTo>
                  <a:lnTo>
                    <a:pt x="747132" y="318729"/>
                  </a:lnTo>
                  <a:close/>
                  <a:moveTo>
                    <a:pt x="730472" y="0"/>
                  </a:moveTo>
                  <a:lnTo>
                    <a:pt x="765043" y="49150"/>
                  </a:lnTo>
                  <a:lnTo>
                    <a:pt x="784704" y="56636"/>
                  </a:lnTo>
                  <a:close/>
                  <a:moveTo>
                    <a:pt x="799985" y="71863"/>
                  </a:moveTo>
                  <a:lnTo>
                    <a:pt x="784704" y="56636"/>
                  </a:lnTo>
                  <a:lnTo>
                    <a:pt x="765043" y="49150"/>
                  </a:lnTo>
                  <a:close/>
                  <a:moveTo>
                    <a:pt x="972520" y="168137"/>
                  </a:moveTo>
                  <a:lnTo>
                    <a:pt x="974465" y="229299"/>
                  </a:lnTo>
                  <a:lnTo>
                    <a:pt x="1013396" y="172888"/>
                  </a:lnTo>
                  <a:close/>
                  <a:moveTo>
                    <a:pt x="965800" y="110857"/>
                  </a:moveTo>
                  <a:lnTo>
                    <a:pt x="997426" y="60385"/>
                  </a:lnTo>
                  <a:lnTo>
                    <a:pt x="953658" y="57986"/>
                  </a:lnTo>
                  <a:close/>
                  <a:moveTo>
                    <a:pt x="953658" y="57986"/>
                  </a:moveTo>
                  <a:lnTo>
                    <a:pt x="997426" y="60385"/>
                  </a:lnTo>
                  <a:lnTo>
                    <a:pt x="971951" y="1835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1" name="Output_density__4350">
              <a:extLst>
                <a:ext uri="{FF2B5EF4-FFF2-40B4-BE49-F238E27FC236}">
                  <a16:creationId xmlns:a16="http://schemas.microsoft.com/office/drawing/2014/main" id="{5875F515-1EA2-8E2C-19D5-8316FCE31FEC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859633"/>
              <a:ext cx="986848" cy="333120"/>
            </a:xfrm>
            <a:custGeom>
              <a:avLst/>
              <a:gdLst/>
              <a:ahLst/>
              <a:cxnLst/>
              <a:rect l="0" t="0" r="0" b="0"/>
              <a:pathLst>
                <a:path w="986848" h="333120">
                  <a:moveTo>
                    <a:pt x="36417" y="305677"/>
                  </a:moveTo>
                  <a:lnTo>
                    <a:pt x="106557" y="333120"/>
                  </a:lnTo>
                  <a:lnTo>
                    <a:pt x="86193" y="281584"/>
                  </a:lnTo>
                  <a:close/>
                  <a:moveTo>
                    <a:pt x="27815" y="178510"/>
                  </a:moveTo>
                  <a:lnTo>
                    <a:pt x="21438" y="248891"/>
                  </a:lnTo>
                  <a:lnTo>
                    <a:pt x="33991" y="190321"/>
                  </a:lnTo>
                  <a:close/>
                  <a:moveTo>
                    <a:pt x="11779" y="254141"/>
                  </a:moveTo>
                  <a:lnTo>
                    <a:pt x="21438" y="248891"/>
                  </a:lnTo>
                  <a:lnTo>
                    <a:pt x="27815" y="178510"/>
                  </a:lnTo>
                  <a:close/>
                  <a:moveTo>
                    <a:pt x="0" y="202604"/>
                  </a:moveTo>
                  <a:lnTo>
                    <a:pt x="11779" y="254141"/>
                  </a:lnTo>
                  <a:lnTo>
                    <a:pt x="27815" y="178510"/>
                  </a:lnTo>
                  <a:close/>
                  <a:moveTo>
                    <a:pt x="21438" y="248891"/>
                  </a:moveTo>
                  <a:lnTo>
                    <a:pt x="53848" y="230047"/>
                  </a:lnTo>
                  <a:lnTo>
                    <a:pt x="33991" y="190321"/>
                  </a:lnTo>
                  <a:close/>
                  <a:moveTo>
                    <a:pt x="28697" y="170531"/>
                  </a:moveTo>
                  <a:lnTo>
                    <a:pt x="0" y="202604"/>
                  </a:lnTo>
                  <a:lnTo>
                    <a:pt x="27815" y="178510"/>
                  </a:lnTo>
                  <a:close/>
                  <a:moveTo>
                    <a:pt x="34326" y="175669"/>
                  </a:moveTo>
                  <a:lnTo>
                    <a:pt x="33991" y="19032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33991" y="190321"/>
                  </a:lnTo>
                  <a:lnTo>
                    <a:pt x="53848" y="230047"/>
                  </a:lnTo>
                  <a:close/>
                  <a:moveTo>
                    <a:pt x="79602" y="154416"/>
                  </a:moveTo>
                  <a:lnTo>
                    <a:pt x="53848" y="230047"/>
                  </a:lnTo>
                  <a:lnTo>
                    <a:pt x="95625" y="205953"/>
                  </a:lnTo>
                  <a:close/>
                  <a:moveTo>
                    <a:pt x="27815" y="178510"/>
                  </a:moveTo>
                  <a:lnTo>
                    <a:pt x="33991" y="190321"/>
                  </a:lnTo>
                  <a:lnTo>
                    <a:pt x="34326" y="175669"/>
                  </a:lnTo>
                  <a:close/>
                  <a:moveTo>
                    <a:pt x="28697" y="170531"/>
                  </a:moveTo>
                  <a:lnTo>
                    <a:pt x="27815" y="178510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35042" y="126974"/>
                  </a:lnTo>
                  <a:lnTo>
                    <a:pt x="95097" y="109212"/>
                  </a:lnTo>
                  <a:close/>
                  <a:moveTo>
                    <a:pt x="35042" y="126974"/>
                  </a:moveTo>
                  <a:lnTo>
                    <a:pt x="28697" y="170531"/>
                  </a:lnTo>
                  <a:lnTo>
                    <a:pt x="95097" y="109212"/>
                  </a:lnTo>
                  <a:close/>
                  <a:moveTo>
                    <a:pt x="95097" y="109212"/>
                  </a:moveTo>
                  <a:lnTo>
                    <a:pt x="28697" y="17053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28697" y="170531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95097" y="109212"/>
                  </a:lnTo>
                  <a:lnTo>
                    <a:pt x="102556" y="102880"/>
                  </a:lnTo>
                  <a:close/>
                  <a:moveTo>
                    <a:pt x="95097" y="109212"/>
                  </a:moveTo>
                  <a:lnTo>
                    <a:pt x="79602" y="154416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02556" y="102880"/>
                  </a:lnTo>
                  <a:lnTo>
                    <a:pt x="173371" y="92287"/>
                  </a:lnTo>
                  <a:close/>
                  <a:moveTo>
                    <a:pt x="102556" y="102880"/>
                  </a:moveTo>
                  <a:lnTo>
                    <a:pt x="95097" y="109212"/>
                  </a:lnTo>
                  <a:lnTo>
                    <a:pt x="173371" y="92287"/>
                  </a:lnTo>
                  <a:close/>
                  <a:moveTo>
                    <a:pt x="173371" y="92287"/>
                  </a:moveTo>
                  <a:lnTo>
                    <a:pt x="95097" y="109212"/>
                  </a:lnTo>
                  <a:lnTo>
                    <a:pt x="151041" y="130323"/>
                  </a:lnTo>
                  <a:close/>
                  <a:moveTo>
                    <a:pt x="151041" y="130323"/>
                  </a:moveTo>
                  <a:lnTo>
                    <a:pt x="95097" y="109212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73371" y="92287"/>
                  </a:lnTo>
                  <a:lnTo>
                    <a:pt x="198604" y="78786"/>
                  </a:lnTo>
                  <a:close/>
                  <a:moveTo>
                    <a:pt x="198604" y="78786"/>
                  </a:moveTo>
                  <a:lnTo>
                    <a:pt x="173371" y="92287"/>
                  </a:lnTo>
                  <a:lnTo>
                    <a:pt x="251598" y="75189"/>
                  </a:lnTo>
                  <a:close/>
                  <a:moveTo>
                    <a:pt x="251598" y="75189"/>
                  </a:moveTo>
                  <a:lnTo>
                    <a:pt x="173371" y="92287"/>
                  </a:lnTo>
                  <a:lnTo>
                    <a:pt x="228723" y="106228"/>
                  </a:lnTo>
                  <a:close/>
                  <a:moveTo>
                    <a:pt x="275510" y="93538"/>
                  </a:moveTo>
                  <a:lnTo>
                    <a:pt x="295435" y="64413"/>
                  </a:lnTo>
                  <a:lnTo>
                    <a:pt x="251598" y="75189"/>
                  </a:lnTo>
                  <a:close/>
                  <a:moveTo>
                    <a:pt x="517339" y="174350"/>
                  </a:moveTo>
                  <a:lnTo>
                    <a:pt x="517524" y="235835"/>
                  </a:lnTo>
                  <a:lnTo>
                    <a:pt x="556191" y="161114"/>
                  </a:lnTo>
                  <a:close/>
                  <a:moveTo>
                    <a:pt x="556191" y="161114"/>
                  </a:moveTo>
                  <a:lnTo>
                    <a:pt x="518541" y="236744"/>
                  </a:lnTo>
                  <a:lnTo>
                    <a:pt x="579708" y="212650"/>
                  </a:lnTo>
                  <a:close/>
                  <a:moveTo>
                    <a:pt x="461395" y="181849"/>
                  </a:moveTo>
                  <a:lnTo>
                    <a:pt x="517339" y="174350"/>
                  </a:lnTo>
                  <a:lnTo>
                    <a:pt x="496198" y="128794"/>
                  </a:lnTo>
                  <a:close/>
                  <a:moveTo>
                    <a:pt x="556191" y="161114"/>
                  </a:moveTo>
                  <a:lnTo>
                    <a:pt x="568306" y="116124"/>
                  </a:lnTo>
                  <a:lnTo>
                    <a:pt x="517339" y="174350"/>
                  </a:lnTo>
                  <a:close/>
                  <a:moveTo>
                    <a:pt x="517339" y="174350"/>
                  </a:moveTo>
                  <a:lnTo>
                    <a:pt x="568306" y="116124"/>
                  </a:lnTo>
                  <a:lnTo>
                    <a:pt x="564333" y="111384"/>
                  </a:lnTo>
                  <a:close/>
                  <a:moveTo>
                    <a:pt x="517339" y="174350"/>
                  </a:moveTo>
                  <a:lnTo>
                    <a:pt x="564333" y="111384"/>
                  </a:lnTo>
                  <a:lnTo>
                    <a:pt x="496198" y="128794"/>
                  </a:lnTo>
                  <a:close/>
                  <a:moveTo>
                    <a:pt x="604389" y="204304"/>
                  </a:moveTo>
                  <a:lnTo>
                    <a:pt x="602453" y="243796"/>
                  </a:lnTo>
                  <a:lnTo>
                    <a:pt x="665192" y="188557"/>
                  </a:lnTo>
                  <a:close/>
                  <a:moveTo>
                    <a:pt x="665192" y="188557"/>
                  </a:moveTo>
                  <a:lnTo>
                    <a:pt x="616590" y="264187"/>
                  </a:lnTo>
                  <a:lnTo>
                    <a:pt x="673864" y="201211"/>
                  </a:lnTo>
                  <a:close/>
                  <a:moveTo>
                    <a:pt x="678186" y="245033"/>
                  </a:moveTo>
                  <a:lnTo>
                    <a:pt x="692066" y="240093"/>
                  </a:lnTo>
                  <a:lnTo>
                    <a:pt x="673864" y="201211"/>
                  </a:lnTo>
                  <a:close/>
                  <a:moveTo>
                    <a:pt x="579708" y="212650"/>
                  </a:moveTo>
                  <a:lnTo>
                    <a:pt x="602453" y="243796"/>
                  </a:lnTo>
                  <a:lnTo>
                    <a:pt x="604389" y="204304"/>
                  </a:lnTo>
                  <a:close/>
                  <a:moveTo>
                    <a:pt x="556191" y="161114"/>
                  </a:moveTo>
                  <a:lnTo>
                    <a:pt x="604389" y="204304"/>
                  </a:lnTo>
                  <a:lnTo>
                    <a:pt x="594541" y="149568"/>
                  </a:lnTo>
                  <a:close/>
                  <a:moveTo>
                    <a:pt x="556191" y="161114"/>
                  </a:moveTo>
                  <a:lnTo>
                    <a:pt x="579708" y="212650"/>
                  </a:lnTo>
                  <a:lnTo>
                    <a:pt x="604389" y="204304"/>
                  </a:lnTo>
                  <a:close/>
                  <a:moveTo>
                    <a:pt x="665192" y="188557"/>
                  </a:moveTo>
                  <a:lnTo>
                    <a:pt x="646915" y="137020"/>
                  </a:lnTo>
                  <a:lnTo>
                    <a:pt x="604389" y="204304"/>
                  </a:lnTo>
                  <a:close/>
                  <a:moveTo>
                    <a:pt x="646915" y="137020"/>
                  </a:moveTo>
                  <a:lnTo>
                    <a:pt x="594541" y="149568"/>
                  </a:lnTo>
                  <a:lnTo>
                    <a:pt x="604389" y="204304"/>
                  </a:lnTo>
                  <a:close/>
                  <a:moveTo>
                    <a:pt x="568306" y="116124"/>
                  </a:moveTo>
                  <a:lnTo>
                    <a:pt x="556191" y="161114"/>
                  </a:lnTo>
                  <a:lnTo>
                    <a:pt x="594541" y="149568"/>
                  </a:lnTo>
                  <a:close/>
                  <a:moveTo>
                    <a:pt x="568306" y="116124"/>
                  </a:moveTo>
                  <a:lnTo>
                    <a:pt x="594541" y="149568"/>
                  </a:lnTo>
                  <a:lnTo>
                    <a:pt x="569673" y="109577"/>
                  </a:lnTo>
                  <a:close/>
                  <a:moveTo>
                    <a:pt x="569673" y="109577"/>
                  </a:moveTo>
                  <a:lnTo>
                    <a:pt x="594541" y="149568"/>
                  </a:lnTo>
                  <a:lnTo>
                    <a:pt x="646915" y="137020"/>
                  </a:lnTo>
                  <a:close/>
                  <a:moveTo>
                    <a:pt x="569673" y="109577"/>
                  </a:moveTo>
                  <a:lnTo>
                    <a:pt x="646915" y="137020"/>
                  </a:lnTo>
                  <a:lnTo>
                    <a:pt x="641121" y="85483"/>
                  </a:lnTo>
                  <a:close/>
                  <a:moveTo>
                    <a:pt x="672170" y="187182"/>
                  </a:moveTo>
                  <a:lnTo>
                    <a:pt x="673864" y="201211"/>
                  </a:lnTo>
                  <a:lnTo>
                    <a:pt x="735589" y="164463"/>
                  </a:lnTo>
                  <a:close/>
                  <a:moveTo>
                    <a:pt x="665192" y="188557"/>
                  </a:moveTo>
                  <a:lnTo>
                    <a:pt x="673864" y="201211"/>
                  </a:lnTo>
                  <a:lnTo>
                    <a:pt x="672170" y="187182"/>
                  </a:lnTo>
                  <a:close/>
                  <a:moveTo>
                    <a:pt x="646915" y="137020"/>
                  </a:moveTo>
                  <a:lnTo>
                    <a:pt x="672170" y="187182"/>
                  </a:lnTo>
                  <a:lnTo>
                    <a:pt x="661465" y="133142"/>
                  </a:lnTo>
                  <a:close/>
                  <a:moveTo>
                    <a:pt x="646915" y="137020"/>
                  </a:moveTo>
                  <a:lnTo>
                    <a:pt x="665192" y="188557"/>
                  </a:lnTo>
                  <a:lnTo>
                    <a:pt x="672170" y="187182"/>
                  </a:lnTo>
                  <a:close/>
                  <a:moveTo>
                    <a:pt x="735589" y="164463"/>
                  </a:moveTo>
                  <a:lnTo>
                    <a:pt x="710561" y="112926"/>
                  </a:lnTo>
                  <a:lnTo>
                    <a:pt x="672170" y="187182"/>
                  </a:lnTo>
                  <a:close/>
                  <a:moveTo>
                    <a:pt x="710561" y="112926"/>
                  </a:moveTo>
                  <a:lnTo>
                    <a:pt x="661465" y="133142"/>
                  </a:lnTo>
                  <a:lnTo>
                    <a:pt x="672170" y="187182"/>
                  </a:lnTo>
                  <a:close/>
                  <a:moveTo>
                    <a:pt x="641121" y="85483"/>
                  </a:moveTo>
                  <a:lnTo>
                    <a:pt x="661465" y="133142"/>
                  </a:lnTo>
                  <a:lnTo>
                    <a:pt x="644263" y="84384"/>
                  </a:lnTo>
                  <a:close/>
                  <a:moveTo>
                    <a:pt x="641121" y="85483"/>
                  </a:moveTo>
                  <a:lnTo>
                    <a:pt x="646915" y="137020"/>
                  </a:lnTo>
                  <a:lnTo>
                    <a:pt x="661465" y="133142"/>
                  </a:lnTo>
                  <a:close/>
                  <a:moveTo>
                    <a:pt x="710561" y="112926"/>
                  </a:moveTo>
                  <a:lnTo>
                    <a:pt x="697598" y="61389"/>
                  </a:lnTo>
                  <a:lnTo>
                    <a:pt x="661465" y="133142"/>
                  </a:lnTo>
                  <a:close/>
                  <a:moveTo>
                    <a:pt x="697598" y="61389"/>
                  </a:moveTo>
                  <a:lnTo>
                    <a:pt x="644263" y="84384"/>
                  </a:lnTo>
                  <a:lnTo>
                    <a:pt x="661465" y="133142"/>
                  </a:lnTo>
                  <a:close/>
                  <a:moveTo>
                    <a:pt x="626048" y="33947"/>
                  </a:moveTo>
                  <a:lnTo>
                    <a:pt x="641121" y="85483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689288" y="9853"/>
                  </a:lnTo>
                  <a:lnTo>
                    <a:pt x="644263" y="84384"/>
                  </a:lnTo>
                  <a:close/>
                  <a:moveTo>
                    <a:pt x="689288" y="9853"/>
                  </a:moveTo>
                  <a:lnTo>
                    <a:pt x="631725" y="31834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749799" y="99310"/>
                  </a:lnTo>
                  <a:lnTo>
                    <a:pt x="732635" y="50521"/>
                  </a:lnTo>
                  <a:close/>
                  <a:moveTo>
                    <a:pt x="697598" y="61389"/>
                  </a:moveTo>
                  <a:lnTo>
                    <a:pt x="710561" y="112926"/>
                  </a:lnTo>
                  <a:lnTo>
                    <a:pt x="749799" y="99310"/>
                  </a:lnTo>
                  <a:close/>
                  <a:moveTo>
                    <a:pt x="796688" y="88832"/>
                  </a:moveTo>
                  <a:lnTo>
                    <a:pt x="801797" y="60377"/>
                  </a:lnTo>
                  <a:lnTo>
                    <a:pt x="749799" y="99310"/>
                  </a:lnTo>
                  <a:close/>
                  <a:moveTo>
                    <a:pt x="749799" y="99310"/>
                  </a:moveTo>
                  <a:lnTo>
                    <a:pt x="792688" y="39682"/>
                  </a:lnTo>
                  <a:lnTo>
                    <a:pt x="732635" y="50521"/>
                  </a:lnTo>
                  <a:close/>
                  <a:moveTo>
                    <a:pt x="689288" y="9853"/>
                  </a:moveTo>
                  <a:lnTo>
                    <a:pt x="732635" y="50521"/>
                  </a:lnTo>
                  <a:lnTo>
                    <a:pt x="713704" y="3169"/>
                  </a:lnTo>
                  <a:close/>
                  <a:moveTo>
                    <a:pt x="689288" y="9853"/>
                  </a:moveTo>
                  <a:lnTo>
                    <a:pt x="697598" y="61389"/>
                  </a:lnTo>
                  <a:lnTo>
                    <a:pt x="732635" y="50521"/>
                  </a:lnTo>
                  <a:close/>
                  <a:moveTo>
                    <a:pt x="732635" y="50521"/>
                  </a:moveTo>
                  <a:lnTo>
                    <a:pt x="792688" y="39682"/>
                  </a:lnTo>
                  <a:lnTo>
                    <a:pt x="764321" y="0"/>
                  </a:lnTo>
                  <a:close/>
                  <a:moveTo>
                    <a:pt x="732635" y="50521"/>
                  </a:moveTo>
                  <a:lnTo>
                    <a:pt x="764321" y="0"/>
                  </a:lnTo>
                  <a:lnTo>
                    <a:pt x="713704" y="3169"/>
                  </a:lnTo>
                  <a:close/>
                  <a:moveTo>
                    <a:pt x="898761" y="116913"/>
                  </a:moveTo>
                  <a:lnTo>
                    <a:pt x="862202" y="111545"/>
                  </a:lnTo>
                  <a:lnTo>
                    <a:pt x="813080" y="85846"/>
                  </a:lnTo>
                  <a:close/>
                  <a:moveTo>
                    <a:pt x="933356" y="68004"/>
                  </a:moveTo>
                  <a:lnTo>
                    <a:pt x="898761" y="116913"/>
                  </a:lnTo>
                  <a:lnTo>
                    <a:pt x="899873" y="116275"/>
                  </a:lnTo>
                  <a:close/>
                  <a:moveTo>
                    <a:pt x="862202" y="111545"/>
                  </a:moveTo>
                  <a:lnTo>
                    <a:pt x="898761" y="116913"/>
                  </a:lnTo>
                  <a:lnTo>
                    <a:pt x="933356" y="68004"/>
                  </a:lnTo>
                  <a:close/>
                  <a:moveTo>
                    <a:pt x="933356" y="68004"/>
                  </a:moveTo>
                  <a:lnTo>
                    <a:pt x="899873" y="116275"/>
                  </a:lnTo>
                  <a:lnTo>
                    <a:pt x="965995" y="100236"/>
                  </a:lnTo>
                  <a:close/>
                  <a:moveTo>
                    <a:pt x="965995" y="100236"/>
                  </a:moveTo>
                  <a:lnTo>
                    <a:pt x="946018" y="64738"/>
                  </a:lnTo>
                  <a:lnTo>
                    <a:pt x="933356" y="68004"/>
                  </a:lnTo>
                  <a:close/>
                  <a:moveTo>
                    <a:pt x="986848" y="58522"/>
                  </a:moveTo>
                  <a:lnTo>
                    <a:pt x="946018" y="64738"/>
                  </a:lnTo>
                  <a:lnTo>
                    <a:pt x="965995" y="10023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2" name="Output_density__4351">
              <a:extLst>
                <a:ext uri="{FF2B5EF4-FFF2-40B4-BE49-F238E27FC236}">
                  <a16:creationId xmlns:a16="http://schemas.microsoft.com/office/drawing/2014/main" id="{2800AFE2-ACE2-E0E2-F813-240D93D23972}"/>
                </a:ext>
              </a:extLst>
            </p:cNvPr>
            <p:cNvSpPr>
              <a:spLocks noGrp="1"/>
            </p:cNvSpPr>
            <p:nvPr/>
          </p:nvSpPr>
          <p:spPr>
            <a:xfrm>
              <a:off x="15121051" y="3077396"/>
              <a:ext cx="862898" cy="280014"/>
            </a:xfrm>
            <a:custGeom>
              <a:avLst/>
              <a:gdLst/>
              <a:ahLst/>
              <a:cxnLst/>
              <a:rect l="0" t="0" r="0" b="0"/>
              <a:pathLst>
                <a:path w="862898" h="280014">
                  <a:moveTo>
                    <a:pt x="117109" y="235958"/>
                  </a:moveTo>
                  <a:lnTo>
                    <a:pt x="84739" y="249833"/>
                  </a:lnTo>
                  <a:lnTo>
                    <a:pt x="162075" y="229402"/>
                  </a:lnTo>
                  <a:close/>
                  <a:moveTo>
                    <a:pt x="189166" y="195790"/>
                  </a:moveTo>
                  <a:lnTo>
                    <a:pt x="202959" y="191457"/>
                  </a:lnTo>
                  <a:lnTo>
                    <a:pt x="220730" y="170243"/>
                  </a:lnTo>
                  <a:close/>
                  <a:moveTo>
                    <a:pt x="199736" y="195532"/>
                  </a:moveTo>
                  <a:lnTo>
                    <a:pt x="202959" y="191457"/>
                  </a:lnTo>
                  <a:lnTo>
                    <a:pt x="189166" y="195790"/>
                  </a:lnTo>
                  <a:close/>
                  <a:moveTo>
                    <a:pt x="162075" y="229402"/>
                  </a:moveTo>
                  <a:lnTo>
                    <a:pt x="199736" y="195532"/>
                  </a:lnTo>
                  <a:lnTo>
                    <a:pt x="189166" y="195790"/>
                  </a:lnTo>
                  <a:close/>
                  <a:moveTo>
                    <a:pt x="220730" y="170243"/>
                  </a:moveTo>
                  <a:lnTo>
                    <a:pt x="202959" y="191457"/>
                  </a:lnTo>
                  <a:lnTo>
                    <a:pt x="226877" y="162110"/>
                  </a:lnTo>
                  <a:close/>
                  <a:moveTo>
                    <a:pt x="19925" y="15633"/>
                  </a:moveTo>
                  <a:lnTo>
                    <a:pt x="0" y="39727"/>
                  </a:lnTo>
                  <a:lnTo>
                    <a:pt x="45381" y="7558"/>
                  </a:lnTo>
                  <a:close/>
                  <a:moveTo>
                    <a:pt x="0" y="39727"/>
                  </a:moveTo>
                  <a:lnTo>
                    <a:pt x="15403" y="30375"/>
                  </a:lnTo>
                  <a:lnTo>
                    <a:pt x="45381" y="7558"/>
                  </a:lnTo>
                  <a:close/>
                  <a:moveTo>
                    <a:pt x="45381" y="7558"/>
                  </a:moveTo>
                  <a:lnTo>
                    <a:pt x="15403" y="30375"/>
                  </a:lnTo>
                  <a:lnTo>
                    <a:pt x="90079" y="0"/>
                  </a:lnTo>
                  <a:close/>
                  <a:moveTo>
                    <a:pt x="801662" y="280014"/>
                  </a:moveTo>
                  <a:lnTo>
                    <a:pt x="811293" y="255920"/>
                  </a:lnTo>
                  <a:lnTo>
                    <a:pt x="807797" y="262159"/>
                  </a:lnTo>
                  <a:close/>
                  <a:moveTo>
                    <a:pt x="811293" y="255920"/>
                  </a:moveTo>
                  <a:lnTo>
                    <a:pt x="801662" y="280014"/>
                  </a:lnTo>
                  <a:lnTo>
                    <a:pt x="833970" y="204383"/>
                  </a:lnTo>
                  <a:close/>
                  <a:moveTo>
                    <a:pt x="655388" y="176583"/>
                  </a:moveTo>
                  <a:lnTo>
                    <a:pt x="664329" y="125404"/>
                  </a:lnTo>
                  <a:lnTo>
                    <a:pt x="656792" y="175877"/>
                  </a:lnTo>
                  <a:close/>
                  <a:moveTo>
                    <a:pt x="819859" y="244757"/>
                  </a:moveTo>
                  <a:lnTo>
                    <a:pt x="807797" y="26215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322" y="222695"/>
                  </a:lnTo>
                  <a:lnTo>
                    <a:pt x="811293" y="255920"/>
                  </a:lnTo>
                  <a:close/>
                  <a:moveTo>
                    <a:pt x="833970" y="204383"/>
                  </a:moveTo>
                  <a:lnTo>
                    <a:pt x="849985" y="18028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970" y="204383"/>
                  </a:lnTo>
                  <a:lnTo>
                    <a:pt x="862898" y="158598"/>
                  </a:lnTo>
                  <a:close/>
                  <a:moveTo>
                    <a:pt x="833970" y="204383"/>
                  </a:moveTo>
                  <a:lnTo>
                    <a:pt x="837893" y="200009"/>
                  </a:lnTo>
                  <a:lnTo>
                    <a:pt x="862898" y="158598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53" name="Output_density__4352">
              <a:extLst>
                <a:ext uri="{FF2B5EF4-FFF2-40B4-BE49-F238E27FC236}">
                  <a16:creationId xmlns:a16="http://schemas.microsoft.com/office/drawing/2014/main" id="{215AE257-59F7-F77D-3E4E-FB701B0DDE53}"/>
                </a:ext>
              </a:extLst>
            </p:cNvPr>
            <p:cNvSpPr>
              <a:spLocks noGrp="1"/>
            </p:cNvSpPr>
            <p:nvPr/>
          </p:nvSpPr>
          <p:spPr>
            <a:xfrm>
              <a:off x="15101859" y="3071674"/>
              <a:ext cx="710043" cy="326675"/>
            </a:xfrm>
            <a:custGeom>
              <a:avLst/>
              <a:gdLst/>
              <a:ahLst/>
              <a:cxnLst/>
              <a:rect l="0" t="0" r="0" b="0"/>
              <a:pathLst>
                <a:path w="710043" h="326675">
                  <a:moveTo>
                    <a:pt x="66167" y="200059"/>
                  </a:moveTo>
                  <a:lnTo>
                    <a:pt x="54738" y="246304"/>
                  </a:lnTo>
                  <a:lnTo>
                    <a:pt x="80928" y="209323"/>
                  </a:lnTo>
                  <a:close/>
                  <a:moveTo>
                    <a:pt x="12797" y="224153"/>
                  </a:moveTo>
                  <a:lnTo>
                    <a:pt x="66167" y="200059"/>
                  </a:lnTo>
                  <a:lnTo>
                    <a:pt x="0" y="216326"/>
                  </a:lnTo>
                  <a:close/>
                  <a:moveTo>
                    <a:pt x="116023" y="205641"/>
                  </a:moveTo>
                  <a:lnTo>
                    <a:pt x="80928" y="209323"/>
                  </a:lnTo>
                  <a:lnTo>
                    <a:pt x="165027" y="214182"/>
                  </a:lnTo>
                  <a:close/>
                  <a:moveTo>
                    <a:pt x="26173" y="96986"/>
                  </a:moveTo>
                  <a:lnTo>
                    <a:pt x="33088" y="70236"/>
                  </a:lnTo>
                  <a:lnTo>
                    <a:pt x="31949" y="74395"/>
                  </a:lnTo>
                  <a:close/>
                  <a:moveTo>
                    <a:pt x="39117" y="21355"/>
                  </a:moveTo>
                  <a:lnTo>
                    <a:pt x="33088" y="70236"/>
                  </a:lnTo>
                  <a:lnTo>
                    <a:pt x="26173" y="96986"/>
                  </a:lnTo>
                  <a:close/>
                  <a:moveTo>
                    <a:pt x="89730" y="65403"/>
                  </a:moveTo>
                  <a:lnTo>
                    <a:pt x="55156" y="118271"/>
                  </a:lnTo>
                  <a:lnTo>
                    <a:pt x="34656" y="72195"/>
                  </a:lnTo>
                  <a:close/>
                  <a:moveTo>
                    <a:pt x="34656" y="72195"/>
                  </a:moveTo>
                  <a:lnTo>
                    <a:pt x="39117" y="21355"/>
                  </a:lnTo>
                  <a:lnTo>
                    <a:pt x="93002" y="0"/>
                  </a:lnTo>
                  <a:close/>
                  <a:moveTo>
                    <a:pt x="34656" y="72195"/>
                  </a:moveTo>
                  <a:lnTo>
                    <a:pt x="93002" y="0"/>
                  </a:lnTo>
                  <a:lnTo>
                    <a:pt x="89730" y="65403"/>
                  </a:lnTo>
                  <a:close/>
                  <a:moveTo>
                    <a:pt x="93002" y="0"/>
                  </a:moveTo>
                  <a:lnTo>
                    <a:pt x="133736" y="4866"/>
                  </a:lnTo>
                  <a:lnTo>
                    <a:pt x="89730" y="65403"/>
                  </a:lnTo>
                  <a:close/>
                  <a:moveTo>
                    <a:pt x="231356" y="88970"/>
                  </a:moveTo>
                  <a:lnTo>
                    <a:pt x="270931" y="94779"/>
                  </a:lnTo>
                  <a:lnTo>
                    <a:pt x="272637" y="30649"/>
                  </a:lnTo>
                  <a:close/>
                  <a:moveTo>
                    <a:pt x="231356" y="88970"/>
                  </a:moveTo>
                  <a:lnTo>
                    <a:pt x="272637" y="30649"/>
                  </a:lnTo>
                  <a:lnTo>
                    <a:pt x="227824" y="29099"/>
                  </a:lnTo>
                  <a:close/>
                  <a:moveTo>
                    <a:pt x="231356" y="88970"/>
                  </a:moveTo>
                  <a:lnTo>
                    <a:pt x="227824" y="29099"/>
                  </a:lnTo>
                  <a:lnTo>
                    <a:pt x="205215" y="76241"/>
                  </a:lnTo>
                  <a:close/>
                  <a:moveTo>
                    <a:pt x="227824" y="29099"/>
                  </a:moveTo>
                  <a:lnTo>
                    <a:pt x="212381" y="24704"/>
                  </a:lnTo>
                  <a:lnTo>
                    <a:pt x="205215" y="76241"/>
                  </a:lnTo>
                  <a:close/>
                  <a:moveTo>
                    <a:pt x="676118" y="268994"/>
                  </a:moveTo>
                  <a:lnTo>
                    <a:pt x="710043" y="279395"/>
                  </a:lnTo>
                  <a:lnTo>
                    <a:pt x="682345" y="326675"/>
                  </a:lnTo>
                  <a:close/>
                  <a:moveTo>
                    <a:pt x="694457" y="210105"/>
                  </a:moveTo>
                  <a:lnTo>
                    <a:pt x="675985" y="181598"/>
                  </a:lnTo>
                  <a:lnTo>
                    <a:pt x="702111" y="22310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54" name="Output_density__4353">
              <a:extLst>
                <a:ext uri="{FF2B5EF4-FFF2-40B4-BE49-F238E27FC236}">
                  <a16:creationId xmlns:a16="http://schemas.microsoft.com/office/drawing/2014/main" id="{CD860941-6F5C-D588-61E8-D9D1C1931A9E}"/>
                </a:ext>
              </a:extLst>
            </p:cNvPr>
            <p:cNvSpPr>
              <a:spLocks noGrp="1"/>
            </p:cNvSpPr>
            <p:nvPr/>
          </p:nvSpPr>
          <p:spPr>
            <a:xfrm>
              <a:off x="15048856" y="3010172"/>
              <a:ext cx="941117" cy="277827"/>
            </a:xfrm>
            <a:custGeom>
              <a:avLst/>
              <a:gdLst/>
              <a:ahLst/>
              <a:cxnLst/>
              <a:rect l="0" t="0" r="0" b="0"/>
              <a:pathLst>
                <a:path w="941117" h="277827">
                  <a:moveTo>
                    <a:pt x="119169" y="261561"/>
                  </a:moveTo>
                  <a:lnTo>
                    <a:pt x="73203" y="218453"/>
                  </a:lnTo>
                  <a:lnTo>
                    <a:pt x="53003" y="277827"/>
                  </a:lnTo>
                  <a:close/>
                  <a:moveTo>
                    <a:pt x="65602" y="210024"/>
                  </a:moveTo>
                  <a:lnTo>
                    <a:pt x="3347" y="234118"/>
                  </a:lnTo>
                  <a:lnTo>
                    <a:pt x="53003" y="277827"/>
                  </a:lnTo>
                  <a:close/>
                  <a:moveTo>
                    <a:pt x="135063" y="237467"/>
                  </a:moveTo>
                  <a:lnTo>
                    <a:pt x="133930" y="270825"/>
                  </a:lnTo>
                  <a:lnTo>
                    <a:pt x="169026" y="267143"/>
                  </a:lnTo>
                  <a:close/>
                  <a:moveTo>
                    <a:pt x="135063" y="237467"/>
                  </a:moveTo>
                  <a:lnTo>
                    <a:pt x="119169" y="261561"/>
                  </a:lnTo>
                  <a:lnTo>
                    <a:pt x="133930" y="270825"/>
                  </a:lnTo>
                  <a:close/>
                  <a:moveTo>
                    <a:pt x="103529" y="185930"/>
                  </a:moveTo>
                  <a:lnTo>
                    <a:pt x="119169" y="261561"/>
                  </a:lnTo>
                  <a:lnTo>
                    <a:pt x="135063" y="237467"/>
                  </a:lnTo>
                  <a:close/>
                  <a:moveTo>
                    <a:pt x="136720" y="146357"/>
                  </a:moveTo>
                  <a:lnTo>
                    <a:pt x="79176" y="158487"/>
                  </a:lnTo>
                  <a:lnTo>
                    <a:pt x="88693" y="195598"/>
                  </a:lnTo>
                  <a:close/>
                  <a:moveTo>
                    <a:pt x="88693" y="195598"/>
                  </a:moveTo>
                  <a:lnTo>
                    <a:pt x="79176" y="158487"/>
                  </a:lnTo>
                  <a:lnTo>
                    <a:pt x="84951" y="135897"/>
                  </a:lnTo>
                  <a:close/>
                  <a:moveTo>
                    <a:pt x="88693" y="195598"/>
                  </a:moveTo>
                  <a:lnTo>
                    <a:pt x="103529" y="185930"/>
                  </a:lnTo>
                  <a:lnTo>
                    <a:pt x="136720" y="146357"/>
                  </a:lnTo>
                  <a:close/>
                  <a:moveTo>
                    <a:pt x="5192" y="100015"/>
                  </a:moveTo>
                  <a:lnTo>
                    <a:pt x="0" y="119435"/>
                  </a:lnTo>
                  <a:lnTo>
                    <a:pt x="56065" y="82857"/>
                  </a:lnTo>
                  <a:close/>
                  <a:moveTo>
                    <a:pt x="56065" y="82857"/>
                  </a:moveTo>
                  <a:lnTo>
                    <a:pt x="44609" y="158487"/>
                  </a:lnTo>
                  <a:lnTo>
                    <a:pt x="86091" y="131738"/>
                  </a:lnTo>
                  <a:close/>
                  <a:moveTo>
                    <a:pt x="86091" y="131738"/>
                  </a:moveTo>
                  <a:lnTo>
                    <a:pt x="44609" y="158487"/>
                  </a:lnTo>
                  <a:lnTo>
                    <a:pt x="84951" y="135897"/>
                  </a:lnTo>
                  <a:close/>
                  <a:moveTo>
                    <a:pt x="325640" y="92150"/>
                  </a:moveTo>
                  <a:lnTo>
                    <a:pt x="269430" y="37123"/>
                  </a:lnTo>
                  <a:lnTo>
                    <a:pt x="280827" y="90600"/>
                  </a:lnTo>
                  <a:close/>
                  <a:moveTo>
                    <a:pt x="209485" y="47875"/>
                  </a:moveTo>
                  <a:lnTo>
                    <a:pt x="265384" y="86206"/>
                  </a:lnTo>
                  <a:lnTo>
                    <a:pt x="280827" y="90600"/>
                  </a:lnTo>
                  <a:close/>
                  <a:moveTo>
                    <a:pt x="610294" y="154635"/>
                  </a:moveTo>
                  <a:lnTo>
                    <a:pt x="655111" y="192628"/>
                  </a:lnTo>
                  <a:lnTo>
                    <a:pt x="666111" y="116997"/>
                  </a:lnTo>
                  <a:close/>
                  <a:moveTo>
                    <a:pt x="666111" y="116997"/>
                  </a:moveTo>
                  <a:lnTo>
                    <a:pt x="655111" y="192628"/>
                  </a:lnTo>
                  <a:lnTo>
                    <a:pt x="689433" y="140947"/>
                  </a:lnTo>
                  <a:close/>
                  <a:moveTo>
                    <a:pt x="689433" y="140947"/>
                  </a:moveTo>
                  <a:lnTo>
                    <a:pt x="655111" y="192628"/>
                  </a:lnTo>
                  <a:lnTo>
                    <a:pt x="677803" y="183988"/>
                  </a:lnTo>
                  <a:close/>
                  <a:moveTo>
                    <a:pt x="747460" y="271607"/>
                  </a:moveTo>
                  <a:lnTo>
                    <a:pt x="752431" y="220070"/>
                  </a:lnTo>
                  <a:lnTo>
                    <a:pt x="728987" y="243100"/>
                  </a:lnTo>
                  <a:close/>
                  <a:moveTo>
                    <a:pt x="872154" y="227434"/>
                  </a:moveTo>
                  <a:lnTo>
                    <a:pt x="911844" y="233148"/>
                  </a:lnTo>
                  <a:lnTo>
                    <a:pt x="906407" y="174826"/>
                  </a:lnTo>
                  <a:close/>
                  <a:moveTo>
                    <a:pt x="900778" y="137300"/>
                  </a:moveTo>
                  <a:lnTo>
                    <a:pt x="888057" y="120346"/>
                  </a:lnTo>
                  <a:lnTo>
                    <a:pt x="906407" y="174826"/>
                  </a:lnTo>
                  <a:close/>
                  <a:moveTo>
                    <a:pt x="941117" y="121846"/>
                  </a:moveTo>
                  <a:lnTo>
                    <a:pt x="900778" y="137300"/>
                  </a:lnTo>
                  <a:lnTo>
                    <a:pt x="906407" y="174826"/>
                  </a:lnTo>
                  <a:close/>
                  <a:moveTo>
                    <a:pt x="775265" y="79992"/>
                  </a:moveTo>
                  <a:lnTo>
                    <a:pt x="769269" y="129863"/>
                  </a:lnTo>
                  <a:lnTo>
                    <a:pt x="826108" y="68809"/>
                  </a:lnTo>
                  <a:close/>
                  <a:moveTo>
                    <a:pt x="775265" y="79992"/>
                  </a:moveTo>
                  <a:lnTo>
                    <a:pt x="826108" y="68809"/>
                  </a:lnTo>
                  <a:lnTo>
                    <a:pt x="783821" y="49368"/>
                  </a:lnTo>
                  <a:close/>
                  <a:moveTo>
                    <a:pt x="888057" y="120346"/>
                  </a:moveTo>
                  <a:lnTo>
                    <a:pt x="900778" y="137300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837611" y="75807"/>
                  </a:lnTo>
                  <a:lnTo>
                    <a:pt x="888057" y="120346"/>
                  </a:lnTo>
                  <a:close/>
                  <a:moveTo>
                    <a:pt x="837971" y="66996"/>
                  </a:moveTo>
                  <a:lnTo>
                    <a:pt x="837611" y="75807"/>
                  </a:lnTo>
                  <a:lnTo>
                    <a:pt x="898586" y="118442"/>
                  </a:lnTo>
                  <a:close/>
                  <a:moveTo>
                    <a:pt x="896641" y="57280"/>
                  </a:moveTo>
                  <a:lnTo>
                    <a:pt x="837971" y="66996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900778" y="137300"/>
                  </a:lnTo>
                  <a:lnTo>
                    <a:pt x="922784" y="120346"/>
                  </a:lnTo>
                  <a:close/>
                  <a:moveTo>
                    <a:pt x="826108" y="68809"/>
                  </a:moveTo>
                  <a:lnTo>
                    <a:pt x="837611" y="75807"/>
                  </a:lnTo>
                  <a:lnTo>
                    <a:pt x="837971" y="66996"/>
                  </a:lnTo>
                  <a:close/>
                  <a:moveTo>
                    <a:pt x="837971" y="66996"/>
                  </a:moveTo>
                  <a:lnTo>
                    <a:pt x="783821" y="49368"/>
                  </a:lnTo>
                  <a:lnTo>
                    <a:pt x="826108" y="68809"/>
                  </a:lnTo>
                  <a:close/>
                  <a:moveTo>
                    <a:pt x="837971" y="66996"/>
                  </a:moveTo>
                  <a:lnTo>
                    <a:pt x="896641" y="57280"/>
                  </a:lnTo>
                  <a:lnTo>
                    <a:pt x="889921" y="0"/>
                  </a:lnTo>
                  <a:close/>
                  <a:moveTo>
                    <a:pt x="837971" y="66996"/>
                  </a:moveTo>
                  <a:lnTo>
                    <a:pt x="889921" y="0"/>
                  </a:lnTo>
                  <a:lnTo>
                    <a:pt x="840684" y="204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5" name="Output_density__4354">
              <a:extLst>
                <a:ext uri="{FF2B5EF4-FFF2-40B4-BE49-F238E27FC236}">
                  <a16:creationId xmlns:a16="http://schemas.microsoft.com/office/drawing/2014/main" id="{B4D41ACD-20BB-E4A2-6958-BA0EA4130C6F}"/>
                </a:ext>
              </a:extLst>
            </p:cNvPr>
            <p:cNvSpPr>
              <a:spLocks noGrp="1"/>
            </p:cNvSpPr>
            <p:nvPr/>
          </p:nvSpPr>
          <p:spPr>
            <a:xfrm>
              <a:off x="14964608" y="2945480"/>
              <a:ext cx="990655" cy="395188"/>
            </a:xfrm>
            <a:custGeom>
              <a:avLst/>
              <a:gdLst/>
              <a:ahLst/>
              <a:cxnLst/>
              <a:rect l="0" t="0" r="0" b="0"/>
              <a:pathLst>
                <a:path w="990655" h="395188">
                  <a:moveTo>
                    <a:pt x="149849" y="274716"/>
                  </a:moveTo>
                  <a:lnTo>
                    <a:pt x="137250" y="342520"/>
                  </a:lnTo>
                  <a:lnTo>
                    <a:pt x="157451" y="283146"/>
                  </a:lnTo>
                  <a:close/>
                  <a:moveTo>
                    <a:pt x="77886" y="236843"/>
                  </a:moveTo>
                  <a:lnTo>
                    <a:pt x="72844" y="276390"/>
                  </a:lnTo>
                  <a:lnTo>
                    <a:pt x="128856" y="223180"/>
                  </a:lnTo>
                  <a:close/>
                  <a:moveTo>
                    <a:pt x="128856" y="223180"/>
                  </a:moveTo>
                  <a:lnTo>
                    <a:pt x="72844" y="276390"/>
                  </a:lnTo>
                  <a:lnTo>
                    <a:pt x="87595" y="298810"/>
                  </a:lnTo>
                  <a:close/>
                  <a:moveTo>
                    <a:pt x="128856" y="223180"/>
                  </a:moveTo>
                  <a:lnTo>
                    <a:pt x="87595" y="298810"/>
                  </a:lnTo>
                  <a:lnTo>
                    <a:pt x="149849" y="274716"/>
                  </a:lnTo>
                  <a:close/>
                  <a:moveTo>
                    <a:pt x="74902" y="171643"/>
                  </a:moveTo>
                  <a:lnTo>
                    <a:pt x="77886" y="236843"/>
                  </a:lnTo>
                  <a:lnTo>
                    <a:pt x="84248" y="184128"/>
                  </a:lnTo>
                  <a:close/>
                  <a:moveTo>
                    <a:pt x="52709" y="247274"/>
                  </a:moveTo>
                  <a:lnTo>
                    <a:pt x="77886" y="236843"/>
                  </a:lnTo>
                  <a:lnTo>
                    <a:pt x="74902" y="171643"/>
                  </a:lnTo>
                  <a:close/>
                  <a:moveTo>
                    <a:pt x="32345" y="195737"/>
                  </a:moveTo>
                  <a:lnTo>
                    <a:pt x="52709" y="247274"/>
                  </a:lnTo>
                  <a:lnTo>
                    <a:pt x="74902" y="171643"/>
                  </a:lnTo>
                  <a:close/>
                  <a:moveTo>
                    <a:pt x="77886" y="236843"/>
                  </a:moveTo>
                  <a:lnTo>
                    <a:pt x="128856" y="223180"/>
                  </a:lnTo>
                  <a:lnTo>
                    <a:pt x="84248" y="184128"/>
                  </a:lnTo>
                  <a:close/>
                  <a:moveTo>
                    <a:pt x="0" y="144200"/>
                  </a:moveTo>
                  <a:lnTo>
                    <a:pt x="74902" y="171643"/>
                  </a:lnTo>
                  <a:lnTo>
                    <a:pt x="41778" y="120106"/>
                  </a:lnTo>
                  <a:close/>
                  <a:moveTo>
                    <a:pt x="172941" y="260290"/>
                  </a:moveTo>
                  <a:lnTo>
                    <a:pt x="157451" y="283146"/>
                  </a:lnTo>
                  <a:lnTo>
                    <a:pt x="187777" y="250622"/>
                  </a:lnTo>
                  <a:close/>
                  <a:moveTo>
                    <a:pt x="187777" y="250622"/>
                  </a:moveTo>
                  <a:lnTo>
                    <a:pt x="157451" y="283146"/>
                  </a:lnTo>
                  <a:lnTo>
                    <a:pt x="203417" y="326253"/>
                  </a:lnTo>
                  <a:close/>
                  <a:moveTo>
                    <a:pt x="149849" y="274716"/>
                  </a:moveTo>
                  <a:lnTo>
                    <a:pt x="157451" y="283146"/>
                  </a:lnTo>
                  <a:lnTo>
                    <a:pt x="172941" y="260290"/>
                  </a:lnTo>
                  <a:close/>
                  <a:moveTo>
                    <a:pt x="128856" y="223180"/>
                  </a:moveTo>
                  <a:lnTo>
                    <a:pt x="172941" y="260290"/>
                  </a:lnTo>
                  <a:lnTo>
                    <a:pt x="169199" y="200589"/>
                  </a:lnTo>
                  <a:close/>
                  <a:moveTo>
                    <a:pt x="128856" y="223180"/>
                  </a:moveTo>
                  <a:lnTo>
                    <a:pt x="149849" y="274716"/>
                  </a:lnTo>
                  <a:lnTo>
                    <a:pt x="172941" y="260290"/>
                  </a:lnTo>
                  <a:close/>
                  <a:moveTo>
                    <a:pt x="84248" y="184128"/>
                  </a:moveTo>
                  <a:lnTo>
                    <a:pt x="128856" y="223180"/>
                  </a:lnTo>
                  <a:lnTo>
                    <a:pt x="140313" y="147549"/>
                  </a:lnTo>
                  <a:close/>
                  <a:moveTo>
                    <a:pt x="74902" y="171643"/>
                  </a:moveTo>
                  <a:lnTo>
                    <a:pt x="84248" y="184128"/>
                  </a:lnTo>
                  <a:lnTo>
                    <a:pt x="89440" y="164707"/>
                  </a:lnTo>
                  <a:close/>
                  <a:moveTo>
                    <a:pt x="41778" y="120106"/>
                  </a:moveTo>
                  <a:lnTo>
                    <a:pt x="74902" y="171643"/>
                  </a:lnTo>
                  <a:lnTo>
                    <a:pt x="89440" y="164707"/>
                  </a:lnTo>
                  <a:close/>
                  <a:moveTo>
                    <a:pt x="140313" y="147549"/>
                  </a:moveTo>
                  <a:lnTo>
                    <a:pt x="103006" y="96012"/>
                  </a:lnTo>
                  <a:lnTo>
                    <a:pt x="89440" y="164707"/>
                  </a:lnTo>
                  <a:close/>
                  <a:moveTo>
                    <a:pt x="409888" y="156843"/>
                  </a:moveTo>
                  <a:lnTo>
                    <a:pt x="379419" y="99362"/>
                  </a:lnTo>
                  <a:lnTo>
                    <a:pt x="353678" y="101815"/>
                  </a:lnTo>
                  <a:close/>
                  <a:moveTo>
                    <a:pt x="319700" y="135717"/>
                  </a:moveTo>
                  <a:lnTo>
                    <a:pt x="349632" y="150898"/>
                  </a:lnTo>
                  <a:lnTo>
                    <a:pt x="293732" y="112568"/>
                  </a:lnTo>
                  <a:close/>
                  <a:moveTo>
                    <a:pt x="293732" y="112568"/>
                  </a:moveTo>
                  <a:lnTo>
                    <a:pt x="365074" y="155293"/>
                  </a:lnTo>
                  <a:lnTo>
                    <a:pt x="353678" y="101815"/>
                  </a:lnTo>
                  <a:close/>
                  <a:moveTo>
                    <a:pt x="293732" y="112568"/>
                  </a:moveTo>
                  <a:lnTo>
                    <a:pt x="353678" y="101815"/>
                  </a:lnTo>
                  <a:lnTo>
                    <a:pt x="341445" y="49017"/>
                  </a:lnTo>
                  <a:close/>
                  <a:moveTo>
                    <a:pt x="293732" y="112568"/>
                  </a:moveTo>
                  <a:lnTo>
                    <a:pt x="341445" y="49017"/>
                  </a:lnTo>
                  <a:lnTo>
                    <a:pt x="290714" y="52278"/>
                  </a:lnTo>
                  <a:close/>
                  <a:moveTo>
                    <a:pt x="235257" y="59382"/>
                  </a:moveTo>
                  <a:lnTo>
                    <a:pt x="290714" y="52278"/>
                  </a:lnTo>
                  <a:lnTo>
                    <a:pt x="274677" y="2573"/>
                  </a:lnTo>
                  <a:close/>
                  <a:moveTo>
                    <a:pt x="698991" y="199221"/>
                  </a:moveTo>
                  <a:lnTo>
                    <a:pt x="694542" y="219327"/>
                  </a:lnTo>
                  <a:lnTo>
                    <a:pt x="750359" y="181690"/>
                  </a:lnTo>
                  <a:close/>
                  <a:moveTo>
                    <a:pt x="762050" y="248680"/>
                  </a:moveTo>
                  <a:lnTo>
                    <a:pt x="799802" y="233226"/>
                  </a:lnTo>
                  <a:lnTo>
                    <a:pt x="773681" y="205639"/>
                  </a:lnTo>
                  <a:close/>
                  <a:moveTo>
                    <a:pt x="680943" y="205783"/>
                  </a:moveTo>
                  <a:lnTo>
                    <a:pt x="694542" y="219327"/>
                  </a:lnTo>
                  <a:lnTo>
                    <a:pt x="698991" y="199221"/>
                  </a:lnTo>
                  <a:close/>
                  <a:moveTo>
                    <a:pt x="638218" y="154246"/>
                  </a:moveTo>
                  <a:lnTo>
                    <a:pt x="698991" y="199221"/>
                  </a:lnTo>
                  <a:lnTo>
                    <a:pt x="706660" y="130243"/>
                  </a:lnTo>
                  <a:close/>
                  <a:moveTo>
                    <a:pt x="638218" y="154246"/>
                  </a:moveTo>
                  <a:lnTo>
                    <a:pt x="680943" y="205783"/>
                  </a:lnTo>
                  <a:lnTo>
                    <a:pt x="698991" y="199221"/>
                  </a:lnTo>
                  <a:close/>
                  <a:moveTo>
                    <a:pt x="750359" y="181690"/>
                  </a:moveTo>
                  <a:lnTo>
                    <a:pt x="706884" y="130153"/>
                  </a:lnTo>
                  <a:lnTo>
                    <a:pt x="698991" y="199221"/>
                  </a:lnTo>
                  <a:close/>
                  <a:moveTo>
                    <a:pt x="839361" y="349295"/>
                  </a:moveTo>
                  <a:lnTo>
                    <a:pt x="817196" y="368333"/>
                  </a:lnTo>
                  <a:lnTo>
                    <a:pt x="831708" y="336299"/>
                  </a:lnTo>
                  <a:close/>
                  <a:moveTo>
                    <a:pt x="813368" y="395188"/>
                  </a:moveTo>
                  <a:lnTo>
                    <a:pt x="817196" y="368333"/>
                  </a:lnTo>
                  <a:lnTo>
                    <a:pt x="839361" y="349295"/>
                  </a:lnTo>
                  <a:close/>
                  <a:moveTo>
                    <a:pt x="799802" y="233226"/>
                  </a:moveTo>
                  <a:lnTo>
                    <a:pt x="847109" y="280254"/>
                  </a:lnTo>
                  <a:lnTo>
                    <a:pt x="849012" y="215964"/>
                  </a:lnTo>
                  <a:close/>
                  <a:moveTo>
                    <a:pt x="779324" y="171894"/>
                  </a:moveTo>
                  <a:lnTo>
                    <a:pt x="773681" y="205639"/>
                  </a:lnTo>
                  <a:lnTo>
                    <a:pt x="818322" y="157595"/>
                  </a:lnTo>
                  <a:close/>
                  <a:moveTo>
                    <a:pt x="773681" y="205639"/>
                  </a:moveTo>
                  <a:lnTo>
                    <a:pt x="799802" y="233226"/>
                  </a:lnTo>
                  <a:lnTo>
                    <a:pt x="818322" y="157595"/>
                  </a:lnTo>
                  <a:close/>
                  <a:moveTo>
                    <a:pt x="818322" y="157595"/>
                  </a:moveTo>
                  <a:lnTo>
                    <a:pt x="799802" y="233226"/>
                  </a:lnTo>
                  <a:lnTo>
                    <a:pt x="853517" y="194555"/>
                  </a:lnTo>
                  <a:close/>
                  <a:moveTo>
                    <a:pt x="853517" y="194555"/>
                  </a:moveTo>
                  <a:lnTo>
                    <a:pt x="799802" y="233226"/>
                  </a:lnTo>
                  <a:lnTo>
                    <a:pt x="849012" y="215964"/>
                  </a:lnTo>
                  <a:close/>
                  <a:moveTo>
                    <a:pt x="849012" y="215964"/>
                  </a:moveTo>
                  <a:lnTo>
                    <a:pt x="869630" y="209132"/>
                  </a:lnTo>
                  <a:lnTo>
                    <a:pt x="853517" y="194555"/>
                  </a:lnTo>
                  <a:close/>
                  <a:moveTo>
                    <a:pt x="750359" y="181690"/>
                  </a:moveTo>
                  <a:lnTo>
                    <a:pt x="773681" y="205639"/>
                  </a:lnTo>
                  <a:lnTo>
                    <a:pt x="779324" y="171894"/>
                  </a:lnTo>
                  <a:close/>
                  <a:moveTo>
                    <a:pt x="770032" y="106059"/>
                  </a:moveTo>
                  <a:lnTo>
                    <a:pt x="779324" y="171894"/>
                  </a:lnTo>
                  <a:lnTo>
                    <a:pt x="789537" y="130023"/>
                  </a:lnTo>
                  <a:close/>
                  <a:moveTo>
                    <a:pt x="750359" y="181690"/>
                  </a:moveTo>
                  <a:lnTo>
                    <a:pt x="779324" y="171894"/>
                  </a:lnTo>
                  <a:lnTo>
                    <a:pt x="770032" y="106059"/>
                  </a:lnTo>
                  <a:close/>
                  <a:moveTo>
                    <a:pt x="706884" y="130153"/>
                  </a:moveTo>
                  <a:lnTo>
                    <a:pt x="750359" y="181690"/>
                  </a:lnTo>
                  <a:lnTo>
                    <a:pt x="770032" y="106059"/>
                  </a:lnTo>
                  <a:close/>
                  <a:moveTo>
                    <a:pt x="779324" y="171894"/>
                  </a:moveTo>
                  <a:lnTo>
                    <a:pt x="818322" y="157595"/>
                  </a:lnTo>
                  <a:lnTo>
                    <a:pt x="789537" y="130023"/>
                  </a:lnTo>
                  <a:close/>
                  <a:moveTo>
                    <a:pt x="956402" y="292126"/>
                  </a:moveTo>
                  <a:lnTo>
                    <a:pt x="990655" y="239518"/>
                  </a:lnTo>
                  <a:lnTo>
                    <a:pt x="933166" y="248273"/>
                  </a:lnTo>
                  <a:close/>
                  <a:moveTo>
                    <a:pt x="990655" y="239518"/>
                  </a:moveTo>
                  <a:lnTo>
                    <a:pt x="972305" y="185038"/>
                  </a:lnTo>
                  <a:lnTo>
                    <a:pt x="917105" y="198588"/>
                  </a:lnTo>
                  <a:close/>
                  <a:moveTo>
                    <a:pt x="990655" y="239518"/>
                  </a:moveTo>
                  <a:lnTo>
                    <a:pt x="917105" y="198588"/>
                  </a:lnTo>
                  <a:lnTo>
                    <a:pt x="933166" y="248273"/>
                  </a:lnTo>
                  <a:close/>
                  <a:moveTo>
                    <a:pt x="853517" y="194555"/>
                  </a:moveTo>
                  <a:lnTo>
                    <a:pt x="869630" y="209132"/>
                  </a:lnTo>
                  <a:lnTo>
                    <a:pt x="910356" y="133501"/>
                  </a:lnTo>
                  <a:close/>
                  <a:moveTo>
                    <a:pt x="910356" y="133501"/>
                  </a:moveTo>
                  <a:lnTo>
                    <a:pt x="869630" y="209132"/>
                  </a:lnTo>
                  <a:lnTo>
                    <a:pt x="921859" y="140499"/>
                  </a:lnTo>
                  <a:close/>
                  <a:moveTo>
                    <a:pt x="921859" y="140499"/>
                  </a:moveTo>
                  <a:lnTo>
                    <a:pt x="869630" y="209132"/>
                  </a:lnTo>
                  <a:lnTo>
                    <a:pt x="917105" y="198588"/>
                  </a:lnTo>
                  <a:close/>
                  <a:moveTo>
                    <a:pt x="917105" y="198588"/>
                  </a:moveTo>
                  <a:lnTo>
                    <a:pt x="972305" y="185038"/>
                  </a:lnTo>
                  <a:lnTo>
                    <a:pt x="921859" y="140499"/>
                  </a:lnTo>
                  <a:close/>
                  <a:moveTo>
                    <a:pt x="818322" y="157595"/>
                  </a:moveTo>
                  <a:lnTo>
                    <a:pt x="853517" y="194555"/>
                  </a:lnTo>
                  <a:lnTo>
                    <a:pt x="859512" y="144685"/>
                  </a:lnTo>
                  <a:close/>
                  <a:moveTo>
                    <a:pt x="789537" y="130023"/>
                  </a:moveTo>
                  <a:lnTo>
                    <a:pt x="818322" y="157595"/>
                  </a:lnTo>
                  <a:lnTo>
                    <a:pt x="838841" y="81965"/>
                  </a:lnTo>
                  <a:close/>
                  <a:moveTo>
                    <a:pt x="838841" y="81965"/>
                  </a:moveTo>
                  <a:lnTo>
                    <a:pt x="818322" y="157595"/>
                  </a:lnTo>
                  <a:lnTo>
                    <a:pt x="868068" y="114061"/>
                  </a:lnTo>
                  <a:close/>
                  <a:moveTo>
                    <a:pt x="868068" y="114061"/>
                  </a:moveTo>
                  <a:lnTo>
                    <a:pt x="818322" y="157595"/>
                  </a:lnTo>
                  <a:lnTo>
                    <a:pt x="859512" y="144685"/>
                  </a:lnTo>
                  <a:close/>
                  <a:moveTo>
                    <a:pt x="742840" y="2986"/>
                  </a:moveTo>
                  <a:lnTo>
                    <a:pt x="774213" y="50564"/>
                  </a:lnTo>
                  <a:lnTo>
                    <a:pt x="759232" y="0"/>
                  </a:lnTo>
                  <a:close/>
                  <a:moveTo>
                    <a:pt x="869174" y="74087"/>
                  </a:moveTo>
                  <a:lnTo>
                    <a:pt x="868068" y="114061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869174" y="74087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912148" y="14390"/>
                  </a:lnTo>
                  <a:lnTo>
                    <a:pt x="869174" y="74087"/>
                  </a:lnTo>
                  <a:close/>
                  <a:moveTo>
                    <a:pt x="924932" y="66739"/>
                  </a:moveTo>
                  <a:lnTo>
                    <a:pt x="974169" y="64692"/>
                  </a:lnTo>
                  <a:lnTo>
                    <a:pt x="962026" y="11821"/>
                  </a:lnTo>
                  <a:close/>
                  <a:moveTo>
                    <a:pt x="924932" y="66739"/>
                  </a:moveTo>
                  <a:lnTo>
                    <a:pt x="962026" y="11821"/>
                  </a:lnTo>
                  <a:lnTo>
                    <a:pt x="912148" y="143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56" name="Output_density__4355">
              <a:extLst>
                <a:ext uri="{FF2B5EF4-FFF2-40B4-BE49-F238E27FC236}">
                  <a16:creationId xmlns:a16="http://schemas.microsoft.com/office/drawing/2014/main" id="{85F54339-1F34-48CB-3B9C-91BA2C0D06C6}"/>
                </a:ext>
              </a:extLst>
            </p:cNvPr>
            <p:cNvSpPr>
              <a:spLocks noGrp="1"/>
            </p:cNvSpPr>
            <p:nvPr/>
          </p:nvSpPr>
          <p:spPr>
            <a:xfrm>
              <a:off x="14990362" y="2934823"/>
              <a:ext cx="907412" cy="346956"/>
            </a:xfrm>
            <a:custGeom>
              <a:avLst/>
              <a:gdLst/>
              <a:ahLst/>
              <a:cxnLst/>
              <a:rect l="0" t="0" r="0" b="0"/>
              <a:pathLst>
                <a:path w="907412" h="346956">
                  <a:moveTo>
                    <a:pt x="26955" y="257931"/>
                  </a:moveTo>
                  <a:lnTo>
                    <a:pt x="47089" y="287047"/>
                  </a:lnTo>
                  <a:lnTo>
                    <a:pt x="52132" y="247500"/>
                  </a:lnTo>
                  <a:close/>
                  <a:moveTo>
                    <a:pt x="16023" y="130763"/>
                  </a:moveTo>
                  <a:lnTo>
                    <a:pt x="63686" y="175364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66451" y="110372"/>
                  </a:lnTo>
                  <a:lnTo>
                    <a:pt x="63686" y="175364"/>
                  </a:lnTo>
                  <a:close/>
                  <a:moveTo>
                    <a:pt x="0" y="79227"/>
                  </a:moveTo>
                  <a:lnTo>
                    <a:pt x="66451" y="110372"/>
                  </a:lnTo>
                  <a:lnTo>
                    <a:pt x="47615" y="62943"/>
                  </a:lnTo>
                  <a:close/>
                  <a:moveTo>
                    <a:pt x="0" y="79227"/>
                  </a:moveTo>
                  <a:lnTo>
                    <a:pt x="16023" y="13076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71439" y="55133"/>
                  </a:lnTo>
                  <a:lnTo>
                    <a:pt x="66451" y="110372"/>
                  </a:lnTo>
                  <a:close/>
                  <a:moveTo>
                    <a:pt x="71439" y="55133"/>
                  </a:moveTo>
                  <a:lnTo>
                    <a:pt x="47615" y="6294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114559" y="158206"/>
                  </a:lnTo>
                  <a:lnTo>
                    <a:pt x="159625" y="134112"/>
                  </a:lnTo>
                  <a:close/>
                  <a:moveTo>
                    <a:pt x="77252" y="106669"/>
                  </a:moveTo>
                  <a:lnTo>
                    <a:pt x="159625" y="134112"/>
                  </a:lnTo>
                  <a:lnTo>
                    <a:pt x="142906" y="82575"/>
                  </a:lnTo>
                  <a:close/>
                  <a:moveTo>
                    <a:pt x="71439" y="55133"/>
                  </a:moveTo>
                  <a:lnTo>
                    <a:pt x="144675" y="72526"/>
                  </a:lnTo>
                  <a:lnTo>
                    <a:pt x="126032" y="37174"/>
                  </a:lnTo>
                  <a:close/>
                  <a:moveTo>
                    <a:pt x="142906" y="82575"/>
                  </a:moveTo>
                  <a:lnTo>
                    <a:pt x="144675" y="72526"/>
                  </a:lnTo>
                  <a:lnTo>
                    <a:pt x="71439" y="55133"/>
                  </a:lnTo>
                  <a:close/>
                  <a:moveTo>
                    <a:pt x="77252" y="106669"/>
                  </a:moveTo>
                  <a:lnTo>
                    <a:pt x="142906" y="82575"/>
                  </a:lnTo>
                  <a:lnTo>
                    <a:pt x="71439" y="55133"/>
                  </a:lnTo>
                  <a:close/>
                  <a:moveTo>
                    <a:pt x="93769" y="17098"/>
                  </a:moveTo>
                  <a:lnTo>
                    <a:pt x="71439" y="55133"/>
                  </a:lnTo>
                  <a:lnTo>
                    <a:pt x="126032" y="37174"/>
                  </a:lnTo>
                  <a:close/>
                  <a:moveTo>
                    <a:pt x="149121" y="31039"/>
                  </a:moveTo>
                  <a:lnTo>
                    <a:pt x="93769" y="17098"/>
                  </a:lnTo>
                  <a:lnTo>
                    <a:pt x="126032" y="37174"/>
                  </a:lnTo>
                  <a:close/>
                  <a:moveTo>
                    <a:pt x="126032" y="37174"/>
                  </a:moveTo>
                  <a:lnTo>
                    <a:pt x="144675" y="72526"/>
                  </a:lnTo>
                  <a:lnTo>
                    <a:pt x="149121" y="31039"/>
                  </a:lnTo>
                  <a:close/>
                  <a:moveTo>
                    <a:pt x="162160" y="133289"/>
                  </a:moveTo>
                  <a:lnTo>
                    <a:pt x="210221" y="132198"/>
                  </a:lnTo>
                  <a:lnTo>
                    <a:pt x="209503" y="70039"/>
                  </a:lnTo>
                  <a:close/>
                  <a:moveTo>
                    <a:pt x="162160" y="133289"/>
                  </a:moveTo>
                  <a:lnTo>
                    <a:pt x="209503" y="70039"/>
                  </a:lnTo>
                  <a:lnTo>
                    <a:pt x="150329" y="80163"/>
                  </a:lnTo>
                  <a:close/>
                  <a:moveTo>
                    <a:pt x="210221" y="132198"/>
                  </a:moveTo>
                  <a:lnTo>
                    <a:pt x="267978" y="123225"/>
                  </a:lnTo>
                  <a:lnTo>
                    <a:pt x="264960" y="62935"/>
                  </a:lnTo>
                  <a:close/>
                  <a:moveTo>
                    <a:pt x="210221" y="132198"/>
                  </a:moveTo>
                  <a:lnTo>
                    <a:pt x="264960" y="62935"/>
                  </a:lnTo>
                  <a:lnTo>
                    <a:pt x="209503" y="70039"/>
                  </a:lnTo>
                  <a:close/>
                  <a:moveTo>
                    <a:pt x="267978" y="123225"/>
                  </a:moveTo>
                  <a:lnTo>
                    <a:pt x="210221" y="132198"/>
                  </a:lnTo>
                  <a:lnTo>
                    <a:pt x="293946" y="146374"/>
                  </a:lnTo>
                  <a:close/>
                  <a:moveTo>
                    <a:pt x="144675" y="72526"/>
                  </a:moveTo>
                  <a:lnTo>
                    <a:pt x="142906" y="82575"/>
                  </a:lnTo>
                  <a:lnTo>
                    <a:pt x="150329" y="80163"/>
                  </a:lnTo>
                  <a:close/>
                  <a:moveTo>
                    <a:pt x="150329" y="80163"/>
                  </a:moveTo>
                  <a:lnTo>
                    <a:pt x="149121" y="31039"/>
                  </a:lnTo>
                  <a:lnTo>
                    <a:pt x="144675" y="72526"/>
                  </a:lnTo>
                  <a:close/>
                  <a:moveTo>
                    <a:pt x="195908" y="18349"/>
                  </a:moveTo>
                  <a:lnTo>
                    <a:pt x="149121" y="3103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195908" y="1834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248923" y="13230"/>
                  </a:lnTo>
                  <a:lnTo>
                    <a:pt x="195908" y="18349"/>
                  </a:lnTo>
                  <a:close/>
                  <a:moveTo>
                    <a:pt x="171996" y="0"/>
                  </a:moveTo>
                  <a:lnTo>
                    <a:pt x="149121" y="31039"/>
                  </a:lnTo>
                  <a:lnTo>
                    <a:pt x="195908" y="18349"/>
                  </a:lnTo>
                  <a:close/>
                  <a:moveTo>
                    <a:pt x="681130" y="140810"/>
                  </a:moveTo>
                  <a:lnTo>
                    <a:pt x="680906" y="140900"/>
                  </a:lnTo>
                  <a:lnTo>
                    <a:pt x="673237" y="209878"/>
                  </a:lnTo>
                  <a:close/>
                  <a:moveTo>
                    <a:pt x="594262" y="126021"/>
                  </a:moveTo>
                  <a:lnTo>
                    <a:pt x="612464" y="164903"/>
                  </a:lnTo>
                  <a:lnTo>
                    <a:pt x="655987" y="89273"/>
                  </a:lnTo>
                  <a:close/>
                  <a:moveTo>
                    <a:pt x="655987" y="89273"/>
                  </a:moveTo>
                  <a:lnTo>
                    <a:pt x="612464" y="164903"/>
                  </a:lnTo>
                  <a:lnTo>
                    <a:pt x="680867" y="140247"/>
                  </a:lnTo>
                  <a:close/>
                  <a:moveTo>
                    <a:pt x="680867" y="140247"/>
                  </a:moveTo>
                  <a:lnTo>
                    <a:pt x="612464" y="164903"/>
                  </a:lnTo>
                  <a:lnTo>
                    <a:pt x="680906" y="140900"/>
                  </a:lnTo>
                  <a:close/>
                  <a:moveTo>
                    <a:pt x="680906" y="140900"/>
                  </a:moveTo>
                  <a:lnTo>
                    <a:pt x="681130" y="140810"/>
                  </a:lnTo>
                  <a:lnTo>
                    <a:pt x="680867" y="140247"/>
                  </a:lnTo>
                  <a:close/>
                  <a:moveTo>
                    <a:pt x="810925" y="295419"/>
                  </a:moveTo>
                  <a:lnTo>
                    <a:pt x="852079" y="296126"/>
                  </a:lnTo>
                  <a:lnTo>
                    <a:pt x="821354" y="290911"/>
                  </a:lnTo>
                  <a:close/>
                  <a:moveTo>
                    <a:pt x="843501" y="322862"/>
                  </a:moveTo>
                  <a:lnTo>
                    <a:pt x="852079" y="296126"/>
                  </a:lnTo>
                  <a:lnTo>
                    <a:pt x="810925" y="295419"/>
                  </a:lnTo>
                  <a:close/>
                  <a:moveTo>
                    <a:pt x="805954" y="346956"/>
                  </a:moveTo>
                  <a:lnTo>
                    <a:pt x="843501" y="322862"/>
                  </a:lnTo>
                  <a:lnTo>
                    <a:pt x="810925" y="295419"/>
                  </a:lnTo>
                  <a:close/>
                  <a:moveTo>
                    <a:pt x="774048" y="243883"/>
                  </a:moveTo>
                  <a:lnTo>
                    <a:pt x="810925" y="295419"/>
                  </a:lnTo>
                  <a:lnTo>
                    <a:pt x="821354" y="290911"/>
                  </a:lnTo>
                  <a:close/>
                  <a:moveTo>
                    <a:pt x="860045" y="271325"/>
                  </a:moveTo>
                  <a:lnTo>
                    <a:pt x="843875" y="219789"/>
                  </a:lnTo>
                  <a:lnTo>
                    <a:pt x="821354" y="290911"/>
                  </a:lnTo>
                  <a:close/>
                  <a:moveTo>
                    <a:pt x="843875" y="219789"/>
                  </a:moveTo>
                  <a:lnTo>
                    <a:pt x="823258" y="226621"/>
                  </a:lnTo>
                  <a:lnTo>
                    <a:pt x="821354" y="290911"/>
                  </a:lnTo>
                  <a:close/>
                  <a:moveTo>
                    <a:pt x="821354" y="290911"/>
                  </a:moveTo>
                  <a:lnTo>
                    <a:pt x="852079" y="296126"/>
                  </a:lnTo>
                  <a:lnTo>
                    <a:pt x="860045" y="271325"/>
                  </a:lnTo>
                  <a:close/>
                  <a:moveTo>
                    <a:pt x="676220" y="81967"/>
                  </a:moveTo>
                  <a:lnTo>
                    <a:pt x="680867" y="140247"/>
                  </a:lnTo>
                  <a:lnTo>
                    <a:pt x="733723" y="65179"/>
                  </a:lnTo>
                  <a:close/>
                  <a:moveTo>
                    <a:pt x="733723" y="65179"/>
                  </a:moveTo>
                  <a:lnTo>
                    <a:pt x="680867" y="140247"/>
                  </a:lnTo>
                  <a:lnTo>
                    <a:pt x="681130" y="140810"/>
                  </a:lnTo>
                  <a:close/>
                  <a:moveTo>
                    <a:pt x="733723" y="65179"/>
                  </a:moveTo>
                  <a:lnTo>
                    <a:pt x="681130" y="140810"/>
                  </a:lnTo>
                  <a:lnTo>
                    <a:pt x="744278" y="116716"/>
                  </a:lnTo>
                  <a:close/>
                  <a:moveTo>
                    <a:pt x="655987" y="89273"/>
                  </a:moveTo>
                  <a:lnTo>
                    <a:pt x="680867" y="140247"/>
                  </a:lnTo>
                  <a:lnTo>
                    <a:pt x="676220" y="81967"/>
                  </a:lnTo>
                  <a:close/>
                  <a:moveTo>
                    <a:pt x="630959" y="37737"/>
                  </a:moveTo>
                  <a:lnTo>
                    <a:pt x="676220" y="81967"/>
                  </a:lnTo>
                  <a:lnTo>
                    <a:pt x="670197" y="24121"/>
                  </a:lnTo>
                  <a:close/>
                  <a:moveTo>
                    <a:pt x="630959" y="37737"/>
                  </a:moveTo>
                  <a:lnTo>
                    <a:pt x="655987" y="89273"/>
                  </a:lnTo>
                  <a:lnTo>
                    <a:pt x="676220" y="81967"/>
                  </a:lnTo>
                  <a:close/>
                  <a:moveTo>
                    <a:pt x="733723" y="65179"/>
                  </a:moveTo>
                  <a:lnTo>
                    <a:pt x="717086" y="13643"/>
                  </a:lnTo>
                  <a:lnTo>
                    <a:pt x="676220" y="81967"/>
                  </a:lnTo>
                  <a:close/>
                  <a:moveTo>
                    <a:pt x="717086" y="13643"/>
                  </a:moveTo>
                  <a:lnTo>
                    <a:pt x="670197" y="24121"/>
                  </a:lnTo>
                  <a:lnTo>
                    <a:pt x="676220" y="81967"/>
                  </a:lnTo>
                  <a:close/>
                  <a:moveTo>
                    <a:pt x="843875" y="219789"/>
                  </a:moveTo>
                  <a:lnTo>
                    <a:pt x="907412" y="258930"/>
                  </a:lnTo>
                  <a:lnTo>
                    <a:pt x="891351" y="209244"/>
                  </a:lnTo>
                  <a:close/>
                  <a:moveTo>
                    <a:pt x="843875" y="219789"/>
                  </a:moveTo>
                  <a:lnTo>
                    <a:pt x="860045" y="271325"/>
                  </a:lnTo>
                  <a:lnTo>
                    <a:pt x="907412" y="258930"/>
                  </a:lnTo>
                  <a:close/>
                  <a:moveTo>
                    <a:pt x="765947" y="109745"/>
                  </a:moveTo>
                  <a:lnTo>
                    <a:pt x="763783" y="140680"/>
                  </a:lnTo>
                  <a:lnTo>
                    <a:pt x="813087" y="92621"/>
                  </a:lnTo>
                  <a:close/>
                  <a:moveTo>
                    <a:pt x="744278" y="116716"/>
                  </a:moveTo>
                  <a:lnTo>
                    <a:pt x="763783" y="140680"/>
                  </a:lnTo>
                  <a:lnTo>
                    <a:pt x="765947" y="109745"/>
                  </a:lnTo>
                  <a:close/>
                  <a:moveTo>
                    <a:pt x="733723" y="65179"/>
                  </a:moveTo>
                  <a:lnTo>
                    <a:pt x="765947" y="109745"/>
                  </a:lnTo>
                  <a:lnTo>
                    <a:pt x="748459" y="61220"/>
                  </a:lnTo>
                  <a:close/>
                  <a:moveTo>
                    <a:pt x="733723" y="65179"/>
                  </a:moveTo>
                  <a:lnTo>
                    <a:pt x="744278" y="116716"/>
                  </a:lnTo>
                  <a:lnTo>
                    <a:pt x="765947" y="109745"/>
                  </a:lnTo>
                  <a:close/>
                  <a:moveTo>
                    <a:pt x="813087" y="92621"/>
                  </a:moveTo>
                  <a:lnTo>
                    <a:pt x="820173" y="41937"/>
                  </a:lnTo>
                  <a:lnTo>
                    <a:pt x="765947" y="109745"/>
                  </a:lnTo>
                  <a:close/>
                  <a:moveTo>
                    <a:pt x="765947" y="109745"/>
                  </a:moveTo>
                  <a:lnTo>
                    <a:pt x="820173" y="41937"/>
                  </a:lnTo>
                  <a:lnTo>
                    <a:pt x="819159" y="41724"/>
                  </a:lnTo>
                  <a:close/>
                  <a:moveTo>
                    <a:pt x="765947" y="109745"/>
                  </a:moveTo>
                  <a:lnTo>
                    <a:pt x="819159" y="41724"/>
                  </a:lnTo>
                  <a:lnTo>
                    <a:pt x="748459" y="61220"/>
                  </a:lnTo>
                  <a:close/>
                  <a:moveTo>
                    <a:pt x="717086" y="13643"/>
                  </a:moveTo>
                  <a:lnTo>
                    <a:pt x="733723" y="65179"/>
                  </a:lnTo>
                  <a:lnTo>
                    <a:pt x="748459" y="61220"/>
                  </a:lnTo>
                  <a:close/>
                  <a:moveTo>
                    <a:pt x="748459" y="61220"/>
                  </a:moveTo>
                  <a:lnTo>
                    <a:pt x="819159" y="41724"/>
                  </a:lnTo>
                  <a:lnTo>
                    <a:pt x="733478" y="10657"/>
                  </a:lnTo>
                  <a:close/>
                  <a:moveTo>
                    <a:pt x="819159" y="41724"/>
                  </a:moveTo>
                  <a:lnTo>
                    <a:pt x="820173" y="41937"/>
                  </a:lnTo>
                  <a:lnTo>
                    <a:pt x="820271" y="41085"/>
                  </a:lnTo>
                  <a:close/>
                  <a:moveTo>
                    <a:pt x="813087" y="92621"/>
                  </a:moveTo>
                  <a:lnTo>
                    <a:pt x="842314" y="124718"/>
                  </a:lnTo>
                  <a:lnTo>
                    <a:pt x="843420" y="84744"/>
                  </a:lnTo>
                  <a:close/>
                  <a:moveTo>
                    <a:pt x="820173" y="41937"/>
                  </a:moveTo>
                  <a:lnTo>
                    <a:pt x="813087" y="92621"/>
                  </a:lnTo>
                  <a:lnTo>
                    <a:pt x="843420" y="84744"/>
                  </a:lnTo>
                  <a:close/>
                  <a:moveTo>
                    <a:pt x="843420" y="84744"/>
                  </a:moveTo>
                  <a:lnTo>
                    <a:pt x="820271" y="41085"/>
                  </a:lnTo>
                  <a:lnTo>
                    <a:pt x="820173" y="41937"/>
                  </a:lnTo>
                  <a:close/>
                  <a:moveTo>
                    <a:pt x="886393" y="25046"/>
                  </a:moveTo>
                  <a:lnTo>
                    <a:pt x="820271" y="41085"/>
                  </a:lnTo>
                  <a:lnTo>
                    <a:pt x="843420" y="8474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7" name="Output_density__4356">
              <a:extLst>
                <a:ext uri="{FF2B5EF4-FFF2-40B4-BE49-F238E27FC236}">
                  <a16:creationId xmlns:a16="http://schemas.microsoft.com/office/drawing/2014/main" id="{D358A602-E36C-FF6A-44D7-2D43BF9FE5DD}"/>
                </a:ext>
              </a:extLst>
            </p:cNvPr>
            <p:cNvSpPr>
              <a:spLocks noGrp="1"/>
            </p:cNvSpPr>
            <p:nvPr/>
          </p:nvSpPr>
          <p:spPr>
            <a:xfrm>
              <a:off x="15134947" y="3071674"/>
              <a:ext cx="853970" cy="241680"/>
            </a:xfrm>
            <a:custGeom>
              <a:avLst/>
              <a:gdLst/>
              <a:ahLst/>
              <a:cxnLst/>
              <a:rect l="0" t="0" r="0" b="0"/>
              <a:pathLst>
                <a:path w="853970" h="241680">
                  <a:moveTo>
                    <a:pt x="47839" y="209323"/>
                  </a:moveTo>
                  <a:lnTo>
                    <a:pt x="103213" y="241680"/>
                  </a:lnTo>
                  <a:lnTo>
                    <a:pt x="131939" y="214182"/>
                  </a:lnTo>
                  <a:close/>
                  <a:moveTo>
                    <a:pt x="82935" y="205641"/>
                  </a:moveTo>
                  <a:lnTo>
                    <a:pt x="131939" y="214182"/>
                  </a:lnTo>
                  <a:lnTo>
                    <a:pt x="153163" y="158634"/>
                  </a:lnTo>
                  <a:close/>
                  <a:moveTo>
                    <a:pt x="153163" y="158634"/>
                  </a:moveTo>
                  <a:lnTo>
                    <a:pt x="186132" y="161580"/>
                  </a:lnTo>
                  <a:lnTo>
                    <a:pt x="163218" y="151871"/>
                  </a:lnTo>
                  <a:close/>
                  <a:moveTo>
                    <a:pt x="175270" y="201512"/>
                  </a:moveTo>
                  <a:lnTo>
                    <a:pt x="186132" y="161580"/>
                  </a:lnTo>
                  <a:lnTo>
                    <a:pt x="153163" y="158634"/>
                  </a:lnTo>
                  <a:close/>
                  <a:moveTo>
                    <a:pt x="131939" y="214182"/>
                  </a:moveTo>
                  <a:lnTo>
                    <a:pt x="175270" y="201512"/>
                  </a:lnTo>
                  <a:lnTo>
                    <a:pt x="153163" y="158634"/>
                  </a:lnTo>
                  <a:close/>
                  <a:moveTo>
                    <a:pt x="163218" y="151871"/>
                  </a:moveTo>
                  <a:lnTo>
                    <a:pt x="186132" y="161580"/>
                  </a:lnTo>
                  <a:lnTo>
                    <a:pt x="189442" y="119599"/>
                  </a:lnTo>
                  <a:close/>
                  <a:moveTo>
                    <a:pt x="0" y="70236"/>
                  </a:moveTo>
                  <a:lnTo>
                    <a:pt x="6029" y="21355"/>
                  </a:lnTo>
                  <a:lnTo>
                    <a:pt x="1568" y="72195"/>
                  </a:lnTo>
                  <a:close/>
                  <a:moveTo>
                    <a:pt x="59913" y="0"/>
                  </a:moveTo>
                  <a:lnTo>
                    <a:pt x="6029" y="21355"/>
                  </a:lnTo>
                  <a:lnTo>
                    <a:pt x="31486" y="13280"/>
                  </a:lnTo>
                  <a:close/>
                  <a:moveTo>
                    <a:pt x="167775" y="78365"/>
                  </a:moveTo>
                  <a:lnTo>
                    <a:pt x="189442" y="119599"/>
                  </a:lnTo>
                  <a:lnTo>
                    <a:pt x="198268" y="88970"/>
                  </a:lnTo>
                  <a:close/>
                  <a:moveTo>
                    <a:pt x="163218" y="151871"/>
                  </a:moveTo>
                  <a:lnTo>
                    <a:pt x="189442" y="119599"/>
                  </a:lnTo>
                  <a:lnTo>
                    <a:pt x="156000" y="148094"/>
                  </a:lnTo>
                  <a:close/>
                  <a:moveTo>
                    <a:pt x="237843" y="94779"/>
                  </a:moveTo>
                  <a:lnTo>
                    <a:pt x="198268" y="88970"/>
                  </a:lnTo>
                  <a:lnTo>
                    <a:pt x="189442" y="119599"/>
                  </a:lnTo>
                  <a:close/>
                  <a:moveTo>
                    <a:pt x="796901" y="219864"/>
                  </a:moveTo>
                  <a:lnTo>
                    <a:pt x="815954" y="237548"/>
                  </a:lnTo>
                  <a:lnTo>
                    <a:pt x="825753" y="171647"/>
                  </a:lnTo>
                  <a:close/>
                  <a:moveTo>
                    <a:pt x="820316" y="113324"/>
                  </a:moveTo>
                  <a:lnTo>
                    <a:pt x="825753" y="171647"/>
                  </a:lnTo>
                  <a:lnTo>
                    <a:pt x="853970" y="12394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58" name="Output_density__4357">
              <a:extLst>
                <a:ext uri="{FF2B5EF4-FFF2-40B4-BE49-F238E27FC236}">
                  <a16:creationId xmlns:a16="http://schemas.microsoft.com/office/drawing/2014/main" id="{8B2116AC-5653-8242-6B65-F460CB77EEBF}"/>
                </a:ext>
              </a:extLst>
            </p:cNvPr>
            <p:cNvSpPr>
              <a:spLocks noGrp="1"/>
            </p:cNvSpPr>
            <p:nvPr/>
          </p:nvSpPr>
          <p:spPr>
            <a:xfrm>
              <a:off x="15238160" y="3243321"/>
              <a:ext cx="732876" cy="70033"/>
            </a:xfrm>
            <a:custGeom>
              <a:avLst/>
              <a:gdLst/>
              <a:ahLst/>
              <a:cxnLst/>
              <a:rect l="0" t="0" r="0" b="0"/>
              <a:pathLst>
                <a:path w="732876" h="70033">
                  <a:moveTo>
                    <a:pt x="28726" y="42535"/>
                  </a:moveTo>
                  <a:lnTo>
                    <a:pt x="0" y="70033"/>
                  </a:lnTo>
                  <a:lnTo>
                    <a:pt x="72057" y="29865"/>
                  </a:lnTo>
                  <a:close/>
                  <a:moveTo>
                    <a:pt x="722540" y="0"/>
                  </a:moveTo>
                  <a:lnTo>
                    <a:pt x="712741" y="65901"/>
                  </a:lnTo>
                  <a:lnTo>
                    <a:pt x="716213" y="56770"/>
                  </a:lnTo>
                  <a:close/>
                  <a:moveTo>
                    <a:pt x="722540" y="0"/>
                  </a:moveTo>
                  <a:lnTo>
                    <a:pt x="716213" y="56770"/>
                  </a:lnTo>
                  <a:lnTo>
                    <a:pt x="732876" y="1436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9" name="Output_density__4358">
              <a:extLst>
                <a:ext uri="{FF2B5EF4-FFF2-40B4-BE49-F238E27FC236}">
                  <a16:creationId xmlns:a16="http://schemas.microsoft.com/office/drawing/2014/main" id="{BF16A03C-57B2-D37B-9644-3E8616D3FE87}"/>
                </a:ext>
              </a:extLst>
            </p:cNvPr>
            <p:cNvSpPr>
              <a:spLocks noGrp="1"/>
            </p:cNvSpPr>
            <p:nvPr/>
          </p:nvSpPr>
          <p:spPr>
            <a:xfrm>
              <a:off x="15858943" y="3300091"/>
              <a:ext cx="95430" cy="87681"/>
            </a:xfrm>
            <a:custGeom>
              <a:avLst/>
              <a:gdLst/>
              <a:ahLst/>
              <a:cxnLst/>
              <a:rect l="0" t="0" r="0" b="0"/>
              <a:pathLst>
                <a:path w="95430" h="87681">
                  <a:moveTo>
                    <a:pt x="32253" y="73369"/>
                  </a:moveTo>
                  <a:lnTo>
                    <a:pt x="0" y="87681"/>
                  </a:lnTo>
                  <a:lnTo>
                    <a:pt x="69904" y="39464"/>
                  </a:lnTo>
                  <a:close/>
                  <a:moveTo>
                    <a:pt x="11453" y="84761"/>
                  </a:moveTo>
                  <a:lnTo>
                    <a:pt x="32253" y="73369"/>
                  </a:lnTo>
                  <a:lnTo>
                    <a:pt x="62226" y="50534"/>
                  </a:lnTo>
                  <a:close/>
                  <a:moveTo>
                    <a:pt x="62226" y="50534"/>
                  </a:moveTo>
                  <a:lnTo>
                    <a:pt x="81967" y="22061"/>
                  </a:lnTo>
                  <a:lnTo>
                    <a:pt x="91957" y="9131"/>
                  </a:lnTo>
                  <a:close/>
                  <a:moveTo>
                    <a:pt x="69904" y="39464"/>
                  </a:moveTo>
                  <a:lnTo>
                    <a:pt x="81967" y="22061"/>
                  </a:lnTo>
                  <a:lnTo>
                    <a:pt x="62226" y="50534"/>
                  </a:lnTo>
                  <a:close/>
                  <a:moveTo>
                    <a:pt x="32253" y="73369"/>
                  </a:moveTo>
                  <a:lnTo>
                    <a:pt x="69904" y="39464"/>
                  </a:lnTo>
                  <a:lnTo>
                    <a:pt x="62226" y="50534"/>
                  </a:lnTo>
                  <a:close/>
                  <a:moveTo>
                    <a:pt x="73400" y="33225"/>
                  </a:moveTo>
                  <a:lnTo>
                    <a:pt x="95430" y="0"/>
                  </a:lnTo>
                  <a:lnTo>
                    <a:pt x="81967" y="22061"/>
                  </a:lnTo>
                  <a:close/>
                  <a:moveTo>
                    <a:pt x="91957" y="9131"/>
                  </a:moveTo>
                  <a:lnTo>
                    <a:pt x="81967" y="22061"/>
                  </a:lnTo>
                  <a:lnTo>
                    <a:pt x="95430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0" name="Output_density__4359">
              <a:extLst>
                <a:ext uri="{FF2B5EF4-FFF2-40B4-BE49-F238E27FC236}">
                  <a16:creationId xmlns:a16="http://schemas.microsoft.com/office/drawing/2014/main" id="{1D69FC67-16BA-1FD1-FDD5-5C04AED955D9}"/>
                </a:ext>
              </a:extLst>
            </p:cNvPr>
            <p:cNvSpPr>
              <a:spLocks noGrp="1"/>
            </p:cNvSpPr>
            <p:nvPr/>
          </p:nvSpPr>
          <p:spPr>
            <a:xfrm>
              <a:off x="15217882" y="3093846"/>
              <a:ext cx="742818" cy="304503"/>
            </a:xfrm>
            <a:custGeom>
              <a:avLst/>
              <a:gdLst/>
              <a:ahLst/>
              <a:cxnLst/>
              <a:rect l="0" t="0" r="0" b="0"/>
              <a:pathLst>
                <a:path w="742818" h="304503">
                  <a:moveTo>
                    <a:pt x="919" y="129699"/>
                  </a:moveTo>
                  <a:lnTo>
                    <a:pt x="0" y="183469"/>
                  </a:lnTo>
                  <a:lnTo>
                    <a:pt x="25951" y="145596"/>
                  </a:lnTo>
                  <a:close/>
                  <a:moveTo>
                    <a:pt x="25951" y="145596"/>
                  </a:moveTo>
                  <a:lnTo>
                    <a:pt x="0" y="183469"/>
                  </a:lnTo>
                  <a:lnTo>
                    <a:pt x="70227" y="136462"/>
                  </a:lnTo>
                  <a:close/>
                  <a:moveTo>
                    <a:pt x="919" y="129699"/>
                  </a:moveTo>
                  <a:lnTo>
                    <a:pt x="25951" y="145596"/>
                  </a:lnTo>
                  <a:lnTo>
                    <a:pt x="32692" y="120762"/>
                  </a:lnTo>
                  <a:close/>
                  <a:moveTo>
                    <a:pt x="73065" y="125922"/>
                  </a:moveTo>
                  <a:lnTo>
                    <a:pt x="32692" y="120762"/>
                  </a:lnTo>
                  <a:lnTo>
                    <a:pt x="25951" y="145596"/>
                  </a:lnTo>
                  <a:close/>
                  <a:moveTo>
                    <a:pt x="32692" y="120762"/>
                  </a:moveTo>
                  <a:lnTo>
                    <a:pt x="73065" y="125922"/>
                  </a:lnTo>
                  <a:lnTo>
                    <a:pt x="41031" y="67078"/>
                  </a:lnTo>
                  <a:close/>
                  <a:moveTo>
                    <a:pt x="73065" y="125922"/>
                  </a:moveTo>
                  <a:lnTo>
                    <a:pt x="84839" y="56193"/>
                  </a:lnTo>
                  <a:lnTo>
                    <a:pt x="41031" y="67078"/>
                  </a:lnTo>
                  <a:close/>
                  <a:moveTo>
                    <a:pt x="84839" y="56193"/>
                  </a:moveTo>
                  <a:lnTo>
                    <a:pt x="115333" y="66798"/>
                  </a:lnTo>
                  <a:lnTo>
                    <a:pt x="89192" y="54069"/>
                  </a:lnTo>
                  <a:close/>
                  <a:moveTo>
                    <a:pt x="85297" y="53235"/>
                  </a:moveTo>
                  <a:lnTo>
                    <a:pt x="41031" y="67078"/>
                  </a:lnTo>
                  <a:lnTo>
                    <a:pt x="84839" y="56193"/>
                  </a:lnTo>
                  <a:close/>
                  <a:moveTo>
                    <a:pt x="85297" y="53235"/>
                  </a:moveTo>
                  <a:lnTo>
                    <a:pt x="84839" y="56193"/>
                  </a:lnTo>
                  <a:lnTo>
                    <a:pt x="89192" y="54069"/>
                  </a:lnTo>
                  <a:close/>
                  <a:moveTo>
                    <a:pt x="73602" y="0"/>
                  </a:moveTo>
                  <a:lnTo>
                    <a:pt x="85297" y="53235"/>
                  </a:lnTo>
                  <a:lnTo>
                    <a:pt x="89192" y="54069"/>
                  </a:lnTo>
                  <a:close/>
                  <a:moveTo>
                    <a:pt x="574080" y="291007"/>
                  </a:moveTo>
                  <a:lnTo>
                    <a:pt x="566321" y="304503"/>
                  </a:lnTo>
                  <a:lnTo>
                    <a:pt x="584603" y="297292"/>
                  </a:lnTo>
                  <a:close/>
                  <a:moveTo>
                    <a:pt x="703128" y="143760"/>
                  </a:moveTo>
                  <a:lnTo>
                    <a:pt x="713965" y="197692"/>
                  </a:lnTo>
                  <a:lnTo>
                    <a:pt x="742818" y="1494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61" name="Output_density__4360">
              <a:extLst>
                <a:ext uri="{FF2B5EF4-FFF2-40B4-BE49-F238E27FC236}">
                  <a16:creationId xmlns:a16="http://schemas.microsoft.com/office/drawing/2014/main" id="{D8F5B69F-CE09-7E60-6F48-8280CA53202D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81197"/>
              <a:ext cx="826926" cy="317152"/>
            </a:xfrm>
            <a:custGeom>
              <a:avLst/>
              <a:gdLst/>
              <a:ahLst/>
              <a:cxnLst/>
              <a:rect l="0" t="0" r="0" b="0"/>
              <a:pathLst>
                <a:path w="826926" h="317152">
                  <a:moveTo>
                    <a:pt x="113880" y="142348"/>
                  </a:moveTo>
                  <a:lnTo>
                    <a:pt x="78998" y="166442"/>
                  </a:lnTo>
                  <a:lnTo>
                    <a:pt x="112961" y="196118"/>
                  </a:lnTo>
                  <a:close/>
                  <a:moveTo>
                    <a:pt x="77971" y="105075"/>
                  </a:moveTo>
                  <a:lnTo>
                    <a:pt x="52093" y="108748"/>
                  </a:lnTo>
                  <a:lnTo>
                    <a:pt x="113880" y="142348"/>
                  </a:lnTo>
                  <a:close/>
                  <a:moveTo>
                    <a:pt x="113880" y="142348"/>
                  </a:moveTo>
                  <a:lnTo>
                    <a:pt x="52093" y="108748"/>
                  </a:lnTo>
                  <a:lnTo>
                    <a:pt x="47464" y="114905"/>
                  </a:lnTo>
                  <a:close/>
                  <a:moveTo>
                    <a:pt x="113880" y="142348"/>
                  </a:moveTo>
                  <a:lnTo>
                    <a:pt x="47464" y="114905"/>
                  </a:lnTo>
                  <a:lnTo>
                    <a:pt x="78998" y="166442"/>
                  </a:lnTo>
                  <a:close/>
                  <a:moveTo>
                    <a:pt x="86667" y="55880"/>
                  </a:moveTo>
                  <a:lnTo>
                    <a:pt x="47464" y="114905"/>
                  </a:lnTo>
                  <a:lnTo>
                    <a:pt x="52093" y="108748"/>
                  </a:lnTo>
                  <a:close/>
                  <a:moveTo>
                    <a:pt x="42072" y="39275"/>
                  </a:moveTo>
                  <a:lnTo>
                    <a:pt x="30026" y="60713"/>
                  </a:lnTo>
                  <a:lnTo>
                    <a:pt x="31593" y="62672"/>
                  </a:lnTo>
                  <a:close/>
                  <a:moveTo>
                    <a:pt x="0" y="11832"/>
                  </a:moveTo>
                  <a:lnTo>
                    <a:pt x="30026" y="60713"/>
                  </a:lnTo>
                  <a:lnTo>
                    <a:pt x="42072" y="39275"/>
                  </a:lnTo>
                  <a:close/>
                  <a:moveTo>
                    <a:pt x="64880" y="90811"/>
                  </a:moveTo>
                  <a:lnTo>
                    <a:pt x="31593" y="62672"/>
                  </a:lnTo>
                  <a:lnTo>
                    <a:pt x="52093" y="108748"/>
                  </a:lnTo>
                  <a:close/>
                  <a:moveTo>
                    <a:pt x="198258" y="65884"/>
                  </a:moveTo>
                  <a:lnTo>
                    <a:pt x="155843" y="62384"/>
                  </a:lnTo>
                  <a:lnTo>
                    <a:pt x="153992" y="79727"/>
                  </a:lnTo>
                  <a:close/>
                  <a:moveTo>
                    <a:pt x="155843" y="62384"/>
                  </a:moveTo>
                  <a:lnTo>
                    <a:pt x="198258" y="65884"/>
                  </a:lnTo>
                  <a:lnTo>
                    <a:pt x="186562" y="12649"/>
                  </a:lnTo>
                  <a:close/>
                  <a:moveTo>
                    <a:pt x="186562" y="12649"/>
                  </a:moveTo>
                  <a:lnTo>
                    <a:pt x="202152" y="66718"/>
                  </a:lnTo>
                  <a:lnTo>
                    <a:pt x="209319" y="15181"/>
                  </a:lnTo>
                  <a:close/>
                  <a:moveTo>
                    <a:pt x="186562" y="12649"/>
                  </a:moveTo>
                  <a:lnTo>
                    <a:pt x="209319" y="15181"/>
                  </a:lnTo>
                  <a:lnTo>
                    <a:pt x="179387" y="0"/>
                  </a:lnTo>
                  <a:close/>
                  <a:moveTo>
                    <a:pt x="687041" y="303656"/>
                  </a:moveTo>
                  <a:lnTo>
                    <a:pt x="673055" y="259471"/>
                  </a:lnTo>
                  <a:lnTo>
                    <a:pt x="679282" y="317152"/>
                  </a:lnTo>
                  <a:close/>
                  <a:moveTo>
                    <a:pt x="780617" y="210007"/>
                  </a:moveTo>
                  <a:lnTo>
                    <a:pt x="826926" y="210341"/>
                  </a:lnTo>
                  <a:lnTo>
                    <a:pt x="816089" y="15640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2" name="Output_density__4361">
              <a:extLst>
                <a:ext uri="{FF2B5EF4-FFF2-40B4-BE49-F238E27FC236}">
                  <a16:creationId xmlns:a16="http://schemas.microsoft.com/office/drawing/2014/main" id="{4FAF866F-4051-34CA-78B7-087C249C040C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68935"/>
              <a:ext cx="712478" cy="315917"/>
            </a:xfrm>
            <a:custGeom>
              <a:avLst/>
              <a:gdLst/>
              <a:ahLst/>
              <a:cxnLst/>
              <a:rect l="0" t="0" r="0" b="0"/>
              <a:pathLst>
                <a:path w="712478" h="315917">
                  <a:moveTo>
                    <a:pt x="45066" y="0"/>
                  </a:moveTo>
                  <a:lnTo>
                    <a:pt x="0" y="24094"/>
                  </a:lnTo>
                  <a:lnTo>
                    <a:pt x="42072" y="51536"/>
                  </a:lnTo>
                  <a:close/>
                  <a:moveTo>
                    <a:pt x="64880" y="103073"/>
                  </a:moveTo>
                  <a:lnTo>
                    <a:pt x="52093" y="121010"/>
                  </a:lnTo>
                  <a:lnTo>
                    <a:pt x="77971" y="117337"/>
                  </a:lnTo>
                  <a:close/>
                  <a:moveTo>
                    <a:pt x="64880" y="103073"/>
                  </a:moveTo>
                  <a:lnTo>
                    <a:pt x="42072" y="51536"/>
                  </a:lnTo>
                  <a:lnTo>
                    <a:pt x="31593" y="74933"/>
                  </a:lnTo>
                  <a:close/>
                  <a:moveTo>
                    <a:pt x="155843" y="74645"/>
                  </a:moveTo>
                  <a:lnTo>
                    <a:pt x="186562" y="24911"/>
                  </a:lnTo>
                  <a:lnTo>
                    <a:pt x="139210" y="25424"/>
                  </a:lnTo>
                  <a:close/>
                  <a:moveTo>
                    <a:pt x="139210" y="25424"/>
                  </a:moveTo>
                  <a:lnTo>
                    <a:pt x="179387" y="12261"/>
                  </a:lnTo>
                  <a:lnTo>
                    <a:pt x="134177" y="17905"/>
                  </a:lnTo>
                  <a:close/>
                  <a:moveTo>
                    <a:pt x="139210" y="25424"/>
                  </a:moveTo>
                  <a:lnTo>
                    <a:pt x="186562" y="24911"/>
                  </a:lnTo>
                  <a:lnTo>
                    <a:pt x="179387" y="12261"/>
                  </a:lnTo>
                  <a:close/>
                  <a:moveTo>
                    <a:pt x="687041" y="315917"/>
                  </a:moveTo>
                  <a:lnTo>
                    <a:pt x="673209" y="264380"/>
                  </a:lnTo>
                  <a:lnTo>
                    <a:pt x="673055" y="271733"/>
                  </a:lnTo>
                  <a:close/>
                  <a:moveTo>
                    <a:pt x="673209" y="264380"/>
                  </a:moveTo>
                  <a:lnTo>
                    <a:pt x="687041" y="315917"/>
                  </a:lnTo>
                  <a:lnTo>
                    <a:pt x="712478" y="30242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3" name="Output_density__4362">
              <a:extLst>
                <a:ext uri="{FF2B5EF4-FFF2-40B4-BE49-F238E27FC236}">
                  <a16:creationId xmlns:a16="http://schemas.microsoft.com/office/drawing/2014/main" id="{D3FAFF33-B8A7-6477-AAFE-2E3C6AB14265}"/>
                </a:ext>
              </a:extLst>
            </p:cNvPr>
            <p:cNvSpPr>
              <a:spLocks noGrp="1"/>
            </p:cNvSpPr>
            <p:nvPr/>
          </p:nvSpPr>
          <p:spPr>
            <a:xfrm>
              <a:off x="15243833" y="3150039"/>
              <a:ext cx="688014" cy="248309"/>
            </a:xfrm>
            <a:custGeom>
              <a:avLst/>
              <a:gdLst/>
              <a:ahLst/>
              <a:cxnLst/>
              <a:rect l="0" t="0" r="0" b="0"/>
              <a:pathLst>
                <a:path w="688014" h="248309">
                  <a:moveTo>
                    <a:pt x="47114" y="69729"/>
                  </a:moveTo>
                  <a:lnTo>
                    <a:pt x="0" y="89402"/>
                  </a:lnTo>
                  <a:lnTo>
                    <a:pt x="44277" y="80269"/>
                  </a:lnTo>
                  <a:close/>
                  <a:moveTo>
                    <a:pt x="47114" y="69729"/>
                  </a:moveTo>
                  <a:lnTo>
                    <a:pt x="44277" y="80269"/>
                  </a:lnTo>
                  <a:lnTo>
                    <a:pt x="54332" y="73506"/>
                  </a:lnTo>
                  <a:close/>
                  <a:moveTo>
                    <a:pt x="47114" y="69729"/>
                  </a:moveTo>
                  <a:lnTo>
                    <a:pt x="80556" y="41234"/>
                  </a:lnTo>
                  <a:lnTo>
                    <a:pt x="58888" y="0"/>
                  </a:lnTo>
                  <a:close/>
                  <a:moveTo>
                    <a:pt x="606862" y="246670"/>
                  </a:moveTo>
                  <a:lnTo>
                    <a:pt x="558652" y="241098"/>
                  </a:lnTo>
                  <a:lnTo>
                    <a:pt x="540370" y="248309"/>
                  </a:lnTo>
                  <a:close/>
                  <a:moveTo>
                    <a:pt x="606862" y="246670"/>
                  </a:moveTo>
                  <a:lnTo>
                    <a:pt x="636604" y="222969"/>
                  </a:lnTo>
                  <a:lnTo>
                    <a:pt x="558652" y="241098"/>
                  </a:lnTo>
                  <a:close/>
                  <a:moveTo>
                    <a:pt x="643533" y="202422"/>
                  </a:moveTo>
                  <a:lnTo>
                    <a:pt x="636604" y="222969"/>
                  </a:lnTo>
                  <a:lnTo>
                    <a:pt x="659799" y="210719"/>
                  </a:lnTo>
                  <a:close/>
                  <a:moveTo>
                    <a:pt x="643533" y="202422"/>
                  </a:moveTo>
                  <a:lnTo>
                    <a:pt x="659799" y="210719"/>
                  </a:lnTo>
                  <a:lnTo>
                    <a:pt x="688014" y="14149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64" name="Output_density__4363">
              <a:extLst>
                <a:ext uri="{FF2B5EF4-FFF2-40B4-BE49-F238E27FC236}">
                  <a16:creationId xmlns:a16="http://schemas.microsoft.com/office/drawing/2014/main" id="{972AEE1B-CA25-9832-5138-0F943F04513A}"/>
                </a:ext>
              </a:extLst>
            </p:cNvPr>
            <p:cNvSpPr>
              <a:spLocks noGrp="1"/>
            </p:cNvSpPr>
            <p:nvPr/>
          </p:nvSpPr>
          <p:spPr>
            <a:xfrm>
              <a:off x="15133269" y="3014986"/>
              <a:ext cx="787741" cy="356375"/>
            </a:xfrm>
            <a:custGeom>
              <a:avLst/>
              <a:gdLst/>
              <a:ahLst/>
              <a:cxnLst/>
              <a:rect l="0" t="0" r="0" b="0"/>
              <a:pathLst>
                <a:path w="787741" h="356375">
                  <a:moveTo>
                    <a:pt x="16718" y="53949"/>
                  </a:moveTo>
                  <a:lnTo>
                    <a:pt x="50832" y="90195"/>
                  </a:lnTo>
                  <a:lnTo>
                    <a:pt x="19254" y="53125"/>
                  </a:lnTo>
                  <a:close/>
                  <a:moveTo>
                    <a:pt x="16718" y="53949"/>
                  </a:moveTo>
                  <a:lnTo>
                    <a:pt x="13725" y="105485"/>
                  </a:lnTo>
                  <a:lnTo>
                    <a:pt x="50832" y="90195"/>
                  </a:lnTo>
                  <a:close/>
                  <a:moveTo>
                    <a:pt x="93558" y="81391"/>
                  </a:moveTo>
                  <a:lnTo>
                    <a:pt x="105829" y="71854"/>
                  </a:lnTo>
                  <a:lnTo>
                    <a:pt x="50832" y="90195"/>
                  </a:lnTo>
                  <a:close/>
                  <a:moveTo>
                    <a:pt x="50832" y="90195"/>
                  </a:moveTo>
                  <a:lnTo>
                    <a:pt x="105829" y="71854"/>
                  </a:lnTo>
                  <a:lnTo>
                    <a:pt x="67315" y="52034"/>
                  </a:lnTo>
                  <a:close/>
                  <a:moveTo>
                    <a:pt x="50832" y="90195"/>
                  </a:moveTo>
                  <a:lnTo>
                    <a:pt x="67315" y="52034"/>
                  </a:lnTo>
                  <a:lnTo>
                    <a:pt x="19254" y="53125"/>
                  </a:lnTo>
                  <a:close/>
                  <a:moveTo>
                    <a:pt x="0" y="2412"/>
                  </a:moveTo>
                  <a:lnTo>
                    <a:pt x="19254" y="53125"/>
                  </a:lnTo>
                  <a:lnTo>
                    <a:pt x="7423" y="0"/>
                  </a:lnTo>
                  <a:close/>
                  <a:moveTo>
                    <a:pt x="0" y="2412"/>
                  </a:moveTo>
                  <a:lnTo>
                    <a:pt x="16718" y="53949"/>
                  </a:lnTo>
                  <a:lnTo>
                    <a:pt x="19254" y="53125"/>
                  </a:lnTo>
                  <a:close/>
                  <a:moveTo>
                    <a:pt x="67315" y="52034"/>
                  </a:moveTo>
                  <a:lnTo>
                    <a:pt x="105829" y="71854"/>
                  </a:lnTo>
                  <a:lnTo>
                    <a:pt x="151040" y="66210"/>
                  </a:lnTo>
                  <a:close/>
                  <a:moveTo>
                    <a:pt x="105829" y="71854"/>
                  </a:moveTo>
                  <a:lnTo>
                    <a:pt x="93558" y="81391"/>
                  </a:lnTo>
                  <a:lnTo>
                    <a:pt x="110863" y="79373"/>
                  </a:lnTo>
                  <a:close/>
                  <a:moveTo>
                    <a:pt x="648535" y="298827"/>
                  </a:moveTo>
                  <a:lnTo>
                    <a:pt x="644707" y="325682"/>
                  </a:lnTo>
                  <a:lnTo>
                    <a:pt x="644861" y="318329"/>
                  </a:lnTo>
                  <a:close/>
                  <a:moveTo>
                    <a:pt x="644861" y="318329"/>
                  </a:moveTo>
                  <a:lnTo>
                    <a:pt x="684130" y="356375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44861" y="318329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63083" y="310743"/>
                  </a:lnTo>
                  <a:lnTo>
                    <a:pt x="663047" y="266793"/>
                  </a:lnTo>
                  <a:close/>
                  <a:moveTo>
                    <a:pt x="663047" y="266793"/>
                  </a:moveTo>
                  <a:lnTo>
                    <a:pt x="663083" y="310743"/>
                  </a:lnTo>
                  <a:lnTo>
                    <a:pt x="694642" y="294235"/>
                  </a:lnTo>
                  <a:close/>
                  <a:moveTo>
                    <a:pt x="663047" y="266793"/>
                  </a:moveTo>
                  <a:lnTo>
                    <a:pt x="694642" y="294235"/>
                  </a:lnTo>
                  <a:lnTo>
                    <a:pt x="700595" y="242699"/>
                  </a:lnTo>
                  <a:close/>
                  <a:moveTo>
                    <a:pt x="700595" y="242699"/>
                  </a:moveTo>
                  <a:lnTo>
                    <a:pt x="752269" y="276218"/>
                  </a:lnTo>
                  <a:lnTo>
                    <a:pt x="726375" y="234527"/>
                  </a:lnTo>
                  <a:close/>
                  <a:moveTo>
                    <a:pt x="700595" y="242699"/>
                  </a:moveTo>
                  <a:lnTo>
                    <a:pt x="694642" y="294235"/>
                  </a:lnTo>
                  <a:lnTo>
                    <a:pt x="752269" y="276218"/>
                  </a:lnTo>
                  <a:close/>
                  <a:moveTo>
                    <a:pt x="752269" y="276218"/>
                  </a:moveTo>
                  <a:lnTo>
                    <a:pt x="787741" y="222620"/>
                  </a:lnTo>
                  <a:lnTo>
                    <a:pt x="726375" y="234527"/>
                  </a:lnTo>
                  <a:close/>
                  <a:moveTo>
                    <a:pt x="709172" y="215963"/>
                  </a:moveTo>
                  <a:lnTo>
                    <a:pt x="700595" y="242699"/>
                  </a:lnTo>
                  <a:lnTo>
                    <a:pt x="726375" y="234527"/>
                  </a:lnTo>
                  <a:close/>
                  <a:moveTo>
                    <a:pt x="726375" y="234527"/>
                  </a:moveTo>
                  <a:lnTo>
                    <a:pt x="717138" y="191162"/>
                  </a:lnTo>
                  <a:lnTo>
                    <a:pt x="709172" y="215963"/>
                  </a:lnTo>
                  <a:close/>
                  <a:moveTo>
                    <a:pt x="764505" y="178767"/>
                  </a:moveTo>
                  <a:lnTo>
                    <a:pt x="717138" y="191162"/>
                  </a:lnTo>
                  <a:lnTo>
                    <a:pt x="726375" y="234527"/>
                  </a:lnTo>
                  <a:close/>
                  <a:moveTo>
                    <a:pt x="787741" y="222620"/>
                  </a:moveTo>
                  <a:lnTo>
                    <a:pt x="764505" y="178767"/>
                  </a:lnTo>
                  <a:lnTo>
                    <a:pt x="726375" y="234527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65" name="Output_density__4364">
              <a:extLst>
                <a:ext uri="{FF2B5EF4-FFF2-40B4-BE49-F238E27FC236}">
                  <a16:creationId xmlns:a16="http://schemas.microsoft.com/office/drawing/2014/main" id="{2F162ACF-4BFF-5288-EE71-C26424AF62FB}"/>
                </a:ext>
              </a:extLst>
            </p:cNvPr>
            <p:cNvSpPr>
              <a:spLocks noGrp="1"/>
            </p:cNvSpPr>
            <p:nvPr/>
          </p:nvSpPr>
          <p:spPr>
            <a:xfrm>
              <a:off x="15784203" y="3291538"/>
              <a:ext cx="166698" cy="106811"/>
            </a:xfrm>
            <a:custGeom>
              <a:avLst/>
              <a:gdLst/>
              <a:ahLst/>
              <a:cxnLst/>
              <a:rect l="0" t="0" r="0" b="0"/>
              <a:pathLst>
                <a:path w="166698" h="106811">
                  <a:moveTo>
                    <a:pt x="66492" y="105171"/>
                  </a:moveTo>
                  <a:lnTo>
                    <a:pt x="0" y="106811"/>
                  </a:lnTo>
                  <a:lnTo>
                    <a:pt x="48975" y="104977"/>
                  </a:lnTo>
                  <a:close/>
                  <a:moveTo>
                    <a:pt x="86193" y="93314"/>
                  </a:moveTo>
                  <a:lnTo>
                    <a:pt x="119428" y="69220"/>
                  </a:lnTo>
                  <a:lnTo>
                    <a:pt x="96234" y="81470"/>
                  </a:lnTo>
                  <a:close/>
                  <a:moveTo>
                    <a:pt x="147644" y="0"/>
                  </a:moveTo>
                  <a:lnTo>
                    <a:pt x="119428" y="69220"/>
                  </a:lnTo>
                  <a:lnTo>
                    <a:pt x="136967" y="59087"/>
                  </a:lnTo>
                  <a:close/>
                  <a:moveTo>
                    <a:pt x="147644" y="0"/>
                  </a:moveTo>
                  <a:lnTo>
                    <a:pt x="136967" y="59087"/>
                  </a:lnTo>
                  <a:lnTo>
                    <a:pt x="166698" y="1768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66" name="Output_density__4365">
              <a:extLst>
                <a:ext uri="{FF2B5EF4-FFF2-40B4-BE49-F238E27FC236}">
                  <a16:creationId xmlns:a16="http://schemas.microsoft.com/office/drawing/2014/main" id="{0876D7A2-C61B-450F-AE31-4D406D284A99}"/>
                </a:ext>
              </a:extLst>
            </p:cNvPr>
            <p:cNvSpPr>
              <a:spLocks noGrp="1"/>
            </p:cNvSpPr>
            <p:nvPr/>
          </p:nvSpPr>
          <p:spPr>
            <a:xfrm>
              <a:off x="15850695" y="3350625"/>
              <a:ext cx="70474" cy="46084"/>
            </a:xfrm>
            <a:custGeom>
              <a:avLst/>
              <a:gdLst/>
              <a:ahLst/>
              <a:cxnLst/>
              <a:rect l="0" t="0" r="0" b="0"/>
              <a:pathLst>
                <a:path w="70474" h="46084">
                  <a:moveTo>
                    <a:pt x="19701" y="34227"/>
                  </a:moveTo>
                  <a:lnTo>
                    <a:pt x="29742" y="22383"/>
                  </a:lnTo>
                  <a:lnTo>
                    <a:pt x="0" y="46084"/>
                  </a:lnTo>
                  <a:close/>
                  <a:moveTo>
                    <a:pt x="52936" y="10133"/>
                  </a:moveTo>
                  <a:lnTo>
                    <a:pt x="19701" y="34227"/>
                  </a:lnTo>
                  <a:lnTo>
                    <a:pt x="70474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7" name="Output_density__4366">
              <a:extLst>
                <a:ext uri="{FF2B5EF4-FFF2-40B4-BE49-F238E27FC236}">
                  <a16:creationId xmlns:a16="http://schemas.microsoft.com/office/drawing/2014/main" id="{C579C9C6-AD25-652E-030E-CD7E650B6DEF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4359"/>
              <a:ext cx="740372" cy="277001"/>
            </a:xfrm>
            <a:custGeom>
              <a:avLst/>
              <a:gdLst/>
              <a:ahLst/>
              <a:cxnLst/>
              <a:rect l="0" t="0" r="0" b="0"/>
              <a:pathLst>
                <a:path w="740372" h="277001">
                  <a:moveTo>
                    <a:pt x="47860" y="64823"/>
                  </a:moveTo>
                  <a:lnTo>
                    <a:pt x="35899" y="91912"/>
                  </a:lnTo>
                  <a:lnTo>
                    <a:pt x="81480" y="53555"/>
                  </a:lnTo>
                  <a:close/>
                  <a:moveTo>
                    <a:pt x="22808" y="77649"/>
                  </a:moveTo>
                  <a:lnTo>
                    <a:pt x="35899" y="91912"/>
                  </a:lnTo>
                  <a:lnTo>
                    <a:pt x="47860" y="64823"/>
                  </a:lnTo>
                  <a:close/>
                  <a:moveTo>
                    <a:pt x="0" y="26112"/>
                  </a:moveTo>
                  <a:lnTo>
                    <a:pt x="22808" y="77649"/>
                  </a:lnTo>
                  <a:lnTo>
                    <a:pt x="47860" y="64823"/>
                  </a:lnTo>
                  <a:close/>
                  <a:moveTo>
                    <a:pt x="81480" y="53555"/>
                  </a:moveTo>
                  <a:lnTo>
                    <a:pt x="79834" y="2018"/>
                  </a:lnTo>
                  <a:lnTo>
                    <a:pt x="47860" y="64823"/>
                  </a:lnTo>
                  <a:close/>
                  <a:moveTo>
                    <a:pt x="79834" y="2018"/>
                  </a:moveTo>
                  <a:lnTo>
                    <a:pt x="113770" y="49221"/>
                  </a:lnTo>
                  <a:lnTo>
                    <a:pt x="97138" y="0"/>
                  </a:lnTo>
                  <a:close/>
                  <a:moveTo>
                    <a:pt x="79834" y="2018"/>
                  </a:moveTo>
                  <a:lnTo>
                    <a:pt x="81480" y="53555"/>
                  </a:lnTo>
                  <a:lnTo>
                    <a:pt x="113770" y="49221"/>
                  </a:lnTo>
                  <a:close/>
                  <a:moveTo>
                    <a:pt x="693734" y="266399"/>
                  </a:moveTo>
                  <a:lnTo>
                    <a:pt x="680917" y="214862"/>
                  </a:lnTo>
                  <a:lnTo>
                    <a:pt x="670405" y="277001"/>
                  </a:lnTo>
                  <a:close/>
                  <a:moveTo>
                    <a:pt x="680917" y="214862"/>
                  </a:moveTo>
                  <a:lnTo>
                    <a:pt x="740372" y="258102"/>
                  </a:lnTo>
                  <a:lnTo>
                    <a:pt x="738545" y="196845"/>
                  </a:lnTo>
                  <a:close/>
                  <a:moveTo>
                    <a:pt x="680917" y="214862"/>
                  </a:moveTo>
                  <a:lnTo>
                    <a:pt x="693734" y="266399"/>
                  </a:lnTo>
                  <a:lnTo>
                    <a:pt x="740372" y="2581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8" name="Output_density__4367">
              <a:extLst>
                <a:ext uri="{FF2B5EF4-FFF2-40B4-BE49-F238E27FC236}">
                  <a16:creationId xmlns:a16="http://schemas.microsoft.com/office/drawing/2014/main" id="{03AD00F5-DE78-1118-DA62-F340364CF36D}"/>
                </a:ext>
              </a:extLst>
            </p:cNvPr>
            <p:cNvSpPr>
              <a:spLocks noGrp="1"/>
            </p:cNvSpPr>
            <p:nvPr/>
          </p:nvSpPr>
          <p:spPr>
            <a:xfrm>
              <a:off x="15182892" y="3143581"/>
              <a:ext cx="748955" cy="247557"/>
            </a:xfrm>
            <a:custGeom>
              <a:avLst/>
              <a:gdLst/>
              <a:ahLst/>
              <a:cxnLst/>
              <a:rect l="0" t="0" r="0" b="0"/>
              <a:pathLst>
                <a:path w="748955" h="247557">
                  <a:moveTo>
                    <a:pt x="0" y="42691"/>
                  </a:moveTo>
                  <a:lnTo>
                    <a:pt x="35909" y="79964"/>
                  </a:lnTo>
                  <a:lnTo>
                    <a:pt x="45581" y="4334"/>
                  </a:lnTo>
                  <a:close/>
                  <a:moveTo>
                    <a:pt x="45581" y="4334"/>
                  </a:moveTo>
                  <a:lnTo>
                    <a:pt x="35909" y="79964"/>
                  </a:lnTo>
                  <a:lnTo>
                    <a:pt x="76021" y="17343"/>
                  </a:lnTo>
                  <a:close/>
                  <a:moveTo>
                    <a:pt x="76021" y="17343"/>
                  </a:moveTo>
                  <a:lnTo>
                    <a:pt x="35909" y="79964"/>
                  </a:lnTo>
                  <a:lnTo>
                    <a:pt x="67682" y="71027"/>
                  </a:lnTo>
                  <a:close/>
                  <a:moveTo>
                    <a:pt x="45581" y="4334"/>
                  </a:moveTo>
                  <a:lnTo>
                    <a:pt x="76021" y="17343"/>
                  </a:lnTo>
                  <a:lnTo>
                    <a:pt x="77872" y="0"/>
                  </a:lnTo>
                  <a:close/>
                  <a:moveTo>
                    <a:pt x="609070" y="241272"/>
                  </a:moveTo>
                  <a:lnTo>
                    <a:pt x="619593" y="247557"/>
                  </a:lnTo>
                  <a:lnTo>
                    <a:pt x="634507" y="227780"/>
                  </a:lnTo>
                  <a:close/>
                  <a:moveTo>
                    <a:pt x="619593" y="247557"/>
                  </a:moveTo>
                  <a:lnTo>
                    <a:pt x="657835" y="217178"/>
                  </a:lnTo>
                  <a:lnTo>
                    <a:pt x="634507" y="227780"/>
                  </a:lnTo>
                  <a:close/>
                  <a:moveTo>
                    <a:pt x="702646" y="147623"/>
                  </a:moveTo>
                  <a:lnTo>
                    <a:pt x="704473" y="208881"/>
                  </a:lnTo>
                  <a:lnTo>
                    <a:pt x="748955" y="14795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9" name="Output_density__4368">
              <a:extLst>
                <a:ext uri="{FF2B5EF4-FFF2-40B4-BE49-F238E27FC236}">
                  <a16:creationId xmlns:a16="http://schemas.microsoft.com/office/drawing/2014/main" id="{2FA03838-E5E3-D460-F088-2202B2F1662C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6378"/>
              <a:ext cx="680917" cy="274983"/>
            </a:xfrm>
            <a:custGeom>
              <a:avLst/>
              <a:gdLst/>
              <a:ahLst/>
              <a:cxnLst/>
              <a:rect l="0" t="0" r="0" b="0"/>
              <a:pathLst>
                <a:path w="680917" h="274983">
                  <a:moveTo>
                    <a:pt x="0" y="24094"/>
                  </a:moveTo>
                  <a:lnTo>
                    <a:pt x="47860" y="62805"/>
                  </a:lnTo>
                  <a:lnTo>
                    <a:pt x="37107" y="8804"/>
                  </a:lnTo>
                  <a:close/>
                  <a:moveTo>
                    <a:pt x="79834" y="0"/>
                  </a:moveTo>
                  <a:lnTo>
                    <a:pt x="37107" y="8804"/>
                  </a:lnTo>
                  <a:lnTo>
                    <a:pt x="47860" y="62805"/>
                  </a:lnTo>
                  <a:close/>
                  <a:moveTo>
                    <a:pt x="680917" y="212844"/>
                  </a:moveTo>
                  <a:lnTo>
                    <a:pt x="649358" y="229351"/>
                  </a:lnTo>
                  <a:lnTo>
                    <a:pt x="670405" y="27498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70" name="Output_density__4369">
              <a:extLst>
                <a:ext uri="{FF2B5EF4-FFF2-40B4-BE49-F238E27FC236}">
                  <a16:creationId xmlns:a16="http://schemas.microsoft.com/office/drawing/2014/main" id="{8C09BA2F-FEB5-D69F-87E0-53AD9B92D915}"/>
                </a:ext>
              </a:extLst>
            </p:cNvPr>
            <p:cNvSpPr>
              <a:spLocks noGrp="1"/>
            </p:cNvSpPr>
            <p:nvPr/>
          </p:nvSpPr>
          <p:spPr>
            <a:xfrm>
              <a:off x="15802485" y="3352461"/>
              <a:ext cx="84880" cy="38676"/>
            </a:xfrm>
            <a:custGeom>
              <a:avLst/>
              <a:gdLst/>
              <a:ahLst/>
              <a:cxnLst/>
              <a:rect l="0" t="0" r="0" b="0"/>
              <a:pathLst>
                <a:path w="84880" h="38676">
                  <a:moveTo>
                    <a:pt x="77952" y="20546"/>
                  </a:moveTo>
                  <a:lnTo>
                    <a:pt x="38242" y="8297"/>
                  </a:lnTo>
                  <a:lnTo>
                    <a:pt x="0" y="38676"/>
                  </a:lnTo>
                  <a:close/>
                  <a:moveTo>
                    <a:pt x="38242" y="8297"/>
                  </a:moveTo>
                  <a:lnTo>
                    <a:pt x="77952" y="20546"/>
                  </a:lnTo>
                  <a:lnTo>
                    <a:pt x="8488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</p:grpSp>
      <p:grpSp>
        <p:nvGrpSpPr>
          <p:cNvPr id="6240" name="Build：输出受体主链">
            <a:extLst>
              <a:ext uri="{FF2B5EF4-FFF2-40B4-BE49-F238E27FC236}">
                <a16:creationId xmlns:a16="http://schemas.microsoft.com/office/drawing/2014/main" id="{682F4F24-6800-2F7E-9327-F8262ECACB83}"/>
              </a:ext>
            </a:extLst>
          </p:cNvPr>
          <p:cNvGrpSpPr/>
          <p:nvPr/>
        </p:nvGrpSpPr>
        <p:grpSpPr>
          <a:xfrm>
            <a:off x="8034591" y="3837993"/>
            <a:ext cx="1121765" cy="1390181"/>
            <a:chOff x="14845986" y="2225897"/>
            <a:chExt cx="2019177" cy="2502325"/>
          </a:xfrm>
        </p:grpSpPr>
        <p:sp>
          <p:nvSpPr>
            <p:cNvPr id="4371" name="Output_receptor__4370">
              <a:extLst>
                <a:ext uri="{FF2B5EF4-FFF2-40B4-BE49-F238E27FC236}">
                  <a16:creationId xmlns:a16="http://schemas.microsoft.com/office/drawing/2014/main" id="{6AA17F41-3AA1-4E45-3266-06E9E38C3407}"/>
                </a:ext>
              </a:extLst>
            </p:cNvPr>
            <p:cNvSpPr>
              <a:spLocks noGrp="1"/>
            </p:cNvSpPr>
            <p:nvPr/>
          </p:nvSpPr>
          <p:spPr>
            <a:xfrm>
              <a:off x="15751966" y="4338325"/>
              <a:ext cx="68727" cy="3551"/>
            </a:xfrm>
            <a:custGeom>
              <a:avLst/>
              <a:gdLst/>
              <a:ahLst/>
              <a:cxnLst/>
              <a:rect l="0" t="0" r="0" b="0"/>
              <a:pathLst>
                <a:path w="68727" h="3551">
                  <a:moveTo>
                    <a:pt x="68727" y="0"/>
                  </a:moveTo>
                  <a:lnTo>
                    <a:pt x="0" y="3551"/>
                  </a:lnTo>
                </a:path>
              </a:pathLst>
            </a:custGeom>
            <a:noFill/>
            <a:ln w="20003">
              <a:solidFill>
                <a:srgbClr val="E3E7E9"/>
              </a:solidFill>
            </a:ln>
          </p:spPr>
        </p:sp>
        <p:sp>
          <p:nvSpPr>
            <p:cNvPr id="4372" name="Output_receptor__4371">
              <a:extLst>
                <a:ext uri="{FF2B5EF4-FFF2-40B4-BE49-F238E27FC236}">
                  <a16:creationId xmlns:a16="http://schemas.microsoft.com/office/drawing/2014/main" id="{F4757639-6A38-2A90-6D36-DAB16D102F68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41876"/>
              <a:ext cx="21896" cy="29938"/>
            </a:xfrm>
            <a:custGeom>
              <a:avLst/>
              <a:gdLst/>
              <a:ahLst/>
              <a:cxnLst/>
              <a:rect l="0" t="0" r="0" b="0"/>
              <a:pathLst>
                <a:path w="21896" h="29938">
                  <a:moveTo>
                    <a:pt x="21896" y="0"/>
                  </a:moveTo>
                  <a:lnTo>
                    <a:pt x="0" y="29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3" name="Output_receptor__4372">
              <a:extLst>
                <a:ext uri="{FF2B5EF4-FFF2-40B4-BE49-F238E27FC236}">
                  <a16:creationId xmlns:a16="http://schemas.microsoft.com/office/drawing/2014/main" id="{2760B7D2-0A7A-D5B7-60D0-7A14A5CF35E8}"/>
                </a:ext>
              </a:extLst>
            </p:cNvPr>
            <p:cNvSpPr>
              <a:spLocks noGrp="1"/>
            </p:cNvSpPr>
            <p:nvPr/>
          </p:nvSpPr>
          <p:spPr>
            <a:xfrm>
              <a:off x="15820692" y="4338325"/>
              <a:ext cx="2029" cy="69751"/>
            </a:xfrm>
            <a:custGeom>
              <a:avLst/>
              <a:gdLst/>
              <a:ahLst/>
              <a:cxnLst/>
              <a:rect l="0" t="0" r="0" b="0"/>
              <a:pathLst>
                <a:path w="2029" h="69751">
                  <a:moveTo>
                    <a:pt x="2029" y="69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4" name="Output_receptor__4373">
              <a:extLst>
                <a:ext uri="{FF2B5EF4-FFF2-40B4-BE49-F238E27FC236}">
                  <a16:creationId xmlns:a16="http://schemas.microsoft.com/office/drawing/2014/main" id="{C38E4E3A-1796-686B-613C-EAFB68CBC9DF}"/>
                </a:ext>
              </a:extLst>
            </p:cNvPr>
            <p:cNvSpPr>
              <a:spLocks noGrp="1"/>
            </p:cNvSpPr>
            <p:nvPr/>
          </p:nvSpPr>
          <p:spPr>
            <a:xfrm>
              <a:off x="15822721" y="4408075"/>
              <a:ext cx="72277" cy="4033"/>
            </a:xfrm>
            <a:custGeom>
              <a:avLst/>
              <a:gdLst/>
              <a:ahLst/>
              <a:cxnLst/>
              <a:rect l="0" t="0" r="0" b="0"/>
              <a:pathLst>
                <a:path w="72277" h="4033">
                  <a:moveTo>
                    <a:pt x="72277" y="40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5" name="Output_receptor__4374">
              <a:extLst>
                <a:ext uri="{FF2B5EF4-FFF2-40B4-BE49-F238E27FC236}">
                  <a16:creationId xmlns:a16="http://schemas.microsoft.com/office/drawing/2014/main" id="{57D3F9E0-BFF3-8800-B45A-BC640AD70420}"/>
                </a:ext>
              </a:extLst>
            </p:cNvPr>
            <p:cNvSpPr>
              <a:spLocks noGrp="1"/>
            </p:cNvSpPr>
            <p:nvPr/>
          </p:nvSpPr>
          <p:spPr>
            <a:xfrm>
              <a:off x="15894998" y="4379687"/>
              <a:ext cx="57673" cy="32421"/>
            </a:xfrm>
            <a:custGeom>
              <a:avLst/>
              <a:gdLst/>
              <a:ahLst/>
              <a:cxnLst/>
              <a:rect l="0" t="0" r="0" b="0"/>
              <a:pathLst>
                <a:path w="57673" h="32421">
                  <a:moveTo>
                    <a:pt x="57673" y="0"/>
                  </a:moveTo>
                  <a:lnTo>
                    <a:pt x="0" y="3242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6" name="Output_receptor__4375">
              <a:extLst>
                <a:ext uri="{FF2B5EF4-FFF2-40B4-BE49-F238E27FC236}">
                  <a16:creationId xmlns:a16="http://schemas.microsoft.com/office/drawing/2014/main" id="{00E7F403-51DE-4B43-2FC5-71E703A41FC0}"/>
                </a:ext>
              </a:extLst>
            </p:cNvPr>
            <p:cNvSpPr>
              <a:spLocks noGrp="1"/>
            </p:cNvSpPr>
            <p:nvPr/>
          </p:nvSpPr>
          <p:spPr>
            <a:xfrm>
              <a:off x="16022030" y="4327283"/>
              <a:ext cx="21434" cy="67388"/>
            </a:xfrm>
            <a:custGeom>
              <a:avLst/>
              <a:gdLst/>
              <a:ahLst/>
              <a:cxnLst/>
              <a:rect l="0" t="0" r="0" b="0"/>
              <a:pathLst>
                <a:path w="21434" h="67388">
                  <a:moveTo>
                    <a:pt x="21434" y="0"/>
                  </a:moveTo>
                  <a:lnTo>
                    <a:pt x="0" y="6738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7" name="Output_receptor__4376">
              <a:extLst>
                <a:ext uri="{FF2B5EF4-FFF2-40B4-BE49-F238E27FC236}">
                  <a16:creationId xmlns:a16="http://schemas.microsoft.com/office/drawing/2014/main" id="{D1EDA6DC-124F-CDD7-824A-385DF6A98666}"/>
                </a:ext>
              </a:extLst>
            </p:cNvPr>
            <p:cNvSpPr>
              <a:spLocks noGrp="1"/>
            </p:cNvSpPr>
            <p:nvPr/>
          </p:nvSpPr>
          <p:spPr>
            <a:xfrm>
              <a:off x="15952671" y="4379687"/>
              <a:ext cx="69359" cy="14984"/>
            </a:xfrm>
            <a:custGeom>
              <a:avLst/>
              <a:gdLst/>
              <a:ahLst/>
              <a:cxnLst/>
              <a:rect l="0" t="0" r="0" b="0"/>
              <a:pathLst>
                <a:path w="69359" h="14984">
                  <a:moveTo>
                    <a:pt x="69359" y="149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8" name="Output_receptor__4377">
              <a:extLst>
                <a:ext uri="{FF2B5EF4-FFF2-40B4-BE49-F238E27FC236}">
                  <a16:creationId xmlns:a16="http://schemas.microsoft.com/office/drawing/2014/main" id="{04B500DD-F5C4-D2E6-5F04-712EFCDB8B69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69004"/>
              <a:ext cx="64674" cy="30666"/>
            </a:xfrm>
            <a:custGeom>
              <a:avLst/>
              <a:gdLst/>
              <a:ahLst/>
              <a:cxnLst/>
              <a:rect l="0" t="0" r="0" b="0"/>
              <a:pathLst>
                <a:path w="64674" h="30666">
                  <a:moveTo>
                    <a:pt x="64674" y="0"/>
                  </a:moveTo>
                  <a:lnTo>
                    <a:pt x="0" y="3066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9" name="Output_receptor__4378">
              <a:extLst>
                <a:ext uri="{FF2B5EF4-FFF2-40B4-BE49-F238E27FC236}">
                  <a16:creationId xmlns:a16="http://schemas.microsoft.com/office/drawing/2014/main" id="{91AAD522-8D0E-0007-C8A1-363BA3953202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25416"/>
              <a:ext cx="67910" cy="584"/>
            </a:xfrm>
            <a:custGeom>
              <a:avLst/>
              <a:gdLst/>
              <a:ahLst/>
              <a:cxnLst/>
              <a:rect l="0" t="0" r="0" b="0"/>
              <a:pathLst>
                <a:path w="67910" h="584">
                  <a:moveTo>
                    <a:pt x="0" y="0"/>
                  </a:moveTo>
                  <a:lnTo>
                    <a:pt x="67910" y="58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0" name="Output_receptor__4379">
              <a:extLst>
                <a:ext uri="{FF2B5EF4-FFF2-40B4-BE49-F238E27FC236}">
                  <a16:creationId xmlns:a16="http://schemas.microsoft.com/office/drawing/2014/main" id="{7E3A8B4C-6EFE-EDD3-8B42-55B4D8377EAF}"/>
                </a:ext>
              </a:extLst>
            </p:cNvPr>
            <p:cNvSpPr>
              <a:spLocks noGrp="1"/>
            </p:cNvSpPr>
            <p:nvPr/>
          </p:nvSpPr>
          <p:spPr>
            <a:xfrm>
              <a:off x="15735362" y="4269004"/>
              <a:ext cx="31055" cy="52680"/>
            </a:xfrm>
            <a:custGeom>
              <a:avLst/>
              <a:gdLst/>
              <a:ahLst/>
              <a:cxnLst/>
              <a:rect l="0" t="0" r="0" b="0"/>
              <a:pathLst>
                <a:path w="31055" h="52680">
                  <a:moveTo>
                    <a:pt x="31055" y="52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1" name="Output_receptor__4380">
              <a:extLst>
                <a:ext uri="{FF2B5EF4-FFF2-40B4-BE49-F238E27FC236}">
                  <a16:creationId xmlns:a16="http://schemas.microsoft.com/office/drawing/2014/main" id="{61021AE9-5F55-2641-80FA-773C855B0E37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21684"/>
              <a:ext cx="36348" cy="50130"/>
            </a:xfrm>
            <a:custGeom>
              <a:avLst/>
              <a:gdLst/>
              <a:ahLst/>
              <a:cxnLst/>
              <a:rect l="0" t="0" r="0" b="0"/>
              <a:pathLst>
                <a:path w="36348" h="50130">
                  <a:moveTo>
                    <a:pt x="0" y="50130"/>
                  </a:moveTo>
                  <a:lnTo>
                    <a:pt x="36348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2" name="Output_receptor__4381">
              <a:extLst>
                <a:ext uri="{FF2B5EF4-FFF2-40B4-BE49-F238E27FC236}">
                  <a16:creationId xmlns:a16="http://schemas.microsoft.com/office/drawing/2014/main" id="{591332A6-679C-5B5B-5A59-84F7B0A463B6}"/>
                </a:ext>
              </a:extLst>
            </p:cNvPr>
            <p:cNvSpPr>
              <a:spLocks noGrp="1"/>
            </p:cNvSpPr>
            <p:nvPr/>
          </p:nvSpPr>
          <p:spPr>
            <a:xfrm>
              <a:off x="15976923" y="4226000"/>
              <a:ext cx="25247" cy="53322"/>
            </a:xfrm>
            <a:custGeom>
              <a:avLst/>
              <a:gdLst/>
              <a:ahLst/>
              <a:cxnLst/>
              <a:rect l="0" t="0" r="0" b="0"/>
              <a:pathLst>
                <a:path w="25247" h="53322">
                  <a:moveTo>
                    <a:pt x="0" y="0"/>
                  </a:moveTo>
                  <a:lnTo>
                    <a:pt x="25247" y="5332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3" name="Output_receptor__4382">
              <a:extLst>
                <a:ext uri="{FF2B5EF4-FFF2-40B4-BE49-F238E27FC236}">
                  <a16:creationId xmlns:a16="http://schemas.microsoft.com/office/drawing/2014/main" id="{5C90D76D-9C28-2EDF-4755-05490DE00F0B}"/>
                </a:ext>
              </a:extLst>
            </p:cNvPr>
            <p:cNvSpPr>
              <a:spLocks noGrp="1"/>
            </p:cNvSpPr>
            <p:nvPr/>
          </p:nvSpPr>
          <p:spPr>
            <a:xfrm>
              <a:off x="16002170" y="4279322"/>
              <a:ext cx="41293" cy="47961"/>
            </a:xfrm>
            <a:custGeom>
              <a:avLst/>
              <a:gdLst/>
              <a:ahLst/>
              <a:cxnLst/>
              <a:rect l="0" t="0" r="0" b="0"/>
              <a:pathLst>
                <a:path w="41293" h="47961">
                  <a:moveTo>
                    <a:pt x="0" y="0"/>
                  </a:moveTo>
                  <a:lnTo>
                    <a:pt x="41293" y="4796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4" name="Output_receptor__4383">
              <a:extLst>
                <a:ext uri="{FF2B5EF4-FFF2-40B4-BE49-F238E27FC236}">
                  <a16:creationId xmlns:a16="http://schemas.microsoft.com/office/drawing/2014/main" id="{8273A1D5-6C79-45F1-52D2-506E662CACD9}"/>
                </a:ext>
              </a:extLst>
            </p:cNvPr>
            <p:cNvSpPr>
              <a:spLocks noGrp="1"/>
            </p:cNvSpPr>
            <p:nvPr/>
          </p:nvSpPr>
          <p:spPr>
            <a:xfrm>
              <a:off x="16619491" y="4050909"/>
              <a:ext cx="65929" cy="11096"/>
            </a:xfrm>
            <a:custGeom>
              <a:avLst/>
              <a:gdLst/>
              <a:ahLst/>
              <a:cxnLst/>
              <a:rect l="0" t="0" r="0" b="0"/>
              <a:pathLst>
                <a:path w="65929" h="11096">
                  <a:moveTo>
                    <a:pt x="0" y="11096"/>
                  </a:moveTo>
                  <a:lnTo>
                    <a:pt x="65929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5" name="Output_receptor__4384">
              <a:extLst>
                <a:ext uri="{FF2B5EF4-FFF2-40B4-BE49-F238E27FC236}">
                  <a16:creationId xmlns:a16="http://schemas.microsoft.com/office/drawing/2014/main" id="{C0F855C2-1D9B-C98A-2F89-E7BA6F52B77D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99670"/>
              <a:ext cx="11090" cy="6319"/>
            </a:xfrm>
            <a:custGeom>
              <a:avLst/>
              <a:gdLst/>
              <a:ahLst/>
              <a:cxnLst/>
              <a:rect l="0" t="0" r="0" b="0"/>
              <a:pathLst>
                <a:path w="11090" h="6319">
                  <a:moveTo>
                    <a:pt x="0" y="0"/>
                  </a:moveTo>
                  <a:lnTo>
                    <a:pt x="11090" y="631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6" name="Output_receptor__4385">
              <a:extLst>
                <a:ext uri="{FF2B5EF4-FFF2-40B4-BE49-F238E27FC236}">
                  <a16:creationId xmlns:a16="http://schemas.microsoft.com/office/drawing/2014/main" id="{39BF69F6-EC0F-5127-F91C-FF78D47B5D31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4030868"/>
              <a:ext cx="41367" cy="31137"/>
            </a:xfrm>
            <a:custGeom>
              <a:avLst/>
              <a:gdLst/>
              <a:ahLst/>
              <a:cxnLst/>
              <a:rect l="0" t="0" r="0" b="0"/>
              <a:pathLst>
                <a:path w="41367" h="31137">
                  <a:moveTo>
                    <a:pt x="0" y="0"/>
                  </a:moveTo>
                  <a:lnTo>
                    <a:pt x="41367" y="3113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7" name="Output_receptor__4386">
              <a:extLst>
                <a:ext uri="{FF2B5EF4-FFF2-40B4-BE49-F238E27FC236}">
                  <a16:creationId xmlns:a16="http://schemas.microsoft.com/office/drawing/2014/main" id="{CA3E754E-FC17-4D6C-E9E9-6DF610B5B638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25499"/>
              <a:ext cx="64959" cy="21299"/>
            </a:xfrm>
            <a:custGeom>
              <a:avLst/>
              <a:gdLst/>
              <a:ahLst/>
              <a:cxnLst/>
              <a:rect l="0" t="0" r="0" b="0"/>
              <a:pathLst>
                <a:path w="64959" h="21299">
                  <a:moveTo>
                    <a:pt x="0" y="0"/>
                  </a:moveTo>
                  <a:lnTo>
                    <a:pt x="64959" y="2129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8" name="Output_receptor__4387">
              <a:extLst>
                <a:ext uri="{FF2B5EF4-FFF2-40B4-BE49-F238E27FC236}">
                  <a16:creationId xmlns:a16="http://schemas.microsoft.com/office/drawing/2014/main" id="{EECA6ED8-68E1-5FD5-6CC9-FB92F55C6636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15436"/>
              <a:ext cx="30482" cy="9979"/>
            </a:xfrm>
            <a:custGeom>
              <a:avLst/>
              <a:gdLst/>
              <a:ahLst/>
              <a:cxnLst/>
              <a:rect l="0" t="0" r="0" b="0"/>
              <a:pathLst>
                <a:path w="30482" h="9979">
                  <a:moveTo>
                    <a:pt x="30482" y="0"/>
                  </a:moveTo>
                  <a:lnTo>
                    <a:pt x="0" y="99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9" name="Output_receptor__4388">
              <a:extLst>
                <a:ext uri="{FF2B5EF4-FFF2-40B4-BE49-F238E27FC236}">
                  <a16:creationId xmlns:a16="http://schemas.microsoft.com/office/drawing/2014/main" id="{CFF14DDC-3FFD-9BE2-5CEB-8991450AAC5E}"/>
                </a:ext>
              </a:extLst>
            </p:cNvPr>
            <p:cNvSpPr>
              <a:spLocks noGrp="1"/>
            </p:cNvSpPr>
            <p:nvPr/>
          </p:nvSpPr>
          <p:spPr>
            <a:xfrm>
              <a:off x="15895952" y="4127533"/>
              <a:ext cx="63959" cy="21248"/>
            </a:xfrm>
            <a:custGeom>
              <a:avLst/>
              <a:gdLst/>
              <a:ahLst/>
              <a:cxnLst/>
              <a:rect l="0" t="0" r="0" b="0"/>
              <a:pathLst>
                <a:path w="63959" h="21248">
                  <a:moveTo>
                    <a:pt x="0" y="0"/>
                  </a:moveTo>
                  <a:lnTo>
                    <a:pt x="63959" y="212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90" name="Output_receptor__4389">
              <a:extLst>
                <a:ext uri="{FF2B5EF4-FFF2-40B4-BE49-F238E27FC236}">
                  <a16:creationId xmlns:a16="http://schemas.microsoft.com/office/drawing/2014/main" id="{7326C8B7-4A7A-D59B-F81E-E7BD809E126A}"/>
                </a:ext>
              </a:extLst>
            </p:cNvPr>
            <p:cNvSpPr>
              <a:spLocks noGrp="1"/>
            </p:cNvSpPr>
            <p:nvPr/>
          </p:nvSpPr>
          <p:spPr>
            <a:xfrm>
              <a:off x="16113528" y="4141051"/>
              <a:ext cx="52396" cy="39378"/>
            </a:xfrm>
            <a:custGeom>
              <a:avLst/>
              <a:gdLst/>
              <a:ahLst/>
              <a:cxnLst/>
              <a:rect l="0" t="0" r="0" b="0"/>
              <a:pathLst>
                <a:path w="52396" h="39378">
                  <a:moveTo>
                    <a:pt x="52396" y="393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1" name="Output_receptor__4390">
              <a:extLst>
                <a:ext uri="{FF2B5EF4-FFF2-40B4-BE49-F238E27FC236}">
                  <a16:creationId xmlns:a16="http://schemas.microsoft.com/office/drawing/2014/main" id="{56129A1A-A01D-4886-C9DC-307E41DCF9F5}"/>
                </a:ext>
              </a:extLst>
            </p:cNvPr>
            <p:cNvSpPr>
              <a:spLocks noGrp="1"/>
            </p:cNvSpPr>
            <p:nvPr/>
          </p:nvSpPr>
          <p:spPr>
            <a:xfrm>
              <a:off x="15649500" y="4213650"/>
              <a:ext cx="57155" cy="24580"/>
            </a:xfrm>
            <a:custGeom>
              <a:avLst/>
              <a:gdLst/>
              <a:ahLst/>
              <a:cxnLst/>
              <a:rect l="0" t="0" r="0" b="0"/>
              <a:pathLst>
                <a:path w="57155" h="24580">
                  <a:moveTo>
                    <a:pt x="57155" y="24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2" name="Output_receptor__4391">
              <a:extLst>
                <a:ext uri="{FF2B5EF4-FFF2-40B4-BE49-F238E27FC236}">
                  <a16:creationId xmlns:a16="http://schemas.microsoft.com/office/drawing/2014/main" id="{A9C97F66-A898-A10C-522F-5652210B3B7A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13650"/>
              <a:ext cx="46978" cy="38350"/>
            </a:xfrm>
            <a:custGeom>
              <a:avLst/>
              <a:gdLst/>
              <a:ahLst/>
              <a:cxnLst/>
              <a:rect l="0" t="0" r="0" b="0"/>
              <a:pathLst>
                <a:path w="46978" h="38350">
                  <a:moveTo>
                    <a:pt x="46978" y="0"/>
                  </a:moveTo>
                  <a:lnTo>
                    <a:pt x="0" y="3835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3" name="Output_receptor__4392">
              <a:extLst>
                <a:ext uri="{FF2B5EF4-FFF2-40B4-BE49-F238E27FC236}">
                  <a16:creationId xmlns:a16="http://schemas.microsoft.com/office/drawing/2014/main" id="{737A72FD-4A9E-1D6C-5713-5A623CE225B1}"/>
                </a:ext>
              </a:extLst>
            </p:cNvPr>
            <p:cNvSpPr>
              <a:spLocks noGrp="1"/>
            </p:cNvSpPr>
            <p:nvPr/>
          </p:nvSpPr>
          <p:spPr>
            <a:xfrm>
              <a:off x="16136322" y="4180429"/>
              <a:ext cx="29601" cy="60910"/>
            </a:xfrm>
            <a:custGeom>
              <a:avLst/>
              <a:gdLst/>
              <a:ahLst/>
              <a:cxnLst/>
              <a:rect l="0" t="0" r="0" b="0"/>
              <a:pathLst>
                <a:path w="29601" h="60910">
                  <a:moveTo>
                    <a:pt x="0" y="60910"/>
                  </a:moveTo>
                  <a:lnTo>
                    <a:pt x="29601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4" name="Output_receptor__4393">
              <a:extLst>
                <a:ext uri="{FF2B5EF4-FFF2-40B4-BE49-F238E27FC236}">
                  <a16:creationId xmlns:a16="http://schemas.microsoft.com/office/drawing/2014/main" id="{7A4B4333-231B-116D-4547-47A310627731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41051"/>
              <a:ext cx="50018" cy="33167"/>
            </a:xfrm>
            <a:custGeom>
              <a:avLst/>
              <a:gdLst/>
              <a:ahLst/>
              <a:cxnLst/>
              <a:rect l="0" t="0" r="0" b="0"/>
              <a:pathLst>
                <a:path w="50018" h="33167">
                  <a:moveTo>
                    <a:pt x="50018" y="0"/>
                  </a:moveTo>
                  <a:lnTo>
                    <a:pt x="0" y="33167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5" name="Output_receptor__4394">
              <a:extLst>
                <a:ext uri="{FF2B5EF4-FFF2-40B4-BE49-F238E27FC236}">
                  <a16:creationId xmlns:a16="http://schemas.microsoft.com/office/drawing/2014/main" id="{F1C98DEB-02CF-1FD3-4863-317AD3DA12C8}"/>
                </a:ext>
              </a:extLst>
            </p:cNvPr>
            <p:cNvSpPr>
              <a:spLocks noGrp="1"/>
            </p:cNvSpPr>
            <p:nvPr/>
          </p:nvSpPr>
          <p:spPr>
            <a:xfrm>
              <a:off x="16624237" y="3946797"/>
              <a:ext cx="3788" cy="38179"/>
            </a:xfrm>
            <a:custGeom>
              <a:avLst/>
              <a:gdLst/>
              <a:ahLst/>
              <a:cxnLst/>
              <a:rect l="0" t="0" r="0" b="0"/>
              <a:pathLst>
                <a:path w="3788" h="38179">
                  <a:moveTo>
                    <a:pt x="0" y="0"/>
                  </a:moveTo>
                  <a:lnTo>
                    <a:pt x="3788" y="38179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6" name="Output_receptor__4395">
              <a:extLst>
                <a:ext uri="{FF2B5EF4-FFF2-40B4-BE49-F238E27FC236}">
                  <a16:creationId xmlns:a16="http://schemas.microsoft.com/office/drawing/2014/main" id="{F6E23A61-4488-FBE1-725B-D50E627ECB9D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27533"/>
              <a:ext cx="30245" cy="22834"/>
            </a:xfrm>
            <a:custGeom>
              <a:avLst/>
              <a:gdLst/>
              <a:ahLst/>
              <a:cxnLst/>
              <a:rect l="0" t="0" r="0" b="0"/>
              <a:pathLst>
                <a:path w="30245" h="22834">
                  <a:moveTo>
                    <a:pt x="0" y="22834"/>
                  </a:moveTo>
                  <a:lnTo>
                    <a:pt x="30245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7" name="Output_receptor__4396">
              <a:extLst>
                <a:ext uri="{FF2B5EF4-FFF2-40B4-BE49-F238E27FC236}">
                  <a16:creationId xmlns:a16="http://schemas.microsoft.com/office/drawing/2014/main" id="{CCEB40AD-586D-414B-5F41-35AEF9BDA153}"/>
                </a:ext>
              </a:extLst>
            </p:cNvPr>
            <p:cNvSpPr>
              <a:spLocks noGrp="1"/>
            </p:cNvSpPr>
            <p:nvPr/>
          </p:nvSpPr>
          <p:spPr>
            <a:xfrm>
              <a:off x="15898444" y="4404431"/>
              <a:ext cx="37579" cy="50641"/>
            </a:xfrm>
            <a:custGeom>
              <a:avLst/>
              <a:gdLst/>
              <a:ahLst/>
              <a:cxnLst/>
              <a:rect l="0" t="0" r="0" b="0"/>
              <a:pathLst>
                <a:path w="37579" h="50641">
                  <a:moveTo>
                    <a:pt x="0" y="0"/>
                  </a:moveTo>
                  <a:lnTo>
                    <a:pt x="37579" y="50641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8" name="Output_receptor__4397">
              <a:extLst>
                <a:ext uri="{FF2B5EF4-FFF2-40B4-BE49-F238E27FC236}">
                  <a16:creationId xmlns:a16="http://schemas.microsoft.com/office/drawing/2014/main" id="{B35A9834-A323-B309-60E8-1F62C73F9E8B}"/>
                </a:ext>
              </a:extLst>
            </p:cNvPr>
            <p:cNvSpPr>
              <a:spLocks noGrp="1"/>
            </p:cNvSpPr>
            <p:nvPr/>
          </p:nvSpPr>
          <p:spPr>
            <a:xfrm>
              <a:off x="16593055" y="3835652"/>
              <a:ext cx="47068" cy="35833"/>
            </a:xfrm>
            <a:custGeom>
              <a:avLst/>
              <a:gdLst/>
              <a:ahLst/>
              <a:cxnLst/>
              <a:rect l="0" t="0" r="0" b="0"/>
              <a:pathLst>
                <a:path w="47068" h="35833">
                  <a:moveTo>
                    <a:pt x="0" y="0"/>
                  </a:moveTo>
                  <a:lnTo>
                    <a:pt x="47068" y="35833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9" name="Output_receptor__4398">
              <a:extLst>
                <a:ext uri="{FF2B5EF4-FFF2-40B4-BE49-F238E27FC236}">
                  <a16:creationId xmlns:a16="http://schemas.microsoft.com/office/drawing/2014/main" id="{A9F8F542-E104-4A67-EB5A-E115C344B8DC}"/>
                </a:ext>
              </a:extLst>
            </p:cNvPr>
            <p:cNvSpPr>
              <a:spLocks noGrp="1"/>
            </p:cNvSpPr>
            <p:nvPr/>
          </p:nvSpPr>
          <p:spPr>
            <a:xfrm>
              <a:off x="15939496" y="4148781"/>
              <a:ext cx="20416" cy="66655"/>
            </a:xfrm>
            <a:custGeom>
              <a:avLst/>
              <a:gdLst/>
              <a:ahLst/>
              <a:cxnLst/>
              <a:rect l="0" t="0" r="0" b="0"/>
              <a:pathLst>
                <a:path w="20416" h="66655">
                  <a:moveTo>
                    <a:pt x="20416" y="0"/>
                  </a:moveTo>
                  <a:lnTo>
                    <a:pt x="0" y="6665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0" name="Output_receptor__4399">
              <a:extLst>
                <a:ext uri="{FF2B5EF4-FFF2-40B4-BE49-F238E27FC236}">
                  <a16:creationId xmlns:a16="http://schemas.microsoft.com/office/drawing/2014/main" id="{40191D71-534D-1FDF-156C-D572A35F9389}"/>
                </a:ext>
              </a:extLst>
            </p:cNvPr>
            <p:cNvSpPr>
              <a:spLocks noGrp="1"/>
            </p:cNvSpPr>
            <p:nvPr/>
          </p:nvSpPr>
          <p:spPr>
            <a:xfrm>
              <a:off x="15681778" y="4238230"/>
              <a:ext cx="24876" cy="67759"/>
            </a:xfrm>
            <a:custGeom>
              <a:avLst/>
              <a:gdLst/>
              <a:ahLst/>
              <a:cxnLst/>
              <a:rect l="0" t="0" r="0" b="0"/>
              <a:pathLst>
                <a:path w="24876" h="67759">
                  <a:moveTo>
                    <a:pt x="0" y="67759"/>
                  </a:moveTo>
                  <a:lnTo>
                    <a:pt x="24876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1" name="Output_receptor__4400">
              <a:extLst>
                <a:ext uri="{FF2B5EF4-FFF2-40B4-BE49-F238E27FC236}">
                  <a16:creationId xmlns:a16="http://schemas.microsoft.com/office/drawing/2014/main" id="{E9F3D370-5422-9699-E47C-4A8A54E37647}"/>
                </a:ext>
              </a:extLst>
            </p:cNvPr>
            <p:cNvSpPr>
              <a:spLocks noGrp="1"/>
            </p:cNvSpPr>
            <p:nvPr/>
          </p:nvSpPr>
          <p:spPr>
            <a:xfrm>
              <a:off x="15765019" y="4591466"/>
              <a:ext cx="69708" cy="16129"/>
            </a:xfrm>
            <a:custGeom>
              <a:avLst/>
              <a:gdLst/>
              <a:ahLst/>
              <a:cxnLst/>
              <a:rect l="0" t="0" r="0" b="0"/>
              <a:pathLst>
                <a:path w="69708" h="16129">
                  <a:moveTo>
                    <a:pt x="69708" y="16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2" name="Output_receptor__4401">
              <a:extLst>
                <a:ext uri="{FF2B5EF4-FFF2-40B4-BE49-F238E27FC236}">
                  <a16:creationId xmlns:a16="http://schemas.microsoft.com/office/drawing/2014/main" id="{B506B6AF-26E0-E952-C865-2ADE0786E842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4431"/>
              <a:ext cx="50432" cy="7705"/>
            </a:xfrm>
            <a:custGeom>
              <a:avLst/>
              <a:gdLst/>
              <a:ahLst/>
              <a:cxnLst/>
              <a:rect l="0" t="0" r="0" b="0"/>
              <a:pathLst>
                <a:path w="50432" h="7705">
                  <a:moveTo>
                    <a:pt x="0" y="7705"/>
                  </a:moveTo>
                  <a:lnTo>
                    <a:pt x="50432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3" name="Output_receptor__4402">
              <a:extLst>
                <a:ext uri="{FF2B5EF4-FFF2-40B4-BE49-F238E27FC236}">
                  <a16:creationId xmlns:a16="http://schemas.microsoft.com/office/drawing/2014/main" id="{2662233B-377B-DCF2-5551-B2FD817C7BD0}"/>
                </a:ext>
              </a:extLst>
            </p:cNvPr>
            <p:cNvSpPr>
              <a:spLocks noGrp="1"/>
            </p:cNvSpPr>
            <p:nvPr/>
          </p:nvSpPr>
          <p:spPr>
            <a:xfrm>
              <a:off x="15834726" y="4574692"/>
              <a:ext cx="64413" cy="32903"/>
            </a:xfrm>
            <a:custGeom>
              <a:avLst/>
              <a:gdLst/>
              <a:ahLst/>
              <a:cxnLst/>
              <a:rect l="0" t="0" r="0" b="0"/>
              <a:pathLst>
                <a:path w="64413" h="32903">
                  <a:moveTo>
                    <a:pt x="64413" y="0"/>
                  </a:moveTo>
                  <a:lnTo>
                    <a:pt x="0" y="32903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4" name="Output_receptor__4403">
              <a:extLst>
                <a:ext uri="{FF2B5EF4-FFF2-40B4-BE49-F238E27FC236}">
                  <a16:creationId xmlns:a16="http://schemas.microsoft.com/office/drawing/2014/main" id="{F72ABA5D-F658-7048-7225-33FB28EA74B9}"/>
                </a:ext>
              </a:extLst>
            </p:cNvPr>
            <p:cNvSpPr>
              <a:spLocks noGrp="1"/>
            </p:cNvSpPr>
            <p:nvPr/>
          </p:nvSpPr>
          <p:spPr>
            <a:xfrm>
              <a:off x="16555904" y="3731985"/>
              <a:ext cx="67511" cy="22532"/>
            </a:xfrm>
            <a:custGeom>
              <a:avLst/>
              <a:gdLst/>
              <a:ahLst/>
              <a:cxnLst/>
              <a:rect l="0" t="0" r="0" b="0"/>
              <a:pathLst>
                <a:path w="67511" h="22532">
                  <a:moveTo>
                    <a:pt x="0" y="0"/>
                  </a:moveTo>
                  <a:lnTo>
                    <a:pt x="67511" y="22532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5" name="Output_receptor__4404">
              <a:extLst>
                <a:ext uri="{FF2B5EF4-FFF2-40B4-BE49-F238E27FC236}">
                  <a16:creationId xmlns:a16="http://schemas.microsoft.com/office/drawing/2014/main" id="{B0574218-3558-B8D2-3914-98C485C3918E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504882"/>
              <a:ext cx="15270" cy="69809"/>
            </a:xfrm>
            <a:custGeom>
              <a:avLst/>
              <a:gdLst/>
              <a:ahLst/>
              <a:cxnLst/>
              <a:rect l="0" t="0" r="0" b="0"/>
              <a:pathLst>
                <a:path w="15270" h="69809">
                  <a:moveTo>
                    <a:pt x="0" y="0"/>
                  </a:moveTo>
                  <a:lnTo>
                    <a:pt x="15270" y="69809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6" name="Output_receptor__4405">
              <a:extLst>
                <a:ext uri="{FF2B5EF4-FFF2-40B4-BE49-F238E27FC236}">
                  <a16:creationId xmlns:a16="http://schemas.microsoft.com/office/drawing/2014/main" id="{E9CFBB68-6697-C18B-830C-5A0A54E03D04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824795"/>
              <a:ext cx="43469" cy="10857"/>
            </a:xfrm>
            <a:custGeom>
              <a:avLst/>
              <a:gdLst/>
              <a:ahLst/>
              <a:cxnLst/>
              <a:rect l="0" t="0" r="0" b="0"/>
              <a:pathLst>
                <a:path w="43469" h="10857">
                  <a:moveTo>
                    <a:pt x="0" y="0"/>
                  </a:moveTo>
                  <a:lnTo>
                    <a:pt x="43469" y="1085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7" name="Output_receptor__4406">
              <a:extLst>
                <a:ext uri="{FF2B5EF4-FFF2-40B4-BE49-F238E27FC236}">
                  <a16:creationId xmlns:a16="http://schemas.microsoft.com/office/drawing/2014/main" id="{7F41EE57-D2B7-AA64-5ADE-4B1EF800F932}"/>
                </a:ext>
              </a:extLst>
            </p:cNvPr>
            <p:cNvSpPr>
              <a:spLocks noGrp="1"/>
            </p:cNvSpPr>
            <p:nvPr/>
          </p:nvSpPr>
          <p:spPr>
            <a:xfrm>
              <a:off x="16685421" y="4050909"/>
              <a:ext cx="8915" cy="16981"/>
            </a:xfrm>
            <a:custGeom>
              <a:avLst/>
              <a:gdLst/>
              <a:ahLst/>
              <a:cxnLst/>
              <a:rect l="0" t="0" r="0" b="0"/>
              <a:pathLst>
                <a:path w="8915" h="16981">
                  <a:moveTo>
                    <a:pt x="0" y="0"/>
                  </a:moveTo>
                  <a:lnTo>
                    <a:pt x="8915" y="1698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8" name="Output_receptor__4407">
              <a:extLst>
                <a:ext uri="{FF2B5EF4-FFF2-40B4-BE49-F238E27FC236}">
                  <a16:creationId xmlns:a16="http://schemas.microsoft.com/office/drawing/2014/main" id="{21DA056C-3F35-C2DF-3E77-D8C268457AB4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3984977"/>
              <a:ext cx="49901" cy="45891"/>
            </a:xfrm>
            <a:custGeom>
              <a:avLst/>
              <a:gdLst/>
              <a:ahLst/>
              <a:cxnLst/>
              <a:rect l="0" t="0" r="0" b="0"/>
              <a:pathLst>
                <a:path w="49901" h="45891">
                  <a:moveTo>
                    <a:pt x="49901" y="0"/>
                  </a:moveTo>
                  <a:lnTo>
                    <a:pt x="0" y="4589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9" name="Output_receptor__4408">
              <a:extLst>
                <a:ext uri="{FF2B5EF4-FFF2-40B4-BE49-F238E27FC236}">
                  <a16:creationId xmlns:a16="http://schemas.microsoft.com/office/drawing/2014/main" id="{CDCC57F4-13DF-2EA1-97E3-5B27C124A1F0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455072"/>
              <a:ext cx="52154" cy="49810"/>
            </a:xfrm>
            <a:custGeom>
              <a:avLst/>
              <a:gdLst/>
              <a:ahLst/>
              <a:cxnLst/>
              <a:rect l="0" t="0" r="0" b="0"/>
              <a:pathLst>
                <a:path w="52154" h="49810">
                  <a:moveTo>
                    <a:pt x="52154" y="0"/>
                  </a:moveTo>
                  <a:lnTo>
                    <a:pt x="0" y="49810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10" name="Output_receptor__4409">
              <a:extLst>
                <a:ext uri="{FF2B5EF4-FFF2-40B4-BE49-F238E27FC236}">
                  <a16:creationId xmlns:a16="http://schemas.microsoft.com/office/drawing/2014/main" id="{F8211376-18D2-7C58-A87E-01588B21C829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06013"/>
              <a:ext cx="25242" cy="19486"/>
            </a:xfrm>
            <a:custGeom>
              <a:avLst/>
              <a:gdLst/>
              <a:ahLst/>
              <a:cxnLst/>
              <a:rect l="0" t="0" r="0" b="0"/>
              <a:pathLst>
                <a:path w="25242" h="19486">
                  <a:moveTo>
                    <a:pt x="25242" y="0"/>
                  </a:moveTo>
                  <a:lnTo>
                    <a:pt x="0" y="1948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1" name="Output_receptor__4410">
              <a:extLst>
                <a:ext uri="{FF2B5EF4-FFF2-40B4-BE49-F238E27FC236}">
                  <a16:creationId xmlns:a16="http://schemas.microsoft.com/office/drawing/2014/main" id="{D77C0D7F-B117-BEB4-97C3-7BDACDAF1D19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626435"/>
              <a:ext cx="64153" cy="16076"/>
            </a:xfrm>
            <a:custGeom>
              <a:avLst/>
              <a:gdLst/>
              <a:ahLst/>
              <a:cxnLst/>
              <a:rect l="0" t="0" r="0" b="0"/>
              <a:pathLst>
                <a:path w="64153" h="16076">
                  <a:moveTo>
                    <a:pt x="0" y="0"/>
                  </a:moveTo>
                  <a:lnTo>
                    <a:pt x="64153" y="1607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2" name="Output_receptor__4411">
              <a:extLst>
                <a:ext uri="{FF2B5EF4-FFF2-40B4-BE49-F238E27FC236}">
                  <a16:creationId xmlns:a16="http://schemas.microsoft.com/office/drawing/2014/main" id="{5813D1C5-AAF1-37A0-7052-3342F953ED21}"/>
                </a:ext>
              </a:extLst>
            </p:cNvPr>
            <p:cNvSpPr>
              <a:spLocks noGrp="1"/>
            </p:cNvSpPr>
            <p:nvPr/>
          </p:nvSpPr>
          <p:spPr>
            <a:xfrm>
              <a:off x="16550922" y="3533648"/>
              <a:ext cx="56055" cy="29785"/>
            </a:xfrm>
            <a:custGeom>
              <a:avLst/>
              <a:gdLst/>
              <a:ahLst/>
              <a:cxnLst/>
              <a:rect l="0" t="0" r="0" b="0"/>
              <a:pathLst>
                <a:path w="56055" h="29785">
                  <a:moveTo>
                    <a:pt x="0" y="0"/>
                  </a:moveTo>
                  <a:lnTo>
                    <a:pt x="56055" y="2978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3" name="Output_receptor__4412">
              <a:extLst>
                <a:ext uri="{FF2B5EF4-FFF2-40B4-BE49-F238E27FC236}">
                  <a16:creationId xmlns:a16="http://schemas.microsoft.com/office/drawing/2014/main" id="{CB80E4D3-4A91-141D-2B9B-C63A5F077BEA}"/>
                </a:ext>
              </a:extLst>
            </p:cNvPr>
            <p:cNvSpPr>
              <a:spLocks noGrp="1"/>
            </p:cNvSpPr>
            <p:nvPr/>
          </p:nvSpPr>
          <p:spPr>
            <a:xfrm>
              <a:off x="16590682" y="3642512"/>
              <a:ext cx="23773" cy="35544"/>
            </a:xfrm>
            <a:custGeom>
              <a:avLst/>
              <a:gdLst/>
              <a:ahLst/>
              <a:cxnLst/>
              <a:rect l="0" t="0" r="0" b="0"/>
              <a:pathLst>
                <a:path w="23773" h="35544">
                  <a:moveTo>
                    <a:pt x="0" y="0"/>
                  </a:moveTo>
                  <a:lnTo>
                    <a:pt x="23773" y="35544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4" name="Output_receptor__4413">
              <a:extLst>
                <a:ext uri="{FF2B5EF4-FFF2-40B4-BE49-F238E27FC236}">
                  <a16:creationId xmlns:a16="http://schemas.microsoft.com/office/drawing/2014/main" id="{863DBC26-DA75-6258-07BE-30354B4EA92C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711037"/>
              <a:ext cx="5594" cy="20949"/>
            </a:xfrm>
            <a:custGeom>
              <a:avLst/>
              <a:gdLst/>
              <a:ahLst/>
              <a:cxnLst/>
              <a:rect l="0" t="0" r="0" b="0"/>
              <a:pathLst>
                <a:path w="5594" h="20949">
                  <a:moveTo>
                    <a:pt x="0" y="0"/>
                  </a:moveTo>
                  <a:lnTo>
                    <a:pt x="5594" y="20949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5" name="Output_receptor__4414">
              <a:extLst>
                <a:ext uri="{FF2B5EF4-FFF2-40B4-BE49-F238E27FC236}">
                  <a16:creationId xmlns:a16="http://schemas.microsoft.com/office/drawing/2014/main" id="{A1BD05DD-696A-4B6E-5634-EBC496769AF7}"/>
                </a:ext>
              </a:extLst>
            </p:cNvPr>
            <p:cNvSpPr>
              <a:spLocks noGrp="1"/>
            </p:cNvSpPr>
            <p:nvPr/>
          </p:nvSpPr>
          <p:spPr>
            <a:xfrm>
              <a:off x="16584521" y="3871486"/>
              <a:ext cx="55602" cy="34527"/>
            </a:xfrm>
            <a:custGeom>
              <a:avLst/>
              <a:gdLst/>
              <a:ahLst/>
              <a:cxnLst/>
              <a:rect l="0" t="0" r="0" b="0"/>
              <a:pathLst>
                <a:path w="55602" h="34527">
                  <a:moveTo>
                    <a:pt x="55602" y="0"/>
                  </a:moveTo>
                  <a:lnTo>
                    <a:pt x="0" y="3452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6" name="Output_receptor__4415">
              <a:extLst>
                <a:ext uri="{FF2B5EF4-FFF2-40B4-BE49-F238E27FC236}">
                  <a16:creationId xmlns:a16="http://schemas.microsoft.com/office/drawing/2014/main" id="{144DD2E2-D3EB-8242-3C13-569DE930ADFC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6081"/>
              <a:ext cx="72039" cy="1110"/>
            </a:xfrm>
            <a:custGeom>
              <a:avLst/>
              <a:gdLst/>
              <a:ahLst/>
              <a:cxnLst/>
              <a:rect l="0" t="0" r="0" b="0"/>
              <a:pathLst>
                <a:path w="72039" h="1110">
                  <a:moveTo>
                    <a:pt x="0" y="1110"/>
                  </a:moveTo>
                  <a:lnTo>
                    <a:pt x="72039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7" name="Output_receptor__4416">
              <a:extLst>
                <a:ext uri="{FF2B5EF4-FFF2-40B4-BE49-F238E27FC236}">
                  <a16:creationId xmlns:a16="http://schemas.microsoft.com/office/drawing/2014/main" id="{06E363ED-4942-597A-9FE7-B4A872B810C8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87874"/>
              <a:ext cx="17335" cy="3592"/>
            </a:xfrm>
            <a:custGeom>
              <a:avLst/>
              <a:gdLst/>
              <a:ahLst/>
              <a:cxnLst/>
              <a:rect l="0" t="0" r="0" b="0"/>
              <a:pathLst>
                <a:path w="17335" h="3592">
                  <a:moveTo>
                    <a:pt x="17335" y="3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8" name="Output_receptor__4417">
              <a:extLst>
                <a:ext uri="{FF2B5EF4-FFF2-40B4-BE49-F238E27FC236}">
                  <a16:creationId xmlns:a16="http://schemas.microsoft.com/office/drawing/2014/main" id="{F4DFB923-E958-BF65-EC22-3236EA8B7D2D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33375"/>
              <a:ext cx="28760" cy="18625"/>
            </a:xfrm>
            <a:custGeom>
              <a:avLst/>
              <a:gdLst/>
              <a:ahLst/>
              <a:cxnLst/>
              <a:rect l="0" t="0" r="0" b="0"/>
              <a:pathLst>
                <a:path w="28760" h="18625">
                  <a:moveTo>
                    <a:pt x="0" y="18625"/>
                  </a:moveTo>
                  <a:lnTo>
                    <a:pt x="2876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19" name="Output_receptor__4418">
              <a:extLst>
                <a:ext uri="{FF2B5EF4-FFF2-40B4-BE49-F238E27FC236}">
                  <a16:creationId xmlns:a16="http://schemas.microsoft.com/office/drawing/2014/main" id="{6D10D7ED-042B-B033-1ACC-7A4476B615B8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518965"/>
              <a:ext cx="36823" cy="14682"/>
            </a:xfrm>
            <a:custGeom>
              <a:avLst/>
              <a:gdLst/>
              <a:ahLst/>
              <a:cxnLst/>
              <a:rect l="0" t="0" r="0" b="0"/>
              <a:pathLst>
                <a:path w="36823" h="14682">
                  <a:moveTo>
                    <a:pt x="0" y="0"/>
                  </a:moveTo>
                  <a:lnTo>
                    <a:pt x="36823" y="146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0" name="Output_receptor__4419">
              <a:extLst>
                <a:ext uri="{FF2B5EF4-FFF2-40B4-BE49-F238E27FC236}">
                  <a16:creationId xmlns:a16="http://schemas.microsoft.com/office/drawing/2014/main" id="{561BA6DE-4A29-BC0C-3372-128C700D8468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66374"/>
              <a:ext cx="41338" cy="7844"/>
            </a:xfrm>
            <a:custGeom>
              <a:avLst/>
              <a:gdLst/>
              <a:ahLst/>
              <a:cxnLst/>
              <a:rect l="0" t="0" r="0" b="0"/>
              <a:pathLst>
                <a:path w="41338" h="7844">
                  <a:moveTo>
                    <a:pt x="0" y="7844"/>
                  </a:moveTo>
                  <a:lnTo>
                    <a:pt x="4133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1" name="Output_receptor__4420">
              <a:extLst>
                <a:ext uri="{FF2B5EF4-FFF2-40B4-BE49-F238E27FC236}">
                  <a16:creationId xmlns:a16="http://schemas.microsoft.com/office/drawing/2014/main" id="{76CF5C26-C4A7-0E2B-FAB2-7D4B6F7CEB6B}"/>
                </a:ext>
              </a:extLst>
            </p:cNvPr>
            <p:cNvSpPr>
              <a:spLocks noGrp="1"/>
            </p:cNvSpPr>
            <p:nvPr/>
          </p:nvSpPr>
          <p:spPr>
            <a:xfrm>
              <a:off x="15572047" y="4158062"/>
              <a:ext cx="66481" cy="5278"/>
            </a:xfrm>
            <a:custGeom>
              <a:avLst/>
              <a:gdLst/>
              <a:ahLst/>
              <a:cxnLst/>
              <a:rect l="0" t="0" r="0" b="0"/>
              <a:pathLst>
                <a:path w="66481" h="5278">
                  <a:moveTo>
                    <a:pt x="66481" y="5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2" name="Output_receptor__4421">
              <a:extLst>
                <a:ext uri="{FF2B5EF4-FFF2-40B4-BE49-F238E27FC236}">
                  <a16:creationId xmlns:a16="http://schemas.microsoft.com/office/drawing/2014/main" id="{54B67EF7-36A1-B3F9-FADF-921B3E871323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500646"/>
              <a:ext cx="66250" cy="4217"/>
            </a:xfrm>
            <a:custGeom>
              <a:avLst/>
              <a:gdLst/>
              <a:ahLst/>
              <a:cxnLst/>
              <a:rect l="0" t="0" r="0" b="0"/>
              <a:pathLst>
                <a:path w="66250" h="4217">
                  <a:moveTo>
                    <a:pt x="66250" y="4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3" name="Output_receptor__4422">
              <a:extLst>
                <a:ext uri="{FF2B5EF4-FFF2-40B4-BE49-F238E27FC236}">
                  <a16:creationId xmlns:a16="http://schemas.microsoft.com/office/drawing/2014/main" id="{2D69EE2D-8E9F-5263-E82C-8A2654B5E7DA}"/>
                </a:ext>
              </a:extLst>
            </p:cNvPr>
            <p:cNvSpPr>
              <a:spLocks noGrp="1"/>
            </p:cNvSpPr>
            <p:nvPr/>
          </p:nvSpPr>
          <p:spPr>
            <a:xfrm>
              <a:off x="16603597" y="3754517"/>
              <a:ext cx="19818" cy="38496"/>
            </a:xfrm>
            <a:custGeom>
              <a:avLst/>
              <a:gdLst/>
              <a:ahLst/>
              <a:cxnLst/>
              <a:rect l="0" t="0" r="0" b="0"/>
              <a:pathLst>
                <a:path w="19818" h="38496">
                  <a:moveTo>
                    <a:pt x="19818" y="0"/>
                  </a:moveTo>
                  <a:lnTo>
                    <a:pt x="0" y="3849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4" name="Output_receptor__4423">
              <a:extLst>
                <a:ext uri="{FF2B5EF4-FFF2-40B4-BE49-F238E27FC236}">
                  <a16:creationId xmlns:a16="http://schemas.microsoft.com/office/drawing/2014/main" id="{08C213B1-9F39-BB7E-3E4D-8A5FFAE2C99D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17964"/>
              <a:ext cx="48772" cy="32403"/>
            </a:xfrm>
            <a:custGeom>
              <a:avLst/>
              <a:gdLst/>
              <a:ahLst/>
              <a:cxnLst/>
              <a:rect l="0" t="0" r="0" b="0"/>
              <a:pathLst>
                <a:path w="48772" h="32403">
                  <a:moveTo>
                    <a:pt x="48772" y="0"/>
                  </a:moveTo>
                  <a:lnTo>
                    <a:pt x="0" y="3240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5" name="Output_receptor__4424">
              <a:extLst>
                <a:ext uri="{FF2B5EF4-FFF2-40B4-BE49-F238E27FC236}">
                  <a16:creationId xmlns:a16="http://schemas.microsoft.com/office/drawing/2014/main" id="{5CBBB0B2-E0DB-4932-727F-7E9A24A74FFE}"/>
                </a:ext>
              </a:extLst>
            </p:cNvPr>
            <p:cNvSpPr>
              <a:spLocks noGrp="1"/>
            </p:cNvSpPr>
            <p:nvPr/>
          </p:nvSpPr>
          <p:spPr>
            <a:xfrm>
              <a:off x="15909925" y="4056081"/>
              <a:ext cx="4554" cy="61883"/>
            </a:xfrm>
            <a:custGeom>
              <a:avLst/>
              <a:gdLst/>
              <a:ahLst/>
              <a:cxnLst/>
              <a:rect l="0" t="0" r="0" b="0"/>
              <a:pathLst>
                <a:path w="4554" h="61883">
                  <a:moveTo>
                    <a:pt x="0" y="0"/>
                  </a:moveTo>
                  <a:lnTo>
                    <a:pt x="4554" y="618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6" name="Output_receptor__4425">
              <a:extLst>
                <a:ext uri="{FF2B5EF4-FFF2-40B4-BE49-F238E27FC236}">
                  <a16:creationId xmlns:a16="http://schemas.microsoft.com/office/drawing/2014/main" id="{69DBC05D-6126-F016-85AF-ABE3D1D0723D}"/>
                </a:ext>
              </a:extLst>
            </p:cNvPr>
            <p:cNvSpPr>
              <a:spLocks noGrp="1"/>
            </p:cNvSpPr>
            <p:nvPr/>
          </p:nvSpPr>
          <p:spPr>
            <a:xfrm>
              <a:off x="15852676" y="4327895"/>
              <a:ext cx="70324" cy="16400"/>
            </a:xfrm>
            <a:custGeom>
              <a:avLst/>
              <a:gdLst/>
              <a:ahLst/>
              <a:cxnLst/>
              <a:rect l="0" t="0" r="0" b="0"/>
              <a:pathLst>
                <a:path w="70324" h="16400">
                  <a:moveTo>
                    <a:pt x="0" y="0"/>
                  </a:moveTo>
                  <a:lnTo>
                    <a:pt x="70324" y="1640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7" name="Output_receptor__4426">
              <a:extLst>
                <a:ext uri="{FF2B5EF4-FFF2-40B4-BE49-F238E27FC236}">
                  <a16:creationId xmlns:a16="http://schemas.microsoft.com/office/drawing/2014/main" id="{F2E456EC-53FF-C856-7404-24B077DF8922}"/>
                </a:ext>
              </a:extLst>
            </p:cNvPr>
            <p:cNvSpPr>
              <a:spLocks noGrp="1"/>
            </p:cNvSpPr>
            <p:nvPr/>
          </p:nvSpPr>
          <p:spPr>
            <a:xfrm>
              <a:off x="16694336" y="4044249"/>
              <a:ext cx="67026" cy="23640"/>
            </a:xfrm>
            <a:custGeom>
              <a:avLst/>
              <a:gdLst/>
              <a:ahLst/>
              <a:cxnLst/>
              <a:rect l="0" t="0" r="0" b="0"/>
              <a:pathLst>
                <a:path w="67026" h="23640">
                  <a:moveTo>
                    <a:pt x="0" y="23640"/>
                  </a:moveTo>
                  <a:lnTo>
                    <a:pt x="67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8" name="Output_receptor__4427">
              <a:extLst>
                <a:ext uri="{FF2B5EF4-FFF2-40B4-BE49-F238E27FC236}">
                  <a16:creationId xmlns:a16="http://schemas.microsoft.com/office/drawing/2014/main" id="{986CFDA3-47FF-EC26-4D5A-D34147966400}"/>
                </a:ext>
              </a:extLst>
            </p:cNvPr>
            <p:cNvSpPr>
              <a:spLocks noGrp="1"/>
            </p:cNvSpPr>
            <p:nvPr/>
          </p:nvSpPr>
          <p:spPr>
            <a:xfrm>
              <a:off x="16042842" y="4087568"/>
              <a:ext cx="70917" cy="8338"/>
            </a:xfrm>
            <a:custGeom>
              <a:avLst/>
              <a:gdLst/>
              <a:ahLst/>
              <a:cxnLst/>
              <a:rect l="0" t="0" r="0" b="0"/>
              <a:pathLst>
                <a:path w="70917" h="8338">
                  <a:moveTo>
                    <a:pt x="70917" y="8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9" name="Output_receptor__4428">
              <a:extLst>
                <a:ext uri="{FF2B5EF4-FFF2-40B4-BE49-F238E27FC236}">
                  <a16:creationId xmlns:a16="http://schemas.microsoft.com/office/drawing/2014/main" id="{DD14E2D1-6667-48AB-3C85-81225C6A7253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793013"/>
              <a:ext cx="54011" cy="31782"/>
            </a:xfrm>
            <a:custGeom>
              <a:avLst/>
              <a:gdLst/>
              <a:ahLst/>
              <a:cxnLst/>
              <a:rect l="0" t="0" r="0" b="0"/>
              <a:pathLst>
                <a:path w="54011" h="31782">
                  <a:moveTo>
                    <a:pt x="54011" y="0"/>
                  </a:moveTo>
                  <a:lnTo>
                    <a:pt x="0" y="317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0" name="Output_receptor__4429">
              <a:extLst>
                <a:ext uri="{FF2B5EF4-FFF2-40B4-BE49-F238E27FC236}">
                  <a16:creationId xmlns:a16="http://schemas.microsoft.com/office/drawing/2014/main" id="{6C714F8F-D54D-10B4-8EB4-F45983C8243E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52870" cy="32575"/>
            </a:xfrm>
            <a:custGeom>
              <a:avLst/>
              <a:gdLst/>
              <a:ahLst/>
              <a:cxnLst/>
              <a:rect l="0" t="0" r="0" b="0"/>
              <a:pathLst>
                <a:path w="52870" h="32575">
                  <a:moveTo>
                    <a:pt x="52870" y="32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1" name="Output_receptor__4430">
              <a:extLst>
                <a:ext uri="{FF2B5EF4-FFF2-40B4-BE49-F238E27FC236}">
                  <a16:creationId xmlns:a16="http://schemas.microsoft.com/office/drawing/2014/main" id="{359A53C0-69E5-596D-524A-26F308B26445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8062"/>
              <a:ext cx="33343" cy="33309"/>
            </a:xfrm>
            <a:custGeom>
              <a:avLst/>
              <a:gdLst/>
              <a:ahLst/>
              <a:cxnLst/>
              <a:rect l="0" t="0" r="0" b="0"/>
              <a:pathLst>
                <a:path w="33343" h="33309">
                  <a:moveTo>
                    <a:pt x="33343" y="0"/>
                  </a:moveTo>
                  <a:lnTo>
                    <a:pt x="0" y="333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2" name="Output_receptor__4431">
              <a:extLst>
                <a:ext uri="{FF2B5EF4-FFF2-40B4-BE49-F238E27FC236}">
                  <a16:creationId xmlns:a16="http://schemas.microsoft.com/office/drawing/2014/main" id="{67FCDD8C-0FE1-0770-D998-DEC2F8356F7B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15318"/>
              <a:ext cx="4191" cy="61006"/>
            </a:xfrm>
            <a:custGeom>
              <a:avLst/>
              <a:gdLst/>
              <a:ahLst/>
              <a:cxnLst/>
              <a:rect l="0" t="0" r="0" b="0"/>
              <a:pathLst>
                <a:path w="4191" h="61006">
                  <a:moveTo>
                    <a:pt x="0" y="61006"/>
                  </a:moveTo>
                  <a:lnTo>
                    <a:pt x="419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3" name="Output_receptor__4432">
              <a:extLst>
                <a:ext uri="{FF2B5EF4-FFF2-40B4-BE49-F238E27FC236}">
                  <a16:creationId xmlns:a16="http://schemas.microsoft.com/office/drawing/2014/main" id="{D22170E1-B78D-E5A0-82DF-FD633442E69D}"/>
                </a:ext>
              </a:extLst>
            </p:cNvPr>
            <p:cNvSpPr>
              <a:spLocks noGrp="1"/>
            </p:cNvSpPr>
            <p:nvPr/>
          </p:nvSpPr>
          <p:spPr>
            <a:xfrm>
              <a:off x="15781183" y="4504863"/>
              <a:ext cx="22472" cy="39014"/>
            </a:xfrm>
            <a:custGeom>
              <a:avLst/>
              <a:gdLst/>
              <a:ahLst/>
              <a:cxnLst/>
              <a:rect l="0" t="0" r="0" b="0"/>
              <a:pathLst>
                <a:path w="22472" h="39014">
                  <a:moveTo>
                    <a:pt x="22472" y="39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4" name="Output_receptor__4433">
              <a:extLst>
                <a:ext uri="{FF2B5EF4-FFF2-40B4-BE49-F238E27FC236}">
                  <a16:creationId xmlns:a16="http://schemas.microsoft.com/office/drawing/2014/main" id="{52FEC076-1C06-59BE-82F8-C26964AE47CF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5970"/>
              <a:ext cx="50225" cy="6166"/>
            </a:xfrm>
            <a:custGeom>
              <a:avLst/>
              <a:gdLst/>
              <a:ahLst/>
              <a:cxnLst/>
              <a:rect l="0" t="0" r="0" b="0"/>
              <a:pathLst>
                <a:path w="50225" h="6166">
                  <a:moveTo>
                    <a:pt x="50225" y="0"/>
                  </a:moveTo>
                  <a:lnTo>
                    <a:pt x="0" y="6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5" name="Output_receptor__4434">
              <a:extLst>
                <a:ext uri="{FF2B5EF4-FFF2-40B4-BE49-F238E27FC236}">
                  <a16:creationId xmlns:a16="http://schemas.microsoft.com/office/drawing/2014/main" id="{3D32B9A9-3E7A-1071-C017-19E4945E548D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598387"/>
              <a:ext cx="35726" cy="28048"/>
            </a:xfrm>
            <a:custGeom>
              <a:avLst/>
              <a:gdLst/>
              <a:ahLst/>
              <a:cxnLst/>
              <a:rect l="0" t="0" r="0" b="0"/>
              <a:pathLst>
                <a:path w="35726" h="28048">
                  <a:moveTo>
                    <a:pt x="35726" y="0"/>
                  </a:moveTo>
                  <a:lnTo>
                    <a:pt x="0" y="280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6" name="Output_receptor__4435">
              <a:extLst>
                <a:ext uri="{FF2B5EF4-FFF2-40B4-BE49-F238E27FC236}">
                  <a16:creationId xmlns:a16="http://schemas.microsoft.com/office/drawing/2014/main" id="{B18D2A8D-FD1E-BFFC-C6BB-EB4065FCB333}"/>
                </a:ext>
              </a:extLst>
            </p:cNvPr>
            <p:cNvSpPr>
              <a:spLocks noGrp="1"/>
            </p:cNvSpPr>
            <p:nvPr/>
          </p:nvSpPr>
          <p:spPr>
            <a:xfrm>
              <a:off x="15631281" y="4163339"/>
              <a:ext cx="7247" cy="70036"/>
            </a:xfrm>
            <a:custGeom>
              <a:avLst/>
              <a:gdLst/>
              <a:ahLst/>
              <a:cxnLst/>
              <a:rect l="0" t="0" r="0" b="0"/>
              <a:pathLst>
                <a:path w="7247" h="70036">
                  <a:moveTo>
                    <a:pt x="0" y="70036"/>
                  </a:moveTo>
                  <a:lnTo>
                    <a:pt x="724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7" name="Output_receptor__4436">
              <a:extLst>
                <a:ext uri="{FF2B5EF4-FFF2-40B4-BE49-F238E27FC236}">
                  <a16:creationId xmlns:a16="http://schemas.microsoft.com/office/drawing/2014/main" id="{434F7D18-04DD-A8EB-F060-13C0DCE6D62A}"/>
                </a:ext>
              </a:extLst>
            </p:cNvPr>
            <p:cNvSpPr>
              <a:spLocks noGrp="1"/>
            </p:cNvSpPr>
            <p:nvPr/>
          </p:nvSpPr>
          <p:spPr>
            <a:xfrm>
              <a:off x="16104848" y="4095906"/>
              <a:ext cx="8912" cy="70468"/>
            </a:xfrm>
            <a:custGeom>
              <a:avLst/>
              <a:gdLst/>
              <a:ahLst/>
              <a:cxnLst/>
              <a:rect l="0" t="0" r="0" b="0"/>
              <a:pathLst>
                <a:path w="8912" h="70468">
                  <a:moveTo>
                    <a:pt x="0" y="70468"/>
                  </a:moveTo>
                  <a:lnTo>
                    <a:pt x="89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8" name="Output_receptor__4437">
              <a:extLst>
                <a:ext uri="{FF2B5EF4-FFF2-40B4-BE49-F238E27FC236}">
                  <a16:creationId xmlns:a16="http://schemas.microsoft.com/office/drawing/2014/main" id="{AC309C07-20A5-1417-F00A-ACDB1EBF5E48}"/>
                </a:ext>
              </a:extLst>
            </p:cNvPr>
            <p:cNvSpPr>
              <a:spLocks noGrp="1"/>
            </p:cNvSpPr>
            <p:nvPr/>
          </p:nvSpPr>
          <p:spPr>
            <a:xfrm>
              <a:off x="16582772" y="3385001"/>
              <a:ext cx="10976" cy="57164"/>
            </a:xfrm>
            <a:custGeom>
              <a:avLst/>
              <a:gdLst/>
              <a:ahLst/>
              <a:cxnLst/>
              <a:rect l="0" t="0" r="0" b="0"/>
              <a:pathLst>
                <a:path w="10976" h="57164">
                  <a:moveTo>
                    <a:pt x="10976" y="0"/>
                  </a:moveTo>
                  <a:lnTo>
                    <a:pt x="0" y="571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9" name="Output_receptor__4438">
              <a:extLst>
                <a:ext uri="{FF2B5EF4-FFF2-40B4-BE49-F238E27FC236}">
                  <a16:creationId xmlns:a16="http://schemas.microsoft.com/office/drawing/2014/main" id="{55A7AD47-0049-A7F3-CB5A-02F8137792AC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678055"/>
              <a:ext cx="64144" cy="32981"/>
            </a:xfrm>
            <a:custGeom>
              <a:avLst/>
              <a:gdLst/>
              <a:ahLst/>
              <a:cxnLst/>
              <a:rect l="0" t="0" r="0" b="0"/>
              <a:pathLst>
                <a:path w="64144" h="32981">
                  <a:moveTo>
                    <a:pt x="64144" y="0"/>
                  </a:moveTo>
                  <a:lnTo>
                    <a:pt x="0" y="3298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0" name="Output_receptor__4439">
              <a:extLst>
                <a:ext uri="{FF2B5EF4-FFF2-40B4-BE49-F238E27FC236}">
                  <a16:creationId xmlns:a16="http://schemas.microsoft.com/office/drawing/2014/main" id="{BEAF8283-DFCA-C6A9-6A74-1244BF04C8C3}"/>
                </a:ext>
              </a:extLst>
            </p:cNvPr>
            <p:cNvSpPr>
              <a:spLocks noGrp="1"/>
            </p:cNvSpPr>
            <p:nvPr/>
          </p:nvSpPr>
          <p:spPr>
            <a:xfrm>
              <a:off x="16562254" y="3563432"/>
              <a:ext cx="44723" cy="34955"/>
            </a:xfrm>
            <a:custGeom>
              <a:avLst/>
              <a:gdLst/>
              <a:ahLst/>
              <a:cxnLst/>
              <a:rect l="0" t="0" r="0" b="0"/>
              <a:pathLst>
                <a:path w="44723" h="34955">
                  <a:moveTo>
                    <a:pt x="44723" y="0"/>
                  </a:moveTo>
                  <a:lnTo>
                    <a:pt x="0" y="3495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1" name="Output_receptor__4440">
              <a:extLst>
                <a:ext uri="{FF2B5EF4-FFF2-40B4-BE49-F238E27FC236}">
                  <a16:creationId xmlns:a16="http://schemas.microsoft.com/office/drawing/2014/main" id="{858C291B-E47A-8E11-2F69-B21BD82230CF}"/>
                </a:ext>
              </a:extLst>
            </p:cNvPr>
            <p:cNvSpPr>
              <a:spLocks noGrp="1"/>
            </p:cNvSpPr>
            <p:nvPr/>
          </p:nvSpPr>
          <p:spPr>
            <a:xfrm>
              <a:off x="15898236" y="4344296"/>
              <a:ext cx="24764" cy="61674"/>
            </a:xfrm>
            <a:custGeom>
              <a:avLst/>
              <a:gdLst/>
              <a:ahLst/>
              <a:cxnLst/>
              <a:rect l="0" t="0" r="0" b="0"/>
              <a:pathLst>
                <a:path w="24764" h="61674">
                  <a:moveTo>
                    <a:pt x="24764" y="0"/>
                  </a:moveTo>
                  <a:lnTo>
                    <a:pt x="0" y="6167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2" name="Output_receptor__4441">
              <a:extLst>
                <a:ext uri="{FF2B5EF4-FFF2-40B4-BE49-F238E27FC236}">
                  <a16:creationId xmlns:a16="http://schemas.microsoft.com/office/drawing/2014/main" id="{50903D5B-FEA6-B874-E909-1DD53EA44CB5}"/>
                </a:ext>
              </a:extLst>
            </p:cNvPr>
            <p:cNvSpPr>
              <a:spLocks noGrp="1"/>
            </p:cNvSpPr>
            <p:nvPr/>
          </p:nvSpPr>
          <p:spPr>
            <a:xfrm>
              <a:off x="16570905" y="3442165"/>
              <a:ext cx="11866" cy="43166"/>
            </a:xfrm>
            <a:custGeom>
              <a:avLst/>
              <a:gdLst/>
              <a:ahLst/>
              <a:cxnLst/>
              <a:rect l="0" t="0" r="0" b="0"/>
              <a:pathLst>
                <a:path w="11866" h="43166">
                  <a:moveTo>
                    <a:pt x="11866" y="0"/>
                  </a:moveTo>
                  <a:lnTo>
                    <a:pt x="0" y="43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3" name="Output_receptor__4442">
              <a:extLst>
                <a:ext uri="{FF2B5EF4-FFF2-40B4-BE49-F238E27FC236}">
                  <a16:creationId xmlns:a16="http://schemas.microsoft.com/office/drawing/2014/main" id="{DC5E20BE-36E7-96BA-739A-4733F1F6BC1F}"/>
                </a:ext>
              </a:extLst>
            </p:cNvPr>
            <p:cNvSpPr>
              <a:spLocks noGrp="1"/>
            </p:cNvSpPr>
            <p:nvPr/>
          </p:nvSpPr>
          <p:spPr>
            <a:xfrm>
              <a:off x="15724986" y="4407707"/>
              <a:ext cx="56839" cy="26017"/>
            </a:xfrm>
            <a:custGeom>
              <a:avLst/>
              <a:gdLst/>
              <a:ahLst/>
              <a:cxnLst/>
              <a:rect l="0" t="0" r="0" b="0"/>
              <a:pathLst>
                <a:path w="56839" h="26017">
                  <a:moveTo>
                    <a:pt x="56839" y="260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4" name="Output_receptor__4443">
              <a:extLst>
                <a:ext uri="{FF2B5EF4-FFF2-40B4-BE49-F238E27FC236}">
                  <a16:creationId xmlns:a16="http://schemas.microsoft.com/office/drawing/2014/main" id="{3A501C3E-5DC2-ABAA-FACF-4DE7C8B7CCAC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7191"/>
              <a:ext cx="7829" cy="11006"/>
            </a:xfrm>
            <a:custGeom>
              <a:avLst/>
              <a:gdLst/>
              <a:ahLst/>
              <a:cxnLst/>
              <a:rect l="0" t="0" r="0" b="0"/>
              <a:pathLst>
                <a:path w="7829" h="11006">
                  <a:moveTo>
                    <a:pt x="7829" y="110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5" name="Output_receptor__4444">
              <a:extLst>
                <a:ext uri="{FF2B5EF4-FFF2-40B4-BE49-F238E27FC236}">
                  <a16:creationId xmlns:a16="http://schemas.microsoft.com/office/drawing/2014/main" id="{BACDE6B3-66AF-44CA-D42B-A3CAF159A258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43877"/>
              <a:ext cx="55972" cy="43997"/>
            </a:xfrm>
            <a:custGeom>
              <a:avLst/>
              <a:gdLst/>
              <a:ahLst/>
              <a:cxnLst/>
              <a:rect l="0" t="0" r="0" b="0"/>
              <a:pathLst>
                <a:path w="55972" h="43997">
                  <a:moveTo>
                    <a:pt x="0" y="43997"/>
                  </a:moveTo>
                  <a:lnTo>
                    <a:pt x="55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6" name="Output_receptor__4445">
              <a:extLst>
                <a:ext uri="{FF2B5EF4-FFF2-40B4-BE49-F238E27FC236}">
                  <a16:creationId xmlns:a16="http://schemas.microsoft.com/office/drawing/2014/main" id="{7CE3D1BC-D615-039D-2F4A-63F7908E072D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87568"/>
              <a:ext cx="11987" cy="34495"/>
            </a:xfrm>
            <a:custGeom>
              <a:avLst/>
              <a:gdLst/>
              <a:ahLst/>
              <a:cxnLst/>
              <a:rect l="0" t="0" r="0" b="0"/>
              <a:pathLst>
                <a:path w="11987" h="34495">
                  <a:moveTo>
                    <a:pt x="11987" y="0"/>
                  </a:moveTo>
                  <a:lnTo>
                    <a:pt x="0" y="344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7" name="Output_receptor__4446">
              <a:extLst>
                <a:ext uri="{FF2B5EF4-FFF2-40B4-BE49-F238E27FC236}">
                  <a16:creationId xmlns:a16="http://schemas.microsoft.com/office/drawing/2014/main" id="{999FABFB-A77F-E8F5-4173-EF1266AE1132}"/>
                </a:ext>
              </a:extLst>
            </p:cNvPr>
            <p:cNvSpPr>
              <a:spLocks noGrp="1"/>
            </p:cNvSpPr>
            <p:nvPr/>
          </p:nvSpPr>
          <p:spPr>
            <a:xfrm>
              <a:off x="16746032" y="3946486"/>
              <a:ext cx="64507" cy="12978"/>
            </a:xfrm>
            <a:custGeom>
              <a:avLst/>
              <a:gdLst/>
              <a:ahLst/>
              <a:cxnLst/>
              <a:rect l="0" t="0" r="0" b="0"/>
              <a:pathLst>
                <a:path w="64507" h="12978">
                  <a:moveTo>
                    <a:pt x="64507" y="129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8" name="Output_receptor__4447">
              <a:extLst>
                <a:ext uri="{FF2B5EF4-FFF2-40B4-BE49-F238E27FC236}">
                  <a16:creationId xmlns:a16="http://schemas.microsoft.com/office/drawing/2014/main" id="{6CBE0E16-CA9E-2F7F-7616-DE106831BD75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485331"/>
              <a:ext cx="56806" cy="33634"/>
            </a:xfrm>
            <a:custGeom>
              <a:avLst/>
              <a:gdLst/>
              <a:ahLst/>
              <a:cxnLst/>
              <a:rect l="0" t="0" r="0" b="0"/>
              <a:pathLst>
                <a:path w="56806" h="33634">
                  <a:moveTo>
                    <a:pt x="56806" y="0"/>
                  </a:moveTo>
                  <a:lnTo>
                    <a:pt x="0" y="3363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9" name="Output_receptor__4448">
              <a:extLst>
                <a:ext uri="{FF2B5EF4-FFF2-40B4-BE49-F238E27FC236}">
                  <a16:creationId xmlns:a16="http://schemas.microsoft.com/office/drawing/2014/main" id="{FFECB358-35E6-514C-8AC3-F2A88CED3651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27895"/>
              <a:ext cx="8957" cy="11875"/>
            </a:xfrm>
            <a:custGeom>
              <a:avLst/>
              <a:gdLst/>
              <a:ahLst/>
              <a:cxnLst/>
              <a:rect l="0" t="0" r="0" b="0"/>
              <a:pathLst>
                <a:path w="8957" h="11875">
                  <a:moveTo>
                    <a:pt x="0" y="11875"/>
                  </a:moveTo>
                  <a:lnTo>
                    <a:pt x="895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0" name="Output_receptor__4449">
              <a:extLst>
                <a:ext uri="{FF2B5EF4-FFF2-40B4-BE49-F238E27FC236}">
                  <a16:creationId xmlns:a16="http://schemas.microsoft.com/office/drawing/2014/main" id="{BB764B5D-A928-AD54-9EC2-932F497BF57D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401568"/>
              <a:ext cx="36674" cy="6139"/>
            </a:xfrm>
            <a:custGeom>
              <a:avLst/>
              <a:gdLst/>
              <a:ahLst/>
              <a:cxnLst/>
              <a:rect l="0" t="0" r="0" b="0"/>
              <a:pathLst>
                <a:path w="36674" h="6139">
                  <a:moveTo>
                    <a:pt x="36674" y="6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1" name="Output_receptor__4450">
              <a:extLst>
                <a:ext uri="{FF2B5EF4-FFF2-40B4-BE49-F238E27FC236}">
                  <a16:creationId xmlns:a16="http://schemas.microsoft.com/office/drawing/2014/main" id="{AFB5941D-91E2-F2AA-D764-7606883A6714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76324"/>
              <a:ext cx="47144" cy="46800"/>
            </a:xfrm>
            <a:custGeom>
              <a:avLst/>
              <a:gdLst/>
              <a:ahLst/>
              <a:cxnLst/>
              <a:rect l="0" t="0" r="0" b="0"/>
              <a:pathLst>
                <a:path w="47144" h="46800">
                  <a:moveTo>
                    <a:pt x="47144" y="46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2" name="Output_receptor__4451">
              <a:extLst>
                <a:ext uri="{FF2B5EF4-FFF2-40B4-BE49-F238E27FC236}">
                  <a16:creationId xmlns:a16="http://schemas.microsoft.com/office/drawing/2014/main" id="{7B5FE00A-96A0-DF55-DF25-5F78078C1668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481777"/>
              <a:ext cx="22033" cy="18869"/>
            </a:xfrm>
            <a:custGeom>
              <a:avLst/>
              <a:gdLst/>
              <a:ahLst/>
              <a:cxnLst/>
              <a:rect l="0" t="0" r="0" b="0"/>
              <a:pathLst>
                <a:path w="22033" h="18869">
                  <a:moveTo>
                    <a:pt x="0" y="18869"/>
                  </a:moveTo>
                  <a:lnTo>
                    <a:pt x="2203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3" name="Output_receptor__4452">
              <a:extLst>
                <a:ext uri="{FF2B5EF4-FFF2-40B4-BE49-F238E27FC236}">
                  <a16:creationId xmlns:a16="http://schemas.microsoft.com/office/drawing/2014/main" id="{C02731D5-B1A9-D9FD-8F1A-46EFF7B94613}"/>
                </a:ext>
              </a:extLst>
            </p:cNvPr>
            <p:cNvSpPr>
              <a:spLocks noGrp="1"/>
            </p:cNvSpPr>
            <p:nvPr/>
          </p:nvSpPr>
          <p:spPr>
            <a:xfrm>
              <a:off x="16761362" y="4024055"/>
              <a:ext cx="26093" cy="20195"/>
            </a:xfrm>
            <a:custGeom>
              <a:avLst/>
              <a:gdLst/>
              <a:ahLst/>
              <a:cxnLst/>
              <a:rect l="0" t="0" r="0" b="0"/>
              <a:pathLst>
                <a:path w="26093" h="20195">
                  <a:moveTo>
                    <a:pt x="0" y="20195"/>
                  </a:moveTo>
                  <a:lnTo>
                    <a:pt x="2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4" name="Output_receptor__4453">
              <a:extLst>
                <a:ext uri="{FF2B5EF4-FFF2-40B4-BE49-F238E27FC236}">
                  <a16:creationId xmlns:a16="http://schemas.microsoft.com/office/drawing/2014/main" id="{002F519D-4AB7-EA18-4348-446CB19D9E38}"/>
                </a:ext>
              </a:extLst>
            </p:cNvPr>
            <p:cNvSpPr>
              <a:spLocks noGrp="1"/>
            </p:cNvSpPr>
            <p:nvPr/>
          </p:nvSpPr>
          <p:spPr>
            <a:xfrm>
              <a:off x="15495511" y="4090212"/>
              <a:ext cx="70685" cy="12071"/>
            </a:xfrm>
            <a:custGeom>
              <a:avLst/>
              <a:gdLst/>
              <a:ahLst/>
              <a:cxnLst/>
              <a:rect l="0" t="0" r="0" b="0"/>
              <a:pathLst>
                <a:path w="70685" h="12071">
                  <a:moveTo>
                    <a:pt x="70685" y="0"/>
                  </a:moveTo>
                  <a:lnTo>
                    <a:pt x="0" y="1207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5" name="Output_receptor__4454">
              <a:extLst>
                <a:ext uri="{FF2B5EF4-FFF2-40B4-BE49-F238E27FC236}">
                  <a16:creationId xmlns:a16="http://schemas.microsoft.com/office/drawing/2014/main" id="{14D5760D-A4CE-5F0E-5CAA-7BA5BD3B3F57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307425"/>
              <a:ext cx="70929" cy="14586"/>
            </a:xfrm>
            <a:custGeom>
              <a:avLst/>
              <a:gdLst/>
              <a:ahLst/>
              <a:cxnLst/>
              <a:rect l="0" t="0" r="0" b="0"/>
              <a:pathLst>
                <a:path w="70929" h="14586">
                  <a:moveTo>
                    <a:pt x="70929" y="145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6" name="Output_receptor__4455">
              <a:extLst>
                <a:ext uri="{FF2B5EF4-FFF2-40B4-BE49-F238E27FC236}">
                  <a16:creationId xmlns:a16="http://schemas.microsoft.com/office/drawing/2014/main" id="{9277E75E-6C5F-3FA4-CCD3-56F8A3022B9E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46486"/>
              <a:ext cx="33740" cy="13510"/>
            </a:xfrm>
            <a:custGeom>
              <a:avLst/>
              <a:gdLst/>
              <a:ahLst/>
              <a:cxnLst/>
              <a:rect l="0" t="0" r="0" b="0"/>
              <a:pathLst>
                <a:path w="33740" h="13510">
                  <a:moveTo>
                    <a:pt x="33740" y="0"/>
                  </a:moveTo>
                  <a:lnTo>
                    <a:pt x="0" y="1351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7" name="Output_receptor__4456">
              <a:extLst>
                <a:ext uri="{FF2B5EF4-FFF2-40B4-BE49-F238E27FC236}">
                  <a16:creationId xmlns:a16="http://schemas.microsoft.com/office/drawing/2014/main" id="{F0B241E0-8745-6FE1-E41F-B026812A9088}"/>
                </a:ext>
              </a:extLst>
            </p:cNvPr>
            <p:cNvSpPr>
              <a:spLocks noGrp="1"/>
            </p:cNvSpPr>
            <p:nvPr/>
          </p:nvSpPr>
          <p:spPr>
            <a:xfrm>
              <a:off x="15856850" y="3969341"/>
              <a:ext cx="39298" cy="48059"/>
            </a:xfrm>
            <a:custGeom>
              <a:avLst/>
              <a:gdLst/>
              <a:ahLst/>
              <a:cxnLst/>
              <a:rect l="0" t="0" r="0" b="0"/>
              <a:pathLst>
                <a:path w="39298" h="48059">
                  <a:moveTo>
                    <a:pt x="0" y="0"/>
                  </a:moveTo>
                  <a:lnTo>
                    <a:pt x="39298" y="48059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8" name="Output_receptor__4457">
              <a:extLst>
                <a:ext uri="{FF2B5EF4-FFF2-40B4-BE49-F238E27FC236}">
                  <a16:creationId xmlns:a16="http://schemas.microsoft.com/office/drawing/2014/main" id="{40FB5CC8-4B30-591B-10CF-13DEC02300ED}"/>
                </a:ext>
              </a:extLst>
            </p:cNvPr>
            <p:cNvSpPr>
              <a:spLocks noGrp="1"/>
            </p:cNvSpPr>
            <p:nvPr/>
          </p:nvSpPr>
          <p:spPr>
            <a:xfrm>
              <a:off x="16476952" y="4010097"/>
              <a:ext cx="37882" cy="58535"/>
            </a:xfrm>
            <a:custGeom>
              <a:avLst/>
              <a:gdLst/>
              <a:ahLst/>
              <a:cxnLst/>
              <a:rect l="0" t="0" r="0" b="0"/>
              <a:pathLst>
                <a:path w="37882" h="58535">
                  <a:moveTo>
                    <a:pt x="37882" y="58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9" name="Output_receptor__4458">
              <a:extLst>
                <a:ext uri="{FF2B5EF4-FFF2-40B4-BE49-F238E27FC236}">
                  <a16:creationId xmlns:a16="http://schemas.microsoft.com/office/drawing/2014/main" id="{3FFE5E59-C698-B7D3-18E0-24B1C8CE76DD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29609" cy="16253"/>
            </a:xfrm>
            <a:custGeom>
              <a:avLst/>
              <a:gdLst/>
              <a:ahLst/>
              <a:cxnLst/>
              <a:rect l="0" t="0" r="0" b="0"/>
              <a:pathLst>
                <a:path w="29609" h="16253">
                  <a:moveTo>
                    <a:pt x="0" y="0"/>
                  </a:moveTo>
                  <a:lnTo>
                    <a:pt x="29609" y="1625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0" name="Output_receptor__4459">
              <a:extLst>
                <a:ext uri="{FF2B5EF4-FFF2-40B4-BE49-F238E27FC236}">
                  <a16:creationId xmlns:a16="http://schemas.microsoft.com/office/drawing/2014/main" id="{8C309396-388D-C616-4B3E-09601832D80A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69341"/>
              <a:ext cx="54632" cy="14653"/>
            </a:xfrm>
            <a:custGeom>
              <a:avLst/>
              <a:gdLst/>
              <a:ahLst/>
              <a:cxnLst/>
              <a:rect l="0" t="0" r="0" b="0"/>
              <a:pathLst>
                <a:path w="54632" h="14653">
                  <a:moveTo>
                    <a:pt x="0" y="14653"/>
                  </a:moveTo>
                  <a:lnTo>
                    <a:pt x="5463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1" name="Output_receptor__4460">
              <a:extLst>
                <a:ext uri="{FF2B5EF4-FFF2-40B4-BE49-F238E27FC236}">
                  <a16:creationId xmlns:a16="http://schemas.microsoft.com/office/drawing/2014/main" id="{2010523F-E31B-FC3C-2C71-ADA76D1673F1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4681"/>
              <a:ext cx="38172" cy="36690"/>
            </a:xfrm>
            <a:custGeom>
              <a:avLst/>
              <a:gdLst/>
              <a:ahLst/>
              <a:cxnLst/>
              <a:rect l="0" t="0" r="0" b="0"/>
              <a:pathLst>
                <a:path w="38172" h="36690">
                  <a:moveTo>
                    <a:pt x="0" y="36690"/>
                  </a:moveTo>
                  <a:lnTo>
                    <a:pt x="3817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2" name="Output_receptor__4461">
              <a:extLst>
                <a:ext uri="{FF2B5EF4-FFF2-40B4-BE49-F238E27FC236}">
                  <a16:creationId xmlns:a16="http://schemas.microsoft.com/office/drawing/2014/main" id="{6EE5021A-5255-FCF3-694B-EE1113D29830}"/>
                </a:ext>
              </a:extLst>
            </p:cNvPr>
            <p:cNvSpPr>
              <a:spLocks noGrp="1"/>
            </p:cNvSpPr>
            <p:nvPr/>
          </p:nvSpPr>
          <p:spPr>
            <a:xfrm>
              <a:off x="15736966" y="4433724"/>
              <a:ext cx="44859" cy="48054"/>
            </a:xfrm>
            <a:custGeom>
              <a:avLst/>
              <a:gdLst/>
              <a:ahLst/>
              <a:cxnLst/>
              <a:rect l="0" t="0" r="0" b="0"/>
              <a:pathLst>
                <a:path w="44859" h="48054">
                  <a:moveTo>
                    <a:pt x="0" y="48054"/>
                  </a:moveTo>
                  <a:lnTo>
                    <a:pt x="44859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3" name="Output_receptor__4462">
              <a:extLst>
                <a:ext uri="{FF2B5EF4-FFF2-40B4-BE49-F238E27FC236}">
                  <a16:creationId xmlns:a16="http://schemas.microsoft.com/office/drawing/2014/main" id="{E24C480C-C1CE-026D-822A-B990404CCCEB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192"/>
              <a:ext cx="68700" cy="439"/>
            </a:xfrm>
            <a:custGeom>
              <a:avLst/>
              <a:gdLst/>
              <a:ahLst/>
              <a:cxnLst/>
              <a:rect l="0" t="0" r="0" b="0"/>
              <a:pathLst>
                <a:path w="68700" h="439">
                  <a:moveTo>
                    <a:pt x="0" y="439"/>
                  </a:moveTo>
                  <a:lnTo>
                    <a:pt x="6870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4" name="Output_receptor__4463">
              <a:extLst>
                <a:ext uri="{FF2B5EF4-FFF2-40B4-BE49-F238E27FC236}">
                  <a16:creationId xmlns:a16="http://schemas.microsoft.com/office/drawing/2014/main" id="{81EBB524-F216-F624-68E0-3CB1406D4E95}"/>
                </a:ext>
              </a:extLst>
            </p:cNvPr>
            <p:cNvSpPr>
              <a:spLocks noGrp="1"/>
            </p:cNvSpPr>
            <p:nvPr/>
          </p:nvSpPr>
          <p:spPr>
            <a:xfrm>
              <a:off x="16787455" y="3959465"/>
              <a:ext cx="23084" cy="64590"/>
            </a:xfrm>
            <a:custGeom>
              <a:avLst/>
              <a:gdLst/>
              <a:ahLst/>
              <a:cxnLst/>
              <a:rect l="0" t="0" r="0" b="0"/>
              <a:pathLst>
                <a:path w="23084" h="64590">
                  <a:moveTo>
                    <a:pt x="0" y="64590"/>
                  </a:moveTo>
                  <a:lnTo>
                    <a:pt x="23084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5" name="Output_receptor__4464">
              <a:extLst>
                <a:ext uri="{FF2B5EF4-FFF2-40B4-BE49-F238E27FC236}">
                  <a16:creationId xmlns:a16="http://schemas.microsoft.com/office/drawing/2014/main" id="{1E107874-197F-8FE7-B8E2-6D9A65C7A1B7}"/>
                </a:ext>
              </a:extLst>
            </p:cNvPr>
            <p:cNvSpPr>
              <a:spLocks noGrp="1"/>
            </p:cNvSpPr>
            <p:nvPr/>
          </p:nvSpPr>
          <p:spPr>
            <a:xfrm>
              <a:off x="15845716" y="4017400"/>
              <a:ext cx="50431" cy="50796"/>
            </a:xfrm>
            <a:custGeom>
              <a:avLst/>
              <a:gdLst/>
              <a:ahLst/>
              <a:cxnLst/>
              <a:rect l="0" t="0" r="0" b="0"/>
              <a:pathLst>
                <a:path w="50431" h="50796">
                  <a:moveTo>
                    <a:pt x="50431" y="0"/>
                  </a:moveTo>
                  <a:lnTo>
                    <a:pt x="0" y="5079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6" name="Output_receptor__4465">
              <a:extLst>
                <a:ext uri="{FF2B5EF4-FFF2-40B4-BE49-F238E27FC236}">
                  <a16:creationId xmlns:a16="http://schemas.microsoft.com/office/drawing/2014/main" id="{A3D5441F-E5D8-E0E2-6CE7-ADEB466C3F8E}"/>
                </a:ext>
              </a:extLst>
            </p:cNvPr>
            <p:cNvSpPr>
              <a:spLocks noGrp="1"/>
            </p:cNvSpPr>
            <p:nvPr/>
          </p:nvSpPr>
          <p:spPr>
            <a:xfrm>
              <a:off x="15566197" y="4090212"/>
              <a:ext cx="10680" cy="64469"/>
            </a:xfrm>
            <a:custGeom>
              <a:avLst/>
              <a:gdLst/>
              <a:ahLst/>
              <a:cxnLst/>
              <a:rect l="0" t="0" r="0" b="0"/>
              <a:pathLst>
                <a:path w="10680" h="64469">
                  <a:moveTo>
                    <a:pt x="10680" y="644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7" name="Output_receptor__4466">
              <a:extLst>
                <a:ext uri="{FF2B5EF4-FFF2-40B4-BE49-F238E27FC236}">
                  <a16:creationId xmlns:a16="http://schemas.microsoft.com/office/drawing/2014/main" id="{299B7288-C382-FE09-492B-85B74109DAE6}"/>
                </a:ext>
              </a:extLst>
            </p:cNvPr>
            <p:cNvSpPr>
              <a:spLocks noGrp="1"/>
            </p:cNvSpPr>
            <p:nvPr/>
          </p:nvSpPr>
          <p:spPr>
            <a:xfrm>
              <a:off x="15885176" y="4246192"/>
              <a:ext cx="18434" cy="57733"/>
            </a:xfrm>
            <a:custGeom>
              <a:avLst/>
              <a:gdLst/>
              <a:ahLst/>
              <a:cxnLst/>
              <a:rect l="0" t="0" r="0" b="0"/>
              <a:pathLst>
                <a:path w="18434" h="57733">
                  <a:moveTo>
                    <a:pt x="0" y="0"/>
                  </a:moveTo>
                  <a:lnTo>
                    <a:pt x="18434" y="5773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8" name="Output_receptor__4467">
              <a:extLst>
                <a:ext uri="{FF2B5EF4-FFF2-40B4-BE49-F238E27FC236}">
                  <a16:creationId xmlns:a16="http://schemas.microsoft.com/office/drawing/2014/main" id="{9173A1A8-19E7-6DF2-64F3-7E16329359FE}"/>
                </a:ext>
              </a:extLst>
            </p:cNvPr>
            <p:cNvSpPr>
              <a:spLocks noGrp="1"/>
            </p:cNvSpPr>
            <p:nvPr/>
          </p:nvSpPr>
          <p:spPr>
            <a:xfrm>
              <a:off x="16593748" y="3385001"/>
              <a:ext cx="21416" cy="9792"/>
            </a:xfrm>
            <a:custGeom>
              <a:avLst/>
              <a:gdLst/>
              <a:ahLst/>
              <a:cxnLst/>
              <a:rect l="0" t="0" r="0" b="0"/>
              <a:pathLst>
                <a:path w="21416" h="9792">
                  <a:moveTo>
                    <a:pt x="21416" y="97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4469" name="Output_receptor__4468">
              <a:extLst>
                <a:ext uri="{FF2B5EF4-FFF2-40B4-BE49-F238E27FC236}">
                  <a16:creationId xmlns:a16="http://schemas.microsoft.com/office/drawing/2014/main" id="{68D3DC06-9EB9-9F1C-9914-ACA202474320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4" y="4322011"/>
              <a:ext cx="6254" cy="47063"/>
            </a:xfrm>
            <a:custGeom>
              <a:avLst/>
              <a:gdLst/>
              <a:ahLst/>
              <a:cxnLst/>
              <a:rect l="0" t="0" r="0" b="0"/>
              <a:pathLst>
                <a:path w="6254" h="47063">
                  <a:moveTo>
                    <a:pt x="0" y="47063"/>
                  </a:moveTo>
                  <a:lnTo>
                    <a:pt x="6254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0" name="Output_receptor__4469">
              <a:extLst>
                <a:ext uri="{FF2B5EF4-FFF2-40B4-BE49-F238E27FC236}">
                  <a16:creationId xmlns:a16="http://schemas.microsoft.com/office/drawing/2014/main" id="{6F459879-7DE3-4381-308C-FE5E32FA2EE1}"/>
                </a:ext>
              </a:extLst>
            </p:cNvPr>
            <p:cNvSpPr>
              <a:spLocks noGrp="1"/>
            </p:cNvSpPr>
            <p:nvPr/>
          </p:nvSpPr>
          <p:spPr>
            <a:xfrm>
              <a:off x="16679768" y="3864829"/>
              <a:ext cx="71945" cy="7814"/>
            </a:xfrm>
            <a:custGeom>
              <a:avLst/>
              <a:gdLst/>
              <a:ahLst/>
              <a:cxnLst/>
              <a:rect l="0" t="0" r="0" b="0"/>
              <a:pathLst>
                <a:path w="71945" h="7814">
                  <a:moveTo>
                    <a:pt x="71945" y="0"/>
                  </a:moveTo>
                  <a:lnTo>
                    <a:pt x="0" y="7814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1" name="Output_receptor__4470">
              <a:extLst>
                <a:ext uri="{FF2B5EF4-FFF2-40B4-BE49-F238E27FC236}">
                  <a16:creationId xmlns:a16="http://schemas.microsoft.com/office/drawing/2014/main" id="{15EB6274-5C44-72F2-6824-F569545819E8}"/>
                </a:ext>
              </a:extLst>
            </p:cNvPr>
            <p:cNvSpPr>
              <a:spLocks noGrp="1"/>
            </p:cNvSpPr>
            <p:nvPr/>
          </p:nvSpPr>
          <p:spPr>
            <a:xfrm>
              <a:off x="16453787" y="4068632"/>
              <a:ext cx="61048" cy="30365"/>
            </a:xfrm>
            <a:custGeom>
              <a:avLst/>
              <a:gdLst/>
              <a:ahLst/>
              <a:cxnLst/>
              <a:rect l="0" t="0" r="0" b="0"/>
              <a:pathLst>
                <a:path w="61048" h="30365">
                  <a:moveTo>
                    <a:pt x="0" y="30365"/>
                  </a:moveTo>
                  <a:lnTo>
                    <a:pt x="61048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2" name="Output_receptor__4471">
              <a:extLst>
                <a:ext uri="{FF2B5EF4-FFF2-40B4-BE49-F238E27FC236}">
                  <a16:creationId xmlns:a16="http://schemas.microsoft.com/office/drawing/2014/main" id="{7CB40C1F-CC61-6C01-3F48-08D095BE0820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21150"/>
              <a:ext cx="62841" cy="25726"/>
            </a:xfrm>
            <a:custGeom>
              <a:avLst/>
              <a:gdLst/>
              <a:ahLst/>
              <a:cxnLst/>
              <a:rect l="0" t="0" r="0" b="0"/>
              <a:pathLst>
                <a:path w="62841" h="25726">
                  <a:moveTo>
                    <a:pt x="62841" y="0"/>
                  </a:moveTo>
                  <a:lnTo>
                    <a:pt x="0" y="2572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3" name="Output_receptor__4472">
              <a:extLst>
                <a:ext uri="{FF2B5EF4-FFF2-40B4-BE49-F238E27FC236}">
                  <a16:creationId xmlns:a16="http://schemas.microsoft.com/office/drawing/2014/main" id="{73F05789-B982-5C23-5454-9456825981AA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102283"/>
              <a:ext cx="7848" cy="25608"/>
            </a:xfrm>
            <a:custGeom>
              <a:avLst/>
              <a:gdLst/>
              <a:ahLst/>
              <a:cxnLst/>
              <a:rect l="0" t="0" r="0" b="0"/>
              <a:pathLst>
                <a:path w="7848" h="25608">
                  <a:moveTo>
                    <a:pt x="7848" y="0"/>
                  </a:moveTo>
                  <a:lnTo>
                    <a:pt x="0" y="25608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4" name="Output_receptor__4473">
              <a:extLst>
                <a:ext uri="{FF2B5EF4-FFF2-40B4-BE49-F238E27FC236}">
                  <a16:creationId xmlns:a16="http://schemas.microsoft.com/office/drawing/2014/main" id="{1ED062EF-A39A-B7C0-AA4B-E35F1179550D}"/>
                </a:ext>
              </a:extLst>
            </p:cNvPr>
            <p:cNvSpPr>
              <a:spLocks noGrp="1"/>
            </p:cNvSpPr>
            <p:nvPr/>
          </p:nvSpPr>
          <p:spPr>
            <a:xfrm>
              <a:off x="16520002" y="4177130"/>
              <a:ext cx="34062" cy="45994"/>
            </a:xfrm>
            <a:custGeom>
              <a:avLst/>
              <a:gdLst/>
              <a:ahLst/>
              <a:cxnLst/>
              <a:rect l="0" t="0" r="0" b="0"/>
              <a:pathLst>
                <a:path w="34062" h="45994">
                  <a:moveTo>
                    <a:pt x="34062" y="0"/>
                  </a:moveTo>
                  <a:lnTo>
                    <a:pt x="0" y="45994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75" name="Output_receptor__4474">
              <a:extLst>
                <a:ext uri="{FF2B5EF4-FFF2-40B4-BE49-F238E27FC236}">
                  <a16:creationId xmlns:a16="http://schemas.microsoft.com/office/drawing/2014/main" id="{53B23220-F684-615E-690F-EB78D39B044D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32765" cy="2956"/>
            </a:xfrm>
            <a:custGeom>
              <a:avLst/>
              <a:gdLst/>
              <a:ahLst/>
              <a:cxnLst/>
              <a:rect l="0" t="0" r="0" b="0"/>
              <a:pathLst>
                <a:path w="32765" h="2956">
                  <a:moveTo>
                    <a:pt x="32765" y="29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6" name="Output_receptor__4475">
              <a:extLst>
                <a:ext uri="{FF2B5EF4-FFF2-40B4-BE49-F238E27FC236}">
                  <a16:creationId xmlns:a16="http://schemas.microsoft.com/office/drawing/2014/main" id="{3A9BE5B8-3CD1-65BA-B94C-2552FDE05AA2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75716"/>
              <a:ext cx="46289" cy="46348"/>
            </a:xfrm>
            <a:custGeom>
              <a:avLst/>
              <a:gdLst/>
              <a:ahLst/>
              <a:cxnLst/>
              <a:rect l="0" t="0" r="0" b="0"/>
              <a:pathLst>
                <a:path w="46289" h="46348">
                  <a:moveTo>
                    <a:pt x="0" y="46348"/>
                  </a:moveTo>
                  <a:lnTo>
                    <a:pt x="462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7" name="Output_receptor__4476">
              <a:extLst>
                <a:ext uri="{FF2B5EF4-FFF2-40B4-BE49-F238E27FC236}">
                  <a16:creationId xmlns:a16="http://schemas.microsoft.com/office/drawing/2014/main" id="{1B7E1C63-AE91-5C76-B821-D6AB43E54651}"/>
                </a:ext>
              </a:extLst>
            </p:cNvPr>
            <p:cNvSpPr>
              <a:spLocks noGrp="1"/>
            </p:cNvSpPr>
            <p:nvPr/>
          </p:nvSpPr>
          <p:spPr>
            <a:xfrm>
              <a:off x="16038823" y="4021150"/>
              <a:ext cx="38321" cy="54566"/>
            </a:xfrm>
            <a:custGeom>
              <a:avLst/>
              <a:gdLst/>
              <a:ahLst/>
              <a:cxnLst/>
              <a:rect l="0" t="0" r="0" b="0"/>
              <a:pathLst>
                <a:path w="38321" h="54566">
                  <a:moveTo>
                    <a:pt x="38321" y="54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8" name="Output_receptor__4477">
              <a:extLst>
                <a:ext uri="{FF2B5EF4-FFF2-40B4-BE49-F238E27FC236}">
                  <a16:creationId xmlns:a16="http://schemas.microsoft.com/office/drawing/2014/main" id="{194204BD-4E6B-DA9F-DF15-E1D5BBFA1E74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206371"/>
              <a:ext cx="61531" cy="7985"/>
            </a:xfrm>
            <a:custGeom>
              <a:avLst/>
              <a:gdLst/>
              <a:ahLst/>
              <a:cxnLst/>
              <a:rect l="0" t="0" r="0" b="0"/>
              <a:pathLst>
                <a:path w="61531" h="7985">
                  <a:moveTo>
                    <a:pt x="61531" y="79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9" name="Output_receptor__4478">
              <a:extLst>
                <a:ext uri="{FF2B5EF4-FFF2-40B4-BE49-F238E27FC236}">
                  <a16:creationId xmlns:a16="http://schemas.microsoft.com/office/drawing/2014/main" id="{65FF1FCA-5254-ED77-6BF5-487B3B599FF1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03925"/>
              <a:ext cx="59890" cy="35846"/>
            </a:xfrm>
            <a:custGeom>
              <a:avLst/>
              <a:gdLst/>
              <a:ahLst/>
              <a:cxnLst/>
              <a:rect l="0" t="0" r="0" b="0"/>
              <a:pathLst>
                <a:path w="59890" h="35846">
                  <a:moveTo>
                    <a:pt x="59890" y="0"/>
                  </a:moveTo>
                  <a:lnTo>
                    <a:pt x="0" y="3584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0" name="Output_receptor__4479">
              <a:extLst>
                <a:ext uri="{FF2B5EF4-FFF2-40B4-BE49-F238E27FC236}">
                  <a16:creationId xmlns:a16="http://schemas.microsoft.com/office/drawing/2014/main" id="{340A3017-159E-2287-EDC1-1E0FD484B9BA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369074"/>
              <a:ext cx="56342" cy="32493"/>
            </a:xfrm>
            <a:custGeom>
              <a:avLst/>
              <a:gdLst/>
              <a:ahLst/>
              <a:cxnLst/>
              <a:rect l="0" t="0" r="0" b="0"/>
              <a:pathLst>
                <a:path w="56342" h="32493">
                  <a:moveTo>
                    <a:pt x="0" y="32493"/>
                  </a:moveTo>
                  <a:lnTo>
                    <a:pt x="56342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1" name="Output_receptor__4480">
              <a:extLst>
                <a:ext uri="{FF2B5EF4-FFF2-40B4-BE49-F238E27FC236}">
                  <a16:creationId xmlns:a16="http://schemas.microsoft.com/office/drawing/2014/main" id="{F74D44CF-D418-9F7C-EB8F-752F9698751E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296004"/>
              <a:ext cx="5321" cy="11421"/>
            </a:xfrm>
            <a:custGeom>
              <a:avLst/>
              <a:gdLst/>
              <a:ahLst/>
              <a:cxnLst/>
              <a:rect l="0" t="0" r="0" b="0"/>
              <a:pathLst>
                <a:path w="5321" h="11421">
                  <a:moveTo>
                    <a:pt x="0" y="11421"/>
                  </a:moveTo>
                  <a:lnTo>
                    <a:pt x="5321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2" name="Output_receptor__4481">
              <a:extLst>
                <a:ext uri="{FF2B5EF4-FFF2-40B4-BE49-F238E27FC236}">
                  <a16:creationId xmlns:a16="http://schemas.microsoft.com/office/drawing/2014/main" id="{83A7B21C-2AFA-4755-3243-2D68E43F40A7}"/>
                </a:ext>
              </a:extLst>
            </p:cNvPr>
            <p:cNvSpPr>
              <a:spLocks noGrp="1"/>
            </p:cNvSpPr>
            <p:nvPr/>
          </p:nvSpPr>
          <p:spPr>
            <a:xfrm>
              <a:off x="15716594" y="4214356"/>
              <a:ext cx="27195" cy="39533"/>
            </a:xfrm>
            <a:custGeom>
              <a:avLst/>
              <a:gdLst/>
              <a:ahLst/>
              <a:cxnLst/>
              <a:rect l="0" t="0" r="0" b="0"/>
              <a:pathLst>
                <a:path w="27195" h="39533">
                  <a:moveTo>
                    <a:pt x="27195" y="395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3" name="Output_receptor__4482">
              <a:extLst>
                <a:ext uri="{FF2B5EF4-FFF2-40B4-BE49-F238E27FC236}">
                  <a16:creationId xmlns:a16="http://schemas.microsoft.com/office/drawing/2014/main" id="{042934CF-4251-8DA3-0796-08BF70BC4E88}"/>
                </a:ext>
              </a:extLst>
            </p:cNvPr>
            <p:cNvSpPr>
              <a:spLocks noGrp="1"/>
            </p:cNvSpPr>
            <p:nvPr/>
          </p:nvSpPr>
          <p:spPr>
            <a:xfrm>
              <a:off x="16751712" y="3864829"/>
              <a:ext cx="7529" cy="54239"/>
            </a:xfrm>
            <a:custGeom>
              <a:avLst/>
              <a:gdLst/>
              <a:ahLst/>
              <a:cxnLst/>
              <a:rect l="0" t="0" r="0" b="0"/>
              <a:pathLst>
                <a:path w="7529" h="54239">
                  <a:moveTo>
                    <a:pt x="7529" y="5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4" name="Output_receptor__4483">
              <a:extLst>
                <a:ext uri="{FF2B5EF4-FFF2-40B4-BE49-F238E27FC236}">
                  <a16:creationId xmlns:a16="http://schemas.microsoft.com/office/drawing/2014/main" id="{9BEAF319-F23E-8A8B-6334-AE5860A27137}"/>
                </a:ext>
              </a:extLst>
            </p:cNvPr>
            <p:cNvSpPr>
              <a:spLocks noGrp="1"/>
            </p:cNvSpPr>
            <p:nvPr/>
          </p:nvSpPr>
          <p:spPr>
            <a:xfrm>
              <a:off x="15674663" y="4107572"/>
              <a:ext cx="55559" cy="28064"/>
            </a:xfrm>
            <a:custGeom>
              <a:avLst/>
              <a:gdLst/>
              <a:ahLst/>
              <a:cxnLst/>
              <a:rect l="0" t="0" r="0" b="0"/>
              <a:pathLst>
                <a:path w="55559" h="28064">
                  <a:moveTo>
                    <a:pt x="55559" y="280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5" name="Output_receptor__4484">
              <a:extLst>
                <a:ext uri="{FF2B5EF4-FFF2-40B4-BE49-F238E27FC236}">
                  <a16:creationId xmlns:a16="http://schemas.microsoft.com/office/drawing/2014/main" id="{5DACD276-9897-91C6-7118-23B9096BD0A6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19068"/>
              <a:ext cx="46949" cy="40928"/>
            </a:xfrm>
            <a:custGeom>
              <a:avLst/>
              <a:gdLst/>
              <a:ahLst/>
              <a:cxnLst/>
              <a:rect l="0" t="0" r="0" b="0"/>
              <a:pathLst>
                <a:path w="46949" h="40928">
                  <a:moveTo>
                    <a:pt x="0" y="40928"/>
                  </a:moveTo>
                  <a:lnTo>
                    <a:pt x="4694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6" name="Output_receptor__4485">
              <a:extLst>
                <a:ext uri="{FF2B5EF4-FFF2-40B4-BE49-F238E27FC236}">
                  <a16:creationId xmlns:a16="http://schemas.microsoft.com/office/drawing/2014/main" id="{BC74EA50-AA74-CE88-884A-B42DC29A181D}"/>
                </a:ext>
              </a:extLst>
            </p:cNvPr>
            <p:cNvSpPr>
              <a:spLocks noGrp="1"/>
            </p:cNvSpPr>
            <p:nvPr/>
          </p:nvSpPr>
          <p:spPr>
            <a:xfrm>
              <a:off x="15427711" y="4019707"/>
              <a:ext cx="69323" cy="20701"/>
            </a:xfrm>
            <a:custGeom>
              <a:avLst/>
              <a:gdLst/>
              <a:ahLst/>
              <a:cxnLst/>
              <a:rect l="0" t="0" r="0" b="0"/>
              <a:pathLst>
                <a:path w="69323" h="20701">
                  <a:moveTo>
                    <a:pt x="69323" y="0"/>
                  </a:moveTo>
                  <a:lnTo>
                    <a:pt x="0" y="2070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7" name="Output_receptor__4486">
              <a:extLst>
                <a:ext uri="{FF2B5EF4-FFF2-40B4-BE49-F238E27FC236}">
                  <a16:creationId xmlns:a16="http://schemas.microsoft.com/office/drawing/2014/main" id="{1A53CD05-D370-0D8A-50A4-634C84E6B794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631"/>
              <a:ext cx="21319" cy="9118"/>
            </a:xfrm>
            <a:custGeom>
              <a:avLst/>
              <a:gdLst/>
              <a:ahLst/>
              <a:cxnLst/>
              <a:rect l="0" t="0" r="0" b="0"/>
              <a:pathLst>
                <a:path w="21319" h="9118">
                  <a:moveTo>
                    <a:pt x="21319" y="9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8" name="Output_receptor__4487">
              <a:extLst>
                <a:ext uri="{FF2B5EF4-FFF2-40B4-BE49-F238E27FC236}">
                  <a16:creationId xmlns:a16="http://schemas.microsoft.com/office/drawing/2014/main" id="{538BCA08-462F-1381-1B3A-5918DC5941A8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75963"/>
              <a:ext cx="43827" cy="8031"/>
            </a:xfrm>
            <a:custGeom>
              <a:avLst/>
              <a:gdLst/>
              <a:ahLst/>
              <a:cxnLst/>
              <a:rect l="0" t="0" r="0" b="0"/>
              <a:pathLst>
                <a:path w="43827" h="8031">
                  <a:moveTo>
                    <a:pt x="43827" y="0"/>
                  </a:moveTo>
                  <a:lnTo>
                    <a:pt x="0" y="803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9" name="Output_receptor__4488">
              <a:extLst>
                <a:ext uri="{FF2B5EF4-FFF2-40B4-BE49-F238E27FC236}">
                  <a16:creationId xmlns:a16="http://schemas.microsoft.com/office/drawing/2014/main" id="{F7D73B4F-BFC1-316C-CE2E-B5A64210A56C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56300" cy="44146"/>
            </a:xfrm>
            <a:custGeom>
              <a:avLst/>
              <a:gdLst/>
              <a:ahLst/>
              <a:cxnLst/>
              <a:rect l="0" t="0" r="0" b="0"/>
              <a:pathLst>
                <a:path w="56300" h="44146">
                  <a:moveTo>
                    <a:pt x="56300" y="44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0" name="Output_receptor__4489">
              <a:extLst>
                <a:ext uri="{FF2B5EF4-FFF2-40B4-BE49-F238E27FC236}">
                  <a16:creationId xmlns:a16="http://schemas.microsoft.com/office/drawing/2014/main" id="{77EA929B-BA10-F132-38CA-94E493A02F20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107572"/>
              <a:ext cx="46755" cy="602"/>
            </a:xfrm>
            <a:custGeom>
              <a:avLst/>
              <a:gdLst/>
              <a:ahLst/>
              <a:cxnLst/>
              <a:rect l="0" t="0" r="0" b="0"/>
              <a:pathLst>
                <a:path w="46755" h="602">
                  <a:moveTo>
                    <a:pt x="46755" y="0"/>
                  </a:moveTo>
                  <a:lnTo>
                    <a:pt x="0" y="602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1" name="Output_receptor__4490">
              <a:extLst>
                <a:ext uri="{FF2B5EF4-FFF2-40B4-BE49-F238E27FC236}">
                  <a16:creationId xmlns:a16="http://schemas.microsoft.com/office/drawing/2014/main" id="{3FD62061-F485-75DD-0121-727F36D1A69B}"/>
                </a:ext>
              </a:extLst>
            </p:cNvPr>
            <p:cNvSpPr>
              <a:spLocks noGrp="1"/>
            </p:cNvSpPr>
            <p:nvPr/>
          </p:nvSpPr>
          <p:spPr>
            <a:xfrm>
              <a:off x="15794845" y="3893246"/>
              <a:ext cx="70203" cy="16636"/>
            </a:xfrm>
            <a:custGeom>
              <a:avLst/>
              <a:gdLst/>
              <a:ahLst/>
              <a:cxnLst/>
              <a:rect l="0" t="0" r="0" b="0"/>
              <a:pathLst>
                <a:path w="70203" h="16636">
                  <a:moveTo>
                    <a:pt x="0" y="0"/>
                  </a:moveTo>
                  <a:lnTo>
                    <a:pt x="70203" y="1663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2" name="Output_receptor__4491">
              <a:extLst>
                <a:ext uri="{FF2B5EF4-FFF2-40B4-BE49-F238E27FC236}">
                  <a16:creationId xmlns:a16="http://schemas.microsoft.com/office/drawing/2014/main" id="{F7D3F3C8-0527-9C84-3C4D-E907A5754E70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71613" cy="139"/>
            </a:xfrm>
            <a:custGeom>
              <a:avLst/>
              <a:gdLst/>
              <a:ahLst/>
              <a:cxnLst/>
              <a:rect l="0" t="0" r="0" b="0"/>
              <a:pathLst>
                <a:path w="71613" h="139">
                  <a:moveTo>
                    <a:pt x="71613" y="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3" name="Output_receptor__4492">
              <a:extLst>
                <a:ext uri="{FF2B5EF4-FFF2-40B4-BE49-F238E27FC236}">
                  <a16:creationId xmlns:a16="http://schemas.microsoft.com/office/drawing/2014/main" id="{305352F6-88CD-FF2D-C122-5F117245100D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66880"/>
              <a:ext cx="2220" cy="5764"/>
            </a:xfrm>
            <a:custGeom>
              <a:avLst/>
              <a:gdLst/>
              <a:ahLst/>
              <a:cxnLst/>
              <a:rect l="0" t="0" r="0" b="0"/>
              <a:pathLst>
                <a:path w="2220" h="5764">
                  <a:moveTo>
                    <a:pt x="2220" y="5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4" name="Output_receptor__4493">
              <a:extLst>
                <a:ext uri="{FF2B5EF4-FFF2-40B4-BE49-F238E27FC236}">
                  <a16:creationId xmlns:a16="http://schemas.microsoft.com/office/drawing/2014/main" id="{380E3BED-AA3E-7981-F8E9-D2FCEFCEA595}"/>
                </a:ext>
              </a:extLst>
            </p:cNvPr>
            <p:cNvSpPr>
              <a:spLocks noGrp="1"/>
            </p:cNvSpPr>
            <p:nvPr/>
          </p:nvSpPr>
          <p:spPr>
            <a:xfrm>
              <a:off x="16133799" y="4319192"/>
              <a:ext cx="66591" cy="5459"/>
            </a:xfrm>
            <a:custGeom>
              <a:avLst/>
              <a:gdLst/>
              <a:ahLst/>
              <a:cxnLst/>
              <a:rect l="0" t="0" r="0" b="0"/>
              <a:pathLst>
                <a:path w="66591" h="5459">
                  <a:moveTo>
                    <a:pt x="0" y="0"/>
                  </a:moveTo>
                  <a:lnTo>
                    <a:pt x="66591" y="5459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5" name="Output_receptor__4494">
              <a:extLst>
                <a:ext uri="{FF2B5EF4-FFF2-40B4-BE49-F238E27FC236}">
                  <a16:creationId xmlns:a16="http://schemas.microsoft.com/office/drawing/2014/main" id="{2AE52CB2-E3A3-4A73-42A3-840D40E7EF80}"/>
                </a:ext>
              </a:extLst>
            </p:cNvPr>
            <p:cNvSpPr>
              <a:spLocks noGrp="1"/>
            </p:cNvSpPr>
            <p:nvPr/>
          </p:nvSpPr>
          <p:spPr>
            <a:xfrm>
              <a:off x="16554063" y="4177130"/>
              <a:ext cx="58379" cy="20111"/>
            </a:xfrm>
            <a:custGeom>
              <a:avLst/>
              <a:gdLst/>
              <a:ahLst/>
              <a:cxnLst/>
              <a:rect l="0" t="0" r="0" b="0"/>
              <a:pathLst>
                <a:path w="58379" h="20111">
                  <a:moveTo>
                    <a:pt x="58379" y="201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6" name="Output_receptor__4495">
              <a:extLst>
                <a:ext uri="{FF2B5EF4-FFF2-40B4-BE49-F238E27FC236}">
                  <a16:creationId xmlns:a16="http://schemas.microsoft.com/office/drawing/2014/main" id="{DB471E21-A7E1-00B6-7818-61228B704DCA}"/>
                </a:ext>
              </a:extLst>
            </p:cNvPr>
            <p:cNvSpPr>
              <a:spLocks noGrp="1"/>
            </p:cNvSpPr>
            <p:nvPr/>
          </p:nvSpPr>
          <p:spPr>
            <a:xfrm>
              <a:off x="15685300" y="4253888"/>
              <a:ext cx="58489" cy="42115"/>
            </a:xfrm>
            <a:custGeom>
              <a:avLst/>
              <a:gdLst/>
              <a:ahLst/>
              <a:cxnLst/>
              <a:rect l="0" t="0" r="0" b="0"/>
              <a:pathLst>
                <a:path w="58489" h="42115">
                  <a:moveTo>
                    <a:pt x="0" y="42115"/>
                  </a:moveTo>
                  <a:lnTo>
                    <a:pt x="584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7" name="Output_receptor__4496">
              <a:extLst>
                <a:ext uri="{FF2B5EF4-FFF2-40B4-BE49-F238E27FC236}">
                  <a16:creationId xmlns:a16="http://schemas.microsoft.com/office/drawing/2014/main" id="{FE618B54-7D06-559F-2289-3CB07DD42C65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78065"/>
              <a:ext cx="58878" cy="12895"/>
            </a:xfrm>
            <a:custGeom>
              <a:avLst/>
              <a:gdLst/>
              <a:ahLst/>
              <a:cxnLst/>
              <a:rect l="0" t="0" r="0" b="0"/>
              <a:pathLst>
                <a:path w="58878" h="12895">
                  <a:moveTo>
                    <a:pt x="58878" y="0"/>
                  </a:moveTo>
                  <a:lnTo>
                    <a:pt x="0" y="12895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8" name="Output_receptor__4497">
              <a:extLst>
                <a:ext uri="{FF2B5EF4-FFF2-40B4-BE49-F238E27FC236}">
                  <a16:creationId xmlns:a16="http://schemas.microsoft.com/office/drawing/2014/main" id="{4A796696-2366-E3BC-90F3-6CC54C103191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46876"/>
              <a:ext cx="29664" cy="9503"/>
            </a:xfrm>
            <a:custGeom>
              <a:avLst/>
              <a:gdLst/>
              <a:ahLst/>
              <a:cxnLst/>
              <a:rect l="0" t="0" r="0" b="0"/>
              <a:pathLst>
                <a:path w="29664" h="9503">
                  <a:moveTo>
                    <a:pt x="0" y="0"/>
                  </a:moveTo>
                  <a:lnTo>
                    <a:pt x="29664" y="95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499" name="Output_receptor__4498">
              <a:extLst>
                <a:ext uri="{FF2B5EF4-FFF2-40B4-BE49-F238E27FC236}">
                  <a16:creationId xmlns:a16="http://schemas.microsoft.com/office/drawing/2014/main" id="{0D29A87B-02AF-B919-B229-A99419D50247}"/>
                </a:ext>
              </a:extLst>
            </p:cNvPr>
            <p:cNvSpPr>
              <a:spLocks noGrp="1"/>
            </p:cNvSpPr>
            <p:nvPr/>
          </p:nvSpPr>
          <p:spPr>
            <a:xfrm>
              <a:off x="16612443" y="4155516"/>
              <a:ext cx="51164" cy="41725"/>
            </a:xfrm>
            <a:custGeom>
              <a:avLst/>
              <a:gdLst/>
              <a:ahLst/>
              <a:cxnLst/>
              <a:rect l="0" t="0" r="0" b="0"/>
              <a:pathLst>
                <a:path w="51164" h="41725">
                  <a:moveTo>
                    <a:pt x="51164" y="0"/>
                  </a:moveTo>
                  <a:lnTo>
                    <a:pt x="0" y="41725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00" name="Output_receptor__4499">
              <a:extLst>
                <a:ext uri="{FF2B5EF4-FFF2-40B4-BE49-F238E27FC236}">
                  <a16:creationId xmlns:a16="http://schemas.microsoft.com/office/drawing/2014/main" id="{395129A1-6835-0960-7034-EF4992E7C81F}"/>
                </a:ext>
              </a:extLst>
            </p:cNvPr>
            <p:cNvSpPr>
              <a:spLocks noGrp="1"/>
            </p:cNvSpPr>
            <p:nvPr/>
          </p:nvSpPr>
          <p:spPr>
            <a:xfrm>
              <a:off x="15497034" y="4019707"/>
              <a:ext cx="27168" cy="54698"/>
            </a:xfrm>
            <a:custGeom>
              <a:avLst/>
              <a:gdLst/>
              <a:ahLst/>
              <a:cxnLst/>
              <a:rect l="0" t="0" r="0" b="0"/>
              <a:pathLst>
                <a:path w="27168" h="54698">
                  <a:moveTo>
                    <a:pt x="27168" y="54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1" name="Output_receptor__4500">
              <a:extLst>
                <a:ext uri="{FF2B5EF4-FFF2-40B4-BE49-F238E27FC236}">
                  <a16:creationId xmlns:a16="http://schemas.microsoft.com/office/drawing/2014/main" id="{9A059DD4-39B9-5126-77D9-2A651086F9A4}"/>
                </a:ext>
              </a:extLst>
            </p:cNvPr>
            <p:cNvSpPr>
              <a:spLocks noGrp="1"/>
            </p:cNvSpPr>
            <p:nvPr/>
          </p:nvSpPr>
          <p:spPr>
            <a:xfrm>
              <a:off x="16507336" y="3961175"/>
              <a:ext cx="28362" cy="52673"/>
            </a:xfrm>
            <a:custGeom>
              <a:avLst/>
              <a:gdLst/>
              <a:ahLst/>
              <a:cxnLst/>
              <a:rect l="0" t="0" r="0" b="0"/>
              <a:pathLst>
                <a:path w="28362" h="52673">
                  <a:moveTo>
                    <a:pt x="0" y="52673"/>
                  </a:moveTo>
                  <a:lnTo>
                    <a:pt x="2836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2" name="Output_receptor__4501">
              <a:extLst>
                <a:ext uri="{FF2B5EF4-FFF2-40B4-BE49-F238E27FC236}">
                  <a16:creationId xmlns:a16="http://schemas.microsoft.com/office/drawing/2014/main" id="{57AAC2DC-A7AD-1CCE-3C86-C96EC42E1683}"/>
                </a:ext>
              </a:extLst>
            </p:cNvPr>
            <p:cNvSpPr>
              <a:spLocks noGrp="1"/>
            </p:cNvSpPr>
            <p:nvPr/>
          </p:nvSpPr>
          <p:spPr>
            <a:xfrm>
              <a:off x="16684155" y="3778065"/>
              <a:ext cx="39956" cy="33542"/>
            </a:xfrm>
            <a:custGeom>
              <a:avLst/>
              <a:gdLst/>
              <a:ahLst/>
              <a:cxnLst/>
              <a:rect l="0" t="0" r="0" b="0"/>
              <a:pathLst>
                <a:path w="39956" h="33542">
                  <a:moveTo>
                    <a:pt x="39956" y="335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3" name="Output_receptor__4502">
              <a:extLst>
                <a:ext uri="{FF2B5EF4-FFF2-40B4-BE49-F238E27FC236}">
                  <a16:creationId xmlns:a16="http://schemas.microsoft.com/office/drawing/2014/main" id="{ECAE6678-AFCA-71FF-12FF-390B10D64534}"/>
                </a:ext>
              </a:extLst>
            </p:cNvPr>
            <p:cNvSpPr>
              <a:spLocks noGrp="1"/>
            </p:cNvSpPr>
            <p:nvPr/>
          </p:nvSpPr>
          <p:spPr>
            <a:xfrm>
              <a:off x="15846044" y="3909883"/>
              <a:ext cx="19003" cy="66080"/>
            </a:xfrm>
            <a:custGeom>
              <a:avLst/>
              <a:gdLst/>
              <a:ahLst/>
              <a:cxnLst/>
              <a:rect l="0" t="0" r="0" b="0"/>
              <a:pathLst>
                <a:path w="19003" h="66080">
                  <a:moveTo>
                    <a:pt x="19003" y="0"/>
                  </a:moveTo>
                  <a:lnTo>
                    <a:pt x="0" y="660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4" name="Output_receptor__4503">
              <a:extLst>
                <a:ext uri="{FF2B5EF4-FFF2-40B4-BE49-F238E27FC236}">
                  <a16:creationId xmlns:a16="http://schemas.microsoft.com/office/drawing/2014/main" id="{4EB062DE-E6E3-0F12-5F87-EE39587FAE9B}"/>
                </a:ext>
              </a:extLst>
            </p:cNvPr>
            <p:cNvSpPr>
              <a:spLocks noGrp="1"/>
            </p:cNvSpPr>
            <p:nvPr/>
          </p:nvSpPr>
          <p:spPr>
            <a:xfrm>
              <a:off x="16282309" y="4153867"/>
              <a:ext cx="9052" cy="60487"/>
            </a:xfrm>
            <a:custGeom>
              <a:avLst/>
              <a:gdLst/>
              <a:ahLst/>
              <a:cxnLst/>
              <a:rect l="0" t="0" r="0" b="0"/>
              <a:pathLst>
                <a:path w="9052" h="60487">
                  <a:moveTo>
                    <a:pt x="9052" y="604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5" name="Output_receptor__4504">
              <a:extLst>
                <a:ext uri="{FF2B5EF4-FFF2-40B4-BE49-F238E27FC236}">
                  <a16:creationId xmlns:a16="http://schemas.microsoft.com/office/drawing/2014/main" id="{39ABAEBB-415A-6DDA-6DFF-0879E743D2FC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074406"/>
              <a:ext cx="36539" cy="53485"/>
            </a:xfrm>
            <a:custGeom>
              <a:avLst/>
              <a:gdLst/>
              <a:ahLst/>
              <a:cxnLst/>
              <a:rect l="0" t="0" r="0" b="0"/>
              <a:pathLst>
                <a:path w="36539" h="53485">
                  <a:moveTo>
                    <a:pt x="0" y="53485"/>
                  </a:moveTo>
                  <a:lnTo>
                    <a:pt x="3653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6" name="Output_receptor__4505">
              <a:extLst>
                <a:ext uri="{FF2B5EF4-FFF2-40B4-BE49-F238E27FC236}">
                  <a16:creationId xmlns:a16="http://schemas.microsoft.com/office/drawing/2014/main" id="{5ADAD452-D9AF-2152-B179-F1330F723360}"/>
                </a:ext>
              </a:extLst>
            </p:cNvPr>
            <p:cNvSpPr>
              <a:spLocks noGrp="1"/>
            </p:cNvSpPr>
            <p:nvPr/>
          </p:nvSpPr>
          <p:spPr>
            <a:xfrm>
              <a:off x="15938488" y="4587291"/>
              <a:ext cx="54570" cy="6264"/>
            </a:xfrm>
            <a:custGeom>
              <a:avLst/>
              <a:gdLst/>
              <a:ahLst/>
              <a:cxnLst/>
              <a:rect l="0" t="0" r="0" b="0"/>
              <a:pathLst>
                <a:path w="54570" h="6264">
                  <a:moveTo>
                    <a:pt x="0" y="0"/>
                  </a:moveTo>
                  <a:lnTo>
                    <a:pt x="54570" y="626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7" name="Output_receptor__4506">
              <a:extLst>
                <a:ext uri="{FF2B5EF4-FFF2-40B4-BE49-F238E27FC236}">
                  <a16:creationId xmlns:a16="http://schemas.microsoft.com/office/drawing/2014/main" id="{7FCC0D66-220A-7234-9168-2010C41C2DA3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63149" cy="6706"/>
            </a:xfrm>
            <a:custGeom>
              <a:avLst/>
              <a:gdLst/>
              <a:ahLst/>
              <a:cxnLst/>
              <a:rect l="0" t="0" r="0" b="0"/>
              <a:pathLst>
                <a:path w="63149" h="6706">
                  <a:moveTo>
                    <a:pt x="0" y="0"/>
                  </a:moveTo>
                  <a:lnTo>
                    <a:pt x="63149" y="67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8" name="Output_receptor__4507">
              <a:extLst>
                <a:ext uri="{FF2B5EF4-FFF2-40B4-BE49-F238E27FC236}">
                  <a16:creationId xmlns:a16="http://schemas.microsoft.com/office/drawing/2014/main" id="{F4DA3B3E-8B20-6830-5792-83326C8AD8B3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87291"/>
              <a:ext cx="52184" cy="9876"/>
            </a:xfrm>
            <a:custGeom>
              <a:avLst/>
              <a:gdLst/>
              <a:ahLst/>
              <a:cxnLst/>
              <a:rect l="0" t="0" r="0" b="0"/>
              <a:pathLst>
                <a:path w="52184" h="9876">
                  <a:moveTo>
                    <a:pt x="0" y="9876"/>
                  </a:moveTo>
                  <a:lnTo>
                    <a:pt x="521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9" name="Output_receptor__4508">
              <a:extLst>
                <a:ext uri="{FF2B5EF4-FFF2-40B4-BE49-F238E27FC236}">
                  <a16:creationId xmlns:a16="http://schemas.microsoft.com/office/drawing/2014/main" id="{9DFFC3FF-A73E-AC7D-DE13-38246F23E870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185239"/>
              <a:ext cx="38618" cy="21132"/>
            </a:xfrm>
            <a:custGeom>
              <a:avLst/>
              <a:gdLst/>
              <a:ahLst/>
              <a:cxnLst/>
              <a:rect l="0" t="0" r="0" b="0"/>
              <a:pathLst>
                <a:path w="38618" h="21132">
                  <a:moveTo>
                    <a:pt x="0" y="21132"/>
                  </a:moveTo>
                  <a:lnTo>
                    <a:pt x="3861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0" name="Output_receptor__4509">
              <a:extLst>
                <a:ext uri="{FF2B5EF4-FFF2-40B4-BE49-F238E27FC236}">
                  <a16:creationId xmlns:a16="http://schemas.microsoft.com/office/drawing/2014/main" id="{BFA5BA71-EF5C-F34A-12F3-D3E758216061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52624" cy="3579"/>
            </a:xfrm>
            <a:custGeom>
              <a:avLst/>
              <a:gdLst/>
              <a:ahLst/>
              <a:cxnLst/>
              <a:rect l="0" t="0" r="0" b="0"/>
              <a:pathLst>
                <a:path w="52624" h="3579">
                  <a:moveTo>
                    <a:pt x="0" y="0"/>
                  </a:moveTo>
                  <a:lnTo>
                    <a:pt x="52624" y="357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1" name="Output_receptor__4510">
              <a:extLst>
                <a:ext uri="{FF2B5EF4-FFF2-40B4-BE49-F238E27FC236}">
                  <a16:creationId xmlns:a16="http://schemas.microsoft.com/office/drawing/2014/main" id="{66A85747-C132-5A4C-D85B-2C8BA680B300}"/>
                </a:ext>
              </a:extLst>
            </p:cNvPr>
            <p:cNvSpPr>
              <a:spLocks noGrp="1"/>
            </p:cNvSpPr>
            <p:nvPr/>
          </p:nvSpPr>
          <p:spPr>
            <a:xfrm>
              <a:off x="15993058" y="4554903"/>
              <a:ext cx="46880" cy="38652"/>
            </a:xfrm>
            <a:custGeom>
              <a:avLst/>
              <a:gdLst/>
              <a:ahLst/>
              <a:cxnLst/>
              <a:rect l="0" t="0" r="0" b="0"/>
              <a:pathLst>
                <a:path w="46880" h="38652">
                  <a:moveTo>
                    <a:pt x="0" y="38652"/>
                  </a:moveTo>
                  <a:lnTo>
                    <a:pt x="4688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2" name="Output_receptor__4511">
              <a:extLst>
                <a:ext uri="{FF2B5EF4-FFF2-40B4-BE49-F238E27FC236}">
                  <a16:creationId xmlns:a16="http://schemas.microsoft.com/office/drawing/2014/main" id="{E1879CA3-CF4F-5FFC-AEA7-F491F9DB817D}"/>
                </a:ext>
              </a:extLst>
            </p:cNvPr>
            <p:cNvSpPr>
              <a:spLocks noGrp="1"/>
            </p:cNvSpPr>
            <p:nvPr/>
          </p:nvSpPr>
          <p:spPr>
            <a:xfrm>
              <a:off x="15619819" y="4012234"/>
              <a:ext cx="70022" cy="15029"/>
            </a:xfrm>
            <a:custGeom>
              <a:avLst/>
              <a:gdLst/>
              <a:ahLst/>
              <a:cxnLst/>
              <a:rect l="0" t="0" r="0" b="0"/>
              <a:pathLst>
                <a:path w="70022" h="15029">
                  <a:moveTo>
                    <a:pt x="70022" y="150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3" name="Output_receptor__4512">
              <a:extLst>
                <a:ext uri="{FF2B5EF4-FFF2-40B4-BE49-F238E27FC236}">
                  <a16:creationId xmlns:a16="http://schemas.microsoft.com/office/drawing/2014/main" id="{4F2E3DFB-0A4A-A2B1-160A-6A4533E528B7}"/>
                </a:ext>
              </a:extLst>
            </p:cNvPr>
            <p:cNvSpPr>
              <a:spLocks noGrp="1"/>
            </p:cNvSpPr>
            <p:nvPr/>
          </p:nvSpPr>
          <p:spPr>
            <a:xfrm>
              <a:off x="15693681" y="4135636"/>
              <a:ext cx="36541" cy="49603"/>
            </a:xfrm>
            <a:custGeom>
              <a:avLst/>
              <a:gdLst/>
              <a:ahLst/>
              <a:cxnLst/>
              <a:rect l="0" t="0" r="0" b="0"/>
              <a:pathLst>
                <a:path w="36541" h="49603">
                  <a:moveTo>
                    <a:pt x="0" y="49603"/>
                  </a:moveTo>
                  <a:lnTo>
                    <a:pt x="3654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4" name="Output_receptor__4513">
              <a:extLst>
                <a:ext uri="{FF2B5EF4-FFF2-40B4-BE49-F238E27FC236}">
                  <a16:creationId xmlns:a16="http://schemas.microsoft.com/office/drawing/2014/main" id="{BCEAC721-3B9E-06D9-309C-CA788F4E3552}"/>
                </a:ext>
              </a:extLst>
            </p:cNvPr>
            <p:cNvSpPr>
              <a:spLocks noGrp="1"/>
            </p:cNvSpPr>
            <p:nvPr/>
          </p:nvSpPr>
          <p:spPr>
            <a:xfrm>
              <a:off x="15416858" y="4040408"/>
              <a:ext cx="10854" cy="4851"/>
            </a:xfrm>
            <a:custGeom>
              <a:avLst/>
              <a:gdLst/>
              <a:ahLst/>
              <a:cxnLst/>
              <a:rect l="0" t="0" r="0" b="0"/>
              <a:pathLst>
                <a:path w="10854" h="4851">
                  <a:moveTo>
                    <a:pt x="10854" y="0"/>
                  </a:moveTo>
                  <a:lnTo>
                    <a:pt x="0" y="485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5" name="Output_receptor__4514">
              <a:extLst>
                <a:ext uri="{FF2B5EF4-FFF2-40B4-BE49-F238E27FC236}">
                  <a16:creationId xmlns:a16="http://schemas.microsoft.com/office/drawing/2014/main" id="{8394D1B7-19C9-08D5-A3E3-460699D776CC}"/>
                </a:ext>
              </a:extLst>
            </p:cNvPr>
            <p:cNvSpPr>
              <a:spLocks noGrp="1"/>
            </p:cNvSpPr>
            <p:nvPr/>
          </p:nvSpPr>
          <p:spPr>
            <a:xfrm>
              <a:off x="16663606" y="4149591"/>
              <a:ext cx="35952" cy="5925"/>
            </a:xfrm>
            <a:custGeom>
              <a:avLst/>
              <a:gdLst/>
              <a:ahLst/>
              <a:cxnLst/>
              <a:rect l="0" t="0" r="0" b="0"/>
              <a:pathLst>
                <a:path w="35952" h="5925">
                  <a:moveTo>
                    <a:pt x="35952" y="0"/>
                  </a:moveTo>
                  <a:lnTo>
                    <a:pt x="0" y="59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6" name="Output_receptor__4515">
              <a:extLst>
                <a:ext uri="{FF2B5EF4-FFF2-40B4-BE49-F238E27FC236}">
                  <a16:creationId xmlns:a16="http://schemas.microsoft.com/office/drawing/2014/main" id="{61736DC4-51C8-E2CD-E7F7-C65E44CB7094}"/>
                </a:ext>
              </a:extLst>
            </p:cNvPr>
            <p:cNvSpPr>
              <a:spLocks noGrp="1"/>
            </p:cNvSpPr>
            <p:nvPr/>
          </p:nvSpPr>
          <p:spPr>
            <a:xfrm>
              <a:off x="16039938" y="4523989"/>
              <a:ext cx="33671" cy="30913"/>
            </a:xfrm>
            <a:custGeom>
              <a:avLst/>
              <a:gdLst/>
              <a:ahLst/>
              <a:cxnLst/>
              <a:rect l="0" t="0" r="0" b="0"/>
              <a:pathLst>
                <a:path w="33671" h="30913">
                  <a:moveTo>
                    <a:pt x="0" y="30913"/>
                  </a:moveTo>
                  <a:lnTo>
                    <a:pt x="3367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7" name="Output_receptor__4516">
              <a:extLst>
                <a:ext uri="{FF2B5EF4-FFF2-40B4-BE49-F238E27FC236}">
                  <a16:creationId xmlns:a16="http://schemas.microsoft.com/office/drawing/2014/main" id="{DB4F870A-1132-5918-205F-28D41945C791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93246"/>
              <a:ext cx="11866" cy="23427"/>
            </a:xfrm>
            <a:custGeom>
              <a:avLst/>
              <a:gdLst/>
              <a:ahLst/>
              <a:cxnLst/>
              <a:rect l="0" t="0" r="0" b="0"/>
              <a:pathLst>
                <a:path w="11866" h="23427">
                  <a:moveTo>
                    <a:pt x="0" y="23427"/>
                  </a:moveTo>
                  <a:lnTo>
                    <a:pt x="118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8" name="Output_receptor__4517">
              <a:extLst>
                <a:ext uri="{FF2B5EF4-FFF2-40B4-BE49-F238E27FC236}">
                  <a16:creationId xmlns:a16="http://schemas.microsoft.com/office/drawing/2014/main" id="{A7753CD7-759F-4B7D-717B-03134CB9CE14}"/>
                </a:ext>
              </a:extLst>
            </p:cNvPr>
            <p:cNvSpPr>
              <a:spLocks noGrp="1"/>
            </p:cNvSpPr>
            <p:nvPr/>
          </p:nvSpPr>
          <p:spPr>
            <a:xfrm>
              <a:off x="15837795" y="4187266"/>
              <a:ext cx="21824" cy="68483"/>
            </a:xfrm>
            <a:custGeom>
              <a:avLst/>
              <a:gdLst/>
              <a:ahLst/>
              <a:cxnLst/>
              <a:rect l="0" t="0" r="0" b="0"/>
              <a:pathLst>
                <a:path w="21824" h="68483">
                  <a:moveTo>
                    <a:pt x="21824" y="0"/>
                  </a:moveTo>
                  <a:lnTo>
                    <a:pt x="0" y="6848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9" name="Output_receptor__4518">
              <a:extLst>
                <a:ext uri="{FF2B5EF4-FFF2-40B4-BE49-F238E27FC236}">
                  <a16:creationId xmlns:a16="http://schemas.microsoft.com/office/drawing/2014/main" id="{DE4E3483-1BA1-2920-5194-47FD296508B8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07372"/>
              <a:ext cx="25297" cy="64587"/>
            </a:xfrm>
            <a:custGeom>
              <a:avLst/>
              <a:gdLst/>
              <a:ahLst/>
              <a:cxnLst/>
              <a:rect l="0" t="0" r="0" b="0"/>
              <a:pathLst>
                <a:path w="25297" h="64587">
                  <a:moveTo>
                    <a:pt x="0" y="64587"/>
                  </a:moveTo>
                  <a:lnTo>
                    <a:pt x="252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0" name="Output_receptor__4519">
              <a:extLst>
                <a:ext uri="{FF2B5EF4-FFF2-40B4-BE49-F238E27FC236}">
                  <a16:creationId xmlns:a16="http://schemas.microsoft.com/office/drawing/2014/main" id="{4311CBDA-15B8-F89C-8A91-FD0361588C0A}"/>
                </a:ext>
              </a:extLst>
            </p:cNvPr>
            <p:cNvSpPr>
              <a:spLocks noGrp="1"/>
            </p:cNvSpPr>
            <p:nvPr/>
          </p:nvSpPr>
          <p:spPr>
            <a:xfrm>
              <a:off x="15863118" y="4500421"/>
              <a:ext cx="66846" cy="5559"/>
            </a:xfrm>
            <a:custGeom>
              <a:avLst/>
              <a:gdLst/>
              <a:ahLst/>
              <a:cxnLst/>
              <a:rect l="0" t="0" r="0" b="0"/>
              <a:pathLst>
                <a:path w="66846" h="5559">
                  <a:moveTo>
                    <a:pt x="0" y="5559"/>
                  </a:moveTo>
                  <a:lnTo>
                    <a:pt x="66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1" name="Output_receptor__4520">
              <a:extLst>
                <a:ext uri="{FF2B5EF4-FFF2-40B4-BE49-F238E27FC236}">
                  <a16:creationId xmlns:a16="http://schemas.microsoft.com/office/drawing/2014/main" id="{B8BEA38C-7CA8-3DB3-51DB-F488372BC0B0}"/>
                </a:ext>
              </a:extLst>
            </p:cNvPr>
            <p:cNvSpPr>
              <a:spLocks noGrp="1"/>
            </p:cNvSpPr>
            <p:nvPr/>
          </p:nvSpPr>
          <p:spPr>
            <a:xfrm>
              <a:off x="16604319" y="3696826"/>
              <a:ext cx="69859" cy="7910"/>
            </a:xfrm>
            <a:custGeom>
              <a:avLst/>
              <a:gdLst/>
              <a:ahLst/>
              <a:cxnLst/>
              <a:rect l="0" t="0" r="0" b="0"/>
              <a:pathLst>
                <a:path w="69859" h="7910">
                  <a:moveTo>
                    <a:pt x="69859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2" name="Output_receptor__4521">
              <a:extLst>
                <a:ext uri="{FF2B5EF4-FFF2-40B4-BE49-F238E27FC236}">
                  <a16:creationId xmlns:a16="http://schemas.microsoft.com/office/drawing/2014/main" id="{D8720481-7A05-F246-21E4-F0EA4310E6AB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71959"/>
              <a:ext cx="41406" cy="52879"/>
            </a:xfrm>
            <a:custGeom>
              <a:avLst/>
              <a:gdLst/>
              <a:ahLst/>
              <a:cxnLst/>
              <a:rect l="0" t="0" r="0" b="0"/>
              <a:pathLst>
                <a:path w="41406" h="52879">
                  <a:moveTo>
                    <a:pt x="41406" y="528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3" name="Output_receptor__4522">
              <a:extLst>
                <a:ext uri="{FF2B5EF4-FFF2-40B4-BE49-F238E27FC236}">
                  <a16:creationId xmlns:a16="http://schemas.microsoft.com/office/drawing/2014/main" id="{4A66FCDC-9554-8038-B532-A2DFE8C285AB}"/>
                </a:ext>
              </a:extLst>
            </p:cNvPr>
            <p:cNvSpPr>
              <a:spLocks noGrp="1"/>
            </p:cNvSpPr>
            <p:nvPr/>
          </p:nvSpPr>
          <p:spPr>
            <a:xfrm>
              <a:off x="15957919" y="3967911"/>
              <a:ext cx="66569" cy="18603"/>
            </a:xfrm>
            <a:custGeom>
              <a:avLst/>
              <a:gdLst/>
              <a:ahLst/>
              <a:cxnLst/>
              <a:rect l="0" t="0" r="0" b="0"/>
              <a:pathLst>
                <a:path w="66569" h="18603">
                  <a:moveTo>
                    <a:pt x="66569" y="18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4" name="Output_receptor__4523">
              <a:extLst>
                <a:ext uri="{FF2B5EF4-FFF2-40B4-BE49-F238E27FC236}">
                  <a16:creationId xmlns:a16="http://schemas.microsoft.com/office/drawing/2014/main" id="{B1B6BD2F-C5C6-2139-5723-0FDD1DA74F5F}"/>
                </a:ext>
              </a:extLst>
            </p:cNvPr>
            <p:cNvSpPr>
              <a:spLocks noGrp="1"/>
            </p:cNvSpPr>
            <p:nvPr/>
          </p:nvSpPr>
          <p:spPr>
            <a:xfrm>
              <a:off x="16644950" y="4068306"/>
              <a:ext cx="69886" cy="12823"/>
            </a:xfrm>
            <a:custGeom>
              <a:avLst/>
              <a:gdLst/>
              <a:ahLst/>
              <a:cxnLst/>
              <a:rect l="0" t="0" r="0" b="0"/>
              <a:pathLst>
                <a:path w="69886" h="12823">
                  <a:moveTo>
                    <a:pt x="0" y="0"/>
                  </a:moveTo>
                  <a:lnTo>
                    <a:pt x="69886" y="128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5" name="Output_receptor__4524">
              <a:extLst>
                <a:ext uri="{FF2B5EF4-FFF2-40B4-BE49-F238E27FC236}">
                  <a16:creationId xmlns:a16="http://schemas.microsoft.com/office/drawing/2014/main" id="{B4A5E991-3BBD-9223-1330-5CD345511106}"/>
                </a:ext>
              </a:extLst>
            </p:cNvPr>
            <p:cNvSpPr>
              <a:spLocks noGrp="1"/>
            </p:cNvSpPr>
            <p:nvPr/>
          </p:nvSpPr>
          <p:spPr>
            <a:xfrm>
              <a:off x="15990078" y="4167074"/>
              <a:ext cx="59690" cy="40297"/>
            </a:xfrm>
            <a:custGeom>
              <a:avLst/>
              <a:gdLst/>
              <a:ahLst/>
              <a:cxnLst/>
              <a:rect l="0" t="0" r="0" b="0"/>
              <a:pathLst>
                <a:path w="59690" h="40297">
                  <a:moveTo>
                    <a:pt x="59690" y="402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6" name="Output_receptor__4525">
              <a:extLst>
                <a:ext uri="{FF2B5EF4-FFF2-40B4-BE49-F238E27FC236}">
                  <a16:creationId xmlns:a16="http://schemas.microsoft.com/office/drawing/2014/main" id="{8151559D-123C-F31F-7A50-DEF93F2D44C7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11607"/>
              <a:ext cx="46564" cy="55273"/>
            </a:xfrm>
            <a:custGeom>
              <a:avLst/>
              <a:gdLst/>
              <a:ahLst/>
              <a:cxnLst/>
              <a:rect l="0" t="0" r="0" b="0"/>
              <a:pathLst>
                <a:path w="46564" h="55273">
                  <a:moveTo>
                    <a:pt x="0" y="55273"/>
                  </a:moveTo>
                  <a:lnTo>
                    <a:pt x="4656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7" name="Output_receptor__4526">
              <a:extLst>
                <a:ext uri="{FF2B5EF4-FFF2-40B4-BE49-F238E27FC236}">
                  <a16:creationId xmlns:a16="http://schemas.microsoft.com/office/drawing/2014/main" id="{8ED1944B-0E22-F44C-A2A8-91E7D9B76FA9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257" cy="13410"/>
            </a:xfrm>
            <a:custGeom>
              <a:avLst/>
              <a:gdLst/>
              <a:ahLst/>
              <a:cxnLst/>
              <a:rect l="0" t="0" r="0" b="0"/>
              <a:pathLst>
                <a:path w="257" h="13410">
                  <a:moveTo>
                    <a:pt x="0" y="0"/>
                  </a:moveTo>
                  <a:lnTo>
                    <a:pt x="257" y="1341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8" name="Output_receptor__4527">
              <a:extLst>
                <a:ext uri="{FF2B5EF4-FFF2-40B4-BE49-F238E27FC236}">
                  <a16:creationId xmlns:a16="http://schemas.microsoft.com/office/drawing/2014/main" id="{28761FB7-91B2-DE1C-42D5-0F2EAC2BFBE0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6331" cy="16990"/>
            </a:xfrm>
            <a:custGeom>
              <a:avLst/>
              <a:gdLst/>
              <a:ahLst/>
              <a:cxnLst/>
              <a:rect l="0" t="0" r="0" b="0"/>
              <a:pathLst>
                <a:path w="6331" h="16990">
                  <a:moveTo>
                    <a:pt x="0" y="0"/>
                  </a:moveTo>
                  <a:lnTo>
                    <a:pt x="6331" y="1699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9" name="Output_receptor__4528">
              <a:extLst>
                <a:ext uri="{FF2B5EF4-FFF2-40B4-BE49-F238E27FC236}">
                  <a16:creationId xmlns:a16="http://schemas.microsoft.com/office/drawing/2014/main" id="{A60CEAF5-0288-4521-5D37-AAEA4E443D5E}"/>
                </a:ext>
              </a:extLst>
            </p:cNvPr>
            <p:cNvSpPr>
              <a:spLocks noGrp="1"/>
            </p:cNvSpPr>
            <p:nvPr/>
          </p:nvSpPr>
          <p:spPr>
            <a:xfrm>
              <a:off x="16313885" y="3475259"/>
              <a:ext cx="21559" cy="65427"/>
            </a:xfrm>
            <a:custGeom>
              <a:avLst/>
              <a:gdLst/>
              <a:ahLst/>
              <a:cxnLst/>
              <a:rect l="0" t="0" r="0" b="0"/>
              <a:pathLst>
                <a:path w="21559" h="65427">
                  <a:moveTo>
                    <a:pt x="0" y="65427"/>
                  </a:moveTo>
                  <a:lnTo>
                    <a:pt x="215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30" name="Output_receptor__4529">
              <a:extLst>
                <a:ext uri="{FF2B5EF4-FFF2-40B4-BE49-F238E27FC236}">
                  <a16:creationId xmlns:a16="http://schemas.microsoft.com/office/drawing/2014/main" id="{4EFCCD38-E416-8C75-AA98-3369601042F7}"/>
                </a:ext>
              </a:extLst>
            </p:cNvPr>
            <p:cNvSpPr>
              <a:spLocks noGrp="1"/>
            </p:cNvSpPr>
            <p:nvPr/>
          </p:nvSpPr>
          <p:spPr>
            <a:xfrm>
              <a:off x="16005646" y="3986514"/>
              <a:ext cx="18842" cy="69865"/>
            </a:xfrm>
            <a:custGeom>
              <a:avLst/>
              <a:gdLst/>
              <a:ahLst/>
              <a:cxnLst/>
              <a:rect l="0" t="0" r="0" b="0"/>
              <a:pathLst>
                <a:path w="18842" h="69865">
                  <a:moveTo>
                    <a:pt x="0" y="69865"/>
                  </a:moveTo>
                  <a:lnTo>
                    <a:pt x="1884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1" name="Output_receptor__4530">
              <a:extLst>
                <a:ext uri="{FF2B5EF4-FFF2-40B4-BE49-F238E27FC236}">
                  <a16:creationId xmlns:a16="http://schemas.microsoft.com/office/drawing/2014/main" id="{52219159-C6E6-0F0C-5512-BE711ED7CE23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73457"/>
              <a:ext cx="62244" cy="13809"/>
            </a:xfrm>
            <a:custGeom>
              <a:avLst/>
              <a:gdLst/>
              <a:ahLst/>
              <a:cxnLst/>
              <a:rect l="0" t="0" r="0" b="0"/>
              <a:pathLst>
                <a:path w="62244" h="13809">
                  <a:moveTo>
                    <a:pt x="0" y="0"/>
                  </a:moveTo>
                  <a:lnTo>
                    <a:pt x="62244" y="13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2" name="Output_receptor__4531">
              <a:extLst>
                <a:ext uri="{FF2B5EF4-FFF2-40B4-BE49-F238E27FC236}">
                  <a16:creationId xmlns:a16="http://schemas.microsoft.com/office/drawing/2014/main" id="{668AE4C4-D3C0-BB95-B947-F163A5554F92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24838"/>
              <a:ext cx="50103" cy="51695"/>
            </a:xfrm>
            <a:custGeom>
              <a:avLst/>
              <a:gdLst/>
              <a:ahLst/>
              <a:cxnLst/>
              <a:rect l="0" t="0" r="0" b="0"/>
              <a:pathLst>
                <a:path w="50103" h="51695">
                  <a:moveTo>
                    <a:pt x="0" y="51695"/>
                  </a:moveTo>
                  <a:lnTo>
                    <a:pt x="5010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3" name="Output_receptor__4532">
              <a:extLst>
                <a:ext uri="{FF2B5EF4-FFF2-40B4-BE49-F238E27FC236}">
                  <a16:creationId xmlns:a16="http://schemas.microsoft.com/office/drawing/2014/main" id="{A3CEC6BC-2856-93FF-7DBD-C921AF984218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67911"/>
              <a:ext cx="31565" cy="39095"/>
            </a:xfrm>
            <a:custGeom>
              <a:avLst/>
              <a:gdLst/>
              <a:ahLst/>
              <a:cxnLst/>
              <a:rect l="0" t="0" r="0" b="0"/>
              <a:pathLst>
                <a:path w="31565" h="39095">
                  <a:moveTo>
                    <a:pt x="31565" y="0"/>
                  </a:moveTo>
                  <a:lnTo>
                    <a:pt x="0" y="390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4" name="Output_receptor__4533">
              <a:extLst>
                <a:ext uri="{FF2B5EF4-FFF2-40B4-BE49-F238E27FC236}">
                  <a16:creationId xmlns:a16="http://schemas.microsoft.com/office/drawing/2014/main" id="{94909FDC-82FE-29D8-6C68-B9AD7CCCBEDF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081151"/>
              <a:ext cx="47202" cy="27022"/>
            </a:xfrm>
            <a:custGeom>
              <a:avLst/>
              <a:gdLst/>
              <a:ahLst/>
              <a:cxnLst/>
              <a:rect l="0" t="0" r="0" b="0"/>
              <a:pathLst>
                <a:path w="47202" h="27022">
                  <a:moveTo>
                    <a:pt x="0" y="27022"/>
                  </a:moveTo>
                  <a:lnTo>
                    <a:pt x="4720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5" name="Output_receptor__4534">
              <a:extLst>
                <a:ext uri="{FF2B5EF4-FFF2-40B4-BE49-F238E27FC236}">
                  <a16:creationId xmlns:a16="http://schemas.microsoft.com/office/drawing/2014/main" id="{FD7F0F49-7B62-CCA4-BABC-EEAE1B5942F2}"/>
                </a:ext>
              </a:extLst>
            </p:cNvPr>
            <p:cNvSpPr>
              <a:spLocks noGrp="1"/>
            </p:cNvSpPr>
            <p:nvPr/>
          </p:nvSpPr>
          <p:spPr>
            <a:xfrm>
              <a:off x="15675110" y="4027262"/>
              <a:ext cx="14731" cy="53889"/>
            </a:xfrm>
            <a:custGeom>
              <a:avLst/>
              <a:gdLst/>
              <a:ahLst/>
              <a:cxnLst/>
              <a:rect l="0" t="0" r="0" b="0"/>
              <a:pathLst>
                <a:path w="14731" h="53889">
                  <a:moveTo>
                    <a:pt x="0" y="53889"/>
                  </a:moveTo>
                  <a:lnTo>
                    <a:pt x="147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6" name="Output_receptor__4535">
              <a:extLst>
                <a:ext uri="{FF2B5EF4-FFF2-40B4-BE49-F238E27FC236}">
                  <a16:creationId xmlns:a16="http://schemas.microsoft.com/office/drawing/2014/main" id="{587096C0-E303-D1E7-6274-97DE6CD11254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503602"/>
              <a:ext cx="28288" cy="2379"/>
            </a:xfrm>
            <a:custGeom>
              <a:avLst/>
              <a:gdLst/>
              <a:ahLst/>
              <a:cxnLst/>
              <a:rect l="0" t="0" r="0" b="0"/>
              <a:pathLst>
                <a:path w="28288" h="2379">
                  <a:moveTo>
                    <a:pt x="0" y="0"/>
                  </a:moveTo>
                  <a:lnTo>
                    <a:pt x="28288" y="237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7" name="Output_receptor__4536">
              <a:extLst>
                <a:ext uri="{FF2B5EF4-FFF2-40B4-BE49-F238E27FC236}">
                  <a16:creationId xmlns:a16="http://schemas.microsoft.com/office/drawing/2014/main" id="{CA299814-309B-5FFC-6E8A-BD9891C7A504}"/>
                </a:ext>
              </a:extLst>
            </p:cNvPr>
            <p:cNvSpPr>
              <a:spLocks noGrp="1"/>
            </p:cNvSpPr>
            <p:nvPr/>
          </p:nvSpPr>
          <p:spPr>
            <a:xfrm>
              <a:off x="16699558" y="4081129"/>
              <a:ext cx="15277" cy="68462"/>
            </a:xfrm>
            <a:custGeom>
              <a:avLst/>
              <a:gdLst/>
              <a:ahLst/>
              <a:cxnLst/>
              <a:rect l="0" t="0" r="0" b="0"/>
              <a:pathLst>
                <a:path w="15277" h="68462">
                  <a:moveTo>
                    <a:pt x="15277" y="0"/>
                  </a:moveTo>
                  <a:lnTo>
                    <a:pt x="0" y="684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8" name="Output_receptor__4537">
              <a:extLst>
                <a:ext uri="{FF2B5EF4-FFF2-40B4-BE49-F238E27FC236}">
                  <a16:creationId xmlns:a16="http://schemas.microsoft.com/office/drawing/2014/main" id="{4499198B-AB55-F107-3D28-49A54ADBC315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167074"/>
              <a:ext cx="37027" cy="51639"/>
            </a:xfrm>
            <a:custGeom>
              <a:avLst/>
              <a:gdLst/>
              <a:ahLst/>
              <a:cxnLst/>
              <a:rect l="0" t="0" r="0" b="0"/>
              <a:pathLst>
                <a:path w="37027" h="51639">
                  <a:moveTo>
                    <a:pt x="37027" y="0"/>
                  </a:moveTo>
                  <a:lnTo>
                    <a:pt x="0" y="5163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9" name="Output_receptor__4538">
              <a:extLst>
                <a:ext uri="{FF2B5EF4-FFF2-40B4-BE49-F238E27FC236}">
                  <a16:creationId xmlns:a16="http://schemas.microsoft.com/office/drawing/2014/main" id="{B63356EF-B74D-1760-3E0A-539777C5B0E8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4012234"/>
              <a:ext cx="16978" cy="3124"/>
            </a:xfrm>
            <a:custGeom>
              <a:avLst/>
              <a:gdLst/>
              <a:ahLst/>
              <a:cxnLst/>
              <a:rect l="0" t="0" r="0" b="0"/>
              <a:pathLst>
                <a:path w="16978" h="3124">
                  <a:moveTo>
                    <a:pt x="16978" y="0"/>
                  </a:moveTo>
                  <a:lnTo>
                    <a:pt x="0" y="31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0" name="Output_receptor__4539">
              <a:extLst>
                <a:ext uri="{FF2B5EF4-FFF2-40B4-BE49-F238E27FC236}">
                  <a16:creationId xmlns:a16="http://schemas.microsoft.com/office/drawing/2014/main" id="{A55F179F-7C45-481B-BC40-BCC15480D752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9558" cy="26418"/>
            </a:xfrm>
            <a:custGeom>
              <a:avLst/>
              <a:gdLst/>
              <a:ahLst/>
              <a:cxnLst/>
              <a:rect l="0" t="0" r="0" b="0"/>
              <a:pathLst>
                <a:path w="9558" h="26418">
                  <a:moveTo>
                    <a:pt x="9558" y="264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1" name="Output_receptor__4540">
              <a:extLst>
                <a:ext uri="{FF2B5EF4-FFF2-40B4-BE49-F238E27FC236}">
                  <a16:creationId xmlns:a16="http://schemas.microsoft.com/office/drawing/2014/main" id="{FAF19F03-A543-A1AB-A891-A1B6E1FE6984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59819"/>
              <a:ext cx="33679" cy="31141"/>
            </a:xfrm>
            <a:custGeom>
              <a:avLst/>
              <a:gdLst/>
              <a:ahLst/>
              <a:cxnLst/>
              <a:rect l="0" t="0" r="0" b="0"/>
              <a:pathLst>
                <a:path w="33679" h="31141">
                  <a:moveTo>
                    <a:pt x="0" y="31141"/>
                  </a:moveTo>
                  <a:lnTo>
                    <a:pt x="3367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2" name="Output_receptor__4541">
              <a:extLst>
                <a:ext uri="{FF2B5EF4-FFF2-40B4-BE49-F238E27FC236}">
                  <a16:creationId xmlns:a16="http://schemas.microsoft.com/office/drawing/2014/main" id="{94EBE5F7-0B77-DCF9-2BBF-C786B04517F1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606590"/>
              <a:ext cx="70151" cy="10448"/>
            </a:xfrm>
            <a:custGeom>
              <a:avLst/>
              <a:gdLst/>
              <a:ahLst/>
              <a:cxnLst/>
              <a:rect l="0" t="0" r="0" b="0"/>
              <a:pathLst>
                <a:path w="70151" h="10448">
                  <a:moveTo>
                    <a:pt x="70151" y="0"/>
                  </a:moveTo>
                  <a:lnTo>
                    <a:pt x="0" y="1044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3" name="Output_receptor__4542">
              <a:extLst>
                <a:ext uri="{FF2B5EF4-FFF2-40B4-BE49-F238E27FC236}">
                  <a16:creationId xmlns:a16="http://schemas.microsoft.com/office/drawing/2014/main" id="{BC66DC1B-895A-6D79-87F2-46DE175B5C22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9552"/>
              <a:ext cx="67450" cy="21132"/>
            </a:xfrm>
            <a:custGeom>
              <a:avLst/>
              <a:gdLst/>
              <a:ahLst/>
              <a:cxnLst/>
              <a:rect l="0" t="0" r="0" b="0"/>
              <a:pathLst>
                <a:path w="67450" h="21132">
                  <a:moveTo>
                    <a:pt x="0" y="21132"/>
                  </a:moveTo>
                  <a:lnTo>
                    <a:pt x="6745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4" name="Output_receptor__4543">
              <a:extLst>
                <a:ext uri="{FF2B5EF4-FFF2-40B4-BE49-F238E27FC236}">
                  <a16:creationId xmlns:a16="http://schemas.microsoft.com/office/drawing/2014/main" id="{3CB885CE-2FA3-E6F5-CC0C-D98C0428FB75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96826"/>
              <a:ext cx="15442" cy="3399"/>
            </a:xfrm>
            <a:custGeom>
              <a:avLst/>
              <a:gdLst/>
              <a:ahLst/>
              <a:cxnLst/>
              <a:rect l="0" t="0" r="0" b="0"/>
              <a:pathLst>
                <a:path w="15442" h="3399">
                  <a:moveTo>
                    <a:pt x="15442" y="0"/>
                  </a:moveTo>
                  <a:lnTo>
                    <a:pt x="0" y="339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5" name="Output_receptor__4544">
              <a:extLst>
                <a:ext uri="{FF2B5EF4-FFF2-40B4-BE49-F238E27FC236}">
                  <a16:creationId xmlns:a16="http://schemas.microsoft.com/office/drawing/2014/main" id="{A983AEC1-570E-A5CD-2DC1-28016FE6E30C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8306"/>
              <a:ext cx="23596" cy="30610"/>
            </a:xfrm>
            <a:custGeom>
              <a:avLst/>
              <a:gdLst/>
              <a:ahLst/>
              <a:cxnLst/>
              <a:rect l="0" t="0" r="0" b="0"/>
              <a:pathLst>
                <a:path w="23596" h="30610">
                  <a:moveTo>
                    <a:pt x="0" y="30610"/>
                  </a:moveTo>
                  <a:lnTo>
                    <a:pt x="235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6" name="Output_receptor__4545">
              <a:extLst>
                <a:ext uri="{FF2B5EF4-FFF2-40B4-BE49-F238E27FC236}">
                  <a16:creationId xmlns:a16="http://schemas.microsoft.com/office/drawing/2014/main" id="{8E943B72-F37E-7281-63CA-BF077B6C8D83}"/>
                </a:ext>
              </a:extLst>
            </p:cNvPr>
            <p:cNvSpPr>
              <a:spLocks noGrp="1"/>
            </p:cNvSpPr>
            <p:nvPr/>
          </p:nvSpPr>
          <p:spPr>
            <a:xfrm>
              <a:off x="16544974" y="3855523"/>
              <a:ext cx="5584" cy="63079"/>
            </a:xfrm>
            <a:custGeom>
              <a:avLst/>
              <a:gdLst/>
              <a:ahLst/>
              <a:cxnLst/>
              <a:rect l="0" t="0" r="0" b="0"/>
              <a:pathLst>
                <a:path w="5584" h="63079">
                  <a:moveTo>
                    <a:pt x="5584" y="630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7" name="Output_receptor__4546">
              <a:extLst>
                <a:ext uri="{FF2B5EF4-FFF2-40B4-BE49-F238E27FC236}">
                  <a16:creationId xmlns:a16="http://schemas.microsoft.com/office/drawing/2014/main" id="{50CE5A94-C024-8FBA-1274-8872AC1E1D5A}"/>
                </a:ext>
              </a:extLst>
            </p:cNvPr>
            <p:cNvSpPr>
              <a:spLocks noGrp="1"/>
            </p:cNvSpPr>
            <p:nvPr/>
          </p:nvSpPr>
          <p:spPr>
            <a:xfrm>
              <a:off x="16284423" y="3540685"/>
              <a:ext cx="29462" cy="22437"/>
            </a:xfrm>
            <a:custGeom>
              <a:avLst/>
              <a:gdLst/>
              <a:ahLst/>
              <a:cxnLst/>
              <a:rect l="0" t="0" r="0" b="0"/>
              <a:pathLst>
                <a:path w="29462" h="22437">
                  <a:moveTo>
                    <a:pt x="0" y="22437"/>
                  </a:moveTo>
                  <a:lnTo>
                    <a:pt x="2946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8" name="Output_receptor__4547">
              <a:extLst>
                <a:ext uri="{FF2B5EF4-FFF2-40B4-BE49-F238E27FC236}">
                  <a16:creationId xmlns:a16="http://schemas.microsoft.com/office/drawing/2014/main" id="{53730BB7-77DC-DB47-D336-4DF65D57BD05}"/>
                </a:ext>
              </a:extLst>
            </p:cNvPr>
            <p:cNvSpPr>
              <a:spLocks noGrp="1"/>
            </p:cNvSpPr>
            <p:nvPr/>
          </p:nvSpPr>
          <p:spPr>
            <a:xfrm>
              <a:off x="16658956" y="3704736"/>
              <a:ext cx="15222" cy="55083"/>
            </a:xfrm>
            <a:custGeom>
              <a:avLst/>
              <a:gdLst/>
              <a:ahLst/>
              <a:cxnLst/>
              <a:rect l="0" t="0" r="0" b="0"/>
              <a:pathLst>
                <a:path w="15222" h="55083">
                  <a:moveTo>
                    <a:pt x="0" y="55083"/>
                  </a:moveTo>
                  <a:lnTo>
                    <a:pt x="1522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9" name="Output_receptor__4548">
              <a:extLst>
                <a:ext uri="{FF2B5EF4-FFF2-40B4-BE49-F238E27FC236}">
                  <a16:creationId xmlns:a16="http://schemas.microsoft.com/office/drawing/2014/main" id="{EB2F9D1C-F63A-CA18-6A66-D84E49582510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55540" cy="22336"/>
            </a:xfrm>
            <a:custGeom>
              <a:avLst/>
              <a:gdLst/>
              <a:ahLst/>
              <a:cxnLst/>
              <a:rect l="0" t="0" r="0" b="0"/>
              <a:pathLst>
                <a:path w="55540" h="22336">
                  <a:moveTo>
                    <a:pt x="55540" y="223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0" name="Output_receptor__4549">
              <a:extLst>
                <a:ext uri="{FF2B5EF4-FFF2-40B4-BE49-F238E27FC236}">
                  <a16:creationId xmlns:a16="http://schemas.microsoft.com/office/drawing/2014/main" id="{146D655A-6193-25AD-FDD6-93CB3422C8E4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16079"/>
              <a:ext cx="64650" cy="9567"/>
            </a:xfrm>
            <a:custGeom>
              <a:avLst/>
              <a:gdLst/>
              <a:ahLst/>
              <a:cxnLst/>
              <a:rect l="0" t="0" r="0" b="0"/>
              <a:pathLst>
                <a:path w="64650" h="9567">
                  <a:moveTo>
                    <a:pt x="0" y="9567"/>
                  </a:moveTo>
                  <a:lnTo>
                    <a:pt x="6465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1" name="Output_receptor__4550">
              <a:extLst>
                <a:ext uri="{FF2B5EF4-FFF2-40B4-BE49-F238E27FC236}">
                  <a16:creationId xmlns:a16="http://schemas.microsoft.com/office/drawing/2014/main" id="{6507B858-5DD3-3CBD-0C69-CD2B1EA075C3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53935"/>
              <a:ext cx="31014" cy="43232"/>
            </a:xfrm>
            <a:custGeom>
              <a:avLst/>
              <a:gdLst/>
              <a:ahLst/>
              <a:cxnLst/>
              <a:rect l="0" t="0" r="0" b="0"/>
              <a:pathLst>
                <a:path w="31014" h="43232">
                  <a:moveTo>
                    <a:pt x="31014" y="0"/>
                  </a:moveTo>
                  <a:lnTo>
                    <a:pt x="0" y="4323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2" name="Output_receptor__4551">
              <a:extLst>
                <a:ext uri="{FF2B5EF4-FFF2-40B4-BE49-F238E27FC236}">
                  <a16:creationId xmlns:a16="http://schemas.microsoft.com/office/drawing/2014/main" id="{366DDC29-63AC-7FF6-F079-F9ABC198625E}"/>
                </a:ext>
              </a:extLst>
            </p:cNvPr>
            <p:cNvSpPr>
              <a:spLocks noGrp="1"/>
            </p:cNvSpPr>
            <p:nvPr/>
          </p:nvSpPr>
          <p:spPr>
            <a:xfrm>
              <a:off x="16215515" y="4071577"/>
              <a:ext cx="46209" cy="43034"/>
            </a:xfrm>
            <a:custGeom>
              <a:avLst/>
              <a:gdLst/>
              <a:ahLst/>
              <a:cxnLst/>
              <a:rect l="0" t="0" r="0" b="0"/>
              <a:pathLst>
                <a:path w="46209" h="43034">
                  <a:moveTo>
                    <a:pt x="46209" y="43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3" name="Output_receptor__4552">
              <a:extLst>
                <a:ext uri="{FF2B5EF4-FFF2-40B4-BE49-F238E27FC236}">
                  <a16:creationId xmlns:a16="http://schemas.microsoft.com/office/drawing/2014/main" id="{293087F9-269E-2341-2FC2-6288DE4FE4B7}"/>
                </a:ext>
              </a:extLst>
            </p:cNvPr>
            <p:cNvSpPr>
              <a:spLocks noGrp="1"/>
            </p:cNvSpPr>
            <p:nvPr/>
          </p:nvSpPr>
          <p:spPr>
            <a:xfrm>
              <a:off x="15917318" y="4500421"/>
              <a:ext cx="12645" cy="53514"/>
            </a:xfrm>
            <a:custGeom>
              <a:avLst/>
              <a:gdLst/>
              <a:ahLst/>
              <a:cxnLst/>
              <a:rect l="0" t="0" r="0" b="0"/>
              <a:pathLst>
                <a:path w="12645" h="53514">
                  <a:moveTo>
                    <a:pt x="12645" y="0"/>
                  </a:moveTo>
                  <a:lnTo>
                    <a:pt x="0" y="53514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4" name="Output_receptor__4553">
              <a:extLst>
                <a:ext uri="{FF2B5EF4-FFF2-40B4-BE49-F238E27FC236}">
                  <a16:creationId xmlns:a16="http://schemas.microsoft.com/office/drawing/2014/main" id="{8D86A003-7CED-01E9-8817-F2322B31AF89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22925"/>
              <a:ext cx="67306" cy="3259"/>
            </a:xfrm>
            <a:custGeom>
              <a:avLst/>
              <a:gdLst/>
              <a:ahLst/>
              <a:cxnLst/>
              <a:rect l="0" t="0" r="0" b="0"/>
              <a:pathLst>
                <a:path w="67306" h="3259">
                  <a:moveTo>
                    <a:pt x="67306" y="3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5" name="Output_receptor__4554">
              <a:extLst>
                <a:ext uri="{FF2B5EF4-FFF2-40B4-BE49-F238E27FC236}">
                  <a16:creationId xmlns:a16="http://schemas.microsoft.com/office/drawing/2014/main" id="{95E2DF6D-38E9-70D3-5BD3-F0F945B1ED95}"/>
                </a:ext>
              </a:extLst>
            </p:cNvPr>
            <p:cNvSpPr>
              <a:spLocks noGrp="1"/>
            </p:cNvSpPr>
            <p:nvPr/>
          </p:nvSpPr>
          <p:spPr>
            <a:xfrm>
              <a:off x="15811669" y="3816079"/>
              <a:ext cx="24045" cy="57596"/>
            </a:xfrm>
            <a:custGeom>
              <a:avLst/>
              <a:gdLst/>
              <a:ahLst/>
              <a:cxnLst/>
              <a:rect l="0" t="0" r="0" b="0"/>
              <a:pathLst>
                <a:path w="24045" h="57596">
                  <a:moveTo>
                    <a:pt x="0" y="0"/>
                  </a:moveTo>
                  <a:lnTo>
                    <a:pt x="24045" y="57596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6" name="Output_receptor__4555">
              <a:extLst>
                <a:ext uri="{FF2B5EF4-FFF2-40B4-BE49-F238E27FC236}">
                  <a16:creationId xmlns:a16="http://schemas.microsoft.com/office/drawing/2014/main" id="{9ABF0E8D-14CD-1CDD-9642-00FAE056A541}"/>
                </a:ext>
              </a:extLst>
            </p:cNvPr>
            <p:cNvSpPr>
              <a:spLocks noGrp="1"/>
            </p:cNvSpPr>
            <p:nvPr/>
          </p:nvSpPr>
          <p:spPr>
            <a:xfrm>
              <a:off x="16291361" y="4214354"/>
              <a:ext cx="17539" cy="6660"/>
            </a:xfrm>
            <a:custGeom>
              <a:avLst/>
              <a:gdLst/>
              <a:ahLst/>
              <a:cxnLst/>
              <a:rect l="0" t="0" r="0" b="0"/>
              <a:pathLst>
                <a:path w="17539" h="6660">
                  <a:moveTo>
                    <a:pt x="17539" y="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7" name="Output_receptor__4556">
              <a:extLst>
                <a:ext uri="{FF2B5EF4-FFF2-40B4-BE49-F238E27FC236}">
                  <a16:creationId xmlns:a16="http://schemas.microsoft.com/office/drawing/2014/main" id="{99D3AD63-54AE-D7AC-7954-326CE6B6D449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71577"/>
              <a:ext cx="55784" cy="20199"/>
            </a:xfrm>
            <a:custGeom>
              <a:avLst/>
              <a:gdLst/>
              <a:ahLst/>
              <a:cxnLst/>
              <a:rect l="0" t="0" r="0" b="0"/>
              <a:pathLst>
                <a:path w="55784" h="20199">
                  <a:moveTo>
                    <a:pt x="55784" y="0"/>
                  </a:moveTo>
                  <a:lnTo>
                    <a:pt x="0" y="2019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8" name="Output_receptor__4557">
              <a:extLst>
                <a:ext uri="{FF2B5EF4-FFF2-40B4-BE49-F238E27FC236}">
                  <a16:creationId xmlns:a16="http://schemas.microsoft.com/office/drawing/2014/main" id="{587EF324-79E9-0A20-6177-061BE963530C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41393" cy="8712"/>
            </a:xfrm>
            <a:custGeom>
              <a:avLst/>
              <a:gdLst/>
              <a:ahLst/>
              <a:cxnLst/>
              <a:rect l="0" t="0" r="0" b="0"/>
              <a:pathLst>
                <a:path w="41393" h="8712">
                  <a:moveTo>
                    <a:pt x="41393" y="87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59" name="Output_receptor__4558">
              <a:extLst>
                <a:ext uri="{FF2B5EF4-FFF2-40B4-BE49-F238E27FC236}">
                  <a16:creationId xmlns:a16="http://schemas.microsoft.com/office/drawing/2014/main" id="{953373DA-BC08-D73B-BF11-80C79E27551F}"/>
                </a:ext>
              </a:extLst>
            </p:cNvPr>
            <p:cNvSpPr>
              <a:spLocks noGrp="1"/>
            </p:cNvSpPr>
            <p:nvPr/>
          </p:nvSpPr>
          <p:spPr>
            <a:xfrm>
              <a:off x="16381329" y="3504775"/>
              <a:ext cx="34666" cy="31926"/>
            </a:xfrm>
            <a:custGeom>
              <a:avLst/>
              <a:gdLst/>
              <a:ahLst/>
              <a:cxnLst/>
              <a:rect l="0" t="0" r="0" b="0"/>
              <a:pathLst>
                <a:path w="34666" h="31926">
                  <a:moveTo>
                    <a:pt x="0" y="0"/>
                  </a:moveTo>
                  <a:lnTo>
                    <a:pt x="34666" y="3192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0" name="Output_receptor__4559">
              <a:extLst>
                <a:ext uri="{FF2B5EF4-FFF2-40B4-BE49-F238E27FC236}">
                  <a16:creationId xmlns:a16="http://schemas.microsoft.com/office/drawing/2014/main" id="{9F54C698-70B5-1D73-3816-7D41346F2C1E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73676"/>
              <a:ext cx="52735" cy="42998"/>
            </a:xfrm>
            <a:custGeom>
              <a:avLst/>
              <a:gdLst/>
              <a:ahLst/>
              <a:cxnLst/>
              <a:rect l="0" t="0" r="0" b="0"/>
              <a:pathLst>
                <a:path w="52735" h="42998">
                  <a:moveTo>
                    <a:pt x="52735" y="0"/>
                  </a:moveTo>
                  <a:lnTo>
                    <a:pt x="0" y="4299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1" name="Output_receptor__4560">
              <a:extLst>
                <a:ext uri="{FF2B5EF4-FFF2-40B4-BE49-F238E27FC236}">
                  <a16:creationId xmlns:a16="http://schemas.microsoft.com/office/drawing/2014/main" id="{E6524615-7E21-E871-4B55-F0AB3210EDC9}"/>
                </a:ext>
              </a:extLst>
            </p:cNvPr>
            <p:cNvSpPr>
              <a:spLocks noGrp="1"/>
            </p:cNvSpPr>
            <p:nvPr/>
          </p:nvSpPr>
          <p:spPr>
            <a:xfrm>
              <a:off x="16479655" y="3918602"/>
              <a:ext cx="70903" cy="11837"/>
            </a:xfrm>
            <a:custGeom>
              <a:avLst/>
              <a:gdLst/>
              <a:ahLst/>
              <a:cxnLst/>
              <a:rect l="0" t="0" r="0" b="0"/>
              <a:pathLst>
                <a:path w="70903" h="11837">
                  <a:moveTo>
                    <a:pt x="0" y="11837"/>
                  </a:moveTo>
                  <a:lnTo>
                    <a:pt x="7090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2" name="Output_receptor__4561">
              <a:extLst>
                <a:ext uri="{FF2B5EF4-FFF2-40B4-BE49-F238E27FC236}">
                  <a16:creationId xmlns:a16="http://schemas.microsoft.com/office/drawing/2014/main" id="{5533FACD-375F-6C95-9A0F-F5D10890A907}"/>
                </a:ext>
              </a:extLst>
            </p:cNvPr>
            <p:cNvSpPr>
              <a:spLocks noGrp="1"/>
            </p:cNvSpPr>
            <p:nvPr/>
          </p:nvSpPr>
          <p:spPr>
            <a:xfrm>
              <a:off x="16335444" y="3475259"/>
              <a:ext cx="45885" cy="29516"/>
            </a:xfrm>
            <a:custGeom>
              <a:avLst/>
              <a:gdLst/>
              <a:ahLst/>
              <a:cxnLst/>
              <a:rect l="0" t="0" r="0" b="0"/>
              <a:pathLst>
                <a:path w="45885" h="29516">
                  <a:moveTo>
                    <a:pt x="0" y="0"/>
                  </a:moveTo>
                  <a:lnTo>
                    <a:pt x="45885" y="2951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3" name="Output_receptor__4562">
              <a:extLst>
                <a:ext uri="{FF2B5EF4-FFF2-40B4-BE49-F238E27FC236}">
                  <a16:creationId xmlns:a16="http://schemas.microsoft.com/office/drawing/2014/main" id="{AC77AD7E-BE84-7418-323A-4FF050B470BB}"/>
                </a:ext>
              </a:extLst>
            </p:cNvPr>
            <p:cNvSpPr>
              <a:spLocks noGrp="1"/>
            </p:cNvSpPr>
            <p:nvPr/>
          </p:nvSpPr>
          <p:spPr>
            <a:xfrm>
              <a:off x="16610221" y="3606590"/>
              <a:ext cx="24361" cy="38863"/>
            </a:xfrm>
            <a:custGeom>
              <a:avLst/>
              <a:gdLst/>
              <a:ahLst/>
              <a:cxnLst/>
              <a:rect l="0" t="0" r="0" b="0"/>
              <a:pathLst>
                <a:path w="24361" h="38863">
                  <a:moveTo>
                    <a:pt x="24361" y="38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4" name="Output_receptor__4563">
              <a:extLst>
                <a:ext uri="{FF2B5EF4-FFF2-40B4-BE49-F238E27FC236}">
                  <a16:creationId xmlns:a16="http://schemas.microsoft.com/office/drawing/2014/main" id="{7C790D8C-97E8-E214-49DD-6BBA612C5C61}"/>
                </a:ext>
              </a:extLst>
            </p:cNvPr>
            <p:cNvSpPr>
              <a:spLocks noGrp="1"/>
            </p:cNvSpPr>
            <p:nvPr/>
          </p:nvSpPr>
          <p:spPr>
            <a:xfrm>
              <a:off x="16073609" y="4523989"/>
              <a:ext cx="37340" cy="44746"/>
            </a:xfrm>
            <a:custGeom>
              <a:avLst/>
              <a:gdLst/>
              <a:ahLst/>
              <a:cxnLst/>
              <a:rect l="0" t="0" r="0" b="0"/>
              <a:pathLst>
                <a:path w="37340" h="44746">
                  <a:moveTo>
                    <a:pt x="0" y="0"/>
                  </a:moveTo>
                  <a:lnTo>
                    <a:pt x="37340" y="4474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5" name="Output_receptor__4564">
              <a:extLst>
                <a:ext uri="{FF2B5EF4-FFF2-40B4-BE49-F238E27FC236}">
                  <a16:creationId xmlns:a16="http://schemas.microsoft.com/office/drawing/2014/main" id="{E9EE3EC8-A180-AC33-7659-B84970E412F9}"/>
                </a:ext>
              </a:extLst>
            </p:cNvPr>
            <p:cNvSpPr>
              <a:spLocks noGrp="1"/>
            </p:cNvSpPr>
            <p:nvPr/>
          </p:nvSpPr>
          <p:spPr>
            <a:xfrm>
              <a:off x="15854014" y="4409552"/>
              <a:ext cx="22802" cy="39442"/>
            </a:xfrm>
            <a:custGeom>
              <a:avLst/>
              <a:gdLst/>
              <a:ahLst/>
              <a:cxnLst/>
              <a:rect l="0" t="0" r="0" b="0"/>
              <a:pathLst>
                <a:path w="22802" h="39442">
                  <a:moveTo>
                    <a:pt x="0" y="0"/>
                  </a:moveTo>
                  <a:lnTo>
                    <a:pt x="22802" y="3944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6" name="Output_receptor__4565">
              <a:extLst>
                <a:ext uri="{FF2B5EF4-FFF2-40B4-BE49-F238E27FC236}">
                  <a16:creationId xmlns:a16="http://schemas.microsoft.com/office/drawing/2014/main" id="{522E4197-8E0F-8A94-FA32-5068750EC62C}"/>
                </a:ext>
              </a:extLst>
            </p:cNvPr>
            <p:cNvSpPr>
              <a:spLocks noGrp="1"/>
            </p:cNvSpPr>
            <p:nvPr/>
          </p:nvSpPr>
          <p:spPr>
            <a:xfrm>
              <a:off x="15642826" y="3926184"/>
              <a:ext cx="16834" cy="48242"/>
            </a:xfrm>
            <a:custGeom>
              <a:avLst/>
              <a:gdLst/>
              <a:ahLst/>
              <a:cxnLst/>
              <a:rect l="0" t="0" r="0" b="0"/>
              <a:pathLst>
                <a:path w="16834" h="48242">
                  <a:moveTo>
                    <a:pt x="16834" y="48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7" name="Output_receptor__4566">
              <a:extLst>
                <a:ext uri="{FF2B5EF4-FFF2-40B4-BE49-F238E27FC236}">
                  <a16:creationId xmlns:a16="http://schemas.microsoft.com/office/drawing/2014/main" id="{363422E3-D956-BBDD-7325-04B95CD37AA2}"/>
                </a:ext>
              </a:extLst>
            </p:cNvPr>
            <p:cNvSpPr>
              <a:spLocks noGrp="1"/>
            </p:cNvSpPr>
            <p:nvPr/>
          </p:nvSpPr>
          <p:spPr>
            <a:xfrm>
              <a:off x="16217027" y="4114611"/>
              <a:ext cx="44696" cy="56106"/>
            </a:xfrm>
            <a:custGeom>
              <a:avLst/>
              <a:gdLst/>
              <a:ahLst/>
              <a:cxnLst/>
              <a:rect l="0" t="0" r="0" b="0"/>
              <a:pathLst>
                <a:path w="44696" h="56106">
                  <a:moveTo>
                    <a:pt x="0" y="56106"/>
                  </a:moveTo>
                  <a:lnTo>
                    <a:pt x="4469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8" name="Output_receptor__4567">
              <a:extLst>
                <a:ext uri="{FF2B5EF4-FFF2-40B4-BE49-F238E27FC236}">
                  <a16:creationId xmlns:a16="http://schemas.microsoft.com/office/drawing/2014/main" id="{53DD1925-3A7B-EB2B-5BF2-8E9716C784D9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74679"/>
              <a:ext cx="64540" cy="13931"/>
            </a:xfrm>
            <a:custGeom>
              <a:avLst/>
              <a:gdLst/>
              <a:ahLst/>
              <a:cxnLst/>
              <a:rect l="0" t="0" r="0" b="0"/>
              <a:pathLst>
                <a:path w="64540" h="13931">
                  <a:moveTo>
                    <a:pt x="0" y="0"/>
                  </a:moveTo>
                  <a:lnTo>
                    <a:pt x="64540" y="1393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9" name="Output_receptor__4568">
              <a:extLst>
                <a:ext uri="{FF2B5EF4-FFF2-40B4-BE49-F238E27FC236}">
                  <a16:creationId xmlns:a16="http://schemas.microsoft.com/office/drawing/2014/main" id="{DFD9A213-2010-5E45-0B5D-06D6415411B7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76533"/>
              <a:ext cx="5756" cy="10600"/>
            </a:xfrm>
            <a:custGeom>
              <a:avLst/>
              <a:gdLst/>
              <a:ahLst/>
              <a:cxnLst/>
              <a:rect l="0" t="0" r="0" b="0"/>
              <a:pathLst>
                <a:path w="5756" h="10600">
                  <a:moveTo>
                    <a:pt x="5756" y="106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0" name="Output_receptor__4569">
              <a:extLst>
                <a:ext uri="{FF2B5EF4-FFF2-40B4-BE49-F238E27FC236}">
                  <a16:creationId xmlns:a16="http://schemas.microsoft.com/office/drawing/2014/main" id="{2EFDD2A4-8382-15E7-46F8-C8580C17D60A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97891"/>
              <a:ext cx="20902" cy="47368"/>
            </a:xfrm>
            <a:custGeom>
              <a:avLst/>
              <a:gdLst/>
              <a:ahLst/>
              <a:cxnLst/>
              <a:rect l="0" t="0" r="0" b="0"/>
              <a:pathLst>
                <a:path w="20902" h="47368">
                  <a:moveTo>
                    <a:pt x="20902" y="473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1" name="Output_receptor__4570">
              <a:extLst>
                <a:ext uri="{FF2B5EF4-FFF2-40B4-BE49-F238E27FC236}">
                  <a16:creationId xmlns:a16="http://schemas.microsoft.com/office/drawing/2014/main" id="{A33CDDE2-6004-71B6-C2CB-1956C65DAAB1}"/>
                </a:ext>
              </a:extLst>
            </p:cNvPr>
            <p:cNvSpPr>
              <a:spLocks noGrp="1"/>
            </p:cNvSpPr>
            <p:nvPr/>
          </p:nvSpPr>
          <p:spPr>
            <a:xfrm>
              <a:off x="15761615" y="4336845"/>
              <a:ext cx="57613" cy="6681"/>
            </a:xfrm>
            <a:custGeom>
              <a:avLst/>
              <a:gdLst/>
              <a:ahLst/>
              <a:cxnLst/>
              <a:rect l="0" t="0" r="0" b="0"/>
              <a:pathLst>
                <a:path w="57613" h="6681">
                  <a:moveTo>
                    <a:pt x="0" y="0"/>
                  </a:moveTo>
                  <a:lnTo>
                    <a:pt x="57613" y="668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2" name="Output_receptor__4571">
              <a:extLst>
                <a:ext uri="{FF2B5EF4-FFF2-40B4-BE49-F238E27FC236}">
                  <a16:creationId xmlns:a16="http://schemas.microsoft.com/office/drawing/2014/main" id="{AEDC8F8A-82D5-33EA-7C08-F5B68CAFFBA4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54856"/>
              <a:ext cx="34186" cy="18601"/>
            </a:xfrm>
            <a:custGeom>
              <a:avLst/>
              <a:gdLst/>
              <a:ahLst/>
              <a:cxnLst/>
              <a:rect l="0" t="0" r="0" b="0"/>
              <a:pathLst>
                <a:path w="34186" h="18601">
                  <a:moveTo>
                    <a:pt x="34186" y="0"/>
                  </a:moveTo>
                  <a:lnTo>
                    <a:pt x="0" y="18601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3" name="Output_receptor__4572">
              <a:extLst>
                <a:ext uri="{FF2B5EF4-FFF2-40B4-BE49-F238E27FC236}">
                  <a16:creationId xmlns:a16="http://schemas.microsoft.com/office/drawing/2014/main" id="{2FFEDE14-9014-7AE2-0C8F-4F8CB0DF76A8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36845"/>
              <a:ext cx="44521" cy="19288"/>
            </a:xfrm>
            <a:custGeom>
              <a:avLst/>
              <a:gdLst/>
              <a:ahLst/>
              <a:cxnLst/>
              <a:rect l="0" t="0" r="0" b="0"/>
              <a:pathLst>
                <a:path w="44521" h="19288">
                  <a:moveTo>
                    <a:pt x="0" y="19288"/>
                  </a:moveTo>
                  <a:lnTo>
                    <a:pt x="44521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4" name="Output_receptor__4573">
              <a:extLst>
                <a:ext uri="{FF2B5EF4-FFF2-40B4-BE49-F238E27FC236}">
                  <a16:creationId xmlns:a16="http://schemas.microsoft.com/office/drawing/2014/main" id="{60B73320-B6EB-0C14-B928-3FBD4F8C8F77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448994"/>
              <a:ext cx="41986" cy="54608"/>
            </a:xfrm>
            <a:custGeom>
              <a:avLst/>
              <a:gdLst/>
              <a:ahLst/>
              <a:cxnLst/>
              <a:rect l="0" t="0" r="0" b="0"/>
              <a:pathLst>
                <a:path w="41986" h="54608">
                  <a:moveTo>
                    <a:pt x="41986" y="0"/>
                  </a:moveTo>
                  <a:lnTo>
                    <a:pt x="0" y="5460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5" name="Output_receptor__4574">
              <a:extLst>
                <a:ext uri="{FF2B5EF4-FFF2-40B4-BE49-F238E27FC236}">
                  <a16:creationId xmlns:a16="http://schemas.microsoft.com/office/drawing/2014/main" id="{0C0F397E-0E81-ECAC-693D-0AD047710882}"/>
                </a:ext>
              </a:extLst>
            </p:cNvPr>
            <p:cNvSpPr>
              <a:spLocks noGrp="1"/>
            </p:cNvSpPr>
            <p:nvPr/>
          </p:nvSpPr>
          <p:spPr>
            <a:xfrm>
              <a:off x="16443902" y="4088609"/>
              <a:ext cx="26674" cy="41879"/>
            </a:xfrm>
            <a:custGeom>
              <a:avLst/>
              <a:gdLst/>
              <a:ahLst/>
              <a:cxnLst/>
              <a:rect l="0" t="0" r="0" b="0"/>
              <a:pathLst>
                <a:path w="26674" h="41879">
                  <a:moveTo>
                    <a:pt x="0" y="0"/>
                  </a:moveTo>
                  <a:lnTo>
                    <a:pt x="26674" y="4187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6" name="Output_receptor__4575">
              <a:extLst>
                <a:ext uri="{FF2B5EF4-FFF2-40B4-BE49-F238E27FC236}">
                  <a16:creationId xmlns:a16="http://schemas.microsoft.com/office/drawing/2014/main" id="{381007E9-AB5F-BFEA-9478-13E4DDA1B184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3974426"/>
              <a:ext cx="56819" cy="40931"/>
            </a:xfrm>
            <a:custGeom>
              <a:avLst/>
              <a:gdLst/>
              <a:ahLst/>
              <a:cxnLst/>
              <a:rect l="0" t="0" r="0" b="0"/>
              <a:pathLst>
                <a:path w="56819" h="40931">
                  <a:moveTo>
                    <a:pt x="0" y="40931"/>
                  </a:moveTo>
                  <a:lnTo>
                    <a:pt x="56819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7" name="Output_receptor__4576">
              <a:extLst>
                <a:ext uri="{FF2B5EF4-FFF2-40B4-BE49-F238E27FC236}">
                  <a16:creationId xmlns:a16="http://schemas.microsoft.com/office/drawing/2014/main" id="{D0F39BC0-3F0B-529D-62FE-D4CA7653A8E9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585362"/>
              <a:ext cx="733" cy="31676"/>
            </a:xfrm>
            <a:custGeom>
              <a:avLst/>
              <a:gdLst/>
              <a:ahLst/>
              <a:cxnLst/>
              <a:rect l="0" t="0" r="0" b="0"/>
              <a:pathLst>
                <a:path w="733" h="31676">
                  <a:moveTo>
                    <a:pt x="0" y="31676"/>
                  </a:moveTo>
                  <a:lnTo>
                    <a:pt x="73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8" name="Output_receptor__4577">
              <a:extLst>
                <a:ext uri="{FF2B5EF4-FFF2-40B4-BE49-F238E27FC236}">
                  <a16:creationId xmlns:a16="http://schemas.microsoft.com/office/drawing/2014/main" id="{614D6185-DB65-96C1-3242-6EE04800E57D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218714"/>
              <a:ext cx="44647" cy="3791"/>
            </a:xfrm>
            <a:custGeom>
              <a:avLst/>
              <a:gdLst/>
              <a:ahLst/>
              <a:cxnLst/>
              <a:rect l="0" t="0" r="0" b="0"/>
              <a:pathLst>
                <a:path w="44647" h="3791">
                  <a:moveTo>
                    <a:pt x="0" y="0"/>
                  </a:moveTo>
                  <a:lnTo>
                    <a:pt x="44647" y="379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9" name="Output_receptor__4578">
              <a:extLst>
                <a:ext uri="{FF2B5EF4-FFF2-40B4-BE49-F238E27FC236}">
                  <a16:creationId xmlns:a16="http://schemas.microsoft.com/office/drawing/2014/main" id="{F351F692-1C5B-BD3B-9DEC-571BCABAF36C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501707"/>
              <a:ext cx="35902" cy="61415"/>
            </a:xfrm>
            <a:custGeom>
              <a:avLst/>
              <a:gdLst/>
              <a:ahLst/>
              <a:cxnLst/>
              <a:rect l="0" t="0" r="0" b="0"/>
              <a:pathLst>
                <a:path w="35902" h="61415">
                  <a:moveTo>
                    <a:pt x="0" y="0"/>
                  </a:moveTo>
                  <a:lnTo>
                    <a:pt x="35902" y="61415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0" name="Output_receptor__4579">
              <a:extLst>
                <a:ext uri="{FF2B5EF4-FFF2-40B4-BE49-F238E27FC236}">
                  <a16:creationId xmlns:a16="http://schemas.microsoft.com/office/drawing/2014/main" id="{2EF8D0A2-C8FB-63F5-46FB-6D8F04C4A78E}"/>
                </a:ext>
              </a:extLst>
            </p:cNvPr>
            <p:cNvSpPr>
              <a:spLocks noGrp="1"/>
            </p:cNvSpPr>
            <p:nvPr/>
          </p:nvSpPr>
          <p:spPr>
            <a:xfrm>
              <a:off x="15755221" y="4080294"/>
              <a:ext cx="71567" cy="5090"/>
            </a:xfrm>
            <a:custGeom>
              <a:avLst/>
              <a:gdLst/>
              <a:ahLst/>
              <a:cxnLst/>
              <a:rect l="0" t="0" r="0" b="0"/>
              <a:pathLst>
                <a:path w="71567" h="5090">
                  <a:moveTo>
                    <a:pt x="0" y="0"/>
                  </a:moveTo>
                  <a:lnTo>
                    <a:pt x="71567" y="509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1" name="Output_receptor__4580">
              <a:extLst>
                <a:ext uri="{FF2B5EF4-FFF2-40B4-BE49-F238E27FC236}">
                  <a16:creationId xmlns:a16="http://schemas.microsoft.com/office/drawing/2014/main" id="{AE4865B7-919F-339A-02A9-F4261B66F0F9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45453"/>
              <a:ext cx="45706" cy="54772"/>
            </a:xfrm>
            <a:custGeom>
              <a:avLst/>
              <a:gdLst/>
              <a:ahLst/>
              <a:cxnLst/>
              <a:rect l="0" t="0" r="0" b="0"/>
              <a:pathLst>
                <a:path w="45706" h="54772">
                  <a:moveTo>
                    <a:pt x="0" y="54772"/>
                  </a:moveTo>
                  <a:lnTo>
                    <a:pt x="4570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2" name="Output_receptor__4581">
              <a:extLst>
                <a:ext uri="{FF2B5EF4-FFF2-40B4-BE49-F238E27FC236}">
                  <a16:creationId xmlns:a16="http://schemas.microsoft.com/office/drawing/2014/main" id="{E924A086-1816-171C-572C-AD6BC92462FB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7742"/>
              <a:ext cx="8566" cy="22943"/>
            </a:xfrm>
            <a:custGeom>
              <a:avLst/>
              <a:gdLst/>
              <a:ahLst/>
              <a:cxnLst/>
              <a:rect l="0" t="0" r="0" b="0"/>
              <a:pathLst>
                <a:path w="8566" h="22943">
                  <a:moveTo>
                    <a:pt x="8566" y="0"/>
                  </a:moveTo>
                  <a:lnTo>
                    <a:pt x="0" y="22943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3" name="Output_receptor__4582">
              <a:extLst>
                <a:ext uri="{FF2B5EF4-FFF2-40B4-BE49-F238E27FC236}">
                  <a16:creationId xmlns:a16="http://schemas.microsoft.com/office/drawing/2014/main" id="{3018FE8E-7A6B-5656-C4F7-EDFA4B3FA63C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78743"/>
              <a:ext cx="42488" cy="28263"/>
            </a:xfrm>
            <a:custGeom>
              <a:avLst/>
              <a:gdLst/>
              <a:ahLst/>
              <a:cxnLst/>
              <a:rect l="0" t="0" r="0" b="0"/>
              <a:pathLst>
                <a:path w="42488" h="28263">
                  <a:moveTo>
                    <a:pt x="0" y="28263"/>
                  </a:moveTo>
                  <a:lnTo>
                    <a:pt x="42488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4" name="Output_receptor__4583">
              <a:extLst>
                <a:ext uri="{FF2B5EF4-FFF2-40B4-BE49-F238E27FC236}">
                  <a16:creationId xmlns:a16="http://schemas.microsoft.com/office/drawing/2014/main" id="{F65B7858-4AF3-DB57-6F9D-85F478BA3547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0675"/>
              <a:ext cx="71823" cy="8344"/>
            </a:xfrm>
            <a:custGeom>
              <a:avLst/>
              <a:gdLst/>
              <a:ahLst/>
              <a:cxnLst/>
              <a:rect l="0" t="0" r="0" b="0"/>
              <a:pathLst>
                <a:path w="71823" h="8344">
                  <a:moveTo>
                    <a:pt x="0" y="8344"/>
                  </a:moveTo>
                  <a:lnTo>
                    <a:pt x="7182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5" name="Output_receptor__4584">
              <a:extLst>
                <a:ext uri="{FF2B5EF4-FFF2-40B4-BE49-F238E27FC236}">
                  <a16:creationId xmlns:a16="http://schemas.microsoft.com/office/drawing/2014/main" id="{CF70EDF2-C50C-64BF-8036-F1D217E6D794}"/>
                </a:ext>
              </a:extLst>
            </p:cNvPr>
            <p:cNvSpPr>
              <a:spLocks noGrp="1"/>
            </p:cNvSpPr>
            <p:nvPr/>
          </p:nvSpPr>
          <p:spPr>
            <a:xfrm>
              <a:off x="15885486" y="3911152"/>
              <a:ext cx="70575" cy="14602"/>
            </a:xfrm>
            <a:custGeom>
              <a:avLst/>
              <a:gdLst/>
              <a:ahLst/>
              <a:cxnLst/>
              <a:rect l="0" t="0" r="0" b="0"/>
              <a:pathLst>
                <a:path w="70575" h="14602">
                  <a:moveTo>
                    <a:pt x="70575" y="0"/>
                  </a:moveTo>
                  <a:lnTo>
                    <a:pt x="0" y="1460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6" name="Output_receptor__4585">
              <a:extLst>
                <a:ext uri="{FF2B5EF4-FFF2-40B4-BE49-F238E27FC236}">
                  <a16:creationId xmlns:a16="http://schemas.microsoft.com/office/drawing/2014/main" id="{62B3FAB5-E85C-D7C1-5F47-5CF212F06AC3}"/>
                </a:ext>
              </a:extLst>
            </p:cNvPr>
            <p:cNvSpPr>
              <a:spLocks noGrp="1"/>
            </p:cNvSpPr>
            <p:nvPr/>
          </p:nvSpPr>
          <p:spPr>
            <a:xfrm>
              <a:off x="16525076" y="3480182"/>
              <a:ext cx="52747" cy="44911"/>
            </a:xfrm>
            <a:custGeom>
              <a:avLst/>
              <a:gdLst/>
              <a:ahLst/>
              <a:cxnLst/>
              <a:rect l="0" t="0" r="0" b="0"/>
              <a:pathLst>
                <a:path w="52747" h="44911">
                  <a:moveTo>
                    <a:pt x="52747" y="449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7" name="Output_receptor__4586">
              <a:extLst>
                <a:ext uri="{FF2B5EF4-FFF2-40B4-BE49-F238E27FC236}">
                  <a16:creationId xmlns:a16="http://schemas.microsoft.com/office/drawing/2014/main" id="{04A8D9CB-2B8C-08E4-A89F-88B8768DF20D}"/>
                </a:ext>
              </a:extLst>
            </p:cNvPr>
            <p:cNvSpPr>
              <a:spLocks noGrp="1"/>
            </p:cNvSpPr>
            <p:nvPr/>
          </p:nvSpPr>
          <p:spPr>
            <a:xfrm>
              <a:off x="16095570" y="3173418"/>
              <a:ext cx="51300" cy="49397"/>
            </a:xfrm>
            <a:custGeom>
              <a:avLst/>
              <a:gdLst/>
              <a:ahLst/>
              <a:cxnLst/>
              <a:rect l="0" t="0" r="0" b="0"/>
              <a:pathLst>
                <a:path w="51300" h="49397">
                  <a:moveTo>
                    <a:pt x="0" y="49397"/>
                  </a:moveTo>
                  <a:lnTo>
                    <a:pt x="5130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8" name="Output_receptor__4587">
              <a:extLst>
                <a:ext uri="{FF2B5EF4-FFF2-40B4-BE49-F238E27FC236}">
                  <a16:creationId xmlns:a16="http://schemas.microsoft.com/office/drawing/2014/main" id="{008C25B6-6D62-9607-549A-71F1F577285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27" y="3824921"/>
              <a:ext cx="43677" cy="37893"/>
            </a:xfrm>
            <a:custGeom>
              <a:avLst/>
              <a:gdLst/>
              <a:ahLst/>
              <a:cxnLst/>
              <a:rect l="0" t="0" r="0" b="0"/>
              <a:pathLst>
                <a:path w="43677" h="37893">
                  <a:moveTo>
                    <a:pt x="43677" y="37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89" name="Output_receptor__4588">
              <a:extLst>
                <a:ext uri="{FF2B5EF4-FFF2-40B4-BE49-F238E27FC236}">
                  <a16:creationId xmlns:a16="http://schemas.microsoft.com/office/drawing/2014/main" id="{B8FEE9B6-2D35-62A0-5922-E13DD00390EA}"/>
                </a:ext>
              </a:extLst>
            </p:cNvPr>
            <p:cNvSpPr>
              <a:spLocks noGrp="1"/>
            </p:cNvSpPr>
            <p:nvPr/>
          </p:nvSpPr>
          <p:spPr>
            <a:xfrm>
              <a:off x="15668271" y="4256237"/>
              <a:ext cx="68551" cy="20884"/>
            </a:xfrm>
            <a:custGeom>
              <a:avLst/>
              <a:gdLst/>
              <a:ahLst/>
              <a:cxnLst/>
              <a:rect l="0" t="0" r="0" b="0"/>
              <a:pathLst>
                <a:path w="68551" h="20884">
                  <a:moveTo>
                    <a:pt x="0" y="20884"/>
                  </a:moveTo>
                  <a:lnTo>
                    <a:pt x="6855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0" name="Output_receptor__4589">
              <a:extLst>
                <a:ext uri="{FF2B5EF4-FFF2-40B4-BE49-F238E27FC236}">
                  <a16:creationId xmlns:a16="http://schemas.microsoft.com/office/drawing/2014/main" id="{E1515A7C-54CB-22C1-95D4-15EC8CB1BEBF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36375" cy="42016"/>
            </a:xfrm>
            <a:custGeom>
              <a:avLst/>
              <a:gdLst/>
              <a:ahLst/>
              <a:cxnLst/>
              <a:rect l="0" t="0" r="0" b="0"/>
              <a:pathLst>
                <a:path w="36375" h="42016">
                  <a:moveTo>
                    <a:pt x="0" y="0"/>
                  </a:moveTo>
                  <a:lnTo>
                    <a:pt x="36375" y="4201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1" name="Output_receptor__4590">
              <a:extLst>
                <a:ext uri="{FF2B5EF4-FFF2-40B4-BE49-F238E27FC236}">
                  <a16:creationId xmlns:a16="http://schemas.microsoft.com/office/drawing/2014/main" id="{70F79482-5935-ED4D-6757-6ACC0D5465DF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3856"/>
              <a:ext cx="50449" cy="35060"/>
            </a:xfrm>
            <a:custGeom>
              <a:avLst/>
              <a:gdLst/>
              <a:ahLst/>
              <a:cxnLst/>
              <a:rect l="0" t="0" r="0" b="0"/>
              <a:pathLst>
                <a:path w="50449" h="35060">
                  <a:moveTo>
                    <a:pt x="50449" y="0"/>
                  </a:moveTo>
                  <a:lnTo>
                    <a:pt x="0" y="3506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2" name="Output_receptor__4591">
              <a:extLst>
                <a:ext uri="{FF2B5EF4-FFF2-40B4-BE49-F238E27FC236}">
                  <a16:creationId xmlns:a16="http://schemas.microsoft.com/office/drawing/2014/main" id="{701BCAB5-3CB6-F580-79B9-8A9F307C4BF0}"/>
                </a:ext>
              </a:extLst>
            </p:cNvPr>
            <p:cNvSpPr>
              <a:spLocks noGrp="1"/>
            </p:cNvSpPr>
            <p:nvPr/>
          </p:nvSpPr>
          <p:spPr>
            <a:xfrm>
              <a:off x="16308900" y="4221014"/>
              <a:ext cx="21528" cy="67370"/>
            </a:xfrm>
            <a:custGeom>
              <a:avLst/>
              <a:gdLst/>
              <a:ahLst/>
              <a:cxnLst/>
              <a:rect l="0" t="0" r="0" b="0"/>
              <a:pathLst>
                <a:path w="21528" h="67370">
                  <a:moveTo>
                    <a:pt x="21528" y="673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3" name="Output_receptor__4592">
              <a:extLst>
                <a:ext uri="{FF2B5EF4-FFF2-40B4-BE49-F238E27FC236}">
                  <a16:creationId xmlns:a16="http://schemas.microsoft.com/office/drawing/2014/main" id="{46D688FD-2254-BCD3-E04E-AF8C7E87B1F0}"/>
                </a:ext>
              </a:extLst>
            </p:cNvPr>
            <p:cNvSpPr>
              <a:spLocks noGrp="1"/>
            </p:cNvSpPr>
            <p:nvPr/>
          </p:nvSpPr>
          <p:spPr>
            <a:xfrm>
              <a:off x="15826788" y="4085384"/>
              <a:ext cx="4773" cy="69472"/>
            </a:xfrm>
            <a:custGeom>
              <a:avLst/>
              <a:gdLst/>
              <a:ahLst/>
              <a:cxnLst/>
              <a:rect l="0" t="0" r="0" b="0"/>
              <a:pathLst>
                <a:path w="4773" h="69472">
                  <a:moveTo>
                    <a:pt x="0" y="0"/>
                  </a:moveTo>
                  <a:lnTo>
                    <a:pt x="4773" y="6947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4" name="Output_receptor__4593">
              <a:extLst>
                <a:ext uri="{FF2B5EF4-FFF2-40B4-BE49-F238E27FC236}">
                  <a16:creationId xmlns:a16="http://schemas.microsoft.com/office/drawing/2014/main" id="{9DB4146C-E129-182A-E363-6A4B6FBB1069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25646"/>
              <a:ext cx="27917" cy="3637"/>
            </a:xfrm>
            <a:custGeom>
              <a:avLst/>
              <a:gdLst/>
              <a:ahLst/>
              <a:cxnLst/>
              <a:rect l="0" t="0" r="0" b="0"/>
              <a:pathLst>
                <a:path w="27917" h="3637">
                  <a:moveTo>
                    <a:pt x="27917" y="3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5" name="Output_receptor__4594">
              <a:extLst>
                <a:ext uri="{FF2B5EF4-FFF2-40B4-BE49-F238E27FC236}">
                  <a16:creationId xmlns:a16="http://schemas.microsoft.com/office/drawing/2014/main" id="{6D999848-6B75-92EC-B53E-B61ACFE84180}"/>
                </a:ext>
              </a:extLst>
            </p:cNvPr>
            <p:cNvSpPr>
              <a:spLocks noGrp="1"/>
            </p:cNvSpPr>
            <p:nvPr/>
          </p:nvSpPr>
          <p:spPr>
            <a:xfrm>
              <a:off x="16653413" y="4000675"/>
              <a:ext cx="18389" cy="63181"/>
            </a:xfrm>
            <a:custGeom>
              <a:avLst/>
              <a:gdLst/>
              <a:ahLst/>
              <a:cxnLst/>
              <a:rect l="0" t="0" r="0" b="0"/>
              <a:pathLst>
                <a:path w="18389" h="63181">
                  <a:moveTo>
                    <a:pt x="0" y="0"/>
                  </a:moveTo>
                  <a:lnTo>
                    <a:pt x="18389" y="6318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6" name="Output_receptor__4595">
              <a:extLst>
                <a:ext uri="{FF2B5EF4-FFF2-40B4-BE49-F238E27FC236}">
                  <a16:creationId xmlns:a16="http://schemas.microsoft.com/office/drawing/2014/main" id="{D19322A9-8F80-16C0-DDBC-A7CC6ECDDA17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809990"/>
              <a:ext cx="44476" cy="14931"/>
            </a:xfrm>
            <a:custGeom>
              <a:avLst/>
              <a:gdLst/>
              <a:ahLst/>
              <a:cxnLst/>
              <a:rect l="0" t="0" r="0" b="0"/>
              <a:pathLst>
                <a:path w="44476" h="14931">
                  <a:moveTo>
                    <a:pt x="44476" y="14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7" name="Output_receptor__4596">
              <a:extLst>
                <a:ext uri="{FF2B5EF4-FFF2-40B4-BE49-F238E27FC236}">
                  <a16:creationId xmlns:a16="http://schemas.microsoft.com/office/drawing/2014/main" id="{EF6AE010-6936-D8D6-DBEB-E84753FCE1BF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15190"/>
              <a:ext cx="26883" cy="7735"/>
            </a:xfrm>
            <a:custGeom>
              <a:avLst/>
              <a:gdLst/>
              <a:ahLst/>
              <a:cxnLst/>
              <a:rect l="0" t="0" r="0" b="0"/>
              <a:pathLst>
                <a:path w="26883" h="7735">
                  <a:moveTo>
                    <a:pt x="0" y="7735"/>
                  </a:moveTo>
                  <a:lnTo>
                    <a:pt x="2688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8" name="Output_receptor__4597">
              <a:extLst>
                <a:ext uri="{FF2B5EF4-FFF2-40B4-BE49-F238E27FC236}">
                  <a16:creationId xmlns:a16="http://schemas.microsoft.com/office/drawing/2014/main" id="{049D5896-8EF4-08A8-96C3-4F9E5F4FC6A7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33450" cy="21286"/>
            </a:xfrm>
            <a:custGeom>
              <a:avLst/>
              <a:gdLst/>
              <a:ahLst/>
              <a:cxnLst/>
              <a:rect l="0" t="0" r="0" b="0"/>
              <a:pathLst>
                <a:path w="33450" h="21286">
                  <a:moveTo>
                    <a:pt x="0" y="0"/>
                  </a:moveTo>
                  <a:lnTo>
                    <a:pt x="33450" y="2128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9" name="Output_receptor__4598">
              <a:extLst>
                <a:ext uri="{FF2B5EF4-FFF2-40B4-BE49-F238E27FC236}">
                  <a16:creationId xmlns:a16="http://schemas.microsoft.com/office/drawing/2014/main" id="{F8A391E3-4620-2DC4-011D-319A6DF83B21}"/>
                </a:ext>
              </a:extLst>
            </p:cNvPr>
            <p:cNvSpPr>
              <a:spLocks noGrp="1"/>
            </p:cNvSpPr>
            <p:nvPr/>
          </p:nvSpPr>
          <p:spPr>
            <a:xfrm>
              <a:off x="15956061" y="3911152"/>
              <a:ext cx="12781" cy="67592"/>
            </a:xfrm>
            <a:custGeom>
              <a:avLst/>
              <a:gdLst/>
              <a:ahLst/>
              <a:cxnLst/>
              <a:rect l="0" t="0" r="0" b="0"/>
              <a:pathLst>
                <a:path w="12781" h="67592">
                  <a:moveTo>
                    <a:pt x="12781" y="67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0" name="Output_receptor__4599">
              <a:extLst>
                <a:ext uri="{FF2B5EF4-FFF2-40B4-BE49-F238E27FC236}">
                  <a16:creationId xmlns:a16="http://schemas.microsoft.com/office/drawing/2014/main" id="{C0A4B502-C8EC-7285-14A0-C5CE08EF8393}"/>
                </a:ext>
              </a:extLst>
            </p:cNvPr>
            <p:cNvSpPr>
              <a:spLocks noGrp="1"/>
            </p:cNvSpPr>
            <p:nvPr/>
          </p:nvSpPr>
          <p:spPr>
            <a:xfrm>
              <a:off x="16404605" y="3982948"/>
              <a:ext cx="54719" cy="34964"/>
            </a:xfrm>
            <a:custGeom>
              <a:avLst/>
              <a:gdLst/>
              <a:ahLst/>
              <a:cxnLst/>
              <a:rect l="0" t="0" r="0" b="0"/>
              <a:pathLst>
                <a:path w="54719" h="34964">
                  <a:moveTo>
                    <a:pt x="0" y="0"/>
                  </a:moveTo>
                  <a:lnTo>
                    <a:pt x="54719" y="3496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1" name="Output_receptor__4600">
              <a:extLst>
                <a:ext uri="{FF2B5EF4-FFF2-40B4-BE49-F238E27FC236}">
                  <a16:creationId xmlns:a16="http://schemas.microsoft.com/office/drawing/2014/main" id="{71823A3A-4340-9624-32AB-D097D70EAD49}"/>
                </a:ext>
              </a:extLst>
            </p:cNvPr>
            <p:cNvSpPr>
              <a:spLocks noGrp="1"/>
            </p:cNvSpPr>
            <p:nvPr/>
          </p:nvSpPr>
          <p:spPr>
            <a:xfrm>
              <a:off x="16478122" y="3480182"/>
              <a:ext cx="46953" cy="18964"/>
            </a:xfrm>
            <a:custGeom>
              <a:avLst/>
              <a:gdLst/>
              <a:ahLst/>
              <a:cxnLst/>
              <a:rect l="0" t="0" r="0" b="0"/>
              <a:pathLst>
                <a:path w="46953" h="18964">
                  <a:moveTo>
                    <a:pt x="46953" y="0"/>
                  </a:moveTo>
                  <a:lnTo>
                    <a:pt x="0" y="18964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2" name="Output_receptor__4601">
              <a:extLst>
                <a:ext uri="{FF2B5EF4-FFF2-40B4-BE49-F238E27FC236}">
                  <a16:creationId xmlns:a16="http://schemas.microsoft.com/office/drawing/2014/main" id="{6830CCC2-70CC-4F04-8CE1-A288E6102294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296042"/>
              <a:ext cx="40470" cy="50872"/>
            </a:xfrm>
            <a:custGeom>
              <a:avLst/>
              <a:gdLst/>
              <a:ahLst/>
              <a:cxnLst/>
              <a:rect l="0" t="0" r="0" b="0"/>
              <a:pathLst>
                <a:path w="40470" h="50872">
                  <a:moveTo>
                    <a:pt x="0" y="50872"/>
                  </a:moveTo>
                  <a:lnTo>
                    <a:pt x="4047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3" name="Output_receptor__4602">
              <a:extLst>
                <a:ext uri="{FF2B5EF4-FFF2-40B4-BE49-F238E27FC236}">
                  <a16:creationId xmlns:a16="http://schemas.microsoft.com/office/drawing/2014/main" id="{3EDAAD95-3266-95F6-2BA7-516AF557C882}"/>
                </a:ext>
              </a:extLst>
            </p:cNvPr>
            <p:cNvSpPr>
              <a:spLocks noGrp="1"/>
            </p:cNvSpPr>
            <p:nvPr/>
          </p:nvSpPr>
          <p:spPr>
            <a:xfrm>
              <a:off x="16549920" y="3760252"/>
              <a:ext cx="34712" cy="61313"/>
            </a:xfrm>
            <a:custGeom>
              <a:avLst/>
              <a:gdLst/>
              <a:ahLst/>
              <a:cxnLst/>
              <a:rect l="0" t="0" r="0" b="0"/>
              <a:pathLst>
                <a:path w="34712" h="61313">
                  <a:moveTo>
                    <a:pt x="34712" y="61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4" name="Output_receptor__4603">
              <a:extLst>
                <a:ext uri="{FF2B5EF4-FFF2-40B4-BE49-F238E27FC236}">
                  <a16:creationId xmlns:a16="http://schemas.microsoft.com/office/drawing/2014/main" id="{34E96449-8E83-65E1-BBD3-AB39EB8A5A83}"/>
                </a:ext>
              </a:extLst>
            </p:cNvPr>
            <p:cNvSpPr>
              <a:spLocks noGrp="1"/>
            </p:cNvSpPr>
            <p:nvPr/>
          </p:nvSpPr>
          <p:spPr>
            <a:xfrm>
              <a:off x="15980987" y="4296042"/>
              <a:ext cx="57048" cy="22817"/>
            </a:xfrm>
            <a:custGeom>
              <a:avLst/>
              <a:gdLst/>
              <a:ahLst/>
              <a:cxnLst/>
              <a:rect l="0" t="0" r="0" b="0"/>
              <a:pathLst>
                <a:path w="57048" h="22817">
                  <a:moveTo>
                    <a:pt x="0" y="0"/>
                  </a:moveTo>
                  <a:lnTo>
                    <a:pt x="57048" y="2281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5" name="Output_receptor__4604">
              <a:extLst>
                <a:ext uri="{FF2B5EF4-FFF2-40B4-BE49-F238E27FC236}">
                  <a16:creationId xmlns:a16="http://schemas.microsoft.com/office/drawing/2014/main" id="{323D2294-F684-52F9-648F-80B97547D744}"/>
                </a:ext>
              </a:extLst>
            </p:cNvPr>
            <p:cNvSpPr>
              <a:spLocks noGrp="1"/>
            </p:cNvSpPr>
            <p:nvPr/>
          </p:nvSpPr>
          <p:spPr>
            <a:xfrm>
              <a:off x="15824701" y="4697522"/>
              <a:ext cx="60524" cy="25763"/>
            </a:xfrm>
            <a:custGeom>
              <a:avLst/>
              <a:gdLst/>
              <a:ahLst/>
              <a:cxnLst/>
              <a:rect l="0" t="0" r="0" b="0"/>
              <a:pathLst>
                <a:path w="60524" h="25763">
                  <a:moveTo>
                    <a:pt x="60524" y="257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6" name="Output_receptor__4605">
              <a:extLst>
                <a:ext uri="{FF2B5EF4-FFF2-40B4-BE49-F238E27FC236}">
                  <a16:creationId xmlns:a16="http://schemas.microsoft.com/office/drawing/2014/main" id="{DD89690C-0173-DE4A-77A3-1EC4CF3DEF60}"/>
                </a:ext>
              </a:extLst>
            </p:cNvPr>
            <p:cNvSpPr>
              <a:spLocks noGrp="1"/>
            </p:cNvSpPr>
            <p:nvPr/>
          </p:nvSpPr>
          <p:spPr>
            <a:xfrm>
              <a:off x="16330428" y="4268185"/>
              <a:ext cx="69259" cy="20199"/>
            </a:xfrm>
            <a:custGeom>
              <a:avLst/>
              <a:gdLst/>
              <a:ahLst/>
              <a:cxnLst/>
              <a:rect l="0" t="0" r="0" b="0"/>
              <a:pathLst>
                <a:path w="69259" h="20199">
                  <a:moveTo>
                    <a:pt x="69259" y="0"/>
                  </a:moveTo>
                  <a:lnTo>
                    <a:pt x="0" y="201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7" name="Output_receptor__4606">
              <a:extLst>
                <a:ext uri="{FF2B5EF4-FFF2-40B4-BE49-F238E27FC236}">
                  <a16:creationId xmlns:a16="http://schemas.microsoft.com/office/drawing/2014/main" id="{5FCEFD51-B1C6-2AF9-B73A-BB3014589489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84244"/>
              <a:ext cx="38255" cy="7532"/>
            </a:xfrm>
            <a:custGeom>
              <a:avLst/>
              <a:gdLst/>
              <a:ahLst/>
              <a:cxnLst/>
              <a:rect l="0" t="0" r="0" b="0"/>
              <a:pathLst>
                <a:path w="38255" h="7532">
                  <a:moveTo>
                    <a:pt x="0" y="7532"/>
                  </a:moveTo>
                  <a:lnTo>
                    <a:pt x="38255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8" name="Output_receptor__4607">
              <a:extLst>
                <a:ext uri="{FF2B5EF4-FFF2-40B4-BE49-F238E27FC236}">
                  <a16:creationId xmlns:a16="http://schemas.microsoft.com/office/drawing/2014/main" id="{EE9BDE15-B4D4-1871-CF94-4706AE8FBDB8}"/>
                </a:ext>
              </a:extLst>
            </p:cNvPr>
            <p:cNvSpPr>
              <a:spLocks noGrp="1"/>
            </p:cNvSpPr>
            <p:nvPr/>
          </p:nvSpPr>
          <p:spPr>
            <a:xfrm>
              <a:off x="16540803" y="3525093"/>
              <a:ext cx="37020" cy="60269"/>
            </a:xfrm>
            <a:custGeom>
              <a:avLst/>
              <a:gdLst/>
              <a:ahLst/>
              <a:cxnLst/>
              <a:rect l="0" t="0" r="0" b="0"/>
              <a:pathLst>
                <a:path w="37020" h="60269">
                  <a:moveTo>
                    <a:pt x="0" y="60269"/>
                  </a:moveTo>
                  <a:lnTo>
                    <a:pt x="3702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9" name="Output_receptor__4608">
              <a:extLst>
                <a:ext uri="{FF2B5EF4-FFF2-40B4-BE49-F238E27FC236}">
                  <a16:creationId xmlns:a16="http://schemas.microsoft.com/office/drawing/2014/main" id="{2C9D841B-885D-5774-3DB4-C0BF9A97DCC4}"/>
                </a:ext>
              </a:extLst>
            </p:cNvPr>
            <p:cNvSpPr>
              <a:spLocks noGrp="1"/>
            </p:cNvSpPr>
            <p:nvPr/>
          </p:nvSpPr>
          <p:spPr>
            <a:xfrm>
              <a:off x="16154624" y="3993312"/>
              <a:ext cx="65661" cy="25495"/>
            </a:xfrm>
            <a:custGeom>
              <a:avLst/>
              <a:gdLst/>
              <a:ahLst/>
              <a:cxnLst/>
              <a:rect l="0" t="0" r="0" b="0"/>
              <a:pathLst>
                <a:path w="65661" h="25495">
                  <a:moveTo>
                    <a:pt x="65661" y="25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0" name="Output_receptor__4609">
              <a:extLst>
                <a:ext uri="{FF2B5EF4-FFF2-40B4-BE49-F238E27FC236}">
                  <a16:creationId xmlns:a16="http://schemas.microsoft.com/office/drawing/2014/main" id="{C0844640-CD77-1160-FC7B-8BD65C8767A7}"/>
                </a:ext>
              </a:extLst>
            </p:cNvPr>
            <p:cNvSpPr>
              <a:spLocks noGrp="1"/>
            </p:cNvSpPr>
            <p:nvPr/>
          </p:nvSpPr>
          <p:spPr>
            <a:xfrm>
              <a:off x="15795129" y="4343526"/>
              <a:ext cx="24100" cy="64215"/>
            </a:xfrm>
            <a:custGeom>
              <a:avLst/>
              <a:gdLst/>
              <a:ahLst/>
              <a:cxnLst/>
              <a:rect l="0" t="0" r="0" b="0"/>
              <a:pathLst>
                <a:path w="24100" h="64215">
                  <a:moveTo>
                    <a:pt x="24100" y="0"/>
                  </a:moveTo>
                  <a:lnTo>
                    <a:pt x="0" y="6421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1" name="Output_receptor__4610">
              <a:extLst>
                <a:ext uri="{FF2B5EF4-FFF2-40B4-BE49-F238E27FC236}">
                  <a16:creationId xmlns:a16="http://schemas.microsoft.com/office/drawing/2014/main" id="{EB76123A-321E-50E8-57B7-9719D7E207F4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441529"/>
              <a:ext cx="7127" cy="60178"/>
            </a:xfrm>
            <a:custGeom>
              <a:avLst/>
              <a:gdLst/>
              <a:ahLst/>
              <a:cxnLst/>
              <a:rect l="0" t="0" r="0" b="0"/>
              <a:pathLst>
                <a:path w="7127" h="60178">
                  <a:moveTo>
                    <a:pt x="7127" y="0"/>
                  </a:moveTo>
                  <a:lnTo>
                    <a:pt x="0" y="6017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2" name="Output_receptor__4611">
              <a:extLst>
                <a:ext uri="{FF2B5EF4-FFF2-40B4-BE49-F238E27FC236}">
                  <a16:creationId xmlns:a16="http://schemas.microsoft.com/office/drawing/2014/main" id="{DF3CDD1C-151F-2B2B-AEBB-C6961291EB96}"/>
                </a:ext>
              </a:extLst>
            </p:cNvPr>
            <p:cNvSpPr>
              <a:spLocks noGrp="1"/>
            </p:cNvSpPr>
            <p:nvPr/>
          </p:nvSpPr>
          <p:spPr>
            <a:xfrm>
              <a:off x="16110949" y="4525626"/>
              <a:ext cx="27149" cy="43110"/>
            </a:xfrm>
            <a:custGeom>
              <a:avLst/>
              <a:gdLst/>
              <a:ahLst/>
              <a:cxnLst/>
              <a:rect l="0" t="0" r="0" b="0"/>
              <a:pathLst>
                <a:path w="27149" h="43110">
                  <a:moveTo>
                    <a:pt x="0" y="43110"/>
                  </a:moveTo>
                  <a:lnTo>
                    <a:pt x="2714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3" name="Output_receptor__4612">
              <a:extLst>
                <a:ext uri="{FF2B5EF4-FFF2-40B4-BE49-F238E27FC236}">
                  <a16:creationId xmlns:a16="http://schemas.microsoft.com/office/drawing/2014/main" id="{E60C2593-82D9-45B7-9CC7-B17C5F01F1DE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99926"/>
              <a:ext cx="57429" cy="4365"/>
            </a:xfrm>
            <a:custGeom>
              <a:avLst/>
              <a:gdLst/>
              <a:ahLst/>
              <a:cxnLst/>
              <a:rect l="0" t="0" r="0" b="0"/>
              <a:pathLst>
                <a:path w="57429" h="4365">
                  <a:moveTo>
                    <a:pt x="0" y="4365"/>
                  </a:moveTo>
                  <a:lnTo>
                    <a:pt x="5742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4" name="Output_receptor__4613">
              <a:extLst>
                <a:ext uri="{FF2B5EF4-FFF2-40B4-BE49-F238E27FC236}">
                  <a16:creationId xmlns:a16="http://schemas.microsoft.com/office/drawing/2014/main" id="{5B148CD7-6931-68A1-1D57-B1FBB414C5B1}"/>
                </a:ext>
              </a:extLst>
            </p:cNvPr>
            <p:cNvSpPr>
              <a:spLocks noGrp="1"/>
            </p:cNvSpPr>
            <p:nvPr/>
          </p:nvSpPr>
          <p:spPr>
            <a:xfrm>
              <a:off x="16146870" y="3173418"/>
              <a:ext cx="43678" cy="21453"/>
            </a:xfrm>
            <a:custGeom>
              <a:avLst/>
              <a:gdLst/>
              <a:ahLst/>
              <a:cxnLst/>
              <a:rect l="0" t="0" r="0" b="0"/>
              <a:pathLst>
                <a:path w="43678" h="21453">
                  <a:moveTo>
                    <a:pt x="0" y="0"/>
                  </a:moveTo>
                  <a:lnTo>
                    <a:pt x="43678" y="2145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5" name="Output_receptor__4614">
              <a:extLst>
                <a:ext uri="{FF2B5EF4-FFF2-40B4-BE49-F238E27FC236}">
                  <a16:creationId xmlns:a16="http://schemas.microsoft.com/office/drawing/2014/main" id="{59522C0F-4FAE-5227-8D6D-606AB459A0C4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80294"/>
              <a:ext cx="15543" cy="25598"/>
            </a:xfrm>
            <a:custGeom>
              <a:avLst/>
              <a:gdLst/>
              <a:ahLst/>
              <a:cxnLst/>
              <a:rect l="0" t="0" r="0" b="0"/>
              <a:pathLst>
                <a:path w="15543" h="25598">
                  <a:moveTo>
                    <a:pt x="0" y="25598"/>
                  </a:moveTo>
                  <a:lnTo>
                    <a:pt x="1554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6" name="Output_receptor__4615">
              <a:extLst>
                <a:ext uri="{FF2B5EF4-FFF2-40B4-BE49-F238E27FC236}">
                  <a16:creationId xmlns:a16="http://schemas.microsoft.com/office/drawing/2014/main" id="{589B5009-588D-283C-F7DC-7BBA67352418}"/>
                </a:ext>
              </a:extLst>
            </p:cNvPr>
            <p:cNvSpPr>
              <a:spLocks noGrp="1"/>
            </p:cNvSpPr>
            <p:nvPr/>
          </p:nvSpPr>
          <p:spPr>
            <a:xfrm>
              <a:off x="15997698" y="4150999"/>
              <a:ext cx="9919" cy="71506"/>
            </a:xfrm>
            <a:custGeom>
              <a:avLst/>
              <a:gdLst/>
              <a:ahLst/>
              <a:cxnLst/>
              <a:rect l="0" t="0" r="0" b="0"/>
              <a:pathLst>
                <a:path w="9919" h="71506">
                  <a:moveTo>
                    <a:pt x="0" y="71506"/>
                  </a:moveTo>
                  <a:lnTo>
                    <a:pt x="991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7" name="Output_receptor__4616">
              <a:extLst>
                <a:ext uri="{FF2B5EF4-FFF2-40B4-BE49-F238E27FC236}">
                  <a16:creationId xmlns:a16="http://schemas.microsoft.com/office/drawing/2014/main" id="{4DFD3448-92F8-3FD5-FF2E-CCFCAB9F63DE}"/>
                </a:ext>
              </a:extLst>
            </p:cNvPr>
            <p:cNvSpPr>
              <a:spLocks noGrp="1"/>
            </p:cNvSpPr>
            <p:nvPr/>
          </p:nvSpPr>
          <p:spPr>
            <a:xfrm>
              <a:off x="15937851" y="4132958"/>
              <a:ext cx="69766" cy="18040"/>
            </a:xfrm>
            <a:custGeom>
              <a:avLst/>
              <a:gdLst/>
              <a:ahLst/>
              <a:cxnLst/>
              <a:rect l="0" t="0" r="0" b="0"/>
              <a:pathLst>
                <a:path w="69766" h="18040">
                  <a:moveTo>
                    <a:pt x="69766" y="18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8" name="Output_receptor__4617">
              <a:extLst>
                <a:ext uri="{FF2B5EF4-FFF2-40B4-BE49-F238E27FC236}">
                  <a16:creationId xmlns:a16="http://schemas.microsoft.com/office/drawing/2014/main" id="{2699502B-D18E-044F-975F-5FFAE6CAE648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2" y="3666878"/>
              <a:ext cx="41684" cy="57752"/>
            </a:xfrm>
            <a:custGeom>
              <a:avLst/>
              <a:gdLst/>
              <a:ahLst/>
              <a:cxnLst/>
              <a:rect l="0" t="0" r="0" b="0"/>
              <a:pathLst>
                <a:path w="41684" h="57752">
                  <a:moveTo>
                    <a:pt x="41684" y="5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9" name="Output_receptor__4618">
              <a:extLst>
                <a:ext uri="{FF2B5EF4-FFF2-40B4-BE49-F238E27FC236}">
                  <a16:creationId xmlns:a16="http://schemas.microsoft.com/office/drawing/2014/main" id="{6D8BC414-F62D-5FCD-D2D0-17635A28BB45}"/>
                </a:ext>
              </a:extLst>
            </p:cNvPr>
            <p:cNvSpPr>
              <a:spLocks noGrp="1"/>
            </p:cNvSpPr>
            <p:nvPr/>
          </p:nvSpPr>
          <p:spPr>
            <a:xfrm>
              <a:off x="16021530" y="4318859"/>
              <a:ext cx="16505" cy="68274"/>
            </a:xfrm>
            <a:custGeom>
              <a:avLst/>
              <a:gdLst/>
              <a:ahLst/>
              <a:cxnLst/>
              <a:rect l="0" t="0" r="0" b="0"/>
              <a:pathLst>
                <a:path w="16505" h="68274">
                  <a:moveTo>
                    <a:pt x="16505" y="0"/>
                  </a:moveTo>
                  <a:lnTo>
                    <a:pt x="0" y="6827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0" name="Output_receptor__4619">
              <a:extLst>
                <a:ext uri="{FF2B5EF4-FFF2-40B4-BE49-F238E27FC236}">
                  <a16:creationId xmlns:a16="http://schemas.microsoft.com/office/drawing/2014/main" id="{49DFFF0D-7F5E-B6CF-ECE1-EEE4CED4567E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60308"/>
              <a:ext cx="31150" cy="14371"/>
            </a:xfrm>
            <a:custGeom>
              <a:avLst/>
              <a:gdLst/>
              <a:ahLst/>
              <a:cxnLst/>
              <a:rect l="0" t="0" r="0" b="0"/>
              <a:pathLst>
                <a:path w="31150" h="14371">
                  <a:moveTo>
                    <a:pt x="31150" y="0"/>
                  </a:moveTo>
                  <a:lnTo>
                    <a:pt x="0" y="1437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1" name="Output_receptor__4620">
              <a:extLst>
                <a:ext uri="{FF2B5EF4-FFF2-40B4-BE49-F238E27FC236}">
                  <a16:creationId xmlns:a16="http://schemas.microsoft.com/office/drawing/2014/main" id="{C26768F2-63E7-647D-C299-BA6674DF1DC8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74794"/>
              <a:ext cx="33838" cy="8154"/>
            </a:xfrm>
            <a:custGeom>
              <a:avLst/>
              <a:gdLst/>
              <a:ahLst/>
              <a:cxnLst/>
              <a:rect l="0" t="0" r="0" b="0"/>
              <a:pathLst>
                <a:path w="33838" h="8154">
                  <a:moveTo>
                    <a:pt x="0" y="0"/>
                  </a:moveTo>
                  <a:lnTo>
                    <a:pt x="33838" y="815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2" name="Output_receptor__4621">
              <a:extLst>
                <a:ext uri="{FF2B5EF4-FFF2-40B4-BE49-F238E27FC236}">
                  <a16:creationId xmlns:a16="http://schemas.microsoft.com/office/drawing/2014/main" id="{988CE3BE-14D9-083D-5B26-777CE529808D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925754"/>
              <a:ext cx="4748" cy="24473"/>
            </a:xfrm>
            <a:custGeom>
              <a:avLst/>
              <a:gdLst/>
              <a:ahLst/>
              <a:cxnLst/>
              <a:rect l="0" t="0" r="0" b="0"/>
              <a:pathLst>
                <a:path w="4748" h="24473">
                  <a:moveTo>
                    <a:pt x="4748" y="0"/>
                  </a:moveTo>
                  <a:lnTo>
                    <a:pt x="0" y="24473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3" name="Output_receptor__4622">
              <a:extLst>
                <a:ext uri="{FF2B5EF4-FFF2-40B4-BE49-F238E27FC236}">
                  <a16:creationId xmlns:a16="http://schemas.microsoft.com/office/drawing/2014/main" id="{21F828F1-0620-E606-D935-9A001939B860}"/>
                </a:ext>
              </a:extLst>
            </p:cNvPr>
            <p:cNvSpPr>
              <a:spLocks noGrp="1"/>
            </p:cNvSpPr>
            <p:nvPr/>
          </p:nvSpPr>
          <p:spPr>
            <a:xfrm>
              <a:off x="16409938" y="4130488"/>
              <a:ext cx="60638" cy="33497"/>
            </a:xfrm>
            <a:custGeom>
              <a:avLst/>
              <a:gdLst/>
              <a:ahLst/>
              <a:cxnLst/>
              <a:rect l="0" t="0" r="0" b="0"/>
              <a:pathLst>
                <a:path w="60638" h="33497">
                  <a:moveTo>
                    <a:pt x="60638" y="0"/>
                  </a:moveTo>
                  <a:lnTo>
                    <a:pt x="0" y="3349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4" name="Output_receptor__4623">
              <a:extLst>
                <a:ext uri="{FF2B5EF4-FFF2-40B4-BE49-F238E27FC236}">
                  <a16:creationId xmlns:a16="http://schemas.microsoft.com/office/drawing/2014/main" id="{35069168-F90B-B92B-5C19-0EEF54FCB644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97522"/>
              <a:ext cx="42004" cy="22111"/>
            </a:xfrm>
            <a:custGeom>
              <a:avLst/>
              <a:gdLst/>
              <a:ahLst/>
              <a:cxnLst/>
              <a:rect l="0" t="0" r="0" b="0"/>
              <a:pathLst>
                <a:path w="42004" h="22111">
                  <a:moveTo>
                    <a:pt x="42004" y="0"/>
                  </a:moveTo>
                  <a:lnTo>
                    <a:pt x="0" y="221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5" name="Output_receptor__4624">
              <a:extLst>
                <a:ext uri="{FF2B5EF4-FFF2-40B4-BE49-F238E27FC236}">
                  <a16:creationId xmlns:a16="http://schemas.microsoft.com/office/drawing/2014/main" id="{C8F83BD1-73E4-6551-9183-A0F6583E720A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63334"/>
              <a:ext cx="46539" cy="34557"/>
            </a:xfrm>
            <a:custGeom>
              <a:avLst/>
              <a:gdLst/>
              <a:ahLst/>
              <a:cxnLst/>
              <a:rect l="0" t="0" r="0" b="0"/>
              <a:pathLst>
                <a:path w="46539" h="34557">
                  <a:moveTo>
                    <a:pt x="0" y="34557"/>
                  </a:moveTo>
                  <a:lnTo>
                    <a:pt x="4653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26" name="Output_receptor__4625">
              <a:extLst>
                <a:ext uri="{FF2B5EF4-FFF2-40B4-BE49-F238E27FC236}">
                  <a16:creationId xmlns:a16="http://schemas.microsoft.com/office/drawing/2014/main" id="{0760D9B7-0C05-0A4B-0E0A-0F0050B7CD4A}"/>
                </a:ext>
              </a:extLst>
            </p:cNvPr>
            <p:cNvSpPr>
              <a:spLocks noGrp="1"/>
            </p:cNvSpPr>
            <p:nvPr/>
          </p:nvSpPr>
          <p:spPr>
            <a:xfrm>
              <a:off x="16522884" y="3821565"/>
              <a:ext cx="61748" cy="32909"/>
            </a:xfrm>
            <a:custGeom>
              <a:avLst/>
              <a:gdLst/>
              <a:ahLst/>
              <a:cxnLst/>
              <a:rect l="0" t="0" r="0" b="0"/>
              <a:pathLst>
                <a:path w="61748" h="32909">
                  <a:moveTo>
                    <a:pt x="0" y="32909"/>
                  </a:moveTo>
                  <a:lnTo>
                    <a:pt x="61748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7" name="Output_receptor__4626">
              <a:extLst>
                <a:ext uri="{FF2B5EF4-FFF2-40B4-BE49-F238E27FC236}">
                  <a16:creationId xmlns:a16="http://schemas.microsoft.com/office/drawing/2014/main" id="{149E24E2-18DF-0091-6A59-E2357ADF8733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9018"/>
              <a:ext cx="3489" cy="18559"/>
            </a:xfrm>
            <a:custGeom>
              <a:avLst/>
              <a:gdLst/>
              <a:ahLst/>
              <a:cxnLst/>
              <a:rect l="0" t="0" r="0" b="0"/>
              <a:pathLst>
                <a:path w="3489" h="18559">
                  <a:moveTo>
                    <a:pt x="3489" y="185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8" name="Output_receptor__4627">
              <a:extLst>
                <a:ext uri="{FF2B5EF4-FFF2-40B4-BE49-F238E27FC236}">
                  <a16:creationId xmlns:a16="http://schemas.microsoft.com/office/drawing/2014/main" id="{6384222A-D3DB-8858-246C-1408FCD48014}"/>
                </a:ext>
              </a:extLst>
            </p:cNvPr>
            <p:cNvSpPr>
              <a:spLocks noGrp="1"/>
            </p:cNvSpPr>
            <p:nvPr/>
          </p:nvSpPr>
          <p:spPr>
            <a:xfrm>
              <a:off x="15602402" y="3862814"/>
              <a:ext cx="46401" cy="52376"/>
            </a:xfrm>
            <a:custGeom>
              <a:avLst/>
              <a:gdLst/>
              <a:ahLst/>
              <a:cxnLst/>
              <a:rect l="0" t="0" r="0" b="0"/>
              <a:pathLst>
                <a:path w="46401" h="52376">
                  <a:moveTo>
                    <a:pt x="0" y="52376"/>
                  </a:moveTo>
                  <a:lnTo>
                    <a:pt x="4640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9" name="Output_receptor__4628">
              <a:extLst>
                <a:ext uri="{FF2B5EF4-FFF2-40B4-BE49-F238E27FC236}">
                  <a16:creationId xmlns:a16="http://schemas.microsoft.com/office/drawing/2014/main" id="{5947D74E-51BD-4ADF-8A90-69111016E1E1}"/>
                </a:ext>
              </a:extLst>
            </p:cNvPr>
            <p:cNvSpPr>
              <a:spLocks noGrp="1"/>
            </p:cNvSpPr>
            <p:nvPr/>
          </p:nvSpPr>
          <p:spPr>
            <a:xfrm>
              <a:off x="15736822" y="4256237"/>
              <a:ext cx="9470" cy="50561"/>
            </a:xfrm>
            <a:custGeom>
              <a:avLst/>
              <a:gdLst/>
              <a:ahLst/>
              <a:cxnLst/>
              <a:rect l="0" t="0" r="0" b="0"/>
              <a:pathLst>
                <a:path w="9470" h="50561">
                  <a:moveTo>
                    <a:pt x="0" y="0"/>
                  </a:moveTo>
                  <a:lnTo>
                    <a:pt x="9470" y="505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0" name="Output_receptor__4629">
              <a:extLst>
                <a:ext uri="{FF2B5EF4-FFF2-40B4-BE49-F238E27FC236}">
                  <a16:creationId xmlns:a16="http://schemas.microsoft.com/office/drawing/2014/main" id="{E2264405-3F0C-101C-3825-DFB911F2F8E9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72773"/>
              <a:ext cx="11477" cy="4348"/>
            </a:xfrm>
            <a:custGeom>
              <a:avLst/>
              <a:gdLst/>
              <a:ahLst/>
              <a:cxnLst/>
              <a:rect l="0" t="0" r="0" b="0"/>
              <a:pathLst>
                <a:path w="11477" h="4348">
                  <a:moveTo>
                    <a:pt x="0" y="0"/>
                  </a:moveTo>
                  <a:lnTo>
                    <a:pt x="11477" y="4348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1" name="Output_receptor__4630">
              <a:extLst>
                <a:ext uri="{FF2B5EF4-FFF2-40B4-BE49-F238E27FC236}">
                  <a16:creationId xmlns:a16="http://schemas.microsoft.com/office/drawing/2014/main" id="{CE49EA9E-4A17-A082-4749-37B424F9788A}"/>
                </a:ext>
              </a:extLst>
            </p:cNvPr>
            <p:cNvSpPr>
              <a:spLocks noGrp="1"/>
            </p:cNvSpPr>
            <p:nvPr/>
          </p:nvSpPr>
          <p:spPr>
            <a:xfrm>
              <a:off x="16197985" y="4018807"/>
              <a:ext cx="22299" cy="65437"/>
            </a:xfrm>
            <a:custGeom>
              <a:avLst/>
              <a:gdLst/>
              <a:ahLst/>
              <a:cxnLst/>
              <a:rect l="0" t="0" r="0" b="0"/>
              <a:pathLst>
                <a:path w="22299" h="65437">
                  <a:moveTo>
                    <a:pt x="0" y="65437"/>
                  </a:moveTo>
                  <a:lnTo>
                    <a:pt x="2229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2" name="Output_receptor__4631">
              <a:extLst>
                <a:ext uri="{FF2B5EF4-FFF2-40B4-BE49-F238E27FC236}">
                  <a16:creationId xmlns:a16="http://schemas.microsoft.com/office/drawing/2014/main" id="{9C063769-9D00-A4EF-4304-D6894FBD01D2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0252"/>
              <a:ext cx="38473" cy="2476"/>
            </a:xfrm>
            <a:custGeom>
              <a:avLst/>
              <a:gdLst/>
              <a:ahLst/>
              <a:cxnLst/>
              <a:rect l="0" t="0" r="0" b="0"/>
              <a:pathLst>
                <a:path w="38473" h="2476">
                  <a:moveTo>
                    <a:pt x="38473" y="0"/>
                  </a:moveTo>
                  <a:lnTo>
                    <a:pt x="0" y="247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3" name="Output_receptor__4632">
              <a:extLst>
                <a:ext uri="{FF2B5EF4-FFF2-40B4-BE49-F238E27FC236}">
                  <a16:creationId xmlns:a16="http://schemas.microsoft.com/office/drawing/2014/main" id="{8F03C078-3B48-34E4-1176-475FAE8F19B2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06798"/>
              <a:ext cx="29197" cy="49335"/>
            </a:xfrm>
            <a:custGeom>
              <a:avLst/>
              <a:gdLst/>
              <a:ahLst/>
              <a:cxnLst/>
              <a:rect l="0" t="0" r="0" b="0"/>
              <a:pathLst>
                <a:path w="29197" h="49335">
                  <a:moveTo>
                    <a:pt x="29197" y="0"/>
                  </a:moveTo>
                  <a:lnTo>
                    <a:pt x="0" y="4933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4" name="Output_receptor__4633">
              <a:extLst>
                <a:ext uri="{FF2B5EF4-FFF2-40B4-BE49-F238E27FC236}">
                  <a16:creationId xmlns:a16="http://schemas.microsoft.com/office/drawing/2014/main" id="{7F1BCA4B-5FBF-69A7-8929-46C89E3E7532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90310"/>
              <a:ext cx="54952" cy="26583"/>
            </a:xfrm>
            <a:custGeom>
              <a:avLst/>
              <a:gdLst/>
              <a:ahLst/>
              <a:cxnLst/>
              <a:rect l="0" t="0" r="0" b="0"/>
              <a:pathLst>
                <a:path w="54952" h="26583">
                  <a:moveTo>
                    <a:pt x="0" y="26583"/>
                  </a:moveTo>
                  <a:lnTo>
                    <a:pt x="54952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5" name="Output_receptor__4634">
              <a:extLst>
                <a:ext uri="{FF2B5EF4-FFF2-40B4-BE49-F238E27FC236}">
                  <a16:creationId xmlns:a16="http://schemas.microsoft.com/office/drawing/2014/main" id="{72B6F5B3-520C-3125-23D0-8AFC3F2F8C88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3312"/>
              <a:ext cx="31887" cy="29332"/>
            </a:xfrm>
            <a:custGeom>
              <a:avLst/>
              <a:gdLst/>
              <a:ahLst/>
              <a:cxnLst/>
              <a:rect l="0" t="0" r="0" b="0"/>
              <a:pathLst>
                <a:path w="31887" h="29332">
                  <a:moveTo>
                    <a:pt x="31887" y="0"/>
                  </a:moveTo>
                  <a:lnTo>
                    <a:pt x="0" y="2933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6" name="Output_receptor__4635">
              <a:extLst>
                <a:ext uri="{FF2B5EF4-FFF2-40B4-BE49-F238E27FC236}">
                  <a16:creationId xmlns:a16="http://schemas.microsoft.com/office/drawing/2014/main" id="{F8A3A0C2-E02E-4093-6F16-D65A13BCD87C}"/>
                </a:ext>
              </a:extLst>
            </p:cNvPr>
            <p:cNvSpPr>
              <a:spLocks noGrp="1"/>
            </p:cNvSpPr>
            <p:nvPr/>
          </p:nvSpPr>
          <p:spPr>
            <a:xfrm>
              <a:off x="16073968" y="3196599"/>
              <a:ext cx="21602" cy="26217"/>
            </a:xfrm>
            <a:custGeom>
              <a:avLst/>
              <a:gdLst/>
              <a:ahLst/>
              <a:cxnLst/>
              <a:rect l="0" t="0" r="0" b="0"/>
              <a:pathLst>
                <a:path w="21602" h="26217">
                  <a:moveTo>
                    <a:pt x="0" y="0"/>
                  </a:moveTo>
                  <a:lnTo>
                    <a:pt x="21602" y="26217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37" name="Output_receptor__4636">
              <a:extLst>
                <a:ext uri="{FF2B5EF4-FFF2-40B4-BE49-F238E27FC236}">
                  <a16:creationId xmlns:a16="http://schemas.microsoft.com/office/drawing/2014/main" id="{57A29DFB-B89F-B9BE-4CEB-EA0193253E8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80661"/>
              <a:ext cx="68902" cy="22075"/>
            </a:xfrm>
            <a:custGeom>
              <a:avLst/>
              <a:gdLst/>
              <a:ahLst/>
              <a:cxnLst/>
              <a:rect l="0" t="0" r="0" b="0"/>
              <a:pathLst>
                <a:path w="68902" h="22075">
                  <a:moveTo>
                    <a:pt x="0" y="0"/>
                  </a:moveTo>
                  <a:lnTo>
                    <a:pt x="68902" y="2207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8" name="Output_receptor__4637">
              <a:extLst>
                <a:ext uri="{FF2B5EF4-FFF2-40B4-BE49-F238E27FC236}">
                  <a16:creationId xmlns:a16="http://schemas.microsoft.com/office/drawing/2014/main" id="{02BC36A2-E0C6-9A19-CBD4-B998D7572FE1}"/>
                </a:ext>
              </a:extLst>
            </p:cNvPr>
            <p:cNvSpPr>
              <a:spLocks noGrp="1"/>
            </p:cNvSpPr>
            <p:nvPr/>
          </p:nvSpPr>
          <p:spPr>
            <a:xfrm>
              <a:off x="15774936" y="3770627"/>
              <a:ext cx="42315" cy="58657"/>
            </a:xfrm>
            <a:custGeom>
              <a:avLst/>
              <a:gdLst/>
              <a:ahLst/>
              <a:cxnLst/>
              <a:rect l="0" t="0" r="0" b="0"/>
              <a:pathLst>
                <a:path w="42315" h="58657">
                  <a:moveTo>
                    <a:pt x="42315" y="0"/>
                  </a:moveTo>
                  <a:lnTo>
                    <a:pt x="0" y="5865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9" name="Output_receptor__4638">
              <a:extLst>
                <a:ext uri="{FF2B5EF4-FFF2-40B4-BE49-F238E27FC236}">
                  <a16:creationId xmlns:a16="http://schemas.microsoft.com/office/drawing/2014/main" id="{D67565DA-FE1A-563C-A871-448C2A3E7CD3}"/>
                </a:ext>
              </a:extLst>
            </p:cNvPr>
            <p:cNvSpPr>
              <a:spLocks noGrp="1"/>
            </p:cNvSpPr>
            <p:nvPr/>
          </p:nvSpPr>
          <p:spPr>
            <a:xfrm>
              <a:off x="16190548" y="3194871"/>
              <a:ext cx="45514" cy="55899"/>
            </a:xfrm>
            <a:custGeom>
              <a:avLst/>
              <a:gdLst/>
              <a:ahLst/>
              <a:cxnLst/>
              <a:rect l="0" t="0" r="0" b="0"/>
              <a:pathLst>
                <a:path w="45514" h="55899">
                  <a:moveTo>
                    <a:pt x="0" y="0"/>
                  </a:moveTo>
                  <a:lnTo>
                    <a:pt x="45514" y="558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0" name="Output_receptor__4639">
              <a:extLst>
                <a:ext uri="{FF2B5EF4-FFF2-40B4-BE49-F238E27FC236}">
                  <a16:creationId xmlns:a16="http://schemas.microsoft.com/office/drawing/2014/main" id="{4341C71E-CE11-9775-F7E4-D631D0C835CB}"/>
                </a:ext>
              </a:extLst>
            </p:cNvPr>
            <p:cNvSpPr>
              <a:spLocks noGrp="1"/>
            </p:cNvSpPr>
            <p:nvPr/>
          </p:nvSpPr>
          <p:spPr>
            <a:xfrm>
              <a:off x="16410512" y="4017912"/>
              <a:ext cx="48812" cy="42396"/>
            </a:xfrm>
            <a:custGeom>
              <a:avLst/>
              <a:gdLst/>
              <a:ahLst/>
              <a:cxnLst/>
              <a:rect l="0" t="0" r="0" b="0"/>
              <a:pathLst>
                <a:path w="48812" h="42396">
                  <a:moveTo>
                    <a:pt x="48812" y="0"/>
                  </a:moveTo>
                  <a:lnTo>
                    <a:pt x="0" y="4239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1" name="Output_receptor__4640">
              <a:extLst>
                <a:ext uri="{FF2B5EF4-FFF2-40B4-BE49-F238E27FC236}">
                  <a16:creationId xmlns:a16="http://schemas.microsoft.com/office/drawing/2014/main" id="{47952640-FD29-3E56-ABDF-21D1F6B8B217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32958"/>
              <a:ext cx="19752" cy="55290"/>
            </a:xfrm>
            <a:custGeom>
              <a:avLst/>
              <a:gdLst/>
              <a:ahLst/>
              <a:cxnLst/>
              <a:rect l="0" t="0" r="0" b="0"/>
              <a:pathLst>
                <a:path w="19752" h="55290">
                  <a:moveTo>
                    <a:pt x="19752" y="0"/>
                  </a:moveTo>
                  <a:lnTo>
                    <a:pt x="0" y="5529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2" name="Output_receptor__4641">
              <a:extLst>
                <a:ext uri="{FF2B5EF4-FFF2-40B4-BE49-F238E27FC236}">
                  <a16:creationId xmlns:a16="http://schemas.microsoft.com/office/drawing/2014/main" id="{DCE7C23F-0841-5759-07C8-EA1C194778A1}"/>
                </a:ext>
              </a:extLst>
            </p:cNvPr>
            <p:cNvSpPr>
              <a:spLocks noGrp="1"/>
            </p:cNvSpPr>
            <p:nvPr/>
          </p:nvSpPr>
          <p:spPr>
            <a:xfrm>
              <a:off x="15885226" y="4682516"/>
              <a:ext cx="53887" cy="40769"/>
            </a:xfrm>
            <a:custGeom>
              <a:avLst/>
              <a:gdLst/>
              <a:ahLst/>
              <a:cxnLst/>
              <a:rect l="0" t="0" r="0" b="0"/>
              <a:pathLst>
                <a:path w="53887" h="40769">
                  <a:moveTo>
                    <a:pt x="53887" y="0"/>
                  </a:moveTo>
                  <a:lnTo>
                    <a:pt x="0" y="407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3" name="Output_receptor__4642">
              <a:extLst>
                <a:ext uri="{FF2B5EF4-FFF2-40B4-BE49-F238E27FC236}">
                  <a16:creationId xmlns:a16="http://schemas.microsoft.com/office/drawing/2014/main" id="{18F4277B-D4B9-AFAA-D9FA-0101A395DEF4}"/>
                </a:ext>
              </a:extLst>
            </p:cNvPr>
            <p:cNvSpPr>
              <a:spLocks noGrp="1"/>
            </p:cNvSpPr>
            <p:nvPr/>
          </p:nvSpPr>
          <p:spPr>
            <a:xfrm>
              <a:off x="15639386" y="4190310"/>
              <a:ext cx="45067" cy="16001"/>
            </a:xfrm>
            <a:custGeom>
              <a:avLst/>
              <a:gdLst/>
              <a:ahLst/>
              <a:cxnLst/>
              <a:rect l="0" t="0" r="0" b="0"/>
              <a:pathLst>
                <a:path w="45067" h="16001">
                  <a:moveTo>
                    <a:pt x="0" y="0"/>
                  </a:moveTo>
                  <a:lnTo>
                    <a:pt x="45067" y="1600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4" name="Output_receptor__4643">
              <a:extLst>
                <a:ext uri="{FF2B5EF4-FFF2-40B4-BE49-F238E27FC236}">
                  <a16:creationId xmlns:a16="http://schemas.microsoft.com/office/drawing/2014/main" id="{B50154CE-4D12-3258-C68C-474A80C4E320}"/>
                </a:ext>
              </a:extLst>
            </p:cNvPr>
            <p:cNvSpPr>
              <a:spLocks noGrp="1"/>
            </p:cNvSpPr>
            <p:nvPr/>
          </p:nvSpPr>
          <p:spPr>
            <a:xfrm>
              <a:off x="15615258" y="3724630"/>
              <a:ext cx="3408" cy="57204"/>
            </a:xfrm>
            <a:custGeom>
              <a:avLst/>
              <a:gdLst/>
              <a:ahLst/>
              <a:cxnLst/>
              <a:rect l="0" t="0" r="0" b="0"/>
              <a:pathLst>
                <a:path w="3408" h="57204">
                  <a:moveTo>
                    <a:pt x="0" y="57204"/>
                  </a:moveTo>
                  <a:lnTo>
                    <a:pt x="340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5" name="Output_receptor__4644">
              <a:extLst>
                <a:ext uri="{FF2B5EF4-FFF2-40B4-BE49-F238E27FC236}">
                  <a16:creationId xmlns:a16="http://schemas.microsoft.com/office/drawing/2014/main" id="{C842A440-9719-9C3E-9420-6A6211C2CAFA}"/>
                </a:ext>
              </a:extLst>
            </p:cNvPr>
            <p:cNvSpPr>
              <a:spLocks noGrp="1"/>
            </p:cNvSpPr>
            <p:nvPr/>
          </p:nvSpPr>
          <p:spPr>
            <a:xfrm>
              <a:off x="16794007" y="4147276"/>
              <a:ext cx="46993" cy="52332"/>
            </a:xfrm>
            <a:custGeom>
              <a:avLst/>
              <a:gdLst/>
              <a:ahLst/>
              <a:cxnLst/>
              <a:rect l="0" t="0" r="0" b="0"/>
              <a:pathLst>
                <a:path w="46993" h="52332">
                  <a:moveTo>
                    <a:pt x="0" y="52332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6" name="Output_receptor__4645">
              <a:extLst>
                <a:ext uri="{FF2B5EF4-FFF2-40B4-BE49-F238E27FC236}">
                  <a16:creationId xmlns:a16="http://schemas.microsoft.com/office/drawing/2014/main" id="{B0F744AD-E943-C8D9-DC93-4497096CBC22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781834"/>
              <a:ext cx="54607" cy="28155"/>
            </a:xfrm>
            <a:custGeom>
              <a:avLst/>
              <a:gdLst/>
              <a:ahLst/>
              <a:cxnLst/>
              <a:rect l="0" t="0" r="0" b="0"/>
              <a:pathLst>
                <a:path w="54607" h="28155">
                  <a:moveTo>
                    <a:pt x="0" y="28155"/>
                  </a:moveTo>
                  <a:lnTo>
                    <a:pt x="54607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7" name="Output_receptor__4646">
              <a:extLst>
                <a:ext uri="{FF2B5EF4-FFF2-40B4-BE49-F238E27FC236}">
                  <a16:creationId xmlns:a16="http://schemas.microsoft.com/office/drawing/2014/main" id="{033D9FC6-5760-298D-A177-EE2A3840FD2E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40381"/>
              <a:ext cx="60232" cy="37212"/>
            </a:xfrm>
            <a:custGeom>
              <a:avLst/>
              <a:gdLst/>
              <a:ahLst/>
              <a:cxnLst/>
              <a:rect l="0" t="0" r="0" b="0"/>
              <a:pathLst>
                <a:path w="60232" h="37212">
                  <a:moveTo>
                    <a:pt x="60232" y="0"/>
                  </a:moveTo>
                  <a:lnTo>
                    <a:pt x="0" y="3721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8" name="Output_receptor__4647">
              <a:extLst>
                <a:ext uri="{FF2B5EF4-FFF2-40B4-BE49-F238E27FC236}">
                  <a16:creationId xmlns:a16="http://schemas.microsoft.com/office/drawing/2014/main" id="{61112123-4081-9615-04B6-8A7E8F2F106D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295475"/>
              <a:ext cx="21202" cy="68531"/>
            </a:xfrm>
            <a:custGeom>
              <a:avLst/>
              <a:gdLst/>
              <a:ahLst/>
              <a:cxnLst/>
              <a:rect l="0" t="0" r="0" b="0"/>
              <a:pathLst>
                <a:path w="21202" h="68531">
                  <a:moveTo>
                    <a:pt x="21202" y="0"/>
                  </a:moveTo>
                  <a:lnTo>
                    <a:pt x="0" y="68531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9" name="Output_receptor__4648">
              <a:extLst>
                <a:ext uri="{FF2B5EF4-FFF2-40B4-BE49-F238E27FC236}">
                  <a16:creationId xmlns:a16="http://schemas.microsoft.com/office/drawing/2014/main" id="{125734D6-425C-8D29-F743-32AA134FC45A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322485"/>
              <a:ext cx="20427" cy="24429"/>
            </a:xfrm>
            <a:custGeom>
              <a:avLst/>
              <a:gdLst/>
              <a:ahLst/>
              <a:cxnLst/>
              <a:rect l="0" t="0" r="0" b="0"/>
              <a:pathLst>
                <a:path w="20427" h="24429">
                  <a:moveTo>
                    <a:pt x="20427" y="0"/>
                  </a:moveTo>
                  <a:lnTo>
                    <a:pt x="0" y="2442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0" name="Output_receptor__4649">
              <a:extLst>
                <a:ext uri="{FF2B5EF4-FFF2-40B4-BE49-F238E27FC236}">
                  <a16:creationId xmlns:a16="http://schemas.microsoft.com/office/drawing/2014/main" id="{1B3E24D4-99DE-4170-0BDF-D523E3D131D7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5905"/>
              <a:ext cx="12467" cy="53241"/>
            </a:xfrm>
            <a:custGeom>
              <a:avLst/>
              <a:gdLst/>
              <a:ahLst/>
              <a:cxnLst/>
              <a:rect l="0" t="0" r="0" b="0"/>
              <a:pathLst>
                <a:path w="12467" h="53241">
                  <a:moveTo>
                    <a:pt x="12467" y="532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1" name="Output_receptor__4650">
              <a:extLst>
                <a:ext uri="{FF2B5EF4-FFF2-40B4-BE49-F238E27FC236}">
                  <a16:creationId xmlns:a16="http://schemas.microsoft.com/office/drawing/2014/main" id="{79C6560F-3368-EC5E-9E67-4042C5A20B96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44389" cy="34706"/>
            </a:xfrm>
            <a:custGeom>
              <a:avLst/>
              <a:gdLst/>
              <a:ahLst/>
              <a:cxnLst/>
              <a:rect l="0" t="0" r="0" b="0"/>
              <a:pathLst>
                <a:path w="44389" h="34706">
                  <a:moveTo>
                    <a:pt x="0" y="0"/>
                  </a:moveTo>
                  <a:lnTo>
                    <a:pt x="44389" y="3470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2" name="Output_receptor__4651">
              <a:extLst>
                <a:ext uri="{FF2B5EF4-FFF2-40B4-BE49-F238E27FC236}">
                  <a16:creationId xmlns:a16="http://schemas.microsoft.com/office/drawing/2014/main" id="{7B0C9ABE-3887-4DCA-3C41-5273119E172D}"/>
                </a:ext>
              </a:extLst>
            </p:cNvPr>
            <p:cNvSpPr>
              <a:spLocks noGrp="1"/>
            </p:cNvSpPr>
            <p:nvPr/>
          </p:nvSpPr>
          <p:spPr>
            <a:xfrm>
              <a:off x="15749586" y="4624647"/>
              <a:ext cx="71645" cy="1094"/>
            </a:xfrm>
            <a:custGeom>
              <a:avLst/>
              <a:gdLst/>
              <a:ahLst/>
              <a:cxnLst/>
              <a:rect l="0" t="0" r="0" b="0"/>
              <a:pathLst>
                <a:path w="71645" h="1094">
                  <a:moveTo>
                    <a:pt x="71645" y="1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3" name="Output_receptor__4652">
              <a:extLst>
                <a:ext uri="{FF2B5EF4-FFF2-40B4-BE49-F238E27FC236}">
                  <a16:creationId xmlns:a16="http://schemas.microsoft.com/office/drawing/2014/main" id="{AF6D87A7-37EB-547A-ED9B-C58CD88EFF23}"/>
                </a:ext>
              </a:extLst>
            </p:cNvPr>
            <p:cNvSpPr>
              <a:spLocks noGrp="1"/>
            </p:cNvSpPr>
            <p:nvPr/>
          </p:nvSpPr>
          <p:spPr>
            <a:xfrm>
              <a:off x="15880932" y="4254239"/>
              <a:ext cx="66261" cy="17316"/>
            </a:xfrm>
            <a:custGeom>
              <a:avLst/>
              <a:gdLst/>
              <a:ahLst/>
              <a:cxnLst/>
              <a:rect l="0" t="0" r="0" b="0"/>
              <a:pathLst>
                <a:path w="66261" h="17316">
                  <a:moveTo>
                    <a:pt x="0" y="17316"/>
                  </a:moveTo>
                  <a:lnTo>
                    <a:pt x="6626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4" name="Output_receptor__4653">
              <a:extLst>
                <a:ext uri="{FF2B5EF4-FFF2-40B4-BE49-F238E27FC236}">
                  <a16:creationId xmlns:a16="http://schemas.microsoft.com/office/drawing/2014/main" id="{CFAED874-EC5D-831E-0353-A89059251C4F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338895"/>
              <a:ext cx="15910" cy="1355"/>
            </a:xfrm>
            <a:custGeom>
              <a:avLst/>
              <a:gdLst/>
              <a:ahLst/>
              <a:cxnLst/>
              <a:rect l="0" t="0" r="0" b="0"/>
              <a:pathLst>
                <a:path w="15910" h="1355">
                  <a:moveTo>
                    <a:pt x="15910" y="13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5" name="Output_receptor__4654">
              <a:extLst>
                <a:ext uri="{FF2B5EF4-FFF2-40B4-BE49-F238E27FC236}">
                  <a16:creationId xmlns:a16="http://schemas.microsoft.com/office/drawing/2014/main" id="{43346D45-A033-1D0F-46C1-56BF8FE7380A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46752"/>
              <a:ext cx="60887" cy="35198"/>
            </a:xfrm>
            <a:custGeom>
              <a:avLst/>
              <a:gdLst/>
              <a:ahLst/>
              <a:cxnLst/>
              <a:rect l="0" t="0" r="0" b="0"/>
              <a:pathLst>
                <a:path w="60887" h="35198">
                  <a:moveTo>
                    <a:pt x="60887" y="0"/>
                  </a:moveTo>
                  <a:lnTo>
                    <a:pt x="0" y="3519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6" name="Output_receptor__4655">
              <a:extLst>
                <a:ext uri="{FF2B5EF4-FFF2-40B4-BE49-F238E27FC236}">
                  <a16:creationId xmlns:a16="http://schemas.microsoft.com/office/drawing/2014/main" id="{27327AF1-6A85-EDF3-4311-FC9DE77D6749}"/>
                </a:ext>
              </a:extLst>
            </p:cNvPr>
            <p:cNvSpPr>
              <a:spLocks noGrp="1"/>
            </p:cNvSpPr>
            <p:nvPr/>
          </p:nvSpPr>
          <p:spPr>
            <a:xfrm>
              <a:off x="15548066" y="4116920"/>
              <a:ext cx="63576" cy="10452"/>
            </a:xfrm>
            <a:custGeom>
              <a:avLst/>
              <a:gdLst/>
              <a:ahLst/>
              <a:cxnLst/>
              <a:rect l="0" t="0" r="0" b="0"/>
              <a:pathLst>
                <a:path w="63576" h="10452">
                  <a:moveTo>
                    <a:pt x="0" y="10452"/>
                  </a:moveTo>
                  <a:lnTo>
                    <a:pt x="6357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7" name="Output_receptor__4656">
              <a:extLst>
                <a:ext uri="{FF2B5EF4-FFF2-40B4-BE49-F238E27FC236}">
                  <a16:creationId xmlns:a16="http://schemas.microsoft.com/office/drawing/2014/main" id="{3E70F9B8-1844-35FD-35F6-A981BC8C3650}"/>
                </a:ext>
              </a:extLst>
            </p:cNvPr>
            <p:cNvSpPr>
              <a:spLocks noGrp="1"/>
            </p:cNvSpPr>
            <p:nvPr/>
          </p:nvSpPr>
          <p:spPr>
            <a:xfrm>
              <a:off x="16585248" y="3926201"/>
              <a:ext cx="45059" cy="46045"/>
            </a:xfrm>
            <a:custGeom>
              <a:avLst/>
              <a:gdLst/>
              <a:ahLst/>
              <a:cxnLst/>
              <a:rect l="0" t="0" r="0" b="0"/>
              <a:pathLst>
                <a:path w="45059" h="46045">
                  <a:moveTo>
                    <a:pt x="0" y="0"/>
                  </a:moveTo>
                  <a:lnTo>
                    <a:pt x="45059" y="4604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8" name="Output_receptor__4657">
              <a:extLst>
                <a:ext uri="{FF2B5EF4-FFF2-40B4-BE49-F238E27FC236}">
                  <a16:creationId xmlns:a16="http://schemas.microsoft.com/office/drawing/2014/main" id="{6C7C4035-BEAA-77B0-C589-9E22654C8730}"/>
                </a:ext>
              </a:extLst>
            </p:cNvPr>
            <p:cNvSpPr>
              <a:spLocks noGrp="1"/>
            </p:cNvSpPr>
            <p:nvPr/>
          </p:nvSpPr>
          <p:spPr>
            <a:xfrm>
              <a:off x="15786386" y="3725959"/>
              <a:ext cx="30865" cy="44667"/>
            </a:xfrm>
            <a:custGeom>
              <a:avLst/>
              <a:gdLst/>
              <a:ahLst/>
              <a:cxnLst/>
              <a:rect l="0" t="0" r="0" b="0"/>
              <a:pathLst>
                <a:path w="30865" h="44667">
                  <a:moveTo>
                    <a:pt x="0" y="0"/>
                  </a:moveTo>
                  <a:lnTo>
                    <a:pt x="30865" y="4466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9" name="Output_receptor__4658">
              <a:extLst>
                <a:ext uri="{FF2B5EF4-FFF2-40B4-BE49-F238E27FC236}">
                  <a16:creationId xmlns:a16="http://schemas.microsoft.com/office/drawing/2014/main" id="{1A5947A1-8236-4B5D-E16F-4F29DAC3B961}"/>
                </a:ext>
              </a:extLst>
            </p:cNvPr>
            <p:cNvSpPr>
              <a:spLocks noGrp="1"/>
            </p:cNvSpPr>
            <p:nvPr/>
          </p:nvSpPr>
          <p:spPr>
            <a:xfrm>
              <a:off x="16430556" y="3902736"/>
              <a:ext cx="9268" cy="48452"/>
            </a:xfrm>
            <a:custGeom>
              <a:avLst/>
              <a:gdLst/>
              <a:ahLst/>
              <a:cxnLst/>
              <a:rect l="0" t="0" r="0" b="0"/>
              <a:pathLst>
                <a:path w="9268" h="48452">
                  <a:moveTo>
                    <a:pt x="9268" y="0"/>
                  </a:moveTo>
                  <a:lnTo>
                    <a:pt x="0" y="4845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60" name="Output_receptor__4659">
              <a:extLst>
                <a:ext uri="{FF2B5EF4-FFF2-40B4-BE49-F238E27FC236}">
                  <a16:creationId xmlns:a16="http://schemas.microsoft.com/office/drawing/2014/main" id="{913158BF-5C50-3E7C-B283-3706BE4C74E7}"/>
                </a:ext>
              </a:extLst>
            </p:cNvPr>
            <p:cNvSpPr>
              <a:spLocks noGrp="1"/>
            </p:cNvSpPr>
            <p:nvPr/>
          </p:nvSpPr>
          <p:spPr>
            <a:xfrm>
              <a:off x="16841000" y="4091279"/>
              <a:ext cx="24163" cy="55997"/>
            </a:xfrm>
            <a:custGeom>
              <a:avLst/>
              <a:gdLst/>
              <a:ahLst/>
              <a:cxnLst/>
              <a:rect l="0" t="0" r="0" b="0"/>
              <a:pathLst>
                <a:path w="24163" h="55997">
                  <a:moveTo>
                    <a:pt x="0" y="55997"/>
                  </a:moveTo>
                  <a:lnTo>
                    <a:pt x="241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1" name="Output_receptor__4660">
              <a:extLst>
                <a:ext uri="{FF2B5EF4-FFF2-40B4-BE49-F238E27FC236}">
                  <a16:creationId xmlns:a16="http://schemas.microsoft.com/office/drawing/2014/main" id="{63CCB147-3C2F-DB61-1193-596FE2A828F2}"/>
                </a:ext>
              </a:extLst>
            </p:cNvPr>
            <p:cNvSpPr>
              <a:spLocks noGrp="1"/>
            </p:cNvSpPr>
            <p:nvPr/>
          </p:nvSpPr>
          <p:spPr>
            <a:xfrm>
              <a:off x="16205115" y="3250770"/>
              <a:ext cx="30946" cy="33896"/>
            </a:xfrm>
            <a:custGeom>
              <a:avLst/>
              <a:gdLst/>
              <a:ahLst/>
              <a:cxnLst/>
              <a:rect l="0" t="0" r="0" b="0"/>
              <a:pathLst>
                <a:path w="30946" h="33896">
                  <a:moveTo>
                    <a:pt x="30946" y="0"/>
                  </a:moveTo>
                  <a:lnTo>
                    <a:pt x="0" y="33896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62" name="Output_receptor__4661">
              <a:extLst>
                <a:ext uri="{FF2B5EF4-FFF2-40B4-BE49-F238E27FC236}">
                  <a16:creationId xmlns:a16="http://schemas.microsoft.com/office/drawing/2014/main" id="{6C029224-2743-BF2A-C5A8-6904E14643E8}"/>
                </a:ext>
              </a:extLst>
            </p:cNvPr>
            <p:cNvSpPr>
              <a:spLocks noGrp="1"/>
            </p:cNvSpPr>
            <p:nvPr/>
          </p:nvSpPr>
          <p:spPr>
            <a:xfrm>
              <a:off x="15747989" y="4007447"/>
              <a:ext cx="40932" cy="52215"/>
            </a:xfrm>
            <a:custGeom>
              <a:avLst/>
              <a:gdLst/>
              <a:ahLst/>
              <a:cxnLst/>
              <a:rect l="0" t="0" r="0" b="0"/>
              <a:pathLst>
                <a:path w="40932" h="52215">
                  <a:moveTo>
                    <a:pt x="0" y="0"/>
                  </a:moveTo>
                  <a:lnTo>
                    <a:pt x="40932" y="522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3" name="Output_receptor__4662">
              <a:extLst>
                <a:ext uri="{FF2B5EF4-FFF2-40B4-BE49-F238E27FC236}">
                  <a16:creationId xmlns:a16="http://schemas.microsoft.com/office/drawing/2014/main" id="{83A8B4FF-DF4C-B5FB-37B0-7B17B040D372}"/>
                </a:ext>
              </a:extLst>
            </p:cNvPr>
            <p:cNvSpPr>
              <a:spLocks noGrp="1"/>
            </p:cNvSpPr>
            <p:nvPr/>
          </p:nvSpPr>
          <p:spPr>
            <a:xfrm>
              <a:off x="16828263" y="4040381"/>
              <a:ext cx="36900" cy="50899"/>
            </a:xfrm>
            <a:custGeom>
              <a:avLst/>
              <a:gdLst/>
              <a:ahLst/>
              <a:cxnLst/>
              <a:rect l="0" t="0" r="0" b="0"/>
              <a:pathLst>
                <a:path w="36900" h="50899">
                  <a:moveTo>
                    <a:pt x="36900" y="508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4" name="Output_receptor__4663">
              <a:extLst>
                <a:ext uri="{FF2B5EF4-FFF2-40B4-BE49-F238E27FC236}">
                  <a16:creationId xmlns:a16="http://schemas.microsoft.com/office/drawing/2014/main" id="{B686EA8F-711C-85B9-C723-428CEC6F30D1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59662"/>
              <a:ext cx="49242" cy="46230"/>
            </a:xfrm>
            <a:custGeom>
              <a:avLst/>
              <a:gdLst/>
              <a:ahLst/>
              <a:cxnLst/>
              <a:rect l="0" t="0" r="0" b="0"/>
              <a:pathLst>
                <a:path w="49242" h="46230">
                  <a:moveTo>
                    <a:pt x="49242" y="0"/>
                  </a:moveTo>
                  <a:lnTo>
                    <a:pt x="0" y="4623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5" name="Output_receptor__4664">
              <a:extLst>
                <a:ext uri="{FF2B5EF4-FFF2-40B4-BE49-F238E27FC236}">
                  <a16:creationId xmlns:a16="http://schemas.microsoft.com/office/drawing/2014/main" id="{78BA1A5B-7B33-74EF-DE3E-5BE771D49E0C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07447"/>
              <a:ext cx="57748" cy="30443"/>
            </a:xfrm>
            <a:custGeom>
              <a:avLst/>
              <a:gdLst/>
              <a:ahLst/>
              <a:cxnLst/>
              <a:rect l="0" t="0" r="0" b="0"/>
              <a:pathLst>
                <a:path w="57748" h="30443">
                  <a:moveTo>
                    <a:pt x="0" y="30443"/>
                  </a:moveTo>
                  <a:lnTo>
                    <a:pt x="577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6" name="Output_receptor__4665">
              <a:extLst>
                <a:ext uri="{FF2B5EF4-FFF2-40B4-BE49-F238E27FC236}">
                  <a16:creationId xmlns:a16="http://schemas.microsoft.com/office/drawing/2014/main" id="{28819D91-1D0D-D74C-3A29-0F3BFBBF855C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26201"/>
              <a:ext cx="51498" cy="22349"/>
            </a:xfrm>
            <a:custGeom>
              <a:avLst/>
              <a:gdLst/>
              <a:ahLst/>
              <a:cxnLst/>
              <a:rect l="0" t="0" r="0" b="0"/>
              <a:pathLst>
                <a:path w="51498" h="22349">
                  <a:moveTo>
                    <a:pt x="0" y="22349"/>
                  </a:moveTo>
                  <a:lnTo>
                    <a:pt x="5149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7" name="Output_receptor__4666">
              <a:extLst>
                <a:ext uri="{FF2B5EF4-FFF2-40B4-BE49-F238E27FC236}">
                  <a16:creationId xmlns:a16="http://schemas.microsoft.com/office/drawing/2014/main" id="{2813A928-934E-CAEB-62FA-FCE7D5EE453A}"/>
                </a:ext>
              </a:extLst>
            </p:cNvPr>
            <p:cNvSpPr>
              <a:spLocks noGrp="1"/>
            </p:cNvSpPr>
            <p:nvPr/>
          </p:nvSpPr>
          <p:spPr>
            <a:xfrm>
              <a:off x="15877672" y="3846752"/>
              <a:ext cx="42996" cy="48313"/>
            </a:xfrm>
            <a:custGeom>
              <a:avLst/>
              <a:gdLst/>
              <a:ahLst/>
              <a:cxnLst/>
              <a:rect l="0" t="0" r="0" b="0"/>
              <a:pathLst>
                <a:path w="42996" h="48313">
                  <a:moveTo>
                    <a:pt x="42996" y="48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8" name="Output_receptor__4667">
              <a:extLst>
                <a:ext uri="{FF2B5EF4-FFF2-40B4-BE49-F238E27FC236}">
                  <a16:creationId xmlns:a16="http://schemas.microsoft.com/office/drawing/2014/main" id="{DB737E26-45BA-BADD-7146-876E6E7CBBE0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06310"/>
              <a:ext cx="27659" cy="66463"/>
            </a:xfrm>
            <a:custGeom>
              <a:avLst/>
              <a:gdLst/>
              <a:ahLst/>
              <a:cxnLst/>
              <a:rect l="0" t="0" r="0" b="0"/>
              <a:pathLst>
                <a:path w="27659" h="66463">
                  <a:moveTo>
                    <a:pt x="27659" y="0"/>
                  </a:moveTo>
                  <a:lnTo>
                    <a:pt x="0" y="664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9" name="Output_receptor__4668">
              <a:extLst>
                <a:ext uri="{FF2B5EF4-FFF2-40B4-BE49-F238E27FC236}">
                  <a16:creationId xmlns:a16="http://schemas.microsoft.com/office/drawing/2014/main" id="{44A3B483-7E78-88D8-9ABF-E9C8C4EE966C}"/>
                </a:ext>
              </a:extLst>
            </p:cNvPr>
            <p:cNvSpPr>
              <a:spLocks noGrp="1"/>
            </p:cNvSpPr>
            <p:nvPr/>
          </p:nvSpPr>
          <p:spPr>
            <a:xfrm>
              <a:off x="16404479" y="4143592"/>
              <a:ext cx="5459" cy="20392"/>
            </a:xfrm>
            <a:custGeom>
              <a:avLst/>
              <a:gdLst/>
              <a:ahLst/>
              <a:cxnLst/>
              <a:rect l="0" t="0" r="0" b="0"/>
              <a:pathLst>
                <a:path w="5459" h="20392">
                  <a:moveTo>
                    <a:pt x="5459" y="203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0" name="Output_receptor__4669">
              <a:extLst>
                <a:ext uri="{FF2B5EF4-FFF2-40B4-BE49-F238E27FC236}">
                  <a16:creationId xmlns:a16="http://schemas.microsoft.com/office/drawing/2014/main" id="{751AC124-F1A3-9DB2-2A42-4CA7AFB9A8BD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895065"/>
              <a:ext cx="39931" cy="55162"/>
            </a:xfrm>
            <a:custGeom>
              <a:avLst/>
              <a:gdLst/>
              <a:ahLst/>
              <a:cxnLst/>
              <a:rect l="0" t="0" r="0" b="0"/>
              <a:pathLst>
                <a:path w="39931" h="55162">
                  <a:moveTo>
                    <a:pt x="0" y="55162"/>
                  </a:moveTo>
                  <a:lnTo>
                    <a:pt x="3993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1" name="Output_receptor__4670">
              <a:extLst>
                <a:ext uri="{FF2B5EF4-FFF2-40B4-BE49-F238E27FC236}">
                  <a16:creationId xmlns:a16="http://schemas.microsoft.com/office/drawing/2014/main" id="{A4A32CB1-4FF9-B51D-4438-25C6D8A453D0}"/>
                </a:ext>
              </a:extLst>
            </p:cNvPr>
            <p:cNvSpPr>
              <a:spLocks noGrp="1"/>
            </p:cNvSpPr>
            <p:nvPr/>
          </p:nvSpPr>
          <p:spPr>
            <a:xfrm>
              <a:off x="16585079" y="3972246"/>
              <a:ext cx="45227" cy="55331"/>
            </a:xfrm>
            <a:custGeom>
              <a:avLst/>
              <a:gdLst/>
              <a:ahLst/>
              <a:cxnLst/>
              <a:rect l="0" t="0" r="0" b="0"/>
              <a:pathLst>
                <a:path w="45227" h="55331">
                  <a:moveTo>
                    <a:pt x="45227" y="0"/>
                  </a:moveTo>
                  <a:lnTo>
                    <a:pt x="0" y="5533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2" name="Output_receptor__4671">
              <a:extLst>
                <a:ext uri="{FF2B5EF4-FFF2-40B4-BE49-F238E27FC236}">
                  <a16:creationId xmlns:a16="http://schemas.microsoft.com/office/drawing/2014/main" id="{389CAEDB-B8B8-AD75-3AB5-2B66E594266C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33684"/>
              <a:ext cx="69084" cy="20570"/>
            </a:xfrm>
            <a:custGeom>
              <a:avLst/>
              <a:gdLst/>
              <a:ahLst/>
              <a:cxnLst/>
              <a:rect l="0" t="0" r="0" b="0"/>
              <a:pathLst>
                <a:path w="69084" h="20570">
                  <a:moveTo>
                    <a:pt x="69084" y="0"/>
                  </a:moveTo>
                  <a:lnTo>
                    <a:pt x="0" y="205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3" name="Output_receptor__4672">
              <a:extLst>
                <a:ext uri="{FF2B5EF4-FFF2-40B4-BE49-F238E27FC236}">
                  <a16:creationId xmlns:a16="http://schemas.microsoft.com/office/drawing/2014/main" id="{91F23687-F4B8-52A8-A8EB-8A71A5C730BB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79451"/>
              <a:ext cx="16316" cy="24840"/>
            </a:xfrm>
            <a:custGeom>
              <a:avLst/>
              <a:gdLst/>
              <a:ahLst/>
              <a:cxnLst/>
              <a:rect l="0" t="0" r="0" b="0"/>
              <a:pathLst>
                <a:path w="16316" h="24840">
                  <a:moveTo>
                    <a:pt x="16316" y="0"/>
                  </a:moveTo>
                  <a:lnTo>
                    <a:pt x="0" y="2484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4" name="Output_receptor__4673">
              <a:extLst>
                <a:ext uri="{FF2B5EF4-FFF2-40B4-BE49-F238E27FC236}">
                  <a16:creationId xmlns:a16="http://schemas.microsoft.com/office/drawing/2014/main" id="{5418B2E6-108E-9EFA-95CC-241B847FCD79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51189"/>
              <a:ext cx="59789" cy="23605"/>
            </a:xfrm>
            <a:custGeom>
              <a:avLst/>
              <a:gdLst/>
              <a:ahLst/>
              <a:cxnLst/>
              <a:rect l="0" t="0" r="0" b="0"/>
              <a:pathLst>
                <a:path w="59789" h="23605">
                  <a:moveTo>
                    <a:pt x="59789" y="0"/>
                  </a:moveTo>
                  <a:lnTo>
                    <a:pt x="0" y="2360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5" name="Output_receptor__4674">
              <a:extLst>
                <a:ext uri="{FF2B5EF4-FFF2-40B4-BE49-F238E27FC236}">
                  <a16:creationId xmlns:a16="http://schemas.microsoft.com/office/drawing/2014/main" id="{BB9B1027-A97D-8CDC-671E-49B7C4F2D76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72249"/>
              <a:ext cx="2054" cy="8413"/>
            </a:xfrm>
            <a:custGeom>
              <a:avLst/>
              <a:gdLst/>
              <a:ahLst/>
              <a:cxnLst/>
              <a:rect l="0" t="0" r="0" b="0"/>
              <a:pathLst>
                <a:path w="2054" h="8413">
                  <a:moveTo>
                    <a:pt x="2054" y="0"/>
                  </a:moveTo>
                  <a:lnTo>
                    <a:pt x="0" y="84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6" name="Output_receptor__4675">
              <a:extLst>
                <a:ext uri="{FF2B5EF4-FFF2-40B4-BE49-F238E27FC236}">
                  <a16:creationId xmlns:a16="http://schemas.microsoft.com/office/drawing/2014/main" id="{0854BD00-A9F3-20B6-A0BD-7FF1F173BE49}"/>
                </a:ext>
              </a:extLst>
            </p:cNvPr>
            <p:cNvSpPr>
              <a:spLocks noGrp="1"/>
            </p:cNvSpPr>
            <p:nvPr/>
          </p:nvSpPr>
          <p:spPr>
            <a:xfrm>
              <a:off x="16731728" y="4171614"/>
              <a:ext cx="62280" cy="27994"/>
            </a:xfrm>
            <a:custGeom>
              <a:avLst/>
              <a:gdLst/>
              <a:ahLst/>
              <a:cxnLst/>
              <a:rect l="0" t="0" r="0" b="0"/>
              <a:pathLst>
                <a:path w="62280" h="27994">
                  <a:moveTo>
                    <a:pt x="0" y="0"/>
                  </a:moveTo>
                  <a:lnTo>
                    <a:pt x="62280" y="27994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7" name="Output_receptor__4676">
              <a:extLst>
                <a:ext uri="{FF2B5EF4-FFF2-40B4-BE49-F238E27FC236}">
                  <a16:creationId xmlns:a16="http://schemas.microsoft.com/office/drawing/2014/main" id="{9E5D4092-7888-282A-0177-BC4B69446FC0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80978"/>
              <a:ext cx="59107" cy="11525"/>
            </a:xfrm>
            <a:custGeom>
              <a:avLst/>
              <a:gdLst/>
              <a:ahLst/>
              <a:cxnLst/>
              <a:rect l="0" t="0" r="0" b="0"/>
              <a:pathLst>
                <a:path w="59107" h="11525">
                  <a:moveTo>
                    <a:pt x="0" y="0"/>
                  </a:moveTo>
                  <a:lnTo>
                    <a:pt x="59107" y="1152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8" name="Output_receptor__4677">
              <a:extLst>
                <a:ext uri="{FF2B5EF4-FFF2-40B4-BE49-F238E27FC236}">
                  <a16:creationId xmlns:a16="http://schemas.microsoft.com/office/drawing/2014/main" id="{C86A125E-02FA-BC87-03C5-08EDB6123E0A}"/>
                </a:ext>
              </a:extLst>
            </p:cNvPr>
            <p:cNvSpPr>
              <a:spLocks noGrp="1"/>
            </p:cNvSpPr>
            <p:nvPr/>
          </p:nvSpPr>
          <p:spPr>
            <a:xfrm>
              <a:off x="16143010" y="3284666"/>
              <a:ext cx="62105" cy="10809"/>
            </a:xfrm>
            <a:custGeom>
              <a:avLst/>
              <a:gdLst/>
              <a:ahLst/>
              <a:cxnLst/>
              <a:rect l="0" t="0" r="0" b="0"/>
              <a:pathLst>
                <a:path w="62105" h="10809">
                  <a:moveTo>
                    <a:pt x="62105" y="0"/>
                  </a:moveTo>
                  <a:lnTo>
                    <a:pt x="0" y="1080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9" name="Output_receptor__4678">
              <a:extLst>
                <a:ext uri="{FF2B5EF4-FFF2-40B4-BE49-F238E27FC236}">
                  <a16:creationId xmlns:a16="http://schemas.microsoft.com/office/drawing/2014/main" id="{F16BEDB5-4514-0F87-93CC-9C2CE3E8F6E5}"/>
                </a:ext>
              </a:extLst>
            </p:cNvPr>
            <p:cNvSpPr>
              <a:spLocks noGrp="1"/>
            </p:cNvSpPr>
            <p:nvPr/>
          </p:nvSpPr>
          <p:spPr>
            <a:xfrm>
              <a:off x="15451878" y="4042864"/>
              <a:ext cx="68161" cy="23065"/>
            </a:xfrm>
            <a:custGeom>
              <a:avLst/>
              <a:gdLst/>
              <a:ahLst/>
              <a:cxnLst/>
              <a:rect l="0" t="0" r="0" b="0"/>
              <a:pathLst>
                <a:path w="68161" h="23065">
                  <a:moveTo>
                    <a:pt x="0" y="23065"/>
                  </a:moveTo>
                  <a:lnTo>
                    <a:pt x="6816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0" name="Output_receptor__4679">
              <a:extLst>
                <a:ext uri="{FF2B5EF4-FFF2-40B4-BE49-F238E27FC236}">
                  <a16:creationId xmlns:a16="http://schemas.microsoft.com/office/drawing/2014/main" id="{999B733B-70F8-3543-AD28-0DA0C26134A8}"/>
                </a:ext>
              </a:extLst>
            </p:cNvPr>
            <p:cNvSpPr>
              <a:spLocks noGrp="1"/>
            </p:cNvSpPr>
            <p:nvPr/>
          </p:nvSpPr>
          <p:spPr>
            <a:xfrm>
              <a:off x="16112013" y="4525626"/>
              <a:ext cx="26084" cy="16449"/>
            </a:xfrm>
            <a:custGeom>
              <a:avLst/>
              <a:gdLst/>
              <a:ahLst/>
              <a:cxnLst/>
              <a:rect l="0" t="0" r="0" b="0"/>
              <a:pathLst>
                <a:path w="26084" h="16449">
                  <a:moveTo>
                    <a:pt x="26084" y="0"/>
                  </a:moveTo>
                  <a:lnTo>
                    <a:pt x="0" y="1644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1" name="Output_receptor__4680">
              <a:extLst>
                <a:ext uri="{FF2B5EF4-FFF2-40B4-BE49-F238E27FC236}">
                  <a16:creationId xmlns:a16="http://schemas.microsoft.com/office/drawing/2014/main" id="{D5D1862C-A63C-02DC-1C65-E141DCC36F1C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127372"/>
              <a:ext cx="33034" cy="9055"/>
            </a:xfrm>
            <a:custGeom>
              <a:avLst/>
              <a:gdLst/>
              <a:ahLst/>
              <a:cxnLst/>
              <a:rect l="0" t="0" r="0" b="0"/>
              <a:pathLst>
                <a:path w="33034" h="9055">
                  <a:moveTo>
                    <a:pt x="0" y="9055"/>
                  </a:moveTo>
                  <a:lnTo>
                    <a:pt x="330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2" name="Output_receptor__4681">
              <a:extLst>
                <a:ext uri="{FF2B5EF4-FFF2-40B4-BE49-F238E27FC236}">
                  <a16:creationId xmlns:a16="http://schemas.microsoft.com/office/drawing/2014/main" id="{92C929BB-C1AF-DFFA-1E32-7FFA8F56F1CC}"/>
                </a:ext>
              </a:extLst>
            </p:cNvPr>
            <p:cNvSpPr>
              <a:spLocks noGrp="1"/>
            </p:cNvSpPr>
            <p:nvPr/>
          </p:nvSpPr>
          <p:spPr>
            <a:xfrm>
              <a:off x="16029833" y="4456212"/>
              <a:ext cx="42134" cy="57113"/>
            </a:xfrm>
            <a:custGeom>
              <a:avLst/>
              <a:gdLst/>
              <a:ahLst/>
              <a:cxnLst/>
              <a:rect l="0" t="0" r="0" b="0"/>
              <a:pathLst>
                <a:path w="42134" h="57113">
                  <a:moveTo>
                    <a:pt x="42134" y="0"/>
                  </a:moveTo>
                  <a:lnTo>
                    <a:pt x="0" y="571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3" name="Output_receptor__4682">
              <a:extLst>
                <a:ext uri="{FF2B5EF4-FFF2-40B4-BE49-F238E27FC236}">
                  <a16:creationId xmlns:a16="http://schemas.microsoft.com/office/drawing/2014/main" id="{E0E48F43-FDD6-83C6-7D67-B3DC71BCAB9D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3963334"/>
              <a:ext cx="16377" cy="40839"/>
            </a:xfrm>
            <a:custGeom>
              <a:avLst/>
              <a:gdLst/>
              <a:ahLst/>
              <a:cxnLst/>
              <a:rect l="0" t="0" r="0" b="0"/>
              <a:pathLst>
                <a:path w="16377" h="40839">
                  <a:moveTo>
                    <a:pt x="16377" y="0"/>
                  </a:moveTo>
                  <a:lnTo>
                    <a:pt x="0" y="4083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4" name="Output_receptor__4683">
              <a:extLst>
                <a:ext uri="{FF2B5EF4-FFF2-40B4-BE49-F238E27FC236}">
                  <a16:creationId xmlns:a16="http://schemas.microsoft.com/office/drawing/2014/main" id="{38548DC5-D71E-6991-D67C-580D39195BFA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86045"/>
              <a:ext cx="39930" cy="33589"/>
            </a:xfrm>
            <a:custGeom>
              <a:avLst/>
              <a:gdLst/>
              <a:ahLst/>
              <a:cxnLst/>
              <a:rect l="0" t="0" r="0" b="0"/>
              <a:pathLst>
                <a:path w="39930" h="33589">
                  <a:moveTo>
                    <a:pt x="0" y="33589"/>
                  </a:moveTo>
                  <a:lnTo>
                    <a:pt x="39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5" name="Output_receptor__4684">
              <a:extLst>
                <a:ext uri="{FF2B5EF4-FFF2-40B4-BE49-F238E27FC236}">
                  <a16:creationId xmlns:a16="http://schemas.microsoft.com/office/drawing/2014/main" id="{8D67F587-91D6-9344-6166-B959041759B0}"/>
                </a:ext>
              </a:extLst>
            </p:cNvPr>
            <p:cNvSpPr>
              <a:spLocks noGrp="1"/>
            </p:cNvSpPr>
            <p:nvPr/>
          </p:nvSpPr>
          <p:spPr>
            <a:xfrm>
              <a:off x="16405345" y="3792503"/>
              <a:ext cx="29161" cy="42553"/>
            </a:xfrm>
            <a:custGeom>
              <a:avLst/>
              <a:gdLst/>
              <a:ahLst/>
              <a:cxnLst/>
              <a:rect l="0" t="0" r="0" b="0"/>
              <a:pathLst>
                <a:path w="29161" h="42553">
                  <a:moveTo>
                    <a:pt x="0" y="0"/>
                  </a:moveTo>
                  <a:lnTo>
                    <a:pt x="29161" y="42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6" name="Output_receptor__4685">
              <a:extLst>
                <a:ext uri="{FF2B5EF4-FFF2-40B4-BE49-F238E27FC236}">
                  <a16:creationId xmlns:a16="http://schemas.microsoft.com/office/drawing/2014/main" id="{AD3CD913-38B1-8075-9F88-7E51C75D86CB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71555"/>
              <a:ext cx="10934" cy="36560"/>
            </a:xfrm>
            <a:custGeom>
              <a:avLst/>
              <a:gdLst/>
              <a:ahLst/>
              <a:cxnLst/>
              <a:rect l="0" t="0" r="0" b="0"/>
              <a:pathLst>
                <a:path w="10934" h="36560">
                  <a:moveTo>
                    <a:pt x="0" y="36560"/>
                  </a:moveTo>
                  <a:lnTo>
                    <a:pt x="109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7" name="Output_receptor__4686">
              <a:extLst>
                <a:ext uri="{FF2B5EF4-FFF2-40B4-BE49-F238E27FC236}">
                  <a16:creationId xmlns:a16="http://schemas.microsoft.com/office/drawing/2014/main" id="{B0221117-651E-DA15-54FD-9C2F20BBA835}"/>
                </a:ext>
              </a:extLst>
            </p:cNvPr>
            <p:cNvSpPr>
              <a:spLocks noGrp="1"/>
            </p:cNvSpPr>
            <p:nvPr/>
          </p:nvSpPr>
          <p:spPr>
            <a:xfrm>
              <a:off x="16556717" y="3677198"/>
              <a:ext cx="54014" cy="48039"/>
            </a:xfrm>
            <a:custGeom>
              <a:avLst/>
              <a:gdLst/>
              <a:ahLst/>
              <a:cxnLst/>
              <a:rect l="0" t="0" r="0" b="0"/>
              <a:pathLst>
                <a:path w="54014" h="48039">
                  <a:moveTo>
                    <a:pt x="54014" y="4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8" name="Output_receptor__4687">
              <a:extLst>
                <a:ext uri="{FF2B5EF4-FFF2-40B4-BE49-F238E27FC236}">
                  <a16:creationId xmlns:a16="http://schemas.microsoft.com/office/drawing/2014/main" id="{ACD06F04-0BE1-D88B-67D8-69FA61BBB674}"/>
                </a:ext>
              </a:extLst>
            </p:cNvPr>
            <p:cNvSpPr>
              <a:spLocks noGrp="1"/>
            </p:cNvSpPr>
            <p:nvPr/>
          </p:nvSpPr>
          <p:spPr>
            <a:xfrm>
              <a:off x="15939112" y="4682516"/>
              <a:ext cx="18920" cy="45706"/>
            </a:xfrm>
            <a:custGeom>
              <a:avLst/>
              <a:gdLst/>
              <a:ahLst/>
              <a:cxnLst/>
              <a:rect l="0" t="0" r="0" b="0"/>
              <a:pathLst>
                <a:path w="18920" h="45706">
                  <a:moveTo>
                    <a:pt x="18920" y="45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9" name="Output_receptor__4688">
              <a:extLst>
                <a:ext uri="{FF2B5EF4-FFF2-40B4-BE49-F238E27FC236}">
                  <a16:creationId xmlns:a16="http://schemas.microsoft.com/office/drawing/2014/main" id="{E8EB7CFE-1B6A-42D0-6923-EDBFCC22A767}"/>
                </a:ext>
              </a:extLst>
            </p:cNvPr>
            <p:cNvSpPr>
              <a:spLocks noGrp="1"/>
            </p:cNvSpPr>
            <p:nvPr/>
          </p:nvSpPr>
          <p:spPr>
            <a:xfrm>
              <a:off x="15947192" y="4254239"/>
              <a:ext cx="13751" cy="68246"/>
            </a:xfrm>
            <a:custGeom>
              <a:avLst/>
              <a:gdLst/>
              <a:ahLst/>
              <a:cxnLst/>
              <a:rect l="0" t="0" r="0" b="0"/>
              <a:pathLst>
                <a:path w="13751" h="68246">
                  <a:moveTo>
                    <a:pt x="0" y="0"/>
                  </a:moveTo>
                  <a:lnTo>
                    <a:pt x="13751" y="6824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0" name="Output_receptor__4689">
              <a:extLst>
                <a:ext uri="{FF2B5EF4-FFF2-40B4-BE49-F238E27FC236}">
                  <a16:creationId xmlns:a16="http://schemas.microsoft.com/office/drawing/2014/main" id="{384C3527-8262-2605-061A-DA8E07EC627E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71359" cy="7481"/>
            </a:xfrm>
            <a:custGeom>
              <a:avLst/>
              <a:gdLst/>
              <a:ahLst/>
              <a:cxnLst/>
              <a:rect l="0" t="0" r="0" b="0"/>
              <a:pathLst>
                <a:path w="71359" h="7481">
                  <a:moveTo>
                    <a:pt x="71359" y="74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1" name="Output_receptor__4690">
              <a:extLst>
                <a:ext uri="{FF2B5EF4-FFF2-40B4-BE49-F238E27FC236}">
                  <a16:creationId xmlns:a16="http://schemas.microsoft.com/office/drawing/2014/main" id="{9627631B-DBE1-7B95-E967-CF4E657AF7F1}"/>
                </a:ext>
              </a:extLst>
            </p:cNvPr>
            <p:cNvSpPr>
              <a:spLocks noGrp="1"/>
            </p:cNvSpPr>
            <p:nvPr/>
          </p:nvSpPr>
          <p:spPr>
            <a:xfrm>
              <a:off x="15821231" y="4625741"/>
              <a:ext cx="1397" cy="60304"/>
            </a:xfrm>
            <a:custGeom>
              <a:avLst/>
              <a:gdLst/>
              <a:ahLst/>
              <a:cxnLst/>
              <a:rect l="0" t="0" r="0" b="0"/>
              <a:pathLst>
                <a:path w="1397" h="60304">
                  <a:moveTo>
                    <a:pt x="1397" y="603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2" name="Output_receptor__4691">
              <a:extLst>
                <a:ext uri="{FF2B5EF4-FFF2-40B4-BE49-F238E27FC236}">
                  <a16:creationId xmlns:a16="http://schemas.microsoft.com/office/drawing/2014/main" id="{ECBEACD3-1534-7509-010A-B36BAA5E63CE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78589"/>
              <a:ext cx="16733" cy="38303"/>
            </a:xfrm>
            <a:custGeom>
              <a:avLst/>
              <a:gdLst/>
              <a:ahLst/>
              <a:cxnLst/>
              <a:rect l="0" t="0" r="0" b="0"/>
              <a:pathLst>
                <a:path w="16733" h="38303">
                  <a:moveTo>
                    <a:pt x="16733" y="0"/>
                  </a:moveTo>
                  <a:lnTo>
                    <a:pt x="0" y="383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3" name="Output_receptor__4692">
              <a:extLst>
                <a:ext uri="{FF2B5EF4-FFF2-40B4-BE49-F238E27FC236}">
                  <a16:creationId xmlns:a16="http://schemas.microsoft.com/office/drawing/2014/main" id="{E47E2E50-9265-6352-D862-9ABE35240F3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2728"/>
              <a:ext cx="57529" cy="15308"/>
            </a:xfrm>
            <a:custGeom>
              <a:avLst/>
              <a:gdLst/>
              <a:ahLst/>
              <a:cxnLst/>
              <a:rect l="0" t="0" r="0" b="0"/>
              <a:pathLst>
                <a:path w="57529" h="15308">
                  <a:moveTo>
                    <a:pt x="0" y="0"/>
                  </a:moveTo>
                  <a:lnTo>
                    <a:pt x="57529" y="1530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4" name="Output_receptor__4693">
              <a:extLst>
                <a:ext uri="{FF2B5EF4-FFF2-40B4-BE49-F238E27FC236}">
                  <a16:creationId xmlns:a16="http://schemas.microsoft.com/office/drawing/2014/main" id="{B21E8B00-E639-AE66-B7E0-C6C1CE616B28}"/>
                </a:ext>
              </a:extLst>
            </p:cNvPr>
            <p:cNvSpPr>
              <a:spLocks noGrp="1"/>
            </p:cNvSpPr>
            <p:nvPr/>
          </p:nvSpPr>
          <p:spPr>
            <a:xfrm>
              <a:off x="16673951" y="4171614"/>
              <a:ext cx="57777" cy="43355"/>
            </a:xfrm>
            <a:custGeom>
              <a:avLst/>
              <a:gdLst/>
              <a:ahLst/>
              <a:cxnLst/>
              <a:rect l="0" t="0" r="0" b="0"/>
              <a:pathLst>
                <a:path w="57777" h="43355">
                  <a:moveTo>
                    <a:pt x="0" y="43355"/>
                  </a:moveTo>
                  <a:lnTo>
                    <a:pt x="5777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5" name="Output_receptor__4694">
              <a:extLst>
                <a:ext uri="{FF2B5EF4-FFF2-40B4-BE49-F238E27FC236}">
                  <a16:creationId xmlns:a16="http://schemas.microsoft.com/office/drawing/2014/main" id="{C388F4A2-36EF-06C7-DB53-549E5F258E9F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71157"/>
              <a:ext cx="44702" cy="17091"/>
            </a:xfrm>
            <a:custGeom>
              <a:avLst/>
              <a:gdLst/>
              <a:ahLst/>
              <a:cxnLst/>
              <a:rect l="0" t="0" r="0" b="0"/>
              <a:pathLst>
                <a:path w="44702" h="17091">
                  <a:moveTo>
                    <a:pt x="0" y="17091"/>
                  </a:moveTo>
                  <a:lnTo>
                    <a:pt x="44702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6" name="Output_receptor__4695">
              <a:extLst>
                <a:ext uri="{FF2B5EF4-FFF2-40B4-BE49-F238E27FC236}">
                  <a16:creationId xmlns:a16="http://schemas.microsoft.com/office/drawing/2014/main" id="{BD2A2E59-AF11-2C89-8A72-A0915BC1175E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364006"/>
              <a:ext cx="27676" cy="13448"/>
            </a:xfrm>
            <a:custGeom>
              <a:avLst/>
              <a:gdLst/>
              <a:ahLst/>
              <a:cxnLst/>
              <a:rect l="0" t="0" r="0" b="0"/>
              <a:pathLst>
                <a:path w="27676" h="13448">
                  <a:moveTo>
                    <a:pt x="0" y="0"/>
                  </a:moveTo>
                  <a:lnTo>
                    <a:pt x="27676" y="1344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7" name="Output_receptor__4696">
              <a:extLst>
                <a:ext uri="{FF2B5EF4-FFF2-40B4-BE49-F238E27FC236}">
                  <a16:creationId xmlns:a16="http://schemas.microsoft.com/office/drawing/2014/main" id="{6764F359-5093-360C-BBF3-72E76912944B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7035"/>
              <a:ext cx="46478" cy="25610"/>
            </a:xfrm>
            <a:custGeom>
              <a:avLst/>
              <a:gdLst/>
              <a:ahLst/>
              <a:cxnLst/>
              <a:rect l="0" t="0" r="0" b="0"/>
              <a:pathLst>
                <a:path w="46478" h="25610">
                  <a:moveTo>
                    <a:pt x="0" y="25610"/>
                  </a:moveTo>
                  <a:lnTo>
                    <a:pt x="4647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8" name="Output_receptor__4697">
              <a:extLst>
                <a:ext uri="{FF2B5EF4-FFF2-40B4-BE49-F238E27FC236}">
                  <a16:creationId xmlns:a16="http://schemas.microsoft.com/office/drawing/2014/main" id="{17D415B8-5E31-B05A-30AA-A0CF22E58F9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624647"/>
              <a:ext cx="10958" cy="18438"/>
            </a:xfrm>
            <a:custGeom>
              <a:avLst/>
              <a:gdLst/>
              <a:ahLst/>
              <a:cxnLst/>
              <a:rect l="0" t="0" r="0" b="0"/>
              <a:pathLst>
                <a:path w="10958" h="18438">
                  <a:moveTo>
                    <a:pt x="10958" y="0"/>
                  </a:moveTo>
                  <a:lnTo>
                    <a:pt x="0" y="1843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9" name="Output_receptor__4698">
              <a:extLst>
                <a:ext uri="{FF2B5EF4-FFF2-40B4-BE49-F238E27FC236}">
                  <a16:creationId xmlns:a16="http://schemas.microsoft.com/office/drawing/2014/main" id="{30BA2A60-38D7-8BC1-DA86-A6EB1670CBC6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4004173"/>
              <a:ext cx="25760" cy="61756"/>
            </a:xfrm>
            <a:custGeom>
              <a:avLst/>
              <a:gdLst/>
              <a:ahLst/>
              <a:cxnLst/>
              <a:rect l="0" t="0" r="0" b="0"/>
              <a:pathLst>
                <a:path w="25760" h="61756">
                  <a:moveTo>
                    <a:pt x="0" y="0"/>
                  </a:moveTo>
                  <a:lnTo>
                    <a:pt x="25760" y="6175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0" name="Output_receptor__4699">
              <a:extLst>
                <a:ext uri="{FF2B5EF4-FFF2-40B4-BE49-F238E27FC236}">
                  <a16:creationId xmlns:a16="http://schemas.microsoft.com/office/drawing/2014/main" id="{39920CE0-C631-78C5-2A9A-F75FFC61B339}"/>
                </a:ext>
              </a:extLst>
            </p:cNvPr>
            <p:cNvSpPr>
              <a:spLocks noGrp="1"/>
            </p:cNvSpPr>
            <p:nvPr/>
          </p:nvSpPr>
          <p:spPr>
            <a:xfrm>
              <a:off x="16568976" y="3725237"/>
              <a:ext cx="41756" cy="52799"/>
            </a:xfrm>
            <a:custGeom>
              <a:avLst/>
              <a:gdLst/>
              <a:ahLst/>
              <a:cxnLst/>
              <a:rect l="0" t="0" r="0" b="0"/>
              <a:pathLst>
                <a:path w="41756" h="52799">
                  <a:moveTo>
                    <a:pt x="0" y="52799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1" name="Output_receptor__4700">
              <a:extLst>
                <a:ext uri="{FF2B5EF4-FFF2-40B4-BE49-F238E27FC236}">
                  <a16:creationId xmlns:a16="http://schemas.microsoft.com/office/drawing/2014/main" id="{90664F52-64BA-D7AE-B08D-2063213C8F58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196599"/>
              <a:ext cx="12138" cy="48928"/>
            </a:xfrm>
            <a:custGeom>
              <a:avLst/>
              <a:gdLst/>
              <a:ahLst/>
              <a:cxnLst/>
              <a:rect l="0" t="0" r="0" b="0"/>
              <a:pathLst>
                <a:path w="12138" h="48928">
                  <a:moveTo>
                    <a:pt x="0" y="48928"/>
                  </a:moveTo>
                  <a:lnTo>
                    <a:pt x="12138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02" name="Output_receptor__4701">
              <a:extLst>
                <a:ext uri="{FF2B5EF4-FFF2-40B4-BE49-F238E27FC236}">
                  <a16:creationId xmlns:a16="http://schemas.microsoft.com/office/drawing/2014/main" id="{F7EDFACB-F8E9-0F0A-9C95-C22410E960B6}"/>
                </a:ext>
              </a:extLst>
            </p:cNvPr>
            <p:cNvSpPr>
              <a:spLocks noGrp="1"/>
            </p:cNvSpPr>
            <p:nvPr/>
          </p:nvSpPr>
          <p:spPr>
            <a:xfrm>
              <a:off x="16366383" y="3685429"/>
              <a:ext cx="60214" cy="35048"/>
            </a:xfrm>
            <a:custGeom>
              <a:avLst/>
              <a:gdLst/>
              <a:ahLst/>
              <a:cxnLst/>
              <a:rect l="0" t="0" r="0" b="0"/>
              <a:pathLst>
                <a:path w="60214" h="35048">
                  <a:moveTo>
                    <a:pt x="0" y="0"/>
                  </a:moveTo>
                  <a:lnTo>
                    <a:pt x="60214" y="3504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3" name="Output_receptor__4702">
              <a:extLst>
                <a:ext uri="{FF2B5EF4-FFF2-40B4-BE49-F238E27FC236}">
                  <a16:creationId xmlns:a16="http://schemas.microsoft.com/office/drawing/2014/main" id="{4D3C4F5E-A1E6-4A9E-3DB7-9BDC20493092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77593"/>
              <a:ext cx="15426" cy="9595"/>
            </a:xfrm>
            <a:custGeom>
              <a:avLst/>
              <a:gdLst/>
              <a:ahLst/>
              <a:cxnLst/>
              <a:rect l="0" t="0" r="0" b="0"/>
              <a:pathLst>
                <a:path w="15426" h="9595">
                  <a:moveTo>
                    <a:pt x="0" y="0"/>
                  </a:moveTo>
                  <a:lnTo>
                    <a:pt x="15426" y="959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4" name="Output_receptor__4703">
              <a:extLst>
                <a:ext uri="{FF2B5EF4-FFF2-40B4-BE49-F238E27FC236}">
                  <a16:creationId xmlns:a16="http://schemas.microsoft.com/office/drawing/2014/main" id="{9AAF5623-0D80-3DEC-FD41-ADAABF926462}"/>
                </a:ext>
              </a:extLst>
            </p:cNvPr>
            <p:cNvSpPr>
              <a:spLocks noGrp="1"/>
            </p:cNvSpPr>
            <p:nvPr/>
          </p:nvSpPr>
          <p:spPr>
            <a:xfrm>
              <a:off x="16169215" y="3933471"/>
              <a:ext cx="2448" cy="63563"/>
            </a:xfrm>
            <a:custGeom>
              <a:avLst/>
              <a:gdLst/>
              <a:ahLst/>
              <a:cxnLst/>
              <a:rect l="0" t="0" r="0" b="0"/>
              <a:pathLst>
                <a:path w="2448" h="63563">
                  <a:moveTo>
                    <a:pt x="0" y="63563"/>
                  </a:moveTo>
                  <a:lnTo>
                    <a:pt x="24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5" name="Output_receptor__4704">
              <a:extLst>
                <a:ext uri="{FF2B5EF4-FFF2-40B4-BE49-F238E27FC236}">
                  <a16:creationId xmlns:a16="http://schemas.microsoft.com/office/drawing/2014/main" id="{81DA3877-ECB3-F5D3-7857-CB4F4D503C90}"/>
                </a:ext>
              </a:extLst>
            </p:cNvPr>
            <p:cNvSpPr>
              <a:spLocks noGrp="1"/>
            </p:cNvSpPr>
            <p:nvPr/>
          </p:nvSpPr>
          <p:spPr>
            <a:xfrm>
              <a:off x="15601167" y="4116920"/>
              <a:ext cx="10475" cy="61669"/>
            </a:xfrm>
            <a:custGeom>
              <a:avLst/>
              <a:gdLst/>
              <a:ahLst/>
              <a:cxnLst/>
              <a:rect l="0" t="0" r="0" b="0"/>
              <a:pathLst>
                <a:path w="10475" h="61669">
                  <a:moveTo>
                    <a:pt x="10475" y="0"/>
                  </a:moveTo>
                  <a:lnTo>
                    <a:pt x="0" y="6166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6" name="Output_receptor__4705">
              <a:extLst>
                <a:ext uri="{FF2B5EF4-FFF2-40B4-BE49-F238E27FC236}">
                  <a16:creationId xmlns:a16="http://schemas.microsoft.com/office/drawing/2014/main" id="{DD5E26F7-E187-5F8E-35E7-1E81E22D9BC7}"/>
                </a:ext>
              </a:extLst>
            </p:cNvPr>
            <p:cNvSpPr>
              <a:spLocks noGrp="1"/>
            </p:cNvSpPr>
            <p:nvPr/>
          </p:nvSpPr>
          <p:spPr>
            <a:xfrm>
              <a:off x="15923839" y="4445751"/>
              <a:ext cx="35455" cy="41054"/>
            </a:xfrm>
            <a:custGeom>
              <a:avLst/>
              <a:gdLst/>
              <a:ahLst/>
              <a:cxnLst/>
              <a:rect l="0" t="0" r="0" b="0"/>
              <a:pathLst>
                <a:path w="35455" h="41054">
                  <a:moveTo>
                    <a:pt x="35455" y="0"/>
                  </a:moveTo>
                  <a:lnTo>
                    <a:pt x="0" y="410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7" name="Output_receptor__4706">
              <a:extLst>
                <a:ext uri="{FF2B5EF4-FFF2-40B4-BE49-F238E27FC236}">
                  <a16:creationId xmlns:a16="http://schemas.microsoft.com/office/drawing/2014/main" id="{8410B12F-AE88-5346-A2CB-ADFC509A7684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527211"/>
              <a:ext cx="70549" cy="15086"/>
            </a:xfrm>
            <a:custGeom>
              <a:avLst/>
              <a:gdLst/>
              <a:ahLst/>
              <a:cxnLst/>
              <a:rect l="0" t="0" r="0" b="0"/>
              <a:pathLst>
                <a:path w="70549" h="15086">
                  <a:moveTo>
                    <a:pt x="70549" y="15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8" name="Output_receptor__4707">
              <a:extLst>
                <a:ext uri="{FF2B5EF4-FFF2-40B4-BE49-F238E27FC236}">
                  <a16:creationId xmlns:a16="http://schemas.microsoft.com/office/drawing/2014/main" id="{1A6AD664-CCD4-D101-A238-3137D87027C5}"/>
                </a:ext>
              </a:extLst>
            </p:cNvPr>
            <p:cNvSpPr>
              <a:spLocks noGrp="1"/>
            </p:cNvSpPr>
            <p:nvPr/>
          </p:nvSpPr>
          <p:spPr>
            <a:xfrm>
              <a:off x="16225484" y="4233684"/>
              <a:ext cx="15987" cy="46125"/>
            </a:xfrm>
            <a:custGeom>
              <a:avLst/>
              <a:gdLst/>
              <a:ahLst/>
              <a:cxnLst/>
              <a:rect l="0" t="0" r="0" b="0"/>
              <a:pathLst>
                <a:path w="15987" h="46125">
                  <a:moveTo>
                    <a:pt x="15987" y="461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9" name="Output_receptor__4708">
              <a:extLst>
                <a:ext uri="{FF2B5EF4-FFF2-40B4-BE49-F238E27FC236}">
                  <a16:creationId xmlns:a16="http://schemas.microsoft.com/office/drawing/2014/main" id="{A8993940-8538-B8F8-9B95-08CA0B2480E8}"/>
                </a:ext>
              </a:extLst>
            </p:cNvPr>
            <p:cNvSpPr>
              <a:spLocks noGrp="1"/>
            </p:cNvSpPr>
            <p:nvPr/>
          </p:nvSpPr>
          <p:spPr>
            <a:xfrm>
              <a:off x="15959294" y="4420974"/>
              <a:ext cx="45831" cy="24777"/>
            </a:xfrm>
            <a:custGeom>
              <a:avLst/>
              <a:gdLst/>
              <a:ahLst/>
              <a:cxnLst/>
              <a:rect l="0" t="0" r="0" b="0"/>
              <a:pathLst>
                <a:path w="45831" h="24777">
                  <a:moveTo>
                    <a:pt x="45831" y="0"/>
                  </a:moveTo>
                  <a:lnTo>
                    <a:pt x="0" y="24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0" name="Output_receptor__4709">
              <a:extLst>
                <a:ext uri="{FF2B5EF4-FFF2-40B4-BE49-F238E27FC236}">
                  <a16:creationId xmlns:a16="http://schemas.microsoft.com/office/drawing/2014/main" id="{4DA64098-6E7F-348A-6FAB-C53E09812023}"/>
                </a:ext>
              </a:extLst>
            </p:cNvPr>
            <p:cNvSpPr>
              <a:spLocks noGrp="1"/>
            </p:cNvSpPr>
            <p:nvPr/>
          </p:nvSpPr>
          <p:spPr>
            <a:xfrm>
              <a:off x="16071967" y="4456212"/>
              <a:ext cx="37673" cy="16744"/>
            </a:xfrm>
            <a:custGeom>
              <a:avLst/>
              <a:gdLst/>
              <a:ahLst/>
              <a:cxnLst/>
              <a:rect l="0" t="0" r="0" b="0"/>
              <a:pathLst>
                <a:path w="37673" h="16744">
                  <a:moveTo>
                    <a:pt x="37673" y="16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1" name="Output_receptor__4710">
              <a:extLst>
                <a:ext uri="{FF2B5EF4-FFF2-40B4-BE49-F238E27FC236}">
                  <a16:creationId xmlns:a16="http://schemas.microsoft.com/office/drawing/2014/main" id="{720307EF-4207-1AAB-39F9-9D777E57AD2B}"/>
                </a:ext>
              </a:extLst>
            </p:cNvPr>
            <p:cNvSpPr>
              <a:spLocks noGrp="1"/>
            </p:cNvSpPr>
            <p:nvPr/>
          </p:nvSpPr>
          <p:spPr>
            <a:xfrm>
              <a:off x="16201710" y="3635211"/>
              <a:ext cx="65413" cy="15109"/>
            </a:xfrm>
            <a:custGeom>
              <a:avLst/>
              <a:gdLst/>
              <a:ahLst/>
              <a:cxnLst/>
              <a:rect l="0" t="0" r="0" b="0"/>
              <a:pathLst>
                <a:path w="65413" h="15109">
                  <a:moveTo>
                    <a:pt x="6541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2" name="Output_receptor__4711">
              <a:extLst>
                <a:ext uri="{FF2B5EF4-FFF2-40B4-BE49-F238E27FC236}">
                  <a16:creationId xmlns:a16="http://schemas.microsoft.com/office/drawing/2014/main" id="{65634AE0-9FD2-CBBE-2CC5-8850248F8A2C}"/>
                </a:ext>
              </a:extLst>
            </p:cNvPr>
            <p:cNvSpPr>
              <a:spLocks noGrp="1"/>
            </p:cNvSpPr>
            <p:nvPr/>
          </p:nvSpPr>
          <p:spPr>
            <a:xfrm>
              <a:off x="15520039" y="4042864"/>
              <a:ext cx="27375" cy="32786"/>
            </a:xfrm>
            <a:custGeom>
              <a:avLst/>
              <a:gdLst/>
              <a:ahLst/>
              <a:cxnLst/>
              <a:rect l="0" t="0" r="0" b="0"/>
              <a:pathLst>
                <a:path w="27375" h="32786">
                  <a:moveTo>
                    <a:pt x="0" y="0"/>
                  </a:moveTo>
                  <a:lnTo>
                    <a:pt x="27375" y="32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3" name="Output_receptor__4712">
              <a:extLst>
                <a:ext uri="{FF2B5EF4-FFF2-40B4-BE49-F238E27FC236}">
                  <a16:creationId xmlns:a16="http://schemas.microsoft.com/office/drawing/2014/main" id="{5419681C-C885-6BEA-29AC-1471EB5484EB}"/>
                </a:ext>
              </a:extLst>
            </p:cNvPr>
            <p:cNvSpPr>
              <a:spLocks noGrp="1"/>
            </p:cNvSpPr>
            <p:nvPr/>
          </p:nvSpPr>
          <p:spPr>
            <a:xfrm>
              <a:off x="15548716" y="2645600"/>
              <a:ext cx="21669" cy="68781"/>
            </a:xfrm>
            <a:custGeom>
              <a:avLst/>
              <a:gdLst/>
              <a:ahLst/>
              <a:cxnLst/>
              <a:rect l="0" t="0" r="0" b="0"/>
              <a:pathLst>
                <a:path w="21669" h="68781">
                  <a:moveTo>
                    <a:pt x="0" y="0"/>
                  </a:moveTo>
                  <a:lnTo>
                    <a:pt x="21669" y="687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4" name="Output_receptor__4713">
              <a:extLst>
                <a:ext uri="{FF2B5EF4-FFF2-40B4-BE49-F238E27FC236}">
                  <a16:creationId xmlns:a16="http://schemas.microsoft.com/office/drawing/2014/main" id="{747E4039-4B67-B187-AE97-11D5CE58FAD8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833620"/>
              <a:ext cx="70318" cy="11338"/>
            </a:xfrm>
            <a:custGeom>
              <a:avLst/>
              <a:gdLst/>
              <a:ahLst/>
              <a:cxnLst/>
              <a:rect l="0" t="0" r="0" b="0"/>
              <a:pathLst>
                <a:path w="70318" h="11338">
                  <a:moveTo>
                    <a:pt x="70318" y="1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5" name="Output_receptor__4714">
              <a:extLst>
                <a:ext uri="{FF2B5EF4-FFF2-40B4-BE49-F238E27FC236}">
                  <a16:creationId xmlns:a16="http://schemas.microsoft.com/office/drawing/2014/main" id="{DB264442-72AA-92FA-D86B-D900048AB4E7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80024"/>
              <a:ext cx="17297" cy="1926"/>
            </a:xfrm>
            <a:custGeom>
              <a:avLst/>
              <a:gdLst/>
              <a:ahLst/>
              <a:cxnLst/>
              <a:rect l="0" t="0" r="0" b="0"/>
              <a:pathLst>
                <a:path w="17297" h="1926">
                  <a:moveTo>
                    <a:pt x="0" y="1926"/>
                  </a:moveTo>
                  <a:lnTo>
                    <a:pt x="1729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6" name="Output_receptor__4715">
              <a:extLst>
                <a:ext uri="{FF2B5EF4-FFF2-40B4-BE49-F238E27FC236}">
                  <a16:creationId xmlns:a16="http://schemas.microsoft.com/office/drawing/2014/main" id="{BB51B62D-AF84-256C-B0F1-6498E2D8AC1E}"/>
                </a:ext>
              </a:extLst>
            </p:cNvPr>
            <p:cNvSpPr>
              <a:spLocks noGrp="1"/>
            </p:cNvSpPr>
            <p:nvPr/>
          </p:nvSpPr>
          <p:spPr>
            <a:xfrm>
              <a:off x="15847570" y="4386436"/>
              <a:ext cx="49500" cy="46203"/>
            </a:xfrm>
            <a:custGeom>
              <a:avLst/>
              <a:gdLst/>
              <a:ahLst/>
              <a:cxnLst/>
              <a:rect l="0" t="0" r="0" b="0"/>
              <a:pathLst>
                <a:path w="49500" h="46203">
                  <a:moveTo>
                    <a:pt x="49500" y="0"/>
                  </a:moveTo>
                  <a:lnTo>
                    <a:pt x="0" y="462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7" name="Output_receptor__4716">
              <a:extLst>
                <a:ext uri="{FF2B5EF4-FFF2-40B4-BE49-F238E27FC236}">
                  <a16:creationId xmlns:a16="http://schemas.microsoft.com/office/drawing/2014/main" id="{37DFDB6C-40F7-CF1F-6547-DD75A89BC54E}"/>
                </a:ext>
              </a:extLst>
            </p:cNvPr>
            <p:cNvSpPr>
              <a:spLocks noGrp="1"/>
            </p:cNvSpPr>
            <p:nvPr/>
          </p:nvSpPr>
          <p:spPr>
            <a:xfrm>
              <a:off x="16372975" y="3835056"/>
              <a:ext cx="61531" cy="37193"/>
            </a:xfrm>
            <a:custGeom>
              <a:avLst/>
              <a:gdLst/>
              <a:ahLst/>
              <a:cxnLst/>
              <a:rect l="0" t="0" r="0" b="0"/>
              <a:pathLst>
                <a:path w="61531" h="37193">
                  <a:moveTo>
                    <a:pt x="61531" y="0"/>
                  </a:moveTo>
                  <a:lnTo>
                    <a:pt x="0" y="3719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8" name="Output_receptor__4717">
              <a:extLst>
                <a:ext uri="{FF2B5EF4-FFF2-40B4-BE49-F238E27FC236}">
                  <a16:creationId xmlns:a16="http://schemas.microsoft.com/office/drawing/2014/main" id="{F59E89C0-14ED-6842-E38E-E6FE49B4C2E4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723709"/>
              <a:ext cx="56251" cy="17777"/>
            </a:xfrm>
            <a:custGeom>
              <a:avLst/>
              <a:gdLst/>
              <a:ahLst/>
              <a:cxnLst/>
              <a:rect l="0" t="0" r="0" b="0"/>
              <a:pathLst>
                <a:path w="56251" h="17777">
                  <a:moveTo>
                    <a:pt x="56251" y="1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9" name="Output_receptor__4718">
              <a:extLst>
                <a:ext uri="{FF2B5EF4-FFF2-40B4-BE49-F238E27FC236}">
                  <a16:creationId xmlns:a16="http://schemas.microsoft.com/office/drawing/2014/main" id="{C4B7F454-E9B7-FF3F-D7E1-01220A5A162D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16609" cy="45292"/>
            </a:xfrm>
            <a:custGeom>
              <a:avLst/>
              <a:gdLst/>
              <a:ahLst/>
              <a:cxnLst/>
              <a:rect l="0" t="0" r="0" b="0"/>
              <a:pathLst>
                <a:path w="16609" h="45292">
                  <a:moveTo>
                    <a:pt x="16609" y="452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0" name="Output_receptor__4719">
              <a:extLst>
                <a:ext uri="{FF2B5EF4-FFF2-40B4-BE49-F238E27FC236}">
                  <a16:creationId xmlns:a16="http://schemas.microsoft.com/office/drawing/2014/main" id="{29E3DE03-95C3-4673-C0E3-3EE16A42C526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52716"/>
              <a:ext cx="2174" cy="1538"/>
            </a:xfrm>
            <a:custGeom>
              <a:avLst/>
              <a:gdLst/>
              <a:ahLst/>
              <a:cxnLst/>
              <a:rect l="0" t="0" r="0" b="0"/>
              <a:pathLst>
                <a:path w="2174" h="1538">
                  <a:moveTo>
                    <a:pt x="0" y="1538"/>
                  </a:moveTo>
                  <a:lnTo>
                    <a:pt x="217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1" name="Output_receptor__4720">
              <a:extLst>
                <a:ext uri="{FF2B5EF4-FFF2-40B4-BE49-F238E27FC236}">
                  <a16:creationId xmlns:a16="http://schemas.microsoft.com/office/drawing/2014/main" id="{42588009-3E37-CEE7-325B-F8912B53BBD0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279809"/>
              <a:ext cx="30176" cy="59085"/>
            </a:xfrm>
            <a:custGeom>
              <a:avLst/>
              <a:gdLst/>
              <a:ahLst/>
              <a:cxnLst/>
              <a:rect l="0" t="0" r="0" b="0"/>
              <a:pathLst>
                <a:path w="30176" h="59085">
                  <a:moveTo>
                    <a:pt x="0" y="59085"/>
                  </a:moveTo>
                  <a:lnTo>
                    <a:pt x="3017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2" name="Output_receptor__4721">
              <a:extLst>
                <a:ext uri="{FF2B5EF4-FFF2-40B4-BE49-F238E27FC236}">
                  <a16:creationId xmlns:a16="http://schemas.microsoft.com/office/drawing/2014/main" id="{AE787FB1-6771-7B53-47D0-8D308893DFAC}"/>
                </a:ext>
              </a:extLst>
            </p:cNvPr>
            <p:cNvSpPr>
              <a:spLocks noGrp="1"/>
            </p:cNvSpPr>
            <p:nvPr/>
          </p:nvSpPr>
          <p:spPr>
            <a:xfrm>
              <a:off x="16280115" y="3936967"/>
              <a:ext cx="65694" cy="8893"/>
            </a:xfrm>
            <a:custGeom>
              <a:avLst/>
              <a:gdLst/>
              <a:ahLst/>
              <a:cxnLst/>
              <a:rect l="0" t="0" r="0" b="0"/>
              <a:pathLst>
                <a:path w="65694" h="8893">
                  <a:moveTo>
                    <a:pt x="65694" y="8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3" name="Output_receptor__4722">
              <a:extLst>
                <a:ext uri="{FF2B5EF4-FFF2-40B4-BE49-F238E27FC236}">
                  <a16:creationId xmlns:a16="http://schemas.microsoft.com/office/drawing/2014/main" id="{31315E32-676A-49C2-852B-050A6BB8BC82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130453"/>
              <a:ext cx="69793" cy="13139"/>
            </a:xfrm>
            <a:custGeom>
              <a:avLst/>
              <a:gdLst/>
              <a:ahLst/>
              <a:cxnLst/>
              <a:rect l="0" t="0" r="0" b="0"/>
              <a:pathLst>
                <a:path w="69793" h="13139">
                  <a:moveTo>
                    <a:pt x="69793" y="13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4" name="Output_receptor__4723">
              <a:extLst>
                <a:ext uri="{FF2B5EF4-FFF2-40B4-BE49-F238E27FC236}">
                  <a16:creationId xmlns:a16="http://schemas.microsoft.com/office/drawing/2014/main" id="{810F7BBF-6641-61FA-0CEF-F32A7E4B45EF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25959"/>
              <a:ext cx="24619" cy="45232"/>
            </a:xfrm>
            <a:custGeom>
              <a:avLst/>
              <a:gdLst/>
              <a:ahLst/>
              <a:cxnLst/>
              <a:rect l="0" t="0" r="0" b="0"/>
              <a:pathLst>
                <a:path w="24619" h="45232">
                  <a:moveTo>
                    <a:pt x="0" y="45232"/>
                  </a:moveTo>
                  <a:lnTo>
                    <a:pt x="24619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5" name="Output_receptor__4724">
              <a:extLst>
                <a:ext uri="{FF2B5EF4-FFF2-40B4-BE49-F238E27FC236}">
                  <a16:creationId xmlns:a16="http://schemas.microsoft.com/office/drawing/2014/main" id="{C3C0A9D9-CBF3-C4F6-04E8-A88CF4E2E061}"/>
                </a:ext>
              </a:extLst>
            </p:cNvPr>
            <p:cNvSpPr>
              <a:spLocks noGrp="1"/>
            </p:cNvSpPr>
            <p:nvPr/>
          </p:nvSpPr>
          <p:spPr>
            <a:xfrm>
              <a:off x="15737585" y="4360434"/>
              <a:ext cx="50441" cy="51121"/>
            </a:xfrm>
            <a:custGeom>
              <a:avLst/>
              <a:gdLst/>
              <a:ahLst/>
              <a:cxnLst/>
              <a:rect l="0" t="0" r="0" b="0"/>
              <a:pathLst>
                <a:path w="50441" h="51121">
                  <a:moveTo>
                    <a:pt x="50441" y="0"/>
                  </a:moveTo>
                  <a:lnTo>
                    <a:pt x="0" y="5112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6" name="Output_receptor__4725">
              <a:extLst>
                <a:ext uri="{FF2B5EF4-FFF2-40B4-BE49-F238E27FC236}">
                  <a16:creationId xmlns:a16="http://schemas.microsoft.com/office/drawing/2014/main" id="{092FD5E9-2B0F-BF25-416F-0FCCCE712C09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01385"/>
              <a:ext cx="70778" cy="14571"/>
            </a:xfrm>
            <a:custGeom>
              <a:avLst/>
              <a:gdLst/>
              <a:ahLst/>
              <a:cxnLst/>
              <a:rect l="0" t="0" r="0" b="0"/>
              <a:pathLst>
                <a:path w="70778" h="14571">
                  <a:moveTo>
                    <a:pt x="70778" y="0"/>
                  </a:moveTo>
                  <a:lnTo>
                    <a:pt x="0" y="1457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7" name="Output_receptor__4726">
              <a:extLst>
                <a:ext uri="{FF2B5EF4-FFF2-40B4-BE49-F238E27FC236}">
                  <a16:creationId xmlns:a16="http://schemas.microsoft.com/office/drawing/2014/main" id="{55219DC8-CC27-FA5F-361F-5AB10640B3D1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33735"/>
              <a:ext cx="35552" cy="4155"/>
            </a:xfrm>
            <a:custGeom>
              <a:avLst/>
              <a:gdLst/>
              <a:ahLst/>
              <a:cxnLst/>
              <a:rect l="0" t="0" r="0" b="0"/>
              <a:pathLst>
                <a:path w="35552" h="4155">
                  <a:moveTo>
                    <a:pt x="35552" y="0"/>
                  </a:moveTo>
                  <a:lnTo>
                    <a:pt x="0" y="41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8" name="Output_receptor__4727">
              <a:extLst>
                <a:ext uri="{FF2B5EF4-FFF2-40B4-BE49-F238E27FC236}">
                  <a16:creationId xmlns:a16="http://schemas.microsoft.com/office/drawing/2014/main" id="{03B093A1-A031-471F-98D9-0FE200A4A4A8}"/>
                </a:ext>
              </a:extLst>
            </p:cNvPr>
            <p:cNvSpPr>
              <a:spLocks noGrp="1"/>
            </p:cNvSpPr>
            <p:nvPr/>
          </p:nvSpPr>
          <p:spPr>
            <a:xfrm>
              <a:off x="15944062" y="4101385"/>
              <a:ext cx="18739" cy="69772"/>
            </a:xfrm>
            <a:custGeom>
              <a:avLst/>
              <a:gdLst/>
              <a:ahLst/>
              <a:cxnLst/>
              <a:rect l="0" t="0" r="0" b="0"/>
              <a:pathLst>
                <a:path w="18739" h="69772">
                  <a:moveTo>
                    <a:pt x="18739" y="697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9" name="Output_receptor__4728">
              <a:extLst>
                <a:ext uri="{FF2B5EF4-FFF2-40B4-BE49-F238E27FC236}">
                  <a16:creationId xmlns:a16="http://schemas.microsoft.com/office/drawing/2014/main" id="{496409B1-57B0-0DB0-4197-EEA2CF0A112D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77198"/>
              <a:ext cx="17027" cy="14981"/>
            </a:xfrm>
            <a:custGeom>
              <a:avLst/>
              <a:gdLst/>
              <a:ahLst/>
              <a:cxnLst/>
              <a:rect l="0" t="0" r="0" b="0"/>
              <a:pathLst>
                <a:path w="17027" h="14981">
                  <a:moveTo>
                    <a:pt x="17027" y="0"/>
                  </a:moveTo>
                  <a:lnTo>
                    <a:pt x="0" y="149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0" name="Output_receptor__4729">
              <a:extLst>
                <a:ext uri="{FF2B5EF4-FFF2-40B4-BE49-F238E27FC236}">
                  <a16:creationId xmlns:a16="http://schemas.microsoft.com/office/drawing/2014/main" id="{12BD8DFA-7515-C17F-CC12-562ADDCCEDDB}"/>
                </a:ext>
              </a:extLst>
            </p:cNvPr>
            <p:cNvSpPr>
              <a:spLocks noGrp="1"/>
            </p:cNvSpPr>
            <p:nvPr/>
          </p:nvSpPr>
          <p:spPr>
            <a:xfrm>
              <a:off x="15958032" y="4695977"/>
              <a:ext cx="63163" cy="32245"/>
            </a:xfrm>
            <a:custGeom>
              <a:avLst/>
              <a:gdLst/>
              <a:ahLst/>
              <a:cxnLst/>
              <a:rect l="0" t="0" r="0" b="0"/>
              <a:pathLst>
                <a:path w="63163" h="32245">
                  <a:moveTo>
                    <a:pt x="63163" y="0"/>
                  </a:moveTo>
                  <a:lnTo>
                    <a:pt x="0" y="32245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1" name="Output_receptor__4730">
              <a:extLst>
                <a:ext uri="{FF2B5EF4-FFF2-40B4-BE49-F238E27FC236}">
                  <a16:creationId xmlns:a16="http://schemas.microsoft.com/office/drawing/2014/main" id="{B00EEEC6-A105-B0DC-E82A-59C544AF4F0D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41509"/>
              <a:ext cx="65579" cy="21880"/>
            </a:xfrm>
            <a:custGeom>
              <a:avLst/>
              <a:gdLst/>
              <a:ahLst/>
              <a:cxnLst/>
              <a:rect l="0" t="0" r="0" b="0"/>
              <a:pathLst>
                <a:path w="65579" h="21880">
                  <a:moveTo>
                    <a:pt x="65579" y="0"/>
                  </a:moveTo>
                  <a:lnTo>
                    <a:pt x="0" y="2188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2" name="Output_receptor__4731">
              <a:extLst>
                <a:ext uri="{FF2B5EF4-FFF2-40B4-BE49-F238E27FC236}">
                  <a16:creationId xmlns:a16="http://schemas.microsoft.com/office/drawing/2014/main" id="{B6AC5EB5-CB9B-9449-3FD1-1D79378006C9}"/>
                </a:ext>
              </a:extLst>
            </p:cNvPr>
            <p:cNvSpPr>
              <a:spLocks noGrp="1"/>
            </p:cNvSpPr>
            <p:nvPr/>
          </p:nvSpPr>
          <p:spPr>
            <a:xfrm>
              <a:off x="16251837" y="3741487"/>
              <a:ext cx="40366" cy="15959"/>
            </a:xfrm>
            <a:custGeom>
              <a:avLst/>
              <a:gdLst/>
              <a:ahLst/>
              <a:cxnLst/>
              <a:rect l="0" t="0" r="0" b="0"/>
              <a:pathLst>
                <a:path w="40366" h="15959">
                  <a:moveTo>
                    <a:pt x="40366" y="159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3" name="Output_receptor__4732">
              <a:extLst>
                <a:ext uri="{FF2B5EF4-FFF2-40B4-BE49-F238E27FC236}">
                  <a16:creationId xmlns:a16="http://schemas.microsoft.com/office/drawing/2014/main" id="{BAE28390-EA10-D997-7CC6-CE7EDAD99C55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1811"/>
              <a:ext cx="24467" cy="4094"/>
            </a:xfrm>
            <a:custGeom>
              <a:avLst/>
              <a:gdLst/>
              <a:ahLst/>
              <a:cxnLst/>
              <a:rect l="0" t="0" r="0" b="0"/>
              <a:pathLst>
                <a:path w="24467" h="4094">
                  <a:moveTo>
                    <a:pt x="0" y="4094"/>
                  </a:moveTo>
                  <a:lnTo>
                    <a:pt x="2446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4" name="Output_receptor__4733">
              <a:extLst>
                <a:ext uri="{FF2B5EF4-FFF2-40B4-BE49-F238E27FC236}">
                  <a16:creationId xmlns:a16="http://schemas.microsoft.com/office/drawing/2014/main" id="{50257C14-071C-6349-D74E-5F04E00AD194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81450"/>
              <a:ext cx="65764" cy="25553"/>
            </a:xfrm>
            <a:custGeom>
              <a:avLst/>
              <a:gdLst/>
              <a:ahLst/>
              <a:cxnLst/>
              <a:rect l="0" t="0" r="0" b="0"/>
              <a:pathLst>
                <a:path w="65764" h="25553">
                  <a:moveTo>
                    <a:pt x="0" y="0"/>
                  </a:moveTo>
                  <a:lnTo>
                    <a:pt x="65764" y="25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5" name="Output_receptor__4734">
              <a:extLst>
                <a:ext uri="{FF2B5EF4-FFF2-40B4-BE49-F238E27FC236}">
                  <a16:creationId xmlns:a16="http://schemas.microsoft.com/office/drawing/2014/main" id="{68509670-91AE-E9B8-0497-720A176357F4}"/>
                </a:ext>
              </a:extLst>
            </p:cNvPr>
            <p:cNvSpPr>
              <a:spLocks noGrp="1"/>
            </p:cNvSpPr>
            <p:nvPr/>
          </p:nvSpPr>
          <p:spPr>
            <a:xfrm>
              <a:off x="16331570" y="4040574"/>
              <a:ext cx="53160" cy="5928"/>
            </a:xfrm>
            <a:custGeom>
              <a:avLst/>
              <a:gdLst/>
              <a:ahLst/>
              <a:cxnLst/>
              <a:rect l="0" t="0" r="0" b="0"/>
              <a:pathLst>
                <a:path w="53160" h="5928">
                  <a:moveTo>
                    <a:pt x="53160" y="5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6" name="Output_receptor__4735">
              <a:extLst>
                <a:ext uri="{FF2B5EF4-FFF2-40B4-BE49-F238E27FC236}">
                  <a16:creationId xmlns:a16="http://schemas.microsoft.com/office/drawing/2014/main" id="{E6FD84FA-CBDC-D4B8-79BA-F3B077DF6E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4027572"/>
              <a:ext cx="51382" cy="13002"/>
            </a:xfrm>
            <a:custGeom>
              <a:avLst/>
              <a:gdLst/>
              <a:ahLst/>
              <a:cxnLst/>
              <a:rect l="0" t="0" r="0" b="0"/>
              <a:pathLst>
                <a:path w="51382" h="13002">
                  <a:moveTo>
                    <a:pt x="51382" y="130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7" name="Output_receptor__4736">
              <a:extLst>
                <a:ext uri="{FF2B5EF4-FFF2-40B4-BE49-F238E27FC236}">
                  <a16:creationId xmlns:a16="http://schemas.microsoft.com/office/drawing/2014/main" id="{A747166B-5701-8FA7-7AA4-B56CC9E91BB3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6240"/>
              <a:ext cx="50470" cy="29564"/>
            </a:xfrm>
            <a:custGeom>
              <a:avLst/>
              <a:gdLst/>
              <a:ahLst/>
              <a:cxnLst/>
              <a:rect l="0" t="0" r="0" b="0"/>
              <a:pathLst>
                <a:path w="50470" h="29564">
                  <a:moveTo>
                    <a:pt x="50470" y="0"/>
                  </a:moveTo>
                  <a:lnTo>
                    <a:pt x="0" y="295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8" name="Output_receptor__4737">
              <a:extLst>
                <a:ext uri="{FF2B5EF4-FFF2-40B4-BE49-F238E27FC236}">
                  <a16:creationId xmlns:a16="http://schemas.microsoft.com/office/drawing/2014/main" id="{437E19B2-D4D1-F1E5-AEBB-82D82663B5F7}"/>
                </a:ext>
              </a:extLst>
            </p:cNvPr>
            <p:cNvSpPr>
              <a:spLocks noGrp="1"/>
            </p:cNvSpPr>
            <p:nvPr/>
          </p:nvSpPr>
          <p:spPr>
            <a:xfrm>
              <a:off x="16016548" y="4487572"/>
              <a:ext cx="13285" cy="25753"/>
            </a:xfrm>
            <a:custGeom>
              <a:avLst/>
              <a:gdLst/>
              <a:ahLst/>
              <a:cxnLst/>
              <a:rect l="0" t="0" r="0" b="0"/>
              <a:pathLst>
                <a:path w="13285" h="25753">
                  <a:moveTo>
                    <a:pt x="13285" y="25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9" name="Output_receptor__4738">
              <a:extLst>
                <a:ext uri="{FF2B5EF4-FFF2-40B4-BE49-F238E27FC236}">
                  <a16:creationId xmlns:a16="http://schemas.microsoft.com/office/drawing/2014/main" id="{75DA9101-5E93-849D-D106-BF82BC5BD5E8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07854"/>
              <a:ext cx="55514" cy="45201"/>
            </a:xfrm>
            <a:custGeom>
              <a:avLst/>
              <a:gdLst/>
              <a:ahLst/>
              <a:cxnLst/>
              <a:rect l="0" t="0" r="0" b="0"/>
              <a:pathLst>
                <a:path w="55514" h="45201">
                  <a:moveTo>
                    <a:pt x="0" y="45201"/>
                  </a:moveTo>
                  <a:lnTo>
                    <a:pt x="5551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0" name="Output_receptor__4739">
              <a:extLst>
                <a:ext uri="{FF2B5EF4-FFF2-40B4-BE49-F238E27FC236}">
                  <a16:creationId xmlns:a16="http://schemas.microsoft.com/office/drawing/2014/main" id="{653124F9-D8A2-1CA3-1606-22B7574B8603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38344"/>
              <a:ext cx="46342" cy="10206"/>
            </a:xfrm>
            <a:custGeom>
              <a:avLst/>
              <a:gdLst/>
              <a:ahLst/>
              <a:cxnLst/>
              <a:rect l="0" t="0" r="0" b="0"/>
              <a:pathLst>
                <a:path w="46342" h="10206">
                  <a:moveTo>
                    <a:pt x="46342" y="0"/>
                  </a:moveTo>
                  <a:lnTo>
                    <a:pt x="0" y="102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1" name="Output_receptor__4740">
              <a:extLst>
                <a:ext uri="{FF2B5EF4-FFF2-40B4-BE49-F238E27FC236}">
                  <a16:creationId xmlns:a16="http://schemas.microsoft.com/office/drawing/2014/main" id="{A50CFDDF-6A85-4205-4F50-DA2CD697945B}"/>
                </a:ext>
              </a:extLst>
            </p:cNvPr>
            <p:cNvSpPr>
              <a:spLocks noGrp="1"/>
            </p:cNvSpPr>
            <p:nvPr/>
          </p:nvSpPr>
          <p:spPr>
            <a:xfrm>
              <a:off x="16109640" y="4472956"/>
              <a:ext cx="2373" cy="69119"/>
            </a:xfrm>
            <a:custGeom>
              <a:avLst/>
              <a:gdLst/>
              <a:ahLst/>
              <a:cxnLst/>
              <a:rect l="0" t="0" r="0" b="0"/>
              <a:pathLst>
                <a:path w="2373" h="69119">
                  <a:moveTo>
                    <a:pt x="2373" y="691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2" name="Output_receptor__4741">
              <a:extLst>
                <a:ext uri="{FF2B5EF4-FFF2-40B4-BE49-F238E27FC236}">
                  <a16:creationId xmlns:a16="http://schemas.microsoft.com/office/drawing/2014/main" id="{871E73EB-AA99-CC39-7D9A-E389BE6DD549}"/>
                </a:ext>
              </a:extLst>
            </p:cNvPr>
            <p:cNvSpPr>
              <a:spLocks noGrp="1"/>
            </p:cNvSpPr>
            <p:nvPr/>
          </p:nvSpPr>
          <p:spPr>
            <a:xfrm>
              <a:off x="16132284" y="4166240"/>
              <a:ext cx="51783" cy="18937"/>
            </a:xfrm>
            <a:custGeom>
              <a:avLst/>
              <a:gdLst/>
              <a:ahLst/>
              <a:cxnLst/>
              <a:rect l="0" t="0" r="0" b="0"/>
              <a:pathLst>
                <a:path w="51783" h="18937">
                  <a:moveTo>
                    <a:pt x="51783" y="18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3" name="Output_receptor__4742">
              <a:extLst>
                <a:ext uri="{FF2B5EF4-FFF2-40B4-BE49-F238E27FC236}">
                  <a16:creationId xmlns:a16="http://schemas.microsoft.com/office/drawing/2014/main" id="{178A4C20-E621-E610-EDD4-B48F0BEC0924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609653"/>
              <a:ext cx="23215" cy="25557"/>
            </a:xfrm>
            <a:custGeom>
              <a:avLst/>
              <a:gdLst/>
              <a:ahLst/>
              <a:cxnLst/>
              <a:rect l="0" t="0" r="0" b="0"/>
              <a:pathLst>
                <a:path w="23215" h="25557">
                  <a:moveTo>
                    <a:pt x="23215" y="25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4" name="Output_receptor__4743">
              <a:extLst>
                <a:ext uri="{FF2B5EF4-FFF2-40B4-BE49-F238E27FC236}">
                  <a16:creationId xmlns:a16="http://schemas.microsoft.com/office/drawing/2014/main" id="{72944A33-D79E-CF5D-02DD-752B257890AD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075650"/>
              <a:ext cx="32382" cy="60777"/>
            </a:xfrm>
            <a:custGeom>
              <a:avLst/>
              <a:gdLst/>
              <a:ahLst/>
              <a:cxnLst/>
              <a:rect l="0" t="0" r="0" b="0"/>
              <a:pathLst>
                <a:path w="32382" h="60777">
                  <a:moveTo>
                    <a:pt x="32382" y="0"/>
                  </a:moveTo>
                  <a:lnTo>
                    <a:pt x="0" y="60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5" name="Output_receptor__4744">
              <a:extLst>
                <a:ext uri="{FF2B5EF4-FFF2-40B4-BE49-F238E27FC236}">
                  <a16:creationId xmlns:a16="http://schemas.microsoft.com/office/drawing/2014/main" id="{ABC0AD47-50DF-86AF-78EB-0D5C664F1468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78203"/>
              <a:ext cx="18416" cy="7226"/>
            </a:xfrm>
            <a:custGeom>
              <a:avLst/>
              <a:gdLst/>
              <a:ahLst/>
              <a:cxnLst/>
              <a:rect l="0" t="0" r="0" b="0"/>
              <a:pathLst>
                <a:path w="18416" h="7226">
                  <a:moveTo>
                    <a:pt x="0" y="0"/>
                  </a:moveTo>
                  <a:lnTo>
                    <a:pt x="18416" y="722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6" name="Output_receptor__4745">
              <a:extLst>
                <a:ext uri="{FF2B5EF4-FFF2-40B4-BE49-F238E27FC236}">
                  <a16:creationId xmlns:a16="http://schemas.microsoft.com/office/drawing/2014/main" id="{01E2183A-A165-6E3F-A617-911DBA040445}"/>
                </a:ext>
              </a:extLst>
            </p:cNvPr>
            <p:cNvSpPr>
              <a:spLocks noGrp="1"/>
            </p:cNvSpPr>
            <p:nvPr/>
          </p:nvSpPr>
          <p:spPr>
            <a:xfrm>
              <a:off x="16524529" y="3855237"/>
              <a:ext cx="69736" cy="16244"/>
            </a:xfrm>
            <a:custGeom>
              <a:avLst/>
              <a:gdLst/>
              <a:ahLst/>
              <a:cxnLst/>
              <a:rect l="0" t="0" r="0" b="0"/>
              <a:pathLst>
                <a:path w="69736" h="16244">
                  <a:moveTo>
                    <a:pt x="0" y="0"/>
                  </a:moveTo>
                  <a:lnTo>
                    <a:pt x="69736" y="1624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7" name="Output_receptor__4746">
              <a:extLst>
                <a:ext uri="{FF2B5EF4-FFF2-40B4-BE49-F238E27FC236}">
                  <a16:creationId xmlns:a16="http://schemas.microsoft.com/office/drawing/2014/main" id="{5851293C-18AC-C5D1-5360-45AE91006FA4}"/>
                </a:ext>
              </a:extLst>
            </p:cNvPr>
            <p:cNvSpPr>
              <a:spLocks noGrp="1"/>
            </p:cNvSpPr>
            <p:nvPr/>
          </p:nvSpPr>
          <p:spPr>
            <a:xfrm>
              <a:off x="15669962" y="3954772"/>
              <a:ext cx="71137" cy="10684"/>
            </a:xfrm>
            <a:custGeom>
              <a:avLst/>
              <a:gdLst/>
              <a:ahLst/>
              <a:cxnLst/>
              <a:rect l="0" t="0" r="0" b="0"/>
              <a:pathLst>
                <a:path w="71137" h="10684">
                  <a:moveTo>
                    <a:pt x="0" y="0"/>
                  </a:moveTo>
                  <a:lnTo>
                    <a:pt x="71137" y="1068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8" name="Output_receptor__4747">
              <a:extLst>
                <a:ext uri="{FF2B5EF4-FFF2-40B4-BE49-F238E27FC236}">
                  <a16:creationId xmlns:a16="http://schemas.microsoft.com/office/drawing/2014/main" id="{6083A3A3-1F06-A7FB-CF3F-339E0AC5BA28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6074" cy="23970"/>
            </a:xfrm>
            <a:custGeom>
              <a:avLst/>
              <a:gdLst/>
              <a:ahLst/>
              <a:cxnLst/>
              <a:rect l="0" t="0" r="0" b="0"/>
              <a:pathLst>
                <a:path w="6074" h="23970">
                  <a:moveTo>
                    <a:pt x="0" y="0"/>
                  </a:moveTo>
                  <a:lnTo>
                    <a:pt x="6074" y="239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9" name="Output_receptor__4748">
              <a:extLst>
                <a:ext uri="{FF2B5EF4-FFF2-40B4-BE49-F238E27FC236}">
                  <a16:creationId xmlns:a16="http://schemas.microsoft.com/office/drawing/2014/main" id="{AA705A7B-05AC-A07B-CA61-3BBBEA38DAAD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61451"/>
              <a:ext cx="42107" cy="19527"/>
            </a:xfrm>
            <a:custGeom>
              <a:avLst/>
              <a:gdLst/>
              <a:ahLst/>
              <a:cxnLst/>
              <a:rect l="0" t="0" r="0" b="0"/>
              <a:pathLst>
                <a:path w="42107" h="19527">
                  <a:moveTo>
                    <a:pt x="42107" y="0"/>
                  </a:moveTo>
                  <a:lnTo>
                    <a:pt x="0" y="1952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0" name="Output_receptor__4749">
              <a:extLst>
                <a:ext uri="{FF2B5EF4-FFF2-40B4-BE49-F238E27FC236}">
                  <a16:creationId xmlns:a16="http://schemas.microsoft.com/office/drawing/2014/main" id="{2A68125C-A20D-4A1C-7D4C-D1BD84D0982F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43142"/>
              <a:ext cx="48308" cy="36415"/>
            </a:xfrm>
            <a:custGeom>
              <a:avLst/>
              <a:gdLst/>
              <a:ahLst/>
              <a:cxnLst/>
              <a:rect l="0" t="0" r="0" b="0"/>
              <a:pathLst>
                <a:path w="48308" h="36415">
                  <a:moveTo>
                    <a:pt x="48308" y="0"/>
                  </a:moveTo>
                  <a:lnTo>
                    <a:pt x="0" y="364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1" name="Output_receptor__4750">
              <a:extLst>
                <a:ext uri="{FF2B5EF4-FFF2-40B4-BE49-F238E27FC236}">
                  <a16:creationId xmlns:a16="http://schemas.microsoft.com/office/drawing/2014/main" id="{2E051630-CD2A-CA98-0FB0-275E788E42A6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205980"/>
              <a:ext cx="10037" cy="8990"/>
            </a:xfrm>
            <a:custGeom>
              <a:avLst/>
              <a:gdLst/>
              <a:ahLst/>
              <a:cxnLst/>
              <a:rect l="0" t="0" r="0" b="0"/>
              <a:pathLst>
                <a:path w="10037" h="8990">
                  <a:moveTo>
                    <a:pt x="0" y="0"/>
                  </a:moveTo>
                  <a:lnTo>
                    <a:pt x="10037" y="899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2" name="Output_receptor__4751">
              <a:extLst>
                <a:ext uri="{FF2B5EF4-FFF2-40B4-BE49-F238E27FC236}">
                  <a16:creationId xmlns:a16="http://schemas.microsoft.com/office/drawing/2014/main" id="{A82B2A7D-4A41-7760-CC51-574414F3DFF9}"/>
                </a:ext>
              </a:extLst>
            </p:cNvPr>
            <p:cNvSpPr>
              <a:spLocks noGrp="1"/>
            </p:cNvSpPr>
            <p:nvPr/>
          </p:nvSpPr>
          <p:spPr>
            <a:xfrm>
              <a:off x="15748235" y="4541509"/>
              <a:ext cx="34443" cy="48135"/>
            </a:xfrm>
            <a:custGeom>
              <a:avLst/>
              <a:gdLst/>
              <a:ahLst/>
              <a:cxnLst/>
              <a:rect l="0" t="0" r="0" b="0"/>
              <a:pathLst>
                <a:path w="34443" h="48135">
                  <a:moveTo>
                    <a:pt x="34443" y="481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3" name="Output_receptor__4752">
              <a:extLst>
                <a:ext uri="{FF2B5EF4-FFF2-40B4-BE49-F238E27FC236}">
                  <a16:creationId xmlns:a16="http://schemas.microsoft.com/office/drawing/2014/main" id="{D8F95117-DCED-CB89-9C37-08D2CD02D186}"/>
                </a:ext>
              </a:extLst>
            </p:cNvPr>
            <p:cNvSpPr>
              <a:spLocks noGrp="1"/>
            </p:cNvSpPr>
            <p:nvPr/>
          </p:nvSpPr>
          <p:spPr>
            <a:xfrm>
              <a:off x="16736172" y="3994981"/>
              <a:ext cx="60979" cy="22055"/>
            </a:xfrm>
            <a:custGeom>
              <a:avLst/>
              <a:gdLst/>
              <a:ahLst/>
              <a:cxnLst/>
              <a:rect l="0" t="0" r="0" b="0"/>
              <a:pathLst>
                <a:path w="60979" h="22055">
                  <a:moveTo>
                    <a:pt x="60979" y="22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4" name="Output_receptor__4753">
              <a:extLst>
                <a:ext uri="{FF2B5EF4-FFF2-40B4-BE49-F238E27FC236}">
                  <a16:creationId xmlns:a16="http://schemas.microsoft.com/office/drawing/2014/main" id="{D0F80271-2633-85A6-526E-BFA6EACAB030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245526"/>
              <a:ext cx="69687" cy="15353"/>
            </a:xfrm>
            <a:custGeom>
              <a:avLst/>
              <a:gdLst/>
              <a:ahLst/>
              <a:cxnLst/>
              <a:rect l="0" t="0" r="0" b="0"/>
              <a:pathLst>
                <a:path w="69687" h="15353">
                  <a:moveTo>
                    <a:pt x="69687" y="15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5" name="Output_receptor__4754">
              <a:extLst>
                <a:ext uri="{FF2B5EF4-FFF2-40B4-BE49-F238E27FC236}">
                  <a16:creationId xmlns:a16="http://schemas.microsoft.com/office/drawing/2014/main" id="{CAB77085-37A9-9011-4E6F-6514B93F4A0E}"/>
                </a:ext>
              </a:extLst>
            </p:cNvPr>
            <p:cNvSpPr>
              <a:spLocks noGrp="1"/>
            </p:cNvSpPr>
            <p:nvPr/>
          </p:nvSpPr>
          <p:spPr>
            <a:xfrm>
              <a:off x="16562820" y="3379451"/>
              <a:ext cx="50736" cy="30709"/>
            </a:xfrm>
            <a:custGeom>
              <a:avLst/>
              <a:gdLst/>
              <a:ahLst/>
              <a:cxnLst/>
              <a:rect l="0" t="0" r="0" b="0"/>
              <a:pathLst>
                <a:path w="50736" h="30709">
                  <a:moveTo>
                    <a:pt x="50736" y="307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56" name="Output_receptor__4755">
              <a:extLst>
                <a:ext uri="{FF2B5EF4-FFF2-40B4-BE49-F238E27FC236}">
                  <a16:creationId xmlns:a16="http://schemas.microsoft.com/office/drawing/2014/main" id="{E38A65F8-351D-D15E-00FD-82451133F999}"/>
                </a:ext>
              </a:extLst>
            </p:cNvPr>
            <p:cNvSpPr>
              <a:spLocks noGrp="1"/>
            </p:cNvSpPr>
            <p:nvPr/>
          </p:nvSpPr>
          <p:spPr>
            <a:xfrm>
              <a:off x="15823194" y="4432639"/>
              <a:ext cx="24376" cy="10297"/>
            </a:xfrm>
            <a:custGeom>
              <a:avLst/>
              <a:gdLst/>
              <a:ahLst/>
              <a:cxnLst/>
              <a:rect l="0" t="0" r="0" b="0"/>
              <a:pathLst>
                <a:path w="24376" h="10297">
                  <a:moveTo>
                    <a:pt x="24376" y="0"/>
                  </a:moveTo>
                  <a:lnTo>
                    <a:pt x="0" y="1029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7" name="Output_receptor__4756">
              <a:extLst>
                <a:ext uri="{FF2B5EF4-FFF2-40B4-BE49-F238E27FC236}">
                  <a16:creationId xmlns:a16="http://schemas.microsoft.com/office/drawing/2014/main" id="{B060E1F2-C8C8-2BA3-4B7D-B29A46CB92F7}"/>
                </a:ext>
              </a:extLst>
            </p:cNvPr>
            <p:cNvSpPr>
              <a:spLocks noGrp="1"/>
            </p:cNvSpPr>
            <p:nvPr/>
          </p:nvSpPr>
          <p:spPr>
            <a:xfrm>
              <a:off x="16388345" y="3720477"/>
              <a:ext cx="38252" cy="40974"/>
            </a:xfrm>
            <a:custGeom>
              <a:avLst/>
              <a:gdLst/>
              <a:ahLst/>
              <a:cxnLst/>
              <a:rect l="0" t="0" r="0" b="0"/>
              <a:pathLst>
                <a:path w="38252" h="40974">
                  <a:moveTo>
                    <a:pt x="38252" y="0"/>
                  </a:moveTo>
                  <a:lnTo>
                    <a:pt x="0" y="4097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8" name="Output_receptor__4757">
              <a:extLst>
                <a:ext uri="{FF2B5EF4-FFF2-40B4-BE49-F238E27FC236}">
                  <a16:creationId xmlns:a16="http://schemas.microsoft.com/office/drawing/2014/main" id="{3227EB90-3B2C-30EC-769E-0FE62FD105C7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3994981"/>
              <a:ext cx="39529" cy="49424"/>
            </a:xfrm>
            <a:custGeom>
              <a:avLst/>
              <a:gdLst/>
              <a:ahLst/>
              <a:cxnLst/>
              <a:rect l="0" t="0" r="0" b="0"/>
              <a:pathLst>
                <a:path w="39529" h="49424">
                  <a:moveTo>
                    <a:pt x="39529" y="0"/>
                  </a:moveTo>
                  <a:lnTo>
                    <a:pt x="0" y="4942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9" name="Output_receptor__4758">
              <a:extLst>
                <a:ext uri="{FF2B5EF4-FFF2-40B4-BE49-F238E27FC236}">
                  <a16:creationId xmlns:a16="http://schemas.microsoft.com/office/drawing/2014/main" id="{C34058E0-05A3-2B5B-BD7B-8ED156610168}"/>
                </a:ext>
              </a:extLst>
            </p:cNvPr>
            <p:cNvSpPr>
              <a:spLocks noGrp="1"/>
            </p:cNvSpPr>
            <p:nvPr/>
          </p:nvSpPr>
          <p:spPr>
            <a:xfrm>
              <a:off x="16009839" y="4626079"/>
              <a:ext cx="11356" cy="69899"/>
            </a:xfrm>
            <a:custGeom>
              <a:avLst/>
              <a:gdLst/>
              <a:ahLst/>
              <a:cxnLst/>
              <a:rect l="0" t="0" r="0" b="0"/>
              <a:pathLst>
                <a:path w="11356" h="69899">
                  <a:moveTo>
                    <a:pt x="0" y="0"/>
                  </a:moveTo>
                  <a:lnTo>
                    <a:pt x="11356" y="6989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60" name="Output_receptor__4759">
              <a:extLst>
                <a:ext uri="{FF2B5EF4-FFF2-40B4-BE49-F238E27FC236}">
                  <a16:creationId xmlns:a16="http://schemas.microsoft.com/office/drawing/2014/main" id="{6838AD56-D614-03A5-710E-9636920331D2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914896"/>
              <a:ext cx="25905" cy="22071"/>
            </a:xfrm>
            <a:custGeom>
              <a:avLst/>
              <a:gdLst/>
              <a:ahLst/>
              <a:cxnLst/>
              <a:rect l="0" t="0" r="0" b="0"/>
              <a:pathLst>
                <a:path w="25905" h="22071">
                  <a:moveTo>
                    <a:pt x="25905" y="22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1" name="Output_receptor__4760">
              <a:extLst>
                <a:ext uri="{FF2B5EF4-FFF2-40B4-BE49-F238E27FC236}">
                  <a16:creationId xmlns:a16="http://schemas.microsoft.com/office/drawing/2014/main" id="{6AC32D86-6E70-290F-2D25-76B0954FD937}"/>
                </a:ext>
              </a:extLst>
            </p:cNvPr>
            <p:cNvSpPr>
              <a:spLocks noGrp="1"/>
            </p:cNvSpPr>
            <p:nvPr/>
          </p:nvSpPr>
          <p:spPr>
            <a:xfrm>
              <a:off x="16236817" y="3542298"/>
              <a:ext cx="1930" cy="26815"/>
            </a:xfrm>
            <a:custGeom>
              <a:avLst/>
              <a:gdLst/>
              <a:ahLst/>
              <a:cxnLst/>
              <a:rect l="0" t="0" r="0" b="0"/>
              <a:pathLst>
                <a:path w="1930" h="26815">
                  <a:moveTo>
                    <a:pt x="0" y="26815"/>
                  </a:moveTo>
                  <a:lnTo>
                    <a:pt x="1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2" name="Output_receptor__4761">
              <a:extLst>
                <a:ext uri="{FF2B5EF4-FFF2-40B4-BE49-F238E27FC236}">
                  <a16:creationId xmlns:a16="http://schemas.microsoft.com/office/drawing/2014/main" id="{618F3E0A-ADFB-1898-A0DA-87A25459B8EB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51340"/>
              <a:ext cx="22337" cy="56775"/>
            </a:xfrm>
            <a:custGeom>
              <a:avLst/>
              <a:gdLst/>
              <a:ahLst/>
              <a:cxnLst/>
              <a:rect l="0" t="0" r="0" b="0"/>
              <a:pathLst>
                <a:path w="22337" h="56775">
                  <a:moveTo>
                    <a:pt x="22337" y="0"/>
                  </a:moveTo>
                  <a:lnTo>
                    <a:pt x="0" y="5677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3" name="Output_receptor__4762">
              <a:extLst>
                <a:ext uri="{FF2B5EF4-FFF2-40B4-BE49-F238E27FC236}">
                  <a16:creationId xmlns:a16="http://schemas.microsoft.com/office/drawing/2014/main" id="{CF18541D-874E-8066-5F38-675C34622507}"/>
                </a:ext>
              </a:extLst>
            </p:cNvPr>
            <p:cNvSpPr>
              <a:spLocks noGrp="1"/>
            </p:cNvSpPr>
            <p:nvPr/>
          </p:nvSpPr>
          <p:spPr>
            <a:xfrm>
              <a:off x="15847860" y="4207854"/>
              <a:ext cx="44475" cy="43487"/>
            </a:xfrm>
            <a:custGeom>
              <a:avLst/>
              <a:gdLst/>
              <a:ahLst/>
              <a:cxnLst/>
              <a:rect l="0" t="0" r="0" b="0"/>
              <a:pathLst>
                <a:path w="44475" h="43487">
                  <a:moveTo>
                    <a:pt x="0" y="0"/>
                  </a:moveTo>
                  <a:lnTo>
                    <a:pt x="44475" y="4348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4" name="Output_receptor__4763">
              <a:extLst>
                <a:ext uri="{FF2B5EF4-FFF2-40B4-BE49-F238E27FC236}">
                  <a16:creationId xmlns:a16="http://schemas.microsoft.com/office/drawing/2014/main" id="{586D842C-E448-826E-1014-463EBB308D5C}"/>
                </a:ext>
              </a:extLst>
            </p:cNvPr>
            <p:cNvSpPr>
              <a:spLocks noGrp="1"/>
            </p:cNvSpPr>
            <p:nvPr/>
          </p:nvSpPr>
          <p:spPr>
            <a:xfrm>
              <a:off x="15675439" y="4321672"/>
              <a:ext cx="39734" cy="21470"/>
            </a:xfrm>
            <a:custGeom>
              <a:avLst/>
              <a:gdLst/>
              <a:ahLst/>
              <a:cxnLst/>
              <a:rect l="0" t="0" r="0" b="0"/>
              <a:pathLst>
                <a:path w="39734" h="21470">
                  <a:moveTo>
                    <a:pt x="39734" y="0"/>
                  </a:moveTo>
                  <a:lnTo>
                    <a:pt x="0" y="214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5" name="Output_receptor__4764">
              <a:extLst>
                <a:ext uri="{FF2B5EF4-FFF2-40B4-BE49-F238E27FC236}">
                  <a16:creationId xmlns:a16="http://schemas.microsoft.com/office/drawing/2014/main" id="{8A36E8FA-E570-1F0C-9436-9667ACB8F327}"/>
                </a:ext>
              </a:extLst>
            </p:cNvPr>
            <p:cNvSpPr>
              <a:spLocks noGrp="1"/>
            </p:cNvSpPr>
            <p:nvPr/>
          </p:nvSpPr>
          <p:spPr>
            <a:xfrm>
              <a:off x="16613021" y="4128573"/>
              <a:ext cx="58192" cy="5962"/>
            </a:xfrm>
            <a:custGeom>
              <a:avLst/>
              <a:gdLst/>
              <a:ahLst/>
              <a:cxnLst/>
              <a:rect l="0" t="0" r="0" b="0"/>
              <a:pathLst>
                <a:path w="58192" h="5962">
                  <a:moveTo>
                    <a:pt x="0" y="0"/>
                  </a:moveTo>
                  <a:lnTo>
                    <a:pt x="58192" y="596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6" name="Output_receptor__4765">
              <a:extLst>
                <a:ext uri="{FF2B5EF4-FFF2-40B4-BE49-F238E27FC236}">
                  <a16:creationId xmlns:a16="http://schemas.microsoft.com/office/drawing/2014/main" id="{36ECEAFD-EEA7-4AEF-E888-C026CC8EA11D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495104"/>
              <a:ext cx="9657" cy="32108"/>
            </a:xfrm>
            <a:custGeom>
              <a:avLst/>
              <a:gdLst/>
              <a:ahLst/>
              <a:cxnLst/>
              <a:rect l="0" t="0" r="0" b="0"/>
              <a:pathLst>
                <a:path w="9657" h="32108">
                  <a:moveTo>
                    <a:pt x="0" y="32108"/>
                  </a:moveTo>
                  <a:lnTo>
                    <a:pt x="965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7" name="Output_receptor__4766">
              <a:extLst>
                <a:ext uri="{FF2B5EF4-FFF2-40B4-BE49-F238E27FC236}">
                  <a16:creationId xmlns:a16="http://schemas.microsoft.com/office/drawing/2014/main" id="{13BBBAE2-2EF7-3A24-7C19-C68E7416625C}"/>
                </a:ext>
              </a:extLst>
            </p:cNvPr>
            <p:cNvSpPr>
              <a:spLocks noGrp="1"/>
            </p:cNvSpPr>
            <p:nvPr/>
          </p:nvSpPr>
          <p:spPr>
            <a:xfrm>
              <a:off x="16297770" y="3844957"/>
              <a:ext cx="10088" cy="21866"/>
            </a:xfrm>
            <a:custGeom>
              <a:avLst/>
              <a:gdLst/>
              <a:ahLst/>
              <a:cxnLst/>
              <a:rect l="0" t="0" r="0" b="0"/>
              <a:pathLst>
                <a:path w="10088" h="21866">
                  <a:moveTo>
                    <a:pt x="10088" y="218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8" name="Output_receptor__4767">
              <a:extLst>
                <a:ext uri="{FF2B5EF4-FFF2-40B4-BE49-F238E27FC236}">
                  <a16:creationId xmlns:a16="http://schemas.microsoft.com/office/drawing/2014/main" id="{2F4A227E-6FA8-5EFE-B4BB-A10E91FFDE04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8573"/>
              <a:ext cx="39263" cy="36960"/>
            </a:xfrm>
            <a:custGeom>
              <a:avLst/>
              <a:gdLst/>
              <a:ahLst/>
              <a:cxnLst/>
              <a:rect l="0" t="0" r="0" b="0"/>
              <a:pathLst>
                <a:path w="39263" h="36960">
                  <a:moveTo>
                    <a:pt x="0" y="36960"/>
                  </a:moveTo>
                  <a:lnTo>
                    <a:pt x="392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9" name="Output_receptor__4768">
              <a:extLst>
                <a:ext uri="{FF2B5EF4-FFF2-40B4-BE49-F238E27FC236}">
                  <a16:creationId xmlns:a16="http://schemas.microsoft.com/office/drawing/2014/main" id="{A7CAABD8-1563-F567-2617-71CAB6BDD6A4}"/>
                </a:ext>
              </a:extLst>
            </p:cNvPr>
            <p:cNvSpPr>
              <a:spLocks noGrp="1"/>
            </p:cNvSpPr>
            <p:nvPr/>
          </p:nvSpPr>
          <p:spPr>
            <a:xfrm>
              <a:off x="16580091" y="3871481"/>
              <a:ext cx="14175" cy="66863"/>
            </a:xfrm>
            <a:custGeom>
              <a:avLst/>
              <a:gdLst/>
              <a:ahLst/>
              <a:cxnLst/>
              <a:rect l="0" t="0" r="0" b="0"/>
              <a:pathLst>
                <a:path w="14175" h="66863">
                  <a:moveTo>
                    <a:pt x="14175" y="0"/>
                  </a:moveTo>
                  <a:lnTo>
                    <a:pt x="0" y="668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0" name="Output_receptor__4769">
              <a:extLst>
                <a:ext uri="{FF2B5EF4-FFF2-40B4-BE49-F238E27FC236}">
                  <a16:creationId xmlns:a16="http://schemas.microsoft.com/office/drawing/2014/main" id="{2FB53B3C-4B3A-0D6C-0D80-30D56C368DE7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589644"/>
              <a:ext cx="44050" cy="53441"/>
            </a:xfrm>
            <a:custGeom>
              <a:avLst/>
              <a:gdLst/>
              <a:ahLst/>
              <a:cxnLst/>
              <a:rect l="0" t="0" r="0" b="0"/>
              <a:pathLst>
                <a:path w="44050" h="53441">
                  <a:moveTo>
                    <a:pt x="0" y="53441"/>
                  </a:moveTo>
                  <a:lnTo>
                    <a:pt x="4405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1" name="Output_receptor__4770">
              <a:extLst>
                <a:ext uri="{FF2B5EF4-FFF2-40B4-BE49-F238E27FC236}">
                  <a16:creationId xmlns:a16="http://schemas.microsoft.com/office/drawing/2014/main" id="{C64C86A5-B8B3-8D25-C3FC-7FE9B5E63A14}"/>
                </a:ext>
              </a:extLst>
            </p:cNvPr>
            <p:cNvSpPr>
              <a:spLocks noGrp="1"/>
            </p:cNvSpPr>
            <p:nvPr/>
          </p:nvSpPr>
          <p:spPr>
            <a:xfrm>
              <a:off x="15725793" y="3965457"/>
              <a:ext cx="15305" cy="68278"/>
            </a:xfrm>
            <a:custGeom>
              <a:avLst/>
              <a:gdLst/>
              <a:ahLst/>
              <a:cxnLst/>
              <a:rect l="0" t="0" r="0" b="0"/>
              <a:pathLst>
                <a:path w="15305" h="68278">
                  <a:moveTo>
                    <a:pt x="15305" y="0"/>
                  </a:moveTo>
                  <a:lnTo>
                    <a:pt x="0" y="6827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2" name="Output_receptor__4771">
              <a:extLst>
                <a:ext uri="{FF2B5EF4-FFF2-40B4-BE49-F238E27FC236}">
                  <a16:creationId xmlns:a16="http://schemas.microsoft.com/office/drawing/2014/main" id="{C079B6CC-55D4-47AC-CE46-357F662E805B}"/>
                </a:ext>
              </a:extLst>
            </p:cNvPr>
            <p:cNvSpPr>
              <a:spLocks noGrp="1"/>
            </p:cNvSpPr>
            <p:nvPr/>
          </p:nvSpPr>
          <p:spPr>
            <a:xfrm>
              <a:off x="15563133" y="4275969"/>
              <a:ext cx="50464" cy="40606"/>
            </a:xfrm>
            <a:custGeom>
              <a:avLst/>
              <a:gdLst/>
              <a:ahLst/>
              <a:cxnLst/>
              <a:rect l="0" t="0" r="0" b="0"/>
              <a:pathLst>
                <a:path w="50464" h="40606">
                  <a:moveTo>
                    <a:pt x="50464" y="0"/>
                  </a:moveTo>
                  <a:lnTo>
                    <a:pt x="0" y="406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3" name="Output_receptor__4772">
              <a:extLst>
                <a:ext uri="{FF2B5EF4-FFF2-40B4-BE49-F238E27FC236}">
                  <a16:creationId xmlns:a16="http://schemas.microsoft.com/office/drawing/2014/main" id="{20C92A22-571D-701E-C028-697180844823}"/>
                </a:ext>
              </a:extLst>
            </p:cNvPr>
            <p:cNvSpPr>
              <a:spLocks noGrp="1"/>
            </p:cNvSpPr>
            <p:nvPr/>
          </p:nvSpPr>
          <p:spPr>
            <a:xfrm>
              <a:off x="16783457" y="4017037"/>
              <a:ext cx="13694" cy="70151"/>
            </a:xfrm>
            <a:custGeom>
              <a:avLst/>
              <a:gdLst/>
              <a:ahLst/>
              <a:cxnLst/>
              <a:rect l="0" t="0" r="0" b="0"/>
              <a:pathLst>
                <a:path w="13694" h="70151">
                  <a:moveTo>
                    <a:pt x="0" y="70151"/>
                  </a:moveTo>
                  <a:lnTo>
                    <a:pt x="1369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4" name="Output_receptor__4773">
              <a:extLst>
                <a:ext uri="{FF2B5EF4-FFF2-40B4-BE49-F238E27FC236}">
                  <a16:creationId xmlns:a16="http://schemas.microsoft.com/office/drawing/2014/main" id="{641FAD93-80BC-4353-9DED-E170135E4440}"/>
                </a:ext>
              </a:extLst>
            </p:cNvPr>
            <p:cNvSpPr>
              <a:spLocks noGrp="1"/>
            </p:cNvSpPr>
            <p:nvPr/>
          </p:nvSpPr>
          <p:spPr>
            <a:xfrm>
              <a:off x="16005125" y="4420974"/>
              <a:ext cx="11423" cy="66598"/>
            </a:xfrm>
            <a:custGeom>
              <a:avLst/>
              <a:gdLst/>
              <a:ahLst/>
              <a:cxnLst/>
              <a:rect l="0" t="0" r="0" b="0"/>
              <a:pathLst>
                <a:path w="11423" h="66598">
                  <a:moveTo>
                    <a:pt x="11423" y="6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5" name="Output_receptor__4774">
              <a:extLst>
                <a:ext uri="{FF2B5EF4-FFF2-40B4-BE49-F238E27FC236}">
                  <a16:creationId xmlns:a16="http://schemas.microsoft.com/office/drawing/2014/main" id="{D417710E-2EC7-AFE6-964D-3FF35E0ABE67}"/>
                </a:ext>
              </a:extLst>
            </p:cNvPr>
            <p:cNvSpPr>
              <a:spLocks noGrp="1"/>
            </p:cNvSpPr>
            <p:nvPr/>
          </p:nvSpPr>
          <p:spPr>
            <a:xfrm>
              <a:off x="15570384" y="2714381"/>
              <a:ext cx="21379" cy="12179"/>
            </a:xfrm>
            <a:custGeom>
              <a:avLst/>
              <a:gdLst/>
              <a:ahLst/>
              <a:cxnLst/>
              <a:rect l="0" t="0" r="0" b="0"/>
              <a:pathLst>
                <a:path w="21379" h="12179">
                  <a:moveTo>
                    <a:pt x="0" y="0"/>
                  </a:moveTo>
                  <a:lnTo>
                    <a:pt x="21379" y="1217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6" name="Output_receptor__4775">
              <a:extLst>
                <a:ext uri="{FF2B5EF4-FFF2-40B4-BE49-F238E27FC236}">
                  <a16:creationId xmlns:a16="http://schemas.microsoft.com/office/drawing/2014/main" id="{CAB76472-D2D9-752B-1B6E-258FF461FE80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26079"/>
              <a:ext cx="71751" cy="12334"/>
            </a:xfrm>
            <a:custGeom>
              <a:avLst/>
              <a:gdLst/>
              <a:ahLst/>
              <a:cxnLst/>
              <a:rect l="0" t="0" r="0" b="0"/>
              <a:pathLst>
                <a:path w="71751" h="12334">
                  <a:moveTo>
                    <a:pt x="0" y="12334"/>
                  </a:moveTo>
                  <a:lnTo>
                    <a:pt x="71751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7" name="Output_receptor__4776">
              <a:extLst>
                <a:ext uri="{FF2B5EF4-FFF2-40B4-BE49-F238E27FC236}">
                  <a16:creationId xmlns:a16="http://schemas.microsoft.com/office/drawing/2014/main" id="{14F50C4A-8530-B9EA-505E-D05854E57484}"/>
                </a:ext>
              </a:extLst>
            </p:cNvPr>
            <p:cNvSpPr>
              <a:spLocks noGrp="1"/>
            </p:cNvSpPr>
            <p:nvPr/>
          </p:nvSpPr>
          <p:spPr>
            <a:xfrm>
              <a:off x="16409866" y="3607004"/>
              <a:ext cx="2326" cy="40764"/>
            </a:xfrm>
            <a:custGeom>
              <a:avLst/>
              <a:gdLst/>
              <a:ahLst/>
              <a:cxnLst/>
              <a:rect l="0" t="0" r="0" b="0"/>
              <a:pathLst>
                <a:path w="2326" h="40764">
                  <a:moveTo>
                    <a:pt x="0" y="0"/>
                  </a:moveTo>
                  <a:lnTo>
                    <a:pt x="2326" y="407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8" name="Output_receptor__4777">
              <a:extLst>
                <a:ext uri="{FF2B5EF4-FFF2-40B4-BE49-F238E27FC236}">
                  <a16:creationId xmlns:a16="http://schemas.microsoft.com/office/drawing/2014/main" id="{603DD3C2-2F2F-A8E5-33B5-1C4D021272EF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71191"/>
              <a:ext cx="62799" cy="36622"/>
            </a:xfrm>
            <a:custGeom>
              <a:avLst/>
              <a:gdLst/>
              <a:ahLst/>
              <a:cxnLst/>
              <a:rect l="0" t="0" r="0" b="0"/>
              <a:pathLst>
                <a:path w="62799" h="36622">
                  <a:moveTo>
                    <a:pt x="62799" y="36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9" name="Output_receptor__4778">
              <a:extLst>
                <a:ext uri="{FF2B5EF4-FFF2-40B4-BE49-F238E27FC236}">
                  <a16:creationId xmlns:a16="http://schemas.microsoft.com/office/drawing/2014/main" id="{7058ECE1-642E-6555-09BC-0303D581356D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15956"/>
              <a:ext cx="11581" cy="48323"/>
            </a:xfrm>
            <a:custGeom>
              <a:avLst/>
              <a:gdLst/>
              <a:ahLst/>
              <a:cxnLst/>
              <a:rect l="0" t="0" r="0" b="0"/>
              <a:pathLst>
                <a:path w="11581" h="48323">
                  <a:moveTo>
                    <a:pt x="0" y="0"/>
                  </a:moveTo>
                  <a:lnTo>
                    <a:pt x="11581" y="483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0" name="Output_receptor__4779">
              <a:extLst>
                <a:ext uri="{FF2B5EF4-FFF2-40B4-BE49-F238E27FC236}">
                  <a16:creationId xmlns:a16="http://schemas.microsoft.com/office/drawing/2014/main" id="{38CEFC6B-AFCA-4FF8-FF61-2F4ED1891A57}"/>
                </a:ext>
              </a:extLst>
            </p:cNvPr>
            <p:cNvSpPr>
              <a:spLocks noGrp="1"/>
            </p:cNvSpPr>
            <p:nvPr/>
          </p:nvSpPr>
          <p:spPr>
            <a:xfrm>
              <a:off x="15824565" y="3807813"/>
              <a:ext cx="9517" cy="72211"/>
            </a:xfrm>
            <a:custGeom>
              <a:avLst/>
              <a:gdLst/>
              <a:ahLst/>
              <a:cxnLst/>
              <a:rect l="0" t="0" r="0" b="0"/>
              <a:pathLst>
                <a:path w="9517" h="72211">
                  <a:moveTo>
                    <a:pt x="9517" y="722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81" name="Output_receptor__4780">
              <a:extLst>
                <a:ext uri="{FF2B5EF4-FFF2-40B4-BE49-F238E27FC236}">
                  <a16:creationId xmlns:a16="http://schemas.microsoft.com/office/drawing/2014/main" id="{41C0191B-7811-A59C-6C36-73CDDAA5B88B}"/>
                </a:ext>
              </a:extLst>
            </p:cNvPr>
            <p:cNvSpPr>
              <a:spLocks noGrp="1"/>
            </p:cNvSpPr>
            <p:nvPr/>
          </p:nvSpPr>
          <p:spPr>
            <a:xfrm>
              <a:off x="15788025" y="4360434"/>
              <a:ext cx="28402" cy="11839"/>
            </a:xfrm>
            <a:custGeom>
              <a:avLst/>
              <a:gdLst/>
              <a:ahLst/>
              <a:cxnLst/>
              <a:rect l="0" t="0" r="0" b="0"/>
              <a:pathLst>
                <a:path w="28402" h="11839">
                  <a:moveTo>
                    <a:pt x="28402" y="1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2" name="Output_receptor__4781">
              <a:extLst>
                <a:ext uri="{FF2B5EF4-FFF2-40B4-BE49-F238E27FC236}">
                  <a16:creationId xmlns:a16="http://schemas.microsoft.com/office/drawing/2014/main" id="{4FE5170C-3FA7-E960-9D27-E5C6C811259F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798710"/>
              <a:ext cx="13091" cy="34909"/>
            </a:xfrm>
            <a:custGeom>
              <a:avLst/>
              <a:gdLst/>
              <a:ahLst/>
              <a:cxnLst/>
              <a:rect l="0" t="0" r="0" b="0"/>
              <a:pathLst>
                <a:path w="13091" h="34909">
                  <a:moveTo>
                    <a:pt x="0" y="34909"/>
                  </a:moveTo>
                  <a:lnTo>
                    <a:pt x="1309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3" name="Output_receptor__4782">
              <a:extLst>
                <a:ext uri="{FF2B5EF4-FFF2-40B4-BE49-F238E27FC236}">
                  <a16:creationId xmlns:a16="http://schemas.microsoft.com/office/drawing/2014/main" id="{58A4026A-D45E-5E04-8BB2-ECB4AC916567}"/>
                </a:ext>
              </a:extLst>
            </p:cNvPr>
            <p:cNvSpPr>
              <a:spLocks noGrp="1"/>
            </p:cNvSpPr>
            <p:nvPr/>
          </p:nvSpPr>
          <p:spPr>
            <a:xfrm>
              <a:off x="16131517" y="3191392"/>
              <a:ext cx="5973" cy="69488"/>
            </a:xfrm>
            <a:custGeom>
              <a:avLst/>
              <a:gdLst/>
              <a:ahLst/>
              <a:cxnLst/>
              <a:rect l="0" t="0" r="0" b="0"/>
              <a:pathLst>
                <a:path w="5973" h="69488">
                  <a:moveTo>
                    <a:pt x="5973" y="0"/>
                  </a:moveTo>
                  <a:lnTo>
                    <a:pt x="0" y="6948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4" name="Output_receptor__4783">
              <a:extLst>
                <a:ext uri="{FF2B5EF4-FFF2-40B4-BE49-F238E27FC236}">
                  <a16:creationId xmlns:a16="http://schemas.microsoft.com/office/drawing/2014/main" id="{DC5B20D5-FC7B-6978-0700-804D21F14A44}"/>
                </a:ext>
              </a:extLst>
            </p:cNvPr>
            <p:cNvSpPr>
              <a:spLocks noGrp="1"/>
            </p:cNvSpPr>
            <p:nvPr/>
          </p:nvSpPr>
          <p:spPr>
            <a:xfrm>
              <a:off x="16235256" y="3650320"/>
              <a:ext cx="31867" cy="31541"/>
            </a:xfrm>
            <a:custGeom>
              <a:avLst/>
              <a:gdLst/>
              <a:ahLst/>
              <a:cxnLst/>
              <a:rect l="0" t="0" r="0" b="0"/>
              <a:pathLst>
                <a:path w="31867" h="31541">
                  <a:moveTo>
                    <a:pt x="0" y="31541"/>
                  </a:moveTo>
                  <a:lnTo>
                    <a:pt x="3186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5" name="Output_receptor__4784">
              <a:extLst>
                <a:ext uri="{FF2B5EF4-FFF2-40B4-BE49-F238E27FC236}">
                  <a16:creationId xmlns:a16="http://schemas.microsoft.com/office/drawing/2014/main" id="{E31535D2-09F9-F789-80D0-03717C49F314}"/>
                </a:ext>
              </a:extLst>
            </p:cNvPr>
            <p:cNvSpPr>
              <a:spLocks noGrp="1"/>
            </p:cNvSpPr>
            <p:nvPr/>
          </p:nvSpPr>
          <p:spPr>
            <a:xfrm>
              <a:off x="16158574" y="4185177"/>
              <a:ext cx="25493" cy="67539"/>
            </a:xfrm>
            <a:custGeom>
              <a:avLst/>
              <a:gdLst/>
              <a:ahLst/>
              <a:cxnLst/>
              <a:rect l="0" t="0" r="0" b="0"/>
              <a:pathLst>
                <a:path w="25493" h="67539">
                  <a:moveTo>
                    <a:pt x="0" y="67539"/>
                  </a:moveTo>
                  <a:lnTo>
                    <a:pt x="2549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6" name="Output_receptor__4785">
              <a:extLst>
                <a:ext uri="{FF2B5EF4-FFF2-40B4-BE49-F238E27FC236}">
                  <a16:creationId xmlns:a16="http://schemas.microsoft.com/office/drawing/2014/main" id="{33F55B9A-57F6-8726-050E-7D0F88D2F49E}"/>
                </a:ext>
              </a:extLst>
            </p:cNvPr>
            <p:cNvSpPr>
              <a:spLocks noGrp="1"/>
            </p:cNvSpPr>
            <p:nvPr/>
          </p:nvSpPr>
          <p:spPr>
            <a:xfrm>
              <a:off x="15897070" y="4386436"/>
              <a:ext cx="21102" cy="45735"/>
            </a:xfrm>
            <a:custGeom>
              <a:avLst/>
              <a:gdLst/>
              <a:ahLst/>
              <a:cxnLst/>
              <a:rect l="0" t="0" r="0" b="0"/>
              <a:pathLst>
                <a:path w="21102" h="45735">
                  <a:moveTo>
                    <a:pt x="21102" y="4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7" name="Output_receptor__4786">
              <a:extLst>
                <a:ext uri="{FF2B5EF4-FFF2-40B4-BE49-F238E27FC236}">
                  <a16:creationId xmlns:a16="http://schemas.microsoft.com/office/drawing/2014/main" id="{5BB3210B-5E65-0EC2-D27D-5EE53A42C708}"/>
                </a:ext>
              </a:extLst>
            </p:cNvPr>
            <p:cNvSpPr>
              <a:spLocks noGrp="1"/>
            </p:cNvSpPr>
            <p:nvPr/>
          </p:nvSpPr>
          <p:spPr>
            <a:xfrm>
              <a:off x="15455072" y="4237799"/>
              <a:ext cx="54189" cy="46402"/>
            </a:xfrm>
            <a:custGeom>
              <a:avLst/>
              <a:gdLst/>
              <a:ahLst/>
              <a:cxnLst/>
              <a:rect l="0" t="0" r="0" b="0"/>
              <a:pathLst>
                <a:path w="54189" h="46402">
                  <a:moveTo>
                    <a:pt x="54189" y="0"/>
                  </a:moveTo>
                  <a:lnTo>
                    <a:pt x="0" y="4640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8" name="Output_receptor__4787">
              <a:extLst>
                <a:ext uri="{FF2B5EF4-FFF2-40B4-BE49-F238E27FC236}">
                  <a16:creationId xmlns:a16="http://schemas.microsoft.com/office/drawing/2014/main" id="{F84AA326-0804-5D23-D8B8-A3E66EA54E0D}"/>
                </a:ext>
              </a:extLst>
            </p:cNvPr>
            <p:cNvSpPr>
              <a:spLocks noGrp="1"/>
            </p:cNvSpPr>
            <p:nvPr/>
          </p:nvSpPr>
          <p:spPr>
            <a:xfrm>
              <a:off x="15918172" y="4432171"/>
              <a:ext cx="5667" cy="54634"/>
            </a:xfrm>
            <a:custGeom>
              <a:avLst/>
              <a:gdLst/>
              <a:ahLst/>
              <a:cxnLst/>
              <a:rect l="0" t="0" r="0" b="0"/>
              <a:pathLst>
                <a:path w="5667" h="54634">
                  <a:moveTo>
                    <a:pt x="5667" y="54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9" name="Output_receptor__4788">
              <a:extLst>
                <a:ext uri="{FF2B5EF4-FFF2-40B4-BE49-F238E27FC236}">
                  <a16:creationId xmlns:a16="http://schemas.microsoft.com/office/drawing/2014/main" id="{B549ED30-1F15-04A7-2D7F-146874ABF3ED}"/>
                </a:ext>
              </a:extLst>
            </p:cNvPr>
            <p:cNvSpPr>
              <a:spLocks noGrp="1"/>
            </p:cNvSpPr>
            <p:nvPr/>
          </p:nvSpPr>
          <p:spPr>
            <a:xfrm>
              <a:off x="16047432" y="4099057"/>
              <a:ext cx="65282" cy="1656"/>
            </a:xfrm>
            <a:custGeom>
              <a:avLst/>
              <a:gdLst/>
              <a:ahLst/>
              <a:cxnLst/>
              <a:rect l="0" t="0" r="0" b="0"/>
              <a:pathLst>
                <a:path w="65282" h="1656">
                  <a:moveTo>
                    <a:pt x="65282" y="0"/>
                  </a:moveTo>
                  <a:lnTo>
                    <a:pt x="0" y="165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0" name="Output_receptor__4789">
              <a:extLst>
                <a:ext uri="{FF2B5EF4-FFF2-40B4-BE49-F238E27FC236}">
                  <a16:creationId xmlns:a16="http://schemas.microsoft.com/office/drawing/2014/main" id="{1EE57D91-1968-DEAF-77FA-130C47CFE5DE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77454"/>
              <a:ext cx="46539" cy="22739"/>
            </a:xfrm>
            <a:custGeom>
              <a:avLst/>
              <a:gdLst/>
              <a:ahLst/>
              <a:cxnLst/>
              <a:rect l="0" t="0" r="0" b="0"/>
              <a:pathLst>
                <a:path w="46539" h="22739">
                  <a:moveTo>
                    <a:pt x="46539" y="0"/>
                  </a:moveTo>
                  <a:lnTo>
                    <a:pt x="0" y="227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791" name="Output_receptor__4790">
              <a:extLst>
                <a:ext uri="{FF2B5EF4-FFF2-40B4-BE49-F238E27FC236}">
                  <a16:creationId xmlns:a16="http://schemas.microsoft.com/office/drawing/2014/main" id="{6ED0073B-7AF9-9033-83BD-F52C028470E8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79289"/>
              <a:ext cx="27690" cy="54015"/>
            </a:xfrm>
            <a:custGeom>
              <a:avLst/>
              <a:gdLst/>
              <a:ahLst/>
              <a:cxnLst/>
              <a:rect l="0" t="0" r="0" b="0"/>
              <a:pathLst>
                <a:path w="27690" h="54015">
                  <a:moveTo>
                    <a:pt x="0" y="0"/>
                  </a:moveTo>
                  <a:lnTo>
                    <a:pt x="27690" y="540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2" name="Output_receptor__4791">
              <a:extLst>
                <a:ext uri="{FF2B5EF4-FFF2-40B4-BE49-F238E27FC236}">
                  <a16:creationId xmlns:a16="http://schemas.microsoft.com/office/drawing/2014/main" id="{6AFB04D3-815E-83B0-9A59-86A8326AAFEC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092378"/>
              <a:ext cx="9649" cy="38075"/>
            </a:xfrm>
            <a:custGeom>
              <a:avLst/>
              <a:gdLst/>
              <a:ahLst/>
              <a:cxnLst/>
              <a:rect l="0" t="0" r="0" b="0"/>
              <a:pathLst>
                <a:path w="9649" h="38075">
                  <a:moveTo>
                    <a:pt x="0" y="38075"/>
                  </a:moveTo>
                  <a:lnTo>
                    <a:pt x="964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3" name="Output_receptor__4792">
              <a:extLst>
                <a:ext uri="{FF2B5EF4-FFF2-40B4-BE49-F238E27FC236}">
                  <a16:creationId xmlns:a16="http://schemas.microsoft.com/office/drawing/2014/main" id="{6C10FD97-AA05-88DB-F7AF-7CB03FD7175B}"/>
                </a:ext>
              </a:extLst>
            </p:cNvPr>
            <p:cNvSpPr>
              <a:spLocks noGrp="1"/>
            </p:cNvSpPr>
            <p:nvPr/>
          </p:nvSpPr>
          <p:spPr>
            <a:xfrm>
              <a:off x="15721551" y="4390024"/>
              <a:ext cx="16034" cy="21530"/>
            </a:xfrm>
            <a:custGeom>
              <a:avLst/>
              <a:gdLst/>
              <a:ahLst/>
              <a:cxnLst/>
              <a:rect l="0" t="0" r="0" b="0"/>
              <a:pathLst>
                <a:path w="16034" h="21530">
                  <a:moveTo>
                    <a:pt x="16034" y="215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4" name="Output_receptor__4793">
              <a:extLst>
                <a:ext uri="{FF2B5EF4-FFF2-40B4-BE49-F238E27FC236}">
                  <a16:creationId xmlns:a16="http://schemas.microsoft.com/office/drawing/2014/main" id="{163D7E06-44EE-C639-5E97-2E81C886763B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681861"/>
              <a:ext cx="39669" cy="41849"/>
            </a:xfrm>
            <a:custGeom>
              <a:avLst/>
              <a:gdLst/>
              <a:ahLst/>
              <a:cxnLst/>
              <a:rect l="0" t="0" r="0" b="0"/>
              <a:pathLst>
                <a:path w="39669" h="41849">
                  <a:moveTo>
                    <a:pt x="0" y="41849"/>
                  </a:moveTo>
                  <a:lnTo>
                    <a:pt x="3966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5" name="Output_receptor__4794">
              <a:extLst>
                <a:ext uri="{FF2B5EF4-FFF2-40B4-BE49-F238E27FC236}">
                  <a16:creationId xmlns:a16="http://schemas.microsoft.com/office/drawing/2014/main" id="{EAED0B97-BD42-A3D6-1A4F-4DC51B6D9E4A}"/>
                </a:ext>
              </a:extLst>
            </p:cNvPr>
            <p:cNvSpPr>
              <a:spLocks noGrp="1"/>
            </p:cNvSpPr>
            <p:nvPr/>
          </p:nvSpPr>
          <p:spPr>
            <a:xfrm>
              <a:off x="16177855" y="3452115"/>
              <a:ext cx="50013" cy="42989"/>
            </a:xfrm>
            <a:custGeom>
              <a:avLst/>
              <a:gdLst/>
              <a:ahLst/>
              <a:cxnLst/>
              <a:rect l="0" t="0" r="0" b="0"/>
              <a:pathLst>
                <a:path w="50013" h="42989">
                  <a:moveTo>
                    <a:pt x="0" y="42989"/>
                  </a:moveTo>
                  <a:lnTo>
                    <a:pt x="500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6" name="Output_receptor__4795">
              <a:extLst>
                <a:ext uri="{FF2B5EF4-FFF2-40B4-BE49-F238E27FC236}">
                  <a16:creationId xmlns:a16="http://schemas.microsoft.com/office/drawing/2014/main" id="{190DE08F-46F3-55E4-80C0-B62E973540F0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54772"/>
              <a:ext cx="20211" cy="23365"/>
            </a:xfrm>
            <a:custGeom>
              <a:avLst/>
              <a:gdLst/>
              <a:ahLst/>
              <a:cxnLst/>
              <a:rect l="0" t="0" r="0" b="0"/>
              <a:pathLst>
                <a:path w="20211" h="23365">
                  <a:moveTo>
                    <a:pt x="0" y="23365"/>
                  </a:moveTo>
                  <a:lnTo>
                    <a:pt x="2021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7" name="Output_receptor__4796">
              <a:extLst>
                <a:ext uri="{FF2B5EF4-FFF2-40B4-BE49-F238E27FC236}">
                  <a16:creationId xmlns:a16="http://schemas.microsoft.com/office/drawing/2014/main" id="{BFFB8B06-5CBC-CC90-B01E-53EA159C493E}"/>
                </a:ext>
              </a:extLst>
            </p:cNvPr>
            <p:cNvSpPr>
              <a:spLocks noGrp="1"/>
            </p:cNvSpPr>
            <p:nvPr/>
          </p:nvSpPr>
          <p:spPr>
            <a:xfrm>
              <a:off x="16608844" y="3618457"/>
              <a:ext cx="507" cy="65845"/>
            </a:xfrm>
            <a:custGeom>
              <a:avLst/>
              <a:gdLst/>
              <a:ahLst/>
              <a:cxnLst/>
              <a:rect l="0" t="0" r="0" b="0"/>
              <a:pathLst>
                <a:path w="507" h="65845">
                  <a:moveTo>
                    <a:pt x="507" y="65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8" name="Output_receptor__4797">
              <a:extLst>
                <a:ext uri="{FF2B5EF4-FFF2-40B4-BE49-F238E27FC236}">
                  <a16:creationId xmlns:a16="http://schemas.microsoft.com/office/drawing/2014/main" id="{6058D9D3-F17C-2CCF-44C5-F2A55EBB965A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28825"/>
              <a:ext cx="26863" cy="50463"/>
            </a:xfrm>
            <a:custGeom>
              <a:avLst/>
              <a:gdLst/>
              <a:ahLst/>
              <a:cxnLst/>
              <a:rect l="0" t="0" r="0" b="0"/>
              <a:pathLst>
                <a:path w="26863" h="50463">
                  <a:moveTo>
                    <a:pt x="26863" y="0"/>
                  </a:moveTo>
                  <a:lnTo>
                    <a:pt x="0" y="504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9" name="Output_receptor__4798">
              <a:extLst>
                <a:ext uri="{FF2B5EF4-FFF2-40B4-BE49-F238E27FC236}">
                  <a16:creationId xmlns:a16="http://schemas.microsoft.com/office/drawing/2014/main" id="{6E20EC09-6498-A682-2010-804FC9BA5C27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316576"/>
              <a:ext cx="33821" cy="12229"/>
            </a:xfrm>
            <a:custGeom>
              <a:avLst/>
              <a:gdLst/>
              <a:ahLst/>
              <a:cxnLst/>
              <a:rect l="0" t="0" r="0" b="0"/>
              <a:pathLst>
                <a:path w="33821" h="12229">
                  <a:moveTo>
                    <a:pt x="33821" y="0"/>
                  </a:moveTo>
                  <a:lnTo>
                    <a:pt x="0" y="1222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0" name="Output_receptor__4799">
              <a:extLst>
                <a:ext uri="{FF2B5EF4-FFF2-40B4-BE49-F238E27FC236}">
                  <a16:creationId xmlns:a16="http://schemas.microsoft.com/office/drawing/2014/main" id="{30F58B74-8A17-AB22-D946-8E13288DF957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55237"/>
              <a:ext cx="13108" cy="22179"/>
            </a:xfrm>
            <a:custGeom>
              <a:avLst/>
              <a:gdLst/>
              <a:ahLst/>
              <a:cxnLst/>
              <a:rect l="0" t="0" r="0" b="0"/>
              <a:pathLst>
                <a:path w="13108" h="22179">
                  <a:moveTo>
                    <a:pt x="0" y="22179"/>
                  </a:moveTo>
                  <a:lnTo>
                    <a:pt x="1310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1" name="Output_receptor__4800">
              <a:extLst>
                <a:ext uri="{FF2B5EF4-FFF2-40B4-BE49-F238E27FC236}">
                  <a16:creationId xmlns:a16="http://schemas.microsoft.com/office/drawing/2014/main" id="{703267F4-054E-E7EB-25F0-F703A2BB5BAC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62832" cy="16082"/>
            </a:xfrm>
            <a:custGeom>
              <a:avLst/>
              <a:gdLst/>
              <a:ahLst/>
              <a:cxnLst/>
              <a:rect l="0" t="0" r="0" b="0"/>
              <a:pathLst>
                <a:path w="62832" h="16082">
                  <a:moveTo>
                    <a:pt x="62832" y="16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2" name="Output_receptor__4801">
              <a:extLst>
                <a:ext uri="{FF2B5EF4-FFF2-40B4-BE49-F238E27FC236}">
                  <a16:creationId xmlns:a16="http://schemas.microsoft.com/office/drawing/2014/main" id="{2B9D16CD-7118-49D4-3E41-1E0A15BC5B60}"/>
                </a:ext>
              </a:extLst>
            </p:cNvPr>
            <p:cNvSpPr>
              <a:spLocks noGrp="1"/>
            </p:cNvSpPr>
            <p:nvPr/>
          </p:nvSpPr>
          <p:spPr>
            <a:xfrm>
              <a:off x="15639598" y="2851851"/>
              <a:ext cx="16321" cy="65053"/>
            </a:xfrm>
            <a:custGeom>
              <a:avLst/>
              <a:gdLst/>
              <a:ahLst/>
              <a:cxnLst/>
              <a:rect l="0" t="0" r="0" b="0"/>
              <a:pathLst>
                <a:path w="16321" h="65053">
                  <a:moveTo>
                    <a:pt x="16321" y="650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03" name="Output_receptor__4802">
              <a:extLst>
                <a:ext uri="{FF2B5EF4-FFF2-40B4-BE49-F238E27FC236}">
                  <a16:creationId xmlns:a16="http://schemas.microsoft.com/office/drawing/2014/main" id="{88028443-CD0D-B01E-FEC3-DA28C1AE5459}"/>
                </a:ext>
              </a:extLst>
            </p:cNvPr>
            <p:cNvSpPr>
              <a:spLocks noGrp="1"/>
            </p:cNvSpPr>
            <p:nvPr/>
          </p:nvSpPr>
          <p:spPr>
            <a:xfrm>
              <a:off x="16319987" y="3945861"/>
              <a:ext cx="25822" cy="36627"/>
            </a:xfrm>
            <a:custGeom>
              <a:avLst/>
              <a:gdLst/>
              <a:ahLst/>
              <a:cxnLst/>
              <a:rect l="0" t="0" r="0" b="0"/>
              <a:pathLst>
                <a:path w="25822" h="36627">
                  <a:moveTo>
                    <a:pt x="0" y="36627"/>
                  </a:moveTo>
                  <a:lnTo>
                    <a:pt x="25822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4" name="Output_receptor__4803">
              <a:extLst>
                <a:ext uri="{FF2B5EF4-FFF2-40B4-BE49-F238E27FC236}">
                  <a16:creationId xmlns:a16="http://schemas.microsoft.com/office/drawing/2014/main" id="{0872B1AF-9358-F96A-A213-54DEA8A74D0E}"/>
                </a:ext>
              </a:extLst>
            </p:cNvPr>
            <p:cNvSpPr>
              <a:spLocks noGrp="1"/>
            </p:cNvSpPr>
            <p:nvPr/>
          </p:nvSpPr>
          <p:spPr>
            <a:xfrm>
              <a:off x="16119186" y="3848642"/>
              <a:ext cx="39757" cy="53963"/>
            </a:xfrm>
            <a:custGeom>
              <a:avLst/>
              <a:gdLst/>
              <a:ahLst/>
              <a:cxnLst/>
              <a:rect l="0" t="0" r="0" b="0"/>
              <a:pathLst>
                <a:path w="39757" h="53963">
                  <a:moveTo>
                    <a:pt x="39757" y="53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5" name="Output_receptor__4804">
              <a:extLst>
                <a:ext uri="{FF2B5EF4-FFF2-40B4-BE49-F238E27FC236}">
                  <a16:creationId xmlns:a16="http://schemas.microsoft.com/office/drawing/2014/main" id="{CD36D1F7-613C-AACC-07C5-73FE4871E6DD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134535"/>
              <a:ext cx="7299" cy="71444"/>
            </a:xfrm>
            <a:custGeom>
              <a:avLst/>
              <a:gdLst/>
              <a:ahLst/>
              <a:cxnLst/>
              <a:rect l="0" t="0" r="0" b="0"/>
              <a:pathLst>
                <a:path w="7299" h="71444">
                  <a:moveTo>
                    <a:pt x="7299" y="0"/>
                  </a:moveTo>
                  <a:lnTo>
                    <a:pt x="0" y="7144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6" name="Output_receptor__4805">
              <a:extLst>
                <a:ext uri="{FF2B5EF4-FFF2-40B4-BE49-F238E27FC236}">
                  <a16:creationId xmlns:a16="http://schemas.microsoft.com/office/drawing/2014/main" id="{CA763BF3-C4E6-6C12-4248-BE2A16320D6E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84302"/>
              <a:ext cx="69661" cy="7877"/>
            </a:xfrm>
            <a:custGeom>
              <a:avLst/>
              <a:gdLst/>
              <a:ahLst/>
              <a:cxnLst/>
              <a:rect l="0" t="0" r="0" b="0"/>
              <a:pathLst>
                <a:path w="69661" h="7877">
                  <a:moveTo>
                    <a:pt x="0" y="7877"/>
                  </a:moveTo>
                  <a:lnTo>
                    <a:pt x="6966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7" name="Output_receptor__4806">
              <a:extLst>
                <a:ext uri="{FF2B5EF4-FFF2-40B4-BE49-F238E27FC236}">
                  <a16:creationId xmlns:a16="http://schemas.microsoft.com/office/drawing/2014/main" id="{885B8FA5-0135-7328-16AA-540141BC752D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569112"/>
              <a:ext cx="58323" cy="40541"/>
            </a:xfrm>
            <a:custGeom>
              <a:avLst/>
              <a:gdLst/>
              <a:ahLst/>
              <a:cxnLst/>
              <a:rect l="0" t="0" r="0" b="0"/>
              <a:pathLst>
                <a:path w="58323" h="40541">
                  <a:moveTo>
                    <a:pt x="0" y="40541"/>
                  </a:moveTo>
                  <a:lnTo>
                    <a:pt x="5832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8" name="Output_receptor__4807">
              <a:extLst>
                <a:ext uri="{FF2B5EF4-FFF2-40B4-BE49-F238E27FC236}">
                  <a16:creationId xmlns:a16="http://schemas.microsoft.com/office/drawing/2014/main" id="{557BCB6B-7399-07D2-4390-6047E974B0EB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53055"/>
              <a:ext cx="12475" cy="5465"/>
            </a:xfrm>
            <a:custGeom>
              <a:avLst/>
              <a:gdLst/>
              <a:ahLst/>
              <a:cxnLst/>
              <a:rect l="0" t="0" r="0" b="0"/>
              <a:pathLst>
                <a:path w="12475" h="5465">
                  <a:moveTo>
                    <a:pt x="12475" y="54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9" name="Output_receptor__4808">
              <a:extLst>
                <a:ext uri="{FF2B5EF4-FFF2-40B4-BE49-F238E27FC236}">
                  <a16:creationId xmlns:a16="http://schemas.microsoft.com/office/drawing/2014/main" id="{A16F9629-95F1-A28E-3CD8-77520DB35781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69284"/>
              <a:ext cx="20868" cy="12166"/>
            </a:xfrm>
            <a:custGeom>
              <a:avLst/>
              <a:gdLst/>
              <a:ahLst/>
              <a:cxnLst/>
              <a:rect l="0" t="0" r="0" b="0"/>
              <a:pathLst>
                <a:path w="20868" h="12166">
                  <a:moveTo>
                    <a:pt x="20868" y="0"/>
                  </a:moveTo>
                  <a:lnTo>
                    <a:pt x="0" y="1216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0" name="Output_receptor__4809">
              <a:extLst>
                <a:ext uri="{FF2B5EF4-FFF2-40B4-BE49-F238E27FC236}">
                  <a16:creationId xmlns:a16="http://schemas.microsoft.com/office/drawing/2014/main" id="{20900FF3-F451-96CA-7A2F-9B710EF62BDD}"/>
                </a:ext>
              </a:extLst>
            </p:cNvPr>
            <p:cNvSpPr>
              <a:spLocks noGrp="1"/>
            </p:cNvSpPr>
            <p:nvPr/>
          </p:nvSpPr>
          <p:spPr>
            <a:xfrm>
              <a:off x="16240544" y="3757446"/>
              <a:ext cx="51659" cy="41264"/>
            </a:xfrm>
            <a:custGeom>
              <a:avLst/>
              <a:gdLst/>
              <a:ahLst/>
              <a:cxnLst/>
              <a:rect l="0" t="0" r="0" b="0"/>
              <a:pathLst>
                <a:path w="51659" h="41264">
                  <a:moveTo>
                    <a:pt x="0" y="41264"/>
                  </a:moveTo>
                  <a:lnTo>
                    <a:pt x="5165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1" name="Output_receptor__4810">
              <a:extLst>
                <a:ext uri="{FF2B5EF4-FFF2-40B4-BE49-F238E27FC236}">
                  <a16:creationId xmlns:a16="http://schemas.microsoft.com/office/drawing/2014/main" id="{331FD6A3-9795-EAE7-7377-FE58ACF80D1C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61710"/>
              <a:ext cx="20647" cy="1679"/>
            </a:xfrm>
            <a:custGeom>
              <a:avLst/>
              <a:gdLst/>
              <a:ahLst/>
              <a:cxnLst/>
              <a:rect l="0" t="0" r="0" b="0"/>
              <a:pathLst>
                <a:path w="20647" h="1679">
                  <a:moveTo>
                    <a:pt x="0" y="1679"/>
                  </a:moveTo>
                  <a:lnTo>
                    <a:pt x="2064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2" name="Output_receptor__4811">
              <a:extLst>
                <a:ext uri="{FF2B5EF4-FFF2-40B4-BE49-F238E27FC236}">
                  <a16:creationId xmlns:a16="http://schemas.microsoft.com/office/drawing/2014/main" id="{D8F9B5F8-503B-26DC-81FE-DEB742EF1BAB}"/>
                </a:ext>
              </a:extLst>
            </p:cNvPr>
            <p:cNvSpPr>
              <a:spLocks noGrp="1"/>
            </p:cNvSpPr>
            <p:nvPr/>
          </p:nvSpPr>
          <p:spPr>
            <a:xfrm>
              <a:off x="16344335" y="4046502"/>
              <a:ext cx="40395" cy="45875"/>
            </a:xfrm>
            <a:custGeom>
              <a:avLst/>
              <a:gdLst/>
              <a:ahLst/>
              <a:cxnLst/>
              <a:rect l="0" t="0" r="0" b="0"/>
              <a:pathLst>
                <a:path w="40395" h="45875">
                  <a:moveTo>
                    <a:pt x="0" y="45875"/>
                  </a:moveTo>
                  <a:lnTo>
                    <a:pt x="40395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3" name="Output_receptor__4812">
              <a:extLst>
                <a:ext uri="{FF2B5EF4-FFF2-40B4-BE49-F238E27FC236}">
                  <a16:creationId xmlns:a16="http://schemas.microsoft.com/office/drawing/2014/main" id="{F669E0FA-C382-317A-D3DA-ABF6E296F9B2}"/>
                </a:ext>
              </a:extLst>
            </p:cNvPr>
            <p:cNvSpPr>
              <a:spLocks noGrp="1"/>
            </p:cNvSpPr>
            <p:nvPr/>
          </p:nvSpPr>
          <p:spPr>
            <a:xfrm>
              <a:off x="16423486" y="3428825"/>
              <a:ext cx="66636" cy="12985"/>
            </a:xfrm>
            <a:custGeom>
              <a:avLst/>
              <a:gdLst/>
              <a:ahLst/>
              <a:cxnLst/>
              <a:rect l="0" t="0" r="0" b="0"/>
              <a:pathLst>
                <a:path w="66636" h="12985">
                  <a:moveTo>
                    <a:pt x="66636" y="12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14" name="Output_receptor__4813">
              <a:extLst>
                <a:ext uri="{FF2B5EF4-FFF2-40B4-BE49-F238E27FC236}">
                  <a16:creationId xmlns:a16="http://schemas.microsoft.com/office/drawing/2014/main" id="{49FA161B-8D3B-7F54-AC22-5EA84251F3B9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3982488"/>
              <a:ext cx="39799" cy="45084"/>
            </a:xfrm>
            <a:custGeom>
              <a:avLst/>
              <a:gdLst/>
              <a:ahLst/>
              <a:cxnLst/>
              <a:rect l="0" t="0" r="0" b="0"/>
              <a:pathLst>
                <a:path w="39799" h="45084">
                  <a:moveTo>
                    <a:pt x="0" y="45084"/>
                  </a:moveTo>
                  <a:lnTo>
                    <a:pt x="3979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5" name="Output_receptor__4814">
              <a:extLst>
                <a:ext uri="{FF2B5EF4-FFF2-40B4-BE49-F238E27FC236}">
                  <a16:creationId xmlns:a16="http://schemas.microsoft.com/office/drawing/2014/main" id="{B00339D7-04DF-F83D-2EF9-16DEA39ABC16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47768"/>
              <a:ext cx="64224" cy="30435"/>
            </a:xfrm>
            <a:custGeom>
              <a:avLst/>
              <a:gdLst/>
              <a:ahLst/>
              <a:cxnLst/>
              <a:rect l="0" t="0" r="0" b="0"/>
              <a:pathLst>
                <a:path w="64224" h="30435">
                  <a:moveTo>
                    <a:pt x="64224" y="0"/>
                  </a:moveTo>
                  <a:lnTo>
                    <a:pt x="0" y="3043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6" name="Output_receptor__4815">
              <a:extLst>
                <a:ext uri="{FF2B5EF4-FFF2-40B4-BE49-F238E27FC236}">
                  <a16:creationId xmlns:a16="http://schemas.microsoft.com/office/drawing/2014/main" id="{B09E770C-421E-61FB-4E61-623803117819}"/>
                </a:ext>
              </a:extLst>
            </p:cNvPr>
            <p:cNvSpPr>
              <a:spLocks noGrp="1"/>
            </p:cNvSpPr>
            <p:nvPr/>
          </p:nvSpPr>
          <p:spPr>
            <a:xfrm>
              <a:off x="15349471" y="4205508"/>
              <a:ext cx="53440" cy="23171"/>
            </a:xfrm>
            <a:custGeom>
              <a:avLst/>
              <a:gdLst/>
              <a:ahLst/>
              <a:cxnLst/>
              <a:rect l="0" t="0" r="0" b="0"/>
              <a:pathLst>
                <a:path w="53440" h="23171">
                  <a:moveTo>
                    <a:pt x="53440" y="0"/>
                  </a:moveTo>
                  <a:lnTo>
                    <a:pt x="0" y="2317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7" name="Output_receptor__4816">
              <a:extLst>
                <a:ext uri="{FF2B5EF4-FFF2-40B4-BE49-F238E27FC236}">
                  <a16:creationId xmlns:a16="http://schemas.microsoft.com/office/drawing/2014/main" id="{FB9CA957-2613-B2B3-BA16-7E8A490A5B69}"/>
                </a:ext>
              </a:extLst>
            </p:cNvPr>
            <p:cNvSpPr>
              <a:spLocks noGrp="1"/>
            </p:cNvSpPr>
            <p:nvPr/>
          </p:nvSpPr>
          <p:spPr>
            <a:xfrm>
              <a:off x="16106379" y="3902605"/>
              <a:ext cx="52564" cy="47355"/>
            </a:xfrm>
            <a:custGeom>
              <a:avLst/>
              <a:gdLst/>
              <a:ahLst/>
              <a:cxnLst/>
              <a:rect l="0" t="0" r="0" b="0"/>
              <a:pathLst>
                <a:path w="52564" h="47355">
                  <a:moveTo>
                    <a:pt x="0" y="47355"/>
                  </a:moveTo>
                  <a:lnTo>
                    <a:pt x="5256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8" name="Output_receptor__4817">
              <a:extLst>
                <a:ext uri="{FF2B5EF4-FFF2-40B4-BE49-F238E27FC236}">
                  <a16:creationId xmlns:a16="http://schemas.microsoft.com/office/drawing/2014/main" id="{596D8506-4DBC-A571-AB1B-A24A49BC496F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100713"/>
              <a:ext cx="29674" cy="14645"/>
            </a:xfrm>
            <a:custGeom>
              <a:avLst/>
              <a:gdLst/>
              <a:ahLst/>
              <a:cxnLst/>
              <a:rect l="0" t="0" r="0" b="0"/>
              <a:pathLst>
                <a:path w="29674" h="14645">
                  <a:moveTo>
                    <a:pt x="29674" y="0"/>
                  </a:moveTo>
                  <a:lnTo>
                    <a:pt x="0" y="1464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9" name="Output_receptor__4818">
              <a:extLst>
                <a:ext uri="{FF2B5EF4-FFF2-40B4-BE49-F238E27FC236}">
                  <a16:creationId xmlns:a16="http://schemas.microsoft.com/office/drawing/2014/main" id="{4A7C4492-FCDD-E705-2B86-C76D10E60BA1}"/>
                </a:ext>
              </a:extLst>
            </p:cNvPr>
            <p:cNvSpPr>
              <a:spLocks noGrp="1"/>
            </p:cNvSpPr>
            <p:nvPr/>
          </p:nvSpPr>
          <p:spPr>
            <a:xfrm>
              <a:off x="16514668" y="4065426"/>
              <a:ext cx="68527" cy="21219"/>
            </a:xfrm>
            <a:custGeom>
              <a:avLst/>
              <a:gdLst/>
              <a:ahLst/>
              <a:cxnLst/>
              <a:rect l="0" t="0" r="0" b="0"/>
              <a:pathLst>
                <a:path w="68527" h="21219">
                  <a:moveTo>
                    <a:pt x="0" y="21219"/>
                  </a:moveTo>
                  <a:lnTo>
                    <a:pt x="6852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0" name="Output_receptor__4819">
              <a:extLst>
                <a:ext uri="{FF2B5EF4-FFF2-40B4-BE49-F238E27FC236}">
                  <a16:creationId xmlns:a16="http://schemas.microsoft.com/office/drawing/2014/main" id="{C4EFFBE6-1E4C-8C2A-EF73-ADF2B65AD3D0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48642"/>
              <a:ext cx="55642" cy="18454"/>
            </a:xfrm>
            <a:custGeom>
              <a:avLst/>
              <a:gdLst/>
              <a:ahLst/>
              <a:cxnLst/>
              <a:rect l="0" t="0" r="0" b="0"/>
              <a:pathLst>
                <a:path w="55642" h="18454">
                  <a:moveTo>
                    <a:pt x="55642" y="0"/>
                  </a:moveTo>
                  <a:lnTo>
                    <a:pt x="0" y="1845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1" name="Output_receptor__4820">
              <a:extLst>
                <a:ext uri="{FF2B5EF4-FFF2-40B4-BE49-F238E27FC236}">
                  <a16:creationId xmlns:a16="http://schemas.microsoft.com/office/drawing/2014/main" id="{2CC82CED-D653-C5DF-0B1C-7B35FE6CE198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866823"/>
              <a:ext cx="53648" cy="48073"/>
            </a:xfrm>
            <a:custGeom>
              <a:avLst/>
              <a:gdLst/>
              <a:ahLst/>
              <a:cxnLst/>
              <a:rect l="0" t="0" r="0" b="0"/>
              <a:pathLst>
                <a:path w="53648" h="48073">
                  <a:moveTo>
                    <a:pt x="0" y="48073"/>
                  </a:moveTo>
                  <a:lnTo>
                    <a:pt x="5364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2" name="Output_receptor__4821">
              <a:extLst>
                <a:ext uri="{FF2B5EF4-FFF2-40B4-BE49-F238E27FC236}">
                  <a16:creationId xmlns:a16="http://schemas.microsoft.com/office/drawing/2014/main" id="{FAA79808-23E7-F88A-B325-91B6A16B57F7}"/>
                </a:ext>
              </a:extLst>
            </p:cNvPr>
            <p:cNvSpPr>
              <a:spLocks noGrp="1"/>
            </p:cNvSpPr>
            <p:nvPr/>
          </p:nvSpPr>
          <p:spPr>
            <a:xfrm>
              <a:off x="16581065" y="4337672"/>
              <a:ext cx="65689" cy="12430"/>
            </a:xfrm>
            <a:custGeom>
              <a:avLst/>
              <a:gdLst/>
              <a:ahLst/>
              <a:cxnLst/>
              <a:rect l="0" t="0" r="0" b="0"/>
              <a:pathLst>
                <a:path w="65689" h="12430">
                  <a:moveTo>
                    <a:pt x="0" y="12430"/>
                  </a:moveTo>
                  <a:lnTo>
                    <a:pt x="6568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3" name="Output_receptor__4822">
              <a:extLst>
                <a:ext uri="{FF2B5EF4-FFF2-40B4-BE49-F238E27FC236}">
                  <a16:creationId xmlns:a16="http://schemas.microsoft.com/office/drawing/2014/main" id="{4EB41F32-199D-B771-ABCB-F227CF502EB2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0506"/>
              <a:ext cx="19813" cy="35297"/>
            </a:xfrm>
            <a:custGeom>
              <a:avLst/>
              <a:gdLst/>
              <a:ahLst/>
              <a:cxnLst/>
              <a:rect l="0" t="0" r="0" b="0"/>
              <a:pathLst>
                <a:path w="19813" h="35297">
                  <a:moveTo>
                    <a:pt x="0" y="35297"/>
                  </a:moveTo>
                  <a:lnTo>
                    <a:pt x="198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4" name="Output_receptor__4823">
              <a:extLst>
                <a:ext uri="{FF2B5EF4-FFF2-40B4-BE49-F238E27FC236}">
                  <a16:creationId xmlns:a16="http://schemas.microsoft.com/office/drawing/2014/main" id="{E1D75B49-9AFA-46D9-BA56-BE11F099FAC8}"/>
                </a:ext>
              </a:extLst>
            </p:cNvPr>
            <p:cNvSpPr>
              <a:spLocks noGrp="1"/>
            </p:cNvSpPr>
            <p:nvPr/>
          </p:nvSpPr>
          <p:spPr>
            <a:xfrm>
              <a:off x="15816427" y="4372273"/>
              <a:ext cx="6767" cy="70663"/>
            </a:xfrm>
            <a:custGeom>
              <a:avLst/>
              <a:gdLst/>
              <a:ahLst/>
              <a:cxnLst/>
              <a:rect l="0" t="0" r="0" b="0"/>
              <a:pathLst>
                <a:path w="6767" h="70663">
                  <a:moveTo>
                    <a:pt x="6767" y="7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5" name="Output_receptor__4824">
              <a:extLst>
                <a:ext uri="{FF2B5EF4-FFF2-40B4-BE49-F238E27FC236}">
                  <a16:creationId xmlns:a16="http://schemas.microsoft.com/office/drawing/2014/main" id="{4EBB2F41-6AF5-ED6C-A3C5-13C3B6027E7E}"/>
                </a:ext>
              </a:extLst>
            </p:cNvPr>
            <p:cNvSpPr>
              <a:spLocks noGrp="1"/>
            </p:cNvSpPr>
            <p:nvPr/>
          </p:nvSpPr>
          <p:spPr>
            <a:xfrm>
              <a:off x="15662160" y="3451045"/>
              <a:ext cx="64107" cy="27310"/>
            </a:xfrm>
            <a:custGeom>
              <a:avLst/>
              <a:gdLst/>
              <a:ahLst/>
              <a:cxnLst/>
              <a:rect l="0" t="0" r="0" b="0"/>
              <a:pathLst>
                <a:path w="64107" h="27310">
                  <a:moveTo>
                    <a:pt x="64107" y="273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6" name="Output_receptor__4825">
              <a:extLst>
                <a:ext uri="{FF2B5EF4-FFF2-40B4-BE49-F238E27FC236}">
                  <a16:creationId xmlns:a16="http://schemas.microsoft.com/office/drawing/2014/main" id="{E097DC5E-C9A5-B967-630C-F0F302D3D905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30889"/>
              <a:ext cx="581" cy="48669"/>
            </a:xfrm>
            <a:custGeom>
              <a:avLst/>
              <a:gdLst/>
              <a:ahLst/>
              <a:cxnLst/>
              <a:rect l="0" t="0" r="0" b="0"/>
              <a:pathLst>
                <a:path w="581" h="48669">
                  <a:moveTo>
                    <a:pt x="0" y="48669"/>
                  </a:moveTo>
                  <a:lnTo>
                    <a:pt x="58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7" name="Output_receptor__4826">
              <a:extLst>
                <a:ext uri="{FF2B5EF4-FFF2-40B4-BE49-F238E27FC236}">
                  <a16:creationId xmlns:a16="http://schemas.microsoft.com/office/drawing/2014/main" id="{7CD51E30-0C15-EF49-7395-CE61D1A0729C}"/>
                </a:ext>
              </a:extLst>
            </p:cNvPr>
            <p:cNvSpPr>
              <a:spLocks noGrp="1"/>
            </p:cNvSpPr>
            <p:nvPr/>
          </p:nvSpPr>
          <p:spPr>
            <a:xfrm>
              <a:off x="15402911" y="4188379"/>
              <a:ext cx="42542" cy="17128"/>
            </a:xfrm>
            <a:custGeom>
              <a:avLst/>
              <a:gdLst/>
              <a:ahLst/>
              <a:cxnLst/>
              <a:rect l="0" t="0" r="0" b="0"/>
              <a:pathLst>
                <a:path w="42542" h="17128">
                  <a:moveTo>
                    <a:pt x="42542" y="0"/>
                  </a:moveTo>
                  <a:lnTo>
                    <a:pt x="0" y="1712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8" name="Output_receptor__4827">
              <a:extLst>
                <a:ext uri="{FF2B5EF4-FFF2-40B4-BE49-F238E27FC236}">
                  <a16:creationId xmlns:a16="http://schemas.microsoft.com/office/drawing/2014/main" id="{C2921699-7549-DD90-96B8-E679DD61AC46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28679"/>
              <a:ext cx="2151" cy="67658"/>
            </a:xfrm>
            <a:custGeom>
              <a:avLst/>
              <a:gdLst/>
              <a:ahLst/>
              <a:cxnLst/>
              <a:rect l="0" t="0" r="0" b="0"/>
              <a:pathLst>
                <a:path w="2151" h="67658">
                  <a:moveTo>
                    <a:pt x="2151" y="0"/>
                  </a:moveTo>
                  <a:lnTo>
                    <a:pt x="0" y="676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9" name="Output_receptor__4828">
              <a:extLst>
                <a:ext uri="{FF2B5EF4-FFF2-40B4-BE49-F238E27FC236}">
                  <a16:creationId xmlns:a16="http://schemas.microsoft.com/office/drawing/2014/main" id="{65CA1D45-6E9D-0076-8556-67C129470DFD}"/>
                </a:ext>
              </a:extLst>
            </p:cNvPr>
            <p:cNvSpPr>
              <a:spLocks noGrp="1"/>
            </p:cNvSpPr>
            <p:nvPr/>
          </p:nvSpPr>
          <p:spPr>
            <a:xfrm>
              <a:off x="16646754" y="4276862"/>
              <a:ext cx="13737" cy="60810"/>
            </a:xfrm>
            <a:custGeom>
              <a:avLst/>
              <a:gdLst/>
              <a:ahLst/>
              <a:cxnLst/>
              <a:rect l="0" t="0" r="0" b="0"/>
              <a:pathLst>
                <a:path w="13737" h="60810">
                  <a:moveTo>
                    <a:pt x="0" y="60810"/>
                  </a:moveTo>
                  <a:lnTo>
                    <a:pt x="13737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0" name="Output_receptor__4829">
              <a:extLst>
                <a:ext uri="{FF2B5EF4-FFF2-40B4-BE49-F238E27FC236}">
                  <a16:creationId xmlns:a16="http://schemas.microsoft.com/office/drawing/2014/main" id="{9996D09F-9DB2-5F7F-7FA5-77B176BAF578}"/>
                </a:ext>
              </a:extLst>
            </p:cNvPr>
            <p:cNvSpPr>
              <a:spLocks noGrp="1"/>
            </p:cNvSpPr>
            <p:nvPr/>
          </p:nvSpPr>
          <p:spPr>
            <a:xfrm>
              <a:off x="15715173" y="4321672"/>
              <a:ext cx="6378" cy="68352"/>
            </a:xfrm>
            <a:custGeom>
              <a:avLst/>
              <a:gdLst/>
              <a:ahLst/>
              <a:cxnLst/>
              <a:rect l="0" t="0" r="0" b="0"/>
              <a:pathLst>
                <a:path w="6378" h="68352">
                  <a:moveTo>
                    <a:pt x="6378" y="683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1" name="Output_receptor__4830">
              <a:extLst>
                <a:ext uri="{FF2B5EF4-FFF2-40B4-BE49-F238E27FC236}">
                  <a16:creationId xmlns:a16="http://schemas.microsoft.com/office/drawing/2014/main" id="{6F507F51-0112-E5C1-3610-1CE01E4B1AD1}"/>
                </a:ext>
              </a:extLst>
            </p:cNvPr>
            <p:cNvSpPr>
              <a:spLocks noGrp="1"/>
            </p:cNvSpPr>
            <p:nvPr/>
          </p:nvSpPr>
          <p:spPr>
            <a:xfrm>
              <a:off x="15663758" y="4475555"/>
              <a:ext cx="63715" cy="18667"/>
            </a:xfrm>
            <a:custGeom>
              <a:avLst/>
              <a:gdLst/>
              <a:ahLst/>
              <a:cxnLst/>
              <a:rect l="0" t="0" r="0" b="0"/>
              <a:pathLst>
                <a:path w="63715" h="18667">
                  <a:moveTo>
                    <a:pt x="63715" y="18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2" name="Output_receptor__4831">
              <a:extLst>
                <a:ext uri="{FF2B5EF4-FFF2-40B4-BE49-F238E27FC236}">
                  <a16:creationId xmlns:a16="http://schemas.microsoft.com/office/drawing/2014/main" id="{6B44ACC7-1F5A-2255-AF86-0C04315338E5}"/>
                </a:ext>
              </a:extLst>
            </p:cNvPr>
            <p:cNvSpPr>
              <a:spLocks noGrp="1"/>
            </p:cNvSpPr>
            <p:nvPr/>
          </p:nvSpPr>
          <p:spPr>
            <a:xfrm>
              <a:off x="15509262" y="4237799"/>
              <a:ext cx="28084" cy="22057"/>
            </a:xfrm>
            <a:custGeom>
              <a:avLst/>
              <a:gdLst/>
              <a:ahLst/>
              <a:cxnLst/>
              <a:rect l="0" t="0" r="0" b="0"/>
              <a:pathLst>
                <a:path w="28084" h="22057">
                  <a:moveTo>
                    <a:pt x="28084" y="22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3" name="Output_receptor__4832">
              <a:extLst>
                <a:ext uri="{FF2B5EF4-FFF2-40B4-BE49-F238E27FC236}">
                  <a16:creationId xmlns:a16="http://schemas.microsoft.com/office/drawing/2014/main" id="{68A27674-7D5E-A8B1-20A2-55B633FF7207}"/>
                </a:ext>
              </a:extLst>
            </p:cNvPr>
            <p:cNvSpPr>
              <a:spLocks noGrp="1"/>
            </p:cNvSpPr>
            <p:nvPr/>
          </p:nvSpPr>
          <p:spPr>
            <a:xfrm>
              <a:off x="15960729" y="4017402"/>
              <a:ext cx="67721" cy="22974"/>
            </a:xfrm>
            <a:custGeom>
              <a:avLst/>
              <a:gdLst/>
              <a:ahLst/>
              <a:cxnLst/>
              <a:rect l="0" t="0" r="0" b="0"/>
              <a:pathLst>
                <a:path w="67721" h="22974">
                  <a:moveTo>
                    <a:pt x="67721" y="0"/>
                  </a:moveTo>
                  <a:lnTo>
                    <a:pt x="0" y="2297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4" name="Output_receptor__4833">
              <a:extLst>
                <a:ext uri="{FF2B5EF4-FFF2-40B4-BE49-F238E27FC236}">
                  <a16:creationId xmlns:a16="http://schemas.microsoft.com/office/drawing/2014/main" id="{D2E1CD85-92D5-0885-D1C3-051882923B39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38412"/>
              <a:ext cx="6092" cy="23733"/>
            </a:xfrm>
            <a:custGeom>
              <a:avLst/>
              <a:gdLst/>
              <a:ahLst/>
              <a:cxnLst/>
              <a:rect l="0" t="0" r="0" b="0"/>
              <a:pathLst>
                <a:path w="6092" h="23733">
                  <a:moveTo>
                    <a:pt x="6092" y="237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5" name="Output_receptor__4834">
              <a:extLst>
                <a:ext uri="{FF2B5EF4-FFF2-40B4-BE49-F238E27FC236}">
                  <a16:creationId xmlns:a16="http://schemas.microsoft.com/office/drawing/2014/main" id="{FC54E659-B20F-2851-998A-3E1CE81945DE}"/>
                </a:ext>
              </a:extLst>
            </p:cNvPr>
            <p:cNvSpPr>
              <a:spLocks noGrp="1"/>
            </p:cNvSpPr>
            <p:nvPr/>
          </p:nvSpPr>
          <p:spPr>
            <a:xfrm>
              <a:off x="15613597" y="4275969"/>
              <a:ext cx="14115" cy="54919"/>
            </a:xfrm>
            <a:custGeom>
              <a:avLst/>
              <a:gdLst/>
              <a:ahLst/>
              <a:cxnLst/>
              <a:rect l="0" t="0" r="0" b="0"/>
              <a:pathLst>
                <a:path w="14115" h="54919">
                  <a:moveTo>
                    <a:pt x="14115" y="549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6" name="Output_receptor__4835">
              <a:extLst>
                <a:ext uri="{FF2B5EF4-FFF2-40B4-BE49-F238E27FC236}">
                  <a16:creationId xmlns:a16="http://schemas.microsoft.com/office/drawing/2014/main" id="{85B95420-8E70-A570-1519-EBEBD2F84E60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4027284"/>
              <a:ext cx="29873" cy="17122"/>
            </a:xfrm>
            <a:custGeom>
              <a:avLst/>
              <a:gdLst/>
              <a:ahLst/>
              <a:cxnLst/>
              <a:rect l="0" t="0" r="0" b="0"/>
              <a:pathLst>
                <a:path w="29873" h="17122">
                  <a:moveTo>
                    <a:pt x="0" y="17122"/>
                  </a:moveTo>
                  <a:lnTo>
                    <a:pt x="2987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7" name="Output_receptor__4836">
              <a:extLst>
                <a:ext uri="{FF2B5EF4-FFF2-40B4-BE49-F238E27FC236}">
                  <a16:creationId xmlns:a16="http://schemas.microsoft.com/office/drawing/2014/main" id="{3ADCF872-A89F-3DCC-2FBD-475961E4FC51}"/>
                </a:ext>
              </a:extLst>
            </p:cNvPr>
            <p:cNvSpPr>
              <a:spLocks noGrp="1"/>
            </p:cNvSpPr>
            <p:nvPr/>
          </p:nvSpPr>
          <p:spPr>
            <a:xfrm>
              <a:off x="16613556" y="3410160"/>
              <a:ext cx="15473" cy="35755"/>
            </a:xfrm>
            <a:custGeom>
              <a:avLst/>
              <a:gdLst/>
              <a:ahLst/>
              <a:cxnLst/>
              <a:rect l="0" t="0" r="0" b="0"/>
              <a:pathLst>
                <a:path w="15473" h="35755">
                  <a:moveTo>
                    <a:pt x="15473" y="357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8" name="Output_receptor__4837">
              <a:extLst>
                <a:ext uri="{FF2B5EF4-FFF2-40B4-BE49-F238E27FC236}">
                  <a16:creationId xmlns:a16="http://schemas.microsoft.com/office/drawing/2014/main" id="{0B0074FC-9974-6ED1-0FB4-F9848C17372E}"/>
                </a:ext>
              </a:extLst>
            </p:cNvPr>
            <p:cNvSpPr>
              <a:spLocks noGrp="1"/>
            </p:cNvSpPr>
            <p:nvPr/>
          </p:nvSpPr>
          <p:spPr>
            <a:xfrm>
              <a:off x="16101627" y="4099057"/>
              <a:ext cx="11086" cy="61449"/>
            </a:xfrm>
            <a:custGeom>
              <a:avLst/>
              <a:gdLst/>
              <a:ahLst/>
              <a:cxnLst/>
              <a:rect l="0" t="0" r="0" b="0"/>
              <a:pathLst>
                <a:path w="11086" h="61449">
                  <a:moveTo>
                    <a:pt x="0" y="61449"/>
                  </a:moveTo>
                  <a:lnTo>
                    <a:pt x="11086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9" name="Output_receptor__4838">
              <a:extLst>
                <a:ext uri="{FF2B5EF4-FFF2-40B4-BE49-F238E27FC236}">
                  <a16:creationId xmlns:a16="http://schemas.microsoft.com/office/drawing/2014/main" id="{192828CB-30AF-E281-E304-C01B509C47DE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734235"/>
              <a:ext cx="35465" cy="62751"/>
            </a:xfrm>
            <a:custGeom>
              <a:avLst/>
              <a:gdLst/>
              <a:ahLst/>
              <a:cxnLst/>
              <a:rect l="0" t="0" r="0" b="0"/>
              <a:pathLst>
                <a:path w="35465" h="62751">
                  <a:moveTo>
                    <a:pt x="0" y="0"/>
                  </a:moveTo>
                  <a:lnTo>
                    <a:pt x="35465" y="6275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0" name="Output_receptor__4839">
              <a:extLst>
                <a:ext uri="{FF2B5EF4-FFF2-40B4-BE49-F238E27FC236}">
                  <a16:creationId xmlns:a16="http://schemas.microsoft.com/office/drawing/2014/main" id="{D781B966-5E11-A5A7-BF26-10024E34E5B5}"/>
                </a:ext>
              </a:extLst>
            </p:cNvPr>
            <p:cNvSpPr>
              <a:spLocks noGrp="1"/>
            </p:cNvSpPr>
            <p:nvPr/>
          </p:nvSpPr>
          <p:spPr>
            <a:xfrm>
              <a:off x="16364970" y="3533303"/>
              <a:ext cx="59342" cy="35981"/>
            </a:xfrm>
            <a:custGeom>
              <a:avLst/>
              <a:gdLst/>
              <a:ahLst/>
              <a:cxnLst/>
              <a:rect l="0" t="0" r="0" b="0"/>
              <a:pathLst>
                <a:path w="59342" h="35981">
                  <a:moveTo>
                    <a:pt x="59342" y="0"/>
                  </a:moveTo>
                  <a:lnTo>
                    <a:pt x="0" y="3598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1" name="Output_receptor__4840">
              <a:extLst>
                <a:ext uri="{FF2B5EF4-FFF2-40B4-BE49-F238E27FC236}">
                  <a16:creationId xmlns:a16="http://schemas.microsoft.com/office/drawing/2014/main" id="{B2DF867D-FD23-DDD0-10D2-4EDC82648857}"/>
                </a:ext>
              </a:extLst>
            </p:cNvPr>
            <p:cNvSpPr>
              <a:spLocks noGrp="1"/>
            </p:cNvSpPr>
            <p:nvPr/>
          </p:nvSpPr>
          <p:spPr>
            <a:xfrm>
              <a:off x="15747513" y="4179044"/>
              <a:ext cx="62457" cy="7612"/>
            </a:xfrm>
            <a:custGeom>
              <a:avLst/>
              <a:gdLst/>
              <a:ahLst/>
              <a:cxnLst/>
              <a:rect l="0" t="0" r="0" b="0"/>
              <a:pathLst>
                <a:path w="62457" h="7612">
                  <a:moveTo>
                    <a:pt x="0" y="0"/>
                  </a:moveTo>
                  <a:lnTo>
                    <a:pt x="62457" y="761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2" name="Output_receptor__4841">
              <a:extLst>
                <a:ext uri="{FF2B5EF4-FFF2-40B4-BE49-F238E27FC236}">
                  <a16:creationId xmlns:a16="http://schemas.microsoft.com/office/drawing/2014/main" id="{DC4137EB-5E6E-A30D-CED6-61BE0981A053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191392"/>
              <a:ext cx="32517" cy="19348"/>
            </a:xfrm>
            <a:custGeom>
              <a:avLst/>
              <a:gdLst/>
              <a:ahLst/>
              <a:cxnLst/>
              <a:rect l="0" t="0" r="0" b="0"/>
              <a:pathLst>
                <a:path w="32517" h="19348">
                  <a:moveTo>
                    <a:pt x="0" y="19348"/>
                  </a:moveTo>
                  <a:lnTo>
                    <a:pt x="3251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3" name="Output_receptor__4842">
              <a:extLst>
                <a:ext uri="{FF2B5EF4-FFF2-40B4-BE49-F238E27FC236}">
                  <a16:creationId xmlns:a16="http://schemas.microsoft.com/office/drawing/2014/main" id="{784F8A05-61A5-D672-11A8-5AE4A42E4FA6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1816"/>
              <a:ext cx="25087" cy="43717"/>
            </a:xfrm>
            <a:custGeom>
              <a:avLst/>
              <a:gdLst/>
              <a:ahLst/>
              <a:cxnLst/>
              <a:rect l="0" t="0" r="0" b="0"/>
              <a:pathLst>
                <a:path w="25087" h="43717">
                  <a:moveTo>
                    <a:pt x="25087" y="0"/>
                  </a:moveTo>
                  <a:lnTo>
                    <a:pt x="0" y="43717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4" name="Output_receptor__4843">
              <a:extLst>
                <a:ext uri="{FF2B5EF4-FFF2-40B4-BE49-F238E27FC236}">
                  <a16:creationId xmlns:a16="http://schemas.microsoft.com/office/drawing/2014/main" id="{9D1F4A8D-3756-4392-7B2C-F4A6187DBCD6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5555"/>
              <a:ext cx="34273" cy="32004"/>
            </a:xfrm>
            <a:custGeom>
              <a:avLst/>
              <a:gdLst/>
              <a:ahLst/>
              <a:cxnLst/>
              <a:rect l="0" t="0" r="0" b="0"/>
              <a:pathLst>
                <a:path w="34273" h="32004">
                  <a:moveTo>
                    <a:pt x="34273" y="0"/>
                  </a:moveTo>
                  <a:lnTo>
                    <a:pt x="0" y="3200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5" name="Output_receptor__4844">
              <a:extLst>
                <a:ext uri="{FF2B5EF4-FFF2-40B4-BE49-F238E27FC236}">
                  <a16:creationId xmlns:a16="http://schemas.microsoft.com/office/drawing/2014/main" id="{4C29DCF0-0E31-FE2B-EA96-6E83ABE17723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257356"/>
              <a:ext cx="9835" cy="26845"/>
            </a:xfrm>
            <a:custGeom>
              <a:avLst/>
              <a:gdLst/>
              <a:ahLst/>
              <a:cxnLst/>
              <a:rect l="0" t="0" r="0" b="0"/>
              <a:pathLst>
                <a:path w="9835" h="26845">
                  <a:moveTo>
                    <a:pt x="9835" y="26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6" name="Output_receptor__4845">
              <a:extLst>
                <a:ext uri="{FF2B5EF4-FFF2-40B4-BE49-F238E27FC236}">
                  <a16:creationId xmlns:a16="http://schemas.microsoft.com/office/drawing/2014/main" id="{F2EC16BB-0A2E-FA95-7181-D18295CCEE32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79044"/>
              <a:ext cx="27367" cy="52506"/>
            </a:xfrm>
            <a:custGeom>
              <a:avLst/>
              <a:gdLst/>
              <a:ahLst/>
              <a:cxnLst/>
              <a:rect l="0" t="0" r="0" b="0"/>
              <a:pathLst>
                <a:path w="27367" h="52506">
                  <a:moveTo>
                    <a:pt x="0" y="52506"/>
                  </a:moveTo>
                  <a:lnTo>
                    <a:pt x="2736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7" name="Output_receptor__4846">
              <a:extLst>
                <a:ext uri="{FF2B5EF4-FFF2-40B4-BE49-F238E27FC236}">
                  <a16:creationId xmlns:a16="http://schemas.microsoft.com/office/drawing/2014/main" id="{442A993D-D421-731A-2028-36C67F84820F}"/>
                </a:ext>
              </a:extLst>
            </p:cNvPr>
            <p:cNvSpPr>
              <a:spLocks noGrp="1"/>
            </p:cNvSpPr>
            <p:nvPr/>
          </p:nvSpPr>
          <p:spPr>
            <a:xfrm>
              <a:off x="15619292" y="3451045"/>
              <a:ext cx="42869" cy="19142"/>
            </a:xfrm>
            <a:custGeom>
              <a:avLst/>
              <a:gdLst/>
              <a:ahLst/>
              <a:cxnLst/>
              <a:rect l="0" t="0" r="0" b="0"/>
              <a:pathLst>
                <a:path w="42869" h="19142">
                  <a:moveTo>
                    <a:pt x="42869" y="0"/>
                  </a:moveTo>
                  <a:lnTo>
                    <a:pt x="0" y="19142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48" name="Output_receptor__4847">
              <a:extLst>
                <a:ext uri="{FF2B5EF4-FFF2-40B4-BE49-F238E27FC236}">
                  <a16:creationId xmlns:a16="http://schemas.microsoft.com/office/drawing/2014/main" id="{F4306FC3-C5C3-38E7-94C8-038525936EE6}"/>
                </a:ext>
              </a:extLst>
            </p:cNvPr>
            <p:cNvSpPr>
              <a:spLocks noGrp="1"/>
            </p:cNvSpPr>
            <p:nvPr/>
          </p:nvSpPr>
          <p:spPr>
            <a:xfrm>
              <a:off x="16643039" y="3957570"/>
              <a:ext cx="67948" cy="16491"/>
            </a:xfrm>
            <a:custGeom>
              <a:avLst/>
              <a:gdLst/>
              <a:ahLst/>
              <a:cxnLst/>
              <a:rect l="0" t="0" r="0" b="0"/>
              <a:pathLst>
                <a:path w="67948" h="16491">
                  <a:moveTo>
                    <a:pt x="67948" y="0"/>
                  </a:moveTo>
                  <a:lnTo>
                    <a:pt x="0" y="1649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9" name="Output_receptor__4848">
              <a:extLst>
                <a:ext uri="{FF2B5EF4-FFF2-40B4-BE49-F238E27FC236}">
                  <a16:creationId xmlns:a16="http://schemas.microsoft.com/office/drawing/2014/main" id="{6B4CCFCA-EA83-80F5-C1E8-7E1772DE7887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96336"/>
              <a:ext cx="37252" cy="20219"/>
            </a:xfrm>
            <a:custGeom>
              <a:avLst/>
              <a:gdLst/>
              <a:ahLst/>
              <a:cxnLst/>
              <a:rect l="0" t="0" r="0" b="0"/>
              <a:pathLst>
                <a:path w="37252" h="20219">
                  <a:moveTo>
                    <a:pt x="0" y="0"/>
                  </a:moveTo>
                  <a:lnTo>
                    <a:pt x="37252" y="2021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50" name="Output_receptor__4849">
              <a:extLst>
                <a:ext uri="{FF2B5EF4-FFF2-40B4-BE49-F238E27FC236}">
                  <a16:creationId xmlns:a16="http://schemas.microsoft.com/office/drawing/2014/main" id="{25E75BE1-EEDF-A2F7-6BCC-3CD95C3B0937}"/>
                </a:ext>
              </a:extLst>
            </p:cNvPr>
            <p:cNvSpPr>
              <a:spLocks noGrp="1"/>
            </p:cNvSpPr>
            <p:nvPr/>
          </p:nvSpPr>
          <p:spPr>
            <a:xfrm>
              <a:off x="16583195" y="4065426"/>
              <a:ext cx="15651" cy="56390"/>
            </a:xfrm>
            <a:custGeom>
              <a:avLst/>
              <a:gdLst/>
              <a:ahLst/>
              <a:cxnLst/>
              <a:rect l="0" t="0" r="0" b="0"/>
              <a:pathLst>
                <a:path w="15651" h="56390">
                  <a:moveTo>
                    <a:pt x="0" y="0"/>
                  </a:moveTo>
                  <a:lnTo>
                    <a:pt x="15651" y="5639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1" name="Output_receptor__4850">
              <a:extLst>
                <a:ext uri="{FF2B5EF4-FFF2-40B4-BE49-F238E27FC236}">
                  <a16:creationId xmlns:a16="http://schemas.microsoft.com/office/drawing/2014/main" id="{07CA261A-74D2-43A4-2001-E041157B1719}"/>
                </a:ext>
              </a:extLst>
            </p:cNvPr>
            <p:cNvSpPr>
              <a:spLocks noGrp="1"/>
            </p:cNvSpPr>
            <p:nvPr/>
          </p:nvSpPr>
          <p:spPr>
            <a:xfrm>
              <a:off x="15884865" y="4117055"/>
              <a:ext cx="34129" cy="47224"/>
            </a:xfrm>
            <a:custGeom>
              <a:avLst/>
              <a:gdLst/>
              <a:ahLst/>
              <a:cxnLst/>
              <a:rect l="0" t="0" r="0" b="0"/>
              <a:pathLst>
                <a:path w="34129" h="47224">
                  <a:moveTo>
                    <a:pt x="0" y="47224"/>
                  </a:moveTo>
                  <a:lnTo>
                    <a:pt x="3412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2" name="Output_receptor__4851">
              <a:extLst>
                <a:ext uri="{FF2B5EF4-FFF2-40B4-BE49-F238E27FC236}">
                  <a16:creationId xmlns:a16="http://schemas.microsoft.com/office/drawing/2014/main" id="{DC10FCAA-EE9E-D196-3E17-53375C744AC5}"/>
                </a:ext>
              </a:extLst>
            </p:cNvPr>
            <p:cNvSpPr>
              <a:spLocks noGrp="1"/>
            </p:cNvSpPr>
            <p:nvPr/>
          </p:nvSpPr>
          <p:spPr>
            <a:xfrm>
              <a:off x="15535035" y="2699643"/>
              <a:ext cx="56729" cy="26917"/>
            </a:xfrm>
            <a:custGeom>
              <a:avLst/>
              <a:gdLst/>
              <a:ahLst/>
              <a:cxnLst/>
              <a:rect l="0" t="0" r="0" b="0"/>
              <a:pathLst>
                <a:path w="56729" h="26917">
                  <a:moveTo>
                    <a:pt x="56729" y="269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3" name="Output_receptor__4852">
              <a:extLst>
                <a:ext uri="{FF2B5EF4-FFF2-40B4-BE49-F238E27FC236}">
                  <a16:creationId xmlns:a16="http://schemas.microsoft.com/office/drawing/2014/main" id="{6400A4A6-6548-67EE-6C84-9543481406B1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1542"/>
              <a:ext cx="67419" cy="3201"/>
            </a:xfrm>
            <a:custGeom>
              <a:avLst/>
              <a:gdLst/>
              <a:ahLst/>
              <a:cxnLst/>
              <a:rect l="0" t="0" r="0" b="0"/>
              <a:pathLst>
                <a:path w="67419" h="3201">
                  <a:moveTo>
                    <a:pt x="0" y="3201"/>
                  </a:moveTo>
                  <a:lnTo>
                    <a:pt x="6741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4" name="Output_receptor__4853">
              <a:extLst>
                <a:ext uri="{FF2B5EF4-FFF2-40B4-BE49-F238E27FC236}">
                  <a16:creationId xmlns:a16="http://schemas.microsoft.com/office/drawing/2014/main" id="{3E42B4AD-A518-66E2-CE56-A9B68B82FEFD}"/>
                </a:ext>
              </a:extLst>
            </p:cNvPr>
            <p:cNvSpPr>
              <a:spLocks noGrp="1"/>
            </p:cNvSpPr>
            <p:nvPr/>
          </p:nvSpPr>
          <p:spPr>
            <a:xfrm>
              <a:off x="15703303" y="4494222"/>
              <a:ext cx="24170" cy="67488"/>
            </a:xfrm>
            <a:custGeom>
              <a:avLst/>
              <a:gdLst/>
              <a:ahLst/>
              <a:cxnLst/>
              <a:rect l="0" t="0" r="0" b="0"/>
              <a:pathLst>
                <a:path w="24170" h="67488">
                  <a:moveTo>
                    <a:pt x="0" y="67488"/>
                  </a:moveTo>
                  <a:lnTo>
                    <a:pt x="2417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5" name="Output_receptor__4854">
              <a:extLst>
                <a:ext uri="{FF2B5EF4-FFF2-40B4-BE49-F238E27FC236}">
                  <a16:creationId xmlns:a16="http://schemas.microsoft.com/office/drawing/2014/main" id="{9868896C-E7BF-3BBF-E89A-AF9F609B8DA7}"/>
                </a:ext>
              </a:extLst>
            </p:cNvPr>
            <p:cNvSpPr>
              <a:spLocks noGrp="1"/>
            </p:cNvSpPr>
            <p:nvPr/>
          </p:nvSpPr>
          <p:spPr>
            <a:xfrm>
              <a:off x="15726267" y="3413096"/>
              <a:ext cx="19874" cy="65259"/>
            </a:xfrm>
            <a:custGeom>
              <a:avLst/>
              <a:gdLst/>
              <a:ahLst/>
              <a:cxnLst/>
              <a:rect l="0" t="0" r="0" b="0"/>
              <a:pathLst>
                <a:path w="19874" h="65259">
                  <a:moveTo>
                    <a:pt x="19874" y="0"/>
                  </a:moveTo>
                  <a:lnTo>
                    <a:pt x="0" y="6525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6" name="Output_receptor__4855">
              <a:extLst>
                <a:ext uri="{FF2B5EF4-FFF2-40B4-BE49-F238E27FC236}">
                  <a16:creationId xmlns:a16="http://schemas.microsoft.com/office/drawing/2014/main" id="{7A26DCCB-572D-6391-8D7E-740460EB6776}"/>
                </a:ext>
              </a:extLst>
            </p:cNvPr>
            <p:cNvSpPr>
              <a:spLocks noGrp="1"/>
            </p:cNvSpPr>
            <p:nvPr/>
          </p:nvSpPr>
          <p:spPr>
            <a:xfrm>
              <a:off x="15828509" y="2809540"/>
              <a:ext cx="17622" cy="67248"/>
            </a:xfrm>
            <a:custGeom>
              <a:avLst/>
              <a:gdLst/>
              <a:ahLst/>
              <a:cxnLst/>
              <a:rect l="0" t="0" r="0" b="0"/>
              <a:pathLst>
                <a:path w="17622" h="67248">
                  <a:moveTo>
                    <a:pt x="0" y="0"/>
                  </a:moveTo>
                  <a:lnTo>
                    <a:pt x="17622" y="672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4857" name="Output_receptor__4856">
              <a:extLst>
                <a:ext uri="{FF2B5EF4-FFF2-40B4-BE49-F238E27FC236}">
                  <a16:creationId xmlns:a16="http://schemas.microsoft.com/office/drawing/2014/main" id="{0A65A431-A486-095D-A477-597FBAD64558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259856"/>
              <a:ext cx="8033" cy="68948"/>
            </a:xfrm>
            <a:custGeom>
              <a:avLst/>
              <a:gdLst/>
              <a:ahLst/>
              <a:cxnLst/>
              <a:rect l="0" t="0" r="0" b="0"/>
              <a:pathLst>
                <a:path w="8033" h="68948">
                  <a:moveTo>
                    <a:pt x="0" y="68948"/>
                  </a:moveTo>
                  <a:lnTo>
                    <a:pt x="80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8" name="Output_receptor__4857">
              <a:extLst>
                <a:ext uri="{FF2B5EF4-FFF2-40B4-BE49-F238E27FC236}">
                  <a16:creationId xmlns:a16="http://schemas.microsoft.com/office/drawing/2014/main" id="{F180D35C-5A12-888C-8533-9CDCDE084CCB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699643"/>
              <a:ext cx="56721" cy="34592"/>
            </a:xfrm>
            <a:custGeom>
              <a:avLst/>
              <a:gdLst/>
              <a:ahLst/>
              <a:cxnLst/>
              <a:rect l="0" t="0" r="0" b="0"/>
              <a:pathLst>
                <a:path w="56721" h="34592">
                  <a:moveTo>
                    <a:pt x="56721" y="0"/>
                  </a:moveTo>
                  <a:lnTo>
                    <a:pt x="0" y="3459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9" name="Output_receptor__4858">
              <a:extLst>
                <a:ext uri="{FF2B5EF4-FFF2-40B4-BE49-F238E27FC236}">
                  <a16:creationId xmlns:a16="http://schemas.microsoft.com/office/drawing/2014/main" id="{BB9231F7-87E2-4649-032D-20863BCE4386}"/>
                </a:ext>
              </a:extLst>
            </p:cNvPr>
            <p:cNvSpPr>
              <a:spLocks noGrp="1"/>
            </p:cNvSpPr>
            <p:nvPr/>
          </p:nvSpPr>
          <p:spPr>
            <a:xfrm>
              <a:off x="16660491" y="4254791"/>
              <a:ext cx="68033" cy="22071"/>
            </a:xfrm>
            <a:custGeom>
              <a:avLst/>
              <a:gdLst/>
              <a:ahLst/>
              <a:cxnLst/>
              <a:rect l="0" t="0" r="0" b="0"/>
              <a:pathLst>
                <a:path w="68033" h="22071">
                  <a:moveTo>
                    <a:pt x="0" y="22071"/>
                  </a:moveTo>
                  <a:lnTo>
                    <a:pt x="6803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0" name="Output_receptor__4859">
              <a:extLst>
                <a:ext uri="{FF2B5EF4-FFF2-40B4-BE49-F238E27FC236}">
                  <a16:creationId xmlns:a16="http://schemas.microsoft.com/office/drawing/2014/main" id="{5471E1CD-9A03-5874-3F12-0707F4342B2D}"/>
                </a:ext>
              </a:extLst>
            </p:cNvPr>
            <p:cNvSpPr>
              <a:spLocks noGrp="1"/>
            </p:cNvSpPr>
            <p:nvPr/>
          </p:nvSpPr>
          <p:spPr>
            <a:xfrm>
              <a:off x="16551069" y="3781542"/>
              <a:ext cx="17186" cy="60837"/>
            </a:xfrm>
            <a:custGeom>
              <a:avLst/>
              <a:gdLst/>
              <a:ahLst/>
              <a:cxnLst/>
              <a:rect l="0" t="0" r="0" b="0"/>
              <a:pathLst>
                <a:path w="17186" h="60837">
                  <a:moveTo>
                    <a:pt x="0" y="0"/>
                  </a:moveTo>
                  <a:lnTo>
                    <a:pt x="17186" y="608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1" name="Output_receptor__4860">
              <a:extLst>
                <a:ext uri="{FF2B5EF4-FFF2-40B4-BE49-F238E27FC236}">
                  <a16:creationId xmlns:a16="http://schemas.microsoft.com/office/drawing/2014/main" id="{98421562-8B22-53E1-11CA-5755071F63B6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86645"/>
              <a:ext cx="5146" cy="9239"/>
            </a:xfrm>
            <a:custGeom>
              <a:avLst/>
              <a:gdLst/>
              <a:ahLst/>
              <a:cxnLst/>
              <a:rect l="0" t="0" r="0" b="0"/>
              <a:pathLst>
                <a:path w="5146" h="9239">
                  <a:moveTo>
                    <a:pt x="0" y="9239"/>
                  </a:moveTo>
                  <a:lnTo>
                    <a:pt x="514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2" name="Output_receptor__4861">
              <a:extLst>
                <a:ext uri="{FF2B5EF4-FFF2-40B4-BE49-F238E27FC236}">
                  <a16:creationId xmlns:a16="http://schemas.microsoft.com/office/drawing/2014/main" id="{4FFC13A1-93AF-55B4-DC6D-0DD41231B13A}"/>
                </a:ext>
              </a:extLst>
            </p:cNvPr>
            <p:cNvSpPr>
              <a:spLocks noGrp="1"/>
            </p:cNvSpPr>
            <p:nvPr/>
          </p:nvSpPr>
          <p:spPr>
            <a:xfrm>
              <a:off x="16028451" y="4017402"/>
              <a:ext cx="20561" cy="39918"/>
            </a:xfrm>
            <a:custGeom>
              <a:avLst/>
              <a:gdLst/>
              <a:ahLst/>
              <a:cxnLst/>
              <a:rect l="0" t="0" r="0" b="0"/>
              <a:pathLst>
                <a:path w="20561" h="39918">
                  <a:moveTo>
                    <a:pt x="20561" y="39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3" name="Output_receptor__4862">
              <a:extLst>
                <a:ext uri="{FF2B5EF4-FFF2-40B4-BE49-F238E27FC236}">
                  <a16:creationId xmlns:a16="http://schemas.microsoft.com/office/drawing/2014/main" id="{9429040D-5098-984D-E44A-977557441F78}"/>
                </a:ext>
              </a:extLst>
            </p:cNvPr>
            <p:cNvSpPr>
              <a:spLocks noGrp="1"/>
            </p:cNvSpPr>
            <p:nvPr/>
          </p:nvSpPr>
          <p:spPr>
            <a:xfrm>
              <a:off x="15804821" y="4186657"/>
              <a:ext cx="5148" cy="71864"/>
            </a:xfrm>
            <a:custGeom>
              <a:avLst/>
              <a:gdLst/>
              <a:ahLst/>
              <a:cxnLst/>
              <a:rect l="0" t="0" r="0" b="0"/>
              <a:pathLst>
                <a:path w="5148" h="71864">
                  <a:moveTo>
                    <a:pt x="5148" y="0"/>
                  </a:moveTo>
                  <a:lnTo>
                    <a:pt x="0" y="718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4" name="Output_receptor__4863">
              <a:extLst>
                <a:ext uri="{FF2B5EF4-FFF2-40B4-BE49-F238E27FC236}">
                  <a16:creationId xmlns:a16="http://schemas.microsoft.com/office/drawing/2014/main" id="{2344F0C4-23C5-8C51-5A05-8C00DC0008AE}"/>
                </a:ext>
              </a:extLst>
            </p:cNvPr>
            <p:cNvSpPr>
              <a:spLocks noGrp="1"/>
            </p:cNvSpPr>
            <p:nvPr/>
          </p:nvSpPr>
          <p:spPr>
            <a:xfrm>
              <a:off x="16548715" y="4296832"/>
              <a:ext cx="32350" cy="53270"/>
            </a:xfrm>
            <a:custGeom>
              <a:avLst/>
              <a:gdLst/>
              <a:ahLst/>
              <a:cxnLst/>
              <a:rect l="0" t="0" r="0" b="0"/>
              <a:pathLst>
                <a:path w="32350" h="53270">
                  <a:moveTo>
                    <a:pt x="0" y="0"/>
                  </a:moveTo>
                  <a:lnTo>
                    <a:pt x="32350" y="532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5" name="Output_receptor__4864">
              <a:extLst>
                <a:ext uri="{FF2B5EF4-FFF2-40B4-BE49-F238E27FC236}">
                  <a16:creationId xmlns:a16="http://schemas.microsoft.com/office/drawing/2014/main" id="{77D4CA6D-9C84-FEE5-EAAE-BE00F25F9066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42378"/>
              <a:ext cx="56834" cy="35037"/>
            </a:xfrm>
            <a:custGeom>
              <a:avLst/>
              <a:gdLst/>
              <a:ahLst/>
              <a:cxnLst/>
              <a:rect l="0" t="0" r="0" b="0"/>
              <a:pathLst>
                <a:path w="56834" h="35037">
                  <a:moveTo>
                    <a:pt x="56834" y="0"/>
                  </a:moveTo>
                  <a:lnTo>
                    <a:pt x="0" y="350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6" name="Output_receptor__4865">
              <a:extLst>
                <a:ext uri="{FF2B5EF4-FFF2-40B4-BE49-F238E27FC236}">
                  <a16:creationId xmlns:a16="http://schemas.microsoft.com/office/drawing/2014/main" id="{FA0D7E34-D452-EA20-F5D3-B455B1B302DF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27298" cy="18675"/>
            </a:xfrm>
            <a:custGeom>
              <a:avLst/>
              <a:gdLst/>
              <a:ahLst/>
              <a:cxnLst/>
              <a:rect l="0" t="0" r="0" b="0"/>
              <a:pathLst>
                <a:path w="27298" h="18675">
                  <a:moveTo>
                    <a:pt x="0" y="0"/>
                  </a:moveTo>
                  <a:lnTo>
                    <a:pt x="27298" y="1867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7" name="Output_receptor__4866">
              <a:extLst>
                <a:ext uri="{FF2B5EF4-FFF2-40B4-BE49-F238E27FC236}">
                  <a16:creationId xmlns:a16="http://schemas.microsoft.com/office/drawing/2014/main" id="{EE966104-FF87-03DF-05CB-4F0C82FFA3D7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53725"/>
              <a:ext cx="2923" cy="46468"/>
            </a:xfrm>
            <a:custGeom>
              <a:avLst/>
              <a:gdLst/>
              <a:ahLst/>
              <a:cxnLst/>
              <a:rect l="0" t="0" r="0" b="0"/>
              <a:pathLst>
                <a:path w="2923" h="46468">
                  <a:moveTo>
                    <a:pt x="0" y="46468"/>
                  </a:moveTo>
                  <a:lnTo>
                    <a:pt x="292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8" name="Output_receptor__4867">
              <a:extLst>
                <a:ext uri="{FF2B5EF4-FFF2-40B4-BE49-F238E27FC236}">
                  <a16:creationId xmlns:a16="http://schemas.microsoft.com/office/drawing/2014/main" id="{EB945190-8E2B-FE9F-C20F-42657D587FC8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18948" cy="1494"/>
            </a:xfrm>
            <a:custGeom>
              <a:avLst/>
              <a:gdLst/>
              <a:ahLst/>
              <a:cxnLst/>
              <a:rect l="0" t="0" r="0" b="0"/>
              <a:pathLst>
                <a:path w="18948" h="1494">
                  <a:moveTo>
                    <a:pt x="0" y="0"/>
                  </a:moveTo>
                  <a:lnTo>
                    <a:pt x="18948" y="1494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9" name="Output_receptor__4868">
              <a:extLst>
                <a:ext uri="{FF2B5EF4-FFF2-40B4-BE49-F238E27FC236}">
                  <a16:creationId xmlns:a16="http://schemas.microsoft.com/office/drawing/2014/main" id="{DADD3625-2A6F-ACEA-C663-ED29AF5DB15F}"/>
                </a:ext>
              </a:extLst>
            </p:cNvPr>
            <p:cNvSpPr>
              <a:spLocks noGrp="1"/>
            </p:cNvSpPr>
            <p:nvPr/>
          </p:nvSpPr>
          <p:spPr>
            <a:xfrm>
              <a:off x="15870313" y="4066341"/>
              <a:ext cx="48681" cy="50714"/>
            </a:xfrm>
            <a:custGeom>
              <a:avLst/>
              <a:gdLst/>
              <a:ahLst/>
              <a:cxnLst/>
              <a:rect l="0" t="0" r="0" b="0"/>
              <a:pathLst>
                <a:path w="48681" h="50714">
                  <a:moveTo>
                    <a:pt x="48681" y="50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0" name="Output_receptor__4869">
              <a:extLst>
                <a:ext uri="{FF2B5EF4-FFF2-40B4-BE49-F238E27FC236}">
                  <a16:creationId xmlns:a16="http://schemas.microsoft.com/office/drawing/2014/main" id="{F2BC314F-2A58-B849-2022-D2FA44F3E4DD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066341"/>
              <a:ext cx="54847" cy="43131"/>
            </a:xfrm>
            <a:custGeom>
              <a:avLst/>
              <a:gdLst/>
              <a:ahLst/>
              <a:cxnLst/>
              <a:rect l="0" t="0" r="0" b="0"/>
              <a:pathLst>
                <a:path w="54847" h="43131">
                  <a:moveTo>
                    <a:pt x="54847" y="0"/>
                  </a:moveTo>
                  <a:lnTo>
                    <a:pt x="0" y="4313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1" name="Output_receptor__4870">
              <a:extLst>
                <a:ext uri="{FF2B5EF4-FFF2-40B4-BE49-F238E27FC236}">
                  <a16:creationId xmlns:a16="http://schemas.microsoft.com/office/drawing/2014/main" id="{7D2900DF-C531-361B-C58D-C90EB47E819C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43085"/>
              <a:ext cx="56054" cy="15022"/>
            </a:xfrm>
            <a:custGeom>
              <a:avLst/>
              <a:gdLst/>
              <a:ahLst/>
              <a:cxnLst/>
              <a:rect l="0" t="0" r="0" b="0"/>
              <a:pathLst>
                <a:path w="56054" h="15022">
                  <a:moveTo>
                    <a:pt x="56054" y="0"/>
                  </a:moveTo>
                  <a:lnTo>
                    <a:pt x="0" y="150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2" name="Output_receptor__4871">
              <a:extLst>
                <a:ext uri="{FF2B5EF4-FFF2-40B4-BE49-F238E27FC236}">
                  <a16:creationId xmlns:a16="http://schemas.microsoft.com/office/drawing/2014/main" id="{379E62FB-8B62-D8EF-C941-9FBB268AD1D0}"/>
                </a:ext>
              </a:extLst>
            </p:cNvPr>
            <p:cNvSpPr>
              <a:spLocks noGrp="1"/>
            </p:cNvSpPr>
            <p:nvPr/>
          </p:nvSpPr>
          <p:spPr>
            <a:xfrm>
              <a:off x="16710987" y="3957570"/>
              <a:ext cx="15528" cy="69713"/>
            </a:xfrm>
            <a:custGeom>
              <a:avLst/>
              <a:gdLst/>
              <a:ahLst/>
              <a:cxnLst/>
              <a:rect l="0" t="0" r="0" b="0"/>
              <a:pathLst>
                <a:path w="15528" h="69713">
                  <a:moveTo>
                    <a:pt x="15528" y="697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3" name="Output_receptor__4872">
              <a:extLst>
                <a:ext uri="{FF2B5EF4-FFF2-40B4-BE49-F238E27FC236}">
                  <a16:creationId xmlns:a16="http://schemas.microsoft.com/office/drawing/2014/main" id="{19400406-1414-0BC0-377B-40FF5E6EEFC3}"/>
                </a:ext>
              </a:extLst>
            </p:cNvPr>
            <p:cNvSpPr>
              <a:spLocks noGrp="1"/>
            </p:cNvSpPr>
            <p:nvPr/>
          </p:nvSpPr>
          <p:spPr>
            <a:xfrm>
              <a:off x="15846131" y="2876787"/>
              <a:ext cx="53795" cy="21782"/>
            </a:xfrm>
            <a:custGeom>
              <a:avLst/>
              <a:gdLst/>
              <a:ahLst/>
              <a:cxnLst/>
              <a:rect l="0" t="0" r="0" b="0"/>
              <a:pathLst>
                <a:path w="53795" h="21782">
                  <a:moveTo>
                    <a:pt x="0" y="0"/>
                  </a:moveTo>
                  <a:lnTo>
                    <a:pt x="53795" y="2178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4" name="Output_receptor__4873">
              <a:extLst>
                <a:ext uri="{FF2B5EF4-FFF2-40B4-BE49-F238E27FC236}">
                  <a16:creationId xmlns:a16="http://schemas.microsoft.com/office/drawing/2014/main" id="{107872FE-6999-DBE8-ED9F-B56E36F74A7D}"/>
                </a:ext>
              </a:extLst>
            </p:cNvPr>
            <p:cNvSpPr>
              <a:spLocks noGrp="1"/>
            </p:cNvSpPr>
            <p:nvPr/>
          </p:nvSpPr>
          <p:spPr>
            <a:xfrm>
              <a:off x="15936719" y="3943085"/>
              <a:ext cx="52082" cy="13234"/>
            </a:xfrm>
            <a:custGeom>
              <a:avLst/>
              <a:gdLst/>
              <a:ahLst/>
              <a:cxnLst/>
              <a:rect l="0" t="0" r="0" b="0"/>
              <a:pathLst>
                <a:path w="52082" h="13234">
                  <a:moveTo>
                    <a:pt x="52082" y="132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5" name="Output_receptor__4874">
              <a:extLst>
                <a:ext uri="{FF2B5EF4-FFF2-40B4-BE49-F238E27FC236}">
                  <a16:creationId xmlns:a16="http://schemas.microsoft.com/office/drawing/2014/main" id="{A21B6948-55AE-49C2-721C-903FC605E0E1}"/>
                </a:ext>
              </a:extLst>
            </p:cNvPr>
            <p:cNvSpPr>
              <a:spLocks noGrp="1"/>
            </p:cNvSpPr>
            <p:nvPr/>
          </p:nvSpPr>
          <p:spPr>
            <a:xfrm>
              <a:off x="15763344" y="2778768"/>
              <a:ext cx="65165" cy="30771"/>
            </a:xfrm>
            <a:custGeom>
              <a:avLst/>
              <a:gdLst/>
              <a:ahLst/>
              <a:cxnLst/>
              <a:rect l="0" t="0" r="0" b="0"/>
              <a:pathLst>
                <a:path w="65165" h="30771">
                  <a:moveTo>
                    <a:pt x="0" y="0"/>
                  </a:moveTo>
                  <a:lnTo>
                    <a:pt x="65165" y="3077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6" name="Output_receptor__4875">
              <a:extLst>
                <a:ext uri="{FF2B5EF4-FFF2-40B4-BE49-F238E27FC236}">
                  <a16:creationId xmlns:a16="http://schemas.microsoft.com/office/drawing/2014/main" id="{067B8C87-CA7A-720C-F53C-96D9BAEEA28C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48381"/>
              <a:ext cx="48612" cy="29756"/>
            </a:xfrm>
            <a:custGeom>
              <a:avLst/>
              <a:gdLst/>
              <a:ahLst/>
              <a:cxnLst/>
              <a:rect l="0" t="0" r="0" b="0"/>
              <a:pathLst>
                <a:path w="48612" h="29756">
                  <a:moveTo>
                    <a:pt x="48612" y="0"/>
                  </a:moveTo>
                  <a:lnTo>
                    <a:pt x="0" y="297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7" name="Output_receptor__4876">
              <a:extLst>
                <a:ext uri="{FF2B5EF4-FFF2-40B4-BE49-F238E27FC236}">
                  <a16:creationId xmlns:a16="http://schemas.microsoft.com/office/drawing/2014/main" id="{1B088F9A-75AC-0F76-F697-6BE96FEEB30F}"/>
                </a:ext>
              </a:extLst>
            </p:cNvPr>
            <p:cNvSpPr>
              <a:spLocks noGrp="1"/>
            </p:cNvSpPr>
            <p:nvPr/>
          </p:nvSpPr>
          <p:spPr>
            <a:xfrm>
              <a:off x="16629030" y="3445915"/>
              <a:ext cx="61982" cy="36899"/>
            </a:xfrm>
            <a:custGeom>
              <a:avLst/>
              <a:gdLst/>
              <a:ahLst/>
              <a:cxnLst/>
              <a:rect l="0" t="0" r="0" b="0"/>
              <a:pathLst>
                <a:path w="61982" h="36899">
                  <a:moveTo>
                    <a:pt x="61982" y="368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8" name="Output_receptor__4877">
              <a:extLst>
                <a:ext uri="{FF2B5EF4-FFF2-40B4-BE49-F238E27FC236}">
                  <a16:creationId xmlns:a16="http://schemas.microsoft.com/office/drawing/2014/main" id="{72B4DE9F-1B14-702C-8795-16496D35B671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188379"/>
              <a:ext cx="215" cy="68977"/>
            </a:xfrm>
            <a:custGeom>
              <a:avLst/>
              <a:gdLst/>
              <a:ahLst/>
              <a:cxnLst/>
              <a:rect l="0" t="0" r="0" b="0"/>
              <a:pathLst>
                <a:path w="215" h="68977">
                  <a:moveTo>
                    <a:pt x="0" y="68977"/>
                  </a:moveTo>
                  <a:lnTo>
                    <a:pt x="21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9" name="Output_receptor__4878">
              <a:extLst>
                <a:ext uri="{FF2B5EF4-FFF2-40B4-BE49-F238E27FC236}">
                  <a16:creationId xmlns:a16="http://schemas.microsoft.com/office/drawing/2014/main" id="{B676D0AA-296F-4A61-3D9B-F8AF76AF16C3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575539"/>
              <a:ext cx="33759" cy="57230"/>
            </a:xfrm>
            <a:custGeom>
              <a:avLst/>
              <a:gdLst/>
              <a:ahLst/>
              <a:cxnLst/>
              <a:rect l="0" t="0" r="0" b="0"/>
              <a:pathLst>
                <a:path w="33759" h="57230">
                  <a:moveTo>
                    <a:pt x="0" y="57230"/>
                  </a:moveTo>
                  <a:lnTo>
                    <a:pt x="3375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0" name="Output_receptor__4879">
              <a:extLst>
                <a:ext uri="{FF2B5EF4-FFF2-40B4-BE49-F238E27FC236}">
                  <a16:creationId xmlns:a16="http://schemas.microsoft.com/office/drawing/2014/main" id="{A4EBCB70-8EB3-C3B0-389E-0494AD06303C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74061"/>
              <a:ext cx="10296" cy="41435"/>
            </a:xfrm>
            <a:custGeom>
              <a:avLst/>
              <a:gdLst/>
              <a:ahLst/>
              <a:cxnLst/>
              <a:rect l="0" t="0" r="0" b="0"/>
              <a:pathLst>
                <a:path w="10296" h="41435">
                  <a:moveTo>
                    <a:pt x="10296" y="0"/>
                  </a:moveTo>
                  <a:lnTo>
                    <a:pt x="0" y="4143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1" name="Output_receptor__4880">
              <a:extLst>
                <a:ext uri="{FF2B5EF4-FFF2-40B4-BE49-F238E27FC236}">
                  <a16:creationId xmlns:a16="http://schemas.microsoft.com/office/drawing/2014/main" id="{419DAF2F-1271-EF58-31AA-EF17B55A4804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057320"/>
              <a:ext cx="31254" cy="58037"/>
            </a:xfrm>
            <a:custGeom>
              <a:avLst/>
              <a:gdLst/>
              <a:ahLst/>
              <a:cxnLst/>
              <a:rect l="0" t="0" r="0" b="0"/>
              <a:pathLst>
                <a:path w="31254" h="58037">
                  <a:moveTo>
                    <a:pt x="0" y="58037"/>
                  </a:moveTo>
                  <a:lnTo>
                    <a:pt x="312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2" name="Output_receptor__4881">
              <a:extLst>
                <a:ext uri="{FF2B5EF4-FFF2-40B4-BE49-F238E27FC236}">
                  <a16:creationId xmlns:a16="http://schemas.microsoft.com/office/drawing/2014/main" id="{24096356-282B-4609-B84D-7702EF4CEA4D}"/>
                </a:ext>
              </a:extLst>
            </p:cNvPr>
            <p:cNvSpPr>
              <a:spLocks noGrp="1"/>
            </p:cNvSpPr>
            <p:nvPr/>
          </p:nvSpPr>
          <p:spPr>
            <a:xfrm>
              <a:off x="16590241" y="3524275"/>
              <a:ext cx="41720" cy="57221"/>
            </a:xfrm>
            <a:custGeom>
              <a:avLst/>
              <a:gdLst/>
              <a:ahLst/>
              <a:cxnLst/>
              <a:rect l="0" t="0" r="0" b="0"/>
              <a:pathLst>
                <a:path w="41720" h="57221">
                  <a:moveTo>
                    <a:pt x="41720" y="57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3" name="Output_receptor__4882">
              <a:extLst>
                <a:ext uri="{FF2B5EF4-FFF2-40B4-BE49-F238E27FC236}">
                  <a16:creationId xmlns:a16="http://schemas.microsoft.com/office/drawing/2014/main" id="{1E26D178-C7D1-CEB9-F369-F794EE829E35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4020006"/>
              <a:ext cx="663" cy="20370"/>
            </a:xfrm>
            <a:custGeom>
              <a:avLst/>
              <a:gdLst/>
              <a:ahLst/>
              <a:cxnLst/>
              <a:rect l="0" t="0" r="0" b="0"/>
              <a:pathLst>
                <a:path w="663" h="20370">
                  <a:moveTo>
                    <a:pt x="663" y="2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4" name="Output_receptor__4883">
              <a:extLst>
                <a:ext uri="{FF2B5EF4-FFF2-40B4-BE49-F238E27FC236}">
                  <a16:creationId xmlns:a16="http://schemas.microsoft.com/office/drawing/2014/main" id="{67DBAE55-B55D-EE86-D6A0-E29ACB2DB756}"/>
                </a:ext>
              </a:extLst>
            </p:cNvPr>
            <p:cNvSpPr>
              <a:spLocks noGrp="1"/>
            </p:cNvSpPr>
            <p:nvPr/>
          </p:nvSpPr>
          <p:spPr>
            <a:xfrm>
              <a:off x="15698363" y="3884986"/>
              <a:ext cx="1456" cy="63395"/>
            </a:xfrm>
            <a:custGeom>
              <a:avLst/>
              <a:gdLst/>
              <a:ahLst/>
              <a:cxnLst/>
              <a:rect l="0" t="0" r="0" b="0"/>
              <a:pathLst>
                <a:path w="1456" h="63395">
                  <a:moveTo>
                    <a:pt x="1456" y="0"/>
                  </a:moveTo>
                  <a:lnTo>
                    <a:pt x="0" y="633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5" name="Output_receptor__4884">
              <a:extLst>
                <a:ext uri="{FF2B5EF4-FFF2-40B4-BE49-F238E27FC236}">
                  <a16:creationId xmlns:a16="http://schemas.microsoft.com/office/drawing/2014/main" id="{C458094C-830E-AF93-4D5B-1297F1914EBC}"/>
                </a:ext>
              </a:extLst>
            </p:cNvPr>
            <p:cNvSpPr>
              <a:spLocks noGrp="1"/>
            </p:cNvSpPr>
            <p:nvPr/>
          </p:nvSpPr>
          <p:spPr>
            <a:xfrm>
              <a:off x="15891977" y="4575539"/>
              <a:ext cx="60579" cy="18023"/>
            </a:xfrm>
            <a:custGeom>
              <a:avLst/>
              <a:gdLst/>
              <a:ahLst/>
              <a:cxnLst/>
              <a:rect l="0" t="0" r="0" b="0"/>
              <a:pathLst>
                <a:path w="60579" h="18023">
                  <a:moveTo>
                    <a:pt x="0" y="0"/>
                  </a:moveTo>
                  <a:lnTo>
                    <a:pt x="60579" y="180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6" name="Output_receptor__4885">
              <a:extLst>
                <a:ext uri="{FF2B5EF4-FFF2-40B4-BE49-F238E27FC236}">
                  <a16:creationId xmlns:a16="http://schemas.microsoft.com/office/drawing/2014/main" id="{2846F72C-3079-5C4A-7923-1A12B4190CBE}"/>
                </a:ext>
              </a:extLst>
            </p:cNvPr>
            <p:cNvSpPr>
              <a:spLocks noGrp="1"/>
            </p:cNvSpPr>
            <p:nvPr/>
          </p:nvSpPr>
          <p:spPr>
            <a:xfrm>
              <a:off x="15587649" y="3593280"/>
              <a:ext cx="50726" cy="42024"/>
            </a:xfrm>
            <a:custGeom>
              <a:avLst/>
              <a:gdLst/>
              <a:ahLst/>
              <a:cxnLst/>
              <a:rect l="0" t="0" r="0" b="0"/>
              <a:pathLst>
                <a:path w="50726" h="42024">
                  <a:moveTo>
                    <a:pt x="50726" y="42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87" name="Output_receptor__4886">
              <a:extLst>
                <a:ext uri="{FF2B5EF4-FFF2-40B4-BE49-F238E27FC236}">
                  <a16:creationId xmlns:a16="http://schemas.microsoft.com/office/drawing/2014/main" id="{03B300BD-A87C-F259-9F4A-2EA4D667C220}"/>
                </a:ext>
              </a:extLst>
            </p:cNvPr>
            <p:cNvSpPr>
              <a:spLocks noGrp="1"/>
            </p:cNvSpPr>
            <p:nvPr/>
          </p:nvSpPr>
          <p:spPr>
            <a:xfrm>
              <a:off x="15513778" y="2788372"/>
              <a:ext cx="22070" cy="8614"/>
            </a:xfrm>
            <a:custGeom>
              <a:avLst/>
              <a:gdLst/>
              <a:ahLst/>
              <a:cxnLst/>
              <a:rect l="0" t="0" r="0" b="0"/>
              <a:pathLst>
                <a:path w="22070" h="8614">
                  <a:moveTo>
                    <a:pt x="0" y="8614"/>
                  </a:moveTo>
                  <a:lnTo>
                    <a:pt x="2207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8" name="Output_receptor__4887">
              <a:extLst>
                <a:ext uri="{FF2B5EF4-FFF2-40B4-BE49-F238E27FC236}">
                  <a16:creationId xmlns:a16="http://schemas.microsoft.com/office/drawing/2014/main" id="{9B66EC11-8D0C-36AA-082C-D0A959C44AD9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67096"/>
              <a:ext cx="42242" cy="5580"/>
            </a:xfrm>
            <a:custGeom>
              <a:avLst/>
              <a:gdLst/>
              <a:ahLst/>
              <a:cxnLst/>
              <a:rect l="0" t="0" r="0" b="0"/>
              <a:pathLst>
                <a:path w="42242" h="5580">
                  <a:moveTo>
                    <a:pt x="0" y="0"/>
                  </a:moveTo>
                  <a:lnTo>
                    <a:pt x="42242" y="558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9" name="Output_receptor__4888">
              <a:extLst>
                <a:ext uri="{FF2B5EF4-FFF2-40B4-BE49-F238E27FC236}">
                  <a16:creationId xmlns:a16="http://schemas.microsoft.com/office/drawing/2014/main" id="{9ACA8E1E-C4E7-0647-6A96-DC23D95229DE}"/>
                </a:ext>
              </a:extLst>
            </p:cNvPr>
            <p:cNvSpPr>
              <a:spLocks noGrp="1"/>
            </p:cNvSpPr>
            <p:nvPr/>
          </p:nvSpPr>
          <p:spPr>
            <a:xfrm>
              <a:off x="15552551" y="3535840"/>
              <a:ext cx="35098" cy="57440"/>
            </a:xfrm>
            <a:custGeom>
              <a:avLst/>
              <a:gdLst/>
              <a:ahLst/>
              <a:cxnLst/>
              <a:rect l="0" t="0" r="0" b="0"/>
              <a:pathLst>
                <a:path w="35098" h="57440">
                  <a:moveTo>
                    <a:pt x="35098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0" name="Output_receptor__4889">
              <a:extLst>
                <a:ext uri="{FF2B5EF4-FFF2-40B4-BE49-F238E27FC236}">
                  <a16:creationId xmlns:a16="http://schemas.microsoft.com/office/drawing/2014/main" id="{51739CE3-CA65-789F-34D2-146F3327C3E0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4005403"/>
              <a:ext cx="51447" cy="19767"/>
            </a:xfrm>
            <a:custGeom>
              <a:avLst/>
              <a:gdLst/>
              <a:ahLst/>
              <a:cxnLst/>
              <a:rect l="0" t="0" r="0" b="0"/>
              <a:pathLst>
                <a:path w="51447" h="19767">
                  <a:moveTo>
                    <a:pt x="0" y="19767"/>
                  </a:moveTo>
                  <a:lnTo>
                    <a:pt x="5144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1" name="Output_receptor__4890">
              <a:extLst>
                <a:ext uri="{FF2B5EF4-FFF2-40B4-BE49-F238E27FC236}">
                  <a16:creationId xmlns:a16="http://schemas.microsoft.com/office/drawing/2014/main" id="{D1DB9B67-E22B-F938-B797-1254F09CAC04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4224" cy="31708"/>
            </a:xfrm>
            <a:custGeom>
              <a:avLst/>
              <a:gdLst/>
              <a:ahLst/>
              <a:cxnLst/>
              <a:rect l="0" t="0" r="0" b="0"/>
              <a:pathLst>
                <a:path w="44224" h="31708">
                  <a:moveTo>
                    <a:pt x="0" y="0"/>
                  </a:moveTo>
                  <a:lnTo>
                    <a:pt x="44224" y="3170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2" name="Output_receptor__4891">
              <a:extLst>
                <a:ext uri="{FF2B5EF4-FFF2-40B4-BE49-F238E27FC236}">
                  <a16:creationId xmlns:a16="http://schemas.microsoft.com/office/drawing/2014/main" id="{6EE634B0-A91E-A11B-82F7-FA063920928D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63814"/>
              <a:ext cx="22547" cy="5196"/>
            </a:xfrm>
            <a:custGeom>
              <a:avLst/>
              <a:gdLst/>
              <a:ahLst/>
              <a:cxnLst/>
              <a:rect l="0" t="0" r="0" b="0"/>
              <a:pathLst>
                <a:path w="22547" h="5196">
                  <a:moveTo>
                    <a:pt x="22547" y="0"/>
                  </a:moveTo>
                  <a:lnTo>
                    <a:pt x="0" y="5196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3" name="Output_receptor__4892">
              <a:extLst>
                <a:ext uri="{FF2B5EF4-FFF2-40B4-BE49-F238E27FC236}">
                  <a16:creationId xmlns:a16="http://schemas.microsoft.com/office/drawing/2014/main" id="{A1C2C40A-FDF6-C1E3-E2EC-C5B0F1A86935}"/>
                </a:ext>
              </a:extLst>
            </p:cNvPr>
            <p:cNvSpPr>
              <a:spLocks noGrp="1"/>
            </p:cNvSpPr>
            <p:nvPr/>
          </p:nvSpPr>
          <p:spPr>
            <a:xfrm>
              <a:off x="16492005" y="4005403"/>
              <a:ext cx="45788" cy="24723"/>
            </a:xfrm>
            <a:custGeom>
              <a:avLst/>
              <a:gdLst/>
              <a:ahLst/>
              <a:cxnLst/>
              <a:rect l="0" t="0" r="0" b="0"/>
              <a:pathLst>
                <a:path w="45788" h="24723">
                  <a:moveTo>
                    <a:pt x="0" y="0"/>
                  </a:moveTo>
                  <a:lnTo>
                    <a:pt x="45788" y="247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4" name="Output_receptor__4893">
              <a:extLst>
                <a:ext uri="{FF2B5EF4-FFF2-40B4-BE49-F238E27FC236}">
                  <a16:creationId xmlns:a16="http://schemas.microsoft.com/office/drawing/2014/main" id="{81ECFA20-8E75-7BAE-3ABE-B9D2A7750E1E}"/>
                </a:ext>
              </a:extLst>
            </p:cNvPr>
            <p:cNvSpPr>
              <a:spLocks noGrp="1"/>
            </p:cNvSpPr>
            <p:nvPr/>
          </p:nvSpPr>
          <p:spPr>
            <a:xfrm>
              <a:off x="15638375" y="3613854"/>
              <a:ext cx="56260" cy="21450"/>
            </a:xfrm>
            <a:custGeom>
              <a:avLst/>
              <a:gdLst/>
              <a:ahLst/>
              <a:cxnLst/>
              <a:rect l="0" t="0" r="0" b="0"/>
              <a:pathLst>
                <a:path w="56260" h="21450">
                  <a:moveTo>
                    <a:pt x="56260" y="0"/>
                  </a:moveTo>
                  <a:lnTo>
                    <a:pt x="0" y="2145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5" name="Output_receptor__4894">
              <a:extLst>
                <a:ext uri="{FF2B5EF4-FFF2-40B4-BE49-F238E27FC236}">
                  <a16:creationId xmlns:a16="http://schemas.microsoft.com/office/drawing/2014/main" id="{9B806151-1822-8C1B-F5E1-12DAD57B067C}"/>
                </a:ext>
              </a:extLst>
            </p:cNvPr>
            <p:cNvSpPr>
              <a:spLocks noGrp="1"/>
            </p:cNvSpPr>
            <p:nvPr/>
          </p:nvSpPr>
          <p:spPr>
            <a:xfrm>
              <a:off x="15944180" y="4593562"/>
              <a:ext cx="8376" cy="68583"/>
            </a:xfrm>
            <a:custGeom>
              <a:avLst/>
              <a:gdLst/>
              <a:ahLst/>
              <a:cxnLst/>
              <a:rect l="0" t="0" r="0" b="0"/>
              <a:pathLst>
                <a:path w="8376" h="68583">
                  <a:moveTo>
                    <a:pt x="8376" y="0"/>
                  </a:moveTo>
                  <a:lnTo>
                    <a:pt x="0" y="685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6" name="Output_receptor__4895">
              <a:extLst>
                <a:ext uri="{FF2B5EF4-FFF2-40B4-BE49-F238E27FC236}">
                  <a16:creationId xmlns:a16="http://schemas.microsoft.com/office/drawing/2014/main" id="{7DA3AF0D-F503-2A2D-C785-85F3970B220E}"/>
                </a:ext>
              </a:extLst>
            </p:cNvPr>
            <p:cNvSpPr>
              <a:spLocks noGrp="1"/>
            </p:cNvSpPr>
            <p:nvPr/>
          </p:nvSpPr>
          <p:spPr>
            <a:xfrm>
              <a:off x="16728524" y="4206224"/>
              <a:ext cx="33154" cy="48567"/>
            </a:xfrm>
            <a:custGeom>
              <a:avLst/>
              <a:gdLst/>
              <a:ahLst/>
              <a:cxnLst/>
              <a:rect l="0" t="0" r="0" b="0"/>
              <a:pathLst>
                <a:path w="33154" h="48567">
                  <a:moveTo>
                    <a:pt x="0" y="48567"/>
                  </a:moveTo>
                  <a:lnTo>
                    <a:pt x="331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7" name="Output_receptor__4896">
              <a:extLst>
                <a:ext uri="{FF2B5EF4-FFF2-40B4-BE49-F238E27FC236}">
                  <a16:creationId xmlns:a16="http://schemas.microsoft.com/office/drawing/2014/main" id="{8B5E024E-14E6-140A-7983-DF3E7920610F}"/>
                </a:ext>
              </a:extLst>
            </p:cNvPr>
            <p:cNvSpPr>
              <a:spLocks noGrp="1"/>
            </p:cNvSpPr>
            <p:nvPr/>
          </p:nvSpPr>
          <p:spPr>
            <a:xfrm>
              <a:off x="16232549" y="3123531"/>
              <a:ext cx="54927" cy="28098"/>
            </a:xfrm>
            <a:custGeom>
              <a:avLst/>
              <a:gdLst/>
              <a:ahLst/>
              <a:cxnLst/>
              <a:rect l="0" t="0" r="0" b="0"/>
              <a:pathLst>
                <a:path w="54927" h="28098">
                  <a:moveTo>
                    <a:pt x="54927" y="0"/>
                  </a:moveTo>
                  <a:lnTo>
                    <a:pt x="0" y="2809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8" name="Output_receptor__4897">
              <a:extLst>
                <a:ext uri="{FF2B5EF4-FFF2-40B4-BE49-F238E27FC236}">
                  <a16:creationId xmlns:a16="http://schemas.microsoft.com/office/drawing/2014/main" id="{2B2A02B6-D77E-9609-CF56-5036650D3885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59275" cy="3041"/>
            </a:xfrm>
            <a:custGeom>
              <a:avLst/>
              <a:gdLst/>
              <a:ahLst/>
              <a:cxnLst/>
              <a:rect l="0" t="0" r="0" b="0"/>
              <a:pathLst>
                <a:path w="59275" h="3041">
                  <a:moveTo>
                    <a:pt x="0" y="0"/>
                  </a:moveTo>
                  <a:lnTo>
                    <a:pt x="59275" y="304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9" name="Output_receptor__4898">
              <a:extLst>
                <a:ext uri="{FF2B5EF4-FFF2-40B4-BE49-F238E27FC236}">
                  <a16:creationId xmlns:a16="http://schemas.microsoft.com/office/drawing/2014/main" id="{7328096F-B361-B5F5-8E77-E94B9CC11874}"/>
                </a:ext>
              </a:extLst>
            </p:cNvPr>
            <p:cNvSpPr>
              <a:spLocks noGrp="1"/>
            </p:cNvSpPr>
            <p:nvPr/>
          </p:nvSpPr>
          <p:spPr>
            <a:xfrm>
              <a:off x="16573311" y="3581496"/>
              <a:ext cx="58650" cy="39553"/>
            </a:xfrm>
            <a:custGeom>
              <a:avLst/>
              <a:gdLst/>
              <a:ahLst/>
              <a:cxnLst/>
              <a:rect l="0" t="0" r="0" b="0"/>
              <a:pathLst>
                <a:path w="58650" h="39553">
                  <a:moveTo>
                    <a:pt x="0" y="39553"/>
                  </a:moveTo>
                  <a:lnTo>
                    <a:pt x="5865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0" name="Output_receptor__4899">
              <a:extLst>
                <a:ext uri="{FF2B5EF4-FFF2-40B4-BE49-F238E27FC236}">
                  <a16:creationId xmlns:a16="http://schemas.microsoft.com/office/drawing/2014/main" id="{56D8FB9D-9470-B705-BE29-188FB6FBD90B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210740"/>
              <a:ext cx="64329" cy="25375"/>
            </a:xfrm>
            <a:custGeom>
              <a:avLst/>
              <a:gdLst/>
              <a:ahLst/>
              <a:cxnLst/>
              <a:rect l="0" t="0" r="0" b="0"/>
              <a:pathLst>
                <a:path w="64329" h="25375">
                  <a:moveTo>
                    <a:pt x="64329" y="25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1" name="Output_receptor__4900">
              <a:extLst>
                <a:ext uri="{FF2B5EF4-FFF2-40B4-BE49-F238E27FC236}">
                  <a16:creationId xmlns:a16="http://schemas.microsoft.com/office/drawing/2014/main" id="{F12E7DDA-5CD5-DA74-3C7F-792F9BA2562D}"/>
                </a:ext>
              </a:extLst>
            </p:cNvPr>
            <p:cNvSpPr>
              <a:spLocks noGrp="1"/>
            </p:cNvSpPr>
            <p:nvPr/>
          </p:nvSpPr>
          <p:spPr>
            <a:xfrm>
              <a:off x="16081500" y="3770677"/>
              <a:ext cx="59354" cy="39762"/>
            </a:xfrm>
            <a:custGeom>
              <a:avLst/>
              <a:gdLst/>
              <a:ahLst/>
              <a:cxnLst/>
              <a:rect l="0" t="0" r="0" b="0"/>
              <a:pathLst>
                <a:path w="59354" h="39762">
                  <a:moveTo>
                    <a:pt x="59354" y="39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2" name="Output_receptor__4901">
              <a:extLst>
                <a:ext uri="{FF2B5EF4-FFF2-40B4-BE49-F238E27FC236}">
                  <a16:creationId xmlns:a16="http://schemas.microsoft.com/office/drawing/2014/main" id="{EA6C5CD2-5852-D31F-9885-D306B3B1E519}"/>
                </a:ext>
              </a:extLst>
            </p:cNvPr>
            <p:cNvSpPr>
              <a:spLocks noGrp="1"/>
            </p:cNvSpPr>
            <p:nvPr/>
          </p:nvSpPr>
          <p:spPr>
            <a:xfrm>
              <a:off x="15648368" y="4132664"/>
              <a:ext cx="61121" cy="35785"/>
            </a:xfrm>
            <a:custGeom>
              <a:avLst/>
              <a:gdLst/>
              <a:ahLst/>
              <a:cxnLst/>
              <a:rect l="0" t="0" r="0" b="0"/>
              <a:pathLst>
                <a:path w="61121" h="35785">
                  <a:moveTo>
                    <a:pt x="0" y="35785"/>
                  </a:moveTo>
                  <a:lnTo>
                    <a:pt x="61121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3" name="Output_receptor__4902">
              <a:extLst>
                <a:ext uri="{FF2B5EF4-FFF2-40B4-BE49-F238E27FC236}">
                  <a16:creationId xmlns:a16="http://schemas.microsoft.com/office/drawing/2014/main" id="{3ACFEBE7-A63E-18AE-29F4-A9A2F0228953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09724"/>
              <a:ext cx="70805" cy="14407"/>
            </a:xfrm>
            <a:custGeom>
              <a:avLst/>
              <a:gdLst/>
              <a:ahLst/>
              <a:cxnLst/>
              <a:rect l="0" t="0" r="0" b="0"/>
              <a:pathLst>
                <a:path w="70805" h="14407">
                  <a:moveTo>
                    <a:pt x="70805" y="0"/>
                  </a:moveTo>
                  <a:lnTo>
                    <a:pt x="0" y="1440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4" name="Output_receptor__4903">
              <a:extLst>
                <a:ext uri="{FF2B5EF4-FFF2-40B4-BE49-F238E27FC236}">
                  <a16:creationId xmlns:a16="http://schemas.microsoft.com/office/drawing/2014/main" id="{16615F48-D679-2307-181D-6B04E2A65202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692"/>
              <a:ext cx="42258" cy="50494"/>
            </a:xfrm>
            <a:custGeom>
              <a:avLst/>
              <a:gdLst/>
              <a:ahLst/>
              <a:cxnLst/>
              <a:rect l="0" t="0" r="0" b="0"/>
              <a:pathLst>
                <a:path w="42258" h="50494">
                  <a:moveTo>
                    <a:pt x="42258" y="504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5" name="Output_receptor__4904">
              <a:extLst>
                <a:ext uri="{FF2B5EF4-FFF2-40B4-BE49-F238E27FC236}">
                  <a16:creationId xmlns:a16="http://schemas.microsoft.com/office/drawing/2014/main" id="{06BE2C13-069C-A3EF-CF33-9B0311743EAF}"/>
                </a:ext>
              </a:extLst>
            </p:cNvPr>
            <p:cNvSpPr>
              <a:spLocks noGrp="1"/>
            </p:cNvSpPr>
            <p:nvPr/>
          </p:nvSpPr>
          <p:spPr>
            <a:xfrm>
              <a:off x="15834517" y="3642769"/>
              <a:ext cx="56994" cy="8195"/>
            </a:xfrm>
            <a:custGeom>
              <a:avLst/>
              <a:gdLst/>
              <a:ahLst/>
              <a:cxnLst/>
              <a:rect l="0" t="0" r="0" b="0"/>
              <a:pathLst>
                <a:path w="56994" h="8195">
                  <a:moveTo>
                    <a:pt x="56994" y="0"/>
                  </a:moveTo>
                  <a:lnTo>
                    <a:pt x="0" y="81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6" name="Output_receptor__4905">
              <a:extLst>
                <a:ext uri="{FF2B5EF4-FFF2-40B4-BE49-F238E27FC236}">
                  <a16:creationId xmlns:a16="http://schemas.microsoft.com/office/drawing/2014/main" id="{1A32C33D-40A5-521A-A3FA-90422CEB6196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24275"/>
              <a:ext cx="42695" cy="9501"/>
            </a:xfrm>
            <a:custGeom>
              <a:avLst/>
              <a:gdLst/>
              <a:ahLst/>
              <a:cxnLst/>
              <a:rect l="0" t="0" r="0" b="0"/>
              <a:pathLst>
                <a:path w="42695" h="9501">
                  <a:moveTo>
                    <a:pt x="42695" y="0"/>
                  </a:moveTo>
                  <a:lnTo>
                    <a:pt x="0" y="950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7" name="Output_receptor__4906">
              <a:extLst>
                <a:ext uri="{FF2B5EF4-FFF2-40B4-BE49-F238E27FC236}">
                  <a16:creationId xmlns:a16="http://schemas.microsoft.com/office/drawing/2014/main" id="{E8109D98-C21F-BD0C-2B61-BEC4E5D4CCB8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27534" cy="26572"/>
            </a:xfrm>
            <a:custGeom>
              <a:avLst/>
              <a:gdLst/>
              <a:ahLst/>
              <a:cxnLst/>
              <a:rect l="0" t="0" r="0" b="0"/>
              <a:pathLst>
                <a:path w="27534" h="26572">
                  <a:moveTo>
                    <a:pt x="27534" y="265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8" name="Output_receptor__4907">
              <a:extLst>
                <a:ext uri="{FF2B5EF4-FFF2-40B4-BE49-F238E27FC236}">
                  <a16:creationId xmlns:a16="http://schemas.microsoft.com/office/drawing/2014/main" id="{91B65B2F-0BEF-E4C7-8F0A-677288105560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93133"/>
              <a:ext cx="16673" cy="38417"/>
            </a:xfrm>
            <a:custGeom>
              <a:avLst/>
              <a:gdLst/>
              <a:ahLst/>
              <a:cxnLst/>
              <a:rect l="0" t="0" r="0" b="0"/>
              <a:pathLst>
                <a:path w="16673" h="38417">
                  <a:moveTo>
                    <a:pt x="16673" y="0"/>
                  </a:moveTo>
                  <a:lnTo>
                    <a:pt x="0" y="3841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9" name="Output_receptor__4908">
              <a:extLst>
                <a:ext uri="{FF2B5EF4-FFF2-40B4-BE49-F238E27FC236}">
                  <a16:creationId xmlns:a16="http://schemas.microsoft.com/office/drawing/2014/main" id="{652AFB0F-F75D-E505-2C70-10B6843F827F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4742"/>
              <a:ext cx="27864" cy="9216"/>
            </a:xfrm>
            <a:custGeom>
              <a:avLst/>
              <a:gdLst/>
              <a:ahLst/>
              <a:cxnLst/>
              <a:rect l="0" t="0" r="0" b="0"/>
              <a:pathLst>
                <a:path w="27864" h="9216">
                  <a:moveTo>
                    <a:pt x="27864" y="92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0" name="Output_receptor__4909">
              <a:extLst>
                <a:ext uri="{FF2B5EF4-FFF2-40B4-BE49-F238E27FC236}">
                  <a16:creationId xmlns:a16="http://schemas.microsoft.com/office/drawing/2014/main" id="{1605CCB9-B850-5F2D-B65C-379AAA98956B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2087"/>
              <a:ext cx="41142" cy="35473"/>
            </a:xfrm>
            <a:custGeom>
              <a:avLst/>
              <a:gdLst/>
              <a:ahLst/>
              <a:cxnLst/>
              <a:rect l="0" t="0" r="0" b="0"/>
              <a:pathLst>
                <a:path w="41142" h="35473">
                  <a:moveTo>
                    <a:pt x="0" y="35473"/>
                  </a:moveTo>
                  <a:lnTo>
                    <a:pt x="4114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1" name="Output_receptor__4910">
              <a:extLst>
                <a:ext uri="{FF2B5EF4-FFF2-40B4-BE49-F238E27FC236}">
                  <a16:creationId xmlns:a16="http://schemas.microsoft.com/office/drawing/2014/main" id="{6CF234DC-0893-22A4-3F93-C731C5607AB0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3956319"/>
              <a:ext cx="28735" cy="63687"/>
            </a:xfrm>
            <a:custGeom>
              <a:avLst/>
              <a:gdLst/>
              <a:ahLst/>
              <a:cxnLst/>
              <a:rect l="0" t="0" r="0" b="0"/>
              <a:pathLst>
                <a:path w="28735" h="63687">
                  <a:moveTo>
                    <a:pt x="0" y="63687"/>
                  </a:moveTo>
                  <a:lnTo>
                    <a:pt x="2873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2" name="Output_receptor__4911">
              <a:extLst>
                <a:ext uri="{FF2B5EF4-FFF2-40B4-BE49-F238E27FC236}">
                  <a16:creationId xmlns:a16="http://schemas.microsoft.com/office/drawing/2014/main" id="{1205F9FF-2F4A-86CA-DF00-5FEC25CEEE2F}"/>
                </a:ext>
              </a:extLst>
            </p:cNvPr>
            <p:cNvSpPr>
              <a:spLocks noGrp="1"/>
            </p:cNvSpPr>
            <p:nvPr/>
          </p:nvSpPr>
          <p:spPr>
            <a:xfrm>
              <a:off x="16357324" y="4258950"/>
              <a:ext cx="58099" cy="12412"/>
            </a:xfrm>
            <a:custGeom>
              <a:avLst/>
              <a:gdLst/>
              <a:ahLst/>
              <a:cxnLst/>
              <a:rect l="0" t="0" r="0" b="0"/>
              <a:pathLst>
                <a:path w="58099" h="12412">
                  <a:moveTo>
                    <a:pt x="58099" y="124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3" name="Output_receptor__4912">
              <a:extLst>
                <a:ext uri="{FF2B5EF4-FFF2-40B4-BE49-F238E27FC236}">
                  <a16:creationId xmlns:a16="http://schemas.microsoft.com/office/drawing/2014/main" id="{E5CD2AFB-0488-481B-7652-34BDE633B323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30126"/>
              <a:ext cx="28270" cy="65758"/>
            </a:xfrm>
            <a:custGeom>
              <a:avLst/>
              <a:gdLst/>
              <a:ahLst/>
              <a:cxnLst/>
              <a:rect l="0" t="0" r="0" b="0"/>
              <a:pathLst>
                <a:path w="28270" h="65758">
                  <a:moveTo>
                    <a:pt x="28270" y="0"/>
                  </a:moveTo>
                  <a:lnTo>
                    <a:pt x="0" y="657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4" name="Output_receptor__4913">
              <a:extLst>
                <a:ext uri="{FF2B5EF4-FFF2-40B4-BE49-F238E27FC236}">
                  <a16:creationId xmlns:a16="http://schemas.microsoft.com/office/drawing/2014/main" id="{244F8568-3291-7B5F-3674-ED3B447D6E6F}"/>
                </a:ext>
              </a:extLst>
            </p:cNvPr>
            <p:cNvSpPr>
              <a:spLocks noGrp="1"/>
            </p:cNvSpPr>
            <p:nvPr/>
          </p:nvSpPr>
          <p:spPr>
            <a:xfrm>
              <a:off x="16105786" y="3810439"/>
              <a:ext cx="35068" cy="62236"/>
            </a:xfrm>
            <a:custGeom>
              <a:avLst/>
              <a:gdLst/>
              <a:ahLst/>
              <a:cxnLst/>
              <a:rect l="0" t="0" r="0" b="0"/>
              <a:pathLst>
                <a:path w="35068" h="62236">
                  <a:moveTo>
                    <a:pt x="0" y="62236"/>
                  </a:moveTo>
                  <a:lnTo>
                    <a:pt x="3506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5" name="Output_receptor__4914">
              <a:extLst>
                <a:ext uri="{FF2B5EF4-FFF2-40B4-BE49-F238E27FC236}">
                  <a16:creationId xmlns:a16="http://schemas.microsoft.com/office/drawing/2014/main" id="{37852CC4-956D-2FFD-9826-9AD9F235FAA9}"/>
                </a:ext>
              </a:extLst>
            </p:cNvPr>
            <p:cNvSpPr>
              <a:spLocks noGrp="1"/>
            </p:cNvSpPr>
            <p:nvPr/>
          </p:nvSpPr>
          <p:spPr>
            <a:xfrm>
              <a:off x="15747232" y="2778768"/>
              <a:ext cx="16112" cy="35762"/>
            </a:xfrm>
            <a:custGeom>
              <a:avLst/>
              <a:gdLst/>
              <a:ahLst/>
              <a:cxnLst/>
              <a:rect l="0" t="0" r="0" b="0"/>
              <a:pathLst>
                <a:path w="16112" h="35762">
                  <a:moveTo>
                    <a:pt x="0" y="35762"/>
                  </a:moveTo>
                  <a:lnTo>
                    <a:pt x="16112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6" name="Output_receptor__4915">
              <a:extLst>
                <a:ext uri="{FF2B5EF4-FFF2-40B4-BE49-F238E27FC236}">
                  <a16:creationId xmlns:a16="http://schemas.microsoft.com/office/drawing/2014/main" id="{7A79B9C1-5128-3EA8-0A9C-64B20481E546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2" y="3482814"/>
              <a:ext cx="8076" cy="23126"/>
            </a:xfrm>
            <a:custGeom>
              <a:avLst/>
              <a:gdLst/>
              <a:ahLst/>
              <a:cxnLst/>
              <a:rect l="0" t="0" r="0" b="0"/>
              <a:pathLst>
                <a:path w="8076" h="23126">
                  <a:moveTo>
                    <a:pt x="8076" y="231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7" name="Output_receptor__4916">
              <a:extLst>
                <a:ext uri="{FF2B5EF4-FFF2-40B4-BE49-F238E27FC236}">
                  <a16:creationId xmlns:a16="http://schemas.microsoft.com/office/drawing/2014/main" id="{56D0ABFE-CAB4-898A-7356-BE3E0BDF8925}"/>
                </a:ext>
              </a:extLst>
            </p:cNvPr>
            <p:cNvSpPr>
              <a:spLocks noGrp="1"/>
            </p:cNvSpPr>
            <p:nvPr/>
          </p:nvSpPr>
          <p:spPr>
            <a:xfrm>
              <a:off x="16172888" y="3111529"/>
              <a:ext cx="59661" cy="40100"/>
            </a:xfrm>
            <a:custGeom>
              <a:avLst/>
              <a:gdLst/>
              <a:ahLst/>
              <a:cxnLst/>
              <a:rect l="0" t="0" r="0" b="0"/>
              <a:pathLst>
                <a:path w="59661" h="40100">
                  <a:moveTo>
                    <a:pt x="59661" y="401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8" name="Output_receptor__4917">
              <a:extLst>
                <a:ext uri="{FF2B5EF4-FFF2-40B4-BE49-F238E27FC236}">
                  <a16:creationId xmlns:a16="http://schemas.microsoft.com/office/drawing/2014/main" id="{52EBE10E-814F-1DE2-598F-F071FEADDB49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109472"/>
              <a:ext cx="30810" cy="18806"/>
            </a:xfrm>
            <a:custGeom>
              <a:avLst/>
              <a:gdLst/>
              <a:ahLst/>
              <a:cxnLst/>
              <a:rect l="0" t="0" r="0" b="0"/>
              <a:pathLst>
                <a:path w="30810" h="18806">
                  <a:moveTo>
                    <a:pt x="0" y="0"/>
                  </a:moveTo>
                  <a:lnTo>
                    <a:pt x="30810" y="1880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9" name="Output_receptor__4918">
              <a:extLst>
                <a:ext uri="{FF2B5EF4-FFF2-40B4-BE49-F238E27FC236}">
                  <a16:creationId xmlns:a16="http://schemas.microsoft.com/office/drawing/2014/main" id="{052E05F2-A92E-29AF-FA92-36F891A90FA8}"/>
                </a:ext>
              </a:extLst>
            </p:cNvPr>
            <p:cNvSpPr>
              <a:spLocks noGrp="1"/>
            </p:cNvSpPr>
            <p:nvPr/>
          </p:nvSpPr>
          <p:spPr>
            <a:xfrm>
              <a:off x="16397756" y="3930726"/>
              <a:ext cx="49693" cy="27693"/>
            </a:xfrm>
            <a:custGeom>
              <a:avLst/>
              <a:gdLst/>
              <a:ahLst/>
              <a:cxnLst/>
              <a:rect l="0" t="0" r="0" b="0"/>
              <a:pathLst>
                <a:path w="49693" h="27693">
                  <a:moveTo>
                    <a:pt x="0" y="0"/>
                  </a:moveTo>
                  <a:lnTo>
                    <a:pt x="49693" y="2769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0" name="Output_receptor__4919">
              <a:extLst>
                <a:ext uri="{FF2B5EF4-FFF2-40B4-BE49-F238E27FC236}">
                  <a16:creationId xmlns:a16="http://schemas.microsoft.com/office/drawing/2014/main" id="{AAA2A799-056A-D711-ABDA-23C36174AB9B}"/>
                </a:ext>
              </a:extLst>
            </p:cNvPr>
            <p:cNvSpPr>
              <a:spLocks noGrp="1"/>
            </p:cNvSpPr>
            <p:nvPr/>
          </p:nvSpPr>
          <p:spPr>
            <a:xfrm>
              <a:off x="15655239" y="4409724"/>
              <a:ext cx="15390" cy="62362"/>
            </a:xfrm>
            <a:custGeom>
              <a:avLst/>
              <a:gdLst/>
              <a:ahLst/>
              <a:cxnLst/>
              <a:rect l="0" t="0" r="0" b="0"/>
              <a:pathLst>
                <a:path w="15390" h="62362">
                  <a:moveTo>
                    <a:pt x="15390" y="62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1" name="Output_receptor__4920">
              <a:extLst>
                <a:ext uri="{FF2B5EF4-FFF2-40B4-BE49-F238E27FC236}">
                  <a16:creationId xmlns:a16="http://schemas.microsoft.com/office/drawing/2014/main" id="{8CD9F18E-ADA9-9A91-9A87-B26A62D40C35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58950"/>
              <a:ext cx="43826" cy="5821"/>
            </a:xfrm>
            <a:custGeom>
              <a:avLst/>
              <a:gdLst/>
              <a:ahLst/>
              <a:cxnLst/>
              <a:rect l="0" t="0" r="0" b="0"/>
              <a:pathLst>
                <a:path w="43826" h="5821">
                  <a:moveTo>
                    <a:pt x="43826" y="0"/>
                  </a:moveTo>
                  <a:lnTo>
                    <a:pt x="0" y="582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2" name="Output_receptor__4921">
              <a:extLst>
                <a:ext uri="{FF2B5EF4-FFF2-40B4-BE49-F238E27FC236}">
                  <a16:creationId xmlns:a16="http://schemas.microsoft.com/office/drawing/2014/main" id="{7590CFE8-5F35-52BD-D067-A472E70E0A18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930726"/>
              <a:ext cx="46993" cy="1117"/>
            </a:xfrm>
            <a:custGeom>
              <a:avLst/>
              <a:gdLst/>
              <a:ahLst/>
              <a:cxnLst/>
              <a:rect l="0" t="0" r="0" b="0"/>
              <a:pathLst>
                <a:path w="46993" h="1117">
                  <a:moveTo>
                    <a:pt x="0" y="1117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3" name="Output_receptor__4922">
              <a:extLst>
                <a:ext uri="{FF2B5EF4-FFF2-40B4-BE49-F238E27FC236}">
                  <a16:creationId xmlns:a16="http://schemas.microsoft.com/office/drawing/2014/main" id="{C605BD18-E0A0-40C3-1D27-2FEE8144C47B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13681"/>
              <a:ext cx="58172" cy="42456"/>
            </a:xfrm>
            <a:custGeom>
              <a:avLst/>
              <a:gdLst/>
              <a:ahLst/>
              <a:cxnLst/>
              <a:rect l="0" t="0" r="0" b="0"/>
              <a:pathLst>
                <a:path w="58172" h="42456">
                  <a:moveTo>
                    <a:pt x="58172" y="0"/>
                  </a:moveTo>
                  <a:lnTo>
                    <a:pt x="0" y="424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4" name="Output_receptor__4923">
              <a:extLst>
                <a:ext uri="{FF2B5EF4-FFF2-40B4-BE49-F238E27FC236}">
                  <a16:creationId xmlns:a16="http://schemas.microsoft.com/office/drawing/2014/main" id="{D7509C74-65F0-4509-E1EF-91906CBC62EC}"/>
                </a:ext>
              </a:extLst>
            </p:cNvPr>
            <p:cNvSpPr>
              <a:spLocks noGrp="1"/>
            </p:cNvSpPr>
            <p:nvPr/>
          </p:nvSpPr>
          <p:spPr>
            <a:xfrm>
              <a:off x="16276641" y="4171151"/>
              <a:ext cx="71466" cy="10311"/>
            </a:xfrm>
            <a:custGeom>
              <a:avLst/>
              <a:gdLst/>
              <a:ahLst/>
              <a:cxnLst/>
              <a:rect l="0" t="0" r="0" b="0"/>
              <a:pathLst>
                <a:path w="71466" h="10311">
                  <a:moveTo>
                    <a:pt x="71466" y="0"/>
                  </a:moveTo>
                  <a:lnTo>
                    <a:pt x="0" y="1031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5" name="Output_receptor__4924">
              <a:extLst>
                <a:ext uri="{FF2B5EF4-FFF2-40B4-BE49-F238E27FC236}">
                  <a16:creationId xmlns:a16="http://schemas.microsoft.com/office/drawing/2014/main" id="{1EBD1D16-4DC6-9E04-06B1-6BE7DC804FD2}"/>
                </a:ext>
              </a:extLst>
            </p:cNvPr>
            <p:cNvSpPr>
              <a:spLocks noGrp="1"/>
            </p:cNvSpPr>
            <p:nvPr/>
          </p:nvSpPr>
          <p:spPr>
            <a:xfrm>
              <a:off x="16496183" y="3696508"/>
              <a:ext cx="56916" cy="38784"/>
            </a:xfrm>
            <a:custGeom>
              <a:avLst/>
              <a:gdLst/>
              <a:ahLst/>
              <a:cxnLst/>
              <a:rect l="0" t="0" r="0" b="0"/>
              <a:pathLst>
                <a:path w="56916" h="38784">
                  <a:moveTo>
                    <a:pt x="0" y="0"/>
                  </a:moveTo>
                  <a:lnTo>
                    <a:pt x="56916" y="3878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6" name="Output_receptor__4925">
              <a:extLst>
                <a:ext uri="{FF2B5EF4-FFF2-40B4-BE49-F238E27FC236}">
                  <a16:creationId xmlns:a16="http://schemas.microsoft.com/office/drawing/2014/main" id="{0579556C-1616-46B1-45A7-E00D96A3B03F}"/>
                </a:ext>
              </a:extLst>
            </p:cNvPr>
            <p:cNvSpPr>
              <a:spLocks noGrp="1"/>
            </p:cNvSpPr>
            <p:nvPr/>
          </p:nvSpPr>
          <p:spPr>
            <a:xfrm>
              <a:off x="16202642" y="3291551"/>
              <a:ext cx="48879" cy="45537"/>
            </a:xfrm>
            <a:custGeom>
              <a:avLst/>
              <a:gdLst/>
              <a:ahLst/>
              <a:cxnLst/>
              <a:rect l="0" t="0" r="0" b="0"/>
              <a:pathLst>
                <a:path w="48879" h="45537">
                  <a:moveTo>
                    <a:pt x="48879" y="0"/>
                  </a:moveTo>
                  <a:lnTo>
                    <a:pt x="0" y="455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7" name="Output_receptor__4926">
              <a:extLst>
                <a:ext uri="{FF2B5EF4-FFF2-40B4-BE49-F238E27FC236}">
                  <a16:creationId xmlns:a16="http://schemas.microsoft.com/office/drawing/2014/main" id="{422CE361-EEF9-0FA3-4FDA-A744EF3516FD}"/>
                </a:ext>
              </a:extLst>
            </p:cNvPr>
            <p:cNvSpPr>
              <a:spLocks noGrp="1"/>
            </p:cNvSpPr>
            <p:nvPr/>
          </p:nvSpPr>
          <p:spPr>
            <a:xfrm>
              <a:off x="15709489" y="4132664"/>
              <a:ext cx="27330" cy="60469"/>
            </a:xfrm>
            <a:custGeom>
              <a:avLst/>
              <a:gdLst/>
              <a:ahLst/>
              <a:cxnLst/>
              <a:rect l="0" t="0" r="0" b="0"/>
              <a:pathLst>
                <a:path w="27330" h="60469">
                  <a:moveTo>
                    <a:pt x="0" y="0"/>
                  </a:moveTo>
                  <a:lnTo>
                    <a:pt x="27330" y="6046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8" name="Output_receptor__4927">
              <a:extLst>
                <a:ext uri="{FF2B5EF4-FFF2-40B4-BE49-F238E27FC236}">
                  <a16:creationId xmlns:a16="http://schemas.microsoft.com/office/drawing/2014/main" id="{E32DED74-1180-4949-67E1-EF59F1192455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53454" cy="37662"/>
            </a:xfrm>
            <a:custGeom>
              <a:avLst/>
              <a:gdLst/>
              <a:ahLst/>
              <a:cxnLst/>
              <a:rect l="0" t="0" r="0" b="0"/>
              <a:pathLst>
                <a:path w="53454" h="37662">
                  <a:moveTo>
                    <a:pt x="53454" y="3766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9" name="Output_receptor__4928">
              <a:extLst>
                <a:ext uri="{FF2B5EF4-FFF2-40B4-BE49-F238E27FC236}">
                  <a16:creationId xmlns:a16="http://schemas.microsoft.com/office/drawing/2014/main" id="{0C37A700-40CE-B7BF-7FBA-4E622909C8B4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97792"/>
              <a:ext cx="15810" cy="18764"/>
            </a:xfrm>
            <a:custGeom>
              <a:avLst/>
              <a:gdLst/>
              <a:ahLst/>
              <a:cxnLst/>
              <a:rect l="0" t="0" r="0" b="0"/>
              <a:pathLst>
                <a:path w="15810" h="18764">
                  <a:moveTo>
                    <a:pt x="15810" y="187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0" name="Output_receptor__4929">
              <a:extLst>
                <a:ext uri="{FF2B5EF4-FFF2-40B4-BE49-F238E27FC236}">
                  <a16:creationId xmlns:a16="http://schemas.microsoft.com/office/drawing/2014/main" id="{0B215BEF-11D3-A40B-5084-CB9E55FE13D8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924610"/>
              <a:ext cx="47195" cy="54328"/>
            </a:xfrm>
            <a:custGeom>
              <a:avLst/>
              <a:gdLst/>
              <a:ahLst/>
              <a:cxnLst/>
              <a:rect l="0" t="0" r="0" b="0"/>
              <a:pathLst>
                <a:path w="47195" h="54328">
                  <a:moveTo>
                    <a:pt x="0" y="0"/>
                  </a:moveTo>
                  <a:lnTo>
                    <a:pt x="47195" y="5432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1" name="Output_receptor__4930">
              <a:extLst>
                <a:ext uri="{FF2B5EF4-FFF2-40B4-BE49-F238E27FC236}">
                  <a16:creationId xmlns:a16="http://schemas.microsoft.com/office/drawing/2014/main" id="{E0DB4D3B-36A9-5341-B52D-0D109C7DCE42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70677"/>
              <a:ext cx="25912" cy="16936"/>
            </a:xfrm>
            <a:custGeom>
              <a:avLst/>
              <a:gdLst/>
              <a:ahLst/>
              <a:cxnLst/>
              <a:rect l="0" t="0" r="0" b="0"/>
              <a:pathLst>
                <a:path w="25912" h="16936">
                  <a:moveTo>
                    <a:pt x="25912" y="0"/>
                  </a:moveTo>
                  <a:lnTo>
                    <a:pt x="0" y="1693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2" name="Output_receptor__4931">
              <a:extLst>
                <a:ext uri="{FF2B5EF4-FFF2-40B4-BE49-F238E27FC236}">
                  <a16:creationId xmlns:a16="http://schemas.microsoft.com/office/drawing/2014/main" id="{588065B1-6DBD-30A5-D51F-4EA668C1D050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3958419"/>
              <a:ext cx="6892" cy="66751"/>
            </a:xfrm>
            <a:custGeom>
              <a:avLst/>
              <a:gdLst/>
              <a:ahLst/>
              <a:cxnLst/>
              <a:rect l="0" t="0" r="0" b="0"/>
              <a:pathLst>
                <a:path w="6892" h="66751">
                  <a:moveTo>
                    <a:pt x="6892" y="0"/>
                  </a:moveTo>
                  <a:lnTo>
                    <a:pt x="0" y="6675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3" name="Output_receptor__4932">
              <a:extLst>
                <a:ext uri="{FF2B5EF4-FFF2-40B4-BE49-F238E27FC236}">
                  <a16:creationId xmlns:a16="http://schemas.microsoft.com/office/drawing/2014/main" id="{5F468CAE-B6F1-EE44-E0C9-BCF8D04E3B7A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96832"/>
              <a:ext cx="4788" cy="18682"/>
            </a:xfrm>
            <a:custGeom>
              <a:avLst/>
              <a:gdLst/>
              <a:ahLst/>
              <a:cxnLst/>
              <a:rect l="0" t="0" r="0" b="0"/>
              <a:pathLst>
                <a:path w="4788" h="18682">
                  <a:moveTo>
                    <a:pt x="0" y="18682"/>
                  </a:moveTo>
                  <a:lnTo>
                    <a:pt x="478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4" name="Output_receptor__4933">
              <a:extLst>
                <a:ext uri="{FF2B5EF4-FFF2-40B4-BE49-F238E27FC236}">
                  <a16:creationId xmlns:a16="http://schemas.microsoft.com/office/drawing/2014/main" id="{97AEAFD0-C42C-C784-9F30-74A203078342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22030"/>
              <a:ext cx="17644" cy="36077"/>
            </a:xfrm>
            <a:custGeom>
              <a:avLst/>
              <a:gdLst/>
              <a:ahLst/>
              <a:cxnLst/>
              <a:rect l="0" t="0" r="0" b="0"/>
              <a:pathLst>
                <a:path w="17644" h="36077">
                  <a:moveTo>
                    <a:pt x="0" y="36077"/>
                  </a:moveTo>
                  <a:lnTo>
                    <a:pt x="1764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5" name="Output_receptor__4934">
              <a:extLst>
                <a:ext uri="{FF2B5EF4-FFF2-40B4-BE49-F238E27FC236}">
                  <a16:creationId xmlns:a16="http://schemas.microsoft.com/office/drawing/2014/main" id="{F1636850-7ECA-DA6F-27A5-7C7097010C24}"/>
                </a:ext>
              </a:extLst>
            </p:cNvPr>
            <p:cNvSpPr>
              <a:spLocks noGrp="1"/>
            </p:cNvSpPr>
            <p:nvPr/>
          </p:nvSpPr>
          <p:spPr>
            <a:xfrm>
              <a:off x="15860376" y="2885363"/>
              <a:ext cx="39549" cy="13207"/>
            </a:xfrm>
            <a:custGeom>
              <a:avLst/>
              <a:gdLst/>
              <a:ahLst/>
              <a:cxnLst/>
              <a:rect l="0" t="0" r="0" b="0"/>
              <a:pathLst>
                <a:path w="39549" h="13207">
                  <a:moveTo>
                    <a:pt x="39549" y="13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6" name="Output_receptor__4935">
              <a:extLst>
                <a:ext uri="{FF2B5EF4-FFF2-40B4-BE49-F238E27FC236}">
                  <a16:creationId xmlns:a16="http://schemas.microsoft.com/office/drawing/2014/main" id="{BA62CDB5-E2C2-2663-E117-E838E146EBA8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68449"/>
              <a:ext cx="1252" cy="27411"/>
            </a:xfrm>
            <a:custGeom>
              <a:avLst/>
              <a:gdLst/>
              <a:ahLst/>
              <a:cxnLst/>
              <a:rect l="0" t="0" r="0" b="0"/>
              <a:pathLst>
                <a:path w="1252" h="27411">
                  <a:moveTo>
                    <a:pt x="0" y="27411"/>
                  </a:moveTo>
                  <a:lnTo>
                    <a:pt x="125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7" name="Output_receptor__4936">
              <a:extLst>
                <a:ext uri="{FF2B5EF4-FFF2-40B4-BE49-F238E27FC236}">
                  <a16:creationId xmlns:a16="http://schemas.microsoft.com/office/drawing/2014/main" id="{05235DEA-C6D4-A947-02E3-D8E1BD308E06}"/>
                </a:ext>
              </a:extLst>
            </p:cNvPr>
            <p:cNvSpPr>
              <a:spLocks noGrp="1"/>
            </p:cNvSpPr>
            <p:nvPr/>
          </p:nvSpPr>
          <p:spPr>
            <a:xfrm>
              <a:off x="16138606" y="2958896"/>
              <a:ext cx="3875" cy="12813"/>
            </a:xfrm>
            <a:custGeom>
              <a:avLst/>
              <a:gdLst/>
              <a:ahLst/>
              <a:cxnLst/>
              <a:rect l="0" t="0" r="0" b="0"/>
              <a:pathLst>
                <a:path w="3875" h="12813">
                  <a:moveTo>
                    <a:pt x="0" y="12813"/>
                  </a:moveTo>
                  <a:lnTo>
                    <a:pt x="387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8" name="Output_receptor__4937">
              <a:extLst>
                <a:ext uri="{FF2B5EF4-FFF2-40B4-BE49-F238E27FC236}">
                  <a16:creationId xmlns:a16="http://schemas.microsoft.com/office/drawing/2014/main" id="{90EE8BF4-CBB7-9B49-C7BE-236734AD6B2F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613409"/>
              <a:ext cx="20639" cy="19360"/>
            </a:xfrm>
            <a:custGeom>
              <a:avLst/>
              <a:gdLst/>
              <a:ahLst/>
              <a:cxnLst/>
              <a:rect l="0" t="0" r="0" b="0"/>
              <a:pathLst>
                <a:path w="20639" h="19360">
                  <a:moveTo>
                    <a:pt x="20639" y="0"/>
                  </a:moveTo>
                  <a:lnTo>
                    <a:pt x="0" y="1936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9" name="Output_receptor__4938">
              <a:extLst>
                <a:ext uri="{FF2B5EF4-FFF2-40B4-BE49-F238E27FC236}">
                  <a16:creationId xmlns:a16="http://schemas.microsoft.com/office/drawing/2014/main" id="{16324B42-C129-2A5F-0A8C-88AF6F042FFE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60901"/>
              <a:ext cx="25986" cy="54596"/>
            </a:xfrm>
            <a:custGeom>
              <a:avLst/>
              <a:gdLst/>
              <a:ahLst/>
              <a:cxnLst/>
              <a:rect l="0" t="0" r="0" b="0"/>
              <a:pathLst>
                <a:path w="25986" h="54596">
                  <a:moveTo>
                    <a:pt x="0" y="54596"/>
                  </a:moveTo>
                  <a:lnTo>
                    <a:pt x="2598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0" name="Output_receptor__4939">
              <a:extLst>
                <a:ext uri="{FF2B5EF4-FFF2-40B4-BE49-F238E27FC236}">
                  <a16:creationId xmlns:a16="http://schemas.microsoft.com/office/drawing/2014/main" id="{D1B3F310-668D-6074-137D-5ECDCFAAB080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17200" cy="64055"/>
            </a:xfrm>
            <a:custGeom>
              <a:avLst/>
              <a:gdLst/>
              <a:ahLst/>
              <a:cxnLst/>
              <a:rect l="0" t="0" r="0" b="0"/>
              <a:pathLst>
                <a:path w="17200" h="64055">
                  <a:moveTo>
                    <a:pt x="17200" y="64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1" name="Output_receptor__4940">
              <a:extLst>
                <a:ext uri="{FF2B5EF4-FFF2-40B4-BE49-F238E27FC236}">
                  <a16:creationId xmlns:a16="http://schemas.microsoft.com/office/drawing/2014/main" id="{1E13179F-943A-9631-22F5-3E8D296DC3E4}"/>
                </a:ext>
              </a:extLst>
            </p:cNvPr>
            <p:cNvSpPr>
              <a:spLocks noGrp="1"/>
            </p:cNvSpPr>
            <p:nvPr/>
          </p:nvSpPr>
          <p:spPr>
            <a:xfrm>
              <a:off x="15752913" y="3838023"/>
              <a:ext cx="61192" cy="32181"/>
            </a:xfrm>
            <a:custGeom>
              <a:avLst/>
              <a:gdLst/>
              <a:ahLst/>
              <a:cxnLst/>
              <a:rect l="0" t="0" r="0" b="0"/>
              <a:pathLst>
                <a:path w="61192" h="32181">
                  <a:moveTo>
                    <a:pt x="61192" y="32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2" name="Output_receptor__4941">
              <a:extLst>
                <a:ext uri="{FF2B5EF4-FFF2-40B4-BE49-F238E27FC236}">
                  <a16:creationId xmlns:a16="http://schemas.microsoft.com/office/drawing/2014/main" id="{F334127F-277D-C1C2-2D39-DCBECC7301C2}"/>
                </a:ext>
              </a:extLst>
            </p:cNvPr>
            <p:cNvSpPr>
              <a:spLocks noGrp="1"/>
            </p:cNvSpPr>
            <p:nvPr/>
          </p:nvSpPr>
          <p:spPr>
            <a:xfrm>
              <a:off x="15469777" y="2768826"/>
              <a:ext cx="66071" cy="19546"/>
            </a:xfrm>
            <a:custGeom>
              <a:avLst/>
              <a:gdLst/>
              <a:ahLst/>
              <a:cxnLst/>
              <a:rect l="0" t="0" r="0" b="0"/>
              <a:pathLst>
                <a:path w="66071" h="19546">
                  <a:moveTo>
                    <a:pt x="66071" y="19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3" name="Output_receptor__4942">
              <a:extLst>
                <a:ext uri="{FF2B5EF4-FFF2-40B4-BE49-F238E27FC236}">
                  <a16:creationId xmlns:a16="http://schemas.microsoft.com/office/drawing/2014/main" id="{D053A3C9-DE89-484A-FD81-275B52490DDB}"/>
                </a:ext>
              </a:extLst>
            </p:cNvPr>
            <p:cNvSpPr>
              <a:spLocks noGrp="1"/>
            </p:cNvSpPr>
            <p:nvPr/>
          </p:nvSpPr>
          <p:spPr>
            <a:xfrm>
              <a:off x="16613425" y="3913681"/>
              <a:ext cx="45304" cy="47220"/>
            </a:xfrm>
            <a:custGeom>
              <a:avLst/>
              <a:gdLst/>
              <a:ahLst/>
              <a:cxnLst/>
              <a:rect l="0" t="0" r="0" b="0"/>
              <a:pathLst>
                <a:path w="45304" h="47220">
                  <a:moveTo>
                    <a:pt x="45304" y="472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4" name="Output_receptor__4943">
              <a:extLst>
                <a:ext uri="{FF2B5EF4-FFF2-40B4-BE49-F238E27FC236}">
                  <a16:creationId xmlns:a16="http://schemas.microsoft.com/office/drawing/2014/main" id="{06445CAF-9856-FF94-DEEE-128B019DA9A0}"/>
                </a:ext>
              </a:extLst>
            </p:cNvPr>
            <p:cNvSpPr>
              <a:spLocks noGrp="1"/>
            </p:cNvSpPr>
            <p:nvPr/>
          </p:nvSpPr>
          <p:spPr>
            <a:xfrm>
              <a:off x="16090145" y="3348425"/>
              <a:ext cx="15722" cy="5300"/>
            </a:xfrm>
            <a:custGeom>
              <a:avLst/>
              <a:gdLst/>
              <a:ahLst/>
              <a:cxnLst/>
              <a:rect l="0" t="0" r="0" b="0"/>
              <a:pathLst>
                <a:path w="15722" h="5300">
                  <a:moveTo>
                    <a:pt x="15722" y="53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45" name="Output_receptor__4944">
              <a:extLst>
                <a:ext uri="{FF2B5EF4-FFF2-40B4-BE49-F238E27FC236}">
                  <a16:creationId xmlns:a16="http://schemas.microsoft.com/office/drawing/2014/main" id="{57424136-91D4-CA55-F1D6-7A435CB00087}"/>
                </a:ext>
              </a:extLst>
            </p:cNvPr>
            <p:cNvSpPr>
              <a:spLocks noGrp="1"/>
            </p:cNvSpPr>
            <p:nvPr/>
          </p:nvSpPr>
          <p:spPr>
            <a:xfrm>
              <a:off x="15866210" y="3579047"/>
              <a:ext cx="25301" cy="63722"/>
            </a:xfrm>
            <a:custGeom>
              <a:avLst/>
              <a:gdLst/>
              <a:ahLst/>
              <a:cxnLst/>
              <a:rect l="0" t="0" r="0" b="0"/>
              <a:pathLst>
                <a:path w="25301" h="63722">
                  <a:moveTo>
                    <a:pt x="0" y="0"/>
                  </a:moveTo>
                  <a:lnTo>
                    <a:pt x="25301" y="637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6" name="Output_receptor__4945">
              <a:extLst>
                <a:ext uri="{FF2B5EF4-FFF2-40B4-BE49-F238E27FC236}">
                  <a16:creationId xmlns:a16="http://schemas.microsoft.com/office/drawing/2014/main" id="{55FA1F42-1773-6234-0043-B8F2011B156E}"/>
                </a:ext>
              </a:extLst>
            </p:cNvPr>
            <p:cNvSpPr>
              <a:spLocks noGrp="1"/>
            </p:cNvSpPr>
            <p:nvPr/>
          </p:nvSpPr>
          <p:spPr>
            <a:xfrm>
              <a:off x="16511514" y="3735293"/>
              <a:ext cx="41585" cy="58666"/>
            </a:xfrm>
            <a:custGeom>
              <a:avLst/>
              <a:gdLst/>
              <a:ahLst/>
              <a:cxnLst/>
              <a:rect l="0" t="0" r="0" b="0"/>
              <a:pathLst>
                <a:path w="41585" h="58666">
                  <a:moveTo>
                    <a:pt x="41585" y="0"/>
                  </a:moveTo>
                  <a:lnTo>
                    <a:pt x="0" y="5866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7" name="Output_receptor__4946">
              <a:extLst>
                <a:ext uri="{FF2B5EF4-FFF2-40B4-BE49-F238E27FC236}">
                  <a16:creationId xmlns:a16="http://schemas.microsoft.com/office/drawing/2014/main" id="{5758DF85-4CC2-9672-1A4C-B403D8239643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36114"/>
              <a:ext cx="2781" cy="45087"/>
            </a:xfrm>
            <a:custGeom>
              <a:avLst/>
              <a:gdLst/>
              <a:ahLst/>
              <a:cxnLst/>
              <a:rect l="0" t="0" r="0" b="0"/>
              <a:pathLst>
                <a:path w="2781" h="45087">
                  <a:moveTo>
                    <a:pt x="0" y="45087"/>
                  </a:moveTo>
                  <a:lnTo>
                    <a:pt x="278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8" name="Output_receptor__4947">
              <a:extLst>
                <a:ext uri="{FF2B5EF4-FFF2-40B4-BE49-F238E27FC236}">
                  <a16:creationId xmlns:a16="http://schemas.microsoft.com/office/drawing/2014/main" id="{78C6A15C-51ED-1BAA-584E-D001549F2208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24131"/>
              <a:ext cx="4027" cy="19404"/>
            </a:xfrm>
            <a:custGeom>
              <a:avLst/>
              <a:gdLst/>
              <a:ahLst/>
              <a:cxnLst/>
              <a:rect l="0" t="0" r="0" b="0"/>
              <a:pathLst>
                <a:path w="4027" h="19404">
                  <a:moveTo>
                    <a:pt x="0" y="0"/>
                  </a:moveTo>
                  <a:lnTo>
                    <a:pt x="4027" y="1940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9" name="Output_receptor__4948">
              <a:extLst>
                <a:ext uri="{FF2B5EF4-FFF2-40B4-BE49-F238E27FC236}">
                  <a16:creationId xmlns:a16="http://schemas.microsoft.com/office/drawing/2014/main" id="{CB7397F4-A4E8-FCA4-C099-76F4867633FD}"/>
                </a:ext>
              </a:extLst>
            </p:cNvPr>
            <p:cNvSpPr>
              <a:spLocks noGrp="1"/>
            </p:cNvSpPr>
            <p:nvPr/>
          </p:nvSpPr>
          <p:spPr>
            <a:xfrm>
              <a:off x="15795309" y="4543962"/>
              <a:ext cx="64964" cy="19222"/>
            </a:xfrm>
            <a:custGeom>
              <a:avLst/>
              <a:gdLst/>
              <a:ahLst/>
              <a:cxnLst/>
              <a:rect l="0" t="0" r="0" b="0"/>
              <a:pathLst>
                <a:path w="64964" h="19222">
                  <a:moveTo>
                    <a:pt x="0" y="19222"/>
                  </a:moveTo>
                  <a:lnTo>
                    <a:pt x="6496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0" name="Output_receptor__4949">
              <a:extLst>
                <a:ext uri="{FF2B5EF4-FFF2-40B4-BE49-F238E27FC236}">
                  <a16:creationId xmlns:a16="http://schemas.microsoft.com/office/drawing/2014/main" id="{8F74AEB4-A7DE-F7F7-8955-8797724B5F37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696508"/>
              <a:ext cx="39742" cy="19659"/>
            </a:xfrm>
            <a:custGeom>
              <a:avLst/>
              <a:gdLst/>
              <a:ahLst/>
              <a:cxnLst/>
              <a:rect l="0" t="0" r="0" b="0"/>
              <a:pathLst>
                <a:path w="39742" h="19659">
                  <a:moveTo>
                    <a:pt x="0" y="19659"/>
                  </a:moveTo>
                  <a:lnTo>
                    <a:pt x="397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1" name="Output_receptor__4950">
              <a:extLst>
                <a:ext uri="{FF2B5EF4-FFF2-40B4-BE49-F238E27FC236}">
                  <a16:creationId xmlns:a16="http://schemas.microsoft.com/office/drawing/2014/main" id="{17479873-7EA4-1C6D-AAC2-80D226BB8803}"/>
                </a:ext>
              </a:extLst>
            </p:cNvPr>
            <p:cNvSpPr>
              <a:spLocks noGrp="1"/>
            </p:cNvSpPr>
            <p:nvPr/>
          </p:nvSpPr>
          <p:spPr>
            <a:xfrm>
              <a:off x="16251521" y="3260487"/>
              <a:ext cx="19888" cy="31064"/>
            </a:xfrm>
            <a:custGeom>
              <a:avLst/>
              <a:gdLst/>
              <a:ahLst/>
              <a:cxnLst/>
              <a:rect l="0" t="0" r="0" b="0"/>
              <a:pathLst>
                <a:path w="19888" h="31064">
                  <a:moveTo>
                    <a:pt x="19888" y="0"/>
                  </a:moveTo>
                  <a:lnTo>
                    <a:pt x="0" y="3106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2" name="Output_receptor__4951">
              <a:extLst>
                <a:ext uri="{FF2B5EF4-FFF2-40B4-BE49-F238E27FC236}">
                  <a16:creationId xmlns:a16="http://schemas.microsoft.com/office/drawing/2014/main" id="{2E32B3B8-10A2-9615-B83D-560174D703A5}"/>
                </a:ext>
              </a:extLst>
            </p:cNvPr>
            <p:cNvSpPr>
              <a:spLocks noGrp="1"/>
            </p:cNvSpPr>
            <p:nvPr/>
          </p:nvSpPr>
          <p:spPr>
            <a:xfrm>
              <a:off x="15814105" y="3853733"/>
              <a:ext cx="59281" cy="16471"/>
            </a:xfrm>
            <a:custGeom>
              <a:avLst/>
              <a:gdLst/>
              <a:ahLst/>
              <a:cxnLst/>
              <a:rect l="0" t="0" r="0" b="0"/>
              <a:pathLst>
                <a:path w="59281" h="16471">
                  <a:moveTo>
                    <a:pt x="59281" y="0"/>
                  </a:moveTo>
                  <a:lnTo>
                    <a:pt x="0" y="16471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3" name="Output_receptor__4952">
              <a:extLst>
                <a:ext uri="{FF2B5EF4-FFF2-40B4-BE49-F238E27FC236}">
                  <a16:creationId xmlns:a16="http://schemas.microsoft.com/office/drawing/2014/main" id="{E7083EB4-8317-E275-BCF9-8C1B3A26174D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2023" cy="23476"/>
            </a:xfrm>
            <a:custGeom>
              <a:avLst/>
              <a:gdLst/>
              <a:ahLst/>
              <a:cxnLst/>
              <a:rect l="0" t="0" r="0" b="0"/>
              <a:pathLst>
                <a:path w="42023" h="23476">
                  <a:moveTo>
                    <a:pt x="42023" y="23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4" name="Output_receptor__4953">
              <a:extLst>
                <a:ext uri="{FF2B5EF4-FFF2-40B4-BE49-F238E27FC236}">
                  <a16:creationId xmlns:a16="http://schemas.microsoft.com/office/drawing/2014/main" id="{13D6252C-C885-7F94-CEF7-8953E8FCFAB8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206224"/>
              <a:ext cx="40179" cy="9325"/>
            </a:xfrm>
            <a:custGeom>
              <a:avLst/>
              <a:gdLst/>
              <a:ahLst/>
              <a:cxnLst/>
              <a:rect l="0" t="0" r="0" b="0"/>
              <a:pathLst>
                <a:path w="40179" h="9325">
                  <a:moveTo>
                    <a:pt x="40179" y="0"/>
                  </a:moveTo>
                  <a:lnTo>
                    <a:pt x="0" y="932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5" name="Output_receptor__4954">
              <a:extLst>
                <a:ext uri="{FF2B5EF4-FFF2-40B4-BE49-F238E27FC236}">
                  <a16:creationId xmlns:a16="http://schemas.microsoft.com/office/drawing/2014/main" id="{D4473A80-DF5F-D2FF-1A32-21E350552DF5}"/>
                </a:ext>
              </a:extLst>
            </p:cNvPr>
            <p:cNvSpPr>
              <a:spLocks noGrp="1"/>
            </p:cNvSpPr>
            <p:nvPr/>
          </p:nvSpPr>
          <p:spPr>
            <a:xfrm>
              <a:off x="15657602" y="3613854"/>
              <a:ext cx="37033" cy="3923"/>
            </a:xfrm>
            <a:custGeom>
              <a:avLst/>
              <a:gdLst/>
              <a:ahLst/>
              <a:cxnLst/>
              <a:rect l="0" t="0" r="0" b="0"/>
              <a:pathLst>
                <a:path w="37033" h="3923">
                  <a:moveTo>
                    <a:pt x="0" y="3923"/>
                  </a:moveTo>
                  <a:lnTo>
                    <a:pt x="3703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6" name="Output_receptor__4955">
              <a:extLst>
                <a:ext uri="{FF2B5EF4-FFF2-40B4-BE49-F238E27FC236}">
                  <a16:creationId xmlns:a16="http://schemas.microsoft.com/office/drawing/2014/main" id="{1154E558-7EFD-350F-4125-1F6829268AA6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885363"/>
              <a:ext cx="52469" cy="39247"/>
            </a:xfrm>
            <a:custGeom>
              <a:avLst/>
              <a:gdLst/>
              <a:ahLst/>
              <a:cxnLst/>
              <a:rect l="0" t="0" r="0" b="0"/>
              <a:pathLst>
                <a:path w="52469" h="39247">
                  <a:moveTo>
                    <a:pt x="52469" y="0"/>
                  </a:moveTo>
                  <a:lnTo>
                    <a:pt x="0" y="392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7" name="Output_receptor__4956">
              <a:extLst>
                <a:ext uri="{FF2B5EF4-FFF2-40B4-BE49-F238E27FC236}">
                  <a16:creationId xmlns:a16="http://schemas.microsoft.com/office/drawing/2014/main" id="{3324885D-87D2-C3F5-840A-C225C8B8AAEA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768826"/>
              <a:ext cx="28031" cy="66576"/>
            </a:xfrm>
            <a:custGeom>
              <a:avLst/>
              <a:gdLst/>
              <a:ahLst/>
              <a:cxnLst/>
              <a:rect l="0" t="0" r="0" b="0"/>
              <a:pathLst>
                <a:path w="28031" h="66576">
                  <a:moveTo>
                    <a:pt x="28031" y="0"/>
                  </a:moveTo>
                  <a:lnTo>
                    <a:pt x="0" y="665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8" name="Output_receptor__4957">
              <a:extLst>
                <a:ext uri="{FF2B5EF4-FFF2-40B4-BE49-F238E27FC236}">
                  <a16:creationId xmlns:a16="http://schemas.microsoft.com/office/drawing/2014/main" id="{21F6F304-12E5-CC68-15C2-0CC544B263DB}"/>
                </a:ext>
              </a:extLst>
            </p:cNvPr>
            <p:cNvSpPr>
              <a:spLocks noGrp="1"/>
            </p:cNvSpPr>
            <p:nvPr/>
          </p:nvSpPr>
          <p:spPr>
            <a:xfrm>
              <a:off x="16194873" y="3475510"/>
              <a:ext cx="58366" cy="36109"/>
            </a:xfrm>
            <a:custGeom>
              <a:avLst/>
              <a:gdLst/>
              <a:ahLst/>
              <a:cxnLst/>
              <a:rect l="0" t="0" r="0" b="0"/>
              <a:pathLst>
                <a:path w="58366" h="36109">
                  <a:moveTo>
                    <a:pt x="0" y="36109"/>
                  </a:moveTo>
                  <a:lnTo>
                    <a:pt x="58366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9" name="Output_receptor__4958">
              <a:extLst>
                <a:ext uri="{FF2B5EF4-FFF2-40B4-BE49-F238E27FC236}">
                  <a16:creationId xmlns:a16="http://schemas.microsoft.com/office/drawing/2014/main" id="{1832B485-CB62-0D24-0095-85666C32991B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11529"/>
              <a:ext cx="21304" cy="31924"/>
            </a:xfrm>
            <a:custGeom>
              <a:avLst/>
              <a:gdLst/>
              <a:ahLst/>
              <a:cxnLst/>
              <a:rect l="0" t="0" r="0" b="0"/>
              <a:pathLst>
                <a:path w="21304" h="31924">
                  <a:moveTo>
                    <a:pt x="21304" y="0"/>
                  </a:moveTo>
                  <a:lnTo>
                    <a:pt x="0" y="3192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0" name="Output_receptor__4959">
              <a:extLst>
                <a:ext uri="{FF2B5EF4-FFF2-40B4-BE49-F238E27FC236}">
                  <a16:creationId xmlns:a16="http://schemas.microsoft.com/office/drawing/2014/main" id="{7E3B9649-EB50-A933-4933-932920C86A12}"/>
                </a:ext>
              </a:extLst>
            </p:cNvPr>
            <p:cNvSpPr>
              <a:spLocks noGrp="1"/>
            </p:cNvSpPr>
            <p:nvPr/>
          </p:nvSpPr>
          <p:spPr>
            <a:xfrm>
              <a:off x="16330981" y="3841063"/>
              <a:ext cx="71340" cy="4503"/>
            </a:xfrm>
            <a:custGeom>
              <a:avLst/>
              <a:gdLst/>
              <a:ahLst/>
              <a:cxnLst/>
              <a:rect l="0" t="0" r="0" b="0"/>
              <a:pathLst>
                <a:path w="71340" h="4503">
                  <a:moveTo>
                    <a:pt x="0" y="4503"/>
                  </a:moveTo>
                  <a:lnTo>
                    <a:pt x="7134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1" name="Output_receptor__4960">
              <a:extLst>
                <a:ext uri="{FF2B5EF4-FFF2-40B4-BE49-F238E27FC236}">
                  <a16:creationId xmlns:a16="http://schemas.microsoft.com/office/drawing/2014/main" id="{2DF15DB5-5E64-B672-BC5D-5BCA531CECAB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84040"/>
              <a:ext cx="58781" cy="12497"/>
            </a:xfrm>
            <a:custGeom>
              <a:avLst/>
              <a:gdLst/>
              <a:ahLst/>
              <a:cxnLst/>
              <a:rect l="0" t="0" r="0" b="0"/>
              <a:pathLst>
                <a:path w="58781" h="12497">
                  <a:moveTo>
                    <a:pt x="58781" y="0"/>
                  </a:moveTo>
                  <a:lnTo>
                    <a:pt x="0" y="1249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2" name="Output_receptor__4961">
              <a:extLst>
                <a:ext uri="{FF2B5EF4-FFF2-40B4-BE49-F238E27FC236}">
                  <a16:creationId xmlns:a16="http://schemas.microsoft.com/office/drawing/2014/main" id="{218B9D16-B2CC-0EE4-7FC0-C83671BA3B0B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28201"/>
              <a:ext cx="39342" cy="40810"/>
            </a:xfrm>
            <a:custGeom>
              <a:avLst/>
              <a:gdLst/>
              <a:ahLst/>
              <a:cxnLst/>
              <a:rect l="0" t="0" r="0" b="0"/>
              <a:pathLst>
                <a:path w="39342" h="40810">
                  <a:moveTo>
                    <a:pt x="0" y="40810"/>
                  </a:moveTo>
                  <a:lnTo>
                    <a:pt x="393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3" name="Output_receptor__4962">
              <a:extLst>
                <a:ext uri="{FF2B5EF4-FFF2-40B4-BE49-F238E27FC236}">
                  <a16:creationId xmlns:a16="http://schemas.microsoft.com/office/drawing/2014/main" id="{9ABCBCD6-A6AD-6CCF-E20F-A1EF6C37BE0F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2" y="4271362"/>
              <a:ext cx="21201" cy="56838"/>
            </a:xfrm>
            <a:custGeom>
              <a:avLst/>
              <a:gdLst/>
              <a:ahLst/>
              <a:cxnLst/>
              <a:rect l="0" t="0" r="0" b="0"/>
              <a:pathLst>
                <a:path w="21201" h="56838">
                  <a:moveTo>
                    <a:pt x="0" y="56838"/>
                  </a:moveTo>
                  <a:lnTo>
                    <a:pt x="2120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4" name="Output_receptor__4963">
              <a:extLst>
                <a:ext uri="{FF2B5EF4-FFF2-40B4-BE49-F238E27FC236}">
                  <a16:creationId xmlns:a16="http://schemas.microsoft.com/office/drawing/2014/main" id="{D548865B-8F20-AA10-9355-E1675E89F6F1}"/>
                </a:ext>
              </a:extLst>
            </p:cNvPr>
            <p:cNvSpPr>
              <a:spLocks noGrp="1"/>
            </p:cNvSpPr>
            <p:nvPr/>
          </p:nvSpPr>
          <p:spPr>
            <a:xfrm>
              <a:off x="16348107" y="4171151"/>
              <a:ext cx="5205" cy="43557"/>
            </a:xfrm>
            <a:custGeom>
              <a:avLst/>
              <a:gdLst/>
              <a:ahLst/>
              <a:cxnLst/>
              <a:rect l="0" t="0" r="0" b="0"/>
              <a:pathLst>
                <a:path w="5205" h="43557">
                  <a:moveTo>
                    <a:pt x="5205" y="43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5" name="Output_receptor__4964">
              <a:extLst>
                <a:ext uri="{FF2B5EF4-FFF2-40B4-BE49-F238E27FC236}">
                  <a16:creationId xmlns:a16="http://schemas.microsoft.com/office/drawing/2014/main" id="{C935E7DF-DD5A-A002-4732-A5F2D6BB7467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81201"/>
              <a:ext cx="36121" cy="55887"/>
            </a:xfrm>
            <a:custGeom>
              <a:avLst/>
              <a:gdLst/>
              <a:ahLst/>
              <a:cxnLst/>
              <a:rect l="0" t="0" r="0" b="0"/>
              <a:pathLst>
                <a:path w="36121" h="55887">
                  <a:moveTo>
                    <a:pt x="36121" y="55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6" name="Output_receptor__4965">
              <a:extLst>
                <a:ext uri="{FF2B5EF4-FFF2-40B4-BE49-F238E27FC236}">
                  <a16:creationId xmlns:a16="http://schemas.microsoft.com/office/drawing/2014/main" id="{D4B8DC1C-99B4-7AB9-6DCA-6C3ED17AF2FC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14530"/>
              <a:ext cx="60615" cy="33412"/>
            </a:xfrm>
            <a:custGeom>
              <a:avLst/>
              <a:gdLst/>
              <a:ahLst/>
              <a:cxnLst/>
              <a:rect l="0" t="0" r="0" b="0"/>
              <a:pathLst>
                <a:path w="60615" h="33412">
                  <a:moveTo>
                    <a:pt x="0" y="33412"/>
                  </a:moveTo>
                  <a:lnTo>
                    <a:pt x="6061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7" name="Output_receptor__4966">
              <a:extLst>
                <a:ext uri="{FF2B5EF4-FFF2-40B4-BE49-F238E27FC236}">
                  <a16:creationId xmlns:a16="http://schemas.microsoft.com/office/drawing/2014/main" id="{8E9A9920-005F-468C-272B-43ECBF27E7E7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397"/>
              <a:ext cx="10879" cy="295"/>
            </a:xfrm>
            <a:custGeom>
              <a:avLst/>
              <a:gdLst/>
              <a:ahLst/>
              <a:cxnLst/>
              <a:rect l="0" t="0" r="0" b="0"/>
              <a:pathLst>
                <a:path w="10879" h="295">
                  <a:moveTo>
                    <a:pt x="0" y="295"/>
                  </a:moveTo>
                  <a:lnTo>
                    <a:pt x="1087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8" name="Output_receptor__4967">
              <a:extLst>
                <a:ext uri="{FF2B5EF4-FFF2-40B4-BE49-F238E27FC236}">
                  <a16:creationId xmlns:a16="http://schemas.microsoft.com/office/drawing/2014/main" id="{232FA01C-FF56-1AE3-EC85-2A4B0DE529CB}"/>
                </a:ext>
              </a:extLst>
            </p:cNvPr>
            <p:cNvSpPr>
              <a:spLocks noGrp="1"/>
            </p:cNvSpPr>
            <p:nvPr/>
          </p:nvSpPr>
          <p:spPr>
            <a:xfrm>
              <a:off x="16267093" y="4084040"/>
              <a:ext cx="44447" cy="21789"/>
            </a:xfrm>
            <a:custGeom>
              <a:avLst/>
              <a:gdLst/>
              <a:ahLst/>
              <a:cxnLst/>
              <a:rect l="0" t="0" r="0" b="0"/>
              <a:pathLst>
                <a:path w="44447" h="21789">
                  <a:moveTo>
                    <a:pt x="44447" y="21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9" name="Output_receptor__4968">
              <a:extLst>
                <a:ext uri="{FF2B5EF4-FFF2-40B4-BE49-F238E27FC236}">
                  <a16:creationId xmlns:a16="http://schemas.microsoft.com/office/drawing/2014/main" id="{6ADCE11D-5A27-325F-F310-13AEC90FE7AE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63184"/>
              <a:ext cx="9510" cy="44593"/>
            </a:xfrm>
            <a:custGeom>
              <a:avLst/>
              <a:gdLst/>
              <a:ahLst/>
              <a:cxnLst/>
              <a:rect l="0" t="0" r="0" b="0"/>
              <a:pathLst>
                <a:path w="9510" h="44593">
                  <a:moveTo>
                    <a:pt x="0" y="44593"/>
                  </a:moveTo>
                  <a:lnTo>
                    <a:pt x="951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0" name="Output_receptor__4969">
              <a:extLst>
                <a:ext uri="{FF2B5EF4-FFF2-40B4-BE49-F238E27FC236}">
                  <a16:creationId xmlns:a16="http://schemas.microsoft.com/office/drawing/2014/main" id="{0BBAB928-BE84-9D56-04F6-E4E141F735C5}"/>
                </a:ext>
              </a:extLst>
            </p:cNvPr>
            <p:cNvSpPr>
              <a:spLocks noGrp="1"/>
            </p:cNvSpPr>
            <p:nvPr/>
          </p:nvSpPr>
          <p:spPr>
            <a:xfrm>
              <a:off x="15704066" y="3450092"/>
              <a:ext cx="66296" cy="24017"/>
            </a:xfrm>
            <a:custGeom>
              <a:avLst/>
              <a:gdLst/>
              <a:ahLst/>
              <a:cxnLst/>
              <a:rect l="0" t="0" r="0" b="0"/>
              <a:pathLst>
                <a:path w="66296" h="24017">
                  <a:moveTo>
                    <a:pt x="66296" y="0"/>
                  </a:moveTo>
                  <a:lnTo>
                    <a:pt x="0" y="2401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1" name="Output_receptor__4970">
              <a:extLst>
                <a:ext uri="{FF2B5EF4-FFF2-40B4-BE49-F238E27FC236}">
                  <a16:creationId xmlns:a16="http://schemas.microsoft.com/office/drawing/2014/main" id="{35C8CEFE-AA02-F639-A77A-2A7B6E6A017A}"/>
                </a:ext>
              </a:extLst>
            </p:cNvPr>
            <p:cNvSpPr>
              <a:spLocks noGrp="1"/>
            </p:cNvSpPr>
            <p:nvPr/>
          </p:nvSpPr>
          <p:spPr>
            <a:xfrm>
              <a:off x="15787671" y="4043758"/>
              <a:ext cx="66947" cy="15575"/>
            </a:xfrm>
            <a:custGeom>
              <a:avLst/>
              <a:gdLst/>
              <a:ahLst/>
              <a:cxnLst/>
              <a:rect l="0" t="0" r="0" b="0"/>
              <a:pathLst>
                <a:path w="66947" h="15575">
                  <a:moveTo>
                    <a:pt x="66947" y="15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2" name="Output_receptor__4971">
              <a:extLst>
                <a:ext uri="{FF2B5EF4-FFF2-40B4-BE49-F238E27FC236}">
                  <a16:creationId xmlns:a16="http://schemas.microsoft.com/office/drawing/2014/main" id="{4A1D57F3-1054-679E-1C45-5859EBB17FD6}"/>
                </a:ext>
              </a:extLst>
            </p:cNvPr>
            <p:cNvSpPr>
              <a:spLocks noGrp="1"/>
            </p:cNvSpPr>
            <p:nvPr/>
          </p:nvSpPr>
          <p:spPr>
            <a:xfrm>
              <a:off x="16633880" y="3480426"/>
              <a:ext cx="65208" cy="25514"/>
            </a:xfrm>
            <a:custGeom>
              <a:avLst/>
              <a:gdLst/>
              <a:ahLst/>
              <a:cxnLst/>
              <a:rect l="0" t="0" r="0" b="0"/>
              <a:pathLst>
                <a:path w="65208" h="25514">
                  <a:moveTo>
                    <a:pt x="0" y="0"/>
                  </a:moveTo>
                  <a:lnTo>
                    <a:pt x="65208" y="2551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73" name="Output_receptor__4972">
              <a:extLst>
                <a:ext uri="{FF2B5EF4-FFF2-40B4-BE49-F238E27FC236}">
                  <a16:creationId xmlns:a16="http://schemas.microsoft.com/office/drawing/2014/main" id="{A367CA8E-6C20-F22E-5DD0-D9662C3C8439}"/>
                </a:ext>
              </a:extLst>
            </p:cNvPr>
            <p:cNvSpPr>
              <a:spLocks noGrp="1"/>
            </p:cNvSpPr>
            <p:nvPr/>
          </p:nvSpPr>
          <p:spPr>
            <a:xfrm>
              <a:off x="15855102" y="2971258"/>
              <a:ext cx="19958" cy="7680"/>
            </a:xfrm>
            <a:custGeom>
              <a:avLst/>
              <a:gdLst/>
              <a:ahLst/>
              <a:cxnLst/>
              <a:rect l="0" t="0" r="0" b="0"/>
              <a:pathLst>
                <a:path w="19958" h="7680">
                  <a:moveTo>
                    <a:pt x="0" y="7680"/>
                  </a:moveTo>
                  <a:lnTo>
                    <a:pt x="1995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4" name="Output_receptor__4973">
              <a:extLst>
                <a:ext uri="{FF2B5EF4-FFF2-40B4-BE49-F238E27FC236}">
                  <a16:creationId xmlns:a16="http://schemas.microsoft.com/office/drawing/2014/main" id="{1F56464C-99F6-30AB-839E-E612F6C95C94}"/>
                </a:ext>
              </a:extLst>
            </p:cNvPr>
            <p:cNvSpPr>
              <a:spLocks noGrp="1"/>
            </p:cNvSpPr>
            <p:nvPr/>
          </p:nvSpPr>
          <p:spPr>
            <a:xfrm>
              <a:off x="15697618" y="3838023"/>
              <a:ext cx="55295" cy="38731"/>
            </a:xfrm>
            <a:custGeom>
              <a:avLst/>
              <a:gdLst/>
              <a:ahLst/>
              <a:cxnLst/>
              <a:rect l="0" t="0" r="0" b="0"/>
              <a:pathLst>
                <a:path w="55295" h="38731">
                  <a:moveTo>
                    <a:pt x="55295" y="0"/>
                  </a:moveTo>
                  <a:lnTo>
                    <a:pt x="0" y="3873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5" name="Output_receptor__4974">
              <a:extLst>
                <a:ext uri="{FF2B5EF4-FFF2-40B4-BE49-F238E27FC236}">
                  <a16:creationId xmlns:a16="http://schemas.microsoft.com/office/drawing/2014/main" id="{18AF8191-713B-1249-6155-70AF1E4F263E}"/>
                </a:ext>
              </a:extLst>
            </p:cNvPr>
            <p:cNvSpPr>
              <a:spLocks noGrp="1"/>
            </p:cNvSpPr>
            <p:nvPr/>
          </p:nvSpPr>
          <p:spPr>
            <a:xfrm>
              <a:off x="15846276" y="4059333"/>
              <a:ext cx="8343" cy="68945"/>
            </a:xfrm>
            <a:custGeom>
              <a:avLst/>
              <a:gdLst/>
              <a:ahLst/>
              <a:cxnLst/>
              <a:rect l="0" t="0" r="0" b="0"/>
              <a:pathLst>
                <a:path w="8343" h="68945">
                  <a:moveTo>
                    <a:pt x="0" y="68945"/>
                  </a:moveTo>
                  <a:lnTo>
                    <a:pt x="834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6" name="Output_receptor__4975">
              <a:extLst>
                <a:ext uri="{FF2B5EF4-FFF2-40B4-BE49-F238E27FC236}">
                  <a16:creationId xmlns:a16="http://schemas.microsoft.com/office/drawing/2014/main" id="{FFD617C3-D7DB-BEAA-21B5-CCD1607F673A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2953072"/>
              <a:ext cx="12836" cy="62204"/>
            </a:xfrm>
            <a:custGeom>
              <a:avLst/>
              <a:gdLst/>
              <a:ahLst/>
              <a:cxnLst/>
              <a:rect l="0" t="0" r="0" b="0"/>
              <a:pathLst>
                <a:path w="12836" h="62204">
                  <a:moveTo>
                    <a:pt x="0" y="62204"/>
                  </a:moveTo>
                  <a:lnTo>
                    <a:pt x="12836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7" name="Output_receptor__4976">
              <a:extLst>
                <a:ext uri="{FF2B5EF4-FFF2-40B4-BE49-F238E27FC236}">
                  <a16:creationId xmlns:a16="http://schemas.microsoft.com/office/drawing/2014/main" id="{E581595D-115D-7C16-D5DF-9B90BFEB57B1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65437"/>
              <a:ext cx="4670" cy="16024"/>
            </a:xfrm>
            <a:custGeom>
              <a:avLst/>
              <a:gdLst/>
              <a:ahLst/>
              <a:cxnLst/>
              <a:rect l="0" t="0" r="0" b="0"/>
              <a:pathLst>
                <a:path w="4670" h="16024">
                  <a:moveTo>
                    <a:pt x="4670" y="160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8" name="Output_receptor__4977">
              <a:extLst>
                <a:ext uri="{FF2B5EF4-FFF2-40B4-BE49-F238E27FC236}">
                  <a16:creationId xmlns:a16="http://schemas.microsoft.com/office/drawing/2014/main" id="{36543CAD-7D6A-5E0D-037F-1F1AE136504D}"/>
                </a:ext>
              </a:extLst>
            </p:cNvPr>
            <p:cNvSpPr>
              <a:spLocks noGrp="1"/>
            </p:cNvSpPr>
            <p:nvPr/>
          </p:nvSpPr>
          <p:spPr>
            <a:xfrm>
              <a:off x="15860273" y="4543962"/>
              <a:ext cx="18584" cy="69447"/>
            </a:xfrm>
            <a:custGeom>
              <a:avLst/>
              <a:gdLst/>
              <a:ahLst/>
              <a:cxnLst/>
              <a:rect l="0" t="0" r="0" b="0"/>
              <a:pathLst>
                <a:path w="18584" h="69447">
                  <a:moveTo>
                    <a:pt x="0" y="0"/>
                  </a:moveTo>
                  <a:lnTo>
                    <a:pt x="18584" y="694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9" name="Output_receptor__4978">
              <a:extLst>
                <a:ext uri="{FF2B5EF4-FFF2-40B4-BE49-F238E27FC236}">
                  <a16:creationId xmlns:a16="http://schemas.microsoft.com/office/drawing/2014/main" id="{CA8F706F-60C1-DD40-405B-6073CBED114F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835402"/>
              <a:ext cx="60589" cy="29965"/>
            </a:xfrm>
            <a:custGeom>
              <a:avLst/>
              <a:gdLst/>
              <a:ahLst/>
              <a:cxnLst/>
              <a:rect l="0" t="0" r="0" b="0"/>
              <a:pathLst>
                <a:path w="60589" h="29965">
                  <a:moveTo>
                    <a:pt x="0" y="0"/>
                  </a:moveTo>
                  <a:lnTo>
                    <a:pt x="60589" y="2996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0" name="Output_receptor__4979">
              <a:extLst>
                <a:ext uri="{FF2B5EF4-FFF2-40B4-BE49-F238E27FC236}">
                  <a16:creationId xmlns:a16="http://schemas.microsoft.com/office/drawing/2014/main" id="{D648B556-6263-7AC3-017C-3E5E11FF2C39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33776"/>
              <a:ext cx="54260" cy="8971"/>
            </a:xfrm>
            <a:custGeom>
              <a:avLst/>
              <a:gdLst/>
              <a:ahLst/>
              <a:cxnLst/>
              <a:rect l="0" t="0" r="0" b="0"/>
              <a:pathLst>
                <a:path w="54260" h="8971">
                  <a:moveTo>
                    <a:pt x="0" y="0"/>
                  </a:moveTo>
                  <a:lnTo>
                    <a:pt x="54260" y="89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1" name="Output_receptor__4980">
              <a:extLst>
                <a:ext uri="{FF2B5EF4-FFF2-40B4-BE49-F238E27FC236}">
                  <a16:creationId xmlns:a16="http://schemas.microsoft.com/office/drawing/2014/main" id="{1AEB5CF5-CBE9-4C79-D669-87ED65CFCE75}"/>
                </a:ext>
              </a:extLst>
            </p:cNvPr>
            <p:cNvSpPr>
              <a:spLocks noGrp="1"/>
            </p:cNvSpPr>
            <p:nvPr/>
          </p:nvSpPr>
          <p:spPr>
            <a:xfrm>
              <a:off x="16280515" y="3573032"/>
              <a:ext cx="65715" cy="29673"/>
            </a:xfrm>
            <a:custGeom>
              <a:avLst/>
              <a:gdLst/>
              <a:ahLst/>
              <a:cxnLst/>
              <a:rect l="0" t="0" r="0" b="0"/>
              <a:pathLst>
                <a:path w="65715" h="29673">
                  <a:moveTo>
                    <a:pt x="65715" y="0"/>
                  </a:moveTo>
                  <a:lnTo>
                    <a:pt x="0" y="2967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2" name="Output_receptor__4981">
              <a:extLst>
                <a:ext uri="{FF2B5EF4-FFF2-40B4-BE49-F238E27FC236}">
                  <a16:creationId xmlns:a16="http://schemas.microsoft.com/office/drawing/2014/main" id="{D374CF30-9C1B-75E0-B79E-BACF0BF3A375}"/>
                </a:ext>
              </a:extLst>
            </p:cNvPr>
            <p:cNvSpPr>
              <a:spLocks noGrp="1"/>
            </p:cNvSpPr>
            <p:nvPr/>
          </p:nvSpPr>
          <p:spPr>
            <a:xfrm>
              <a:off x="15873386" y="3853733"/>
              <a:ext cx="24924" cy="68297"/>
            </a:xfrm>
            <a:custGeom>
              <a:avLst/>
              <a:gdLst/>
              <a:ahLst/>
              <a:cxnLst/>
              <a:rect l="0" t="0" r="0" b="0"/>
              <a:pathLst>
                <a:path w="24924" h="68297">
                  <a:moveTo>
                    <a:pt x="24924" y="68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3" name="Output_receptor__4982">
              <a:extLst>
                <a:ext uri="{FF2B5EF4-FFF2-40B4-BE49-F238E27FC236}">
                  <a16:creationId xmlns:a16="http://schemas.microsoft.com/office/drawing/2014/main" id="{91C96FA7-BB63-92CF-F462-9C80C5406390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88498"/>
              <a:ext cx="67933" cy="14773"/>
            </a:xfrm>
            <a:custGeom>
              <a:avLst/>
              <a:gdLst/>
              <a:ahLst/>
              <a:cxnLst/>
              <a:rect l="0" t="0" r="0" b="0"/>
              <a:pathLst>
                <a:path w="67933" h="14773">
                  <a:moveTo>
                    <a:pt x="67933" y="147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4" name="Output_receptor__4983">
              <a:extLst>
                <a:ext uri="{FF2B5EF4-FFF2-40B4-BE49-F238E27FC236}">
                  <a16:creationId xmlns:a16="http://schemas.microsoft.com/office/drawing/2014/main" id="{D32D98CB-78C5-90BD-7618-D5ED865AECA1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56137"/>
              <a:ext cx="12657" cy="20027"/>
            </a:xfrm>
            <a:custGeom>
              <a:avLst/>
              <a:gdLst/>
              <a:ahLst/>
              <a:cxnLst/>
              <a:rect l="0" t="0" r="0" b="0"/>
              <a:pathLst>
                <a:path w="12657" h="20027">
                  <a:moveTo>
                    <a:pt x="0" y="0"/>
                  </a:moveTo>
                  <a:lnTo>
                    <a:pt x="12657" y="2002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5" name="Output_receptor__4984">
              <a:extLst>
                <a:ext uri="{FF2B5EF4-FFF2-40B4-BE49-F238E27FC236}">
                  <a16:creationId xmlns:a16="http://schemas.microsoft.com/office/drawing/2014/main" id="{0DA13E13-3B06-4F2B-72E7-0D4F95EDA855}"/>
                </a:ext>
              </a:extLst>
            </p:cNvPr>
            <p:cNvSpPr>
              <a:spLocks noGrp="1"/>
            </p:cNvSpPr>
            <p:nvPr/>
          </p:nvSpPr>
          <p:spPr>
            <a:xfrm>
              <a:off x="15561903" y="4108096"/>
              <a:ext cx="39607" cy="55388"/>
            </a:xfrm>
            <a:custGeom>
              <a:avLst/>
              <a:gdLst/>
              <a:ahLst/>
              <a:cxnLst/>
              <a:rect l="0" t="0" r="0" b="0"/>
              <a:pathLst>
                <a:path w="39607" h="55388">
                  <a:moveTo>
                    <a:pt x="0" y="55388"/>
                  </a:moveTo>
                  <a:lnTo>
                    <a:pt x="39607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6" name="Output_receptor__4985">
              <a:extLst>
                <a:ext uri="{FF2B5EF4-FFF2-40B4-BE49-F238E27FC236}">
                  <a16:creationId xmlns:a16="http://schemas.microsoft.com/office/drawing/2014/main" id="{5C3C1A8A-9556-B47F-ECA2-3259F2C13ACC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579047"/>
              <a:ext cx="61439" cy="29854"/>
            </a:xfrm>
            <a:custGeom>
              <a:avLst/>
              <a:gdLst/>
              <a:ahLst/>
              <a:cxnLst/>
              <a:rect l="0" t="0" r="0" b="0"/>
              <a:pathLst>
                <a:path w="61439" h="29854">
                  <a:moveTo>
                    <a:pt x="0" y="29854"/>
                  </a:moveTo>
                  <a:lnTo>
                    <a:pt x="6143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7" name="Output_receptor__4986">
              <a:extLst>
                <a:ext uri="{FF2B5EF4-FFF2-40B4-BE49-F238E27FC236}">
                  <a16:creationId xmlns:a16="http://schemas.microsoft.com/office/drawing/2014/main" id="{4BC6738A-A3E9-E4E1-347C-417AB77F5C36}"/>
                </a:ext>
              </a:extLst>
            </p:cNvPr>
            <p:cNvSpPr>
              <a:spLocks noGrp="1"/>
            </p:cNvSpPr>
            <p:nvPr/>
          </p:nvSpPr>
          <p:spPr>
            <a:xfrm>
              <a:off x="15391930" y="3534885"/>
              <a:ext cx="60566" cy="5559"/>
            </a:xfrm>
            <a:custGeom>
              <a:avLst/>
              <a:gdLst/>
              <a:ahLst/>
              <a:cxnLst/>
              <a:rect l="0" t="0" r="0" b="0"/>
              <a:pathLst>
                <a:path w="60566" h="5559">
                  <a:moveTo>
                    <a:pt x="0" y="0"/>
                  </a:moveTo>
                  <a:lnTo>
                    <a:pt x="60566" y="555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8" name="Output_receptor__4987">
              <a:extLst>
                <a:ext uri="{FF2B5EF4-FFF2-40B4-BE49-F238E27FC236}">
                  <a16:creationId xmlns:a16="http://schemas.microsoft.com/office/drawing/2014/main" id="{17A0C9DA-1541-E675-DE24-29B5B5FB04F0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43758"/>
              <a:ext cx="24830" cy="55623"/>
            </a:xfrm>
            <a:custGeom>
              <a:avLst/>
              <a:gdLst/>
              <a:ahLst/>
              <a:cxnLst/>
              <a:rect l="0" t="0" r="0" b="0"/>
              <a:pathLst>
                <a:path w="24830" h="55623">
                  <a:moveTo>
                    <a:pt x="24830" y="0"/>
                  </a:moveTo>
                  <a:lnTo>
                    <a:pt x="0" y="5562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9" name="Output_receptor__4988">
              <a:extLst>
                <a:ext uri="{FF2B5EF4-FFF2-40B4-BE49-F238E27FC236}">
                  <a16:creationId xmlns:a16="http://schemas.microsoft.com/office/drawing/2014/main" id="{FAAC614A-3E55-4CFC-C4F6-7FC6D096EFA7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0" y="3508756"/>
              <a:ext cx="32540" cy="64277"/>
            </a:xfrm>
            <a:custGeom>
              <a:avLst/>
              <a:gdLst/>
              <a:ahLst/>
              <a:cxnLst/>
              <a:rect l="0" t="0" r="0" b="0"/>
              <a:pathLst>
                <a:path w="32540" h="64277">
                  <a:moveTo>
                    <a:pt x="32540" y="0"/>
                  </a:moveTo>
                  <a:lnTo>
                    <a:pt x="0" y="6427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0" name="Output_receptor__4989">
              <a:extLst>
                <a:ext uri="{FF2B5EF4-FFF2-40B4-BE49-F238E27FC236}">
                  <a16:creationId xmlns:a16="http://schemas.microsoft.com/office/drawing/2014/main" id="{DB14D5F5-B58D-990D-E9E8-2BE76D99AA32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14708"/>
              <a:ext cx="39814" cy="50064"/>
            </a:xfrm>
            <a:custGeom>
              <a:avLst/>
              <a:gdLst/>
              <a:ahLst/>
              <a:cxnLst/>
              <a:rect l="0" t="0" r="0" b="0"/>
              <a:pathLst>
                <a:path w="39814" h="50064">
                  <a:moveTo>
                    <a:pt x="0" y="50064"/>
                  </a:moveTo>
                  <a:lnTo>
                    <a:pt x="3981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1" name="Output_receptor__4990">
              <a:extLst>
                <a:ext uri="{FF2B5EF4-FFF2-40B4-BE49-F238E27FC236}">
                  <a16:creationId xmlns:a16="http://schemas.microsoft.com/office/drawing/2014/main" id="{C9350425-9313-DDC0-D58A-5851EBFA9000}"/>
                </a:ext>
              </a:extLst>
            </p:cNvPr>
            <p:cNvSpPr>
              <a:spLocks noGrp="1"/>
            </p:cNvSpPr>
            <p:nvPr/>
          </p:nvSpPr>
          <p:spPr>
            <a:xfrm>
              <a:off x="16253240" y="3451888"/>
              <a:ext cx="18107" cy="23623"/>
            </a:xfrm>
            <a:custGeom>
              <a:avLst/>
              <a:gdLst/>
              <a:ahLst/>
              <a:cxnLst/>
              <a:rect l="0" t="0" r="0" b="0"/>
              <a:pathLst>
                <a:path w="18107" h="23623">
                  <a:moveTo>
                    <a:pt x="0" y="23623"/>
                  </a:moveTo>
                  <a:lnTo>
                    <a:pt x="18107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2" name="Output_receptor__4991">
              <a:extLst>
                <a:ext uri="{FF2B5EF4-FFF2-40B4-BE49-F238E27FC236}">
                  <a16:creationId xmlns:a16="http://schemas.microsoft.com/office/drawing/2014/main" id="{A4540D9F-638F-AEDE-D02E-4D29BB59B7A4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34885"/>
              <a:ext cx="37145" cy="33835"/>
            </a:xfrm>
            <a:custGeom>
              <a:avLst/>
              <a:gdLst/>
              <a:ahLst/>
              <a:cxnLst/>
              <a:rect l="0" t="0" r="0" b="0"/>
              <a:pathLst>
                <a:path w="37145" h="33835">
                  <a:moveTo>
                    <a:pt x="0" y="33835"/>
                  </a:moveTo>
                  <a:lnTo>
                    <a:pt x="3714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3" name="Output_receptor__4992">
              <a:extLst>
                <a:ext uri="{FF2B5EF4-FFF2-40B4-BE49-F238E27FC236}">
                  <a16:creationId xmlns:a16="http://schemas.microsoft.com/office/drawing/2014/main" id="{8BBF663E-5C07-4BBE-3AF5-03998C03976A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34658"/>
              <a:ext cx="29110" cy="63134"/>
            </a:xfrm>
            <a:custGeom>
              <a:avLst/>
              <a:gdLst/>
              <a:ahLst/>
              <a:cxnLst/>
              <a:rect l="0" t="0" r="0" b="0"/>
              <a:pathLst>
                <a:path w="29110" h="63134">
                  <a:moveTo>
                    <a:pt x="0" y="63134"/>
                  </a:moveTo>
                  <a:lnTo>
                    <a:pt x="2911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4" name="Output_receptor__4993">
              <a:extLst>
                <a:ext uri="{FF2B5EF4-FFF2-40B4-BE49-F238E27FC236}">
                  <a16:creationId xmlns:a16="http://schemas.microsoft.com/office/drawing/2014/main" id="{BECC2756-365C-78F0-AFF0-CC639803F5AD}"/>
                </a:ext>
              </a:extLst>
            </p:cNvPr>
            <p:cNvSpPr>
              <a:spLocks noGrp="1"/>
            </p:cNvSpPr>
            <p:nvPr/>
          </p:nvSpPr>
          <p:spPr>
            <a:xfrm>
              <a:off x="16510790" y="4217782"/>
              <a:ext cx="59533" cy="33302"/>
            </a:xfrm>
            <a:custGeom>
              <a:avLst/>
              <a:gdLst/>
              <a:ahLst/>
              <a:cxnLst/>
              <a:rect l="0" t="0" r="0" b="0"/>
              <a:pathLst>
                <a:path w="59533" h="33302">
                  <a:moveTo>
                    <a:pt x="0" y="0"/>
                  </a:moveTo>
                  <a:lnTo>
                    <a:pt x="59533" y="3330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5" name="Output_receptor__4994">
              <a:extLst>
                <a:ext uri="{FF2B5EF4-FFF2-40B4-BE49-F238E27FC236}">
                  <a16:creationId xmlns:a16="http://schemas.microsoft.com/office/drawing/2014/main" id="{5128F9F7-BF8C-9099-6F14-7BD671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35800" cy="3830"/>
            </a:xfrm>
            <a:custGeom>
              <a:avLst/>
              <a:gdLst/>
              <a:ahLst/>
              <a:cxnLst/>
              <a:rect l="0" t="0" r="0" b="0"/>
              <a:pathLst>
                <a:path w="35800" h="3830">
                  <a:moveTo>
                    <a:pt x="0" y="0"/>
                  </a:moveTo>
                  <a:lnTo>
                    <a:pt x="35800" y="383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6" name="Output_receptor__4995">
              <a:extLst>
                <a:ext uri="{FF2B5EF4-FFF2-40B4-BE49-F238E27FC236}">
                  <a16:creationId xmlns:a16="http://schemas.microsoft.com/office/drawing/2014/main" id="{25EAA964-4E53-1FA1-6DB1-F3D648FD1A6B}"/>
                </a:ext>
              </a:extLst>
            </p:cNvPr>
            <p:cNvSpPr>
              <a:spLocks noGrp="1"/>
            </p:cNvSpPr>
            <p:nvPr/>
          </p:nvSpPr>
          <p:spPr>
            <a:xfrm>
              <a:off x="15601511" y="4108096"/>
              <a:ext cx="52955" cy="21757"/>
            </a:xfrm>
            <a:custGeom>
              <a:avLst/>
              <a:gdLst/>
              <a:ahLst/>
              <a:cxnLst/>
              <a:rect l="0" t="0" r="0" b="0"/>
              <a:pathLst>
                <a:path w="52955" h="21757">
                  <a:moveTo>
                    <a:pt x="0" y="0"/>
                  </a:moveTo>
                  <a:lnTo>
                    <a:pt x="52955" y="2175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7" name="Output_receptor__4996">
              <a:extLst>
                <a:ext uri="{FF2B5EF4-FFF2-40B4-BE49-F238E27FC236}">
                  <a16:creationId xmlns:a16="http://schemas.microsoft.com/office/drawing/2014/main" id="{F25AE74C-8733-108A-8543-E7E68FB09746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1420"/>
              <a:ext cx="72420" cy="2558"/>
            </a:xfrm>
            <a:custGeom>
              <a:avLst/>
              <a:gdLst/>
              <a:ahLst/>
              <a:cxnLst/>
              <a:rect l="0" t="0" r="0" b="0"/>
              <a:pathLst>
                <a:path w="72420" h="2558">
                  <a:moveTo>
                    <a:pt x="72420" y="0"/>
                  </a:moveTo>
                  <a:lnTo>
                    <a:pt x="0" y="25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8" name="Output_receptor__4997">
              <a:extLst>
                <a:ext uri="{FF2B5EF4-FFF2-40B4-BE49-F238E27FC236}">
                  <a16:creationId xmlns:a16="http://schemas.microsoft.com/office/drawing/2014/main" id="{83A359AF-5E70-CBB1-7200-D695ED537125}"/>
                </a:ext>
              </a:extLst>
            </p:cNvPr>
            <p:cNvSpPr>
              <a:spLocks noGrp="1"/>
            </p:cNvSpPr>
            <p:nvPr/>
          </p:nvSpPr>
          <p:spPr>
            <a:xfrm>
              <a:off x="15452496" y="3540444"/>
              <a:ext cx="41856" cy="54762"/>
            </a:xfrm>
            <a:custGeom>
              <a:avLst/>
              <a:gdLst/>
              <a:ahLst/>
              <a:cxnLst/>
              <a:rect l="0" t="0" r="0" b="0"/>
              <a:pathLst>
                <a:path w="41856" h="54762">
                  <a:moveTo>
                    <a:pt x="0" y="0"/>
                  </a:moveTo>
                  <a:lnTo>
                    <a:pt x="41856" y="54762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9" name="Output_receptor__4998">
              <a:extLst>
                <a:ext uri="{FF2B5EF4-FFF2-40B4-BE49-F238E27FC236}">
                  <a16:creationId xmlns:a16="http://schemas.microsoft.com/office/drawing/2014/main" id="{874957FD-0576-B463-9F68-86CA72740AC5}"/>
                </a:ext>
              </a:extLst>
            </p:cNvPr>
            <p:cNvSpPr>
              <a:spLocks noGrp="1"/>
            </p:cNvSpPr>
            <p:nvPr/>
          </p:nvSpPr>
          <p:spPr>
            <a:xfrm>
              <a:off x="16187202" y="3998953"/>
              <a:ext cx="67796" cy="6176"/>
            </a:xfrm>
            <a:custGeom>
              <a:avLst/>
              <a:gdLst/>
              <a:ahLst/>
              <a:cxnLst/>
              <a:rect l="0" t="0" r="0" b="0"/>
              <a:pathLst>
                <a:path w="67796" h="6176">
                  <a:moveTo>
                    <a:pt x="67796" y="6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0" name="Output_receptor__4999">
              <a:extLst>
                <a:ext uri="{FF2B5EF4-FFF2-40B4-BE49-F238E27FC236}">
                  <a16:creationId xmlns:a16="http://schemas.microsoft.com/office/drawing/2014/main" id="{A93F87C6-09DA-9C99-0442-003B1561AAF3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51084"/>
              <a:ext cx="26396" cy="64430"/>
            </a:xfrm>
            <a:custGeom>
              <a:avLst/>
              <a:gdLst/>
              <a:ahLst/>
              <a:cxnLst/>
              <a:rect l="0" t="0" r="0" b="0"/>
              <a:pathLst>
                <a:path w="26396" h="64430">
                  <a:moveTo>
                    <a:pt x="26396" y="0"/>
                  </a:moveTo>
                  <a:lnTo>
                    <a:pt x="0" y="6443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001" name="Output_receptor__5000">
              <a:extLst>
                <a:ext uri="{FF2B5EF4-FFF2-40B4-BE49-F238E27FC236}">
                  <a16:creationId xmlns:a16="http://schemas.microsoft.com/office/drawing/2014/main" id="{C050E1D4-BC63-541C-77A0-58829184657D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897934"/>
              <a:ext cx="43604" cy="33909"/>
            </a:xfrm>
            <a:custGeom>
              <a:avLst/>
              <a:gdLst/>
              <a:ahLst/>
              <a:cxnLst/>
              <a:rect l="0" t="0" r="0" b="0"/>
              <a:pathLst>
                <a:path w="43604" h="33909">
                  <a:moveTo>
                    <a:pt x="43604" y="0"/>
                  </a:moveTo>
                  <a:lnTo>
                    <a:pt x="0" y="339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2" name="Output_receptor__5001">
              <a:extLst>
                <a:ext uri="{FF2B5EF4-FFF2-40B4-BE49-F238E27FC236}">
                  <a16:creationId xmlns:a16="http://schemas.microsoft.com/office/drawing/2014/main" id="{D5662544-1EA7-B3D8-FF45-5DFEC9131670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17777"/>
              <a:ext cx="14452" cy="70721"/>
            </a:xfrm>
            <a:custGeom>
              <a:avLst/>
              <a:gdLst/>
              <a:ahLst/>
              <a:cxnLst/>
              <a:rect l="0" t="0" r="0" b="0"/>
              <a:pathLst>
                <a:path w="14452" h="70721">
                  <a:moveTo>
                    <a:pt x="0" y="70721"/>
                  </a:moveTo>
                  <a:lnTo>
                    <a:pt x="1445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3" name="Output_receptor__5002">
              <a:extLst>
                <a:ext uri="{FF2B5EF4-FFF2-40B4-BE49-F238E27FC236}">
                  <a16:creationId xmlns:a16="http://schemas.microsoft.com/office/drawing/2014/main" id="{76CA5975-4499-8A0B-D5AF-189D50F9A140}"/>
                </a:ext>
              </a:extLst>
            </p:cNvPr>
            <p:cNvSpPr>
              <a:spLocks noGrp="1"/>
            </p:cNvSpPr>
            <p:nvPr/>
          </p:nvSpPr>
          <p:spPr>
            <a:xfrm>
              <a:off x="16394367" y="3841063"/>
              <a:ext cx="7954" cy="56871"/>
            </a:xfrm>
            <a:custGeom>
              <a:avLst/>
              <a:gdLst/>
              <a:ahLst/>
              <a:cxnLst/>
              <a:rect l="0" t="0" r="0" b="0"/>
              <a:pathLst>
                <a:path w="7954" h="56871">
                  <a:moveTo>
                    <a:pt x="7954" y="0"/>
                  </a:moveTo>
                  <a:lnTo>
                    <a:pt x="0" y="568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4" name="Output_receptor__5003">
              <a:extLst>
                <a:ext uri="{FF2B5EF4-FFF2-40B4-BE49-F238E27FC236}">
                  <a16:creationId xmlns:a16="http://schemas.microsoft.com/office/drawing/2014/main" id="{042F73C7-57FD-ACB2-683B-8AE74E67470C}"/>
                </a:ext>
              </a:extLst>
            </p:cNvPr>
            <p:cNvSpPr>
              <a:spLocks noGrp="1"/>
            </p:cNvSpPr>
            <p:nvPr/>
          </p:nvSpPr>
          <p:spPr>
            <a:xfrm>
              <a:off x="16601805" y="3480426"/>
              <a:ext cx="32075" cy="62321"/>
            </a:xfrm>
            <a:custGeom>
              <a:avLst/>
              <a:gdLst/>
              <a:ahLst/>
              <a:cxnLst/>
              <a:rect l="0" t="0" r="0" b="0"/>
              <a:pathLst>
                <a:path w="32075" h="62321">
                  <a:moveTo>
                    <a:pt x="0" y="62321"/>
                  </a:moveTo>
                  <a:lnTo>
                    <a:pt x="32075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5" name="Output_receptor__5004">
              <a:extLst>
                <a:ext uri="{FF2B5EF4-FFF2-40B4-BE49-F238E27FC236}">
                  <a16:creationId xmlns:a16="http://schemas.microsoft.com/office/drawing/2014/main" id="{C49DCF7A-3014-5009-7DD3-2AC7645B4D65}"/>
                </a:ext>
              </a:extLst>
            </p:cNvPr>
            <p:cNvSpPr>
              <a:spLocks noGrp="1"/>
            </p:cNvSpPr>
            <p:nvPr/>
          </p:nvSpPr>
          <p:spPr>
            <a:xfrm>
              <a:off x="15579895" y="4340748"/>
              <a:ext cx="48387" cy="44372"/>
            </a:xfrm>
            <a:custGeom>
              <a:avLst/>
              <a:gdLst/>
              <a:ahLst/>
              <a:cxnLst/>
              <a:rect l="0" t="0" r="0" b="0"/>
              <a:pathLst>
                <a:path w="48387" h="44372">
                  <a:moveTo>
                    <a:pt x="48387" y="443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6" name="Output_receptor__5005">
              <a:extLst>
                <a:ext uri="{FF2B5EF4-FFF2-40B4-BE49-F238E27FC236}">
                  <a16:creationId xmlns:a16="http://schemas.microsoft.com/office/drawing/2014/main" id="{4C6D7703-1C52-FD5E-5455-072432DF3629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0748"/>
              <a:ext cx="56836" cy="33618"/>
            </a:xfrm>
            <a:custGeom>
              <a:avLst/>
              <a:gdLst/>
              <a:ahLst/>
              <a:cxnLst/>
              <a:rect l="0" t="0" r="0" b="0"/>
              <a:pathLst>
                <a:path w="56836" h="33618">
                  <a:moveTo>
                    <a:pt x="56836" y="0"/>
                  </a:moveTo>
                  <a:lnTo>
                    <a:pt x="0" y="3361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7" name="Output_receptor__5006">
              <a:extLst>
                <a:ext uri="{FF2B5EF4-FFF2-40B4-BE49-F238E27FC236}">
                  <a16:creationId xmlns:a16="http://schemas.microsoft.com/office/drawing/2014/main" id="{D9A3BB57-4E3F-1DA6-6D8E-DE80F08F9B1F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29853"/>
              <a:ext cx="7350" cy="66007"/>
            </a:xfrm>
            <a:custGeom>
              <a:avLst/>
              <a:gdLst/>
              <a:ahLst/>
              <a:cxnLst/>
              <a:rect l="0" t="0" r="0" b="0"/>
              <a:pathLst>
                <a:path w="7350" h="66007">
                  <a:moveTo>
                    <a:pt x="7350" y="0"/>
                  </a:moveTo>
                  <a:lnTo>
                    <a:pt x="0" y="660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8" name="Output_receptor__5007">
              <a:extLst>
                <a:ext uri="{FF2B5EF4-FFF2-40B4-BE49-F238E27FC236}">
                  <a16:creationId xmlns:a16="http://schemas.microsoft.com/office/drawing/2014/main" id="{6E832544-DA62-30E8-9C42-B487A138530A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60976"/>
              <a:ext cx="55378" cy="26637"/>
            </a:xfrm>
            <a:custGeom>
              <a:avLst/>
              <a:gdLst/>
              <a:ahLst/>
              <a:cxnLst/>
              <a:rect l="0" t="0" r="0" b="0"/>
              <a:pathLst>
                <a:path w="55378" h="26637">
                  <a:moveTo>
                    <a:pt x="0" y="26637"/>
                  </a:moveTo>
                  <a:lnTo>
                    <a:pt x="5537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09" name="Output_receptor__5008">
              <a:extLst>
                <a:ext uri="{FF2B5EF4-FFF2-40B4-BE49-F238E27FC236}">
                  <a16:creationId xmlns:a16="http://schemas.microsoft.com/office/drawing/2014/main" id="{205AFA4A-31C0-3728-ECAA-2B8D080FF3C2}"/>
                </a:ext>
              </a:extLst>
            </p:cNvPr>
            <p:cNvSpPr>
              <a:spLocks noGrp="1"/>
            </p:cNvSpPr>
            <p:nvPr/>
          </p:nvSpPr>
          <p:spPr>
            <a:xfrm>
              <a:off x="15743515" y="3389386"/>
              <a:ext cx="26847" cy="60706"/>
            </a:xfrm>
            <a:custGeom>
              <a:avLst/>
              <a:gdLst/>
              <a:ahLst/>
              <a:cxnLst/>
              <a:rect l="0" t="0" r="0" b="0"/>
              <a:pathLst>
                <a:path w="26847" h="60706">
                  <a:moveTo>
                    <a:pt x="0" y="0"/>
                  </a:moveTo>
                  <a:lnTo>
                    <a:pt x="26847" y="607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0" name="Output_receptor__5009">
              <a:extLst>
                <a:ext uri="{FF2B5EF4-FFF2-40B4-BE49-F238E27FC236}">
                  <a16:creationId xmlns:a16="http://schemas.microsoft.com/office/drawing/2014/main" id="{0A970ABE-D4DA-9D79-7FC3-B0AB66634D11}"/>
                </a:ext>
              </a:extLst>
            </p:cNvPr>
            <p:cNvSpPr>
              <a:spLocks noGrp="1"/>
            </p:cNvSpPr>
            <p:nvPr/>
          </p:nvSpPr>
          <p:spPr>
            <a:xfrm>
              <a:off x="15711082" y="3665579"/>
              <a:ext cx="21379" cy="37692"/>
            </a:xfrm>
            <a:custGeom>
              <a:avLst/>
              <a:gdLst/>
              <a:ahLst/>
              <a:cxnLst/>
              <a:rect l="0" t="0" r="0" b="0"/>
              <a:pathLst>
                <a:path w="21379" h="37692">
                  <a:moveTo>
                    <a:pt x="21379" y="0"/>
                  </a:moveTo>
                  <a:lnTo>
                    <a:pt x="0" y="3769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1" name="Output_receptor__5010">
              <a:extLst>
                <a:ext uri="{FF2B5EF4-FFF2-40B4-BE49-F238E27FC236}">
                  <a16:creationId xmlns:a16="http://schemas.microsoft.com/office/drawing/2014/main" id="{4A3694EA-7354-0027-EFD0-2B4B3B3858D4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300286"/>
              <a:ext cx="52694" cy="48139"/>
            </a:xfrm>
            <a:custGeom>
              <a:avLst/>
              <a:gdLst/>
              <a:ahLst/>
              <a:cxnLst/>
              <a:rect l="0" t="0" r="0" b="0"/>
              <a:pathLst>
                <a:path w="52694" h="48139">
                  <a:moveTo>
                    <a:pt x="52694" y="48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2" name="Output_receptor__5011">
              <a:extLst>
                <a:ext uri="{FF2B5EF4-FFF2-40B4-BE49-F238E27FC236}">
                  <a16:creationId xmlns:a16="http://schemas.microsoft.com/office/drawing/2014/main" id="{6C6CE255-8B1E-19D0-851A-75914095C958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842657"/>
              <a:ext cx="7507" cy="2909"/>
            </a:xfrm>
            <a:custGeom>
              <a:avLst/>
              <a:gdLst/>
              <a:ahLst/>
              <a:cxnLst/>
              <a:rect l="0" t="0" r="0" b="0"/>
              <a:pathLst>
                <a:path w="7507" h="2909">
                  <a:moveTo>
                    <a:pt x="0" y="0"/>
                  </a:moveTo>
                  <a:lnTo>
                    <a:pt x="7507" y="290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3" name="Output_receptor__5012">
              <a:extLst>
                <a:ext uri="{FF2B5EF4-FFF2-40B4-BE49-F238E27FC236}">
                  <a16:creationId xmlns:a16="http://schemas.microsoft.com/office/drawing/2014/main" id="{C82B36AE-45D5-EE1A-EFC6-F7C56AF0482A}"/>
                </a:ext>
              </a:extLst>
            </p:cNvPr>
            <p:cNvSpPr>
              <a:spLocks noGrp="1"/>
            </p:cNvSpPr>
            <p:nvPr/>
          </p:nvSpPr>
          <p:spPr>
            <a:xfrm>
              <a:off x="16178075" y="3454930"/>
              <a:ext cx="16798" cy="56689"/>
            </a:xfrm>
            <a:custGeom>
              <a:avLst/>
              <a:gdLst/>
              <a:ahLst/>
              <a:cxnLst/>
              <a:rect l="0" t="0" r="0" b="0"/>
              <a:pathLst>
                <a:path w="16798" h="56689">
                  <a:moveTo>
                    <a:pt x="0" y="0"/>
                  </a:moveTo>
                  <a:lnTo>
                    <a:pt x="16798" y="56689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14" name="Output_receptor__5013">
              <a:extLst>
                <a:ext uri="{FF2B5EF4-FFF2-40B4-BE49-F238E27FC236}">
                  <a16:creationId xmlns:a16="http://schemas.microsoft.com/office/drawing/2014/main" id="{518E820D-D827-E684-F7FA-D85148B16251}"/>
                </a:ext>
              </a:extLst>
            </p:cNvPr>
            <p:cNvSpPr>
              <a:spLocks noGrp="1"/>
            </p:cNvSpPr>
            <p:nvPr/>
          </p:nvSpPr>
          <p:spPr>
            <a:xfrm>
              <a:off x="15588460" y="4385120"/>
              <a:ext cx="39822" cy="58415"/>
            </a:xfrm>
            <a:custGeom>
              <a:avLst/>
              <a:gdLst/>
              <a:ahLst/>
              <a:cxnLst/>
              <a:rect l="0" t="0" r="0" b="0"/>
              <a:pathLst>
                <a:path w="39822" h="58415">
                  <a:moveTo>
                    <a:pt x="0" y="58415"/>
                  </a:moveTo>
                  <a:lnTo>
                    <a:pt x="3982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5" name="Output_receptor__5014">
              <a:extLst>
                <a:ext uri="{FF2B5EF4-FFF2-40B4-BE49-F238E27FC236}">
                  <a16:creationId xmlns:a16="http://schemas.microsoft.com/office/drawing/2014/main" id="{4E897148-CF01-AE00-42E2-AE8F681B12C3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217782"/>
              <a:ext cx="37784" cy="24809"/>
            </a:xfrm>
            <a:custGeom>
              <a:avLst/>
              <a:gdLst/>
              <a:ahLst/>
              <a:cxnLst/>
              <a:rect l="0" t="0" r="0" b="0"/>
              <a:pathLst>
                <a:path w="37784" h="24809">
                  <a:moveTo>
                    <a:pt x="0" y="24809"/>
                  </a:moveTo>
                  <a:lnTo>
                    <a:pt x="3778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6" name="Output_receptor__5015">
              <a:extLst>
                <a:ext uri="{FF2B5EF4-FFF2-40B4-BE49-F238E27FC236}">
                  <a16:creationId xmlns:a16="http://schemas.microsoft.com/office/drawing/2014/main" id="{6B2F114C-7053-0F44-1504-7A2E7D828B5A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3031417"/>
              <a:ext cx="55063" cy="32816"/>
            </a:xfrm>
            <a:custGeom>
              <a:avLst/>
              <a:gdLst/>
              <a:ahLst/>
              <a:cxnLst/>
              <a:rect l="0" t="0" r="0" b="0"/>
              <a:pathLst>
                <a:path w="55063" h="32816">
                  <a:moveTo>
                    <a:pt x="0" y="0"/>
                  </a:moveTo>
                  <a:lnTo>
                    <a:pt x="55063" y="3281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7" name="Output_receptor__5016">
              <a:extLst>
                <a:ext uri="{FF2B5EF4-FFF2-40B4-BE49-F238E27FC236}">
                  <a16:creationId xmlns:a16="http://schemas.microsoft.com/office/drawing/2014/main" id="{CBFEAA9F-E2FB-28B1-BF8F-3AFAA80CDB06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05829"/>
              <a:ext cx="39569" cy="59608"/>
            </a:xfrm>
            <a:custGeom>
              <a:avLst/>
              <a:gdLst/>
              <a:ahLst/>
              <a:cxnLst/>
              <a:rect l="0" t="0" r="0" b="0"/>
              <a:pathLst>
                <a:path w="39569" h="59608">
                  <a:moveTo>
                    <a:pt x="0" y="59608"/>
                  </a:moveTo>
                  <a:lnTo>
                    <a:pt x="3956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8" name="Output_receptor__5017">
              <a:extLst>
                <a:ext uri="{FF2B5EF4-FFF2-40B4-BE49-F238E27FC236}">
                  <a16:creationId xmlns:a16="http://schemas.microsoft.com/office/drawing/2014/main" id="{93DC94EB-00B2-541A-4558-E7A9151302AE}"/>
                </a:ext>
              </a:extLst>
            </p:cNvPr>
            <p:cNvSpPr>
              <a:spLocks noGrp="1"/>
            </p:cNvSpPr>
            <p:nvPr/>
          </p:nvSpPr>
          <p:spPr>
            <a:xfrm>
              <a:off x="16447330" y="3626389"/>
              <a:ext cx="71549" cy="9678"/>
            </a:xfrm>
            <a:custGeom>
              <a:avLst/>
              <a:gdLst/>
              <a:ahLst/>
              <a:cxnLst/>
              <a:rect l="0" t="0" r="0" b="0"/>
              <a:pathLst>
                <a:path w="71549" h="9678">
                  <a:moveTo>
                    <a:pt x="0" y="0"/>
                  </a:moveTo>
                  <a:lnTo>
                    <a:pt x="71549" y="96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9" name="Output_receptor__5018">
              <a:extLst>
                <a:ext uri="{FF2B5EF4-FFF2-40B4-BE49-F238E27FC236}">
                  <a16:creationId xmlns:a16="http://schemas.microsoft.com/office/drawing/2014/main" id="{1D29E243-4618-D052-4718-C0766129F2FB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47942"/>
              <a:ext cx="8590" cy="52343"/>
            </a:xfrm>
            <a:custGeom>
              <a:avLst/>
              <a:gdLst/>
              <a:ahLst/>
              <a:cxnLst/>
              <a:rect l="0" t="0" r="0" b="0"/>
              <a:pathLst>
                <a:path w="8590" h="52343">
                  <a:moveTo>
                    <a:pt x="8590" y="523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0" name="Output_receptor__5019">
              <a:extLst>
                <a:ext uri="{FF2B5EF4-FFF2-40B4-BE49-F238E27FC236}">
                  <a16:creationId xmlns:a16="http://schemas.microsoft.com/office/drawing/2014/main" id="{F55A3D7F-56C2-4ACC-D2BF-DA202F048937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2130"/>
              <a:ext cx="59029" cy="21730"/>
            </a:xfrm>
            <a:custGeom>
              <a:avLst/>
              <a:gdLst/>
              <a:ahLst/>
              <a:cxnLst/>
              <a:rect l="0" t="0" r="0" b="0"/>
              <a:pathLst>
                <a:path w="59029" h="21730">
                  <a:moveTo>
                    <a:pt x="0" y="21730"/>
                  </a:moveTo>
                  <a:lnTo>
                    <a:pt x="5902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1" name="Output_receptor__5020">
              <a:extLst>
                <a:ext uri="{FF2B5EF4-FFF2-40B4-BE49-F238E27FC236}">
                  <a16:creationId xmlns:a16="http://schemas.microsoft.com/office/drawing/2014/main" id="{9F1785D7-76C9-9289-B0C2-A1A8AB7015B9}"/>
                </a:ext>
              </a:extLst>
            </p:cNvPr>
            <p:cNvSpPr>
              <a:spLocks noGrp="1"/>
            </p:cNvSpPr>
            <p:nvPr/>
          </p:nvSpPr>
          <p:spPr>
            <a:xfrm>
              <a:off x="16142481" y="2955984"/>
              <a:ext cx="54818" cy="2912"/>
            </a:xfrm>
            <a:custGeom>
              <a:avLst/>
              <a:gdLst/>
              <a:ahLst/>
              <a:cxnLst/>
              <a:rect l="0" t="0" r="0" b="0"/>
              <a:pathLst>
                <a:path w="54818" h="2912">
                  <a:moveTo>
                    <a:pt x="0" y="2912"/>
                  </a:moveTo>
                  <a:lnTo>
                    <a:pt x="5481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2" name="Output_receptor__5021">
              <a:extLst>
                <a:ext uri="{FF2B5EF4-FFF2-40B4-BE49-F238E27FC236}">
                  <a16:creationId xmlns:a16="http://schemas.microsoft.com/office/drawing/2014/main" id="{4B6A9E14-8B4D-B1F1-41DE-5D8651EC762C}"/>
                </a:ext>
              </a:extLst>
            </p:cNvPr>
            <p:cNvSpPr>
              <a:spLocks noGrp="1"/>
            </p:cNvSpPr>
            <p:nvPr/>
          </p:nvSpPr>
          <p:spPr>
            <a:xfrm>
              <a:off x="16010926" y="3456624"/>
              <a:ext cx="62461" cy="29132"/>
            </a:xfrm>
            <a:custGeom>
              <a:avLst/>
              <a:gdLst/>
              <a:ahLst/>
              <a:cxnLst/>
              <a:rect l="0" t="0" r="0" b="0"/>
              <a:pathLst>
                <a:path w="62461" h="29132">
                  <a:moveTo>
                    <a:pt x="62461" y="0"/>
                  </a:moveTo>
                  <a:lnTo>
                    <a:pt x="0" y="2913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3" name="Output_receptor__5022">
              <a:extLst>
                <a:ext uri="{FF2B5EF4-FFF2-40B4-BE49-F238E27FC236}">
                  <a16:creationId xmlns:a16="http://schemas.microsoft.com/office/drawing/2014/main" id="{077AA5A1-27A2-C7E8-5592-ED53C571B69B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96108"/>
              <a:ext cx="30784" cy="6598"/>
            </a:xfrm>
            <a:custGeom>
              <a:avLst/>
              <a:gdLst/>
              <a:ahLst/>
              <a:cxnLst/>
              <a:rect l="0" t="0" r="0" b="0"/>
              <a:pathLst>
                <a:path w="30784" h="6598">
                  <a:moveTo>
                    <a:pt x="30784" y="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4" name="Output_receptor__5023">
              <a:extLst>
                <a:ext uri="{FF2B5EF4-FFF2-40B4-BE49-F238E27FC236}">
                  <a16:creationId xmlns:a16="http://schemas.microsoft.com/office/drawing/2014/main" id="{D29BA334-D3E1-63CF-7CD8-E7B5729ABA5E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2973396"/>
              <a:ext cx="9342" cy="58022"/>
            </a:xfrm>
            <a:custGeom>
              <a:avLst/>
              <a:gdLst/>
              <a:ahLst/>
              <a:cxnLst/>
              <a:rect l="0" t="0" r="0" b="0"/>
              <a:pathLst>
                <a:path w="9342" h="58022">
                  <a:moveTo>
                    <a:pt x="9342" y="0"/>
                  </a:moveTo>
                  <a:lnTo>
                    <a:pt x="0" y="5802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5" name="Output_receptor__5024">
              <a:extLst>
                <a:ext uri="{FF2B5EF4-FFF2-40B4-BE49-F238E27FC236}">
                  <a16:creationId xmlns:a16="http://schemas.microsoft.com/office/drawing/2014/main" id="{B0A8779E-31EB-E5DD-8257-A869DC11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4352" y="3595206"/>
              <a:ext cx="41895" cy="3546"/>
            </a:xfrm>
            <a:custGeom>
              <a:avLst/>
              <a:gdLst/>
              <a:ahLst/>
              <a:cxnLst/>
              <a:rect l="0" t="0" r="0" b="0"/>
              <a:pathLst>
                <a:path w="41895" h="3546">
                  <a:moveTo>
                    <a:pt x="0" y="0"/>
                  </a:moveTo>
                  <a:lnTo>
                    <a:pt x="41895" y="354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6" name="Output_receptor__5025">
              <a:extLst>
                <a:ext uri="{FF2B5EF4-FFF2-40B4-BE49-F238E27FC236}">
                  <a16:creationId xmlns:a16="http://schemas.microsoft.com/office/drawing/2014/main" id="{6E771FCA-1602-F50D-CA43-BDB8BD574DDE}"/>
                </a:ext>
              </a:extLst>
            </p:cNvPr>
            <p:cNvSpPr>
              <a:spLocks noGrp="1"/>
            </p:cNvSpPr>
            <p:nvPr/>
          </p:nvSpPr>
          <p:spPr>
            <a:xfrm>
              <a:off x="16763431" y="4121420"/>
              <a:ext cx="4447" cy="56590"/>
            </a:xfrm>
            <a:custGeom>
              <a:avLst/>
              <a:gdLst/>
              <a:ahLst/>
              <a:cxnLst/>
              <a:rect l="0" t="0" r="0" b="0"/>
              <a:pathLst>
                <a:path w="4447" h="56590">
                  <a:moveTo>
                    <a:pt x="4447" y="56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7" name="Output_receptor__5026">
              <a:extLst>
                <a:ext uri="{FF2B5EF4-FFF2-40B4-BE49-F238E27FC236}">
                  <a16:creationId xmlns:a16="http://schemas.microsoft.com/office/drawing/2014/main" id="{4E832A4B-CA54-C382-655A-E59F78C9D2BF}"/>
                </a:ext>
              </a:extLst>
            </p:cNvPr>
            <p:cNvSpPr>
              <a:spLocks noGrp="1"/>
            </p:cNvSpPr>
            <p:nvPr/>
          </p:nvSpPr>
          <p:spPr>
            <a:xfrm>
              <a:off x="16336624" y="3476513"/>
              <a:ext cx="42146" cy="32243"/>
            </a:xfrm>
            <a:custGeom>
              <a:avLst/>
              <a:gdLst/>
              <a:ahLst/>
              <a:cxnLst/>
              <a:rect l="0" t="0" r="0" b="0"/>
              <a:pathLst>
                <a:path w="42146" h="32243">
                  <a:moveTo>
                    <a:pt x="0" y="0"/>
                  </a:moveTo>
                  <a:lnTo>
                    <a:pt x="42146" y="32243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8" name="Output_receptor__5027">
              <a:extLst>
                <a:ext uri="{FF2B5EF4-FFF2-40B4-BE49-F238E27FC236}">
                  <a16:creationId xmlns:a16="http://schemas.microsoft.com/office/drawing/2014/main" id="{78D605F3-48E5-DF4A-3B33-5CBBEC7245D6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701866"/>
              <a:ext cx="55391" cy="14302"/>
            </a:xfrm>
            <a:custGeom>
              <a:avLst/>
              <a:gdLst/>
              <a:ahLst/>
              <a:cxnLst/>
              <a:rect l="0" t="0" r="0" b="0"/>
              <a:pathLst>
                <a:path w="55391" h="14302">
                  <a:moveTo>
                    <a:pt x="55391" y="0"/>
                  </a:moveTo>
                  <a:lnTo>
                    <a:pt x="0" y="1430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9" name="Output_receptor__5028">
              <a:extLst>
                <a:ext uri="{FF2B5EF4-FFF2-40B4-BE49-F238E27FC236}">
                  <a16:creationId xmlns:a16="http://schemas.microsoft.com/office/drawing/2014/main" id="{2A728529-4A5D-1EDB-92D5-AB83F5DF0226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608901"/>
              <a:ext cx="38194" cy="47400"/>
            </a:xfrm>
            <a:custGeom>
              <a:avLst/>
              <a:gdLst/>
              <a:ahLst/>
              <a:cxnLst/>
              <a:rect l="0" t="0" r="0" b="0"/>
              <a:pathLst>
                <a:path w="38194" h="47400">
                  <a:moveTo>
                    <a:pt x="38194" y="47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0" name="Output_receptor__5029">
              <a:extLst>
                <a:ext uri="{FF2B5EF4-FFF2-40B4-BE49-F238E27FC236}">
                  <a16:creationId xmlns:a16="http://schemas.microsoft.com/office/drawing/2014/main" id="{A6128398-28FD-3778-0C85-74E5EB7AA65D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98953"/>
              <a:ext cx="24997" cy="9282"/>
            </a:xfrm>
            <a:custGeom>
              <a:avLst/>
              <a:gdLst/>
              <a:ahLst/>
              <a:cxnLst/>
              <a:rect l="0" t="0" r="0" b="0"/>
              <a:pathLst>
                <a:path w="24997" h="9282">
                  <a:moveTo>
                    <a:pt x="24997" y="0"/>
                  </a:moveTo>
                  <a:lnTo>
                    <a:pt x="0" y="928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1" name="Output_receptor__5030">
              <a:extLst>
                <a:ext uri="{FF2B5EF4-FFF2-40B4-BE49-F238E27FC236}">
                  <a16:creationId xmlns:a16="http://schemas.microsoft.com/office/drawing/2014/main" id="{724191FA-495F-0BCD-74F7-F132E04D36CE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178010"/>
              <a:ext cx="46379" cy="37539"/>
            </a:xfrm>
            <a:custGeom>
              <a:avLst/>
              <a:gdLst/>
              <a:ahLst/>
              <a:cxnLst/>
              <a:rect l="0" t="0" r="0" b="0"/>
              <a:pathLst>
                <a:path w="46379" h="37539">
                  <a:moveTo>
                    <a:pt x="0" y="37539"/>
                  </a:moveTo>
                  <a:lnTo>
                    <a:pt x="4637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2" name="Output_receptor__5031">
              <a:extLst>
                <a:ext uri="{FF2B5EF4-FFF2-40B4-BE49-F238E27FC236}">
                  <a16:creationId xmlns:a16="http://schemas.microsoft.com/office/drawing/2014/main" id="{9168A3D8-8903-83CA-6B87-6ECBA5FCE614}"/>
                </a:ext>
              </a:extLst>
            </p:cNvPr>
            <p:cNvSpPr>
              <a:spLocks noGrp="1"/>
            </p:cNvSpPr>
            <p:nvPr/>
          </p:nvSpPr>
          <p:spPr>
            <a:xfrm>
              <a:off x="16324530" y="3752130"/>
              <a:ext cx="41869" cy="32778"/>
            </a:xfrm>
            <a:custGeom>
              <a:avLst/>
              <a:gdLst/>
              <a:ahLst/>
              <a:cxnLst/>
              <a:rect l="0" t="0" r="0" b="0"/>
              <a:pathLst>
                <a:path w="41869" h="32778">
                  <a:moveTo>
                    <a:pt x="0" y="0"/>
                  </a:moveTo>
                  <a:lnTo>
                    <a:pt x="41869" y="327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3" name="Output_receptor__5032">
              <a:extLst>
                <a:ext uri="{FF2B5EF4-FFF2-40B4-BE49-F238E27FC236}">
                  <a16:creationId xmlns:a16="http://schemas.microsoft.com/office/drawing/2014/main" id="{638F17A9-4AB8-DAD4-1FF2-F76340EF2BD1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886772"/>
              <a:ext cx="41275" cy="50607"/>
            </a:xfrm>
            <a:custGeom>
              <a:avLst/>
              <a:gdLst/>
              <a:ahLst/>
              <a:cxnLst/>
              <a:rect l="0" t="0" r="0" b="0"/>
              <a:pathLst>
                <a:path w="41275" h="50607">
                  <a:moveTo>
                    <a:pt x="41275" y="0"/>
                  </a:moveTo>
                  <a:lnTo>
                    <a:pt x="0" y="506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4" name="Output_receptor__5033">
              <a:extLst>
                <a:ext uri="{FF2B5EF4-FFF2-40B4-BE49-F238E27FC236}">
                  <a16:creationId xmlns:a16="http://schemas.microsoft.com/office/drawing/2014/main" id="{011B4796-D77B-F51E-494A-F8293E288467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61281"/>
              <a:ext cx="27694" cy="35256"/>
            </a:xfrm>
            <a:custGeom>
              <a:avLst/>
              <a:gdLst/>
              <a:ahLst/>
              <a:cxnLst/>
              <a:rect l="0" t="0" r="0" b="0"/>
              <a:pathLst>
                <a:path w="27694" h="35256">
                  <a:moveTo>
                    <a:pt x="0" y="35256"/>
                  </a:moveTo>
                  <a:lnTo>
                    <a:pt x="2769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5" name="Output_receptor__5034">
              <a:extLst>
                <a:ext uri="{FF2B5EF4-FFF2-40B4-BE49-F238E27FC236}">
                  <a16:creationId xmlns:a16="http://schemas.microsoft.com/office/drawing/2014/main" id="{D5C1DCF7-FB40-DE7C-D62F-C2531CBD403B}"/>
                </a:ext>
              </a:extLst>
            </p:cNvPr>
            <p:cNvSpPr>
              <a:spLocks noGrp="1"/>
            </p:cNvSpPr>
            <p:nvPr/>
          </p:nvSpPr>
          <p:spPr>
            <a:xfrm>
              <a:off x="16096359" y="3041724"/>
              <a:ext cx="67225" cy="17594"/>
            </a:xfrm>
            <a:custGeom>
              <a:avLst/>
              <a:gdLst/>
              <a:ahLst/>
              <a:cxnLst/>
              <a:rect l="0" t="0" r="0" b="0"/>
              <a:pathLst>
                <a:path w="67225" h="17594">
                  <a:moveTo>
                    <a:pt x="67225" y="0"/>
                  </a:moveTo>
                  <a:lnTo>
                    <a:pt x="0" y="17594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6" name="Output_receptor__5035">
              <a:extLst>
                <a:ext uri="{FF2B5EF4-FFF2-40B4-BE49-F238E27FC236}">
                  <a16:creationId xmlns:a16="http://schemas.microsoft.com/office/drawing/2014/main" id="{371EB89D-69CC-F2BA-02C6-84328CB427B8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00417"/>
              <a:ext cx="42058" cy="43036"/>
            </a:xfrm>
            <a:custGeom>
              <a:avLst/>
              <a:gdLst/>
              <a:ahLst/>
              <a:cxnLst/>
              <a:rect l="0" t="0" r="0" b="0"/>
              <a:pathLst>
                <a:path w="42058" h="43036">
                  <a:moveTo>
                    <a:pt x="0" y="43036"/>
                  </a:moveTo>
                  <a:lnTo>
                    <a:pt x="4205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7" name="Output_receptor__5036">
              <a:extLst>
                <a:ext uri="{FF2B5EF4-FFF2-40B4-BE49-F238E27FC236}">
                  <a16:creationId xmlns:a16="http://schemas.microsoft.com/office/drawing/2014/main" id="{94099FE3-E9F5-525B-41BE-E99958087C7F}"/>
                </a:ext>
              </a:extLst>
            </p:cNvPr>
            <p:cNvSpPr>
              <a:spLocks noGrp="1"/>
            </p:cNvSpPr>
            <p:nvPr/>
          </p:nvSpPr>
          <p:spPr>
            <a:xfrm>
              <a:off x="16519373" y="3886772"/>
              <a:ext cx="59669" cy="21474"/>
            </a:xfrm>
            <a:custGeom>
              <a:avLst/>
              <a:gdLst/>
              <a:ahLst/>
              <a:cxnLst/>
              <a:rect l="0" t="0" r="0" b="0"/>
              <a:pathLst>
                <a:path w="59669" h="21474">
                  <a:moveTo>
                    <a:pt x="59669" y="21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8" name="Output_receptor__5037">
              <a:extLst>
                <a:ext uri="{FF2B5EF4-FFF2-40B4-BE49-F238E27FC236}">
                  <a16:creationId xmlns:a16="http://schemas.microsoft.com/office/drawing/2014/main" id="{05415261-095E-016A-5721-9CBC1946C40D}"/>
                </a:ext>
              </a:extLst>
            </p:cNvPr>
            <p:cNvSpPr>
              <a:spLocks noGrp="1"/>
            </p:cNvSpPr>
            <p:nvPr/>
          </p:nvSpPr>
          <p:spPr>
            <a:xfrm>
              <a:off x="15502335" y="2818371"/>
              <a:ext cx="3105" cy="46997"/>
            </a:xfrm>
            <a:custGeom>
              <a:avLst/>
              <a:gdLst/>
              <a:ahLst/>
              <a:cxnLst/>
              <a:rect l="0" t="0" r="0" b="0"/>
              <a:pathLst>
                <a:path w="3105" h="46997">
                  <a:moveTo>
                    <a:pt x="0" y="46997"/>
                  </a:moveTo>
                  <a:lnTo>
                    <a:pt x="310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9" name="Output_receptor__5038">
              <a:extLst>
                <a:ext uri="{FF2B5EF4-FFF2-40B4-BE49-F238E27FC236}">
                  <a16:creationId xmlns:a16="http://schemas.microsoft.com/office/drawing/2014/main" id="{3B18A1CF-89FC-67A2-08BE-5EBB19E51666}"/>
                </a:ext>
              </a:extLst>
            </p:cNvPr>
            <p:cNvSpPr>
              <a:spLocks noGrp="1"/>
            </p:cNvSpPr>
            <p:nvPr/>
          </p:nvSpPr>
          <p:spPr>
            <a:xfrm>
              <a:off x="16511832" y="3636067"/>
              <a:ext cx="7048" cy="65799"/>
            </a:xfrm>
            <a:custGeom>
              <a:avLst/>
              <a:gdLst/>
              <a:ahLst/>
              <a:cxnLst/>
              <a:rect l="0" t="0" r="0" b="0"/>
              <a:pathLst>
                <a:path w="7048" h="65799">
                  <a:moveTo>
                    <a:pt x="7048" y="0"/>
                  </a:moveTo>
                  <a:lnTo>
                    <a:pt x="0" y="6579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0" name="Output_receptor__5039">
              <a:extLst>
                <a:ext uri="{FF2B5EF4-FFF2-40B4-BE49-F238E27FC236}">
                  <a16:creationId xmlns:a16="http://schemas.microsoft.com/office/drawing/2014/main" id="{54711E37-DCE8-22F1-3BF1-4E15D59F2102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08851"/>
              <a:ext cx="53593" cy="48745"/>
            </a:xfrm>
            <a:custGeom>
              <a:avLst/>
              <a:gdLst/>
              <a:ahLst/>
              <a:cxnLst/>
              <a:rect l="0" t="0" r="0" b="0"/>
              <a:pathLst>
                <a:path w="53593" h="48745">
                  <a:moveTo>
                    <a:pt x="0" y="48745"/>
                  </a:moveTo>
                  <a:lnTo>
                    <a:pt x="535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1" name="Output_receptor__5040">
              <a:extLst>
                <a:ext uri="{FF2B5EF4-FFF2-40B4-BE49-F238E27FC236}">
                  <a16:creationId xmlns:a16="http://schemas.microsoft.com/office/drawing/2014/main" id="{A233D440-A704-1DEA-C05C-C204B9FCD2A7}"/>
                </a:ext>
              </a:extLst>
            </p:cNvPr>
            <p:cNvSpPr>
              <a:spLocks noGrp="1"/>
            </p:cNvSpPr>
            <p:nvPr/>
          </p:nvSpPr>
          <p:spPr>
            <a:xfrm>
              <a:off x="15805708" y="2971258"/>
              <a:ext cx="69352" cy="2138"/>
            </a:xfrm>
            <a:custGeom>
              <a:avLst/>
              <a:gdLst/>
              <a:ahLst/>
              <a:cxnLst/>
              <a:rect l="0" t="0" r="0" b="0"/>
              <a:pathLst>
                <a:path w="69352" h="2138">
                  <a:moveTo>
                    <a:pt x="69352" y="0"/>
                  </a:moveTo>
                  <a:lnTo>
                    <a:pt x="0" y="213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2" name="Output_receptor__5041">
              <a:extLst>
                <a:ext uri="{FF2B5EF4-FFF2-40B4-BE49-F238E27FC236}">
                  <a16:creationId xmlns:a16="http://schemas.microsoft.com/office/drawing/2014/main" id="{CE248B36-5ACA-A15D-3F71-4E5E87EC5E3E}"/>
                </a:ext>
              </a:extLst>
            </p:cNvPr>
            <p:cNvSpPr>
              <a:spLocks noGrp="1"/>
            </p:cNvSpPr>
            <p:nvPr/>
          </p:nvSpPr>
          <p:spPr>
            <a:xfrm>
              <a:off x="16163584" y="3041724"/>
              <a:ext cx="30058" cy="58693"/>
            </a:xfrm>
            <a:custGeom>
              <a:avLst/>
              <a:gdLst/>
              <a:ahLst/>
              <a:cxnLst/>
              <a:rect l="0" t="0" r="0" b="0"/>
              <a:pathLst>
                <a:path w="30058" h="58693">
                  <a:moveTo>
                    <a:pt x="30058" y="586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43" name="Output_receptor__5042">
              <a:extLst>
                <a:ext uri="{FF2B5EF4-FFF2-40B4-BE49-F238E27FC236}">
                  <a16:creationId xmlns:a16="http://schemas.microsoft.com/office/drawing/2014/main" id="{28A2F142-986E-18E9-75AC-19B5516624C3}"/>
                </a:ext>
              </a:extLst>
            </p:cNvPr>
            <p:cNvSpPr>
              <a:spLocks noGrp="1"/>
            </p:cNvSpPr>
            <p:nvPr/>
          </p:nvSpPr>
          <p:spPr>
            <a:xfrm>
              <a:off x="16271409" y="3260487"/>
              <a:ext cx="216" cy="42535"/>
            </a:xfrm>
            <a:custGeom>
              <a:avLst/>
              <a:gdLst/>
              <a:ahLst/>
              <a:cxnLst/>
              <a:rect l="0" t="0" r="0" b="0"/>
              <a:pathLst>
                <a:path w="216" h="42535">
                  <a:moveTo>
                    <a:pt x="216" y="42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4" name="Output_receptor__5043">
              <a:extLst>
                <a:ext uri="{FF2B5EF4-FFF2-40B4-BE49-F238E27FC236}">
                  <a16:creationId xmlns:a16="http://schemas.microsoft.com/office/drawing/2014/main" id="{67887990-E81B-FAEE-CB59-EA0B58D6AE7A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3015276"/>
              <a:ext cx="44161" cy="235"/>
            </a:xfrm>
            <a:custGeom>
              <a:avLst/>
              <a:gdLst/>
              <a:ahLst/>
              <a:cxnLst/>
              <a:rect l="0" t="0" r="0" b="0"/>
              <a:pathLst>
                <a:path w="44161" h="235">
                  <a:moveTo>
                    <a:pt x="44161" y="2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5" name="Output_receptor__5044">
              <a:extLst>
                <a:ext uri="{FF2B5EF4-FFF2-40B4-BE49-F238E27FC236}">
                  <a16:creationId xmlns:a16="http://schemas.microsoft.com/office/drawing/2014/main" id="{58C89EA0-8E8C-4329-B5D1-C5A74366E8F6}"/>
                </a:ext>
              </a:extLst>
            </p:cNvPr>
            <p:cNvSpPr>
              <a:spLocks noGrp="1"/>
            </p:cNvSpPr>
            <p:nvPr/>
          </p:nvSpPr>
          <p:spPr>
            <a:xfrm>
              <a:off x="16236006" y="4005129"/>
              <a:ext cx="18993" cy="56152"/>
            </a:xfrm>
            <a:custGeom>
              <a:avLst/>
              <a:gdLst/>
              <a:ahLst/>
              <a:cxnLst/>
              <a:rect l="0" t="0" r="0" b="0"/>
              <a:pathLst>
                <a:path w="18993" h="56152">
                  <a:moveTo>
                    <a:pt x="0" y="56152"/>
                  </a:moveTo>
                  <a:lnTo>
                    <a:pt x="189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6" name="Output_receptor__5045">
              <a:extLst>
                <a:ext uri="{FF2B5EF4-FFF2-40B4-BE49-F238E27FC236}">
                  <a16:creationId xmlns:a16="http://schemas.microsoft.com/office/drawing/2014/main" id="{A75F8BBA-04A7-4432-0A32-8D8A7453A0BE}"/>
                </a:ext>
              </a:extLst>
            </p:cNvPr>
            <p:cNvSpPr>
              <a:spLocks noGrp="1"/>
            </p:cNvSpPr>
            <p:nvPr/>
          </p:nvSpPr>
          <p:spPr>
            <a:xfrm>
              <a:off x="16567910" y="3908246"/>
              <a:ext cx="11132" cy="67918"/>
            </a:xfrm>
            <a:custGeom>
              <a:avLst/>
              <a:gdLst/>
              <a:ahLst/>
              <a:cxnLst/>
              <a:rect l="0" t="0" r="0" b="0"/>
              <a:pathLst>
                <a:path w="11132" h="67918">
                  <a:moveTo>
                    <a:pt x="0" y="67918"/>
                  </a:moveTo>
                  <a:lnTo>
                    <a:pt x="1113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7" name="Output_receptor__5046">
              <a:extLst>
                <a:ext uri="{FF2B5EF4-FFF2-40B4-BE49-F238E27FC236}">
                  <a16:creationId xmlns:a16="http://schemas.microsoft.com/office/drawing/2014/main" id="{C50D745A-3B17-C04E-FC90-9DC658E47DCB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55916"/>
              <a:ext cx="19088" cy="51861"/>
            </a:xfrm>
            <a:custGeom>
              <a:avLst/>
              <a:gdLst/>
              <a:ahLst/>
              <a:cxnLst/>
              <a:rect l="0" t="0" r="0" b="0"/>
              <a:pathLst>
                <a:path w="19088" h="51861">
                  <a:moveTo>
                    <a:pt x="19088" y="0"/>
                  </a:moveTo>
                  <a:lnTo>
                    <a:pt x="0" y="51861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8" name="Output_receptor__5047">
              <a:extLst>
                <a:ext uri="{FF2B5EF4-FFF2-40B4-BE49-F238E27FC236}">
                  <a16:creationId xmlns:a16="http://schemas.microsoft.com/office/drawing/2014/main" id="{1EE05B23-9331-2E10-A8AC-65180FDA35D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3978"/>
              <a:ext cx="1312" cy="2987"/>
            </a:xfrm>
            <a:custGeom>
              <a:avLst/>
              <a:gdLst/>
              <a:ahLst/>
              <a:cxnLst/>
              <a:rect l="0" t="0" r="0" b="0"/>
              <a:pathLst>
                <a:path w="1312" h="2987">
                  <a:moveTo>
                    <a:pt x="0" y="0"/>
                  </a:moveTo>
                  <a:lnTo>
                    <a:pt x="1312" y="298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9" name="Output_receptor__5048">
              <a:extLst>
                <a:ext uri="{FF2B5EF4-FFF2-40B4-BE49-F238E27FC236}">
                  <a16:creationId xmlns:a16="http://schemas.microsoft.com/office/drawing/2014/main" id="{F361D3EA-D9F1-DFB5-605B-28B6EBD9CFC8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1614"/>
              <a:ext cx="68972" cy="13406"/>
            </a:xfrm>
            <a:custGeom>
              <a:avLst/>
              <a:gdLst/>
              <a:ahLst/>
              <a:cxnLst/>
              <a:rect l="0" t="0" r="0" b="0"/>
              <a:pathLst>
                <a:path w="68972" h="13406">
                  <a:moveTo>
                    <a:pt x="68972" y="0"/>
                  </a:moveTo>
                  <a:lnTo>
                    <a:pt x="0" y="134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0" name="Output_receptor__5049">
              <a:extLst>
                <a:ext uri="{FF2B5EF4-FFF2-40B4-BE49-F238E27FC236}">
                  <a16:creationId xmlns:a16="http://schemas.microsoft.com/office/drawing/2014/main" id="{D4F2D8A4-E0C5-BB5D-5F12-ADE1BF4A63DB}"/>
                </a:ext>
              </a:extLst>
            </p:cNvPr>
            <p:cNvSpPr>
              <a:spLocks noGrp="1"/>
            </p:cNvSpPr>
            <p:nvPr/>
          </p:nvSpPr>
          <p:spPr>
            <a:xfrm>
              <a:off x="16271346" y="3451888"/>
              <a:ext cx="65278" cy="24625"/>
            </a:xfrm>
            <a:custGeom>
              <a:avLst/>
              <a:gdLst/>
              <a:ahLst/>
              <a:cxnLst/>
              <a:rect l="0" t="0" r="0" b="0"/>
              <a:pathLst>
                <a:path w="65278" h="24625">
                  <a:moveTo>
                    <a:pt x="0" y="0"/>
                  </a:moveTo>
                  <a:lnTo>
                    <a:pt x="65278" y="2462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1" name="Output_receptor__5050">
              <a:extLst>
                <a:ext uri="{FF2B5EF4-FFF2-40B4-BE49-F238E27FC236}">
                  <a16:creationId xmlns:a16="http://schemas.microsoft.com/office/drawing/2014/main" id="{283B8695-4EA4-B9F3-51C1-33923E55F74C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85756"/>
              <a:ext cx="31200" cy="8212"/>
            </a:xfrm>
            <a:custGeom>
              <a:avLst/>
              <a:gdLst/>
              <a:ahLst/>
              <a:cxnLst/>
              <a:rect l="0" t="0" r="0" b="0"/>
              <a:pathLst>
                <a:path w="31200" h="8212">
                  <a:moveTo>
                    <a:pt x="31200" y="0"/>
                  </a:moveTo>
                  <a:lnTo>
                    <a:pt x="0" y="821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2" name="Output_receptor__5051">
              <a:extLst>
                <a:ext uri="{FF2B5EF4-FFF2-40B4-BE49-F238E27FC236}">
                  <a16:creationId xmlns:a16="http://schemas.microsoft.com/office/drawing/2014/main" id="{CD79A020-153B-EBCD-A5B0-212479E63C03}"/>
                </a:ext>
              </a:extLst>
            </p:cNvPr>
            <p:cNvSpPr>
              <a:spLocks noGrp="1"/>
            </p:cNvSpPr>
            <p:nvPr/>
          </p:nvSpPr>
          <p:spPr>
            <a:xfrm>
              <a:off x="15561569" y="4150088"/>
              <a:ext cx="334" cy="13397"/>
            </a:xfrm>
            <a:custGeom>
              <a:avLst/>
              <a:gdLst/>
              <a:ahLst/>
              <a:cxnLst/>
              <a:rect l="0" t="0" r="0" b="0"/>
              <a:pathLst>
                <a:path w="334" h="13397">
                  <a:moveTo>
                    <a:pt x="0" y="0"/>
                  </a:moveTo>
                  <a:lnTo>
                    <a:pt x="334" y="1339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3" name="Output_receptor__5052">
              <a:extLst>
                <a:ext uri="{FF2B5EF4-FFF2-40B4-BE49-F238E27FC236}">
                  <a16:creationId xmlns:a16="http://schemas.microsoft.com/office/drawing/2014/main" id="{5850175D-F9F6-658F-A60F-386077995B51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34658"/>
              <a:ext cx="1958" cy="23665"/>
            </a:xfrm>
            <a:custGeom>
              <a:avLst/>
              <a:gdLst/>
              <a:ahLst/>
              <a:cxnLst/>
              <a:rect l="0" t="0" r="0" b="0"/>
              <a:pathLst>
                <a:path w="1958" h="23665">
                  <a:moveTo>
                    <a:pt x="1958" y="0"/>
                  </a:moveTo>
                  <a:lnTo>
                    <a:pt x="0" y="2366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4" name="Output_receptor__5053">
              <a:extLst>
                <a:ext uri="{FF2B5EF4-FFF2-40B4-BE49-F238E27FC236}">
                  <a16:creationId xmlns:a16="http://schemas.microsoft.com/office/drawing/2014/main" id="{E2C65721-806A-F31F-BA2A-458A6C668EAE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389386"/>
              <a:ext cx="45189" cy="38838"/>
            </a:xfrm>
            <a:custGeom>
              <a:avLst/>
              <a:gdLst/>
              <a:ahLst/>
              <a:cxnLst/>
              <a:rect l="0" t="0" r="0" b="0"/>
              <a:pathLst>
                <a:path w="45189" h="38838">
                  <a:moveTo>
                    <a:pt x="0" y="38838"/>
                  </a:moveTo>
                  <a:lnTo>
                    <a:pt x="4518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5" name="Output_receptor__5054">
              <a:extLst>
                <a:ext uri="{FF2B5EF4-FFF2-40B4-BE49-F238E27FC236}">
                  <a16:creationId xmlns:a16="http://schemas.microsoft.com/office/drawing/2014/main" id="{D1D26DA2-7DD6-F316-4CFC-19D5A41729A1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72845"/>
              <a:ext cx="33490" cy="26535"/>
            </a:xfrm>
            <a:custGeom>
              <a:avLst/>
              <a:gdLst/>
              <a:ahLst/>
              <a:cxnLst/>
              <a:rect l="0" t="0" r="0" b="0"/>
              <a:pathLst>
                <a:path w="33490" h="26535">
                  <a:moveTo>
                    <a:pt x="0" y="26535"/>
                  </a:moveTo>
                  <a:lnTo>
                    <a:pt x="3349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6" name="Output_receptor__5055">
              <a:extLst>
                <a:ext uri="{FF2B5EF4-FFF2-40B4-BE49-F238E27FC236}">
                  <a16:creationId xmlns:a16="http://schemas.microsoft.com/office/drawing/2014/main" id="{0BF18151-AA6F-69AA-7B40-2E3B541DBFFC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270608"/>
              <a:ext cx="30326" cy="29678"/>
            </a:xfrm>
            <a:custGeom>
              <a:avLst/>
              <a:gdLst/>
              <a:ahLst/>
              <a:cxnLst/>
              <a:rect l="0" t="0" r="0" b="0"/>
              <a:pathLst>
                <a:path w="30326" h="29678">
                  <a:moveTo>
                    <a:pt x="0" y="29678"/>
                  </a:moveTo>
                  <a:lnTo>
                    <a:pt x="30326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7" name="Output_receptor__5056">
              <a:extLst>
                <a:ext uri="{FF2B5EF4-FFF2-40B4-BE49-F238E27FC236}">
                  <a16:creationId xmlns:a16="http://schemas.microsoft.com/office/drawing/2014/main" id="{0CBD67CC-33CC-F470-4D3A-91C568441036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98041"/>
              <a:ext cx="8364" cy="62934"/>
            </a:xfrm>
            <a:custGeom>
              <a:avLst/>
              <a:gdLst/>
              <a:ahLst/>
              <a:cxnLst/>
              <a:rect l="0" t="0" r="0" b="0"/>
              <a:pathLst>
                <a:path w="8364" h="62934">
                  <a:moveTo>
                    <a:pt x="8364" y="62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8" name="Output_receptor__5057">
              <a:extLst>
                <a:ext uri="{FF2B5EF4-FFF2-40B4-BE49-F238E27FC236}">
                  <a16:creationId xmlns:a16="http://schemas.microsoft.com/office/drawing/2014/main" id="{03F3B03F-CF92-CB78-4B71-4E827553E578}"/>
                </a:ext>
              </a:extLst>
            </p:cNvPr>
            <p:cNvSpPr>
              <a:spLocks noGrp="1"/>
            </p:cNvSpPr>
            <p:nvPr/>
          </p:nvSpPr>
          <p:spPr>
            <a:xfrm>
              <a:off x="15759537" y="4508851"/>
              <a:ext cx="45350" cy="47065"/>
            </a:xfrm>
            <a:custGeom>
              <a:avLst/>
              <a:gdLst/>
              <a:ahLst/>
              <a:cxnLst/>
              <a:rect l="0" t="0" r="0" b="0"/>
              <a:pathLst>
                <a:path w="45350" h="47065">
                  <a:moveTo>
                    <a:pt x="0" y="0"/>
                  </a:moveTo>
                  <a:lnTo>
                    <a:pt x="45350" y="47065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9" name="Output_receptor__5058">
              <a:extLst>
                <a:ext uri="{FF2B5EF4-FFF2-40B4-BE49-F238E27FC236}">
                  <a16:creationId xmlns:a16="http://schemas.microsoft.com/office/drawing/2014/main" id="{05E96334-88CE-934A-B8A5-7CBA944043DB}"/>
                </a:ext>
              </a:extLst>
            </p:cNvPr>
            <p:cNvSpPr>
              <a:spLocks noGrp="1"/>
            </p:cNvSpPr>
            <p:nvPr/>
          </p:nvSpPr>
          <p:spPr>
            <a:xfrm>
              <a:off x="16428355" y="4140769"/>
              <a:ext cx="68530" cy="19791"/>
            </a:xfrm>
            <a:custGeom>
              <a:avLst/>
              <a:gdLst/>
              <a:ahLst/>
              <a:cxnLst/>
              <a:rect l="0" t="0" r="0" b="0"/>
              <a:pathLst>
                <a:path w="68530" h="19791">
                  <a:moveTo>
                    <a:pt x="0" y="19791"/>
                  </a:moveTo>
                  <a:lnTo>
                    <a:pt x="685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0" name="Output_receptor__5059">
              <a:extLst>
                <a:ext uri="{FF2B5EF4-FFF2-40B4-BE49-F238E27FC236}">
                  <a16:creationId xmlns:a16="http://schemas.microsoft.com/office/drawing/2014/main" id="{08FBC125-00DF-163E-5B39-9F3B6A51F10A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91568"/>
              <a:ext cx="43035" cy="27829"/>
            </a:xfrm>
            <a:custGeom>
              <a:avLst/>
              <a:gdLst/>
              <a:ahLst/>
              <a:cxnLst/>
              <a:rect l="0" t="0" r="0" b="0"/>
              <a:pathLst>
                <a:path w="43035" h="27829">
                  <a:moveTo>
                    <a:pt x="43035" y="27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1" name="Output_receptor__5060">
              <a:extLst>
                <a:ext uri="{FF2B5EF4-FFF2-40B4-BE49-F238E27FC236}">
                  <a16:creationId xmlns:a16="http://schemas.microsoft.com/office/drawing/2014/main" id="{2C6445DC-B084-DB59-1764-AEDB41D3334B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416129"/>
              <a:ext cx="70327" cy="4276"/>
            </a:xfrm>
            <a:custGeom>
              <a:avLst/>
              <a:gdLst/>
              <a:ahLst/>
              <a:cxnLst/>
              <a:rect l="0" t="0" r="0" b="0"/>
              <a:pathLst>
                <a:path w="70327" h="4276">
                  <a:moveTo>
                    <a:pt x="70327" y="4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2" name="Output_receptor__5061">
              <a:extLst>
                <a:ext uri="{FF2B5EF4-FFF2-40B4-BE49-F238E27FC236}">
                  <a16:creationId xmlns:a16="http://schemas.microsoft.com/office/drawing/2014/main" id="{C89A9054-9BF1-B5A7-82E3-1FD9189AB0CB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620643"/>
              <a:ext cx="43472" cy="57167"/>
            </a:xfrm>
            <a:custGeom>
              <a:avLst/>
              <a:gdLst/>
              <a:ahLst/>
              <a:cxnLst/>
              <a:rect l="0" t="0" r="0" b="0"/>
              <a:pathLst>
                <a:path w="43472" h="57167">
                  <a:moveTo>
                    <a:pt x="0" y="0"/>
                  </a:moveTo>
                  <a:lnTo>
                    <a:pt x="43472" y="57167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3" name="Output_receptor__5062">
              <a:extLst>
                <a:ext uri="{FF2B5EF4-FFF2-40B4-BE49-F238E27FC236}">
                  <a16:creationId xmlns:a16="http://schemas.microsoft.com/office/drawing/2014/main" id="{622163EA-2ABA-A474-2F1C-32A64A473B2D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19900"/>
              <a:ext cx="30313" cy="48820"/>
            </a:xfrm>
            <a:custGeom>
              <a:avLst/>
              <a:gdLst/>
              <a:ahLst/>
              <a:cxnLst/>
              <a:rect l="0" t="0" r="0" b="0"/>
              <a:pathLst>
                <a:path w="30313" h="48820">
                  <a:moveTo>
                    <a:pt x="30313" y="0"/>
                  </a:moveTo>
                  <a:lnTo>
                    <a:pt x="0" y="4882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4" name="Output_receptor__5063">
              <a:extLst>
                <a:ext uri="{FF2B5EF4-FFF2-40B4-BE49-F238E27FC236}">
                  <a16:creationId xmlns:a16="http://schemas.microsoft.com/office/drawing/2014/main" id="{7C80A39C-8068-308D-8C89-B6C8C7225A64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784908"/>
              <a:ext cx="42925" cy="57749"/>
            </a:xfrm>
            <a:custGeom>
              <a:avLst/>
              <a:gdLst/>
              <a:ahLst/>
              <a:cxnLst/>
              <a:rect l="0" t="0" r="0" b="0"/>
              <a:pathLst>
                <a:path w="42925" h="57749">
                  <a:moveTo>
                    <a:pt x="42925" y="0"/>
                  </a:moveTo>
                  <a:lnTo>
                    <a:pt x="0" y="5774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5" name="Output_receptor__5064">
              <a:extLst>
                <a:ext uri="{FF2B5EF4-FFF2-40B4-BE49-F238E27FC236}">
                  <a16:creationId xmlns:a16="http://schemas.microsoft.com/office/drawing/2014/main" id="{775F4750-71AE-8A2B-F5C1-FAEB77666710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0998"/>
              <a:ext cx="62020" cy="13920"/>
            </a:xfrm>
            <a:custGeom>
              <a:avLst/>
              <a:gdLst/>
              <a:ahLst/>
              <a:cxnLst/>
              <a:rect l="0" t="0" r="0" b="0"/>
              <a:pathLst>
                <a:path w="62020" h="13920">
                  <a:moveTo>
                    <a:pt x="62020" y="0"/>
                  </a:moveTo>
                  <a:lnTo>
                    <a:pt x="0" y="1392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6" name="Output_receptor__5065">
              <a:extLst>
                <a:ext uri="{FF2B5EF4-FFF2-40B4-BE49-F238E27FC236}">
                  <a16:creationId xmlns:a16="http://schemas.microsoft.com/office/drawing/2014/main" id="{5F017176-2994-166C-C62A-9CD65B15C27D}"/>
                </a:ext>
              </a:extLst>
            </p:cNvPr>
            <p:cNvSpPr>
              <a:spLocks noGrp="1"/>
            </p:cNvSpPr>
            <p:nvPr/>
          </p:nvSpPr>
          <p:spPr>
            <a:xfrm>
              <a:off x="16228462" y="3686897"/>
              <a:ext cx="67935" cy="7384"/>
            </a:xfrm>
            <a:custGeom>
              <a:avLst/>
              <a:gdLst/>
              <a:ahLst/>
              <a:cxnLst/>
              <a:rect l="0" t="0" r="0" b="0"/>
              <a:pathLst>
                <a:path w="67935" h="7384">
                  <a:moveTo>
                    <a:pt x="0" y="7384"/>
                  </a:moveTo>
                  <a:lnTo>
                    <a:pt x="6793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7" name="Output_receptor__5066">
              <a:extLst>
                <a:ext uri="{FF2B5EF4-FFF2-40B4-BE49-F238E27FC236}">
                  <a16:creationId xmlns:a16="http://schemas.microsoft.com/office/drawing/2014/main" id="{DC935F3C-4F2E-59DC-D5C2-A0CC40DF129F}"/>
                </a:ext>
              </a:extLst>
            </p:cNvPr>
            <p:cNvSpPr>
              <a:spLocks noGrp="1"/>
            </p:cNvSpPr>
            <p:nvPr/>
          </p:nvSpPr>
          <p:spPr>
            <a:xfrm>
              <a:off x="16073387" y="3456624"/>
              <a:ext cx="16677" cy="54913"/>
            </a:xfrm>
            <a:custGeom>
              <a:avLst/>
              <a:gdLst/>
              <a:ahLst/>
              <a:cxnLst/>
              <a:rect l="0" t="0" r="0" b="0"/>
              <a:pathLst>
                <a:path w="16677" h="54913">
                  <a:moveTo>
                    <a:pt x="16677" y="549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8" name="Output_receptor__5067">
              <a:extLst>
                <a:ext uri="{FF2B5EF4-FFF2-40B4-BE49-F238E27FC236}">
                  <a16:creationId xmlns:a16="http://schemas.microsoft.com/office/drawing/2014/main" id="{11C896CB-86BC-2127-1914-21EE7687D2BD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10621"/>
              <a:ext cx="32581" cy="54947"/>
            </a:xfrm>
            <a:custGeom>
              <a:avLst/>
              <a:gdLst/>
              <a:ahLst/>
              <a:cxnLst/>
              <a:rect l="0" t="0" r="0" b="0"/>
              <a:pathLst>
                <a:path w="32581" h="54947">
                  <a:moveTo>
                    <a:pt x="0" y="54947"/>
                  </a:moveTo>
                  <a:lnTo>
                    <a:pt x="32581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9" name="Output_receptor__5068">
              <a:extLst>
                <a:ext uri="{FF2B5EF4-FFF2-40B4-BE49-F238E27FC236}">
                  <a16:creationId xmlns:a16="http://schemas.microsoft.com/office/drawing/2014/main" id="{6C7B1B02-80CC-76D6-AB03-CA91F74799EF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00285"/>
              <a:ext cx="45230" cy="52282"/>
            </a:xfrm>
            <a:custGeom>
              <a:avLst/>
              <a:gdLst/>
              <a:ahLst/>
              <a:cxnLst/>
              <a:rect l="0" t="0" r="0" b="0"/>
              <a:pathLst>
                <a:path w="45230" h="52282">
                  <a:moveTo>
                    <a:pt x="0" y="52282"/>
                  </a:moveTo>
                  <a:lnTo>
                    <a:pt x="452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0" name="Output_receptor__5069">
              <a:extLst>
                <a:ext uri="{FF2B5EF4-FFF2-40B4-BE49-F238E27FC236}">
                  <a16:creationId xmlns:a16="http://schemas.microsoft.com/office/drawing/2014/main" id="{9D7470A9-C88B-523D-DC0E-2BDC5DBD7536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82102"/>
              <a:ext cx="71607" cy="3407"/>
            </a:xfrm>
            <a:custGeom>
              <a:avLst/>
              <a:gdLst/>
              <a:ahLst/>
              <a:cxnLst/>
              <a:rect l="0" t="0" r="0" b="0"/>
              <a:pathLst>
                <a:path w="71607" h="3407">
                  <a:moveTo>
                    <a:pt x="71607" y="34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71" name="Output_receptor__5070">
              <a:extLst>
                <a:ext uri="{FF2B5EF4-FFF2-40B4-BE49-F238E27FC236}">
                  <a16:creationId xmlns:a16="http://schemas.microsoft.com/office/drawing/2014/main" id="{F69DB748-9E6A-29DC-7DDD-98A2542D0879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06211"/>
              <a:ext cx="67641" cy="22652"/>
            </a:xfrm>
            <a:custGeom>
              <a:avLst/>
              <a:gdLst/>
              <a:ahLst/>
              <a:cxnLst/>
              <a:rect l="0" t="0" r="0" b="0"/>
              <a:pathLst>
                <a:path w="67641" h="22652">
                  <a:moveTo>
                    <a:pt x="67641" y="0"/>
                  </a:moveTo>
                  <a:lnTo>
                    <a:pt x="0" y="2265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2" name="Output_receptor__5071">
              <a:extLst>
                <a:ext uri="{FF2B5EF4-FFF2-40B4-BE49-F238E27FC236}">
                  <a16:creationId xmlns:a16="http://schemas.microsoft.com/office/drawing/2014/main" id="{3026759E-1FFB-2C6D-8E6A-2B9413ABD0A2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65567"/>
              <a:ext cx="16092" cy="59488"/>
            </a:xfrm>
            <a:custGeom>
              <a:avLst/>
              <a:gdLst/>
              <a:ahLst/>
              <a:cxnLst/>
              <a:rect l="0" t="0" r="0" b="0"/>
              <a:pathLst>
                <a:path w="16092" h="59488">
                  <a:moveTo>
                    <a:pt x="16092" y="59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3" name="Output_receptor__5072">
              <a:extLst>
                <a:ext uri="{FF2B5EF4-FFF2-40B4-BE49-F238E27FC236}">
                  <a16:creationId xmlns:a16="http://schemas.microsoft.com/office/drawing/2014/main" id="{08389F44-B8E2-9795-4337-79A032F17DEA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2630"/>
              <a:ext cx="654" cy="31736"/>
            </a:xfrm>
            <a:custGeom>
              <a:avLst/>
              <a:gdLst/>
              <a:ahLst/>
              <a:cxnLst/>
              <a:rect l="0" t="0" r="0" b="0"/>
              <a:pathLst>
                <a:path w="654" h="31736">
                  <a:moveTo>
                    <a:pt x="0" y="31736"/>
                  </a:moveTo>
                  <a:lnTo>
                    <a:pt x="65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4" name="Output_receptor__5073">
              <a:extLst>
                <a:ext uri="{FF2B5EF4-FFF2-40B4-BE49-F238E27FC236}">
                  <a16:creationId xmlns:a16="http://schemas.microsoft.com/office/drawing/2014/main" id="{B1FA0A66-CE43-C192-11C5-D169214BCEC0}"/>
                </a:ext>
              </a:extLst>
            </p:cNvPr>
            <p:cNvSpPr>
              <a:spLocks noGrp="1"/>
            </p:cNvSpPr>
            <p:nvPr/>
          </p:nvSpPr>
          <p:spPr>
            <a:xfrm>
              <a:off x="15627061" y="2580326"/>
              <a:ext cx="11502" cy="65005"/>
            </a:xfrm>
            <a:custGeom>
              <a:avLst/>
              <a:gdLst/>
              <a:ahLst/>
              <a:cxnLst/>
              <a:rect l="0" t="0" r="0" b="0"/>
              <a:pathLst>
                <a:path w="11502" h="65005">
                  <a:moveTo>
                    <a:pt x="11502" y="0"/>
                  </a:moveTo>
                  <a:lnTo>
                    <a:pt x="0" y="6500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5" name="Output_receptor__5074">
              <a:extLst>
                <a:ext uri="{FF2B5EF4-FFF2-40B4-BE49-F238E27FC236}">
                  <a16:creationId xmlns:a16="http://schemas.microsoft.com/office/drawing/2014/main" id="{B8204893-ABEA-7948-599F-AE0E058817B1}"/>
                </a:ext>
              </a:extLst>
            </p:cNvPr>
            <p:cNvSpPr>
              <a:spLocks noGrp="1"/>
            </p:cNvSpPr>
            <p:nvPr/>
          </p:nvSpPr>
          <p:spPr>
            <a:xfrm>
              <a:off x="15364154" y="3457540"/>
              <a:ext cx="20943" cy="62360"/>
            </a:xfrm>
            <a:custGeom>
              <a:avLst/>
              <a:gdLst/>
              <a:ahLst/>
              <a:cxnLst/>
              <a:rect l="0" t="0" r="0" b="0"/>
              <a:pathLst>
                <a:path w="20943" h="62360">
                  <a:moveTo>
                    <a:pt x="0" y="0"/>
                  </a:moveTo>
                  <a:lnTo>
                    <a:pt x="20943" y="623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6" name="Output_receptor__5075">
              <a:extLst>
                <a:ext uri="{FF2B5EF4-FFF2-40B4-BE49-F238E27FC236}">
                  <a16:creationId xmlns:a16="http://schemas.microsoft.com/office/drawing/2014/main" id="{C76A0ED8-5F52-85B1-E078-052F94A6C91F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64650" cy="13125"/>
            </a:xfrm>
            <a:custGeom>
              <a:avLst/>
              <a:gdLst/>
              <a:ahLst/>
              <a:cxnLst/>
              <a:rect l="0" t="0" r="0" b="0"/>
              <a:pathLst>
                <a:path w="64650" h="13125">
                  <a:moveTo>
                    <a:pt x="0" y="0"/>
                  </a:moveTo>
                  <a:lnTo>
                    <a:pt x="64650" y="1312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7" name="Output_receptor__5076">
              <a:extLst>
                <a:ext uri="{FF2B5EF4-FFF2-40B4-BE49-F238E27FC236}">
                  <a16:creationId xmlns:a16="http://schemas.microsoft.com/office/drawing/2014/main" id="{C9F33DD7-8590-DAB8-8B30-4A16D71E434F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626389"/>
              <a:ext cx="468" cy="14376"/>
            </a:xfrm>
            <a:custGeom>
              <a:avLst/>
              <a:gdLst/>
              <a:ahLst/>
              <a:cxnLst/>
              <a:rect l="0" t="0" r="0" b="0"/>
              <a:pathLst>
                <a:path w="468" h="14376">
                  <a:moveTo>
                    <a:pt x="0" y="14376"/>
                  </a:moveTo>
                  <a:lnTo>
                    <a:pt x="46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8" name="Output_receptor__5077">
              <a:extLst>
                <a:ext uri="{FF2B5EF4-FFF2-40B4-BE49-F238E27FC236}">
                  <a16:creationId xmlns:a16="http://schemas.microsoft.com/office/drawing/2014/main" id="{5A71772D-E5B4-4DDB-7B32-C0675B979FDD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41972"/>
              <a:ext cx="42839" cy="56069"/>
            </a:xfrm>
            <a:custGeom>
              <a:avLst/>
              <a:gdLst/>
              <a:ahLst/>
              <a:cxnLst/>
              <a:rect l="0" t="0" r="0" b="0"/>
              <a:pathLst>
                <a:path w="42839" h="56069">
                  <a:moveTo>
                    <a:pt x="0" y="56069"/>
                  </a:moveTo>
                  <a:lnTo>
                    <a:pt x="4283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9" name="Output_receptor__5078">
              <a:extLst>
                <a:ext uri="{FF2B5EF4-FFF2-40B4-BE49-F238E27FC236}">
                  <a16:creationId xmlns:a16="http://schemas.microsoft.com/office/drawing/2014/main" id="{9E5527CA-BB02-6686-81A1-FC561FAD7F82}"/>
                </a:ext>
              </a:extLst>
            </p:cNvPr>
            <p:cNvSpPr>
              <a:spLocks noGrp="1"/>
            </p:cNvSpPr>
            <p:nvPr/>
          </p:nvSpPr>
          <p:spPr>
            <a:xfrm>
              <a:off x="15842965" y="3600961"/>
              <a:ext cx="38453" cy="55340"/>
            </a:xfrm>
            <a:custGeom>
              <a:avLst/>
              <a:gdLst/>
              <a:ahLst/>
              <a:cxnLst/>
              <a:rect l="0" t="0" r="0" b="0"/>
              <a:pathLst>
                <a:path w="38453" h="55340">
                  <a:moveTo>
                    <a:pt x="38453" y="0"/>
                  </a:moveTo>
                  <a:lnTo>
                    <a:pt x="0" y="5534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0" name="Output_receptor__5079">
              <a:extLst>
                <a:ext uri="{FF2B5EF4-FFF2-40B4-BE49-F238E27FC236}">
                  <a16:creationId xmlns:a16="http://schemas.microsoft.com/office/drawing/2014/main" id="{329F143C-3BF4-E79D-5F4E-95191626011A}"/>
                </a:ext>
              </a:extLst>
            </p:cNvPr>
            <p:cNvSpPr>
              <a:spLocks noGrp="1"/>
            </p:cNvSpPr>
            <p:nvPr/>
          </p:nvSpPr>
          <p:spPr>
            <a:xfrm>
              <a:off x="16703023" y="4030998"/>
              <a:ext cx="37581" cy="42354"/>
            </a:xfrm>
            <a:custGeom>
              <a:avLst/>
              <a:gdLst/>
              <a:ahLst/>
              <a:cxnLst/>
              <a:rect l="0" t="0" r="0" b="0"/>
              <a:pathLst>
                <a:path w="37581" h="42354">
                  <a:moveTo>
                    <a:pt x="37581" y="423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1" name="Output_receptor__5080">
              <a:extLst>
                <a:ext uri="{FF2B5EF4-FFF2-40B4-BE49-F238E27FC236}">
                  <a16:creationId xmlns:a16="http://schemas.microsoft.com/office/drawing/2014/main" id="{7D041C6D-36C0-5179-7237-17C2E669BF25}"/>
                </a:ext>
              </a:extLst>
            </p:cNvPr>
            <p:cNvSpPr>
              <a:spLocks noGrp="1"/>
            </p:cNvSpPr>
            <p:nvPr/>
          </p:nvSpPr>
          <p:spPr>
            <a:xfrm>
              <a:off x="16185749" y="3911614"/>
              <a:ext cx="19602" cy="44714"/>
            </a:xfrm>
            <a:custGeom>
              <a:avLst/>
              <a:gdLst/>
              <a:ahLst/>
              <a:cxnLst/>
              <a:rect l="0" t="0" r="0" b="0"/>
              <a:pathLst>
                <a:path w="19602" h="44714">
                  <a:moveTo>
                    <a:pt x="19602" y="44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2" name="Output_receptor__5081">
              <a:extLst>
                <a:ext uri="{FF2B5EF4-FFF2-40B4-BE49-F238E27FC236}">
                  <a16:creationId xmlns:a16="http://schemas.microsoft.com/office/drawing/2014/main" id="{7F6A367E-A8A6-D559-E066-BF939BAFFA18}"/>
                </a:ext>
              </a:extLst>
            </p:cNvPr>
            <p:cNvSpPr>
              <a:spLocks noGrp="1"/>
            </p:cNvSpPr>
            <p:nvPr/>
          </p:nvSpPr>
          <p:spPr>
            <a:xfrm>
              <a:off x="16136068" y="2782693"/>
              <a:ext cx="17379" cy="66106"/>
            </a:xfrm>
            <a:custGeom>
              <a:avLst/>
              <a:gdLst/>
              <a:ahLst/>
              <a:cxnLst/>
              <a:rect l="0" t="0" r="0" b="0"/>
              <a:pathLst>
                <a:path w="17379" h="66106">
                  <a:moveTo>
                    <a:pt x="0" y="0"/>
                  </a:moveTo>
                  <a:lnTo>
                    <a:pt x="17379" y="6610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3" name="Output_receptor__5082">
              <a:extLst>
                <a:ext uri="{FF2B5EF4-FFF2-40B4-BE49-F238E27FC236}">
                  <a16:creationId xmlns:a16="http://schemas.microsoft.com/office/drawing/2014/main" id="{74C1555D-0BEC-6C52-175F-C3882C4044F7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04448"/>
              <a:ext cx="69043" cy="15902"/>
            </a:xfrm>
            <a:custGeom>
              <a:avLst/>
              <a:gdLst/>
              <a:ahLst/>
              <a:cxnLst/>
              <a:rect l="0" t="0" r="0" b="0"/>
              <a:pathLst>
                <a:path w="69043" h="15902">
                  <a:moveTo>
                    <a:pt x="69043" y="0"/>
                  </a:moveTo>
                  <a:lnTo>
                    <a:pt x="0" y="1590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4" name="Output_receptor__5083">
              <a:extLst>
                <a:ext uri="{FF2B5EF4-FFF2-40B4-BE49-F238E27FC236}">
                  <a16:creationId xmlns:a16="http://schemas.microsoft.com/office/drawing/2014/main" id="{CF6136CC-BFB4-E088-FE02-68F33A25D7C0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665579"/>
              <a:ext cx="45667" cy="37295"/>
            </a:xfrm>
            <a:custGeom>
              <a:avLst/>
              <a:gdLst/>
              <a:ahLst/>
              <a:cxnLst/>
              <a:rect l="0" t="0" r="0" b="0"/>
              <a:pathLst>
                <a:path w="45667" h="37295">
                  <a:moveTo>
                    <a:pt x="0" y="37295"/>
                  </a:moveTo>
                  <a:lnTo>
                    <a:pt x="4566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5" name="Output_receptor__5084">
              <a:extLst>
                <a:ext uri="{FF2B5EF4-FFF2-40B4-BE49-F238E27FC236}">
                  <a16:creationId xmlns:a16="http://schemas.microsoft.com/office/drawing/2014/main" id="{8462DA54-0414-520C-ACC5-741278C5DC07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744816"/>
              <a:ext cx="55455" cy="37877"/>
            </a:xfrm>
            <a:custGeom>
              <a:avLst/>
              <a:gdLst/>
              <a:ahLst/>
              <a:cxnLst/>
              <a:rect l="0" t="0" r="0" b="0"/>
              <a:pathLst>
                <a:path w="55455" h="37877">
                  <a:moveTo>
                    <a:pt x="0" y="0"/>
                  </a:moveTo>
                  <a:lnTo>
                    <a:pt x="55455" y="378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6" name="Output_receptor__5085">
              <a:extLst>
                <a:ext uri="{FF2B5EF4-FFF2-40B4-BE49-F238E27FC236}">
                  <a16:creationId xmlns:a16="http://schemas.microsoft.com/office/drawing/2014/main" id="{10CC4A32-FA5E-5EE6-5505-E62476351BF7}"/>
                </a:ext>
              </a:extLst>
            </p:cNvPr>
            <p:cNvSpPr>
              <a:spLocks noGrp="1"/>
            </p:cNvSpPr>
            <p:nvPr/>
          </p:nvSpPr>
          <p:spPr>
            <a:xfrm>
              <a:off x="15565946" y="2645331"/>
              <a:ext cx="61115" cy="8787"/>
            </a:xfrm>
            <a:custGeom>
              <a:avLst/>
              <a:gdLst/>
              <a:ahLst/>
              <a:cxnLst/>
              <a:rect l="0" t="0" r="0" b="0"/>
              <a:pathLst>
                <a:path w="61115" h="8787">
                  <a:moveTo>
                    <a:pt x="61115" y="0"/>
                  </a:moveTo>
                  <a:lnTo>
                    <a:pt x="0" y="878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7" name="Output_receptor__5086">
              <a:extLst>
                <a:ext uri="{FF2B5EF4-FFF2-40B4-BE49-F238E27FC236}">
                  <a16:creationId xmlns:a16="http://schemas.microsoft.com/office/drawing/2014/main" id="{2F51A433-9408-8BB0-C1FE-A4D3DFAD48B4}"/>
                </a:ext>
              </a:extLst>
            </p:cNvPr>
            <p:cNvSpPr>
              <a:spLocks noGrp="1"/>
            </p:cNvSpPr>
            <p:nvPr/>
          </p:nvSpPr>
          <p:spPr>
            <a:xfrm>
              <a:off x="15440490" y="3663954"/>
              <a:ext cx="58567" cy="12523"/>
            </a:xfrm>
            <a:custGeom>
              <a:avLst/>
              <a:gdLst/>
              <a:ahLst/>
              <a:cxnLst/>
              <a:rect l="0" t="0" r="0" b="0"/>
              <a:pathLst>
                <a:path w="58567" h="12523">
                  <a:moveTo>
                    <a:pt x="0" y="0"/>
                  </a:moveTo>
                  <a:lnTo>
                    <a:pt x="58567" y="125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8" name="Output_receptor__5087">
              <a:extLst>
                <a:ext uri="{FF2B5EF4-FFF2-40B4-BE49-F238E27FC236}">
                  <a16:creationId xmlns:a16="http://schemas.microsoft.com/office/drawing/2014/main" id="{AB4B617C-11EA-8ECC-1269-7199E49AFCD7}"/>
                </a:ext>
              </a:extLst>
            </p:cNvPr>
            <p:cNvSpPr>
              <a:spLocks noGrp="1"/>
            </p:cNvSpPr>
            <p:nvPr/>
          </p:nvSpPr>
          <p:spPr>
            <a:xfrm>
              <a:off x="15711639" y="3743572"/>
              <a:ext cx="67825" cy="21864"/>
            </a:xfrm>
            <a:custGeom>
              <a:avLst/>
              <a:gdLst/>
              <a:ahLst/>
              <a:cxnLst/>
              <a:rect l="0" t="0" r="0" b="0"/>
              <a:pathLst>
                <a:path w="67825" h="21864">
                  <a:moveTo>
                    <a:pt x="67825" y="0"/>
                  </a:moveTo>
                  <a:lnTo>
                    <a:pt x="0" y="2186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9" name="Output_receptor__5088">
              <a:extLst>
                <a:ext uri="{FF2B5EF4-FFF2-40B4-BE49-F238E27FC236}">
                  <a16:creationId xmlns:a16="http://schemas.microsoft.com/office/drawing/2014/main" id="{F3FB9C01-524C-84B7-D56B-8C9E2F927C98}"/>
                </a:ext>
              </a:extLst>
            </p:cNvPr>
            <p:cNvSpPr>
              <a:spLocks noGrp="1"/>
            </p:cNvSpPr>
            <p:nvPr/>
          </p:nvSpPr>
          <p:spPr>
            <a:xfrm>
              <a:off x="15416843" y="3611967"/>
              <a:ext cx="23646" cy="51988"/>
            </a:xfrm>
            <a:custGeom>
              <a:avLst/>
              <a:gdLst/>
              <a:ahLst/>
              <a:cxnLst/>
              <a:rect l="0" t="0" r="0" b="0"/>
              <a:pathLst>
                <a:path w="23646" h="51988">
                  <a:moveTo>
                    <a:pt x="0" y="0"/>
                  </a:moveTo>
                  <a:lnTo>
                    <a:pt x="23646" y="5198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0" name="Output_receptor__5089">
              <a:extLst>
                <a:ext uri="{FF2B5EF4-FFF2-40B4-BE49-F238E27FC236}">
                  <a16:creationId xmlns:a16="http://schemas.microsoft.com/office/drawing/2014/main" id="{67E5C099-000A-0351-1985-49802629216D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3351"/>
              <a:ext cx="24806" cy="29747"/>
            </a:xfrm>
            <a:custGeom>
              <a:avLst/>
              <a:gdLst/>
              <a:ahLst/>
              <a:cxnLst/>
              <a:rect l="0" t="0" r="0" b="0"/>
              <a:pathLst>
                <a:path w="24806" h="29747">
                  <a:moveTo>
                    <a:pt x="24806" y="29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1" name="Output_receptor__5090">
              <a:extLst>
                <a:ext uri="{FF2B5EF4-FFF2-40B4-BE49-F238E27FC236}">
                  <a16:creationId xmlns:a16="http://schemas.microsoft.com/office/drawing/2014/main" id="{1F485711-18E1-4943-0F97-D5502DEAC8C6}"/>
                </a:ext>
              </a:extLst>
            </p:cNvPr>
            <p:cNvSpPr>
              <a:spLocks noGrp="1"/>
            </p:cNvSpPr>
            <p:nvPr/>
          </p:nvSpPr>
          <p:spPr>
            <a:xfrm>
              <a:off x="16047989" y="3204448"/>
              <a:ext cx="19789" cy="66160"/>
            </a:xfrm>
            <a:custGeom>
              <a:avLst/>
              <a:gdLst/>
              <a:ahLst/>
              <a:cxnLst/>
              <a:rect l="0" t="0" r="0" b="0"/>
              <a:pathLst>
                <a:path w="19789" h="66160">
                  <a:moveTo>
                    <a:pt x="19789" y="661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2" name="Output_receptor__5091">
              <a:extLst>
                <a:ext uri="{FF2B5EF4-FFF2-40B4-BE49-F238E27FC236}">
                  <a16:creationId xmlns:a16="http://schemas.microsoft.com/office/drawing/2014/main" id="{41616F15-910B-59A3-6127-281FA6E20299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18371"/>
              <a:ext cx="70595" cy="10777"/>
            </a:xfrm>
            <a:custGeom>
              <a:avLst/>
              <a:gdLst/>
              <a:ahLst/>
              <a:cxnLst/>
              <a:rect l="0" t="0" r="0" b="0"/>
              <a:pathLst>
                <a:path w="70595" h="10777">
                  <a:moveTo>
                    <a:pt x="70595" y="0"/>
                  </a:moveTo>
                  <a:lnTo>
                    <a:pt x="0" y="107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3" name="Output_receptor__5092">
              <a:extLst>
                <a:ext uri="{FF2B5EF4-FFF2-40B4-BE49-F238E27FC236}">
                  <a16:creationId xmlns:a16="http://schemas.microsoft.com/office/drawing/2014/main" id="{52605942-9C02-B5C5-46EE-7CEF8906D169}"/>
                </a:ext>
              </a:extLst>
            </p:cNvPr>
            <p:cNvSpPr>
              <a:spLocks noGrp="1"/>
            </p:cNvSpPr>
            <p:nvPr/>
          </p:nvSpPr>
          <p:spPr>
            <a:xfrm>
              <a:off x="16058834" y="3023312"/>
              <a:ext cx="37526" cy="36007"/>
            </a:xfrm>
            <a:custGeom>
              <a:avLst/>
              <a:gdLst/>
              <a:ahLst/>
              <a:cxnLst/>
              <a:rect l="0" t="0" r="0" b="0"/>
              <a:pathLst>
                <a:path w="37526" h="36007">
                  <a:moveTo>
                    <a:pt x="37526" y="36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4" name="Output_receptor__5093">
              <a:extLst>
                <a:ext uri="{FF2B5EF4-FFF2-40B4-BE49-F238E27FC236}">
                  <a16:creationId xmlns:a16="http://schemas.microsoft.com/office/drawing/2014/main" id="{1CEC2A27-5003-066C-DF82-FE57C72BDECA}"/>
                </a:ext>
              </a:extLst>
            </p:cNvPr>
            <p:cNvSpPr>
              <a:spLocks noGrp="1"/>
            </p:cNvSpPr>
            <p:nvPr/>
          </p:nvSpPr>
          <p:spPr>
            <a:xfrm>
              <a:off x="15638562" y="2579692"/>
              <a:ext cx="71443" cy="634"/>
            </a:xfrm>
            <a:custGeom>
              <a:avLst/>
              <a:gdLst/>
              <a:ahLst/>
              <a:cxnLst/>
              <a:rect l="0" t="0" r="0" b="0"/>
              <a:pathLst>
                <a:path w="71443" h="634">
                  <a:moveTo>
                    <a:pt x="71443" y="0"/>
                  </a:moveTo>
                  <a:lnTo>
                    <a:pt x="0" y="63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5" name="Output_receptor__5094">
              <a:extLst>
                <a:ext uri="{FF2B5EF4-FFF2-40B4-BE49-F238E27FC236}">
                  <a16:creationId xmlns:a16="http://schemas.microsoft.com/office/drawing/2014/main" id="{A7D76ABA-7A5E-5AA7-1E0C-9C12AEDEC93C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580531"/>
              <a:ext cx="41589" cy="40111"/>
            </a:xfrm>
            <a:custGeom>
              <a:avLst/>
              <a:gdLst/>
              <a:ahLst/>
              <a:cxnLst/>
              <a:rect l="0" t="0" r="0" b="0"/>
              <a:pathLst>
                <a:path w="41589" h="40111">
                  <a:moveTo>
                    <a:pt x="41589" y="0"/>
                  </a:moveTo>
                  <a:lnTo>
                    <a:pt x="0" y="4011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6" name="Output_receptor__5095">
              <a:extLst>
                <a:ext uri="{FF2B5EF4-FFF2-40B4-BE49-F238E27FC236}">
                  <a16:creationId xmlns:a16="http://schemas.microsoft.com/office/drawing/2014/main" id="{6E9AE632-DE9B-3C52-9336-6CA3B6AE58AA}"/>
                </a:ext>
              </a:extLst>
            </p:cNvPr>
            <p:cNvSpPr>
              <a:spLocks noGrp="1"/>
            </p:cNvSpPr>
            <p:nvPr/>
          </p:nvSpPr>
          <p:spPr>
            <a:xfrm>
              <a:off x="15824781" y="3047522"/>
              <a:ext cx="26647" cy="16712"/>
            </a:xfrm>
            <a:custGeom>
              <a:avLst/>
              <a:gdLst/>
              <a:ahLst/>
              <a:cxnLst/>
              <a:rect l="0" t="0" r="0" b="0"/>
              <a:pathLst>
                <a:path w="26647" h="16712">
                  <a:moveTo>
                    <a:pt x="26647" y="16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7" name="Output_receptor__5096">
              <a:extLst>
                <a:ext uri="{FF2B5EF4-FFF2-40B4-BE49-F238E27FC236}">
                  <a16:creationId xmlns:a16="http://schemas.microsoft.com/office/drawing/2014/main" id="{B7BD216C-C65B-A125-4BCF-94E85E91B214}"/>
                </a:ext>
              </a:extLst>
            </p:cNvPr>
            <p:cNvSpPr>
              <a:spLocks noGrp="1"/>
            </p:cNvSpPr>
            <p:nvPr/>
          </p:nvSpPr>
          <p:spPr>
            <a:xfrm>
              <a:off x="16197299" y="2955984"/>
              <a:ext cx="30245" cy="45227"/>
            </a:xfrm>
            <a:custGeom>
              <a:avLst/>
              <a:gdLst/>
              <a:ahLst/>
              <a:cxnLst/>
              <a:rect l="0" t="0" r="0" b="0"/>
              <a:pathLst>
                <a:path w="30245" h="45227">
                  <a:moveTo>
                    <a:pt x="0" y="0"/>
                  </a:moveTo>
                  <a:lnTo>
                    <a:pt x="30245" y="4522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8" name="Output_receptor__5097">
              <a:extLst>
                <a:ext uri="{FF2B5EF4-FFF2-40B4-BE49-F238E27FC236}">
                  <a16:creationId xmlns:a16="http://schemas.microsoft.com/office/drawing/2014/main" id="{D30E8648-EECB-EF0C-3F5E-137C12528B44}"/>
                </a:ext>
              </a:extLst>
            </p:cNvPr>
            <p:cNvSpPr>
              <a:spLocks noGrp="1"/>
            </p:cNvSpPr>
            <p:nvPr/>
          </p:nvSpPr>
          <p:spPr>
            <a:xfrm>
              <a:off x="16164562" y="3454930"/>
              <a:ext cx="13513" cy="11053"/>
            </a:xfrm>
            <a:custGeom>
              <a:avLst/>
              <a:gdLst/>
              <a:ahLst/>
              <a:cxnLst/>
              <a:rect l="0" t="0" r="0" b="0"/>
              <a:pathLst>
                <a:path w="13513" h="11053">
                  <a:moveTo>
                    <a:pt x="0" y="11053"/>
                  </a:moveTo>
                  <a:lnTo>
                    <a:pt x="1351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9" name="Output_receptor__5098">
              <a:extLst>
                <a:ext uri="{FF2B5EF4-FFF2-40B4-BE49-F238E27FC236}">
                  <a16:creationId xmlns:a16="http://schemas.microsoft.com/office/drawing/2014/main" id="{1D4BD14D-07D7-7FA9-C188-1C762DC6C903}"/>
                </a:ext>
              </a:extLst>
            </p:cNvPr>
            <p:cNvSpPr>
              <a:spLocks noGrp="1"/>
            </p:cNvSpPr>
            <p:nvPr/>
          </p:nvSpPr>
          <p:spPr>
            <a:xfrm>
              <a:off x="15520979" y="2603209"/>
              <a:ext cx="44967" cy="50910"/>
            </a:xfrm>
            <a:custGeom>
              <a:avLst/>
              <a:gdLst/>
              <a:ahLst/>
              <a:cxnLst/>
              <a:rect l="0" t="0" r="0" b="0"/>
              <a:pathLst>
                <a:path w="44967" h="50910">
                  <a:moveTo>
                    <a:pt x="44967" y="50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0" name="Output_receptor__5099">
              <a:extLst>
                <a:ext uri="{FF2B5EF4-FFF2-40B4-BE49-F238E27FC236}">
                  <a16:creationId xmlns:a16="http://schemas.microsoft.com/office/drawing/2014/main" id="{3029A4FE-A412-78C5-81E9-13600C31298D}"/>
                </a:ext>
              </a:extLst>
            </p:cNvPr>
            <p:cNvSpPr>
              <a:spLocks noGrp="1"/>
            </p:cNvSpPr>
            <p:nvPr/>
          </p:nvSpPr>
          <p:spPr>
            <a:xfrm>
              <a:off x="15771098" y="4006211"/>
              <a:ext cx="25233" cy="66634"/>
            </a:xfrm>
            <a:custGeom>
              <a:avLst/>
              <a:gdLst/>
              <a:ahLst/>
              <a:cxnLst/>
              <a:rect l="0" t="0" r="0" b="0"/>
              <a:pathLst>
                <a:path w="25233" h="66634">
                  <a:moveTo>
                    <a:pt x="25233" y="66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1" name="Output_receptor__5100">
              <a:extLst>
                <a:ext uri="{FF2B5EF4-FFF2-40B4-BE49-F238E27FC236}">
                  <a16:creationId xmlns:a16="http://schemas.microsoft.com/office/drawing/2014/main" id="{72DCD046-F638-CAC6-1567-6DD1C5FC39EA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702874"/>
              <a:ext cx="24844" cy="62562"/>
            </a:xfrm>
            <a:custGeom>
              <a:avLst/>
              <a:gdLst/>
              <a:ahLst/>
              <a:cxnLst/>
              <a:rect l="0" t="0" r="0" b="0"/>
              <a:pathLst>
                <a:path w="24844" h="62562">
                  <a:moveTo>
                    <a:pt x="24844" y="62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2" name="Output_receptor__5101">
              <a:extLst>
                <a:ext uri="{FF2B5EF4-FFF2-40B4-BE49-F238E27FC236}">
                  <a16:creationId xmlns:a16="http://schemas.microsoft.com/office/drawing/2014/main" id="{DD76D77F-707E-C340-719F-A3F31A34FA46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57596"/>
              <a:ext cx="15334" cy="13971"/>
            </a:xfrm>
            <a:custGeom>
              <a:avLst/>
              <a:gdLst/>
              <a:ahLst/>
              <a:cxnLst/>
              <a:rect l="0" t="0" r="0" b="0"/>
              <a:pathLst>
                <a:path w="15334" h="13971">
                  <a:moveTo>
                    <a:pt x="15334" y="139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3" name="Output_receptor__5102">
              <a:extLst>
                <a:ext uri="{FF2B5EF4-FFF2-40B4-BE49-F238E27FC236}">
                  <a16:creationId xmlns:a16="http://schemas.microsoft.com/office/drawing/2014/main" id="{2FDC410E-54B3-A8FB-E1CF-83A6B4EF2E84}"/>
                </a:ext>
              </a:extLst>
            </p:cNvPr>
            <p:cNvSpPr>
              <a:spLocks noGrp="1"/>
            </p:cNvSpPr>
            <p:nvPr/>
          </p:nvSpPr>
          <p:spPr>
            <a:xfrm>
              <a:off x="15691945" y="2778191"/>
              <a:ext cx="62403" cy="31853"/>
            </a:xfrm>
            <a:custGeom>
              <a:avLst/>
              <a:gdLst/>
              <a:ahLst/>
              <a:cxnLst/>
              <a:rect l="0" t="0" r="0" b="0"/>
              <a:pathLst>
                <a:path w="62403" h="31853">
                  <a:moveTo>
                    <a:pt x="0" y="31853"/>
                  </a:moveTo>
                  <a:lnTo>
                    <a:pt x="6240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4" name="Output_receptor__5103">
              <a:extLst>
                <a:ext uri="{FF2B5EF4-FFF2-40B4-BE49-F238E27FC236}">
                  <a16:creationId xmlns:a16="http://schemas.microsoft.com/office/drawing/2014/main" id="{D2AD59FB-F022-6FB1-6C8E-20B66119BE11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0828"/>
              <a:ext cx="31046" cy="23032"/>
            </a:xfrm>
            <a:custGeom>
              <a:avLst/>
              <a:gdLst/>
              <a:ahLst/>
              <a:cxnLst/>
              <a:rect l="0" t="0" r="0" b="0"/>
              <a:pathLst>
                <a:path w="31046" h="23032">
                  <a:moveTo>
                    <a:pt x="31046" y="0"/>
                  </a:moveTo>
                  <a:lnTo>
                    <a:pt x="0" y="2303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5" name="Output_receptor__5104">
              <a:extLst>
                <a:ext uri="{FF2B5EF4-FFF2-40B4-BE49-F238E27FC236}">
                  <a16:creationId xmlns:a16="http://schemas.microsoft.com/office/drawing/2014/main" id="{6670B0EA-73E8-0717-9CA6-976E9CD0716B}"/>
                </a:ext>
              </a:extLst>
            </p:cNvPr>
            <p:cNvSpPr>
              <a:spLocks noGrp="1"/>
            </p:cNvSpPr>
            <p:nvPr/>
          </p:nvSpPr>
          <p:spPr>
            <a:xfrm>
              <a:off x="16083862" y="2420405"/>
              <a:ext cx="27137" cy="28447"/>
            </a:xfrm>
            <a:custGeom>
              <a:avLst/>
              <a:gdLst/>
              <a:ahLst/>
              <a:cxnLst/>
              <a:rect l="0" t="0" r="0" b="0"/>
              <a:pathLst>
                <a:path w="27137" h="28447">
                  <a:moveTo>
                    <a:pt x="27137" y="284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6" name="Output_receptor__5105">
              <a:extLst>
                <a:ext uri="{FF2B5EF4-FFF2-40B4-BE49-F238E27FC236}">
                  <a16:creationId xmlns:a16="http://schemas.microsoft.com/office/drawing/2014/main" id="{2D800891-5411-720E-C646-0D1591488BB2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199750"/>
              <a:ext cx="33035" cy="42842"/>
            </a:xfrm>
            <a:custGeom>
              <a:avLst/>
              <a:gdLst/>
              <a:ahLst/>
              <a:cxnLst/>
              <a:rect l="0" t="0" r="0" b="0"/>
              <a:pathLst>
                <a:path w="33035" h="42842">
                  <a:moveTo>
                    <a:pt x="33035" y="0"/>
                  </a:moveTo>
                  <a:lnTo>
                    <a:pt x="0" y="4284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7" name="Output_receptor__5106">
              <a:extLst>
                <a:ext uri="{FF2B5EF4-FFF2-40B4-BE49-F238E27FC236}">
                  <a16:creationId xmlns:a16="http://schemas.microsoft.com/office/drawing/2014/main" id="{66B06DDA-B243-BAB9-614B-1EFF6E9F6BF1}"/>
                </a:ext>
              </a:extLst>
            </p:cNvPr>
            <p:cNvSpPr>
              <a:spLocks noGrp="1"/>
            </p:cNvSpPr>
            <p:nvPr/>
          </p:nvSpPr>
          <p:spPr>
            <a:xfrm>
              <a:off x="15754348" y="2778191"/>
              <a:ext cx="45252" cy="52169"/>
            </a:xfrm>
            <a:custGeom>
              <a:avLst/>
              <a:gdLst/>
              <a:ahLst/>
              <a:cxnLst/>
              <a:rect l="0" t="0" r="0" b="0"/>
              <a:pathLst>
                <a:path w="45252" h="52169">
                  <a:moveTo>
                    <a:pt x="0" y="0"/>
                  </a:moveTo>
                  <a:lnTo>
                    <a:pt x="45252" y="5216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8" name="Output_receptor__5107">
              <a:extLst>
                <a:ext uri="{FF2B5EF4-FFF2-40B4-BE49-F238E27FC236}">
                  <a16:creationId xmlns:a16="http://schemas.microsoft.com/office/drawing/2014/main" id="{C95B6F6B-7BB1-2FB2-F877-EE0B67AF6D4F}"/>
                </a:ext>
              </a:extLst>
            </p:cNvPr>
            <p:cNvSpPr>
              <a:spLocks noGrp="1"/>
            </p:cNvSpPr>
            <p:nvPr/>
          </p:nvSpPr>
          <p:spPr>
            <a:xfrm>
              <a:off x="15485656" y="4225056"/>
              <a:ext cx="51869" cy="49640"/>
            </a:xfrm>
            <a:custGeom>
              <a:avLst/>
              <a:gdLst/>
              <a:ahLst/>
              <a:cxnLst/>
              <a:rect l="0" t="0" r="0" b="0"/>
              <a:pathLst>
                <a:path w="51869" h="49640">
                  <a:moveTo>
                    <a:pt x="51869" y="496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9" name="Output_receptor__5108">
              <a:extLst>
                <a:ext uri="{FF2B5EF4-FFF2-40B4-BE49-F238E27FC236}">
                  <a16:creationId xmlns:a16="http://schemas.microsoft.com/office/drawing/2014/main" id="{58DEBDF7-9584-1F4D-7752-12E3ED8700A7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71478"/>
              <a:ext cx="58349" cy="24630"/>
            </a:xfrm>
            <a:custGeom>
              <a:avLst/>
              <a:gdLst/>
              <a:ahLst/>
              <a:cxnLst/>
              <a:rect l="0" t="0" r="0" b="0"/>
              <a:pathLst>
                <a:path w="58349" h="24630">
                  <a:moveTo>
                    <a:pt x="0" y="24630"/>
                  </a:moveTo>
                  <a:lnTo>
                    <a:pt x="5834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0" name="Output_receptor__5109">
              <a:extLst>
                <a:ext uri="{FF2B5EF4-FFF2-40B4-BE49-F238E27FC236}">
                  <a16:creationId xmlns:a16="http://schemas.microsoft.com/office/drawing/2014/main" id="{01B5DC55-9060-AC4C-11DA-15CCABC05497}"/>
                </a:ext>
              </a:extLst>
            </p:cNvPr>
            <p:cNvSpPr>
              <a:spLocks noGrp="1"/>
            </p:cNvSpPr>
            <p:nvPr/>
          </p:nvSpPr>
          <p:spPr>
            <a:xfrm>
              <a:off x="16019194" y="2322269"/>
              <a:ext cx="54830" cy="20587"/>
            </a:xfrm>
            <a:custGeom>
              <a:avLst/>
              <a:gdLst/>
              <a:ahLst/>
              <a:cxnLst/>
              <a:rect l="0" t="0" r="0" b="0"/>
              <a:pathLst>
                <a:path w="54830" h="20587">
                  <a:moveTo>
                    <a:pt x="54830" y="205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1" name="Output_receptor__5110">
              <a:extLst>
                <a:ext uri="{FF2B5EF4-FFF2-40B4-BE49-F238E27FC236}">
                  <a16:creationId xmlns:a16="http://schemas.microsoft.com/office/drawing/2014/main" id="{898A0151-4698-CBF4-4692-E70366FB6FED}"/>
                </a:ext>
              </a:extLst>
            </p:cNvPr>
            <p:cNvSpPr>
              <a:spLocks noGrp="1"/>
            </p:cNvSpPr>
            <p:nvPr/>
          </p:nvSpPr>
          <p:spPr>
            <a:xfrm>
              <a:off x="15459943" y="2580531"/>
              <a:ext cx="61036" cy="22678"/>
            </a:xfrm>
            <a:custGeom>
              <a:avLst/>
              <a:gdLst/>
              <a:ahLst/>
              <a:cxnLst/>
              <a:rect l="0" t="0" r="0" b="0"/>
              <a:pathLst>
                <a:path w="61036" h="22678">
                  <a:moveTo>
                    <a:pt x="61036" y="22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2" name="Output_receptor__5111">
              <a:extLst>
                <a:ext uri="{FF2B5EF4-FFF2-40B4-BE49-F238E27FC236}">
                  <a16:creationId xmlns:a16="http://schemas.microsoft.com/office/drawing/2014/main" id="{952956C0-264C-E47A-AA9E-70A4ED7C0685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56327"/>
              <a:ext cx="43146" cy="51908"/>
            </a:xfrm>
            <a:custGeom>
              <a:avLst/>
              <a:gdLst/>
              <a:ahLst/>
              <a:cxnLst/>
              <a:rect l="0" t="0" r="0" b="0"/>
              <a:pathLst>
                <a:path w="43146" h="51908">
                  <a:moveTo>
                    <a:pt x="0" y="51908"/>
                  </a:moveTo>
                  <a:lnTo>
                    <a:pt x="4314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3" name="Output_receptor__5112">
              <a:extLst>
                <a:ext uri="{FF2B5EF4-FFF2-40B4-BE49-F238E27FC236}">
                  <a16:creationId xmlns:a16="http://schemas.microsoft.com/office/drawing/2014/main" id="{A76FABDE-7E54-8EE7-59D6-24034B92999B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29147"/>
              <a:ext cx="9771" cy="71214"/>
            </a:xfrm>
            <a:custGeom>
              <a:avLst/>
              <a:gdLst/>
              <a:ahLst/>
              <a:cxnLst/>
              <a:rect l="0" t="0" r="0" b="0"/>
              <a:pathLst>
                <a:path w="9771" h="71214">
                  <a:moveTo>
                    <a:pt x="0" y="0"/>
                  </a:moveTo>
                  <a:lnTo>
                    <a:pt x="9771" y="7121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4" name="Output_receptor__5113">
              <a:extLst>
                <a:ext uri="{FF2B5EF4-FFF2-40B4-BE49-F238E27FC236}">
                  <a16:creationId xmlns:a16="http://schemas.microsoft.com/office/drawing/2014/main" id="{FFFC4BE7-BCFA-EF70-F489-5D95F36647CF}"/>
                </a:ext>
              </a:extLst>
            </p:cNvPr>
            <p:cNvSpPr>
              <a:spLocks noGrp="1"/>
            </p:cNvSpPr>
            <p:nvPr/>
          </p:nvSpPr>
          <p:spPr>
            <a:xfrm>
              <a:off x="16496885" y="4140769"/>
              <a:ext cx="9156" cy="58981"/>
            </a:xfrm>
            <a:custGeom>
              <a:avLst/>
              <a:gdLst/>
              <a:ahLst/>
              <a:cxnLst/>
              <a:rect l="0" t="0" r="0" b="0"/>
              <a:pathLst>
                <a:path w="9156" h="58981">
                  <a:moveTo>
                    <a:pt x="0" y="0"/>
                  </a:moveTo>
                  <a:lnTo>
                    <a:pt x="9156" y="5898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5" name="Output_receptor__5114">
              <a:extLst>
                <a:ext uri="{FF2B5EF4-FFF2-40B4-BE49-F238E27FC236}">
                  <a16:creationId xmlns:a16="http://schemas.microsoft.com/office/drawing/2014/main" id="{96560C29-2622-FBB4-5716-1A10C2D26425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37281"/>
              <a:ext cx="15547" cy="68095"/>
            </a:xfrm>
            <a:custGeom>
              <a:avLst/>
              <a:gdLst/>
              <a:ahLst/>
              <a:cxnLst/>
              <a:rect l="0" t="0" r="0" b="0"/>
              <a:pathLst>
                <a:path w="15547" h="68095">
                  <a:moveTo>
                    <a:pt x="0" y="0"/>
                  </a:moveTo>
                  <a:lnTo>
                    <a:pt x="15547" y="6809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6" name="Output_receptor__5115">
              <a:extLst>
                <a:ext uri="{FF2B5EF4-FFF2-40B4-BE49-F238E27FC236}">
                  <a16:creationId xmlns:a16="http://schemas.microsoft.com/office/drawing/2014/main" id="{13BE7DB1-477C-C0F8-8B20-A8FCCE804272}"/>
                </a:ext>
              </a:extLst>
            </p:cNvPr>
            <p:cNvSpPr>
              <a:spLocks noGrp="1"/>
            </p:cNvSpPr>
            <p:nvPr/>
          </p:nvSpPr>
          <p:spPr>
            <a:xfrm>
              <a:off x="15721749" y="3015511"/>
              <a:ext cx="37580" cy="57883"/>
            </a:xfrm>
            <a:custGeom>
              <a:avLst/>
              <a:gdLst/>
              <a:ahLst/>
              <a:cxnLst/>
              <a:rect l="0" t="0" r="0" b="0"/>
              <a:pathLst>
                <a:path w="37580" h="57883">
                  <a:moveTo>
                    <a:pt x="37580" y="5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7" name="Output_receptor__5116">
              <a:extLst>
                <a:ext uri="{FF2B5EF4-FFF2-40B4-BE49-F238E27FC236}">
                  <a16:creationId xmlns:a16="http://schemas.microsoft.com/office/drawing/2014/main" id="{0CE4A3AC-C0D5-F483-7D69-4FB2D21840DF}"/>
                </a:ext>
              </a:extLst>
            </p:cNvPr>
            <p:cNvSpPr>
              <a:spLocks noGrp="1"/>
            </p:cNvSpPr>
            <p:nvPr/>
          </p:nvSpPr>
          <p:spPr>
            <a:xfrm>
              <a:off x="16201337" y="3694281"/>
              <a:ext cx="27126" cy="13841"/>
            </a:xfrm>
            <a:custGeom>
              <a:avLst/>
              <a:gdLst/>
              <a:ahLst/>
              <a:cxnLst/>
              <a:rect l="0" t="0" r="0" b="0"/>
              <a:pathLst>
                <a:path w="27126" h="13841">
                  <a:moveTo>
                    <a:pt x="0" y="13841"/>
                  </a:moveTo>
                  <a:lnTo>
                    <a:pt x="2712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8" name="Output_receptor__5117">
              <a:extLst>
                <a:ext uri="{FF2B5EF4-FFF2-40B4-BE49-F238E27FC236}">
                  <a16:creationId xmlns:a16="http://schemas.microsoft.com/office/drawing/2014/main" id="{8C2DC356-603B-D7CA-BE77-D4F5F1A5B011}"/>
                </a:ext>
              </a:extLst>
            </p:cNvPr>
            <p:cNvSpPr>
              <a:spLocks noGrp="1"/>
            </p:cNvSpPr>
            <p:nvPr/>
          </p:nvSpPr>
          <p:spPr>
            <a:xfrm>
              <a:off x="15502145" y="4110621"/>
              <a:ext cx="59425" cy="39468"/>
            </a:xfrm>
            <a:custGeom>
              <a:avLst/>
              <a:gdLst/>
              <a:ahLst/>
              <a:cxnLst/>
              <a:rect l="0" t="0" r="0" b="0"/>
              <a:pathLst>
                <a:path w="59425" h="39468">
                  <a:moveTo>
                    <a:pt x="0" y="0"/>
                  </a:moveTo>
                  <a:lnTo>
                    <a:pt x="59425" y="394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9" name="Output_receptor__5118">
              <a:extLst>
                <a:ext uri="{FF2B5EF4-FFF2-40B4-BE49-F238E27FC236}">
                  <a16:creationId xmlns:a16="http://schemas.microsoft.com/office/drawing/2014/main" id="{6A11AD74-2A67-BD39-7394-D4CE1CE4950D}"/>
                </a:ext>
              </a:extLst>
            </p:cNvPr>
            <p:cNvSpPr>
              <a:spLocks noGrp="1"/>
            </p:cNvSpPr>
            <p:nvPr/>
          </p:nvSpPr>
          <p:spPr>
            <a:xfrm>
              <a:off x="15985123" y="3385510"/>
              <a:ext cx="15266" cy="44811"/>
            </a:xfrm>
            <a:custGeom>
              <a:avLst/>
              <a:gdLst/>
              <a:ahLst/>
              <a:cxnLst/>
              <a:rect l="0" t="0" r="0" b="0"/>
              <a:pathLst>
                <a:path w="15266" h="44811">
                  <a:moveTo>
                    <a:pt x="15266" y="44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0" name="Output_receptor__5119">
              <a:extLst>
                <a:ext uri="{FF2B5EF4-FFF2-40B4-BE49-F238E27FC236}">
                  <a16:creationId xmlns:a16="http://schemas.microsoft.com/office/drawing/2014/main" id="{AD58ACCB-6E90-2D77-C0EB-947E1AE74DD0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428225"/>
              <a:ext cx="54240" cy="43312"/>
            </a:xfrm>
            <a:custGeom>
              <a:avLst/>
              <a:gdLst/>
              <a:ahLst/>
              <a:cxnLst/>
              <a:rect l="0" t="0" r="0" b="0"/>
              <a:pathLst>
                <a:path w="54240" h="43312">
                  <a:moveTo>
                    <a:pt x="54240" y="433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1" name="Output_receptor__5120">
              <a:extLst>
                <a:ext uri="{FF2B5EF4-FFF2-40B4-BE49-F238E27FC236}">
                  <a16:creationId xmlns:a16="http://schemas.microsoft.com/office/drawing/2014/main" id="{78FC5E1F-F911-ADF5-2D08-737B2C5857F2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60560"/>
              <a:ext cx="14133" cy="8412"/>
            </a:xfrm>
            <a:custGeom>
              <a:avLst/>
              <a:gdLst/>
              <a:ahLst/>
              <a:cxnLst/>
              <a:rect l="0" t="0" r="0" b="0"/>
              <a:pathLst>
                <a:path w="14133" h="8412">
                  <a:moveTo>
                    <a:pt x="0" y="8412"/>
                  </a:moveTo>
                  <a:lnTo>
                    <a:pt x="141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2" name="Output_receptor__5121">
              <a:extLst>
                <a:ext uri="{FF2B5EF4-FFF2-40B4-BE49-F238E27FC236}">
                  <a16:creationId xmlns:a16="http://schemas.microsoft.com/office/drawing/2014/main" id="{9D57A5E3-D1F0-7112-88C5-6F5E5F7D1B45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930819"/>
              <a:ext cx="25590" cy="6560"/>
            </a:xfrm>
            <a:custGeom>
              <a:avLst/>
              <a:gdLst/>
              <a:ahLst/>
              <a:cxnLst/>
              <a:rect l="0" t="0" r="0" b="0"/>
              <a:pathLst>
                <a:path w="25590" h="6560">
                  <a:moveTo>
                    <a:pt x="0" y="6560"/>
                  </a:moveTo>
                  <a:lnTo>
                    <a:pt x="2559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3" name="Output_receptor__5122">
              <a:extLst>
                <a:ext uri="{FF2B5EF4-FFF2-40B4-BE49-F238E27FC236}">
                  <a16:creationId xmlns:a16="http://schemas.microsoft.com/office/drawing/2014/main" id="{67916193-D0ED-4260-F3A8-8FBFBD7689D5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321679"/>
              <a:ext cx="48885" cy="590"/>
            </a:xfrm>
            <a:custGeom>
              <a:avLst/>
              <a:gdLst/>
              <a:ahLst/>
              <a:cxnLst/>
              <a:rect l="0" t="0" r="0" b="0"/>
              <a:pathLst>
                <a:path w="48885" h="590">
                  <a:moveTo>
                    <a:pt x="48885" y="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4" name="Output_receptor__5123">
              <a:extLst>
                <a:ext uri="{FF2B5EF4-FFF2-40B4-BE49-F238E27FC236}">
                  <a16:creationId xmlns:a16="http://schemas.microsoft.com/office/drawing/2014/main" id="{2C968203-B83E-6AAF-081B-B4734CC34CAB}"/>
                </a:ext>
              </a:extLst>
            </p:cNvPr>
            <p:cNvSpPr>
              <a:spLocks noGrp="1"/>
            </p:cNvSpPr>
            <p:nvPr/>
          </p:nvSpPr>
          <p:spPr>
            <a:xfrm>
              <a:off x="16692323" y="4073352"/>
              <a:ext cx="48281" cy="53612"/>
            </a:xfrm>
            <a:custGeom>
              <a:avLst/>
              <a:gdLst/>
              <a:ahLst/>
              <a:cxnLst/>
              <a:rect l="0" t="0" r="0" b="0"/>
              <a:pathLst>
                <a:path w="48281" h="53612">
                  <a:moveTo>
                    <a:pt x="0" y="53612"/>
                  </a:moveTo>
                  <a:lnTo>
                    <a:pt x="4828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5" name="Output_receptor__5124">
              <a:extLst>
                <a:ext uri="{FF2B5EF4-FFF2-40B4-BE49-F238E27FC236}">
                  <a16:creationId xmlns:a16="http://schemas.microsoft.com/office/drawing/2014/main" id="{89C3D647-20E5-11D0-55A2-0A862C27817D}"/>
                </a:ext>
              </a:extLst>
            </p:cNvPr>
            <p:cNvSpPr>
              <a:spLocks noGrp="1"/>
            </p:cNvSpPr>
            <p:nvPr/>
          </p:nvSpPr>
          <p:spPr>
            <a:xfrm>
              <a:off x="15523713" y="4274696"/>
              <a:ext cx="13811" cy="67934"/>
            </a:xfrm>
            <a:custGeom>
              <a:avLst/>
              <a:gdLst/>
              <a:ahLst/>
              <a:cxnLst/>
              <a:rect l="0" t="0" r="0" b="0"/>
              <a:pathLst>
                <a:path w="13811" h="67934">
                  <a:moveTo>
                    <a:pt x="0" y="67934"/>
                  </a:moveTo>
                  <a:lnTo>
                    <a:pt x="13811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6" name="Output_receptor__5125">
              <a:extLst>
                <a:ext uri="{FF2B5EF4-FFF2-40B4-BE49-F238E27FC236}">
                  <a16:creationId xmlns:a16="http://schemas.microsoft.com/office/drawing/2014/main" id="{614D3CE3-5143-A510-35D4-7FB818EBF74E}"/>
                </a:ext>
              </a:extLst>
            </p:cNvPr>
            <p:cNvSpPr>
              <a:spLocks noGrp="1"/>
            </p:cNvSpPr>
            <p:nvPr/>
          </p:nvSpPr>
          <p:spPr>
            <a:xfrm>
              <a:off x="15823170" y="3560892"/>
              <a:ext cx="58248" cy="40069"/>
            </a:xfrm>
            <a:custGeom>
              <a:avLst/>
              <a:gdLst/>
              <a:ahLst/>
              <a:cxnLst/>
              <a:rect l="0" t="0" r="0" b="0"/>
              <a:pathLst>
                <a:path w="58248" h="40069">
                  <a:moveTo>
                    <a:pt x="0" y="0"/>
                  </a:moveTo>
                  <a:lnTo>
                    <a:pt x="58248" y="4006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7" name="Output_receptor__5126">
              <a:extLst>
                <a:ext uri="{FF2B5EF4-FFF2-40B4-BE49-F238E27FC236}">
                  <a16:creationId xmlns:a16="http://schemas.microsoft.com/office/drawing/2014/main" id="{FA4C3804-B1D8-8568-9030-0745CA85B7DB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28863"/>
              <a:ext cx="95" cy="40698"/>
            </a:xfrm>
            <a:custGeom>
              <a:avLst/>
              <a:gdLst/>
              <a:ahLst/>
              <a:cxnLst/>
              <a:rect l="0" t="0" r="0" b="0"/>
              <a:pathLst>
                <a:path w="95" h="40698">
                  <a:moveTo>
                    <a:pt x="0" y="0"/>
                  </a:moveTo>
                  <a:lnTo>
                    <a:pt x="58" y="4069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8" name="Output_receptor__5127">
              <a:extLst>
                <a:ext uri="{FF2B5EF4-FFF2-40B4-BE49-F238E27FC236}">
                  <a16:creationId xmlns:a16="http://schemas.microsoft.com/office/drawing/2014/main" id="{9EBB9C26-E571-508F-74BE-AADC6BE19DC8}"/>
                </a:ext>
              </a:extLst>
            </p:cNvPr>
            <p:cNvSpPr>
              <a:spLocks noGrp="1"/>
            </p:cNvSpPr>
            <p:nvPr/>
          </p:nvSpPr>
          <p:spPr>
            <a:xfrm>
              <a:off x="16394358" y="3095371"/>
              <a:ext cx="19535" cy="9634"/>
            </a:xfrm>
            <a:custGeom>
              <a:avLst/>
              <a:gdLst/>
              <a:ahLst/>
              <a:cxnLst/>
              <a:rect l="0" t="0" r="0" b="0"/>
              <a:pathLst>
                <a:path w="19535" h="9634">
                  <a:moveTo>
                    <a:pt x="19535" y="96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9" name="Output_receptor__5128">
              <a:extLst>
                <a:ext uri="{FF2B5EF4-FFF2-40B4-BE49-F238E27FC236}">
                  <a16:creationId xmlns:a16="http://schemas.microsoft.com/office/drawing/2014/main" id="{7CEA7E8B-2C2D-EDDF-DA13-3D82F7DFFC92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687332"/>
              <a:ext cx="41364" cy="57484"/>
            </a:xfrm>
            <a:custGeom>
              <a:avLst/>
              <a:gdLst/>
              <a:ahLst/>
              <a:cxnLst/>
              <a:rect l="0" t="0" r="0" b="0"/>
              <a:pathLst>
                <a:path w="41364" h="57484">
                  <a:moveTo>
                    <a:pt x="41364" y="0"/>
                  </a:moveTo>
                  <a:lnTo>
                    <a:pt x="0" y="5748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0" name="Output_receptor__5129">
              <a:extLst>
                <a:ext uri="{FF2B5EF4-FFF2-40B4-BE49-F238E27FC236}">
                  <a16:creationId xmlns:a16="http://schemas.microsoft.com/office/drawing/2014/main" id="{5196AEFF-569B-BDF5-2D9D-F785296CCFC2}"/>
                </a:ext>
              </a:extLst>
            </p:cNvPr>
            <p:cNvSpPr>
              <a:spLocks noGrp="1"/>
            </p:cNvSpPr>
            <p:nvPr/>
          </p:nvSpPr>
          <p:spPr>
            <a:xfrm>
              <a:off x="16296397" y="3686897"/>
              <a:ext cx="150" cy="63931"/>
            </a:xfrm>
            <a:custGeom>
              <a:avLst/>
              <a:gdLst/>
              <a:ahLst/>
              <a:cxnLst/>
              <a:rect l="0" t="0" r="0" b="0"/>
              <a:pathLst>
                <a:path w="150" h="63931">
                  <a:moveTo>
                    <a:pt x="0" y="0"/>
                  </a:moveTo>
                  <a:lnTo>
                    <a:pt x="150" y="6393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1" name="Output_receptor__5130">
              <a:extLst>
                <a:ext uri="{FF2B5EF4-FFF2-40B4-BE49-F238E27FC236}">
                  <a16:creationId xmlns:a16="http://schemas.microsoft.com/office/drawing/2014/main" id="{B7FE7658-AC1A-8B6E-F5C3-322CADDD11DD}"/>
                </a:ext>
              </a:extLst>
            </p:cNvPr>
            <p:cNvSpPr>
              <a:spLocks noGrp="1"/>
            </p:cNvSpPr>
            <p:nvPr/>
          </p:nvSpPr>
          <p:spPr>
            <a:xfrm>
              <a:off x="16153447" y="2822705"/>
              <a:ext cx="61514" cy="26095"/>
            </a:xfrm>
            <a:custGeom>
              <a:avLst/>
              <a:gdLst/>
              <a:ahLst/>
              <a:cxnLst/>
              <a:rect l="0" t="0" r="0" b="0"/>
              <a:pathLst>
                <a:path w="61514" h="26095">
                  <a:moveTo>
                    <a:pt x="0" y="26095"/>
                  </a:moveTo>
                  <a:lnTo>
                    <a:pt x="6151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2" name="Output_receptor__5131">
              <a:extLst>
                <a:ext uri="{FF2B5EF4-FFF2-40B4-BE49-F238E27FC236}">
                  <a16:creationId xmlns:a16="http://schemas.microsoft.com/office/drawing/2014/main" id="{EBD92C2F-7318-2086-7FC9-59A723722807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13895" cy="30303"/>
            </a:xfrm>
            <a:custGeom>
              <a:avLst/>
              <a:gdLst/>
              <a:ahLst/>
              <a:cxnLst/>
              <a:rect l="0" t="0" r="0" b="0"/>
              <a:pathLst>
                <a:path w="13895" h="30303">
                  <a:moveTo>
                    <a:pt x="13895" y="303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3" name="Output_receptor__5132">
              <a:extLst>
                <a:ext uri="{FF2B5EF4-FFF2-40B4-BE49-F238E27FC236}">
                  <a16:creationId xmlns:a16="http://schemas.microsoft.com/office/drawing/2014/main" id="{D4737E2F-328D-47DF-9F19-1904848B5EDD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5743"/>
              <a:ext cx="12963" cy="9277"/>
            </a:xfrm>
            <a:custGeom>
              <a:avLst/>
              <a:gdLst/>
              <a:ahLst/>
              <a:cxnLst/>
              <a:rect l="0" t="0" r="0" b="0"/>
              <a:pathLst>
                <a:path w="12963" h="9277">
                  <a:moveTo>
                    <a:pt x="0" y="9277"/>
                  </a:moveTo>
                  <a:lnTo>
                    <a:pt x="12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4" name="Output_receptor__5133">
              <a:extLst>
                <a:ext uri="{FF2B5EF4-FFF2-40B4-BE49-F238E27FC236}">
                  <a16:creationId xmlns:a16="http://schemas.microsoft.com/office/drawing/2014/main" id="{F4F8E017-D14C-FC86-9D0B-72B8B78D3C87}"/>
                </a:ext>
              </a:extLst>
            </p:cNvPr>
            <p:cNvSpPr>
              <a:spLocks noGrp="1"/>
            </p:cNvSpPr>
            <p:nvPr/>
          </p:nvSpPr>
          <p:spPr>
            <a:xfrm>
              <a:off x="16145441" y="3641972"/>
              <a:ext cx="21727" cy="3471"/>
            </a:xfrm>
            <a:custGeom>
              <a:avLst/>
              <a:gdLst/>
              <a:ahLst/>
              <a:cxnLst/>
              <a:rect l="0" t="0" r="0" b="0"/>
              <a:pathLst>
                <a:path w="21727" h="3471">
                  <a:moveTo>
                    <a:pt x="0" y="0"/>
                  </a:moveTo>
                  <a:lnTo>
                    <a:pt x="21727" y="34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5" name="Output_receptor__5134">
              <a:extLst>
                <a:ext uri="{FF2B5EF4-FFF2-40B4-BE49-F238E27FC236}">
                  <a16:creationId xmlns:a16="http://schemas.microsoft.com/office/drawing/2014/main" id="{0BD64D05-F375-B0DA-8ED5-8F73B6924969}"/>
                </a:ext>
              </a:extLst>
            </p:cNvPr>
            <p:cNvSpPr>
              <a:spLocks noGrp="1"/>
            </p:cNvSpPr>
            <p:nvPr/>
          </p:nvSpPr>
          <p:spPr>
            <a:xfrm>
              <a:off x="16275996" y="2650559"/>
              <a:ext cx="59619" cy="2571"/>
            </a:xfrm>
            <a:custGeom>
              <a:avLst/>
              <a:gdLst/>
              <a:ahLst/>
              <a:cxnLst/>
              <a:rect l="0" t="0" r="0" b="0"/>
              <a:pathLst>
                <a:path w="59619" h="2571">
                  <a:moveTo>
                    <a:pt x="59619" y="2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6" name="Output_receptor__5135">
              <a:extLst>
                <a:ext uri="{FF2B5EF4-FFF2-40B4-BE49-F238E27FC236}">
                  <a16:creationId xmlns:a16="http://schemas.microsoft.com/office/drawing/2014/main" id="{83BCF937-622F-6D22-3B57-51660A47DB7D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58323"/>
              <a:ext cx="53604" cy="44498"/>
            </a:xfrm>
            <a:custGeom>
              <a:avLst/>
              <a:gdLst/>
              <a:ahLst/>
              <a:cxnLst/>
              <a:rect l="0" t="0" r="0" b="0"/>
              <a:pathLst>
                <a:path w="53604" h="44498">
                  <a:moveTo>
                    <a:pt x="0" y="0"/>
                  </a:moveTo>
                  <a:lnTo>
                    <a:pt x="53604" y="444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7" name="Output_receptor__5136">
              <a:extLst>
                <a:ext uri="{FF2B5EF4-FFF2-40B4-BE49-F238E27FC236}">
                  <a16:creationId xmlns:a16="http://schemas.microsoft.com/office/drawing/2014/main" id="{ED8CC4E3-C15F-6098-5043-39154122FAC9}"/>
                </a:ext>
              </a:extLst>
            </p:cNvPr>
            <p:cNvSpPr>
              <a:spLocks noGrp="1"/>
            </p:cNvSpPr>
            <p:nvPr/>
          </p:nvSpPr>
          <p:spPr>
            <a:xfrm>
              <a:off x="15446930" y="2677810"/>
              <a:ext cx="14897" cy="5282"/>
            </a:xfrm>
            <a:custGeom>
              <a:avLst/>
              <a:gdLst/>
              <a:ahLst/>
              <a:cxnLst/>
              <a:rect l="0" t="0" r="0" b="0"/>
              <a:pathLst>
                <a:path w="14897" h="5282">
                  <a:moveTo>
                    <a:pt x="14897" y="0"/>
                  </a:moveTo>
                  <a:lnTo>
                    <a:pt x="0" y="528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8" name="Output_receptor__5137">
              <a:extLst>
                <a:ext uri="{FF2B5EF4-FFF2-40B4-BE49-F238E27FC236}">
                  <a16:creationId xmlns:a16="http://schemas.microsoft.com/office/drawing/2014/main" id="{D8F0321E-FA1F-705F-25A0-00C527B25C11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30321"/>
              <a:ext cx="20663" cy="63647"/>
            </a:xfrm>
            <a:custGeom>
              <a:avLst/>
              <a:gdLst/>
              <a:ahLst/>
              <a:cxnLst/>
              <a:rect l="0" t="0" r="0" b="0"/>
              <a:pathLst>
                <a:path w="20663" h="63647">
                  <a:moveTo>
                    <a:pt x="0" y="63647"/>
                  </a:moveTo>
                  <a:lnTo>
                    <a:pt x="206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9" name="Output_receptor__5138">
              <a:extLst>
                <a:ext uri="{FF2B5EF4-FFF2-40B4-BE49-F238E27FC236}">
                  <a16:creationId xmlns:a16="http://schemas.microsoft.com/office/drawing/2014/main" id="{9E5AEF36-463C-9949-4DC8-4FB796772CDC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393872"/>
              <a:ext cx="18733" cy="22258"/>
            </a:xfrm>
            <a:custGeom>
              <a:avLst/>
              <a:gdLst/>
              <a:ahLst/>
              <a:cxnLst/>
              <a:rect l="0" t="0" r="0" b="0"/>
              <a:pathLst>
                <a:path w="18733" h="22258">
                  <a:moveTo>
                    <a:pt x="0" y="22258"/>
                  </a:moveTo>
                  <a:lnTo>
                    <a:pt x="187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0" name="Output_receptor__5139">
              <a:extLst>
                <a:ext uri="{FF2B5EF4-FFF2-40B4-BE49-F238E27FC236}">
                  <a16:creationId xmlns:a16="http://schemas.microsoft.com/office/drawing/2014/main" id="{A013AAA3-0F4C-0698-3253-2D4D219D7C03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02820"/>
              <a:ext cx="12613" cy="69464"/>
            </a:xfrm>
            <a:custGeom>
              <a:avLst/>
              <a:gdLst/>
              <a:ahLst/>
              <a:cxnLst/>
              <a:rect l="0" t="0" r="0" b="0"/>
              <a:pathLst>
                <a:path w="12613" h="69464">
                  <a:moveTo>
                    <a:pt x="12613" y="0"/>
                  </a:moveTo>
                  <a:lnTo>
                    <a:pt x="0" y="6946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1" name="Output_receptor__5140">
              <a:extLst>
                <a:ext uri="{FF2B5EF4-FFF2-40B4-BE49-F238E27FC236}">
                  <a16:creationId xmlns:a16="http://schemas.microsoft.com/office/drawing/2014/main" id="{8109675A-2CDE-ABAB-EC21-667C044EFCA8}"/>
                </a:ext>
              </a:extLst>
            </p:cNvPr>
            <p:cNvSpPr>
              <a:spLocks noGrp="1"/>
            </p:cNvSpPr>
            <p:nvPr/>
          </p:nvSpPr>
          <p:spPr>
            <a:xfrm>
              <a:off x="15710006" y="2561115"/>
              <a:ext cx="35740" cy="18577"/>
            </a:xfrm>
            <a:custGeom>
              <a:avLst/>
              <a:gdLst/>
              <a:ahLst/>
              <a:cxnLst/>
              <a:rect l="0" t="0" r="0" b="0"/>
              <a:pathLst>
                <a:path w="35740" h="18577">
                  <a:moveTo>
                    <a:pt x="35740" y="0"/>
                  </a:moveTo>
                  <a:lnTo>
                    <a:pt x="0" y="185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2" name="Output_receptor__5141">
              <a:extLst>
                <a:ext uri="{FF2B5EF4-FFF2-40B4-BE49-F238E27FC236}">
                  <a16:creationId xmlns:a16="http://schemas.microsoft.com/office/drawing/2014/main" id="{9C9257FD-B869-EFB6-6B6D-FB76069AD6CA}"/>
                </a:ext>
              </a:extLst>
            </p:cNvPr>
            <p:cNvSpPr>
              <a:spLocks noGrp="1"/>
            </p:cNvSpPr>
            <p:nvPr/>
          </p:nvSpPr>
          <p:spPr>
            <a:xfrm>
              <a:off x="16271624" y="3298275"/>
              <a:ext cx="45073" cy="4747"/>
            </a:xfrm>
            <a:custGeom>
              <a:avLst/>
              <a:gdLst/>
              <a:ahLst/>
              <a:cxnLst/>
              <a:rect l="0" t="0" r="0" b="0"/>
              <a:pathLst>
                <a:path w="45073" h="4747">
                  <a:moveTo>
                    <a:pt x="45073" y="0"/>
                  </a:moveTo>
                  <a:lnTo>
                    <a:pt x="0" y="474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3" name="Output_receptor__5142">
              <a:extLst>
                <a:ext uri="{FF2B5EF4-FFF2-40B4-BE49-F238E27FC236}">
                  <a16:creationId xmlns:a16="http://schemas.microsoft.com/office/drawing/2014/main" id="{20804B15-A8D8-F768-539B-DE75F845D022}"/>
                </a:ext>
              </a:extLst>
            </p:cNvPr>
            <p:cNvSpPr>
              <a:spLocks noGrp="1"/>
            </p:cNvSpPr>
            <p:nvPr/>
          </p:nvSpPr>
          <p:spPr>
            <a:xfrm>
              <a:off x="15759329" y="3047522"/>
              <a:ext cx="65452" cy="25872"/>
            </a:xfrm>
            <a:custGeom>
              <a:avLst/>
              <a:gdLst/>
              <a:ahLst/>
              <a:cxnLst/>
              <a:rect l="0" t="0" r="0" b="0"/>
              <a:pathLst>
                <a:path w="65452" h="25872">
                  <a:moveTo>
                    <a:pt x="65452" y="0"/>
                  </a:moveTo>
                  <a:lnTo>
                    <a:pt x="0" y="2587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4" name="Output_receptor__5143">
              <a:extLst>
                <a:ext uri="{FF2B5EF4-FFF2-40B4-BE49-F238E27FC236}">
                  <a16:creationId xmlns:a16="http://schemas.microsoft.com/office/drawing/2014/main" id="{87318F30-52CE-99AA-CB0F-64FBF525C291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74798"/>
              <a:ext cx="58142" cy="33145"/>
            </a:xfrm>
            <a:custGeom>
              <a:avLst/>
              <a:gdLst/>
              <a:ahLst/>
              <a:cxnLst/>
              <a:rect l="0" t="0" r="0" b="0"/>
              <a:pathLst>
                <a:path w="58142" h="33145">
                  <a:moveTo>
                    <a:pt x="0" y="33145"/>
                  </a:moveTo>
                  <a:lnTo>
                    <a:pt x="58142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5" name="Output_receptor__5144">
              <a:extLst>
                <a:ext uri="{FF2B5EF4-FFF2-40B4-BE49-F238E27FC236}">
                  <a16:creationId xmlns:a16="http://schemas.microsoft.com/office/drawing/2014/main" id="{34E4095F-64A3-7DBD-2C98-2410611F87A2}"/>
                </a:ext>
              </a:extLst>
            </p:cNvPr>
            <p:cNvSpPr>
              <a:spLocks noGrp="1"/>
            </p:cNvSpPr>
            <p:nvPr/>
          </p:nvSpPr>
          <p:spPr>
            <a:xfrm>
              <a:off x="15799600" y="2810359"/>
              <a:ext cx="65087" cy="20002"/>
            </a:xfrm>
            <a:custGeom>
              <a:avLst/>
              <a:gdLst/>
              <a:ahLst/>
              <a:cxnLst/>
              <a:rect l="0" t="0" r="0" b="0"/>
              <a:pathLst>
                <a:path w="65087" h="20002">
                  <a:moveTo>
                    <a:pt x="0" y="20002"/>
                  </a:moveTo>
                  <a:lnTo>
                    <a:pt x="6508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6" name="Output_receptor__5145">
              <a:extLst>
                <a:ext uri="{FF2B5EF4-FFF2-40B4-BE49-F238E27FC236}">
                  <a16:creationId xmlns:a16="http://schemas.microsoft.com/office/drawing/2014/main" id="{1E5C66D7-7FC1-E2C6-41BC-1840F3BC1D14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11892"/>
              <a:ext cx="32505" cy="25389"/>
            </a:xfrm>
            <a:custGeom>
              <a:avLst/>
              <a:gdLst/>
              <a:ahLst/>
              <a:cxnLst/>
              <a:rect l="0" t="0" r="0" b="0"/>
              <a:pathLst>
                <a:path w="32505" h="25389">
                  <a:moveTo>
                    <a:pt x="32505" y="0"/>
                  </a:moveTo>
                  <a:lnTo>
                    <a:pt x="0" y="2538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7" name="Output_receptor__5146">
              <a:extLst>
                <a:ext uri="{FF2B5EF4-FFF2-40B4-BE49-F238E27FC236}">
                  <a16:creationId xmlns:a16="http://schemas.microsoft.com/office/drawing/2014/main" id="{BDA806E1-1380-0D90-8494-08DC9684A1CC}"/>
                </a:ext>
              </a:extLst>
            </p:cNvPr>
            <p:cNvSpPr>
              <a:spLocks noGrp="1"/>
            </p:cNvSpPr>
            <p:nvPr/>
          </p:nvSpPr>
          <p:spPr>
            <a:xfrm>
              <a:off x="16289321" y="3383451"/>
              <a:ext cx="69137" cy="17760"/>
            </a:xfrm>
            <a:custGeom>
              <a:avLst/>
              <a:gdLst/>
              <a:ahLst/>
              <a:cxnLst/>
              <a:rect l="0" t="0" r="0" b="0"/>
              <a:pathLst>
                <a:path w="69137" h="17760">
                  <a:moveTo>
                    <a:pt x="0" y="0"/>
                  </a:moveTo>
                  <a:lnTo>
                    <a:pt x="69137" y="177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8" name="Output_receptor__5147">
              <a:extLst>
                <a:ext uri="{FF2B5EF4-FFF2-40B4-BE49-F238E27FC236}">
                  <a16:creationId xmlns:a16="http://schemas.microsoft.com/office/drawing/2014/main" id="{C0E71864-0D68-AFE7-AACC-5A39BD528D22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52568"/>
              <a:ext cx="2843" cy="40249"/>
            </a:xfrm>
            <a:custGeom>
              <a:avLst/>
              <a:gdLst/>
              <a:ahLst/>
              <a:cxnLst/>
              <a:rect l="0" t="0" r="0" b="0"/>
              <a:pathLst>
                <a:path w="2843" h="40249">
                  <a:moveTo>
                    <a:pt x="2843" y="402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9" name="Output_receptor__5148">
              <a:extLst>
                <a:ext uri="{FF2B5EF4-FFF2-40B4-BE49-F238E27FC236}">
                  <a16:creationId xmlns:a16="http://schemas.microsoft.com/office/drawing/2014/main" id="{4C1EEC29-717A-7412-2463-1C42226424C2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50559"/>
              <a:ext cx="43898" cy="13671"/>
            </a:xfrm>
            <a:custGeom>
              <a:avLst/>
              <a:gdLst/>
              <a:ahLst/>
              <a:cxnLst/>
              <a:rect l="0" t="0" r="0" b="0"/>
              <a:pathLst>
                <a:path w="43898" h="13671">
                  <a:moveTo>
                    <a:pt x="43898" y="0"/>
                  </a:moveTo>
                  <a:lnTo>
                    <a:pt x="0" y="136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0" name="Output_receptor__5149">
              <a:extLst>
                <a:ext uri="{FF2B5EF4-FFF2-40B4-BE49-F238E27FC236}">
                  <a16:creationId xmlns:a16="http://schemas.microsoft.com/office/drawing/2014/main" id="{F8F69601-AAAA-61B3-554C-CD0A6D3C1FBA}"/>
                </a:ext>
              </a:extLst>
            </p:cNvPr>
            <p:cNvSpPr>
              <a:spLocks noGrp="1"/>
            </p:cNvSpPr>
            <p:nvPr/>
          </p:nvSpPr>
          <p:spPr>
            <a:xfrm>
              <a:off x="16190142" y="2567748"/>
              <a:ext cx="69097" cy="13068"/>
            </a:xfrm>
            <a:custGeom>
              <a:avLst/>
              <a:gdLst/>
              <a:ahLst/>
              <a:cxnLst/>
              <a:rect l="0" t="0" r="0" b="0"/>
              <a:pathLst>
                <a:path w="69097" h="13068">
                  <a:moveTo>
                    <a:pt x="69097" y="0"/>
                  </a:moveTo>
                  <a:lnTo>
                    <a:pt x="0" y="130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1" name="Output_receptor__5150">
              <a:extLst>
                <a:ext uri="{FF2B5EF4-FFF2-40B4-BE49-F238E27FC236}">
                  <a16:creationId xmlns:a16="http://schemas.microsoft.com/office/drawing/2014/main" id="{5EF22127-40FF-8A59-A979-FE95692744B3}"/>
                </a:ext>
              </a:extLst>
            </p:cNvPr>
            <p:cNvSpPr>
              <a:spLocks noGrp="1"/>
            </p:cNvSpPr>
            <p:nvPr/>
          </p:nvSpPr>
          <p:spPr>
            <a:xfrm>
              <a:off x="15752565" y="3414992"/>
              <a:ext cx="41195" cy="56544"/>
            </a:xfrm>
            <a:custGeom>
              <a:avLst/>
              <a:gdLst/>
              <a:ahLst/>
              <a:cxnLst/>
              <a:rect l="0" t="0" r="0" b="0"/>
              <a:pathLst>
                <a:path w="41195" h="56544">
                  <a:moveTo>
                    <a:pt x="41195" y="0"/>
                  </a:moveTo>
                  <a:lnTo>
                    <a:pt x="0" y="5654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2" name="Output_receptor__5151">
              <a:extLst>
                <a:ext uri="{FF2B5EF4-FFF2-40B4-BE49-F238E27FC236}">
                  <a16:creationId xmlns:a16="http://schemas.microsoft.com/office/drawing/2014/main" id="{F9589EFA-8B26-B455-0525-8483A9BE2B2C}"/>
                </a:ext>
              </a:extLst>
            </p:cNvPr>
            <p:cNvSpPr>
              <a:spLocks noGrp="1"/>
            </p:cNvSpPr>
            <p:nvPr/>
          </p:nvSpPr>
          <p:spPr>
            <a:xfrm>
              <a:off x="16440993" y="3852203"/>
              <a:ext cx="65184" cy="6529"/>
            </a:xfrm>
            <a:custGeom>
              <a:avLst/>
              <a:gdLst/>
              <a:ahLst/>
              <a:cxnLst/>
              <a:rect l="0" t="0" r="0" b="0"/>
              <a:pathLst>
                <a:path w="65184" h="6529">
                  <a:moveTo>
                    <a:pt x="65184" y="65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3" name="Output_receptor__5152">
              <a:extLst>
                <a:ext uri="{FF2B5EF4-FFF2-40B4-BE49-F238E27FC236}">
                  <a16:creationId xmlns:a16="http://schemas.microsoft.com/office/drawing/2014/main" id="{FEBF2210-6923-B557-89BB-BE63B8700609}"/>
                </a:ext>
              </a:extLst>
            </p:cNvPr>
            <p:cNvSpPr>
              <a:spLocks noGrp="1"/>
            </p:cNvSpPr>
            <p:nvPr/>
          </p:nvSpPr>
          <p:spPr>
            <a:xfrm>
              <a:off x="16646401" y="3943426"/>
              <a:ext cx="56869" cy="27930"/>
            </a:xfrm>
            <a:custGeom>
              <a:avLst/>
              <a:gdLst/>
              <a:ahLst/>
              <a:cxnLst/>
              <a:rect l="0" t="0" r="0" b="0"/>
              <a:pathLst>
                <a:path w="56869" h="27930">
                  <a:moveTo>
                    <a:pt x="56869" y="27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4" name="Output_receptor__5153">
              <a:extLst>
                <a:ext uri="{FF2B5EF4-FFF2-40B4-BE49-F238E27FC236}">
                  <a16:creationId xmlns:a16="http://schemas.microsoft.com/office/drawing/2014/main" id="{82ADF655-DD75-75A0-702B-5181632DEA5E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4131" cy="67028"/>
            </a:xfrm>
            <a:custGeom>
              <a:avLst/>
              <a:gdLst/>
              <a:ahLst/>
              <a:cxnLst/>
              <a:rect l="0" t="0" r="0" b="0"/>
              <a:pathLst>
                <a:path w="4131" h="67028">
                  <a:moveTo>
                    <a:pt x="0" y="0"/>
                  </a:moveTo>
                  <a:lnTo>
                    <a:pt x="4131" y="6702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5" name="Output_receptor__5154">
              <a:extLst>
                <a:ext uri="{FF2B5EF4-FFF2-40B4-BE49-F238E27FC236}">
                  <a16:creationId xmlns:a16="http://schemas.microsoft.com/office/drawing/2014/main" id="{C5484A13-4B2F-2F8B-AD2C-2B884804D355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77733"/>
              <a:ext cx="16078" cy="4369"/>
            </a:xfrm>
            <a:custGeom>
              <a:avLst/>
              <a:gdLst/>
              <a:ahLst/>
              <a:cxnLst/>
              <a:rect l="0" t="0" r="0" b="0"/>
              <a:pathLst>
                <a:path w="16078" h="4369">
                  <a:moveTo>
                    <a:pt x="0" y="4369"/>
                  </a:moveTo>
                  <a:lnTo>
                    <a:pt x="160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6" name="Output_receptor__5155">
              <a:extLst>
                <a:ext uri="{FF2B5EF4-FFF2-40B4-BE49-F238E27FC236}">
                  <a16:creationId xmlns:a16="http://schemas.microsoft.com/office/drawing/2014/main" id="{1228B9D9-FFED-C326-933E-976BE26AC1ED}"/>
                </a:ext>
              </a:extLst>
            </p:cNvPr>
            <p:cNvSpPr>
              <a:spLocks noGrp="1"/>
            </p:cNvSpPr>
            <p:nvPr/>
          </p:nvSpPr>
          <p:spPr>
            <a:xfrm>
              <a:off x="16094750" y="3824136"/>
              <a:ext cx="66274" cy="27443"/>
            </a:xfrm>
            <a:custGeom>
              <a:avLst/>
              <a:gdLst/>
              <a:ahLst/>
              <a:cxnLst/>
              <a:rect l="0" t="0" r="0" b="0"/>
              <a:pathLst>
                <a:path w="66274" h="27443">
                  <a:moveTo>
                    <a:pt x="66274" y="274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7" name="Output_receptor__5156">
              <a:extLst>
                <a:ext uri="{FF2B5EF4-FFF2-40B4-BE49-F238E27FC236}">
                  <a16:creationId xmlns:a16="http://schemas.microsoft.com/office/drawing/2014/main" id="{9B8A21F5-E03D-008D-23EF-B451311CAFEB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2900095"/>
              <a:ext cx="50963" cy="266"/>
            </a:xfrm>
            <a:custGeom>
              <a:avLst/>
              <a:gdLst/>
              <a:ahLst/>
              <a:cxnLst/>
              <a:rect l="0" t="0" r="0" b="0"/>
              <a:pathLst>
                <a:path w="50963" h="266">
                  <a:moveTo>
                    <a:pt x="0" y="266"/>
                  </a:moveTo>
                  <a:lnTo>
                    <a:pt x="50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8" name="Output_receptor__5157">
              <a:extLst>
                <a:ext uri="{FF2B5EF4-FFF2-40B4-BE49-F238E27FC236}">
                  <a16:creationId xmlns:a16="http://schemas.microsoft.com/office/drawing/2014/main" id="{27D1039F-B7DE-81F8-ECBF-F0969A72C530}"/>
                </a:ext>
              </a:extLst>
            </p:cNvPr>
            <p:cNvSpPr>
              <a:spLocks noGrp="1"/>
            </p:cNvSpPr>
            <p:nvPr/>
          </p:nvSpPr>
          <p:spPr>
            <a:xfrm>
              <a:off x="15764935" y="3724183"/>
              <a:ext cx="14529" cy="19389"/>
            </a:xfrm>
            <a:custGeom>
              <a:avLst/>
              <a:gdLst/>
              <a:ahLst/>
              <a:cxnLst/>
              <a:rect l="0" t="0" r="0" b="0"/>
              <a:pathLst>
                <a:path w="14529" h="19389">
                  <a:moveTo>
                    <a:pt x="0" y="0"/>
                  </a:moveTo>
                  <a:lnTo>
                    <a:pt x="14529" y="1938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9" name="Output_receptor__5158">
              <a:extLst>
                <a:ext uri="{FF2B5EF4-FFF2-40B4-BE49-F238E27FC236}">
                  <a16:creationId xmlns:a16="http://schemas.microsoft.com/office/drawing/2014/main" id="{A276C910-BEAB-27D8-1F97-488B3887985F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560892"/>
              <a:ext cx="33016" cy="56552"/>
            </a:xfrm>
            <a:custGeom>
              <a:avLst/>
              <a:gdLst/>
              <a:ahLst/>
              <a:cxnLst/>
              <a:rect l="0" t="0" r="0" b="0"/>
              <a:pathLst>
                <a:path w="33016" h="56552">
                  <a:moveTo>
                    <a:pt x="0" y="56552"/>
                  </a:moveTo>
                  <a:lnTo>
                    <a:pt x="3301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0" name="Output_receptor__5159">
              <a:extLst>
                <a:ext uri="{FF2B5EF4-FFF2-40B4-BE49-F238E27FC236}">
                  <a16:creationId xmlns:a16="http://schemas.microsoft.com/office/drawing/2014/main" id="{69BD7D3D-FAE4-26B2-CF49-A94626FE65A0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1967"/>
              <a:ext cx="62453" cy="4944"/>
            </a:xfrm>
            <a:custGeom>
              <a:avLst/>
              <a:gdLst/>
              <a:ahLst/>
              <a:cxnLst/>
              <a:rect l="0" t="0" r="0" b="0"/>
              <a:pathLst>
                <a:path w="62453" h="4944">
                  <a:moveTo>
                    <a:pt x="0" y="4944"/>
                  </a:moveTo>
                  <a:lnTo>
                    <a:pt x="6245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61" name="Output_receptor__5160">
              <a:extLst>
                <a:ext uri="{FF2B5EF4-FFF2-40B4-BE49-F238E27FC236}">
                  <a16:creationId xmlns:a16="http://schemas.microsoft.com/office/drawing/2014/main" id="{58DBF879-F84C-3BD3-0DA9-828FF90B33F5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1049"/>
              <a:ext cx="27308" cy="13870"/>
            </a:xfrm>
            <a:custGeom>
              <a:avLst/>
              <a:gdLst/>
              <a:ahLst/>
              <a:cxnLst/>
              <a:rect l="0" t="0" r="0" b="0"/>
              <a:pathLst>
                <a:path w="27308" h="13870">
                  <a:moveTo>
                    <a:pt x="0" y="13870"/>
                  </a:moveTo>
                  <a:lnTo>
                    <a:pt x="2730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2" name="Output_receptor__5161">
              <a:extLst>
                <a:ext uri="{FF2B5EF4-FFF2-40B4-BE49-F238E27FC236}">
                  <a16:creationId xmlns:a16="http://schemas.microsoft.com/office/drawing/2014/main" id="{16BFC77D-E184-D3FD-7FE8-E4947EABF136}"/>
                </a:ext>
              </a:extLst>
            </p:cNvPr>
            <p:cNvSpPr>
              <a:spLocks noGrp="1"/>
            </p:cNvSpPr>
            <p:nvPr/>
          </p:nvSpPr>
          <p:spPr>
            <a:xfrm>
              <a:off x="15687112" y="2810045"/>
              <a:ext cx="4833" cy="49276"/>
            </a:xfrm>
            <a:custGeom>
              <a:avLst/>
              <a:gdLst/>
              <a:ahLst/>
              <a:cxnLst/>
              <a:rect l="0" t="0" r="0" b="0"/>
              <a:pathLst>
                <a:path w="4833" h="49276">
                  <a:moveTo>
                    <a:pt x="0" y="49276"/>
                  </a:moveTo>
                  <a:lnTo>
                    <a:pt x="48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3" name="Output_receptor__5162">
              <a:extLst>
                <a:ext uri="{FF2B5EF4-FFF2-40B4-BE49-F238E27FC236}">
                  <a16:creationId xmlns:a16="http://schemas.microsoft.com/office/drawing/2014/main" id="{18086D9D-5160-DEAC-195B-109C594727A1}"/>
                </a:ext>
              </a:extLst>
            </p:cNvPr>
            <p:cNvSpPr>
              <a:spLocks noGrp="1"/>
            </p:cNvSpPr>
            <p:nvPr/>
          </p:nvSpPr>
          <p:spPr>
            <a:xfrm>
              <a:off x="16403442" y="4074798"/>
              <a:ext cx="42426" cy="31179"/>
            </a:xfrm>
            <a:custGeom>
              <a:avLst/>
              <a:gdLst/>
              <a:ahLst/>
              <a:cxnLst/>
              <a:rect l="0" t="0" r="0" b="0"/>
              <a:pathLst>
                <a:path w="42426" h="31179">
                  <a:moveTo>
                    <a:pt x="0" y="0"/>
                  </a:moveTo>
                  <a:lnTo>
                    <a:pt x="42426" y="311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4" name="Output_receptor__5163">
              <a:extLst>
                <a:ext uri="{FF2B5EF4-FFF2-40B4-BE49-F238E27FC236}">
                  <a16:creationId xmlns:a16="http://schemas.microsoft.com/office/drawing/2014/main" id="{339DFB1B-5350-703E-957C-EE80DDFF0B35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20350"/>
              <a:ext cx="14977" cy="299"/>
            </a:xfrm>
            <a:custGeom>
              <a:avLst/>
              <a:gdLst/>
              <a:ahLst/>
              <a:cxnLst/>
              <a:rect l="0" t="0" r="0" b="0"/>
              <a:pathLst>
                <a:path w="14977" h="299">
                  <a:moveTo>
                    <a:pt x="0" y="0"/>
                  </a:moveTo>
                  <a:lnTo>
                    <a:pt x="14977" y="29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5" name="Output_receptor__5164">
              <a:extLst>
                <a:ext uri="{FF2B5EF4-FFF2-40B4-BE49-F238E27FC236}">
                  <a16:creationId xmlns:a16="http://schemas.microsoft.com/office/drawing/2014/main" id="{3DF52FBF-F652-F411-3673-511549B97744}"/>
                </a:ext>
              </a:extLst>
            </p:cNvPr>
            <p:cNvSpPr>
              <a:spLocks noGrp="1"/>
            </p:cNvSpPr>
            <p:nvPr/>
          </p:nvSpPr>
          <p:spPr>
            <a:xfrm>
              <a:off x="16335614" y="2598019"/>
              <a:ext cx="46467" cy="55111"/>
            </a:xfrm>
            <a:custGeom>
              <a:avLst/>
              <a:gdLst/>
              <a:ahLst/>
              <a:cxnLst/>
              <a:rect l="0" t="0" r="0" b="0"/>
              <a:pathLst>
                <a:path w="46467" h="55111">
                  <a:moveTo>
                    <a:pt x="46467" y="0"/>
                  </a:moveTo>
                  <a:lnTo>
                    <a:pt x="0" y="5511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6" name="Output_receptor__5165">
              <a:extLst>
                <a:ext uri="{FF2B5EF4-FFF2-40B4-BE49-F238E27FC236}">
                  <a16:creationId xmlns:a16="http://schemas.microsoft.com/office/drawing/2014/main" id="{59035CB5-CF9F-7880-2E43-7DA390900E8B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489114"/>
              <a:ext cx="31409" cy="57640"/>
            </a:xfrm>
            <a:custGeom>
              <a:avLst/>
              <a:gdLst/>
              <a:ahLst/>
              <a:cxnLst/>
              <a:rect l="0" t="0" r="0" b="0"/>
              <a:pathLst>
                <a:path w="31409" h="57640">
                  <a:moveTo>
                    <a:pt x="0" y="57640"/>
                  </a:moveTo>
                  <a:lnTo>
                    <a:pt x="3140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7" name="Output_receptor__5166">
              <a:extLst>
                <a:ext uri="{FF2B5EF4-FFF2-40B4-BE49-F238E27FC236}">
                  <a16:creationId xmlns:a16="http://schemas.microsoft.com/office/drawing/2014/main" id="{F9C1CEDF-455A-8E8F-EC6B-A3FABAB792A7}"/>
                </a:ext>
              </a:extLst>
            </p:cNvPr>
            <p:cNvSpPr>
              <a:spLocks noGrp="1"/>
            </p:cNvSpPr>
            <p:nvPr/>
          </p:nvSpPr>
          <p:spPr>
            <a:xfrm>
              <a:off x="15660124" y="4489114"/>
              <a:ext cx="63953" cy="12123"/>
            </a:xfrm>
            <a:custGeom>
              <a:avLst/>
              <a:gdLst/>
              <a:ahLst/>
              <a:cxnLst/>
              <a:rect l="0" t="0" r="0" b="0"/>
              <a:pathLst>
                <a:path w="63953" h="12123">
                  <a:moveTo>
                    <a:pt x="0" y="0"/>
                  </a:moveTo>
                  <a:lnTo>
                    <a:pt x="63953" y="121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8" name="Output_receptor__5167">
              <a:extLst>
                <a:ext uri="{FF2B5EF4-FFF2-40B4-BE49-F238E27FC236}">
                  <a16:creationId xmlns:a16="http://schemas.microsoft.com/office/drawing/2014/main" id="{59B33B3F-F7F0-30DF-EC12-BC19A51C5747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32693" cy="1291"/>
            </a:xfrm>
            <a:custGeom>
              <a:avLst/>
              <a:gdLst/>
              <a:ahLst/>
              <a:cxnLst/>
              <a:rect l="0" t="0" r="0" b="0"/>
              <a:pathLst>
                <a:path w="32693" h="1291">
                  <a:moveTo>
                    <a:pt x="32693" y="1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9" name="Output_receptor__5168">
              <a:extLst>
                <a:ext uri="{FF2B5EF4-FFF2-40B4-BE49-F238E27FC236}">
                  <a16:creationId xmlns:a16="http://schemas.microsoft.com/office/drawing/2014/main" id="{CE7B51DA-9EC7-65BA-B3CF-17E9B4DAD166}"/>
                </a:ext>
              </a:extLst>
            </p:cNvPr>
            <p:cNvSpPr>
              <a:spLocks noGrp="1"/>
            </p:cNvSpPr>
            <p:nvPr/>
          </p:nvSpPr>
          <p:spPr>
            <a:xfrm>
              <a:off x="16110999" y="2419129"/>
              <a:ext cx="65009" cy="29723"/>
            </a:xfrm>
            <a:custGeom>
              <a:avLst/>
              <a:gdLst/>
              <a:ahLst/>
              <a:cxnLst/>
              <a:rect l="0" t="0" r="0" b="0"/>
              <a:pathLst>
                <a:path w="65009" h="29723">
                  <a:moveTo>
                    <a:pt x="65009" y="0"/>
                  </a:moveTo>
                  <a:lnTo>
                    <a:pt x="0" y="297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0" name="Output_receptor__5169">
              <a:extLst>
                <a:ext uri="{FF2B5EF4-FFF2-40B4-BE49-F238E27FC236}">
                  <a16:creationId xmlns:a16="http://schemas.microsoft.com/office/drawing/2014/main" id="{F02DE955-1EBD-1E5D-635A-5AC459E7DEEC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52203"/>
              <a:ext cx="27402" cy="44451"/>
            </a:xfrm>
            <a:custGeom>
              <a:avLst/>
              <a:gdLst/>
              <a:ahLst/>
              <a:cxnLst/>
              <a:rect l="0" t="0" r="0" b="0"/>
              <a:pathLst>
                <a:path w="27402" h="44451">
                  <a:moveTo>
                    <a:pt x="27402" y="0"/>
                  </a:moveTo>
                  <a:lnTo>
                    <a:pt x="0" y="444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1" name="Output_receptor__5170">
              <a:extLst>
                <a:ext uri="{FF2B5EF4-FFF2-40B4-BE49-F238E27FC236}">
                  <a16:creationId xmlns:a16="http://schemas.microsoft.com/office/drawing/2014/main" id="{7CC93919-4E13-9E02-DCD0-4764F50F8A63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597700"/>
              <a:ext cx="52321" cy="43065"/>
            </a:xfrm>
            <a:custGeom>
              <a:avLst/>
              <a:gdLst/>
              <a:ahLst/>
              <a:cxnLst/>
              <a:rect l="0" t="0" r="0" b="0"/>
              <a:pathLst>
                <a:path w="52321" h="43065">
                  <a:moveTo>
                    <a:pt x="52321" y="0"/>
                  </a:moveTo>
                  <a:lnTo>
                    <a:pt x="0" y="4306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2" name="Output_receptor__5171">
              <a:extLst>
                <a:ext uri="{FF2B5EF4-FFF2-40B4-BE49-F238E27FC236}">
                  <a16:creationId xmlns:a16="http://schemas.microsoft.com/office/drawing/2014/main" id="{BE63CB9A-4E36-AA87-175D-DE27A8EB3A4B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43426"/>
              <a:ext cx="45293" cy="15507"/>
            </a:xfrm>
            <a:custGeom>
              <a:avLst/>
              <a:gdLst/>
              <a:ahLst/>
              <a:cxnLst/>
              <a:rect l="0" t="0" r="0" b="0"/>
              <a:pathLst>
                <a:path w="45293" h="15507">
                  <a:moveTo>
                    <a:pt x="45293" y="0"/>
                  </a:moveTo>
                  <a:lnTo>
                    <a:pt x="0" y="1550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3" name="Output_receptor__5172">
              <a:extLst>
                <a:ext uri="{FF2B5EF4-FFF2-40B4-BE49-F238E27FC236}">
                  <a16:creationId xmlns:a16="http://schemas.microsoft.com/office/drawing/2014/main" id="{F2F10BCE-8485-9AA6-C10B-A3B54AFF9E69}"/>
                </a:ext>
              </a:extLst>
            </p:cNvPr>
            <p:cNvSpPr>
              <a:spLocks noGrp="1"/>
            </p:cNvSpPr>
            <p:nvPr/>
          </p:nvSpPr>
          <p:spPr>
            <a:xfrm>
              <a:off x="16032268" y="2342855"/>
              <a:ext cx="41756" cy="51017"/>
            </a:xfrm>
            <a:custGeom>
              <a:avLst/>
              <a:gdLst/>
              <a:ahLst/>
              <a:cxnLst/>
              <a:rect l="0" t="0" r="0" b="0"/>
              <a:pathLst>
                <a:path w="41756" h="51017">
                  <a:moveTo>
                    <a:pt x="0" y="51017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4" name="Output_receptor__5173">
              <a:extLst>
                <a:ext uri="{FF2B5EF4-FFF2-40B4-BE49-F238E27FC236}">
                  <a16:creationId xmlns:a16="http://schemas.microsoft.com/office/drawing/2014/main" id="{31FBF16E-8D7A-EB27-DB5F-2B3F9179CBDF}"/>
                </a:ext>
              </a:extLst>
            </p:cNvPr>
            <p:cNvSpPr>
              <a:spLocks noGrp="1"/>
            </p:cNvSpPr>
            <p:nvPr/>
          </p:nvSpPr>
          <p:spPr>
            <a:xfrm>
              <a:off x="16358458" y="3341865"/>
              <a:ext cx="22627" cy="59346"/>
            </a:xfrm>
            <a:custGeom>
              <a:avLst/>
              <a:gdLst/>
              <a:ahLst/>
              <a:cxnLst/>
              <a:rect l="0" t="0" r="0" b="0"/>
              <a:pathLst>
                <a:path w="22627" h="59346">
                  <a:moveTo>
                    <a:pt x="0" y="59346"/>
                  </a:moveTo>
                  <a:lnTo>
                    <a:pt x="2262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5" name="Output_receptor__5174">
              <a:extLst>
                <a:ext uri="{FF2B5EF4-FFF2-40B4-BE49-F238E27FC236}">
                  <a16:creationId xmlns:a16="http://schemas.microsoft.com/office/drawing/2014/main" id="{CE9AB5FA-5AE1-11D0-75E0-12CD97F26A69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89811"/>
              <a:ext cx="3013" cy="1757"/>
            </a:xfrm>
            <a:custGeom>
              <a:avLst/>
              <a:gdLst/>
              <a:ahLst/>
              <a:cxnLst/>
              <a:rect l="0" t="0" r="0" b="0"/>
              <a:pathLst>
                <a:path w="3013" h="1757">
                  <a:moveTo>
                    <a:pt x="0" y="1757"/>
                  </a:moveTo>
                  <a:lnTo>
                    <a:pt x="301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6" name="Output_receptor__5175">
              <a:extLst>
                <a:ext uri="{FF2B5EF4-FFF2-40B4-BE49-F238E27FC236}">
                  <a16:creationId xmlns:a16="http://schemas.microsoft.com/office/drawing/2014/main" id="{8B20122E-8218-A97C-3C8A-17DDFC72471E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1537"/>
              <a:ext cx="14186" cy="3933"/>
            </a:xfrm>
            <a:custGeom>
              <a:avLst/>
              <a:gdLst/>
              <a:ahLst/>
              <a:cxnLst/>
              <a:rect l="0" t="0" r="0" b="0"/>
              <a:pathLst>
                <a:path w="14186" h="3933">
                  <a:moveTo>
                    <a:pt x="0" y="3933"/>
                  </a:moveTo>
                  <a:lnTo>
                    <a:pt x="1418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7" name="Output_receptor__5176">
              <a:extLst>
                <a:ext uri="{FF2B5EF4-FFF2-40B4-BE49-F238E27FC236}">
                  <a16:creationId xmlns:a16="http://schemas.microsoft.com/office/drawing/2014/main" id="{4F2E1F35-D5AD-61B1-27A1-3243BDE24F2E}"/>
                </a:ext>
              </a:extLst>
            </p:cNvPr>
            <p:cNvSpPr>
              <a:spLocks noGrp="1"/>
            </p:cNvSpPr>
            <p:nvPr/>
          </p:nvSpPr>
          <p:spPr>
            <a:xfrm>
              <a:off x="16503688" y="3858733"/>
              <a:ext cx="2488" cy="72086"/>
            </a:xfrm>
            <a:custGeom>
              <a:avLst/>
              <a:gdLst/>
              <a:ahLst/>
              <a:cxnLst/>
              <a:rect l="0" t="0" r="0" b="0"/>
              <a:pathLst>
                <a:path w="2488" h="72086">
                  <a:moveTo>
                    <a:pt x="0" y="72086"/>
                  </a:moveTo>
                  <a:lnTo>
                    <a:pt x="248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8" name="Output_receptor__5177">
              <a:extLst>
                <a:ext uri="{FF2B5EF4-FFF2-40B4-BE49-F238E27FC236}">
                  <a16:creationId xmlns:a16="http://schemas.microsoft.com/office/drawing/2014/main" id="{4AC34CD3-E39F-5693-F26A-B24093D6E37D}"/>
                </a:ext>
              </a:extLst>
            </p:cNvPr>
            <p:cNvSpPr>
              <a:spLocks noGrp="1"/>
            </p:cNvSpPr>
            <p:nvPr/>
          </p:nvSpPr>
          <p:spPr>
            <a:xfrm>
              <a:off x="16276468" y="3525187"/>
              <a:ext cx="31612" cy="46291"/>
            </a:xfrm>
            <a:custGeom>
              <a:avLst/>
              <a:gdLst/>
              <a:ahLst/>
              <a:cxnLst/>
              <a:rect l="0" t="0" r="0" b="0"/>
              <a:pathLst>
                <a:path w="31612" h="46291">
                  <a:moveTo>
                    <a:pt x="31612" y="46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9" name="Output_receptor__5178">
              <a:extLst>
                <a:ext uri="{FF2B5EF4-FFF2-40B4-BE49-F238E27FC236}">
                  <a16:creationId xmlns:a16="http://schemas.microsoft.com/office/drawing/2014/main" id="{F1FEA05D-9F25-C30B-90E4-090E1DC815A3}"/>
                </a:ext>
              </a:extLst>
            </p:cNvPr>
            <p:cNvSpPr>
              <a:spLocks noGrp="1"/>
            </p:cNvSpPr>
            <p:nvPr/>
          </p:nvSpPr>
          <p:spPr>
            <a:xfrm>
              <a:off x="15721278" y="4501238"/>
              <a:ext cx="2799" cy="70330"/>
            </a:xfrm>
            <a:custGeom>
              <a:avLst/>
              <a:gdLst/>
              <a:ahLst/>
              <a:cxnLst/>
              <a:rect l="0" t="0" r="0" b="0"/>
              <a:pathLst>
                <a:path w="2799" h="70330">
                  <a:moveTo>
                    <a:pt x="2799" y="0"/>
                  </a:moveTo>
                  <a:lnTo>
                    <a:pt x="0" y="7033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0" name="Output_receptor__5179">
              <a:extLst>
                <a:ext uri="{FF2B5EF4-FFF2-40B4-BE49-F238E27FC236}">
                  <a16:creationId xmlns:a16="http://schemas.microsoft.com/office/drawing/2014/main" id="{81DDE132-3B7A-C585-CA4E-76127FB8C260}"/>
                </a:ext>
              </a:extLst>
            </p:cNvPr>
            <p:cNvSpPr>
              <a:spLocks noGrp="1"/>
            </p:cNvSpPr>
            <p:nvPr/>
          </p:nvSpPr>
          <p:spPr>
            <a:xfrm>
              <a:off x="15576411" y="3211892"/>
              <a:ext cx="65622" cy="18091"/>
            </a:xfrm>
            <a:custGeom>
              <a:avLst/>
              <a:gdLst/>
              <a:ahLst/>
              <a:cxnLst/>
              <a:rect l="0" t="0" r="0" b="0"/>
              <a:pathLst>
                <a:path w="65622" h="18091">
                  <a:moveTo>
                    <a:pt x="65622" y="180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1" name="Output_receptor__5180">
              <a:extLst>
                <a:ext uri="{FF2B5EF4-FFF2-40B4-BE49-F238E27FC236}">
                  <a16:creationId xmlns:a16="http://schemas.microsoft.com/office/drawing/2014/main" id="{BF9AB328-AF10-17C6-476F-6BFA396193AE}"/>
                </a:ext>
              </a:extLst>
            </p:cNvPr>
            <p:cNvSpPr>
              <a:spLocks noGrp="1"/>
            </p:cNvSpPr>
            <p:nvPr/>
          </p:nvSpPr>
          <p:spPr>
            <a:xfrm>
              <a:off x="16129741" y="3851579"/>
              <a:ext cx="31283" cy="64164"/>
            </a:xfrm>
            <a:custGeom>
              <a:avLst/>
              <a:gdLst/>
              <a:ahLst/>
              <a:cxnLst/>
              <a:rect l="0" t="0" r="0" b="0"/>
              <a:pathLst>
                <a:path w="31283" h="64164">
                  <a:moveTo>
                    <a:pt x="0" y="64164"/>
                  </a:moveTo>
                  <a:lnTo>
                    <a:pt x="3128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2" name="Output_receptor__5181">
              <a:extLst>
                <a:ext uri="{FF2B5EF4-FFF2-40B4-BE49-F238E27FC236}">
                  <a16:creationId xmlns:a16="http://schemas.microsoft.com/office/drawing/2014/main" id="{92515421-D37A-67C8-5C92-25BA727C8AC4}"/>
                </a:ext>
              </a:extLst>
            </p:cNvPr>
            <p:cNvSpPr>
              <a:spLocks noGrp="1"/>
            </p:cNvSpPr>
            <p:nvPr/>
          </p:nvSpPr>
          <p:spPr>
            <a:xfrm>
              <a:off x="16167168" y="3645443"/>
              <a:ext cx="34169" cy="62679"/>
            </a:xfrm>
            <a:custGeom>
              <a:avLst/>
              <a:gdLst/>
              <a:ahLst/>
              <a:cxnLst/>
              <a:rect l="0" t="0" r="0" b="0"/>
              <a:pathLst>
                <a:path w="34169" h="62679">
                  <a:moveTo>
                    <a:pt x="0" y="0"/>
                  </a:moveTo>
                  <a:lnTo>
                    <a:pt x="34169" y="626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3" name="Output_receptor__5182">
              <a:extLst>
                <a:ext uri="{FF2B5EF4-FFF2-40B4-BE49-F238E27FC236}">
                  <a16:creationId xmlns:a16="http://schemas.microsoft.com/office/drawing/2014/main" id="{068A03C8-ACE4-08F4-7213-B3BFDDD2476F}"/>
                </a:ext>
              </a:extLst>
            </p:cNvPr>
            <p:cNvSpPr>
              <a:spLocks noGrp="1"/>
            </p:cNvSpPr>
            <p:nvPr/>
          </p:nvSpPr>
          <p:spPr>
            <a:xfrm>
              <a:off x="15380117" y="2748649"/>
              <a:ext cx="36166" cy="23342"/>
            </a:xfrm>
            <a:custGeom>
              <a:avLst/>
              <a:gdLst/>
              <a:ahLst/>
              <a:cxnLst/>
              <a:rect l="0" t="0" r="0" b="0"/>
              <a:pathLst>
                <a:path w="36166" h="23342">
                  <a:moveTo>
                    <a:pt x="0" y="0"/>
                  </a:moveTo>
                  <a:lnTo>
                    <a:pt x="36166" y="2334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4" name="Output_receptor__5183">
              <a:extLst>
                <a:ext uri="{FF2B5EF4-FFF2-40B4-BE49-F238E27FC236}">
                  <a16:creationId xmlns:a16="http://schemas.microsoft.com/office/drawing/2014/main" id="{F2DBA5EE-9615-1154-7844-737020B92ED5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72284"/>
              <a:ext cx="19125" cy="32951"/>
            </a:xfrm>
            <a:custGeom>
              <a:avLst/>
              <a:gdLst/>
              <a:ahLst/>
              <a:cxnLst/>
              <a:rect l="0" t="0" r="0" b="0"/>
              <a:pathLst>
                <a:path w="19125" h="32951">
                  <a:moveTo>
                    <a:pt x="0" y="0"/>
                  </a:moveTo>
                  <a:lnTo>
                    <a:pt x="19125" y="3295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5" name="Output_receptor__5184">
              <a:extLst>
                <a:ext uri="{FF2B5EF4-FFF2-40B4-BE49-F238E27FC236}">
                  <a16:creationId xmlns:a16="http://schemas.microsoft.com/office/drawing/2014/main" id="{B54AE44B-7110-3504-5304-2752E93D9066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23312"/>
              <a:ext cx="7662" cy="52423"/>
            </a:xfrm>
            <a:custGeom>
              <a:avLst/>
              <a:gdLst/>
              <a:ahLst/>
              <a:cxnLst/>
              <a:rect l="0" t="0" r="0" b="0"/>
              <a:pathLst>
                <a:path w="7662" h="52423">
                  <a:moveTo>
                    <a:pt x="7662" y="0"/>
                  </a:moveTo>
                  <a:lnTo>
                    <a:pt x="0" y="524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6" name="Output_receptor__5185">
              <a:extLst>
                <a:ext uri="{FF2B5EF4-FFF2-40B4-BE49-F238E27FC236}">
                  <a16:creationId xmlns:a16="http://schemas.microsoft.com/office/drawing/2014/main" id="{0FEE557F-1842-E83D-3322-9F9CECE87CFC}"/>
                </a:ext>
              </a:extLst>
            </p:cNvPr>
            <p:cNvSpPr>
              <a:spLocks noGrp="1"/>
            </p:cNvSpPr>
            <p:nvPr/>
          </p:nvSpPr>
          <p:spPr>
            <a:xfrm>
              <a:off x="15768036" y="2634986"/>
              <a:ext cx="31744" cy="63529"/>
            </a:xfrm>
            <a:custGeom>
              <a:avLst/>
              <a:gdLst/>
              <a:ahLst/>
              <a:cxnLst/>
              <a:rect l="0" t="0" r="0" b="0"/>
              <a:pathLst>
                <a:path w="31744" h="63529">
                  <a:moveTo>
                    <a:pt x="0" y="63529"/>
                  </a:moveTo>
                  <a:lnTo>
                    <a:pt x="3174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7" name="Output_receptor__5186">
              <a:extLst>
                <a:ext uri="{FF2B5EF4-FFF2-40B4-BE49-F238E27FC236}">
                  <a16:creationId xmlns:a16="http://schemas.microsoft.com/office/drawing/2014/main" id="{7B59EEA3-4536-E858-9B1A-EEC291F9AF25}"/>
                </a:ext>
              </a:extLst>
            </p:cNvPr>
            <p:cNvSpPr>
              <a:spLocks noGrp="1"/>
            </p:cNvSpPr>
            <p:nvPr/>
          </p:nvSpPr>
          <p:spPr>
            <a:xfrm>
              <a:off x="15499057" y="3658329"/>
              <a:ext cx="19178" cy="18149"/>
            </a:xfrm>
            <a:custGeom>
              <a:avLst/>
              <a:gdLst/>
              <a:ahLst/>
              <a:cxnLst/>
              <a:rect l="0" t="0" r="0" b="0"/>
              <a:pathLst>
                <a:path w="19178" h="18149">
                  <a:moveTo>
                    <a:pt x="0" y="18149"/>
                  </a:moveTo>
                  <a:lnTo>
                    <a:pt x="191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8" name="Output_receptor__5187">
              <a:extLst>
                <a:ext uri="{FF2B5EF4-FFF2-40B4-BE49-F238E27FC236}">
                  <a16:creationId xmlns:a16="http://schemas.microsoft.com/office/drawing/2014/main" id="{5AEF57CF-B79B-A738-9AC1-DDB121012A08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42724" cy="55847"/>
            </a:xfrm>
            <a:custGeom>
              <a:avLst/>
              <a:gdLst/>
              <a:ahLst/>
              <a:cxnLst/>
              <a:rect l="0" t="0" r="0" b="0"/>
              <a:pathLst>
                <a:path w="42724" h="55847">
                  <a:moveTo>
                    <a:pt x="0" y="0"/>
                  </a:moveTo>
                  <a:lnTo>
                    <a:pt x="42724" y="5584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9" name="Output_receptor__5188">
              <a:extLst>
                <a:ext uri="{FF2B5EF4-FFF2-40B4-BE49-F238E27FC236}">
                  <a16:creationId xmlns:a16="http://schemas.microsoft.com/office/drawing/2014/main" id="{89D237E0-D556-EEA5-13F5-9B7FD31EF021}"/>
                </a:ext>
              </a:extLst>
            </p:cNvPr>
            <p:cNvSpPr>
              <a:spLocks noGrp="1"/>
            </p:cNvSpPr>
            <p:nvPr/>
          </p:nvSpPr>
          <p:spPr>
            <a:xfrm>
              <a:off x="15536483" y="3299238"/>
              <a:ext cx="22969" cy="6138"/>
            </a:xfrm>
            <a:custGeom>
              <a:avLst/>
              <a:gdLst/>
              <a:ahLst/>
              <a:cxnLst/>
              <a:rect l="0" t="0" r="0" b="0"/>
              <a:pathLst>
                <a:path w="22969" h="6138">
                  <a:moveTo>
                    <a:pt x="22969" y="61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0" name="Output_receptor__5189">
              <a:extLst>
                <a:ext uri="{FF2B5EF4-FFF2-40B4-BE49-F238E27FC236}">
                  <a16:creationId xmlns:a16="http://schemas.microsoft.com/office/drawing/2014/main" id="{31B5F417-099D-DB5C-5474-E4F0106AD0F3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70944" cy="1472"/>
            </a:xfrm>
            <a:custGeom>
              <a:avLst/>
              <a:gdLst/>
              <a:ahLst/>
              <a:cxnLst/>
              <a:rect l="0" t="0" r="0" b="0"/>
              <a:pathLst>
                <a:path w="70944" h="1472">
                  <a:moveTo>
                    <a:pt x="70944" y="14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1" name="Output_receptor__5190">
              <a:extLst>
                <a:ext uri="{FF2B5EF4-FFF2-40B4-BE49-F238E27FC236}">
                  <a16:creationId xmlns:a16="http://schemas.microsoft.com/office/drawing/2014/main" id="{C749841C-C07C-88A6-8BD0-85E5D577135E}"/>
                </a:ext>
              </a:extLst>
            </p:cNvPr>
            <p:cNvSpPr>
              <a:spLocks noGrp="1"/>
            </p:cNvSpPr>
            <p:nvPr/>
          </p:nvSpPr>
          <p:spPr>
            <a:xfrm>
              <a:off x="15347357" y="3335793"/>
              <a:ext cx="35243" cy="62799"/>
            </a:xfrm>
            <a:custGeom>
              <a:avLst/>
              <a:gdLst/>
              <a:ahLst/>
              <a:cxnLst/>
              <a:rect l="0" t="0" r="0" b="0"/>
              <a:pathLst>
                <a:path w="35243" h="62799">
                  <a:moveTo>
                    <a:pt x="0" y="0"/>
                  </a:moveTo>
                  <a:lnTo>
                    <a:pt x="35243" y="62799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2" name="Output_receptor__5191">
              <a:extLst>
                <a:ext uri="{FF2B5EF4-FFF2-40B4-BE49-F238E27FC236}">
                  <a16:creationId xmlns:a16="http://schemas.microsoft.com/office/drawing/2014/main" id="{B82A71EB-0D52-A228-2DA9-48CF3B679940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05977"/>
              <a:ext cx="31646" cy="62995"/>
            </a:xfrm>
            <a:custGeom>
              <a:avLst/>
              <a:gdLst/>
              <a:ahLst/>
              <a:cxnLst/>
              <a:rect l="0" t="0" r="0" b="0"/>
              <a:pathLst>
                <a:path w="31646" h="62995">
                  <a:moveTo>
                    <a:pt x="31646" y="0"/>
                  </a:moveTo>
                  <a:lnTo>
                    <a:pt x="0" y="6299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3" name="Output_receptor__5192">
              <a:extLst>
                <a:ext uri="{FF2B5EF4-FFF2-40B4-BE49-F238E27FC236}">
                  <a16:creationId xmlns:a16="http://schemas.microsoft.com/office/drawing/2014/main" id="{7831FC69-B564-F6AF-635E-7E25763E65BF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3964105"/>
              <a:ext cx="60392" cy="38955"/>
            </a:xfrm>
            <a:custGeom>
              <a:avLst/>
              <a:gdLst/>
              <a:ahLst/>
              <a:cxnLst/>
              <a:rect l="0" t="0" r="0" b="0"/>
              <a:pathLst>
                <a:path w="60392" h="38955">
                  <a:moveTo>
                    <a:pt x="60392" y="0"/>
                  </a:moveTo>
                  <a:lnTo>
                    <a:pt x="0" y="3895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4" name="Output_receptor__5193">
              <a:extLst>
                <a:ext uri="{FF2B5EF4-FFF2-40B4-BE49-F238E27FC236}">
                  <a16:creationId xmlns:a16="http://schemas.microsoft.com/office/drawing/2014/main" id="{A32BA239-CE93-916A-9E14-59A96A5C2195}"/>
                </a:ext>
              </a:extLst>
            </p:cNvPr>
            <p:cNvSpPr>
              <a:spLocks noGrp="1"/>
            </p:cNvSpPr>
            <p:nvPr/>
          </p:nvSpPr>
          <p:spPr>
            <a:xfrm>
              <a:off x="16175391" y="2781910"/>
              <a:ext cx="39570" cy="40795"/>
            </a:xfrm>
            <a:custGeom>
              <a:avLst/>
              <a:gdLst/>
              <a:ahLst/>
              <a:cxnLst/>
              <a:rect l="0" t="0" r="0" b="0"/>
              <a:pathLst>
                <a:path w="39570" h="40795">
                  <a:moveTo>
                    <a:pt x="39570" y="407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5" name="Output_receptor__5194">
              <a:extLst>
                <a:ext uri="{FF2B5EF4-FFF2-40B4-BE49-F238E27FC236}">
                  <a16:creationId xmlns:a16="http://schemas.microsoft.com/office/drawing/2014/main" id="{C91981A8-A161-CF2A-17A6-94CC5B8951B2}"/>
                </a:ext>
              </a:extLst>
            </p:cNvPr>
            <p:cNvSpPr>
              <a:spLocks noGrp="1"/>
            </p:cNvSpPr>
            <p:nvPr/>
          </p:nvSpPr>
          <p:spPr>
            <a:xfrm>
              <a:off x="15642032" y="3229984"/>
              <a:ext cx="38170" cy="45432"/>
            </a:xfrm>
            <a:custGeom>
              <a:avLst/>
              <a:gdLst/>
              <a:ahLst/>
              <a:cxnLst/>
              <a:rect l="0" t="0" r="0" b="0"/>
              <a:pathLst>
                <a:path w="38170" h="45432">
                  <a:moveTo>
                    <a:pt x="38170" y="454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6" name="Output_receptor__5195">
              <a:extLst>
                <a:ext uri="{FF2B5EF4-FFF2-40B4-BE49-F238E27FC236}">
                  <a16:creationId xmlns:a16="http://schemas.microsoft.com/office/drawing/2014/main" id="{BC47C969-84F2-EF5D-50A7-F0D2995E4096}"/>
                </a:ext>
              </a:extLst>
            </p:cNvPr>
            <p:cNvSpPr>
              <a:spLocks noGrp="1"/>
            </p:cNvSpPr>
            <p:nvPr/>
          </p:nvSpPr>
          <p:spPr>
            <a:xfrm>
              <a:off x="15745746" y="2561115"/>
              <a:ext cx="54035" cy="73870"/>
            </a:xfrm>
            <a:custGeom>
              <a:avLst/>
              <a:gdLst/>
              <a:ahLst/>
              <a:cxnLst/>
              <a:rect l="0" t="0" r="0" b="0"/>
              <a:pathLst>
                <a:path w="54035" h="73870">
                  <a:moveTo>
                    <a:pt x="54035" y="738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7" name="Output_receptor__5196">
              <a:extLst>
                <a:ext uri="{FF2B5EF4-FFF2-40B4-BE49-F238E27FC236}">
                  <a16:creationId xmlns:a16="http://schemas.microsoft.com/office/drawing/2014/main" id="{F8C8E206-F4F0-6F46-64C8-22CABE73264B}"/>
                </a:ext>
              </a:extLst>
            </p:cNvPr>
            <p:cNvSpPr>
              <a:spLocks noGrp="1"/>
            </p:cNvSpPr>
            <p:nvPr/>
          </p:nvSpPr>
          <p:spPr>
            <a:xfrm>
              <a:off x="16120023" y="2659712"/>
              <a:ext cx="1953" cy="27620"/>
            </a:xfrm>
            <a:custGeom>
              <a:avLst/>
              <a:gdLst/>
              <a:ahLst/>
              <a:cxnLst/>
              <a:rect l="0" t="0" r="0" b="0"/>
              <a:pathLst>
                <a:path w="1953" h="27620">
                  <a:moveTo>
                    <a:pt x="0" y="0"/>
                  </a:moveTo>
                  <a:lnTo>
                    <a:pt x="1953" y="2762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8" name="Output_receptor__5197">
              <a:extLst>
                <a:ext uri="{FF2B5EF4-FFF2-40B4-BE49-F238E27FC236}">
                  <a16:creationId xmlns:a16="http://schemas.microsoft.com/office/drawing/2014/main" id="{281E5F29-FFED-613B-CD0A-247815A0B3A8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47657" cy="38577"/>
            </a:xfrm>
            <a:custGeom>
              <a:avLst/>
              <a:gdLst/>
              <a:ahLst/>
              <a:cxnLst/>
              <a:rect l="0" t="0" r="0" b="0"/>
              <a:pathLst>
                <a:path w="47657" h="38577">
                  <a:moveTo>
                    <a:pt x="0" y="0"/>
                  </a:moveTo>
                  <a:lnTo>
                    <a:pt x="47657" y="3857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9" name="Output_receptor__5198">
              <a:extLst>
                <a:ext uri="{FF2B5EF4-FFF2-40B4-BE49-F238E27FC236}">
                  <a16:creationId xmlns:a16="http://schemas.microsoft.com/office/drawing/2014/main" id="{3B2A3987-D870-C7ED-2B97-B0511271C5C7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80816"/>
              <a:ext cx="22355" cy="936"/>
            </a:xfrm>
            <a:custGeom>
              <a:avLst/>
              <a:gdLst/>
              <a:ahLst/>
              <a:cxnLst/>
              <a:rect l="0" t="0" r="0" b="0"/>
              <a:pathLst>
                <a:path w="22355" h="936">
                  <a:moveTo>
                    <a:pt x="22355" y="0"/>
                  </a:moveTo>
                  <a:lnTo>
                    <a:pt x="0" y="93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0" name="Output_receptor__5199">
              <a:extLst>
                <a:ext uri="{FF2B5EF4-FFF2-40B4-BE49-F238E27FC236}">
                  <a16:creationId xmlns:a16="http://schemas.microsoft.com/office/drawing/2014/main" id="{0C12D987-A0E5-F8FD-74DF-AD4B0A42B512}"/>
                </a:ext>
              </a:extLst>
            </p:cNvPr>
            <p:cNvSpPr>
              <a:spLocks noGrp="1"/>
            </p:cNvSpPr>
            <p:nvPr/>
          </p:nvSpPr>
          <p:spPr>
            <a:xfrm>
              <a:off x="15622598" y="2859321"/>
              <a:ext cx="64514" cy="29265"/>
            </a:xfrm>
            <a:custGeom>
              <a:avLst/>
              <a:gdLst/>
              <a:ahLst/>
              <a:cxnLst/>
              <a:rect l="0" t="0" r="0" b="0"/>
              <a:pathLst>
                <a:path w="64514" h="29265">
                  <a:moveTo>
                    <a:pt x="0" y="29265"/>
                  </a:moveTo>
                  <a:lnTo>
                    <a:pt x="6451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1" name="Output_receptor__5200">
              <a:extLst>
                <a:ext uri="{FF2B5EF4-FFF2-40B4-BE49-F238E27FC236}">
                  <a16:creationId xmlns:a16="http://schemas.microsoft.com/office/drawing/2014/main" id="{1AD9CDB0-F21F-2FEC-189C-875BF4CB56FE}"/>
                </a:ext>
              </a:extLst>
            </p:cNvPr>
            <p:cNvSpPr>
              <a:spLocks noGrp="1"/>
            </p:cNvSpPr>
            <p:nvPr/>
          </p:nvSpPr>
          <p:spPr>
            <a:xfrm>
              <a:off x="15739077" y="3383495"/>
              <a:ext cx="54683" cy="31497"/>
            </a:xfrm>
            <a:custGeom>
              <a:avLst/>
              <a:gdLst/>
              <a:ahLst/>
              <a:cxnLst/>
              <a:rect l="0" t="0" r="0" b="0"/>
              <a:pathLst>
                <a:path w="54683" h="31497">
                  <a:moveTo>
                    <a:pt x="0" y="0"/>
                  </a:moveTo>
                  <a:lnTo>
                    <a:pt x="54683" y="3149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2" name="Output_receptor__5201">
              <a:extLst>
                <a:ext uri="{FF2B5EF4-FFF2-40B4-BE49-F238E27FC236}">
                  <a16:creationId xmlns:a16="http://schemas.microsoft.com/office/drawing/2014/main" id="{13B23A74-0DF0-14A4-2299-9EDFEB9A8ED9}"/>
                </a:ext>
              </a:extLst>
            </p:cNvPr>
            <p:cNvSpPr>
              <a:spLocks noGrp="1"/>
            </p:cNvSpPr>
            <p:nvPr/>
          </p:nvSpPr>
          <p:spPr>
            <a:xfrm>
              <a:off x="16668311" y="3971355"/>
              <a:ext cx="34959" cy="59693"/>
            </a:xfrm>
            <a:custGeom>
              <a:avLst/>
              <a:gdLst/>
              <a:ahLst/>
              <a:cxnLst/>
              <a:rect l="0" t="0" r="0" b="0"/>
              <a:pathLst>
                <a:path w="34959" h="59693">
                  <a:moveTo>
                    <a:pt x="0" y="59693"/>
                  </a:moveTo>
                  <a:lnTo>
                    <a:pt x="3495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3" name="Output_receptor__5202">
              <a:extLst>
                <a:ext uri="{FF2B5EF4-FFF2-40B4-BE49-F238E27FC236}">
                  <a16:creationId xmlns:a16="http://schemas.microsoft.com/office/drawing/2014/main" id="{7A0BAD9B-BE9C-A660-B33D-DABFC31F9021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1177"/>
              <a:ext cx="37929" cy="2174"/>
            </a:xfrm>
            <a:custGeom>
              <a:avLst/>
              <a:gdLst/>
              <a:ahLst/>
              <a:cxnLst/>
              <a:rect l="0" t="0" r="0" b="0"/>
              <a:pathLst>
                <a:path w="37929" h="2174">
                  <a:moveTo>
                    <a:pt x="0" y="2174"/>
                  </a:moveTo>
                  <a:lnTo>
                    <a:pt x="3792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4" name="Output_receptor__5203">
              <a:extLst>
                <a:ext uri="{FF2B5EF4-FFF2-40B4-BE49-F238E27FC236}">
                  <a16:creationId xmlns:a16="http://schemas.microsoft.com/office/drawing/2014/main" id="{8558E210-A731-D19A-47D3-A7D3ED2B6877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20965" cy="7075"/>
            </a:xfrm>
            <a:custGeom>
              <a:avLst/>
              <a:gdLst/>
              <a:ahLst/>
              <a:cxnLst/>
              <a:rect l="0" t="0" r="0" b="0"/>
              <a:pathLst>
                <a:path w="20965" h="7075">
                  <a:moveTo>
                    <a:pt x="20965" y="7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05" name="Output_receptor__5204">
              <a:extLst>
                <a:ext uri="{FF2B5EF4-FFF2-40B4-BE49-F238E27FC236}">
                  <a16:creationId xmlns:a16="http://schemas.microsoft.com/office/drawing/2014/main" id="{7143D174-EB85-EA90-C8A6-5F9E24A9E08C}"/>
                </a:ext>
              </a:extLst>
            </p:cNvPr>
            <p:cNvSpPr>
              <a:spLocks noGrp="1"/>
            </p:cNvSpPr>
            <p:nvPr/>
          </p:nvSpPr>
          <p:spPr>
            <a:xfrm>
              <a:off x="15912772" y="3268169"/>
              <a:ext cx="54665" cy="48265"/>
            </a:xfrm>
            <a:custGeom>
              <a:avLst/>
              <a:gdLst/>
              <a:ahLst/>
              <a:cxnLst/>
              <a:rect l="0" t="0" r="0" b="0"/>
              <a:pathLst>
                <a:path w="54665" h="48265">
                  <a:moveTo>
                    <a:pt x="54665" y="48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6" name="Output_receptor__5205">
              <a:extLst>
                <a:ext uri="{FF2B5EF4-FFF2-40B4-BE49-F238E27FC236}">
                  <a16:creationId xmlns:a16="http://schemas.microsoft.com/office/drawing/2014/main" id="{A8C8FA7E-7867-BDF0-78BD-6E677E69511B}"/>
                </a:ext>
              </a:extLst>
            </p:cNvPr>
            <p:cNvSpPr>
              <a:spLocks noGrp="1"/>
            </p:cNvSpPr>
            <p:nvPr/>
          </p:nvSpPr>
          <p:spPr>
            <a:xfrm>
              <a:off x="15332197" y="3398593"/>
              <a:ext cx="50402" cy="47113"/>
            </a:xfrm>
            <a:custGeom>
              <a:avLst/>
              <a:gdLst/>
              <a:ahLst/>
              <a:cxnLst/>
              <a:rect l="0" t="0" r="0" b="0"/>
              <a:pathLst>
                <a:path w="50402" h="47113">
                  <a:moveTo>
                    <a:pt x="50402" y="0"/>
                  </a:moveTo>
                  <a:lnTo>
                    <a:pt x="0" y="4711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7" name="Output_receptor__5206">
              <a:extLst>
                <a:ext uri="{FF2B5EF4-FFF2-40B4-BE49-F238E27FC236}">
                  <a16:creationId xmlns:a16="http://schemas.microsoft.com/office/drawing/2014/main" id="{A3560884-9ECF-404F-8AF0-6BC0603CDD4D}"/>
                </a:ext>
              </a:extLst>
            </p:cNvPr>
            <p:cNvSpPr>
              <a:spLocks noGrp="1"/>
            </p:cNvSpPr>
            <p:nvPr/>
          </p:nvSpPr>
          <p:spPr>
            <a:xfrm>
              <a:off x="16245869" y="3380964"/>
              <a:ext cx="43452" cy="2488"/>
            </a:xfrm>
            <a:custGeom>
              <a:avLst/>
              <a:gdLst/>
              <a:ahLst/>
              <a:cxnLst/>
              <a:rect l="0" t="0" r="0" b="0"/>
              <a:pathLst>
                <a:path w="43452" h="2488">
                  <a:moveTo>
                    <a:pt x="0" y="0"/>
                  </a:moveTo>
                  <a:lnTo>
                    <a:pt x="43452" y="248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8" name="Output_receptor__5207">
              <a:extLst>
                <a:ext uri="{FF2B5EF4-FFF2-40B4-BE49-F238E27FC236}">
                  <a16:creationId xmlns:a16="http://schemas.microsoft.com/office/drawing/2014/main" id="{C1F13CD1-18A1-1871-984A-14F4206DE5DE}"/>
                </a:ext>
              </a:extLst>
            </p:cNvPr>
            <p:cNvSpPr>
              <a:spLocks noGrp="1"/>
            </p:cNvSpPr>
            <p:nvPr/>
          </p:nvSpPr>
          <p:spPr>
            <a:xfrm>
              <a:off x="15703516" y="4011781"/>
              <a:ext cx="23699" cy="57779"/>
            </a:xfrm>
            <a:custGeom>
              <a:avLst/>
              <a:gdLst/>
              <a:ahLst/>
              <a:cxnLst/>
              <a:rect l="0" t="0" r="0" b="0"/>
              <a:pathLst>
                <a:path w="23699" h="57779">
                  <a:moveTo>
                    <a:pt x="0" y="57779"/>
                  </a:moveTo>
                  <a:lnTo>
                    <a:pt x="2369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9" name="Output_receptor__5208">
              <a:extLst>
                <a:ext uri="{FF2B5EF4-FFF2-40B4-BE49-F238E27FC236}">
                  <a16:creationId xmlns:a16="http://schemas.microsoft.com/office/drawing/2014/main" id="{F61275CC-9049-FE12-0623-61439E15FFB2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289051"/>
              <a:ext cx="45004" cy="32628"/>
            </a:xfrm>
            <a:custGeom>
              <a:avLst/>
              <a:gdLst/>
              <a:ahLst/>
              <a:cxnLst/>
              <a:rect l="0" t="0" r="0" b="0"/>
              <a:pathLst>
                <a:path w="45004" h="32628">
                  <a:moveTo>
                    <a:pt x="0" y="32628"/>
                  </a:moveTo>
                  <a:lnTo>
                    <a:pt x="4500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0" name="Output_receptor__5209">
              <a:extLst>
                <a:ext uri="{FF2B5EF4-FFF2-40B4-BE49-F238E27FC236}">
                  <a16:creationId xmlns:a16="http://schemas.microsoft.com/office/drawing/2014/main" id="{91C22209-BF9B-C36F-4656-EC208367628A}"/>
                </a:ext>
              </a:extLst>
            </p:cNvPr>
            <p:cNvSpPr>
              <a:spLocks noGrp="1"/>
            </p:cNvSpPr>
            <p:nvPr/>
          </p:nvSpPr>
          <p:spPr>
            <a:xfrm>
              <a:off x="16304011" y="4018014"/>
              <a:ext cx="63479" cy="7169"/>
            </a:xfrm>
            <a:custGeom>
              <a:avLst/>
              <a:gdLst/>
              <a:ahLst/>
              <a:cxnLst/>
              <a:rect l="0" t="0" r="0" b="0"/>
              <a:pathLst>
                <a:path w="63479" h="7169">
                  <a:moveTo>
                    <a:pt x="0" y="7169"/>
                  </a:moveTo>
                  <a:lnTo>
                    <a:pt x="6347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1" name="Output_receptor__5210">
              <a:extLst>
                <a:ext uri="{FF2B5EF4-FFF2-40B4-BE49-F238E27FC236}">
                  <a16:creationId xmlns:a16="http://schemas.microsoft.com/office/drawing/2014/main" id="{9DC2AD29-BC76-893C-6860-580DE334914F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806575"/>
              <a:ext cx="10158" cy="17561"/>
            </a:xfrm>
            <a:custGeom>
              <a:avLst/>
              <a:gdLst/>
              <a:ahLst/>
              <a:cxnLst/>
              <a:rect l="0" t="0" r="0" b="0"/>
              <a:pathLst>
                <a:path w="10158" h="17561">
                  <a:moveTo>
                    <a:pt x="10158" y="175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12" name="Output_receptor__5211">
              <a:extLst>
                <a:ext uri="{FF2B5EF4-FFF2-40B4-BE49-F238E27FC236}">
                  <a16:creationId xmlns:a16="http://schemas.microsoft.com/office/drawing/2014/main" id="{26DE705F-A4AF-E3F1-52F0-4C88C295DAAF}"/>
                </a:ext>
              </a:extLst>
            </p:cNvPr>
            <p:cNvSpPr>
              <a:spLocks noGrp="1"/>
            </p:cNvSpPr>
            <p:nvPr/>
          </p:nvSpPr>
          <p:spPr>
            <a:xfrm>
              <a:off x="15929595" y="3316434"/>
              <a:ext cx="37842" cy="61299"/>
            </a:xfrm>
            <a:custGeom>
              <a:avLst/>
              <a:gdLst/>
              <a:ahLst/>
              <a:cxnLst/>
              <a:rect l="0" t="0" r="0" b="0"/>
              <a:pathLst>
                <a:path w="37842" h="61299">
                  <a:moveTo>
                    <a:pt x="0" y="61299"/>
                  </a:moveTo>
                  <a:lnTo>
                    <a:pt x="37842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3" name="Output_receptor__5212">
              <a:extLst>
                <a:ext uri="{FF2B5EF4-FFF2-40B4-BE49-F238E27FC236}">
                  <a16:creationId xmlns:a16="http://schemas.microsoft.com/office/drawing/2014/main" id="{D20C38C4-BDC4-CA93-9387-DF43DAA2D039}"/>
                </a:ext>
              </a:extLst>
            </p:cNvPr>
            <p:cNvSpPr>
              <a:spLocks noGrp="1"/>
            </p:cNvSpPr>
            <p:nvPr/>
          </p:nvSpPr>
          <p:spPr>
            <a:xfrm>
              <a:off x="15643967" y="4277192"/>
              <a:ext cx="35124" cy="43308"/>
            </a:xfrm>
            <a:custGeom>
              <a:avLst/>
              <a:gdLst/>
              <a:ahLst/>
              <a:cxnLst/>
              <a:rect l="0" t="0" r="0" b="0"/>
              <a:pathLst>
                <a:path w="35124" h="43308">
                  <a:moveTo>
                    <a:pt x="35124" y="0"/>
                  </a:moveTo>
                  <a:lnTo>
                    <a:pt x="0" y="4330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4" name="Output_receptor__5213">
              <a:extLst>
                <a:ext uri="{FF2B5EF4-FFF2-40B4-BE49-F238E27FC236}">
                  <a16:creationId xmlns:a16="http://schemas.microsoft.com/office/drawing/2014/main" id="{2B10C65C-068D-D2DA-5B1A-BB2CFD39EAF2}"/>
                </a:ext>
              </a:extLst>
            </p:cNvPr>
            <p:cNvSpPr>
              <a:spLocks noGrp="1"/>
            </p:cNvSpPr>
            <p:nvPr/>
          </p:nvSpPr>
          <p:spPr>
            <a:xfrm>
              <a:off x="15681867" y="3964105"/>
              <a:ext cx="45348" cy="47676"/>
            </a:xfrm>
            <a:custGeom>
              <a:avLst/>
              <a:gdLst/>
              <a:ahLst/>
              <a:cxnLst/>
              <a:rect l="0" t="0" r="0" b="0"/>
              <a:pathLst>
                <a:path w="45348" h="47676">
                  <a:moveTo>
                    <a:pt x="45348" y="47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5" name="Output_receptor__5214">
              <a:extLst>
                <a:ext uri="{FF2B5EF4-FFF2-40B4-BE49-F238E27FC236}">
                  <a16:creationId xmlns:a16="http://schemas.microsoft.com/office/drawing/2014/main" id="{033D16AF-48B0-CAAF-1C16-A84649C37C0D}"/>
                </a:ext>
              </a:extLst>
            </p:cNvPr>
            <p:cNvSpPr>
              <a:spLocks noGrp="1"/>
            </p:cNvSpPr>
            <p:nvPr/>
          </p:nvSpPr>
          <p:spPr>
            <a:xfrm>
              <a:off x="15864687" y="2810359"/>
              <a:ext cx="35346" cy="27537"/>
            </a:xfrm>
            <a:custGeom>
              <a:avLst/>
              <a:gdLst/>
              <a:ahLst/>
              <a:cxnLst/>
              <a:rect l="0" t="0" r="0" b="0"/>
              <a:pathLst>
                <a:path w="35346" h="27537">
                  <a:moveTo>
                    <a:pt x="0" y="0"/>
                  </a:moveTo>
                  <a:lnTo>
                    <a:pt x="35346" y="275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6" name="Output_receptor__5215">
              <a:extLst>
                <a:ext uri="{FF2B5EF4-FFF2-40B4-BE49-F238E27FC236}">
                  <a16:creationId xmlns:a16="http://schemas.microsoft.com/office/drawing/2014/main" id="{43BF55FA-AA75-5A5D-DDCE-010D1A3F0501}"/>
                </a:ext>
              </a:extLst>
            </p:cNvPr>
            <p:cNvSpPr>
              <a:spLocks noGrp="1"/>
            </p:cNvSpPr>
            <p:nvPr/>
          </p:nvSpPr>
          <p:spPr>
            <a:xfrm>
              <a:off x="16258551" y="2567748"/>
              <a:ext cx="688" cy="42031"/>
            </a:xfrm>
            <a:custGeom>
              <a:avLst/>
              <a:gdLst/>
              <a:ahLst/>
              <a:cxnLst/>
              <a:rect l="0" t="0" r="0" b="0"/>
              <a:pathLst>
                <a:path w="688" h="42031">
                  <a:moveTo>
                    <a:pt x="0" y="42031"/>
                  </a:moveTo>
                  <a:lnTo>
                    <a:pt x="688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7" name="Output_receptor__5216">
              <a:extLst>
                <a:ext uri="{FF2B5EF4-FFF2-40B4-BE49-F238E27FC236}">
                  <a16:creationId xmlns:a16="http://schemas.microsoft.com/office/drawing/2014/main" id="{A3C62BA4-1238-A50C-48E8-FBE380DCC9CA}"/>
                </a:ext>
              </a:extLst>
            </p:cNvPr>
            <p:cNvSpPr>
              <a:spLocks noGrp="1"/>
            </p:cNvSpPr>
            <p:nvPr/>
          </p:nvSpPr>
          <p:spPr>
            <a:xfrm>
              <a:off x="16010384" y="2225897"/>
              <a:ext cx="4929" cy="63153"/>
            </a:xfrm>
            <a:custGeom>
              <a:avLst/>
              <a:gdLst/>
              <a:ahLst/>
              <a:cxnLst/>
              <a:rect l="0" t="0" r="0" b="0"/>
              <a:pathLst>
                <a:path w="4929" h="63153">
                  <a:moveTo>
                    <a:pt x="4929" y="631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8" name="Output_receptor__5217">
              <a:extLst>
                <a:ext uri="{FF2B5EF4-FFF2-40B4-BE49-F238E27FC236}">
                  <a16:creationId xmlns:a16="http://schemas.microsoft.com/office/drawing/2014/main" id="{465ED30E-2668-AD13-88D3-6BEB943EF3A2}"/>
                </a:ext>
              </a:extLst>
            </p:cNvPr>
            <p:cNvSpPr>
              <a:spLocks noGrp="1"/>
            </p:cNvSpPr>
            <p:nvPr/>
          </p:nvSpPr>
          <p:spPr>
            <a:xfrm>
              <a:off x="16451374" y="3552337"/>
              <a:ext cx="47809" cy="45363"/>
            </a:xfrm>
            <a:custGeom>
              <a:avLst/>
              <a:gdLst/>
              <a:ahLst/>
              <a:cxnLst/>
              <a:rect l="0" t="0" r="0" b="0"/>
              <a:pathLst>
                <a:path w="47809" h="45363">
                  <a:moveTo>
                    <a:pt x="0" y="0"/>
                  </a:moveTo>
                  <a:lnTo>
                    <a:pt x="47809" y="4536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9" name="Output_receptor__5218">
              <a:extLst>
                <a:ext uri="{FF2B5EF4-FFF2-40B4-BE49-F238E27FC236}">
                  <a16:creationId xmlns:a16="http://schemas.microsoft.com/office/drawing/2014/main" id="{1EFC9B4E-4148-FC5B-66B7-6A452225A981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8365" cy="23195"/>
            </a:xfrm>
            <a:custGeom>
              <a:avLst/>
              <a:gdLst/>
              <a:ahLst/>
              <a:cxnLst/>
              <a:rect l="0" t="0" r="0" b="0"/>
              <a:pathLst>
                <a:path w="8365" h="23195">
                  <a:moveTo>
                    <a:pt x="0" y="0"/>
                  </a:moveTo>
                  <a:lnTo>
                    <a:pt x="8365" y="23195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0" name="Output_receptor__5219">
              <a:extLst>
                <a:ext uri="{FF2B5EF4-FFF2-40B4-BE49-F238E27FC236}">
                  <a16:creationId xmlns:a16="http://schemas.microsoft.com/office/drawing/2014/main" id="{2A18EA6B-488D-0F1B-AC63-92331AD54E33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2992817"/>
              <a:ext cx="44121" cy="52867"/>
            </a:xfrm>
            <a:custGeom>
              <a:avLst/>
              <a:gdLst/>
              <a:ahLst/>
              <a:cxnLst/>
              <a:rect l="0" t="0" r="0" b="0"/>
              <a:pathLst>
                <a:path w="44121" h="52867">
                  <a:moveTo>
                    <a:pt x="0" y="52867"/>
                  </a:moveTo>
                  <a:lnTo>
                    <a:pt x="44121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21" name="Output_receptor__5220">
              <a:extLst>
                <a:ext uri="{FF2B5EF4-FFF2-40B4-BE49-F238E27FC236}">
                  <a16:creationId xmlns:a16="http://schemas.microsoft.com/office/drawing/2014/main" id="{95E52CB0-5B81-D245-90A6-5FC263DC9A7C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67871"/>
              <a:ext cx="14964" cy="51258"/>
            </a:xfrm>
            <a:custGeom>
              <a:avLst/>
              <a:gdLst/>
              <a:ahLst/>
              <a:cxnLst/>
              <a:rect l="0" t="0" r="0" b="0"/>
              <a:pathLst>
                <a:path w="14964" h="51258">
                  <a:moveTo>
                    <a:pt x="0" y="0"/>
                  </a:moveTo>
                  <a:lnTo>
                    <a:pt x="14964" y="5125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2" name="Output_receptor__5221">
              <a:extLst>
                <a:ext uri="{FF2B5EF4-FFF2-40B4-BE49-F238E27FC236}">
                  <a16:creationId xmlns:a16="http://schemas.microsoft.com/office/drawing/2014/main" id="{55D1A995-6CC5-AD5D-AD83-23F13DCC9682}"/>
                </a:ext>
              </a:extLst>
            </p:cNvPr>
            <p:cNvSpPr>
              <a:spLocks noGrp="1"/>
            </p:cNvSpPr>
            <p:nvPr/>
          </p:nvSpPr>
          <p:spPr>
            <a:xfrm>
              <a:off x="15758061" y="2698514"/>
              <a:ext cx="9975" cy="46173"/>
            </a:xfrm>
            <a:custGeom>
              <a:avLst/>
              <a:gdLst/>
              <a:ahLst/>
              <a:cxnLst/>
              <a:rect l="0" t="0" r="0" b="0"/>
              <a:pathLst>
                <a:path w="9975" h="46173">
                  <a:moveTo>
                    <a:pt x="0" y="46173"/>
                  </a:moveTo>
                  <a:lnTo>
                    <a:pt x="997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3" name="Output_receptor__5222">
              <a:extLst>
                <a:ext uri="{FF2B5EF4-FFF2-40B4-BE49-F238E27FC236}">
                  <a16:creationId xmlns:a16="http://schemas.microsoft.com/office/drawing/2014/main" id="{BE5CDC41-00C2-7CE0-3239-F347A7561748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75735"/>
              <a:ext cx="67636" cy="25575"/>
            </a:xfrm>
            <a:custGeom>
              <a:avLst/>
              <a:gdLst/>
              <a:ahLst/>
              <a:cxnLst/>
              <a:rect l="0" t="0" r="0" b="0"/>
              <a:pathLst>
                <a:path w="67636" h="25575">
                  <a:moveTo>
                    <a:pt x="0" y="0"/>
                  </a:moveTo>
                  <a:lnTo>
                    <a:pt x="67636" y="2557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4" name="Output_receptor__5223">
              <a:extLst>
                <a:ext uri="{FF2B5EF4-FFF2-40B4-BE49-F238E27FC236}">
                  <a16:creationId xmlns:a16="http://schemas.microsoft.com/office/drawing/2014/main" id="{3929A7A7-5FF5-8C9F-945C-5F70542DFE9F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617444"/>
              <a:ext cx="59562" cy="12508"/>
            </a:xfrm>
            <a:custGeom>
              <a:avLst/>
              <a:gdLst/>
              <a:ahLst/>
              <a:cxnLst/>
              <a:rect l="0" t="0" r="0" b="0"/>
              <a:pathLst>
                <a:path w="59562" h="12508">
                  <a:moveTo>
                    <a:pt x="59562" y="12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5" name="Output_receptor__5224">
              <a:extLst>
                <a:ext uri="{FF2B5EF4-FFF2-40B4-BE49-F238E27FC236}">
                  <a16:creationId xmlns:a16="http://schemas.microsoft.com/office/drawing/2014/main" id="{A2F8ACB5-17DE-9D23-3408-B8F6E44B0AA7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58408" cy="5618"/>
            </a:xfrm>
            <a:custGeom>
              <a:avLst/>
              <a:gdLst/>
              <a:ahLst/>
              <a:cxnLst/>
              <a:rect l="0" t="0" r="0" b="0"/>
              <a:pathLst>
                <a:path w="58408" h="5618">
                  <a:moveTo>
                    <a:pt x="0" y="0"/>
                  </a:moveTo>
                  <a:lnTo>
                    <a:pt x="58408" y="561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6" name="Output_receptor__5225">
              <a:extLst>
                <a:ext uri="{FF2B5EF4-FFF2-40B4-BE49-F238E27FC236}">
                  <a16:creationId xmlns:a16="http://schemas.microsoft.com/office/drawing/2014/main" id="{2E12E192-9B60-E722-8E46-6B18C202EC08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84213"/>
              <a:ext cx="16265" cy="23731"/>
            </a:xfrm>
            <a:custGeom>
              <a:avLst/>
              <a:gdLst/>
              <a:ahLst/>
              <a:cxnLst/>
              <a:rect l="0" t="0" r="0" b="0"/>
              <a:pathLst>
                <a:path w="16265" h="23731">
                  <a:moveTo>
                    <a:pt x="16265" y="0"/>
                  </a:moveTo>
                  <a:lnTo>
                    <a:pt x="0" y="2373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7" name="Output_receptor__5226">
              <a:extLst>
                <a:ext uri="{FF2B5EF4-FFF2-40B4-BE49-F238E27FC236}">
                  <a16:creationId xmlns:a16="http://schemas.microsoft.com/office/drawing/2014/main" id="{66912A6E-F4C6-8306-179D-0768C863232C}"/>
                </a:ext>
              </a:extLst>
            </p:cNvPr>
            <p:cNvSpPr>
              <a:spLocks noGrp="1"/>
            </p:cNvSpPr>
            <p:nvPr/>
          </p:nvSpPr>
          <p:spPr>
            <a:xfrm>
              <a:off x="16593840" y="3858034"/>
              <a:ext cx="67414" cy="14311"/>
            </a:xfrm>
            <a:custGeom>
              <a:avLst/>
              <a:gdLst/>
              <a:ahLst/>
              <a:cxnLst/>
              <a:rect l="0" t="0" r="0" b="0"/>
              <a:pathLst>
                <a:path w="67414" h="14311">
                  <a:moveTo>
                    <a:pt x="67414" y="14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8" name="Output_receptor__5227">
              <a:extLst>
                <a:ext uri="{FF2B5EF4-FFF2-40B4-BE49-F238E27FC236}">
                  <a16:creationId xmlns:a16="http://schemas.microsoft.com/office/drawing/2014/main" id="{2B220B01-E8A4-EE74-ACAD-8EF53D80A489}"/>
                </a:ext>
              </a:extLst>
            </p:cNvPr>
            <p:cNvSpPr>
              <a:spLocks noGrp="1"/>
            </p:cNvSpPr>
            <p:nvPr/>
          </p:nvSpPr>
          <p:spPr>
            <a:xfrm>
              <a:off x="16409298" y="3105005"/>
              <a:ext cx="4595" cy="50848"/>
            </a:xfrm>
            <a:custGeom>
              <a:avLst/>
              <a:gdLst/>
              <a:ahLst/>
              <a:cxnLst/>
              <a:rect l="0" t="0" r="0" b="0"/>
              <a:pathLst>
                <a:path w="4595" h="50848">
                  <a:moveTo>
                    <a:pt x="0" y="50848"/>
                  </a:moveTo>
                  <a:lnTo>
                    <a:pt x="459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9" name="Output_receptor__5228">
              <a:extLst>
                <a:ext uri="{FF2B5EF4-FFF2-40B4-BE49-F238E27FC236}">
                  <a16:creationId xmlns:a16="http://schemas.microsoft.com/office/drawing/2014/main" id="{481107A3-3047-32ED-D1C6-A1AAE78116D9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4025183"/>
              <a:ext cx="31625" cy="17273"/>
            </a:xfrm>
            <a:custGeom>
              <a:avLst/>
              <a:gdLst/>
              <a:ahLst/>
              <a:cxnLst/>
              <a:rect l="0" t="0" r="0" b="0"/>
              <a:pathLst>
                <a:path w="31625" h="17273">
                  <a:moveTo>
                    <a:pt x="0" y="17273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0" name="Output_receptor__5229">
              <a:extLst>
                <a:ext uri="{FF2B5EF4-FFF2-40B4-BE49-F238E27FC236}">
                  <a16:creationId xmlns:a16="http://schemas.microsoft.com/office/drawing/2014/main" id="{C0731F8D-1C81-1BDD-BBD5-6163FA10A685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09779"/>
              <a:ext cx="26454" cy="54450"/>
            </a:xfrm>
            <a:custGeom>
              <a:avLst/>
              <a:gdLst/>
              <a:ahLst/>
              <a:cxnLst/>
              <a:rect l="0" t="0" r="0" b="0"/>
              <a:pathLst>
                <a:path w="26454" h="54450">
                  <a:moveTo>
                    <a:pt x="0" y="54450"/>
                  </a:moveTo>
                  <a:lnTo>
                    <a:pt x="2645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1" name="Output_receptor__5230">
              <a:extLst>
                <a:ext uri="{FF2B5EF4-FFF2-40B4-BE49-F238E27FC236}">
                  <a16:creationId xmlns:a16="http://schemas.microsoft.com/office/drawing/2014/main" id="{38049D05-79FB-B321-2394-9C0C60E1C549}"/>
                </a:ext>
              </a:extLst>
            </p:cNvPr>
            <p:cNvSpPr>
              <a:spLocks noGrp="1"/>
            </p:cNvSpPr>
            <p:nvPr/>
          </p:nvSpPr>
          <p:spPr>
            <a:xfrm>
              <a:off x="15435608" y="3754872"/>
              <a:ext cx="26155" cy="60536"/>
            </a:xfrm>
            <a:custGeom>
              <a:avLst/>
              <a:gdLst/>
              <a:ahLst/>
              <a:cxnLst/>
              <a:rect l="0" t="0" r="0" b="0"/>
              <a:pathLst>
                <a:path w="26155" h="60536">
                  <a:moveTo>
                    <a:pt x="0" y="60536"/>
                  </a:moveTo>
                  <a:lnTo>
                    <a:pt x="2615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2" name="Output_receptor__5231">
              <a:extLst>
                <a:ext uri="{FF2B5EF4-FFF2-40B4-BE49-F238E27FC236}">
                  <a16:creationId xmlns:a16="http://schemas.microsoft.com/office/drawing/2014/main" id="{4F576074-6078-9EFC-619A-13D31F4C518E}"/>
                </a:ext>
              </a:extLst>
            </p:cNvPr>
            <p:cNvSpPr>
              <a:spLocks noGrp="1"/>
            </p:cNvSpPr>
            <p:nvPr/>
          </p:nvSpPr>
          <p:spPr>
            <a:xfrm>
              <a:off x="15602234" y="2888586"/>
              <a:ext cx="20364" cy="43482"/>
            </a:xfrm>
            <a:custGeom>
              <a:avLst/>
              <a:gdLst/>
              <a:ahLst/>
              <a:cxnLst/>
              <a:rect l="0" t="0" r="0" b="0"/>
              <a:pathLst>
                <a:path w="20364" h="43482">
                  <a:moveTo>
                    <a:pt x="0" y="43482"/>
                  </a:moveTo>
                  <a:lnTo>
                    <a:pt x="2036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3" name="Output_receptor__5232">
              <a:extLst>
                <a:ext uri="{FF2B5EF4-FFF2-40B4-BE49-F238E27FC236}">
                  <a16:creationId xmlns:a16="http://schemas.microsoft.com/office/drawing/2014/main" id="{E59D375D-5E46-3E89-4FAC-6FE2694FE208}"/>
                </a:ext>
              </a:extLst>
            </p:cNvPr>
            <p:cNvSpPr>
              <a:spLocks noGrp="1"/>
            </p:cNvSpPr>
            <p:nvPr/>
          </p:nvSpPr>
          <p:spPr>
            <a:xfrm>
              <a:off x="15740237" y="3724183"/>
              <a:ext cx="24699" cy="65979"/>
            </a:xfrm>
            <a:custGeom>
              <a:avLst/>
              <a:gdLst/>
              <a:ahLst/>
              <a:cxnLst/>
              <a:rect l="0" t="0" r="0" b="0"/>
              <a:pathLst>
                <a:path w="24699" h="65979">
                  <a:moveTo>
                    <a:pt x="0" y="65979"/>
                  </a:moveTo>
                  <a:lnTo>
                    <a:pt x="2469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4" name="Output_receptor__5233">
              <a:extLst>
                <a:ext uri="{FF2B5EF4-FFF2-40B4-BE49-F238E27FC236}">
                  <a16:creationId xmlns:a16="http://schemas.microsoft.com/office/drawing/2014/main" id="{1FADCFB4-486F-5195-C7A0-000F5465C3C6}"/>
                </a:ext>
              </a:extLst>
            </p:cNvPr>
            <p:cNvSpPr>
              <a:spLocks noGrp="1"/>
            </p:cNvSpPr>
            <p:nvPr/>
          </p:nvSpPr>
          <p:spPr>
            <a:xfrm>
              <a:off x="16268926" y="3295314"/>
              <a:ext cx="47772" cy="2961"/>
            </a:xfrm>
            <a:custGeom>
              <a:avLst/>
              <a:gdLst/>
              <a:ahLst/>
              <a:cxnLst/>
              <a:rect l="0" t="0" r="0" b="0"/>
              <a:pathLst>
                <a:path w="47772" h="2961">
                  <a:moveTo>
                    <a:pt x="0" y="0"/>
                  </a:moveTo>
                  <a:lnTo>
                    <a:pt x="47772" y="2961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5" name="Output_receptor__5234">
              <a:extLst>
                <a:ext uri="{FF2B5EF4-FFF2-40B4-BE49-F238E27FC236}">
                  <a16:creationId xmlns:a16="http://schemas.microsoft.com/office/drawing/2014/main" id="{510B885E-6019-80CA-11CE-B98B9945B27A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25187"/>
              <a:ext cx="44358" cy="51130"/>
            </a:xfrm>
            <a:custGeom>
              <a:avLst/>
              <a:gdLst/>
              <a:ahLst/>
              <a:cxnLst/>
              <a:rect l="0" t="0" r="0" b="0"/>
              <a:pathLst>
                <a:path w="44358" h="51130">
                  <a:moveTo>
                    <a:pt x="44358" y="0"/>
                  </a:moveTo>
                  <a:lnTo>
                    <a:pt x="0" y="5113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6" name="Output_receptor__5235">
              <a:extLst>
                <a:ext uri="{FF2B5EF4-FFF2-40B4-BE49-F238E27FC236}">
                  <a16:creationId xmlns:a16="http://schemas.microsoft.com/office/drawing/2014/main" id="{88E54082-1153-7C5A-CD40-A805FD0BB545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781910"/>
              <a:ext cx="50510" cy="50904"/>
            </a:xfrm>
            <a:custGeom>
              <a:avLst/>
              <a:gdLst/>
              <a:ahLst/>
              <a:cxnLst/>
              <a:rect l="0" t="0" r="0" b="0"/>
              <a:pathLst>
                <a:path w="50510" h="50904">
                  <a:moveTo>
                    <a:pt x="50510" y="0"/>
                  </a:moveTo>
                  <a:lnTo>
                    <a:pt x="0" y="5090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7" name="Output_receptor__5236">
              <a:extLst>
                <a:ext uri="{FF2B5EF4-FFF2-40B4-BE49-F238E27FC236}">
                  <a16:creationId xmlns:a16="http://schemas.microsoft.com/office/drawing/2014/main" id="{3A969B33-E386-8A6D-E8D1-127F67E9DE6C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6910"/>
              <a:ext cx="36257" cy="19684"/>
            </a:xfrm>
            <a:custGeom>
              <a:avLst/>
              <a:gdLst/>
              <a:ahLst/>
              <a:cxnLst/>
              <a:rect l="0" t="0" r="0" b="0"/>
              <a:pathLst>
                <a:path w="36257" h="19684">
                  <a:moveTo>
                    <a:pt x="36257" y="196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8" name="Output_receptor__5237">
              <a:extLst>
                <a:ext uri="{FF2B5EF4-FFF2-40B4-BE49-F238E27FC236}">
                  <a16:creationId xmlns:a16="http://schemas.microsoft.com/office/drawing/2014/main" id="{CAF3583E-72B1-0D00-9869-DF13F3EC3903}"/>
                </a:ext>
              </a:extLst>
            </p:cNvPr>
            <p:cNvSpPr>
              <a:spLocks noGrp="1"/>
            </p:cNvSpPr>
            <p:nvPr/>
          </p:nvSpPr>
          <p:spPr>
            <a:xfrm>
              <a:off x="15588138" y="2623545"/>
              <a:ext cx="68813" cy="6035"/>
            </a:xfrm>
            <a:custGeom>
              <a:avLst/>
              <a:gdLst/>
              <a:ahLst/>
              <a:cxnLst/>
              <a:rect l="0" t="0" r="0" b="0"/>
              <a:pathLst>
                <a:path w="68813" h="6035">
                  <a:moveTo>
                    <a:pt x="68813" y="60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9" name="Output_receptor__5238">
              <a:extLst>
                <a:ext uri="{FF2B5EF4-FFF2-40B4-BE49-F238E27FC236}">
                  <a16:creationId xmlns:a16="http://schemas.microsoft.com/office/drawing/2014/main" id="{D452340C-EC72-91CE-4269-C091E119CC44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48304"/>
              <a:ext cx="34817" cy="62664"/>
            </a:xfrm>
            <a:custGeom>
              <a:avLst/>
              <a:gdLst/>
              <a:ahLst/>
              <a:cxnLst/>
              <a:rect l="0" t="0" r="0" b="0"/>
              <a:pathLst>
                <a:path w="34817" h="62664">
                  <a:moveTo>
                    <a:pt x="0" y="0"/>
                  </a:moveTo>
                  <a:lnTo>
                    <a:pt x="34817" y="62664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0" name="Output_receptor__5239">
              <a:extLst>
                <a:ext uri="{FF2B5EF4-FFF2-40B4-BE49-F238E27FC236}">
                  <a16:creationId xmlns:a16="http://schemas.microsoft.com/office/drawing/2014/main" id="{B8CAAC5F-C231-2ECE-83E0-0AECB9F86FFA}"/>
                </a:ext>
              </a:extLst>
            </p:cNvPr>
            <p:cNvSpPr>
              <a:spLocks noGrp="1"/>
            </p:cNvSpPr>
            <p:nvPr/>
          </p:nvSpPr>
          <p:spPr>
            <a:xfrm>
              <a:off x="15465445" y="3299238"/>
              <a:ext cx="71039" cy="13360"/>
            </a:xfrm>
            <a:custGeom>
              <a:avLst/>
              <a:gdLst/>
              <a:ahLst/>
              <a:cxnLst/>
              <a:rect l="0" t="0" r="0" b="0"/>
              <a:pathLst>
                <a:path w="71039" h="13360">
                  <a:moveTo>
                    <a:pt x="71039" y="0"/>
                  </a:moveTo>
                  <a:lnTo>
                    <a:pt x="0" y="133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1" name="Output_receptor__5240">
              <a:extLst>
                <a:ext uri="{FF2B5EF4-FFF2-40B4-BE49-F238E27FC236}">
                  <a16:creationId xmlns:a16="http://schemas.microsoft.com/office/drawing/2014/main" id="{6E512810-6647-3CD5-ADAF-CC2E729E7BC9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531089"/>
              <a:ext cx="26110" cy="15665"/>
            </a:xfrm>
            <a:custGeom>
              <a:avLst/>
              <a:gdLst/>
              <a:ahLst/>
              <a:cxnLst/>
              <a:rect l="0" t="0" r="0" b="0"/>
              <a:pathLst>
                <a:path w="26110" h="15665">
                  <a:moveTo>
                    <a:pt x="26110" y="0"/>
                  </a:moveTo>
                  <a:lnTo>
                    <a:pt x="0" y="1566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2" name="Output_receptor__5241">
              <a:extLst>
                <a:ext uri="{FF2B5EF4-FFF2-40B4-BE49-F238E27FC236}">
                  <a16:creationId xmlns:a16="http://schemas.microsoft.com/office/drawing/2014/main" id="{0AF6CA84-4C63-12FC-63E7-718807F947EA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43287"/>
              <a:ext cx="66385" cy="27137"/>
            </a:xfrm>
            <a:custGeom>
              <a:avLst/>
              <a:gdLst/>
              <a:ahLst/>
              <a:cxnLst/>
              <a:rect l="0" t="0" r="0" b="0"/>
              <a:pathLst>
                <a:path w="66385" h="27137">
                  <a:moveTo>
                    <a:pt x="0" y="27137"/>
                  </a:moveTo>
                  <a:lnTo>
                    <a:pt x="6638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3" name="Output_receptor__5242">
              <a:extLst>
                <a:ext uri="{FF2B5EF4-FFF2-40B4-BE49-F238E27FC236}">
                  <a16:creationId xmlns:a16="http://schemas.microsoft.com/office/drawing/2014/main" id="{D2641BFD-86C8-7722-2E12-F45CFC953FF9}"/>
                </a:ext>
              </a:extLst>
            </p:cNvPr>
            <p:cNvSpPr>
              <a:spLocks noGrp="1"/>
            </p:cNvSpPr>
            <p:nvPr/>
          </p:nvSpPr>
          <p:spPr>
            <a:xfrm>
              <a:off x="16085350" y="2596098"/>
              <a:ext cx="34674" cy="63614"/>
            </a:xfrm>
            <a:custGeom>
              <a:avLst/>
              <a:gdLst/>
              <a:ahLst/>
              <a:cxnLst/>
              <a:rect l="0" t="0" r="0" b="0"/>
              <a:pathLst>
                <a:path w="34674" h="63614">
                  <a:moveTo>
                    <a:pt x="0" y="0"/>
                  </a:moveTo>
                  <a:lnTo>
                    <a:pt x="34674" y="6361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4" name="Output_receptor__5243">
              <a:extLst>
                <a:ext uri="{FF2B5EF4-FFF2-40B4-BE49-F238E27FC236}">
                  <a16:creationId xmlns:a16="http://schemas.microsoft.com/office/drawing/2014/main" id="{0FEB6674-0F72-1169-D22B-5B2B86673B6A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1" y="3357022"/>
              <a:ext cx="68518" cy="23941"/>
            </a:xfrm>
            <a:custGeom>
              <a:avLst/>
              <a:gdLst/>
              <a:ahLst/>
              <a:cxnLst/>
              <a:rect l="0" t="0" r="0" b="0"/>
              <a:pathLst>
                <a:path w="68518" h="23941">
                  <a:moveTo>
                    <a:pt x="0" y="0"/>
                  </a:moveTo>
                  <a:lnTo>
                    <a:pt x="68518" y="2394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5" name="Output_receptor__5244">
              <a:extLst>
                <a:ext uri="{FF2B5EF4-FFF2-40B4-BE49-F238E27FC236}">
                  <a16:creationId xmlns:a16="http://schemas.microsoft.com/office/drawing/2014/main" id="{EF3F31B8-219A-868C-FF8B-9A7065B7678B}"/>
                </a:ext>
              </a:extLst>
            </p:cNvPr>
            <p:cNvSpPr>
              <a:spLocks noGrp="1"/>
            </p:cNvSpPr>
            <p:nvPr/>
          </p:nvSpPr>
          <p:spPr>
            <a:xfrm>
              <a:off x="16354786" y="3795575"/>
              <a:ext cx="68644" cy="17560"/>
            </a:xfrm>
            <a:custGeom>
              <a:avLst/>
              <a:gdLst/>
              <a:ahLst/>
              <a:cxnLst/>
              <a:rect l="0" t="0" r="0" b="0"/>
              <a:pathLst>
                <a:path w="68644" h="17560">
                  <a:moveTo>
                    <a:pt x="68644" y="0"/>
                  </a:moveTo>
                  <a:lnTo>
                    <a:pt x="0" y="175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6" name="Output_receptor__5245">
              <a:extLst>
                <a:ext uri="{FF2B5EF4-FFF2-40B4-BE49-F238E27FC236}">
                  <a16:creationId xmlns:a16="http://schemas.microsoft.com/office/drawing/2014/main" id="{239DF9CA-6C69-71DA-7BC1-30BFF30B509E}"/>
                </a:ext>
              </a:extLst>
            </p:cNvPr>
            <p:cNvSpPr>
              <a:spLocks noGrp="1"/>
            </p:cNvSpPr>
            <p:nvPr/>
          </p:nvSpPr>
          <p:spPr>
            <a:xfrm>
              <a:off x="15456030" y="4405235"/>
              <a:ext cx="2853" cy="69016"/>
            </a:xfrm>
            <a:custGeom>
              <a:avLst/>
              <a:gdLst/>
              <a:ahLst/>
              <a:cxnLst/>
              <a:rect l="0" t="0" r="0" b="0"/>
              <a:pathLst>
                <a:path w="2853" h="69016">
                  <a:moveTo>
                    <a:pt x="0" y="0"/>
                  </a:moveTo>
                  <a:lnTo>
                    <a:pt x="2853" y="69016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7" name="Output_receptor__5246">
              <a:extLst>
                <a:ext uri="{FF2B5EF4-FFF2-40B4-BE49-F238E27FC236}">
                  <a16:creationId xmlns:a16="http://schemas.microsoft.com/office/drawing/2014/main" id="{75365D55-E00C-782A-DEAE-0371AF3DA6EE}"/>
                </a:ext>
              </a:extLst>
            </p:cNvPr>
            <p:cNvSpPr>
              <a:spLocks noGrp="1"/>
            </p:cNvSpPr>
            <p:nvPr/>
          </p:nvSpPr>
          <p:spPr>
            <a:xfrm>
              <a:off x="15577412" y="4292922"/>
              <a:ext cx="66555" cy="27579"/>
            </a:xfrm>
            <a:custGeom>
              <a:avLst/>
              <a:gdLst/>
              <a:ahLst/>
              <a:cxnLst/>
              <a:rect l="0" t="0" r="0" b="0"/>
              <a:pathLst>
                <a:path w="66555" h="27579">
                  <a:moveTo>
                    <a:pt x="66555" y="275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8" name="Output_receptor__5247">
              <a:extLst>
                <a:ext uri="{FF2B5EF4-FFF2-40B4-BE49-F238E27FC236}">
                  <a16:creationId xmlns:a16="http://schemas.microsoft.com/office/drawing/2014/main" id="{91C682EE-9AA4-FBA2-365D-8EE518D20491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35793"/>
              <a:ext cx="27493" cy="13829"/>
            </a:xfrm>
            <a:custGeom>
              <a:avLst/>
              <a:gdLst/>
              <a:ahLst/>
              <a:cxnLst/>
              <a:rect l="0" t="0" r="0" b="0"/>
              <a:pathLst>
                <a:path w="27493" h="13829">
                  <a:moveTo>
                    <a:pt x="0" y="13829"/>
                  </a:moveTo>
                  <a:lnTo>
                    <a:pt x="2749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9" name="Output_receptor__5248">
              <a:extLst>
                <a:ext uri="{FF2B5EF4-FFF2-40B4-BE49-F238E27FC236}">
                  <a16:creationId xmlns:a16="http://schemas.microsoft.com/office/drawing/2014/main" id="{1E8E1D4A-13A2-0DBB-0E50-6E02B7D85BEA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41865"/>
              <a:ext cx="22422" cy="28687"/>
            </a:xfrm>
            <a:custGeom>
              <a:avLst/>
              <a:gdLst/>
              <a:ahLst/>
              <a:cxnLst/>
              <a:rect l="0" t="0" r="0" b="0"/>
              <a:pathLst>
                <a:path w="22422" h="28687">
                  <a:moveTo>
                    <a:pt x="22422" y="0"/>
                  </a:moveTo>
                  <a:lnTo>
                    <a:pt x="0" y="2868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0" name="Output_receptor__5249">
              <a:extLst>
                <a:ext uri="{FF2B5EF4-FFF2-40B4-BE49-F238E27FC236}">
                  <a16:creationId xmlns:a16="http://schemas.microsoft.com/office/drawing/2014/main" id="{1FEE5379-3C0F-92ED-3C9F-0976C0816949}"/>
                </a:ext>
              </a:extLst>
            </p:cNvPr>
            <p:cNvSpPr>
              <a:spLocks noGrp="1"/>
            </p:cNvSpPr>
            <p:nvPr/>
          </p:nvSpPr>
          <p:spPr>
            <a:xfrm>
              <a:off x="15461763" y="3736699"/>
              <a:ext cx="39019" cy="18174"/>
            </a:xfrm>
            <a:custGeom>
              <a:avLst/>
              <a:gdLst/>
              <a:ahLst/>
              <a:cxnLst/>
              <a:rect l="0" t="0" r="0" b="0"/>
              <a:pathLst>
                <a:path w="39019" h="18174">
                  <a:moveTo>
                    <a:pt x="0" y="18174"/>
                  </a:moveTo>
                  <a:lnTo>
                    <a:pt x="390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1" name="Output_receptor__5250">
              <a:extLst>
                <a:ext uri="{FF2B5EF4-FFF2-40B4-BE49-F238E27FC236}">
                  <a16:creationId xmlns:a16="http://schemas.microsoft.com/office/drawing/2014/main" id="{3AA83913-D650-CC89-BB73-A3EE25CD352E}"/>
                </a:ext>
              </a:extLst>
            </p:cNvPr>
            <p:cNvSpPr>
              <a:spLocks noGrp="1"/>
            </p:cNvSpPr>
            <p:nvPr/>
          </p:nvSpPr>
          <p:spPr>
            <a:xfrm>
              <a:off x="16361565" y="4018014"/>
              <a:ext cx="5925" cy="66198"/>
            </a:xfrm>
            <a:custGeom>
              <a:avLst/>
              <a:gdLst/>
              <a:ahLst/>
              <a:cxnLst/>
              <a:rect l="0" t="0" r="0" b="0"/>
              <a:pathLst>
                <a:path w="5925" h="66198">
                  <a:moveTo>
                    <a:pt x="5925" y="0"/>
                  </a:moveTo>
                  <a:lnTo>
                    <a:pt x="0" y="6619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2" name="Output_receptor__5251">
              <a:extLst>
                <a:ext uri="{FF2B5EF4-FFF2-40B4-BE49-F238E27FC236}">
                  <a16:creationId xmlns:a16="http://schemas.microsoft.com/office/drawing/2014/main" id="{D7483DA6-8CED-3F49-43C1-9B9D63F1B5BD}"/>
                </a:ext>
              </a:extLst>
            </p:cNvPr>
            <p:cNvSpPr>
              <a:spLocks noGrp="1"/>
            </p:cNvSpPr>
            <p:nvPr/>
          </p:nvSpPr>
          <p:spPr>
            <a:xfrm>
              <a:off x="16118807" y="3082716"/>
              <a:ext cx="49194" cy="18593"/>
            </a:xfrm>
            <a:custGeom>
              <a:avLst/>
              <a:gdLst/>
              <a:ahLst/>
              <a:cxnLst/>
              <a:rect l="0" t="0" r="0" b="0"/>
              <a:pathLst>
                <a:path w="49194" h="18593">
                  <a:moveTo>
                    <a:pt x="0" y="18593"/>
                  </a:moveTo>
                  <a:lnTo>
                    <a:pt x="4919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3" name="Output_receptor__5252">
              <a:extLst>
                <a:ext uri="{FF2B5EF4-FFF2-40B4-BE49-F238E27FC236}">
                  <a16:creationId xmlns:a16="http://schemas.microsoft.com/office/drawing/2014/main" id="{97F951E7-367F-A9BE-8668-D08B1535CA5A}"/>
                </a:ext>
              </a:extLst>
            </p:cNvPr>
            <p:cNvSpPr>
              <a:spLocks noGrp="1"/>
            </p:cNvSpPr>
            <p:nvPr/>
          </p:nvSpPr>
          <p:spPr>
            <a:xfrm>
              <a:off x="15680203" y="3249765"/>
              <a:ext cx="58059" cy="25650"/>
            </a:xfrm>
            <a:custGeom>
              <a:avLst/>
              <a:gdLst/>
              <a:ahLst/>
              <a:cxnLst/>
              <a:rect l="0" t="0" r="0" b="0"/>
              <a:pathLst>
                <a:path w="58059" h="25650">
                  <a:moveTo>
                    <a:pt x="58059" y="0"/>
                  </a:moveTo>
                  <a:lnTo>
                    <a:pt x="0" y="2565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4" name="Output_receptor__5253">
              <a:extLst>
                <a:ext uri="{FF2B5EF4-FFF2-40B4-BE49-F238E27FC236}">
                  <a16:creationId xmlns:a16="http://schemas.microsoft.com/office/drawing/2014/main" id="{D62E0724-45D1-49D1-2A8D-53B6704E93D0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60517"/>
              <a:ext cx="30052" cy="36137"/>
            </a:xfrm>
            <a:custGeom>
              <a:avLst/>
              <a:gdLst/>
              <a:ahLst/>
              <a:cxnLst/>
              <a:rect l="0" t="0" r="0" b="0"/>
              <a:pathLst>
                <a:path w="30052" h="36137">
                  <a:moveTo>
                    <a:pt x="0" y="36137"/>
                  </a:moveTo>
                  <a:lnTo>
                    <a:pt x="30052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5" name="Output_receptor__5254">
              <a:extLst>
                <a:ext uri="{FF2B5EF4-FFF2-40B4-BE49-F238E27FC236}">
                  <a16:creationId xmlns:a16="http://schemas.microsoft.com/office/drawing/2014/main" id="{D9712D3E-E657-1ADF-1B0B-B3C76C690087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383495"/>
              <a:ext cx="11407" cy="61662"/>
            </a:xfrm>
            <a:custGeom>
              <a:avLst/>
              <a:gdLst/>
              <a:ahLst/>
              <a:cxnLst/>
              <a:rect l="0" t="0" r="0" b="0"/>
              <a:pathLst>
                <a:path w="11407" h="61662">
                  <a:moveTo>
                    <a:pt x="0" y="61662"/>
                  </a:moveTo>
                  <a:lnTo>
                    <a:pt x="1140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6" name="Output_receptor__5255">
              <a:extLst>
                <a:ext uri="{FF2B5EF4-FFF2-40B4-BE49-F238E27FC236}">
                  <a16:creationId xmlns:a16="http://schemas.microsoft.com/office/drawing/2014/main" id="{9597D40F-D80F-5647-B9DE-A6CCA0AB2E2B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14292" cy="7777"/>
            </a:xfrm>
            <a:custGeom>
              <a:avLst/>
              <a:gdLst/>
              <a:ahLst/>
              <a:cxnLst/>
              <a:rect l="0" t="0" r="0" b="0"/>
              <a:pathLst>
                <a:path w="14292" h="7777">
                  <a:moveTo>
                    <a:pt x="14292" y="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7" name="Output_receptor__5256">
              <a:extLst>
                <a:ext uri="{FF2B5EF4-FFF2-40B4-BE49-F238E27FC236}">
                  <a16:creationId xmlns:a16="http://schemas.microsoft.com/office/drawing/2014/main" id="{1FC01233-BF22-5029-3377-5CEF07E751AC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4003060"/>
              <a:ext cx="16110" cy="17313"/>
            </a:xfrm>
            <a:custGeom>
              <a:avLst/>
              <a:gdLst/>
              <a:ahLst/>
              <a:cxnLst/>
              <a:rect l="0" t="0" r="0" b="0"/>
              <a:pathLst>
                <a:path w="16110" h="17313">
                  <a:moveTo>
                    <a:pt x="0" y="0"/>
                  </a:moveTo>
                  <a:lnTo>
                    <a:pt x="16110" y="1731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8" name="Output_receptor__5257">
              <a:extLst>
                <a:ext uri="{FF2B5EF4-FFF2-40B4-BE49-F238E27FC236}">
                  <a16:creationId xmlns:a16="http://schemas.microsoft.com/office/drawing/2014/main" id="{8EA47184-B3CC-1BDA-3550-85358C83BAB3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65989"/>
              <a:ext cx="20725" cy="54659"/>
            </a:xfrm>
            <a:custGeom>
              <a:avLst/>
              <a:gdLst/>
              <a:ahLst/>
              <a:cxnLst/>
              <a:rect l="0" t="0" r="0" b="0"/>
              <a:pathLst>
                <a:path w="20725" h="54659">
                  <a:moveTo>
                    <a:pt x="20725" y="546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9" name="Output_receptor__5258">
              <a:extLst>
                <a:ext uri="{FF2B5EF4-FFF2-40B4-BE49-F238E27FC236}">
                  <a16:creationId xmlns:a16="http://schemas.microsoft.com/office/drawing/2014/main" id="{0B5A4C3B-7D74-9DC4-FC02-D2A073407B98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31827"/>
              <a:ext cx="40495" cy="27105"/>
            </a:xfrm>
            <a:custGeom>
              <a:avLst/>
              <a:gdLst/>
              <a:ahLst/>
              <a:cxnLst/>
              <a:rect l="0" t="0" r="0" b="0"/>
              <a:pathLst>
                <a:path w="40495" h="27105">
                  <a:moveTo>
                    <a:pt x="0" y="27105"/>
                  </a:moveTo>
                  <a:lnTo>
                    <a:pt x="4049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0" name="Output_receptor__5259">
              <a:extLst>
                <a:ext uri="{FF2B5EF4-FFF2-40B4-BE49-F238E27FC236}">
                  <a16:creationId xmlns:a16="http://schemas.microsoft.com/office/drawing/2014/main" id="{4EE0795C-18D3-E00E-1BF5-9F19FEC1A8AD}"/>
                </a:ext>
              </a:extLst>
            </p:cNvPr>
            <p:cNvSpPr>
              <a:spLocks noGrp="1"/>
            </p:cNvSpPr>
            <p:nvPr/>
          </p:nvSpPr>
          <p:spPr>
            <a:xfrm>
              <a:off x="15672206" y="3790162"/>
              <a:ext cx="68031" cy="9872"/>
            </a:xfrm>
            <a:custGeom>
              <a:avLst/>
              <a:gdLst/>
              <a:ahLst/>
              <a:cxnLst/>
              <a:rect l="0" t="0" r="0" b="0"/>
              <a:pathLst>
                <a:path w="68031" h="9872">
                  <a:moveTo>
                    <a:pt x="0" y="9872"/>
                  </a:moveTo>
                  <a:lnTo>
                    <a:pt x="6803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1" name="Output_receptor__5260">
              <a:extLst>
                <a:ext uri="{FF2B5EF4-FFF2-40B4-BE49-F238E27FC236}">
                  <a16:creationId xmlns:a16="http://schemas.microsoft.com/office/drawing/2014/main" id="{9BF05179-8D7D-5D72-80F4-6462FDB05A2E}"/>
                </a:ext>
              </a:extLst>
            </p:cNvPr>
            <p:cNvSpPr>
              <a:spLocks noGrp="1"/>
            </p:cNvSpPr>
            <p:nvPr/>
          </p:nvSpPr>
          <p:spPr>
            <a:xfrm>
              <a:off x="16344975" y="3155853"/>
              <a:ext cx="64323" cy="30901"/>
            </a:xfrm>
            <a:custGeom>
              <a:avLst/>
              <a:gdLst/>
              <a:ahLst/>
              <a:cxnLst/>
              <a:rect l="0" t="0" r="0" b="0"/>
              <a:pathLst>
                <a:path w="64323" h="30901">
                  <a:moveTo>
                    <a:pt x="0" y="30901"/>
                  </a:moveTo>
                  <a:lnTo>
                    <a:pt x="6432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2" name="Output_receptor__5261">
              <a:extLst>
                <a:ext uri="{FF2B5EF4-FFF2-40B4-BE49-F238E27FC236}">
                  <a16:creationId xmlns:a16="http://schemas.microsoft.com/office/drawing/2014/main" id="{681E010D-5645-022B-45BC-E6B467292C15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58034"/>
              <a:ext cx="27847" cy="12417"/>
            </a:xfrm>
            <a:custGeom>
              <a:avLst/>
              <a:gdLst/>
              <a:ahLst/>
              <a:cxnLst/>
              <a:rect l="0" t="0" r="0" b="0"/>
              <a:pathLst>
                <a:path w="27847" h="12417">
                  <a:moveTo>
                    <a:pt x="27847" y="0"/>
                  </a:moveTo>
                  <a:lnTo>
                    <a:pt x="0" y="1241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3" name="Output_receptor__5262">
              <a:extLst>
                <a:ext uri="{FF2B5EF4-FFF2-40B4-BE49-F238E27FC236}">
                  <a16:creationId xmlns:a16="http://schemas.microsoft.com/office/drawing/2014/main" id="{1E2E6C5B-8A8E-73B3-6C95-B5A0A76ED871}"/>
                </a:ext>
              </a:extLst>
            </p:cNvPr>
            <p:cNvSpPr>
              <a:spLocks noGrp="1"/>
            </p:cNvSpPr>
            <p:nvPr/>
          </p:nvSpPr>
          <p:spPr>
            <a:xfrm>
              <a:off x="15518235" y="3658329"/>
              <a:ext cx="67777" cy="4739"/>
            </a:xfrm>
            <a:custGeom>
              <a:avLst/>
              <a:gdLst/>
              <a:ahLst/>
              <a:cxnLst/>
              <a:rect l="0" t="0" r="0" b="0"/>
              <a:pathLst>
                <a:path w="67777" h="4739">
                  <a:moveTo>
                    <a:pt x="0" y="0"/>
                  </a:moveTo>
                  <a:lnTo>
                    <a:pt x="67777" y="47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4" name="Output_receptor__5263">
              <a:extLst>
                <a:ext uri="{FF2B5EF4-FFF2-40B4-BE49-F238E27FC236}">
                  <a16:creationId xmlns:a16="http://schemas.microsoft.com/office/drawing/2014/main" id="{47A5CCAE-DB6B-318B-A2A5-F88BD285AD73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68169"/>
              <a:ext cx="13915" cy="26386"/>
            </a:xfrm>
            <a:custGeom>
              <a:avLst/>
              <a:gdLst/>
              <a:ahLst/>
              <a:cxnLst/>
              <a:rect l="0" t="0" r="0" b="0"/>
              <a:pathLst>
                <a:path w="13915" h="26386">
                  <a:moveTo>
                    <a:pt x="13915" y="0"/>
                  </a:moveTo>
                  <a:lnTo>
                    <a:pt x="0" y="2638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5" name="Output_receptor__5264">
              <a:extLst>
                <a:ext uri="{FF2B5EF4-FFF2-40B4-BE49-F238E27FC236}">
                  <a16:creationId xmlns:a16="http://schemas.microsoft.com/office/drawing/2014/main" id="{C186AD56-3066-FEF3-454F-E9B6618133FC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900095"/>
              <a:ext cx="1876" cy="1368"/>
            </a:xfrm>
            <a:custGeom>
              <a:avLst/>
              <a:gdLst/>
              <a:ahLst/>
              <a:cxnLst/>
              <a:rect l="0" t="0" r="0" b="0"/>
              <a:pathLst>
                <a:path w="1876" h="1368">
                  <a:moveTo>
                    <a:pt x="1876" y="0"/>
                  </a:moveTo>
                  <a:lnTo>
                    <a:pt x="0" y="136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6" name="Output_receptor__5265">
              <a:extLst>
                <a:ext uri="{FF2B5EF4-FFF2-40B4-BE49-F238E27FC236}">
                  <a16:creationId xmlns:a16="http://schemas.microsoft.com/office/drawing/2014/main" id="{49A383AD-BE4F-89A0-63D0-12D6D02CC9B6}"/>
                </a:ext>
              </a:extLst>
            </p:cNvPr>
            <p:cNvSpPr>
              <a:spLocks noGrp="1"/>
            </p:cNvSpPr>
            <p:nvPr/>
          </p:nvSpPr>
          <p:spPr>
            <a:xfrm>
              <a:off x="15373312" y="2771991"/>
              <a:ext cx="42971" cy="42128"/>
            </a:xfrm>
            <a:custGeom>
              <a:avLst/>
              <a:gdLst/>
              <a:ahLst/>
              <a:cxnLst/>
              <a:rect l="0" t="0" r="0" b="0"/>
              <a:pathLst>
                <a:path w="42971" h="42128">
                  <a:moveTo>
                    <a:pt x="42971" y="0"/>
                  </a:moveTo>
                  <a:lnTo>
                    <a:pt x="0" y="4212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7" name="Output_receptor__5266">
              <a:extLst>
                <a:ext uri="{FF2B5EF4-FFF2-40B4-BE49-F238E27FC236}">
                  <a16:creationId xmlns:a16="http://schemas.microsoft.com/office/drawing/2014/main" id="{C318E9A4-06FA-6BE6-F4B8-FBC900E0FD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195" y="2744687"/>
              <a:ext cx="71866" cy="5627"/>
            </a:xfrm>
            <a:custGeom>
              <a:avLst/>
              <a:gdLst/>
              <a:ahLst/>
              <a:cxnLst/>
              <a:rect l="0" t="0" r="0" b="0"/>
              <a:pathLst>
                <a:path w="71866" h="5627">
                  <a:moveTo>
                    <a:pt x="0" y="5627"/>
                  </a:moveTo>
                  <a:lnTo>
                    <a:pt x="71866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8" name="Output_receptor__5267">
              <a:extLst>
                <a:ext uri="{FF2B5EF4-FFF2-40B4-BE49-F238E27FC236}">
                  <a16:creationId xmlns:a16="http://schemas.microsoft.com/office/drawing/2014/main" id="{CD5FB8A8-5A30-EF03-D56E-D6FC4096EC95}"/>
                </a:ext>
              </a:extLst>
            </p:cNvPr>
            <p:cNvSpPr>
              <a:spLocks noGrp="1"/>
            </p:cNvSpPr>
            <p:nvPr/>
          </p:nvSpPr>
          <p:spPr>
            <a:xfrm>
              <a:off x="15719831" y="4183411"/>
              <a:ext cx="11637" cy="61766"/>
            </a:xfrm>
            <a:custGeom>
              <a:avLst/>
              <a:gdLst/>
              <a:ahLst/>
              <a:cxnLst/>
              <a:rect l="0" t="0" r="0" b="0"/>
              <a:pathLst>
                <a:path w="11637" h="61766">
                  <a:moveTo>
                    <a:pt x="11637" y="0"/>
                  </a:moveTo>
                  <a:lnTo>
                    <a:pt x="0" y="6176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9" name="Output_receptor__5268">
              <a:extLst>
                <a:ext uri="{FF2B5EF4-FFF2-40B4-BE49-F238E27FC236}">
                  <a16:creationId xmlns:a16="http://schemas.microsoft.com/office/drawing/2014/main" id="{DC6B2F3E-F93C-CCBF-D3EE-94F5D96731E4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552337"/>
              <a:ext cx="29609" cy="57530"/>
            </a:xfrm>
            <a:custGeom>
              <a:avLst/>
              <a:gdLst/>
              <a:ahLst/>
              <a:cxnLst/>
              <a:rect l="0" t="0" r="0" b="0"/>
              <a:pathLst>
                <a:path w="29609" h="57530">
                  <a:moveTo>
                    <a:pt x="0" y="57530"/>
                  </a:moveTo>
                  <a:lnTo>
                    <a:pt x="2960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0" name="Output_receptor__5269">
              <a:extLst>
                <a:ext uri="{FF2B5EF4-FFF2-40B4-BE49-F238E27FC236}">
                  <a16:creationId xmlns:a16="http://schemas.microsoft.com/office/drawing/2014/main" id="{C991F317-D870-5B19-F833-B9AEAA3B5024}"/>
                </a:ext>
              </a:extLst>
            </p:cNvPr>
            <p:cNvSpPr>
              <a:spLocks noGrp="1"/>
            </p:cNvSpPr>
            <p:nvPr/>
          </p:nvSpPr>
          <p:spPr>
            <a:xfrm>
              <a:off x="15656951" y="2580541"/>
              <a:ext cx="16350" cy="49040"/>
            </a:xfrm>
            <a:custGeom>
              <a:avLst/>
              <a:gdLst/>
              <a:ahLst/>
              <a:cxnLst/>
              <a:rect l="0" t="0" r="0" b="0"/>
              <a:pathLst>
                <a:path w="16350" h="49040">
                  <a:moveTo>
                    <a:pt x="16350" y="0"/>
                  </a:moveTo>
                  <a:lnTo>
                    <a:pt x="0" y="4904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1" name="Output_receptor__5270">
              <a:extLst>
                <a:ext uri="{FF2B5EF4-FFF2-40B4-BE49-F238E27FC236}">
                  <a16:creationId xmlns:a16="http://schemas.microsoft.com/office/drawing/2014/main" id="{55DBBC1D-49CF-AE94-8B5F-65D1004A8CFF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89811"/>
              <a:ext cx="57838" cy="13112"/>
            </a:xfrm>
            <a:custGeom>
              <a:avLst/>
              <a:gdLst/>
              <a:ahLst/>
              <a:cxnLst/>
              <a:rect l="0" t="0" r="0" b="0"/>
              <a:pathLst>
                <a:path w="57838" h="13112">
                  <a:moveTo>
                    <a:pt x="57838" y="0"/>
                  </a:moveTo>
                  <a:lnTo>
                    <a:pt x="0" y="131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2" name="Output_receptor__5271">
              <a:extLst>
                <a:ext uri="{FF2B5EF4-FFF2-40B4-BE49-F238E27FC236}">
                  <a16:creationId xmlns:a16="http://schemas.microsoft.com/office/drawing/2014/main" id="{5B480E19-171B-7B40-CFF7-A617A38631FB}"/>
                </a:ext>
              </a:extLst>
            </p:cNvPr>
            <p:cNvSpPr>
              <a:spLocks noGrp="1"/>
            </p:cNvSpPr>
            <p:nvPr/>
          </p:nvSpPr>
          <p:spPr>
            <a:xfrm>
              <a:off x="15548266" y="2932068"/>
              <a:ext cx="53967" cy="47134"/>
            </a:xfrm>
            <a:custGeom>
              <a:avLst/>
              <a:gdLst/>
              <a:ahLst/>
              <a:cxnLst/>
              <a:rect l="0" t="0" r="0" b="0"/>
              <a:pathLst>
                <a:path w="53967" h="47134">
                  <a:moveTo>
                    <a:pt x="0" y="47134"/>
                  </a:moveTo>
                  <a:lnTo>
                    <a:pt x="5396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3" name="Output_receptor__5272">
              <a:extLst>
                <a:ext uri="{FF2B5EF4-FFF2-40B4-BE49-F238E27FC236}">
                  <a16:creationId xmlns:a16="http://schemas.microsoft.com/office/drawing/2014/main" id="{1681E8BE-88B0-60FE-6E4B-092A0EAF118E}"/>
                </a:ext>
              </a:extLst>
            </p:cNvPr>
            <p:cNvSpPr>
              <a:spLocks noGrp="1"/>
            </p:cNvSpPr>
            <p:nvPr/>
          </p:nvSpPr>
          <p:spPr>
            <a:xfrm>
              <a:off x="15549041" y="2563673"/>
              <a:ext cx="39097" cy="59873"/>
            </a:xfrm>
            <a:custGeom>
              <a:avLst/>
              <a:gdLst/>
              <a:ahLst/>
              <a:cxnLst/>
              <a:rect l="0" t="0" r="0" b="0"/>
              <a:pathLst>
                <a:path w="39097" h="59873">
                  <a:moveTo>
                    <a:pt x="39097" y="598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4" name="Output_receptor__5273">
              <a:extLst>
                <a:ext uri="{FF2B5EF4-FFF2-40B4-BE49-F238E27FC236}">
                  <a16:creationId xmlns:a16="http://schemas.microsoft.com/office/drawing/2014/main" id="{6F723F5C-23AC-A548-078A-F876FB639A02}"/>
                </a:ext>
              </a:extLst>
            </p:cNvPr>
            <p:cNvSpPr>
              <a:spLocks noGrp="1"/>
            </p:cNvSpPr>
            <p:nvPr/>
          </p:nvSpPr>
          <p:spPr>
            <a:xfrm>
              <a:off x="16395513" y="3393417"/>
              <a:ext cx="59190" cy="37778"/>
            </a:xfrm>
            <a:custGeom>
              <a:avLst/>
              <a:gdLst/>
              <a:ahLst/>
              <a:cxnLst/>
              <a:rect l="0" t="0" r="0" b="0"/>
              <a:pathLst>
                <a:path w="59190" h="37778">
                  <a:moveTo>
                    <a:pt x="0" y="37778"/>
                  </a:moveTo>
                  <a:lnTo>
                    <a:pt x="5919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5" name="Output_receptor__5274">
              <a:extLst>
                <a:ext uri="{FF2B5EF4-FFF2-40B4-BE49-F238E27FC236}">
                  <a16:creationId xmlns:a16="http://schemas.microsoft.com/office/drawing/2014/main" id="{C7D5E7C7-D2FA-99F5-2E82-BB1198D9B61F}"/>
                </a:ext>
              </a:extLst>
            </p:cNvPr>
            <p:cNvSpPr>
              <a:spLocks noGrp="1"/>
            </p:cNvSpPr>
            <p:nvPr/>
          </p:nvSpPr>
          <p:spPr>
            <a:xfrm>
              <a:off x="16201322" y="3273763"/>
              <a:ext cx="67603" cy="21551"/>
            </a:xfrm>
            <a:custGeom>
              <a:avLst/>
              <a:gdLst/>
              <a:ahLst/>
              <a:cxnLst/>
              <a:rect l="0" t="0" r="0" b="0"/>
              <a:pathLst>
                <a:path w="67603" h="21551">
                  <a:moveTo>
                    <a:pt x="0" y="0"/>
                  </a:moveTo>
                  <a:lnTo>
                    <a:pt x="67603" y="2155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6" name="Output_receptor__5275">
              <a:extLst>
                <a:ext uri="{FF2B5EF4-FFF2-40B4-BE49-F238E27FC236}">
                  <a16:creationId xmlns:a16="http://schemas.microsoft.com/office/drawing/2014/main" id="{52880EAA-0D00-A898-4D96-FEB3EAAC104C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19941"/>
              <a:ext cx="29183" cy="61811"/>
            </a:xfrm>
            <a:custGeom>
              <a:avLst/>
              <a:gdLst/>
              <a:ahLst/>
              <a:cxnLst/>
              <a:rect l="0" t="0" r="0" b="0"/>
              <a:pathLst>
                <a:path w="29183" h="61811">
                  <a:moveTo>
                    <a:pt x="0" y="61811"/>
                  </a:moveTo>
                  <a:lnTo>
                    <a:pt x="29183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7" name="Output_receptor__5276">
              <a:extLst>
                <a:ext uri="{FF2B5EF4-FFF2-40B4-BE49-F238E27FC236}">
                  <a16:creationId xmlns:a16="http://schemas.microsoft.com/office/drawing/2014/main" id="{64256026-254E-75B9-B725-2C73B6640792}"/>
                </a:ext>
              </a:extLst>
            </p:cNvPr>
            <p:cNvSpPr>
              <a:spLocks noGrp="1"/>
            </p:cNvSpPr>
            <p:nvPr/>
          </p:nvSpPr>
          <p:spPr>
            <a:xfrm>
              <a:off x="15848357" y="3561440"/>
              <a:ext cx="1359" cy="68512"/>
            </a:xfrm>
            <a:custGeom>
              <a:avLst/>
              <a:gdLst/>
              <a:ahLst/>
              <a:cxnLst/>
              <a:rect l="0" t="0" r="0" b="0"/>
              <a:pathLst>
                <a:path w="1359" h="68512">
                  <a:moveTo>
                    <a:pt x="0" y="0"/>
                  </a:moveTo>
                  <a:lnTo>
                    <a:pt x="1359" y="685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8" name="Output_receptor__5277">
              <a:extLst>
                <a:ext uri="{FF2B5EF4-FFF2-40B4-BE49-F238E27FC236}">
                  <a16:creationId xmlns:a16="http://schemas.microsoft.com/office/drawing/2014/main" id="{2B0EB652-9F67-20D7-BB72-1889ED06830B}"/>
                </a:ext>
              </a:extLst>
            </p:cNvPr>
            <p:cNvSpPr>
              <a:spLocks noGrp="1"/>
            </p:cNvSpPr>
            <p:nvPr/>
          </p:nvSpPr>
          <p:spPr>
            <a:xfrm>
              <a:off x="16641603" y="3872345"/>
              <a:ext cx="19651" cy="59482"/>
            </a:xfrm>
            <a:custGeom>
              <a:avLst/>
              <a:gdLst/>
              <a:ahLst/>
              <a:cxnLst/>
              <a:rect l="0" t="0" r="0" b="0"/>
              <a:pathLst>
                <a:path w="19651" h="59482">
                  <a:moveTo>
                    <a:pt x="0" y="59482"/>
                  </a:moveTo>
                  <a:lnTo>
                    <a:pt x="1965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9" name="Output_receptor__5278">
              <a:extLst>
                <a:ext uri="{FF2B5EF4-FFF2-40B4-BE49-F238E27FC236}">
                  <a16:creationId xmlns:a16="http://schemas.microsoft.com/office/drawing/2014/main" id="{9645E7BC-211C-C9B7-F285-41737C2E68A5}"/>
                </a:ext>
              </a:extLst>
            </p:cNvPr>
            <p:cNvSpPr>
              <a:spLocks noGrp="1"/>
            </p:cNvSpPr>
            <p:nvPr/>
          </p:nvSpPr>
          <p:spPr>
            <a:xfrm>
              <a:off x="15697060" y="4141998"/>
              <a:ext cx="34409" cy="41413"/>
            </a:xfrm>
            <a:custGeom>
              <a:avLst/>
              <a:gdLst/>
              <a:ahLst/>
              <a:cxnLst/>
              <a:rect l="0" t="0" r="0" b="0"/>
              <a:pathLst>
                <a:path w="34409" h="41413">
                  <a:moveTo>
                    <a:pt x="0" y="0"/>
                  </a:moveTo>
                  <a:lnTo>
                    <a:pt x="34409" y="4141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0" name="Output_receptor__5279">
              <a:extLst>
                <a:ext uri="{FF2B5EF4-FFF2-40B4-BE49-F238E27FC236}">
                  <a16:creationId xmlns:a16="http://schemas.microsoft.com/office/drawing/2014/main" id="{640C416E-AC20-002A-9F84-6763B587E190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24278"/>
              <a:ext cx="53482" cy="43593"/>
            </a:xfrm>
            <a:custGeom>
              <a:avLst/>
              <a:gdLst/>
              <a:ahLst/>
              <a:cxnLst/>
              <a:rect l="0" t="0" r="0" b="0"/>
              <a:pathLst>
                <a:path w="53482" h="43593">
                  <a:moveTo>
                    <a:pt x="53482" y="0"/>
                  </a:moveTo>
                  <a:lnTo>
                    <a:pt x="0" y="4359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1" name="Output_receptor__5280">
              <a:extLst>
                <a:ext uri="{FF2B5EF4-FFF2-40B4-BE49-F238E27FC236}">
                  <a16:creationId xmlns:a16="http://schemas.microsoft.com/office/drawing/2014/main" id="{E88800ED-CAB9-FC07-1F56-623D6F1EB0C9}"/>
                </a:ext>
              </a:extLst>
            </p:cNvPr>
            <p:cNvSpPr>
              <a:spLocks noGrp="1"/>
            </p:cNvSpPr>
            <p:nvPr/>
          </p:nvSpPr>
          <p:spPr>
            <a:xfrm>
              <a:off x="15570452" y="4461036"/>
              <a:ext cx="67519" cy="16614"/>
            </a:xfrm>
            <a:custGeom>
              <a:avLst/>
              <a:gdLst/>
              <a:ahLst/>
              <a:cxnLst/>
              <a:rect l="0" t="0" r="0" b="0"/>
              <a:pathLst>
                <a:path w="67519" h="16614">
                  <a:moveTo>
                    <a:pt x="0" y="16614"/>
                  </a:moveTo>
                  <a:lnTo>
                    <a:pt x="675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2" name="Output_receptor__5281">
              <a:extLst>
                <a:ext uri="{FF2B5EF4-FFF2-40B4-BE49-F238E27FC236}">
                  <a16:creationId xmlns:a16="http://schemas.microsoft.com/office/drawing/2014/main" id="{39B42374-A3B4-9B67-7A31-6DA2EF3910AB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76317"/>
              <a:ext cx="54864" cy="40412"/>
            </a:xfrm>
            <a:custGeom>
              <a:avLst/>
              <a:gdLst/>
              <a:ahLst/>
              <a:cxnLst/>
              <a:rect l="0" t="0" r="0" b="0"/>
              <a:pathLst>
                <a:path w="54864" h="40412">
                  <a:moveTo>
                    <a:pt x="0" y="0"/>
                  </a:moveTo>
                  <a:lnTo>
                    <a:pt x="54864" y="404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3" name="Output_receptor__5282">
              <a:extLst>
                <a:ext uri="{FF2B5EF4-FFF2-40B4-BE49-F238E27FC236}">
                  <a16:creationId xmlns:a16="http://schemas.microsoft.com/office/drawing/2014/main" id="{D94FC46F-33B2-F9B7-5315-6D1A054763C6}"/>
                </a:ext>
              </a:extLst>
            </p:cNvPr>
            <p:cNvSpPr>
              <a:spLocks noGrp="1"/>
            </p:cNvSpPr>
            <p:nvPr/>
          </p:nvSpPr>
          <p:spPr>
            <a:xfrm>
              <a:off x="16423430" y="3795575"/>
              <a:ext cx="20212" cy="64942"/>
            </a:xfrm>
            <a:custGeom>
              <a:avLst/>
              <a:gdLst/>
              <a:ahLst/>
              <a:cxnLst/>
              <a:rect l="0" t="0" r="0" b="0"/>
              <a:pathLst>
                <a:path w="20212" h="64942">
                  <a:moveTo>
                    <a:pt x="20212" y="64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4" name="Output_receptor__5283">
              <a:extLst>
                <a:ext uri="{FF2B5EF4-FFF2-40B4-BE49-F238E27FC236}">
                  <a16:creationId xmlns:a16="http://schemas.microsoft.com/office/drawing/2014/main" id="{A158B50C-7631-C79F-18B6-2BDEA7F2B924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5470"/>
              <a:ext cx="41179" cy="21744"/>
            </a:xfrm>
            <a:custGeom>
              <a:avLst/>
              <a:gdLst/>
              <a:ahLst/>
              <a:cxnLst/>
              <a:rect l="0" t="0" r="0" b="0"/>
              <a:pathLst>
                <a:path w="41179" h="21744">
                  <a:moveTo>
                    <a:pt x="41179" y="21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5" name="Output_receptor__5284">
              <a:extLst>
                <a:ext uri="{FF2B5EF4-FFF2-40B4-BE49-F238E27FC236}">
                  <a16:creationId xmlns:a16="http://schemas.microsoft.com/office/drawing/2014/main" id="{A6DE7D60-DFC0-2D32-219B-2569618A97B5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3975" cy="13039"/>
            </a:xfrm>
            <a:custGeom>
              <a:avLst/>
              <a:gdLst/>
              <a:ahLst/>
              <a:cxnLst/>
              <a:rect l="0" t="0" r="0" b="0"/>
              <a:pathLst>
                <a:path w="3975" h="13039">
                  <a:moveTo>
                    <a:pt x="3975" y="13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6" name="Output_receptor__5285">
              <a:extLst>
                <a:ext uri="{FF2B5EF4-FFF2-40B4-BE49-F238E27FC236}">
                  <a16:creationId xmlns:a16="http://schemas.microsoft.com/office/drawing/2014/main" id="{601B2727-AABA-68E2-78B2-49DBD916016C}"/>
                </a:ext>
              </a:extLst>
            </p:cNvPr>
            <p:cNvSpPr>
              <a:spLocks noGrp="1"/>
            </p:cNvSpPr>
            <p:nvPr/>
          </p:nvSpPr>
          <p:spPr>
            <a:xfrm>
              <a:off x="16279014" y="3943287"/>
              <a:ext cx="23532" cy="41339"/>
            </a:xfrm>
            <a:custGeom>
              <a:avLst/>
              <a:gdLst/>
              <a:ahLst/>
              <a:cxnLst/>
              <a:rect l="0" t="0" r="0" b="0"/>
              <a:pathLst>
                <a:path w="23532" h="41339">
                  <a:moveTo>
                    <a:pt x="0" y="0"/>
                  </a:moveTo>
                  <a:lnTo>
                    <a:pt x="23532" y="413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7" name="Output_receptor__5286">
              <a:extLst>
                <a:ext uri="{FF2B5EF4-FFF2-40B4-BE49-F238E27FC236}">
                  <a16:creationId xmlns:a16="http://schemas.microsoft.com/office/drawing/2014/main" id="{40062A16-A0CD-DCF9-9BBC-4633FB4EF367}"/>
                </a:ext>
              </a:extLst>
            </p:cNvPr>
            <p:cNvSpPr>
              <a:spLocks noGrp="1"/>
            </p:cNvSpPr>
            <p:nvPr/>
          </p:nvSpPr>
          <p:spPr>
            <a:xfrm>
              <a:off x="16287607" y="3186755"/>
              <a:ext cx="57368" cy="12713"/>
            </a:xfrm>
            <a:custGeom>
              <a:avLst/>
              <a:gdLst/>
              <a:ahLst/>
              <a:cxnLst/>
              <a:rect l="0" t="0" r="0" b="0"/>
              <a:pathLst>
                <a:path w="57368" h="12713">
                  <a:moveTo>
                    <a:pt x="0" y="12713"/>
                  </a:moveTo>
                  <a:lnTo>
                    <a:pt x="57368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8" name="Output_receptor__5287">
              <a:extLst>
                <a:ext uri="{FF2B5EF4-FFF2-40B4-BE49-F238E27FC236}">
                  <a16:creationId xmlns:a16="http://schemas.microsoft.com/office/drawing/2014/main" id="{4B6D0921-4021-87E8-5B3A-4594C171CC17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596098"/>
              <a:ext cx="49887" cy="14340"/>
            </a:xfrm>
            <a:custGeom>
              <a:avLst/>
              <a:gdLst/>
              <a:ahLst/>
              <a:cxnLst/>
              <a:rect l="0" t="0" r="0" b="0"/>
              <a:pathLst>
                <a:path w="49887" h="14340">
                  <a:moveTo>
                    <a:pt x="0" y="14340"/>
                  </a:moveTo>
                  <a:lnTo>
                    <a:pt x="49887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9" name="Output_receptor__5288">
              <a:extLst>
                <a:ext uri="{FF2B5EF4-FFF2-40B4-BE49-F238E27FC236}">
                  <a16:creationId xmlns:a16="http://schemas.microsoft.com/office/drawing/2014/main" id="{7A7113D6-DFE4-2D4A-C02E-0DE6E46A9A4B}"/>
                </a:ext>
              </a:extLst>
            </p:cNvPr>
            <p:cNvSpPr>
              <a:spLocks noGrp="1"/>
            </p:cNvSpPr>
            <p:nvPr/>
          </p:nvSpPr>
          <p:spPr>
            <a:xfrm>
              <a:off x="15658026" y="2750314"/>
              <a:ext cx="28169" cy="56323"/>
            </a:xfrm>
            <a:custGeom>
              <a:avLst/>
              <a:gdLst/>
              <a:ahLst/>
              <a:cxnLst/>
              <a:rect l="0" t="0" r="0" b="0"/>
              <a:pathLst>
                <a:path w="28169" h="56323">
                  <a:moveTo>
                    <a:pt x="0" y="56323"/>
                  </a:moveTo>
                  <a:lnTo>
                    <a:pt x="2816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0" name="Output_receptor__5289">
              <a:extLst>
                <a:ext uri="{FF2B5EF4-FFF2-40B4-BE49-F238E27FC236}">
                  <a16:creationId xmlns:a16="http://schemas.microsoft.com/office/drawing/2014/main" id="{CC447D80-278C-5E4D-1717-08E5D6870149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22788"/>
              <a:ext cx="46624" cy="25516"/>
            </a:xfrm>
            <a:custGeom>
              <a:avLst/>
              <a:gdLst/>
              <a:ahLst/>
              <a:cxnLst/>
              <a:rect l="0" t="0" r="0" b="0"/>
              <a:pathLst>
                <a:path w="46624" h="25516">
                  <a:moveTo>
                    <a:pt x="46624" y="0"/>
                  </a:moveTo>
                  <a:lnTo>
                    <a:pt x="0" y="2551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1" name="Output_receptor__5290">
              <a:extLst>
                <a:ext uri="{FF2B5EF4-FFF2-40B4-BE49-F238E27FC236}">
                  <a16:creationId xmlns:a16="http://schemas.microsoft.com/office/drawing/2014/main" id="{DD6FC075-8BEE-5136-6279-CE304ADA0F7C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813135"/>
              <a:ext cx="6148" cy="35991"/>
            </a:xfrm>
            <a:custGeom>
              <a:avLst/>
              <a:gdLst/>
              <a:ahLst/>
              <a:cxnLst/>
              <a:rect l="0" t="0" r="0" b="0"/>
              <a:pathLst>
                <a:path w="6148" h="35991">
                  <a:moveTo>
                    <a:pt x="6148" y="0"/>
                  </a:moveTo>
                  <a:lnTo>
                    <a:pt x="0" y="3599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2" name="Output_receptor__5291">
              <a:extLst>
                <a:ext uri="{FF2B5EF4-FFF2-40B4-BE49-F238E27FC236}">
                  <a16:creationId xmlns:a16="http://schemas.microsoft.com/office/drawing/2014/main" id="{4B82A277-4B2F-575B-AD4E-B1E26DFBB9B1}"/>
                </a:ext>
              </a:extLst>
            </p:cNvPr>
            <p:cNvSpPr>
              <a:spLocks noGrp="1"/>
            </p:cNvSpPr>
            <p:nvPr/>
          </p:nvSpPr>
          <p:spPr>
            <a:xfrm>
              <a:off x="15419819" y="3312598"/>
              <a:ext cx="45626" cy="10312"/>
            </a:xfrm>
            <a:custGeom>
              <a:avLst/>
              <a:gdLst/>
              <a:ahLst/>
              <a:cxnLst/>
              <a:rect l="0" t="0" r="0" b="0"/>
              <a:pathLst>
                <a:path w="45626" h="10312">
                  <a:moveTo>
                    <a:pt x="45626" y="0"/>
                  </a:moveTo>
                  <a:lnTo>
                    <a:pt x="0" y="103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3" name="Output_receptor__5292">
              <a:extLst>
                <a:ext uri="{FF2B5EF4-FFF2-40B4-BE49-F238E27FC236}">
                  <a16:creationId xmlns:a16="http://schemas.microsoft.com/office/drawing/2014/main" id="{A70B1E5F-A6B4-E3CB-2DE4-4807DB9D80D9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70552"/>
              <a:ext cx="36850" cy="60643"/>
            </a:xfrm>
            <a:custGeom>
              <a:avLst/>
              <a:gdLst/>
              <a:ahLst/>
              <a:cxnLst/>
              <a:rect l="0" t="0" r="0" b="0"/>
              <a:pathLst>
                <a:path w="36850" h="60643">
                  <a:moveTo>
                    <a:pt x="0" y="0"/>
                  </a:moveTo>
                  <a:lnTo>
                    <a:pt x="36850" y="6064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4" name="Output_receptor__5293">
              <a:extLst>
                <a:ext uri="{FF2B5EF4-FFF2-40B4-BE49-F238E27FC236}">
                  <a16:creationId xmlns:a16="http://schemas.microsoft.com/office/drawing/2014/main" id="{11984F07-9ED1-D047-5947-F0F377120056}"/>
                </a:ext>
              </a:extLst>
            </p:cNvPr>
            <p:cNvSpPr>
              <a:spLocks noGrp="1"/>
            </p:cNvSpPr>
            <p:nvPr/>
          </p:nvSpPr>
          <p:spPr>
            <a:xfrm>
              <a:off x="15843790" y="2822788"/>
              <a:ext cx="56243" cy="15109"/>
            </a:xfrm>
            <a:custGeom>
              <a:avLst/>
              <a:gdLst/>
              <a:ahLst/>
              <a:cxnLst/>
              <a:rect l="0" t="0" r="0" b="0"/>
              <a:pathLst>
                <a:path w="56243" h="15109">
                  <a:moveTo>
                    <a:pt x="5624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5" name="Output_receptor__5294">
              <a:extLst>
                <a:ext uri="{FF2B5EF4-FFF2-40B4-BE49-F238E27FC236}">
                  <a16:creationId xmlns:a16="http://schemas.microsoft.com/office/drawing/2014/main" id="{5BBD46BC-261F-AADE-479A-902D5D301300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3045684"/>
              <a:ext cx="9832" cy="1139"/>
            </a:xfrm>
            <a:custGeom>
              <a:avLst/>
              <a:gdLst/>
              <a:ahLst/>
              <a:cxnLst/>
              <a:rect l="0" t="0" r="0" b="0"/>
              <a:pathLst>
                <a:path w="9832" h="1139">
                  <a:moveTo>
                    <a:pt x="9832" y="1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6" name="Output_receptor__5295">
              <a:extLst>
                <a:ext uri="{FF2B5EF4-FFF2-40B4-BE49-F238E27FC236}">
                  <a16:creationId xmlns:a16="http://schemas.microsoft.com/office/drawing/2014/main" id="{0DA8FA9C-1E2F-F68E-113F-718AF53B6457}"/>
                </a:ext>
              </a:extLst>
            </p:cNvPr>
            <p:cNvSpPr>
              <a:spLocks noGrp="1"/>
            </p:cNvSpPr>
            <p:nvPr/>
          </p:nvSpPr>
          <p:spPr>
            <a:xfrm>
              <a:off x="16168001" y="3082716"/>
              <a:ext cx="70715" cy="12777"/>
            </a:xfrm>
            <a:custGeom>
              <a:avLst/>
              <a:gdLst/>
              <a:ahLst/>
              <a:cxnLst/>
              <a:rect l="0" t="0" r="0" b="0"/>
              <a:pathLst>
                <a:path w="70715" h="12777">
                  <a:moveTo>
                    <a:pt x="0" y="0"/>
                  </a:moveTo>
                  <a:lnTo>
                    <a:pt x="70715" y="1277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7" name="Output_receptor__5296">
              <a:extLst>
                <a:ext uri="{FF2B5EF4-FFF2-40B4-BE49-F238E27FC236}">
                  <a16:creationId xmlns:a16="http://schemas.microsoft.com/office/drawing/2014/main" id="{C1A7FCD2-0DDE-9105-C701-422E4478EA2F}"/>
                </a:ext>
              </a:extLst>
            </p:cNvPr>
            <p:cNvSpPr>
              <a:spLocks noGrp="1"/>
            </p:cNvSpPr>
            <p:nvPr/>
          </p:nvSpPr>
          <p:spPr>
            <a:xfrm>
              <a:off x="16224700" y="3187292"/>
              <a:ext cx="62907" cy="12176"/>
            </a:xfrm>
            <a:custGeom>
              <a:avLst/>
              <a:gdLst/>
              <a:ahLst/>
              <a:cxnLst/>
              <a:rect l="0" t="0" r="0" b="0"/>
              <a:pathLst>
                <a:path w="62907" h="12176">
                  <a:moveTo>
                    <a:pt x="0" y="0"/>
                  </a:moveTo>
                  <a:lnTo>
                    <a:pt x="62907" y="1217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8" name="Output_receptor__5297">
              <a:extLst>
                <a:ext uri="{FF2B5EF4-FFF2-40B4-BE49-F238E27FC236}">
                  <a16:creationId xmlns:a16="http://schemas.microsoft.com/office/drawing/2014/main" id="{67A105DD-293B-6B13-B9E9-D5A8F47015EA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5622"/>
              <a:ext cx="72046" cy="4742"/>
            </a:xfrm>
            <a:custGeom>
              <a:avLst/>
              <a:gdLst/>
              <a:ahLst/>
              <a:cxnLst/>
              <a:rect l="0" t="0" r="0" b="0"/>
              <a:pathLst>
                <a:path w="72046" h="4742">
                  <a:moveTo>
                    <a:pt x="72046" y="0"/>
                  </a:moveTo>
                  <a:lnTo>
                    <a:pt x="0" y="474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9" name="Output_receptor__5298">
              <a:extLst>
                <a:ext uri="{FF2B5EF4-FFF2-40B4-BE49-F238E27FC236}">
                  <a16:creationId xmlns:a16="http://schemas.microsoft.com/office/drawing/2014/main" id="{906BA5C2-0667-1203-893C-31C59D9C82FA}"/>
                </a:ext>
              </a:extLst>
            </p:cNvPr>
            <p:cNvSpPr>
              <a:spLocks noGrp="1"/>
            </p:cNvSpPr>
            <p:nvPr/>
          </p:nvSpPr>
          <p:spPr>
            <a:xfrm>
              <a:off x="15637972" y="4461036"/>
              <a:ext cx="16854" cy="70052"/>
            </a:xfrm>
            <a:custGeom>
              <a:avLst/>
              <a:gdLst/>
              <a:ahLst/>
              <a:cxnLst/>
              <a:rect l="0" t="0" r="0" b="0"/>
              <a:pathLst>
                <a:path w="16854" h="70052">
                  <a:moveTo>
                    <a:pt x="0" y="0"/>
                  </a:moveTo>
                  <a:lnTo>
                    <a:pt x="16854" y="7005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0" name="Output_receptor__5299">
              <a:extLst>
                <a:ext uri="{FF2B5EF4-FFF2-40B4-BE49-F238E27FC236}">
                  <a16:creationId xmlns:a16="http://schemas.microsoft.com/office/drawing/2014/main" id="{3AC1F742-0FCE-10FC-1D25-02247DCFFA6A}"/>
                </a:ext>
              </a:extLst>
            </p:cNvPr>
            <p:cNvSpPr>
              <a:spLocks noGrp="1"/>
            </p:cNvSpPr>
            <p:nvPr/>
          </p:nvSpPr>
          <p:spPr>
            <a:xfrm>
              <a:off x="15390647" y="3569076"/>
              <a:ext cx="25475" cy="67519"/>
            </a:xfrm>
            <a:custGeom>
              <a:avLst/>
              <a:gdLst/>
              <a:ahLst/>
              <a:cxnLst/>
              <a:rect l="0" t="0" r="0" b="0"/>
              <a:pathLst>
                <a:path w="25475" h="67519">
                  <a:moveTo>
                    <a:pt x="25475" y="0"/>
                  </a:moveTo>
                  <a:lnTo>
                    <a:pt x="0" y="67519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1" name="Output_receptor__5300">
              <a:extLst>
                <a:ext uri="{FF2B5EF4-FFF2-40B4-BE49-F238E27FC236}">
                  <a16:creationId xmlns:a16="http://schemas.microsoft.com/office/drawing/2014/main" id="{E369CA6E-8992-0588-5D7E-C8D1407EB80F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445158"/>
              <a:ext cx="70658" cy="5768"/>
            </a:xfrm>
            <a:custGeom>
              <a:avLst/>
              <a:gdLst/>
              <a:ahLst/>
              <a:cxnLst/>
              <a:rect l="0" t="0" r="0" b="0"/>
              <a:pathLst>
                <a:path w="70658" h="5768">
                  <a:moveTo>
                    <a:pt x="70658" y="5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2" name="Output_receptor__5301">
              <a:extLst>
                <a:ext uri="{FF2B5EF4-FFF2-40B4-BE49-F238E27FC236}">
                  <a16:creationId xmlns:a16="http://schemas.microsoft.com/office/drawing/2014/main" id="{FC6A59E5-F116-AB7F-C6B4-535731CE6DAE}"/>
                </a:ext>
              </a:extLst>
            </p:cNvPr>
            <p:cNvSpPr>
              <a:spLocks noGrp="1"/>
            </p:cNvSpPr>
            <p:nvPr/>
          </p:nvSpPr>
          <p:spPr>
            <a:xfrm>
              <a:off x="15831982" y="2910968"/>
              <a:ext cx="5949" cy="6700"/>
            </a:xfrm>
            <a:custGeom>
              <a:avLst/>
              <a:gdLst/>
              <a:ahLst/>
              <a:cxnLst/>
              <a:rect l="0" t="0" r="0" b="0"/>
              <a:pathLst>
                <a:path w="5949" h="6700">
                  <a:moveTo>
                    <a:pt x="0" y="0"/>
                  </a:moveTo>
                  <a:lnTo>
                    <a:pt x="5949" y="67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3" name="Output_receptor__5302">
              <a:extLst>
                <a:ext uri="{FF2B5EF4-FFF2-40B4-BE49-F238E27FC236}">
                  <a16:creationId xmlns:a16="http://schemas.microsoft.com/office/drawing/2014/main" id="{7F41C6C3-915A-82E6-4CB6-7CF42C663A87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6641" cy="65036"/>
            </a:xfrm>
            <a:custGeom>
              <a:avLst/>
              <a:gdLst/>
              <a:ahLst/>
              <a:cxnLst/>
              <a:rect l="0" t="0" r="0" b="0"/>
              <a:pathLst>
                <a:path w="6641" h="65036">
                  <a:moveTo>
                    <a:pt x="6641" y="6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4" name="Output_receptor__5303">
              <a:extLst>
                <a:ext uri="{FF2B5EF4-FFF2-40B4-BE49-F238E27FC236}">
                  <a16:creationId xmlns:a16="http://schemas.microsoft.com/office/drawing/2014/main" id="{D63CEAB6-3982-CF9E-50CD-7E84C0023D95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832814"/>
              <a:ext cx="21728" cy="19383"/>
            </a:xfrm>
            <a:custGeom>
              <a:avLst/>
              <a:gdLst/>
              <a:ahLst/>
              <a:cxnLst/>
              <a:rect l="0" t="0" r="0" b="0"/>
              <a:pathLst>
                <a:path w="21728" h="19383">
                  <a:moveTo>
                    <a:pt x="0" y="0"/>
                  </a:moveTo>
                  <a:lnTo>
                    <a:pt x="21728" y="1938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5" name="Output_receptor__5304">
              <a:extLst>
                <a:ext uri="{FF2B5EF4-FFF2-40B4-BE49-F238E27FC236}">
                  <a16:creationId xmlns:a16="http://schemas.microsoft.com/office/drawing/2014/main" id="{E84DE92D-E83A-537E-78A0-A75A97CA190F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48492" cy="17965"/>
            </a:xfrm>
            <a:custGeom>
              <a:avLst/>
              <a:gdLst/>
              <a:ahLst/>
              <a:cxnLst/>
              <a:rect l="0" t="0" r="0" b="0"/>
              <a:pathLst>
                <a:path w="48492" h="17965">
                  <a:moveTo>
                    <a:pt x="0" y="0"/>
                  </a:moveTo>
                  <a:lnTo>
                    <a:pt x="48492" y="17965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6" name="Output_receptor__5305">
              <a:extLst>
                <a:ext uri="{FF2B5EF4-FFF2-40B4-BE49-F238E27FC236}">
                  <a16:creationId xmlns:a16="http://schemas.microsoft.com/office/drawing/2014/main" id="{C46C3BCC-55CF-FFA0-08D0-B4EF702E167D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70099"/>
              <a:ext cx="50512" cy="49842"/>
            </a:xfrm>
            <a:custGeom>
              <a:avLst/>
              <a:gdLst/>
              <a:ahLst/>
              <a:cxnLst/>
              <a:rect l="0" t="0" r="0" b="0"/>
              <a:pathLst>
                <a:path w="50512" h="49842">
                  <a:moveTo>
                    <a:pt x="50512" y="49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7" name="Output_receptor__5306">
              <a:extLst>
                <a:ext uri="{FF2B5EF4-FFF2-40B4-BE49-F238E27FC236}">
                  <a16:creationId xmlns:a16="http://schemas.microsoft.com/office/drawing/2014/main" id="{CDEF578B-60FD-6276-DA5D-412EFE5B0CCD}"/>
                </a:ext>
              </a:extLst>
            </p:cNvPr>
            <p:cNvSpPr>
              <a:spLocks noGrp="1"/>
            </p:cNvSpPr>
            <p:nvPr/>
          </p:nvSpPr>
          <p:spPr>
            <a:xfrm>
              <a:off x="15500782" y="3736699"/>
              <a:ext cx="69011" cy="20167"/>
            </a:xfrm>
            <a:custGeom>
              <a:avLst/>
              <a:gdLst/>
              <a:ahLst/>
              <a:cxnLst/>
              <a:rect l="0" t="0" r="0" b="0"/>
              <a:pathLst>
                <a:path w="69011" h="20167">
                  <a:moveTo>
                    <a:pt x="0" y="0"/>
                  </a:moveTo>
                  <a:lnTo>
                    <a:pt x="69011" y="2016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8" name="Output_receptor__5307">
              <a:extLst>
                <a:ext uri="{FF2B5EF4-FFF2-40B4-BE49-F238E27FC236}">
                  <a16:creationId xmlns:a16="http://schemas.microsoft.com/office/drawing/2014/main" id="{766E1B5E-93F4-DE94-48A5-D1D759EBD994}"/>
                </a:ext>
              </a:extLst>
            </p:cNvPr>
            <p:cNvSpPr>
              <a:spLocks noGrp="1"/>
            </p:cNvSpPr>
            <p:nvPr/>
          </p:nvSpPr>
          <p:spPr>
            <a:xfrm>
              <a:off x="15559295" y="4477650"/>
              <a:ext cx="11157" cy="48273"/>
            </a:xfrm>
            <a:custGeom>
              <a:avLst/>
              <a:gdLst/>
              <a:ahLst/>
              <a:cxnLst/>
              <a:rect l="0" t="0" r="0" b="0"/>
              <a:pathLst>
                <a:path w="11157" h="48273">
                  <a:moveTo>
                    <a:pt x="0" y="48273"/>
                  </a:moveTo>
                  <a:lnTo>
                    <a:pt x="1115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9" name="Output_receptor__5308">
              <a:extLst>
                <a:ext uri="{FF2B5EF4-FFF2-40B4-BE49-F238E27FC236}">
                  <a16:creationId xmlns:a16="http://schemas.microsoft.com/office/drawing/2014/main" id="{C9ADC2CC-78B2-AD03-D7C8-34DD8F785C19}"/>
                </a:ext>
              </a:extLst>
            </p:cNvPr>
            <p:cNvSpPr>
              <a:spLocks noGrp="1"/>
            </p:cNvSpPr>
            <p:nvPr/>
          </p:nvSpPr>
          <p:spPr>
            <a:xfrm>
              <a:off x="16167722" y="3173534"/>
              <a:ext cx="56979" cy="13758"/>
            </a:xfrm>
            <a:custGeom>
              <a:avLst/>
              <a:gdLst/>
              <a:ahLst/>
              <a:cxnLst/>
              <a:rect l="0" t="0" r="0" b="0"/>
              <a:pathLst>
                <a:path w="56979" h="13758">
                  <a:moveTo>
                    <a:pt x="0" y="0"/>
                  </a:moveTo>
                  <a:lnTo>
                    <a:pt x="56979" y="1375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0" name="Output_receptor__5309">
              <a:extLst>
                <a:ext uri="{FF2B5EF4-FFF2-40B4-BE49-F238E27FC236}">
                  <a16:creationId xmlns:a16="http://schemas.microsoft.com/office/drawing/2014/main" id="{CD13BFB5-E537-6AEF-B254-62A3492839E1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1440"/>
              <a:ext cx="71180" cy="3026"/>
            </a:xfrm>
            <a:custGeom>
              <a:avLst/>
              <a:gdLst/>
              <a:ahLst/>
              <a:cxnLst/>
              <a:rect l="0" t="0" r="0" b="0"/>
              <a:pathLst>
                <a:path w="71180" h="3026">
                  <a:moveTo>
                    <a:pt x="0" y="3026"/>
                  </a:moveTo>
                  <a:lnTo>
                    <a:pt x="7118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1" name="Output_receptor__5310">
              <a:extLst>
                <a:ext uri="{FF2B5EF4-FFF2-40B4-BE49-F238E27FC236}">
                  <a16:creationId xmlns:a16="http://schemas.microsoft.com/office/drawing/2014/main" id="{92200422-498A-4219-9F60-13AD2D884C6A}"/>
                </a:ext>
              </a:extLst>
            </p:cNvPr>
            <p:cNvSpPr>
              <a:spLocks noGrp="1"/>
            </p:cNvSpPr>
            <p:nvPr/>
          </p:nvSpPr>
          <p:spPr>
            <a:xfrm>
              <a:off x="15648321" y="4090398"/>
              <a:ext cx="48739" cy="51600"/>
            </a:xfrm>
            <a:custGeom>
              <a:avLst/>
              <a:gdLst/>
              <a:ahLst/>
              <a:cxnLst/>
              <a:rect l="0" t="0" r="0" b="0"/>
              <a:pathLst>
                <a:path w="48739" h="51600">
                  <a:moveTo>
                    <a:pt x="0" y="0"/>
                  </a:moveTo>
                  <a:lnTo>
                    <a:pt x="48739" y="516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2" name="Output_receptor__5311">
              <a:extLst>
                <a:ext uri="{FF2B5EF4-FFF2-40B4-BE49-F238E27FC236}">
                  <a16:creationId xmlns:a16="http://schemas.microsoft.com/office/drawing/2014/main" id="{DE9570C1-8916-9226-5C2F-203CEB14DC85}"/>
                </a:ext>
              </a:extLst>
            </p:cNvPr>
            <p:cNvSpPr>
              <a:spLocks noGrp="1"/>
            </p:cNvSpPr>
            <p:nvPr/>
          </p:nvSpPr>
          <p:spPr>
            <a:xfrm>
              <a:off x="16149388" y="3356297"/>
              <a:ext cx="27963" cy="725"/>
            </a:xfrm>
            <a:custGeom>
              <a:avLst/>
              <a:gdLst/>
              <a:ahLst/>
              <a:cxnLst/>
              <a:rect l="0" t="0" r="0" b="0"/>
              <a:pathLst>
                <a:path w="27963" h="725">
                  <a:moveTo>
                    <a:pt x="0" y="0"/>
                  </a:moveTo>
                  <a:lnTo>
                    <a:pt x="27963" y="72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3" name="Output_receptor__5312">
              <a:extLst>
                <a:ext uri="{FF2B5EF4-FFF2-40B4-BE49-F238E27FC236}">
                  <a16:creationId xmlns:a16="http://schemas.microsoft.com/office/drawing/2014/main" id="{4E745F29-731C-0848-E562-4836BB672702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81177"/>
              <a:ext cx="33211" cy="3028"/>
            </a:xfrm>
            <a:custGeom>
              <a:avLst/>
              <a:gdLst/>
              <a:ahLst/>
              <a:cxnLst/>
              <a:rect l="0" t="0" r="0" b="0"/>
              <a:pathLst>
                <a:path w="33211" h="3028">
                  <a:moveTo>
                    <a:pt x="33211" y="0"/>
                  </a:moveTo>
                  <a:lnTo>
                    <a:pt x="0" y="302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4" name="Output_receptor__5313">
              <a:extLst>
                <a:ext uri="{FF2B5EF4-FFF2-40B4-BE49-F238E27FC236}">
                  <a16:creationId xmlns:a16="http://schemas.microsoft.com/office/drawing/2014/main" id="{A6E866DF-5AA9-9179-7C74-D5674443E2AD}"/>
                </a:ext>
              </a:extLst>
            </p:cNvPr>
            <p:cNvSpPr>
              <a:spLocks noGrp="1"/>
            </p:cNvSpPr>
            <p:nvPr/>
          </p:nvSpPr>
          <p:spPr>
            <a:xfrm>
              <a:off x="15589273" y="2806637"/>
              <a:ext cx="68753" cy="14201"/>
            </a:xfrm>
            <a:custGeom>
              <a:avLst/>
              <a:gdLst/>
              <a:ahLst/>
              <a:cxnLst/>
              <a:rect l="0" t="0" r="0" b="0"/>
              <a:pathLst>
                <a:path w="68753" h="14201">
                  <a:moveTo>
                    <a:pt x="0" y="14201"/>
                  </a:moveTo>
                  <a:lnTo>
                    <a:pt x="6875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5" name="Output_receptor__5314">
              <a:extLst>
                <a:ext uri="{FF2B5EF4-FFF2-40B4-BE49-F238E27FC236}">
                  <a16:creationId xmlns:a16="http://schemas.microsoft.com/office/drawing/2014/main" id="{9A7BA433-2BF6-8287-E174-67090017B858}"/>
                </a:ext>
              </a:extLst>
            </p:cNvPr>
            <p:cNvSpPr>
              <a:spLocks noGrp="1"/>
            </p:cNvSpPr>
            <p:nvPr/>
          </p:nvSpPr>
          <p:spPr>
            <a:xfrm>
              <a:off x="15637585" y="4020373"/>
              <a:ext cx="10736" cy="70025"/>
            </a:xfrm>
            <a:custGeom>
              <a:avLst/>
              <a:gdLst/>
              <a:ahLst/>
              <a:cxnLst/>
              <a:rect l="0" t="0" r="0" b="0"/>
              <a:pathLst>
                <a:path w="10736" h="70025">
                  <a:moveTo>
                    <a:pt x="0" y="0"/>
                  </a:moveTo>
                  <a:lnTo>
                    <a:pt x="10736" y="7002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6" name="Output_receptor__5315">
              <a:extLst>
                <a:ext uri="{FF2B5EF4-FFF2-40B4-BE49-F238E27FC236}">
                  <a16:creationId xmlns:a16="http://schemas.microsoft.com/office/drawing/2014/main" id="{4FEB8469-8260-E774-B5E9-6B07F6D3D923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779120"/>
              <a:ext cx="46545" cy="27456"/>
            </a:xfrm>
            <a:custGeom>
              <a:avLst/>
              <a:gdLst/>
              <a:ahLst/>
              <a:cxnLst/>
              <a:rect l="0" t="0" r="0" b="0"/>
              <a:pathLst>
                <a:path w="46545" h="27456">
                  <a:moveTo>
                    <a:pt x="0" y="27456"/>
                  </a:moveTo>
                  <a:lnTo>
                    <a:pt x="4654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7" name="Output_receptor__5316">
              <a:extLst>
                <a:ext uri="{FF2B5EF4-FFF2-40B4-BE49-F238E27FC236}">
                  <a16:creationId xmlns:a16="http://schemas.microsoft.com/office/drawing/2014/main" id="{79249696-08F1-BC5D-2B01-F36F8F63908D}"/>
                </a:ext>
              </a:extLst>
            </p:cNvPr>
            <p:cNvSpPr>
              <a:spLocks noGrp="1"/>
            </p:cNvSpPr>
            <p:nvPr/>
          </p:nvSpPr>
          <p:spPr>
            <a:xfrm>
              <a:off x="15561934" y="4292922"/>
              <a:ext cx="15478" cy="31859"/>
            </a:xfrm>
            <a:custGeom>
              <a:avLst/>
              <a:gdLst/>
              <a:ahLst/>
              <a:cxnLst/>
              <a:rect l="0" t="0" r="0" b="0"/>
              <a:pathLst>
                <a:path w="15478" h="31859">
                  <a:moveTo>
                    <a:pt x="15478" y="0"/>
                  </a:moveTo>
                  <a:lnTo>
                    <a:pt x="0" y="3185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8" name="Output_receptor__5317">
              <a:extLst>
                <a:ext uri="{FF2B5EF4-FFF2-40B4-BE49-F238E27FC236}">
                  <a16:creationId xmlns:a16="http://schemas.microsoft.com/office/drawing/2014/main" id="{C499B906-6FC1-0788-5F9D-FD7434E2302E}"/>
                </a:ext>
              </a:extLst>
            </p:cNvPr>
            <p:cNvSpPr>
              <a:spLocks noGrp="1"/>
            </p:cNvSpPr>
            <p:nvPr/>
          </p:nvSpPr>
          <p:spPr>
            <a:xfrm>
              <a:off x="15650658" y="4229123"/>
              <a:ext cx="69173" cy="16055"/>
            </a:xfrm>
            <a:custGeom>
              <a:avLst/>
              <a:gdLst/>
              <a:ahLst/>
              <a:cxnLst/>
              <a:rect l="0" t="0" r="0" b="0"/>
              <a:pathLst>
                <a:path w="69173" h="16055">
                  <a:moveTo>
                    <a:pt x="69173" y="1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9" name="Output_receptor__5318">
              <a:extLst>
                <a:ext uri="{FF2B5EF4-FFF2-40B4-BE49-F238E27FC236}">
                  <a16:creationId xmlns:a16="http://schemas.microsoft.com/office/drawing/2014/main" id="{272B3E89-D245-3DF3-0519-A38188684D8E}"/>
                </a:ext>
              </a:extLst>
            </p:cNvPr>
            <p:cNvSpPr>
              <a:spLocks noGrp="1"/>
            </p:cNvSpPr>
            <p:nvPr/>
          </p:nvSpPr>
          <p:spPr>
            <a:xfrm>
              <a:off x="16041444" y="3153685"/>
              <a:ext cx="62290" cy="24414"/>
            </a:xfrm>
            <a:custGeom>
              <a:avLst/>
              <a:gdLst/>
              <a:ahLst/>
              <a:cxnLst/>
              <a:rect l="0" t="0" r="0" b="0"/>
              <a:pathLst>
                <a:path w="62290" h="24414">
                  <a:moveTo>
                    <a:pt x="0" y="0"/>
                  </a:moveTo>
                  <a:lnTo>
                    <a:pt x="62290" y="2441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0" name="Output_receptor__5319">
              <a:extLst>
                <a:ext uri="{FF2B5EF4-FFF2-40B4-BE49-F238E27FC236}">
                  <a16:creationId xmlns:a16="http://schemas.microsoft.com/office/drawing/2014/main" id="{C72F75A7-576C-AC99-2060-A1388275C54A}"/>
                </a:ext>
              </a:extLst>
            </p:cNvPr>
            <p:cNvSpPr>
              <a:spLocks noGrp="1"/>
            </p:cNvSpPr>
            <p:nvPr/>
          </p:nvSpPr>
          <p:spPr>
            <a:xfrm>
              <a:off x="16450060" y="3353403"/>
              <a:ext cx="4643" cy="40014"/>
            </a:xfrm>
            <a:custGeom>
              <a:avLst/>
              <a:gdLst/>
              <a:ahLst/>
              <a:cxnLst/>
              <a:rect l="0" t="0" r="0" b="0"/>
              <a:pathLst>
                <a:path w="4643" h="40014">
                  <a:moveTo>
                    <a:pt x="4643" y="4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1" name="Output_receptor__5320">
              <a:extLst>
                <a:ext uri="{FF2B5EF4-FFF2-40B4-BE49-F238E27FC236}">
                  <a16:creationId xmlns:a16="http://schemas.microsoft.com/office/drawing/2014/main" id="{3C41D2D9-9ADE-1D92-EA43-311720DA4ECB}"/>
                </a:ext>
              </a:extLst>
            </p:cNvPr>
            <p:cNvSpPr>
              <a:spLocks noGrp="1"/>
            </p:cNvSpPr>
            <p:nvPr/>
          </p:nvSpPr>
          <p:spPr>
            <a:xfrm>
              <a:off x="16159119" y="3262683"/>
              <a:ext cx="42203" cy="11080"/>
            </a:xfrm>
            <a:custGeom>
              <a:avLst/>
              <a:gdLst/>
              <a:ahLst/>
              <a:cxnLst/>
              <a:rect l="0" t="0" r="0" b="0"/>
              <a:pathLst>
                <a:path w="42203" h="11080">
                  <a:moveTo>
                    <a:pt x="0" y="0"/>
                  </a:moveTo>
                  <a:lnTo>
                    <a:pt x="42203" y="1108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2" name="Output_receptor__5321">
              <a:extLst>
                <a:ext uri="{FF2B5EF4-FFF2-40B4-BE49-F238E27FC236}">
                  <a16:creationId xmlns:a16="http://schemas.microsoft.com/office/drawing/2014/main" id="{BC73C42C-D311-F2AE-5E10-28C3859F95C8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3984626"/>
              <a:ext cx="30160" cy="57831"/>
            </a:xfrm>
            <a:custGeom>
              <a:avLst/>
              <a:gdLst/>
              <a:ahLst/>
              <a:cxnLst/>
              <a:rect l="0" t="0" r="0" b="0"/>
              <a:pathLst>
                <a:path w="30160" h="57831">
                  <a:moveTo>
                    <a:pt x="30160" y="0"/>
                  </a:moveTo>
                  <a:lnTo>
                    <a:pt x="0" y="5783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3" name="Output_receptor__5322">
              <a:extLst>
                <a:ext uri="{FF2B5EF4-FFF2-40B4-BE49-F238E27FC236}">
                  <a16:creationId xmlns:a16="http://schemas.microsoft.com/office/drawing/2014/main" id="{EE7CB4BF-4390-F832-DD4C-D05D09EFDAD5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538815"/>
              <a:ext cx="64717" cy="30261"/>
            </a:xfrm>
            <a:custGeom>
              <a:avLst/>
              <a:gdLst/>
              <a:ahLst/>
              <a:cxnLst/>
              <a:rect l="0" t="0" r="0" b="0"/>
              <a:pathLst>
                <a:path w="64717" h="30261">
                  <a:moveTo>
                    <a:pt x="0" y="0"/>
                  </a:moveTo>
                  <a:lnTo>
                    <a:pt x="64717" y="3026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4" name="Output_receptor__5323">
              <a:extLst>
                <a:ext uri="{FF2B5EF4-FFF2-40B4-BE49-F238E27FC236}">
                  <a16:creationId xmlns:a16="http://schemas.microsoft.com/office/drawing/2014/main" id="{79FADB87-7735-EC58-2A16-DEB40EE9686B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15303" cy="24436"/>
            </a:xfrm>
            <a:custGeom>
              <a:avLst/>
              <a:gdLst/>
              <a:ahLst/>
              <a:cxnLst/>
              <a:rect l="0" t="0" r="0" b="0"/>
              <a:pathLst>
                <a:path w="15303" h="24436">
                  <a:moveTo>
                    <a:pt x="0" y="0"/>
                  </a:moveTo>
                  <a:lnTo>
                    <a:pt x="15303" y="2443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5" name="Output_receptor__5324">
              <a:extLst>
                <a:ext uri="{FF2B5EF4-FFF2-40B4-BE49-F238E27FC236}">
                  <a16:creationId xmlns:a16="http://schemas.microsoft.com/office/drawing/2014/main" id="{AE417D2A-C4FB-19A0-4485-E601F2B2ED59}"/>
                </a:ext>
              </a:extLst>
            </p:cNvPr>
            <p:cNvSpPr>
              <a:spLocks noGrp="1"/>
            </p:cNvSpPr>
            <p:nvPr/>
          </p:nvSpPr>
          <p:spPr>
            <a:xfrm>
              <a:off x="16103734" y="3173534"/>
              <a:ext cx="63988" cy="4565"/>
            </a:xfrm>
            <a:custGeom>
              <a:avLst/>
              <a:gdLst/>
              <a:ahLst/>
              <a:cxnLst/>
              <a:rect l="0" t="0" r="0" b="0"/>
              <a:pathLst>
                <a:path w="63988" h="4565">
                  <a:moveTo>
                    <a:pt x="0" y="4565"/>
                  </a:moveTo>
                  <a:lnTo>
                    <a:pt x="6398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6" name="Output_receptor__5325">
              <a:extLst>
                <a:ext uri="{FF2B5EF4-FFF2-40B4-BE49-F238E27FC236}">
                  <a16:creationId xmlns:a16="http://schemas.microsoft.com/office/drawing/2014/main" id="{3E9F3021-AE7C-68A3-51A1-D40B393AD6A7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53685"/>
              <a:ext cx="68246" cy="12305"/>
            </a:xfrm>
            <a:custGeom>
              <a:avLst/>
              <a:gdLst/>
              <a:ahLst/>
              <a:cxnLst/>
              <a:rect l="0" t="0" r="0" b="0"/>
              <a:pathLst>
                <a:path w="68246" h="12305">
                  <a:moveTo>
                    <a:pt x="0" y="12305"/>
                  </a:moveTo>
                  <a:lnTo>
                    <a:pt x="6824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7" name="Output_receptor__5326">
              <a:extLst>
                <a:ext uri="{FF2B5EF4-FFF2-40B4-BE49-F238E27FC236}">
                  <a16:creationId xmlns:a16="http://schemas.microsoft.com/office/drawing/2014/main" id="{0B5D8CFC-AAA5-36ED-D6EB-9C6F47901830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2979202"/>
              <a:ext cx="25056" cy="29284"/>
            </a:xfrm>
            <a:custGeom>
              <a:avLst/>
              <a:gdLst/>
              <a:ahLst/>
              <a:cxnLst/>
              <a:rect l="0" t="0" r="0" b="0"/>
              <a:pathLst>
                <a:path w="25056" h="29284">
                  <a:moveTo>
                    <a:pt x="0" y="29284"/>
                  </a:moveTo>
                  <a:lnTo>
                    <a:pt x="250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8" name="Output_receptor__5327">
              <a:extLst>
                <a:ext uri="{FF2B5EF4-FFF2-40B4-BE49-F238E27FC236}">
                  <a16:creationId xmlns:a16="http://schemas.microsoft.com/office/drawing/2014/main" id="{26AF68D0-88DB-35EB-763A-C05597C7596F}"/>
                </a:ext>
              </a:extLst>
            </p:cNvPr>
            <p:cNvSpPr>
              <a:spLocks noGrp="1"/>
            </p:cNvSpPr>
            <p:nvPr/>
          </p:nvSpPr>
          <p:spPr>
            <a:xfrm>
              <a:off x="15458883" y="4474251"/>
              <a:ext cx="30693" cy="35492"/>
            </a:xfrm>
            <a:custGeom>
              <a:avLst/>
              <a:gdLst/>
              <a:ahLst/>
              <a:cxnLst/>
              <a:rect l="0" t="0" r="0" b="0"/>
              <a:pathLst>
                <a:path w="30693" h="35492">
                  <a:moveTo>
                    <a:pt x="0" y="0"/>
                  </a:moveTo>
                  <a:lnTo>
                    <a:pt x="30693" y="3549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9" name="Output_receptor__5328">
              <a:extLst>
                <a:ext uri="{FF2B5EF4-FFF2-40B4-BE49-F238E27FC236}">
                  <a16:creationId xmlns:a16="http://schemas.microsoft.com/office/drawing/2014/main" id="{43A493AE-9D9D-0BA1-49A2-5A75D3C29B82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57490"/>
              <a:ext cx="154" cy="12934"/>
            </a:xfrm>
            <a:custGeom>
              <a:avLst/>
              <a:gdLst/>
              <a:ahLst/>
              <a:cxnLst/>
              <a:rect l="0" t="0" r="0" b="0"/>
              <a:pathLst>
                <a:path w="154" h="12934">
                  <a:moveTo>
                    <a:pt x="154" y="0"/>
                  </a:moveTo>
                  <a:lnTo>
                    <a:pt x="0" y="1293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0" name="Output_receptor__5329">
              <a:extLst>
                <a:ext uri="{FF2B5EF4-FFF2-40B4-BE49-F238E27FC236}">
                  <a16:creationId xmlns:a16="http://schemas.microsoft.com/office/drawing/2014/main" id="{2DE61AEC-84AD-C329-6E7A-40798B2ECDD6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55876"/>
              <a:ext cx="42713" cy="47030"/>
            </a:xfrm>
            <a:custGeom>
              <a:avLst/>
              <a:gdLst/>
              <a:ahLst/>
              <a:cxnLst/>
              <a:rect l="0" t="0" r="0" b="0"/>
              <a:pathLst>
                <a:path w="42713" h="47030">
                  <a:moveTo>
                    <a:pt x="0" y="0"/>
                  </a:moveTo>
                  <a:lnTo>
                    <a:pt x="42713" y="4703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1" name="Output_receptor__5330">
              <a:extLst>
                <a:ext uri="{FF2B5EF4-FFF2-40B4-BE49-F238E27FC236}">
                  <a16:creationId xmlns:a16="http://schemas.microsoft.com/office/drawing/2014/main" id="{57C0D98A-C923-69B1-3538-31DAB7A50EBC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69714"/>
              <a:ext cx="14182" cy="4353"/>
            </a:xfrm>
            <a:custGeom>
              <a:avLst/>
              <a:gdLst/>
              <a:ahLst/>
              <a:cxnLst/>
              <a:rect l="0" t="0" r="0" b="0"/>
              <a:pathLst>
                <a:path w="14182" h="4353">
                  <a:moveTo>
                    <a:pt x="14182" y="4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2" name="Output_receptor__5331">
              <a:extLst>
                <a:ext uri="{FF2B5EF4-FFF2-40B4-BE49-F238E27FC236}">
                  <a16:creationId xmlns:a16="http://schemas.microsoft.com/office/drawing/2014/main" id="{A4DC0A5E-D3B8-05E6-0807-C85CECCF984B}"/>
                </a:ext>
              </a:extLst>
            </p:cNvPr>
            <p:cNvSpPr>
              <a:spLocks noGrp="1"/>
            </p:cNvSpPr>
            <p:nvPr/>
          </p:nvSpPr>
          <p:spPr>
            <a:xfrm>
              <a:off x="16286974" y="3557004"/>
              <a:ext cx="34772" cy="59724"/>
            </a:xfrm>
            <a:custGeom>
              <a:avLst/>
              <a:gdLst/>
              <a:ahLst/>
              <a:cxnLst/>
              <a:rect l="0" t="0" r="0" b="0"/>
              <a:pathLst>
                <a:path w="34772" h="59724">
                  <a:moveTo>
                    <a:pt x="0" y="59724"/>
                  </a:moveTo>
                  <a:lnTo>
                    <a:pt x="347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3" name="Output_receptor__5332">
              <a:extLst>
                <a:ext uri="{FF2B5EF4-FFF2-40B4-BE49-F238E27FC236}">
                  <a16:creationId xmlns:a16="http://schemas.microsoft.com/office/drawing/2014/main" id="{0939A132-970E-8235-89FF-E920A328CE0A}"/>
                </a:ext>
              </a:extLst>
            </p:cNvPr>
            <p:cNvSpPr>
              <a:spLocks noGrp="1"/>
            </p:cNvSpPr>
            <p:nvPr/>
          </p:nvSpPr>
          <p:spPr>
            <a:xfrm>
              <a:off x="15673301" y="2522984"/>
              <a:ext cx="40866" cy="57557"/>
            </a:xfrm>
            <a:custGeom>
              <a:avLst/>
              <a:gdLst/>
              <a:ahLst/>
              <a:cxnLst/>
              <a:rect l="0" t="0" r="0" b="0"/>
              <a:pathLst>
                <a:path w="40866" h="57557">
                  <a:moveTo>
                    <a:pt x="40866" y="0"/>
                  </a:moveTo>
                  <a:lnTo>
                    <a:pt x="0" y="575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4" name="Output_receptor__5333">
              <a:extLst>
                <a:ext uri="{FF2B5EF4-FFF2-40B4-BE49-F238E27FC236}">
                  <a16:creationId xmlns:a16="http://schemas.microsoft.com/office/drawing/2014/main" id="{AE6B0673-D8A8-C54E-76C8-20F63BF2189D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609867"/>
              <a:ext cx="61442" cy="16361"/>
            </a:xfrm>
            <a:custGeom>
              <a:avLst/>
              <a:gdLst/>
              <a:ahLst/>
              <a:cxnLst/>
              <a:rect l="0" t="0" r="0" b="0"/>
              <a:pathLst>
                <a:path w="61442" h="16361">
                  <a:moveTo>
                    <a:pt x="61442" y="163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5" name="Output_receptor__5334">
              <a:extLst>
                <a:ext uri="{FF2B5EF4-FFF2-40B4-BE49-F238E27FC236}">
                  <a16:creationId xmlns:a16="http://schemas.microsoft.com/office/drawing/2014/main" id="{1514F800-1474-3774-D230-89F2D0AB03B6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18994"/>
              <a:ext cx="48717" cy="51106"/>
            </a:xfrm>
            <a:custGeom>
              <a:avLst/>
              <a:gdLst/>
              <a:ahLst/>
              <a:cxnLst/>
              <a:rect l="0" t="0" r="0" b="0"/>
              <a:pathLst>
                <a:path w="48717" h="51106">
                  <a:moveTo>
                    <a:pt x="0" y="51106"/>
                  </a:moveTo>
                  <a:lnTo>
                    <a:pt x="4871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6" name="Output_receptor__5335">
              <a:extLst>
                <a:ext uri="{FF2B5EF4-FFF2-40B4-BE49-F238E27FC236}">
                  <a16:creationId xmlns:a16="http://schemas.microsoft.com/office/drawing/2014/main" id="{8567138C-DBB4-5248-A7F1-F4B508B8AD9A}"/>
                </a:ext>
              </a:extLst>
            </p:cNvPr>
            <p:cNvSpPr>
              <a:spLocks noGrp="1"/>
            </p:cNvSpPr>
            <p:nvPr/>
          </p:nvSpPr>
          <p:spPr>
            <a:xfrm>
              <a:off x="15557012" y="2820838"/>
              <a:ext cx="32261" cy="51426"/>
            </a:xfrm>
            <a:custGeom>
              <a:avLst/>
              <a:gdLst/>
              <a:ahLst/>
              <a:cxnLst/>
              <a:rect l="0" t="0" r="0" b="0"/>
              <a:pathLst>
                <a:path w="32261" h="51426">
                  <a:moveTo>
                    <a:pt x="0" y="51426"/>
                  </a:moveTo>
                  <a:lnTo>
                    <a:pt x="322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7" name="Output_receptor__5336">
              <a:extLst>
                <a:ext uri="{FF2B5EF4-FFF2-40B4-BE49-F238E27FC236}">
                  <a16:creationId xmlns:a16="http://schemas.microsoft.com/office/drawing/2014/main" id="{5C8F5E49-4933-BC03-19C5-C0E6C962A5AE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49623"/>
              <a:ext cx="60342" cy="33075"/>
            </a:xfrm>
            <a:custGeom>
              <a:avLst/>
              <a:gdLst/>
              <a:ahLst/>
              <a:cxnLst/>
              <a:rect l="0" t="0" r="0" b="0"/>
              <a:pathLst>
                <a:path w="60342" h="33075">
                  <a:moveTo>
                    <a:pt x="60342" y="33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8" name="Output_receptor__5337">
              <a:extLst>
                <a:ext uri="{FF2B5EF4-FFF2-40B4-BE49-F238E27FC236}">
                  <a16:creationId xmlns:a16="http://schemas.microsoft.com/office/drawing/2014/main" id="{ACC8395B-F849-9897-8337-D1C25C0A3875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05213"/>
              <a:ext cx="11317" cy="50663"/>
            </a:xfrm>
            <a:custGeom>
              <a:avLst/>
              <a:gdLst/>
              <a:ahLst/>
              <a:cxnLst/>
              <a:rect l="0" t="0" r="0" b="0"/>
              <a:pathLst>
                <a:path w="11317" h="50663">
                  <a:moveTo>
                    <a:pt x="11317" y="0"/>
                  </a:moveTo>
                  <a:lnTo>
                    <a:pt x="0" y="5066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9" name="Output_receptor__5338">
              <a:extLst>
                <a:ext uri="{FF2B5EF4-FFF2-40B4-BE49-F238E27FC236}">
                  <a16:creationId xmlns:a16="http://schemas.microsoft.com/office/drawing/2014/main" id="{1A84EF80-0632-ECE7-4FE6-1E0017A2E30C}"/>
                </a:ext>
              </a:extLst>
            </p:cNvPr>
            <p:cNvSpPr>
              <a:spLocks noGrp="1"/>
            </p:cNvSpPr>
            <p:nvPr/>
          </p:nvSpPr>
          <p:spPr>
            <a:xfrm>
              <a:off x="15738262" y="3249765"/>
              <a:ext cx="16207" cy="47055"/>
            </a:xfrm>
            <a:custGeom>
              <a:avLst/>
              <a:gdLst/>
              <a:ahLst/>
              <a:cxnLst/>
              <a:rect l="0" t="0" r="0" b="0"/>
              <a:pathLst>
                <a:path w="16207" h="47055">
                  <a:moveTo>
                    <a:pt x="16207" y="47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0" name="Output_receptor__5339">
              <a:extLst>
                <a:ext uri="{FF2B5EF4-FFF2-40B4-BE49-F238E27FC236}">
                  <a16:creationId xmlns:a16="http://schemas.microsoft.com/office/drawing/2014/main" id="{89EABC58-43C4-07E2-87A5-4E356DBC9F6E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63673"/>
              <a:ext cx="23602" cy="22685"/>
            </a:xfrm>
            <a:custGeom>
              <a:avLst/>
              <a:gdLst/>
              <a:ahLst/>
              <a:cxnLst/>
              <a:rect l="0" t="0" r="0" b="0"/>
              <a:pathLst>
                <a:path w="23602" h="22685">
                  <a:moveTo>
                    <a:pt x="23602" y="0"/>
                  </a:moveTo>
                  <a:lnTo>
                    <a:pt x="0" y="2268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1" name="Output_receptor__5340">
              <a:extLst>
                <a:ext uri="{FF2B5EF4-FFF2-40B4-BE49-F238E27FC236}">
                  <a16:creationId xmlns:a16="http://schemas.microsoft.com/office/drawing/2014/main" id="{CA683A4E-EFD5-845D-3405-43C9D5489E09}"/>
                </a:ext>
              </a:extLst>
            </p:cNvPr>
            <p:cNvSpPr>
              <a:spLocks noGrp="1"/>
            </p:cNvSpPr>
            <p:nvPr/>
          </p:nvSpPr>
          <p:spPr>
            <a:xfrm>
              <a:off x="15655707" y="3800034"/>
              <a:ext cx="16499" cy="27358"/>
            </a:xfrm>
            <a:custGeom>
              <a:avLst/>
              <a:gdLst/>
              <a:ahLst/>
              <a:cxnLst/>
              <a:rect l="0" t="0" r="0" b="0"/>
              <a:pathLst>
                <a:path w="16499" h="27358">
                  <a:moveTo>
                    <a:pt x="0" y="27358"/>
                  </a:moveTo>
                  <a:lnTo>
                    <a:pt x="1649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2" name="Output_receptor__5341">
              <a:extLst>
                <a:ext uri="{FF2B5EF4-FFF2-40B4-BE49-F238E27FC236}">
                  <a16:creationId xmlns:a16="http://schemas.microsoft.com/office/drawing/2014/main" id="{F9EABABA-2191-E85E-091B-0AA5976EED85}"/>
                </a:ext>
              </a:extLst>
            </p:cNvPr>
            <p:cNvSpPr>
              <a:spLocks noGrp="1"/>
            </p:cNvSpPr>
            <p:nvPr/>
          </p:nvSpPr>
          <p:spPr>
            <a:xfrm>
              <a:off x="16607871" y="3775622"/>
              <a:ext cx="6958" cy="53822"/>
            </a:xfrm>
            <a:custGeom>
              <a:avLst/>
              <a:gdLst/>
              <a:ahLst/>
              <a:cxnLst/>
              <a:rect l="0" t="0" r="0" b="0"/>
              <a:pathLst>
                <a:path w="6958" h="53822">
                  <a:moveTo>
                    <a:pt x="6958" y="538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3" name="Output_receptor__5342">
              <a:extLst>
                <a:ext uri="{FF2B5EF4-FFF2-40B4-BE49-F238E27FC236}">
                  <a16:creationId xmlns:a16="http://schemas.microsoft.com/office/drawing/2014/main" id="{44EAECC2-CF06-7D18-E89A-2B3819501DD9}"/>
                </a:ext>
              </a:extLst>
            </p:cNvPr>
            <p:cNvSpPr>
              <a:spLocks noGrp="1"/>
            </p:cNvSpPr>
            <p:nvPr/>
          </p:nvSpPr>
          <p:spPr>
            <a:xfrm>
              <a:off x="15795949" y="3384400"/>
              <a:ext cx="2380" cy="66526"/>
            </a:xfrm>
            <a:custGeom>
              <a:avLst/>
              <a:gdLst/>
              <a:ahLst/>
              <a:cxnLst/>
              <a:rect l="0" t="0" r="0" b="0"/>
              <a:pathLst>
                <a:path w="2380" h="66526">
                  <a:moveTo>
                    <a:pt x="0" y="0"/>
                  </a:moveTo>
                  <a:lnTo>
                    <a:pt x="2380" y="6652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4" name="Output_receptor__5343">
              <a:extLst>
                <a:ext uri="{FF2B5EF4-FFF2-40B4-BE49-F238E27FC236}">
                  <a16:creationId xmlns:a16="http://schemas.microsoft.com/office/drawing/2014/main" id="{2EC64E6B-96FF-C77B-0A06-2FAAFDF08939}"/>
                </a:ext>
              </a:extLst>
            </p:cNvPr>
            <p:cNvSpPr>
              <a:spLocks noGrp="1"/>
            </p:cNvSpPr>
            <p:nvPr/>
          </p:nvSpPr>
          <p:spPr>
            <a:xfrm>
              <a:off x="16177519" y="3864549"/>
              <a:ext cx="57080" cy="24075"/>
            </a:xfrm>
            <a:custGeom>
              <a:avLst/>
              <a:gdLst/>
              <a:ahLst/>
              <a:cxnLst/>
              <a:rect l="0" t="0" r="0" b="0"/>
              <a:pathLst>
                <a:path w="57080" h="24075">
                  <a:moveTo>
                    <a:pt x="0" y="0"/>
                  </a:moveTo>
                  <a:lnTo>
                    <a:pt x="57080" y="2407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5" name="Output_receptor__5344">
              <a:extLst>
                <a:ext uri="{FF2B5EF4-FFF2-40B4-BE49-F238E27FC236}">
                  <a16:creationId xmlns:a16="http://schemas.microsoft.com/office/drawing/2014/main" id="{C771BAFC-070F-6185-A282-1146C1650EB2}"/>
                </a:ext>
              </a:extLst>
            </p:cNvPr>
            <p:cNvSpPr>
              <a:spLocks noGrp="1"/>
            </p:cNvSpPr>
            <p:nvPr/>
          </p:nvSpPr>
          <p:spPr>
            <a:xfrm>
              <a:off x="16120271" y="3864549"/>
              <a:ext cx="57248" cy="22476"/>
            </a:xfrm>
            <a:custGeom>
              <a:avLst/>
              <a:gdLst/>
              <a:ahLst/>
              <a:cxnLst/>
              <a:rect l="0" t="0" r="0" b="0"/>
              <a:pathLst>
                <a:path w="57248" h="22476">
                  <a:moveTo>
                    <a:pt x="0" y="22476"/>
                  </a:moveTo>
                  <a:lnTo>
                    <a:pt x="5724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6" name="Output_receptor__5345">
              <a:extLst>
                <a:ext uri="{FF2B5EF4-FFF2-40B4-BE49-F238E27FC236}">
                  <a16:creationId xmlns:a16="http://schemas.microsoft.com/office/drawing/2014/main" id="{C0FE7BF4-A10F-517F-0892-09D4FD202459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87135"/>
              <a:ext cx="68651" cy="7421"/>
            </a:xfrm>
            <a:custGeom>
              <a:avLst/>
              <a:gdLst/>
              <a:ahLst/>
              <a:cxnLst/>
              <a:rect l="0" t="0" r="0" b="0"/>
              <a:pathLst>
                <a:path w="68651" h="7421">
                  <a:moveTo>
                    <a:pt x="0" y="7421"/>
                  </a:moveTo>
                  <a:lnTo>
                    <a:pt x="686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7" name="Output_receptor__5346">
              <a:extLst>
                <a:ext uri="{FF2B5EF4-FFF2-40B4-BE49-F238E27FC236}">
                  <a16:creationId xmlns:a16="http://schemas.microsoft.com/office/drawing/2014/main" id="{4FEE663B-C69E-189B-0634-1465BFE6AC36}"/>
                </a:ext>
              </a:extLst>
            </p:cNvPr>
            <p:cNvSpPr>
              <a:spLocks noGrp="1"/>
            </p:cNvSpPr>
            <p:nvPr/>
          </p:nvSpPr>
          <p:spPr>
            <a:xfrm>
              <a:off x="16238716" y="3095493"/>
              <a:ext cx="45651" cy="21381"/>
            </a:xfrm>
            <a:custGeom>
              <a:avLst/>
              <a:gdLst/>
              <a:ahLst/>
              <a:cxnLst/>
              <a:rect l="0" t="0" r="0" b="0"/>
              <a:pathLst>
                <a:path w="45651" h="21381">
                  <a:moveTo>
                    <a:pt x="0" y="0"/>
                  </a:moveTo>
                  <a:lnTo>
                    <a:pt x="45651" y="213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" name="Output_receptor__5347">
              <a:extLst>
                <a:ext uri="{FF2B5EF4-FFF2-40B4-BE49-F238E27FC236}">
                  <a16:creationId xmlns:a16="http://schemas.microsoft.com/office/drawing/2014/main" id="{27FA6108-2D72-3E3C-4C6D-3A32D7DE2BF3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872264"/>
              <a:ext cx="63309" cy="29199"/>
            </a:xfrm>
            <a:custGeom>
              <a:avLst/>
              <a:gdLst/>
              <a:ahLst/>
              <a:cxnLst/>
              <a:rect l="0" t="0" r="0" b="0"/>
              <a:pathLst>
                <a:path w="63309" h="29199">
                  <a:moveTo>
                    <a:pt x="0" y="29199"/>
                  </a:moveTo>
                  <a:lnTo>
                    <a:pt x="6330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" name="Output_receptor__5348">
              <a:extLst>
                <a:ext uri="{FF2B5EF4-FFF2-40B4-BE49-F238E27FC236}">
                  <a16:creationId xmlns:a16="http://schemas.microsoft.com/office/drawing/2014/main" id="{907BC3FA-0622-4D04-4E84-CEEC9B28C630}"/>
                </a:ext>
              </a:extLst>
            </p:cNvPr>
            <p:cNvSpPr>
              <a:spLocks noGrp="1"/>
            </p:cNvSpPr>
            <p:nvPr/>
          </p:nvSpPr>
          <p:spPr>
            <a:xfrm>
              <a:off x="15586011" y="3653958"/>
              <a:ext cx="3778" cy="9110"/>
            </a:xfrm>
            <a:custGeom>
              <a:avLst/>
              <a:gdLst/>
              <a:ahLst/>
              <a:cxnLst/>
              <a:rect l="0" t="0" r="0" b="0"/>
              <a:pathLst>
                <a:path w="3778" h="9110">
                  <a:moveTo>
                    <a:pt x="0" y="9110"/>
                  </a:moveTo>
                  <a:lnTo>
                    <a:pt x="377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" name="Output_receptor__5349">
              <a:extLst>
                <a:ext uri="{FF2B5EF4-FFF2-40B4-BE49-F238E27FC236}">
                  <a16:creationId xmlns:a16="http://schemas.microsoft.com/office/drawing/2014/main" id="{F137F039-A471-570C-B3FD-B6A50B4D8D0F}"/>
                </a:ext>
              </a:extLst>
            </p:cNvPr>
            <p:cNvSpPr>
              <a:spLocks noGrp="1"/>
            </p:cNvSpPr>
            <p:nvPr/>
          </p:nvSpPr>
          <p:spPr>
            <a:xfrm>
              <a:off x="15380205" y="3322910"/>
              <a:ext cx="39614" cy="59787"/>
            </a:xfrm>
            <a:custGeom>
              <a:avLst/>
              <a:gdLst/>
              <a:ahLst/>
              <a:cxnLst/>
              <a:rect l="0" t="0" r="0" b="0"/>
              <a:pathLst>
                <a:path w="39614" h="59787">
                  <a:moveTo>
                    <a:pt x="39614" y="0"/>
                  </a:moveTo>
                  <a:lnTo>
                    <a:pt x="0" y="5978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" name="Output_receptor__5350">
              <a:extLst>
                <a:ext uri="{FF2B5EF4-FFF2-40B4-BE49-F238E27FC236}">
                  <a16:creationId xmlns:a16="http://schemas.microsoft.com/office/drawing/2014/main" id="{AC933544-B79D-323E-F2F1-1D902A3C8220}"/>
                </a:ext>
              </a:extLst>
            </p:cNvPr>
            <p:cNvSpPr>
              <a:spLocks noGrp="1"/>
            </p:cNvSpPr>
            <p:nvPr/>
          </p:nvSpPr>
          <p:spPr>
            <a:xfrm>
              <a:off x="16483207" y="3626229"/>
              <a:ext cx="47047" cy="53780"/>
            </a:xfrm>
            <a:custGeom>
              <a:avLst/>
              <a:gdLst/>
              <a:ahLst/>
              <a:cxnLst/>
              <a:rect l="0" t="0" r="0" b="0"/>
              <a:pathLst>
                <a:path w="47047" h="53780">
                  <a:moveTo>
                    <a:pt x="47047" y="5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" name="Output_receptor__5351">
              <a:extLst>
                <a:ext uri="{FF2B5EF4-FFF2-40B4-BE49-F238E27FC236}">
                  <a16:creationId xmlns:a16="http://schemas.microsoft.com/office/drawing/2014/main" id="{EB2FBCC4-15A8-F2CC-41C5-386DFF717A60}"/>
                </a:ext>
              </a:extLst>
            </p:cNvPr>
            <p:cNvSpPr>
              <a:spLocks noGrp="1"/>
            </p:cNvSpPr>
            <p:nvPr/>
          </p:nvSpPr>
          <p:spPr>
            <a:xfrm>
              <a:off x="16195176" y="2409681"/>
              <a:ext cx="70618" cy="9312"/>
            </a:xfrm>
            <a:custGeom>
              <a:avLst/>
              <a:gdLst/>
              <a:ahLst/>
              <a:cxnLst/>
              <a:rect l="0" t="0" r="0" b="0"/>
              <a:pathLst>
                <a:path w="70618" h="9312">
                  <a:moveTo>
                    <a:pt x="0" y="9312"/>
                  </a:moveTo>
                  <a:lnTo>
                    <a:pt x="7061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" name="Output_receptor__5352">
              <a:extLst>
                <a:ext uri="{FF2B5EF4-FFF2-40B4-BE49-F238E27FC236}">
                  <a16:creationId xmlns:a16="http://schemas.microsoft.com/office/drawing/2014/main" id="{5B27D575-BAEF-B4BD-0299-A4B01D6B6CA4}"/>
                </a:ext>
              </a:extLst>
            </p:cNvPr>
            <p:cNvSpPr>
              <a:spLocks noGrp="1"/>
            </p:cNvSpPr>
            <p:nvPr/>
          </p:nvSpPr>
          <p:spPr>
            <a:xfrm>
              <a:off x="16088433" y="3262683"/>
              <a:ext cx="70686" cy="376"/>
            </a:xfrm>
            <a:custGeom>
              <a:avLst/>
              <a:gdLst/>
              <a:ahLst/>
              <a:cxnLst/>
              <a:rect l="0" t="0" r="0" b="0"/>
              <a:pathLst>
                <a:path w="70686" h="376">
                  <a:moveTo>
                    <a:pt x="0" y="376"/>
                  </a:moveTo>
                  <a:lnTo>
                    <a:pt x="7068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4" name="Output_receptor__5353">
              <a:extLst>
                <a:ext uri="{FF2B5EF4-FFF2-40B4-BE49-F238E27FC236}">
                  <a16:creationId xmlns:a16="http://schemas.microsoft.com/office/drawing/2014/main" id="{6DF594A3-6971-755D-A458-572508C7A780}"/>
                </a:ext>
              </a:extLst>
            </p:cNvPr>
            <p:cNvSpPr>
              <a:spLocks noGrp="1"/>
            </p:cNvSpPr>
            <p:nvPr/>
          </p:nvSpPr>
          <p:spPr>
            <a:xfrm>
              <a:off x="15714167" y="2522984"/>
              <a:ext cx="68657" cy="15737"/>
            </a:xfrm>
            <a:custGeom>
              <a:avLst/>
              <a:gdLst/>
              <a:ahLst/>
              <a:cxnLst/>
              <a:rect l="0" t="0" r="0" b="0"/>
              <a:pathLst>
                <a:path w="68657" h="15737">
                  <a:moveTo>
                    <a:pt x="68657" y="15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5" name="Output_receptor__5354">
              <a:extLst>
                <a:ext uri="{FF2B5EF4-FFF2-40B4-BE49-F238E27FC236}">
                  <a16:creationId xmlns:a16="http://schemas.microsoft.com/office/drawing/2014/main" id="{109897D2-8A8A-AC57-EB17-22846D7368A6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29444"/>
              <a:ext cx="48836" cy="41007"/>
            </a:xfrm>
            <a:custGeom>
              <a:avLst/>
              <a:gdLst/>
              <a:ahLst/>
              <a:cxnLst/>
              <a:rect l="0" t="0" r="0" b="0"/>
              <a:pathLst>
                <a:path w="48836" h="41007">
                  <a:moveTo>
                    <a:pt x="0" y="41007"/>
                  </a:moveTo>
                  <a:lnTo>
                    <a:pt x="4883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6" name="Output_receptor__5355">
              <a:extLst>
                <a:ext uri="{FF2B5EF4-FFF2-40B4-BE49-F238E27FC236}">
                  <a16:creationId xmlns:a16="http://schemas.microsoft.com/office/drawing/2014/main" id="{2B800AA4-2078-E2E8-609F-55F45723355A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4466"/>
              <a:ext cx="10338" cy="60299"/>
            </a:xfrm>
            <a:custGeom>
              <a:avLst/>
              <a:gdLst/>
              <a:ahLst/>
              <a:cxnLst/>
              <a:rect l="0" t="0" r="0" b="0"/>
              <a:pathLst>
                <a:path w="10338" h="60299">
                  <a:moveTo>
                    <a:pt x="10338" y="60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7" name="Output_receptor__5356">
              <a:extLst>
                <a:ext uri="{FF2B5EF4-FFF2-40B4-BE49-F238E27FC236}">
                  <a16:creationId xmlns:a16="http://schemas.microsoft.com/office/drawing/2014/main" id="{79F3DD67-9F4E-1AA3-D3FA-BFC34974441B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48415"/>
              <a:ext cx="57984" cy="40279"/>
            </a:xfrm>
            <a:custGeom>
              <a:avLst/>
              <a:gdLst/>
              <a:ahLst/>
              <a:cxnLst/>
              <a:rect l="0" t="0" r="0" b="0"/>
              <a:pathLst>
                <a:path w="57984" h="40279">
                  <a:moveTo>
                    <a:pt x="57984" y="0"/>
                  </a:moveTo>
                  <a:lnTo>
                    <a:pt x="0" y="4027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8" name="Output_receptor__5357">
              <a:extLst>
                <a:ext uri="{FF2B5EF4-FFF2-40B4-BE49-F238E27FC236}">
                  <a16:creationId xmlns:a16="http://schemas.microsoft.com/office/drawing/2014/main" id="{7A3153A0-EFE5-278F-B7CC-40F27BF05733}"/>
                </a:ext>
              </a:extLst>
            </p:cNvPr>
            <p:cNvSpPr>
              <a:spLocks noGrp="1"/>
            </p:cNvSpPr>
            <p:nvPr/>
          </p:nvSpPr>
          <p:spPr>
            <a:xfrm>
              <a:off x="15569792" y="3747620"/>
              <a:ext cx="40237" cy="9245"/>
            </a:xfrm>
            <a:custGeom>
              <a:avLst/>
              <a:gdLst/>
              <a:ahLst/>
              <a:cxnLst/>
              <a:rect l="0" t="0" r="0" b="0"/>
              <a:pathLst>
                <a:path w="40237" h="9245">
                  <a:moveTo>
                    <a:pt x="0" y="9245"/>
                  </a:moveTo>
                  <a:lnTo>
                    <a:pt x="4023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9" name="Output_receptor__5358">
              <a:extLst>
                <a:ext uri="{FF2B5EF4-FFF2-40B4-BE49-F238E27FC236}">
                  <a16:creationId xmlns:a16="http://schemas.microsoft.com/office/drawing/2014/main" id="{47161417-BEA4-FAEB-D03E-80750BA0804F}"/>
                </a:ext>
              </a:extLst>
            </p:cNvPr>
            <p:cNvSpPr>
              <a:spLocks noGrp="1"/>
            </p:cNvSpPr>
            <p:nvPr/>
          </p:nvSpPr>
          <p:spPr>
            <a:xfrm>
              <a:off x="16214527" y="2324278"/>
              <a:ext cx="5634" cy="3383"/>
            </a:xfrm>
            <a:custGeom>
              <a:avLst/>
              <a:gdLst/>
              <a:ahLst/>
              <a:cxnLst/>
              <a:rect l="0" t="0" r="0" b="0"/>
              <a:pathLst>
                <a:path w="5634" h="3383">
                  <a:moveTo>
                    <a:pt x="5634" y="3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0" name="Output_receptor__5359">
              <a:extLst>
                <a:ext uri="{FF2B5EF4-FFF2-40B4-BE49-F238E27FC236}">
                  <a16:creationId xmlns:a16="http://schemas.microsoft.com/office/drawing/2014/main" id="{326993DA-47CC-02B1-BA24-5DBD2D085D4B}"/>
                </a:ext>
              </a:extLst>
            </p:cNvPr>
            <p:cNvSpPr>
              <a:spLocks noGrp="1"/>
            </p:cNvSpPr>
            <p:nvPr/>
          </p:nvSpPr>
          <p:spPr>
            <a:xfrm>
              <a:off x="15489576" y="4509743"/>
              <a:ext cx="69719" cy="16181"/>
            </a:xfrm>
            <a:custGeom>
              <a:avLst/>
              <a:gdLst/>
              <a:ahLst/>
              <a:cxnLst/>
              <a:rect l="0" t="0" r="0" b="0"/>
              <a:pathLst>
                <a:path w="69719" h="16181">
                  <a:moveTo>
                    <a:pt x="0" y="0"/>
                  </a:moveTo>
                  <a:lnTo>
                    <a:pt x="69719" y="161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1" name="Output_receptor__5360">
              <a:extLst>
                <a:ext uri="{FF2B5EF4-FFF2-40B4-BE49-F238E27FC236}">
                  <a16:creationId xmlns:a16="http://schemas.microsoft.com/office/drawing/2014/main" id="{A448E229-2333-14D9-CC79-7FC673CDC1EE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12594" cy="14249"/>
            </a:xfrm>
            <a:custGeom>
              <a:avLst/>
              <a:gdLst/>
              <a:ahLst/>
              <a:cxnLst/>
              <a:rect l="0" t="0" r="0" b="0"/>
              <a:pathLst>
                <a:path w="12594" h="14249">
                  <a:moveTo>
                    <a:pt x="12594" y="142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2" name="Output_receptor__5361">
              <a:extLst>
                <a:ext uri="{FF2B5EF4-FFF2-40B4-BE49-F238E27FC236}">
                  <a16:creationId xmlns:a16="http://schemas.microsoft.com/office/drawing/2014/main" id="{CC20E304-761D-B77B-251F-3194D7383FA7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68810"/>
              <a:ext cx="6640" cy="34113"/>
            </a:xfrm>
            <a:custGeom>
              <a:avLst/>
              <a:gdLst/>
              <a:ahLst/>
              <a:cxnLst/>
              <a:rect l="0" t="0" r="0" b="0"/>
              <a:pathLst>
                <a:path w="6640" h="34113">
                  <a:moveTo>
                    <a:pt x="0" y="34113"/>
                  </a:moveTo>
                  <a:lnTo>
                    <a:pt x="664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3" name="Output_receptor__5362">
              <a:extLst>
                <a:ext uri="{FF2B5EF4-FFF2-40B4-BE49-F238E27FC236}">
                  <a16:creationId xmlns:a16="http://schemas.microsoft.com/office/drawing/2014/main" id="{C40F7C6F-C655-970F-28F9-39A230B5A474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495968"/>
              <a:ext cx="22312" cy="42847"/>
            </a:xfrm>
            <a:custGeom>
              <a:avLst/>
              <a:gdLst/>
              <a:ahLst/>
              <a:cxnLst/>
              <a:rect l="0" t="0" r="0" b="0"/>
              <a:pathLst>
                <a:path w="22312" h="42847">
                  <a:moveTo>
                    <a:pt x="22312" y="0"/>
                  </a:moveTo>
                  <a:lnTo>
                    <a:pt x="0" y="4284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4" name="Output_receptor__5363">
              <a:extLst>
                <a:ext uri="{FF2B5EF4-FFF2-40B4-BE49-F238E27FC236}">
                  <a16:creationId xmlns:a16="http://schemas.microsoft.com/office/drawing/2014/main" id="{17299047-1482-E72E-C374-5925DE0DA9D0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6762"/>
              <a:ext cx="3841" cy="3603"/>
            </a:xfrm>
            <a:custGeom>
              <a:avLst/>
              <a:gdLst/>
              <a:ahLst/>
              <a:cxnLst/>
              <a:rect l="0" t="0" r="0" b="0"/>
              <a:pathLst>
                <a:path w="3841" h="3603">
                  <a:moveTo>
                    <a:pt x="0" y="3603"/>
                  </a:moveTo>
                  <a:lnTo>
                    <a:pt x="384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5" name="Output_receptor__5364">
              <a:extLst>
                <a:ext uri="{FF2B5EF4-FFF2-40B4-BE49-F238E27FC236}">
                  <a16:creationId xmlns:a16="http://schemas.microsoft.com/office/drawing/2014/main" id="{64AEA332-7115-E55D-0ECF-4BAD43F76FA6}"/>
                </a:ext>
              </a:extLst>
            </p:cNvPr>
            <p:cNvSpPr>
              <a:spLocks noGrp="1"/>
            </p:cNvSpPr>
            <p:nvPr/>
          </p:nvSpPr>
          <p:spPr>
            <a:xfrm>
              <a:off x="15074745" y="2931032"/>
              <a:ext cx="17037" cy="60625"/>
            </a:xfrm>
            <a:custGeom>
              <a:avLst/>
              <a:gdLst/>
              <a:ahLst/>
              <a:cxnLst/>
              <a:rect l="0" t="0" r="0" b="0"/>
              <a:pathLst>
                <a:path w="17037" h="60625">
                  <a:moveTo>
                    <a:pt x="0" y="0"/>
                  </a:moveTo>
                  <a:lnTo>
                    <a:pt x="17037" y="606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6" name="Output_receptor__5365">
              <a:extLst>
                <a:ext uri="{FF2B5EF4-FFF2-40B4-BE49-F238E27FC236}">
                  <a16:creationId xmlns:a16="http://schemas.microsoft.com/office/drawing/2014/main" id="{458E2FD9-0EE3-6A65-64B8-8335E7F7F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7040" y="2905213"/>
              <a:ext cx="70891" cy="12455"/>
            </a:xfrm>
            <a:custGeom>
              <a:avLst/>
              <a:gdLst/>
              <a:ahLst/>
              <a:cxnLst/>
              <a:rect l="0" t="0" r="0" b="0"/>
              <a:pathLst>
                <a:path w="70891" h="12455">
                  <a:moveTo>
                    <a:pt x="70891" y="12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7" name="Output_receptor__5366">
              <a:extLst>
                <a:ext uri="{FF2B5EF4-FFF2-40B4-BE49-F238E27FC236}">
                  <a16:creationId xmlns:a16="http://schemas.microsoft.com/office/drawing/2014/main" id="{A0F22569-877C-6687-4C36-1AA19D3ED4B4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3008486"/>
              <a:ext cx="5158" cy="71430"/>
            </a:xfrm>
            <a:custGeom>
              <a:avLst/>
              <a:gdLst/>
              <a:ahLst/>
              <a:cxnLst/>
              <a:rect l="0" t="0" r="0" b="0"/>
              <a:pathLst>
                <a:path w="5158" h="71430">
                  <a:moveTo>
                    <a:pt x="5158" y="714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8" name="Output_receptor__5367">
              <a:extLst>
                <a:ext uri="{FF2B5EF4-FFF2-40B4-BE49-F238E27FC236}">
                  <a16:creationId xmlns:a16="http://schemas.microsoft.com/office/drawing/2014/main" id="{FA908690-5EDC-4CE7-BDE6-4CF10D2A9009}"/>
                </a:ext>
              </a:extLst>
            </p:cNvPr>
            <p:cNvSpPr>
              <a:spLocks noGrp="1"/>
            </p:cNvSpPr>
            <p:nvPr/>
          </p:nvSpPr>
          <p:spPr>
            <a:xfrm>
              <a:off x="16078109" y="3351415"/>
              <a:ext cx="71279" cy="4882"/>
            </a:xfrm>
            <a:custGeom>
              <a:avLst/>
              <a:gdLst/>
              <a:ahLst/>
              <a:cxnLst/>
              <a:rect l="0" t="0" r="0" b="0"/>
              <a:pathLst>
                <a:path w="71279" h="4882">
                  <a:moveTo>
                    <a:pt x="0" y="0"/>
                  </a:moveTo>
                  <a:lnTo>
                    <a:pt x="71279" y="48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9" name="Output_receptor__5368">
              <a:extLst>
                <a:ext uri="{FF2B5EF4-FFF2-40B4-BE49-F238E27FC236}">
                  <a16:creationId xmlns:a16="http://schemas.microsoft.com/office/drawing/2014/main" id="{1AFD8778-5B0F-3812-0E53-EB46B9B74B56}"/>
                </a:ext>
              </a:extLst>
            </p:cNvPr>
            <p:cNvSpPr>
              <a:spLocks noGrp="1"/>
            </p:cNvSpPr>
            <p:nvPr/>
          </p:nvSpPr>
          <p:spPr>
            <a:xfrm>
              <a:off x="16326874" y="3748415"/>
              <a:ext cx="43743" cy="41432"/>
            </a:xfrm>
            <a:custGeom>
              <a:avLst/>
              <a:gdLst/>
              <a:ahLst/>
              <a:cxnLst/>
              <a:rect l="0" t="0" r="0" b="0"/>
              <a:pathLst>
                <a:path w="43743" h="41432">
                  <a:moveTo>
                    <a:pt x="43743" y="41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0" name="Output_receptor__5369">
              <a:extLst>
                <a:ext uri="{FF2B5EF4-FFF2-40B4-BE49-F238E27FC236}">
                  <a16:creationId xmlns:a16="http://schemas.microsoft.com/office/drawing/2014/main" id="{EB854894-2D0C-0DF2-276F-8F2BBD845FE7}"/>
                </a:ext>
              </a:extLst>
            </p:cNvPr>
            <p:cNvSpPr>
              <a:spLocks noGrp="1"/>
            </p:cNvSpPr>
            <p:nvPr/>
          </p:nvSpPr>
          <p:spPr>
            <a:xfrm>
              <a:off x="16212783" y="3888624"/>
              <a:ext cx="21816" cy="68866"/>
            </a:xfrm>
            <a:custGeom>
              <a:avLst/>
              <a:gdLst/>
              <a:ahLst/>
              <a:cxnLst/>
              <a:rect l="0" t="0" r="0" b="0"/>
              <a:pathLst>
                <a:path w="21816" h="68866">
                  <a:moveTo>
                    <a:pt x="21816" y="0"/>
                  </a:moveTo>
                  <a:lnTo>
                    <a:pt x="0" y="6886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1" name="Output_receptor__5370">
              <a:extLst>
                <a:ext uri="{FF2B5EF4-FFF2-40B4-BE49-F238E27FC236}">
                  <a16:creationId xmlns:a16="http://schemas.microsoft.com/office/drawing/2014/main" id="{3D4638EF-92C2-D943-7D1A-3A78D81F93FB}"/>
                </a:ext>
              </a:extLst>
            </p:cNvPr>
            <p:cNvSpPr>
              <a:spLocks noGrp="1"/>
            </p:cNvSpPr>
            <p:nvPr/>
          </p:nvSpPr>
          <p:spPr>
            <a:xfrm>
              <a:off x="16267371" y="3535147"/>
              <a:ext cx="54374" cy="21857"/>
            </a:xfrm>
            <a:custGeom>
              <a:avLst/>
              <a:gdLst/>
              <a:ahLst/>
              <a:cxnLst/>
              <a:rect l="0" t="0" r="0" b="0"/>
              <a:pathLst>
                <a:path w="54374" h="21857">
                  <a:moveTo>
                    <a:pt x="54374" y="21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2" name="Output_receptor__5371">
              <a:extLst>
                <a:ext uri="{FF2B5EF4-FFF2-40B4-BE49-F238E27FC236}">
                  <a16:creationId xmlns:a16="http://schemas.microsoft.com/office/drawing/2014/main" id="{C5F86F97-3BB9-450A-BEB0-D9FA483960F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22208"/>
              <a:ext cx="5969" cy="69227"/>
            </a:xfrm>
            <a:custGeom>
              <a:avLst/>
              <a:gdLst/>
              <a:ahLst/>
              <a:cxnLst/>
              <a:rect l="0" t="0" r="0" b="0"/>
              <a:pathLst>
                <a:path w="5969" h="69227">
                  <a:moveTo>
                    <a:pt x="5969" y="0"/>
                  </a:moveTo>
                  <a:lnTo>
                    <a:pt x="0" y="6922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3" name="Output_receptor__5372">
              <a:extLst>
                <a:ext uri="{FF2B5EF4-FFF2-40B4-BE49-F238E27FC236}">
                  <a16:creationId xmlns:a16="http://schemas.microsoft.com/office/drawing/2014/main" id="{751A9A6E-B8D1-80DA-69DE-5FB75DA0D834}"/>
                </a:ext>
              </a:extLst>
            </p:cNvPr>
            <p:cNvSpPr>
              <a:spLocks noGrp="1"/>
            </p:cNvSpPr>
            <p:nvPr/>
          </p:nvSpPr>
          <p:spPr>
            <a:xfrm>
              <a:off x="16051827" y="3224970"/>
              <a:ext cx="36605" cy="38089"/>
            </a:xfrm>
            <a:custGeom>
              <a:avLst/>
              <a:gdLst/>
              <a:ahLst/>
              <a:cxnLst/>
              <a:rect l="0" t="0" r="0" b="0"/>
              <a:pathLst>
                <a:path w="36605" h="38089">
                  <a:moveTo>
                    <a:pt x="0" y="0"/>
                  </a:moveTo>
                  <a:lnTo>
                    <a:pt x="36605" y="3808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4" name="Output_receptor__5373">
              <a:extLst>
                <a:ext uri="{FF2B5EF4-FFF2-40B4-BE49-F238E27FC236}">
                  <a16:creationId xmlns:a16="http://schemas.microsoft.com/office/drawing/2014/main" id="{21B544BD-A56D-7C1C-77D2-FDC5EB6CF102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789847"/>
              <a:ext cx="21979" cy="59279"/>
            </a:xfrm>
            <a:custGeom>
              <a:avLst/>
              <a:gdLst/>
              <a:ahLst/>
              <a:cxnLst/>
              <a:rect l="0" t="0" r="0" b="0"/>
              <a:pathLst>
                <a:path w="21979" h="59279">
                  <a:moveTo>
                    <a:pt x="0" y="59279"/>
                  </a:moveTo>
                  <a:lnTo>
                    <a:pt x="2197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5" name="Output_receptor__5374">
              <a:extLst>
                <a:ext uri="{FF2B5EF4-FFF2-40B4-BE49-F238E27FC236}">
                  <a16:creationId xmlns:a16="http://schemas.microsoft.com/office/drawing/2014/main" id="{0C865021-5F85-749C-D0E2-986B18AF2A43}"/>
                </a:ext>
              </a:extLst>
            </p:cNvPr>
            <p:cNvSpPr>
              <a:spLocks noGrp="1"/>
            </p:cNvSpPr>
            <p:nvPr/>
          </p:nvSpPr>
          <p:spPr>
            <a:xfrm>
              <a:off x="15465343" y="3079916"/>
              <a:ext cx="63025" cy="35400"/>
            </a:xfrm>
            <a:custGeom>
              <a:avLst/>
              <a:gdLst/>
              <a:ahLst/>
              <a:cxnLst/>
              <a:rect l="0" t="0" r="0" b="0"/>
              <a:pathLst>
                <a:path w="63025" h="35400">
                  <a:moveTo>
                    <a:pt x="0" y="35400"/>
                  </a:moveTo>
                  <a:lnTo>
                    <a:pt x="6302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6" name="Output_receptor__5375">
              <a:extLst>
                <a:ext uri="{FF2B5EF4-FFF2-40B4-BE49-F238E27FC236}">
                  <a16:creationId xmlns:a16="http://schemas.microsoft.com/office/drawing/2014/main" id="{B1CC5FBD-B818-8635-6972-3817079591C6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610438"/>
              <a:ext cx="49058" cy="15353"/>
            </a:xfrm>
            <a:custGeom>
              <a:avLst/>
              <a:gdLst/>
              <a:ahLst/>
              <a:cxnLst/>
              <a:rect l="0" t="0" r="0" b="0"/>
              <a:pathLst>
                <a:path w="49058" h="15353">
                  <a:moveTo>
                    <a:pt x="49058" y="153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7" name="Output_receptor__5376">
              <a:extLst>
                <a:ext uri="{FF2B5EF4-FFF2-40B4-BE49-F238E27FC236}">
                  <a16:creationId xmlns:a16="http://schemas.microsoft.com/office/drawing/2014/main" id="{6B972DAB-A662-E64B-2965-ECFDC3A70293}"/>
                </a:ext>
              </a:extLst>
            </p:cNvPr>
            <p:cNvSpPr>
              <a:spLocks noGrp="1"/>
            </p:cNvSpPr>
            <p:nvPr/>
          </p:nvSpPr>
          <p:spPr>
            <a:xfrm>
              <a:off x="16284368" y="3111667"/>
              <a:ext cx="71624" cy="5206"/>
            </a:xfrm>
            <a:custGeom>
              <a:avLst/>
              <a:gdLst/>
              <a:ahLst/>
              <a:cxnLst/>
              <a:rect l="0" t="0" r="0" b="0"/>
              <a:pathLst>
                <a:path w="71624" h="5206">
                  <a:moveTo>
                    <a:pt x="0" y="5206"/>
                  </a:moveTo>
                  <a:lnTo>
                    <a:pt x="71624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8" name="Output_receptor__5377">
              <a:extLst>
                <a:ext uri="{FF2B5EF4-FFF2-40B4-BE49-F238E27FC236}">
                  <a16:creationId xmlns:a16="http://schemas.microsoft.com/office/drawing/2014/main" id="{34574486-2583-6495-CFD5-CE1936C83832}"/>
                </a:ext>
              </a:extLst>
            </p:cNvPr>
            <p:cNvSpPr>
              <a:spLocks noGrp="1"/>
            </p:cNvSpPr>
            <p:nvPr/>
          </p:nvSpPr>
          <p:spPr>
            <a:xfrm>
              <a:off x="16530255" y="3680008"/>
              <a:ext cx="41754" cy="31910"/>
            </a:xfrm>
            <a:custGeom>
              <a:avLst/>
              <a:gdLst/>
              <a:ahLst/>
              <a:cxnLst/>
              <a:rect l="0" t="0" r="0" b="0"/>
              <a:pathLst>
                <a:path w="41754" h="31910">
                  <a:moveTo>
                    <a:pt x="41754" y="31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9" name="Output_receptor__5378">
              <a:extLst>
                <a:ext uri="{FF2B5EF4-FFF2-40B4-BE49-F238E27FC236}">
                  <a16:creationId xmlns:a16="http://schemas.microsoft.com/office/drawing/2014/main" id="{0D14621F-60CA-D488-89ED-9280F9DE7AEC}"/>
                </a:ext>
              </a:extLst>
            </p:cNvPr>
            <p:cNvSpPr>
              <a:spLocks noGrp="1"/>
            </p:cNvSpPr>
            <p:nvPr/>
          </p:nvSpPr>
          <p:spPr>
            <a:xfrm>
              <a:off x="16146609" y="2784537"/>
              <a:ext cx="2937" cy="67660"/>
            </a:xfrm>
            <a:custGeom>
              <a:avLst/>
              <a:gdLst/>
              <a:ahLst/>
              <a:cxnLst/>
              <a:rect l="0" t="0" r="0" b="0"/>
              <a:pathLst>
                <a:path w="2937" h="67660">
                  <a:moveTo>
                    <a:pt x="0" y="67660"/>
                  </a:moveTo>
                  <a:lnTo>
                    <a:pt x="293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0" name="Output_receptor__5379">
              <a:extLst>
                <a:ext uri="{FF2B5EF4-FFF2-40B4-BE49-F238E27FC236}">
                  <a16:creationId xmlns:a16="http://schemas.microsoft.com/office/drawing/2014/main" id="{0DD39BB4-46B4-FF76-3140-0DE453EC29BE}"/>
                </a:ext>
              </a:extLst>
            </p:cNvPr>
            <p:cNvSpPr>
              <a:spLocks noGrp="1"/>
            </p:cNvSpPr>
            <p:nvPr/>
          </p:nvSpPr>
          <p:spPr>
            <a:xfrm>
              <a:off x="16085732" y="2761940"/>
              <a:ext cx="63814" cy="22597"/>
            </a:xfrm>
            <a:custGeom>
              <a:avLst/>
              <a:gdLst/>
              <a:ahLst/>
              <a:cxnLst/>
              <a:rect l="0" t="0" r="0" b="0"/>
              <a:pathLst>
                <a:path w="63814" h="22597">
                  <a:moveTo>
                    <a:pt x="63814" y="225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1" name="Output_receptor__5380">
              <a:extLst>
                <a:ext uri="{FF2B5EF4-FFF2-40B4-BE49-F238E27FC236}">
                  <a16:creationId xmlns:a16="http://schemas.microsoft.com/office/drawing/2014/main" id="{63D9A75F-A22A-4E41-E227-79DAA0DFDE3E}"/>
                </a:ext>
              </a:extLst>
            </p:cNvPr>
            <p:cNvSpPr>
              <a:spLocks noGrp="1"/>
            </p:cNvSpPr>
            <p:nvPr/>
          </p:nvSpPr>
          <p:spPr>
            <a:xfrm>
              <a:off x="15586872" y="3827392"/>
              <a:ext cx="68835" cy="20451"/>
            </a:xfrm>
            <a:custGeom>
              <a:avLst/>
              <a:gdLst/>
              <a:ahLst/>
              <a:cxnLst/>
              <a:rect l="0" t="0" r="0" b="0"/>
              <a:pathLst>
                <a:path w="68835" h="20451">
                  <a:moveTo>
                    <a:pt x="0" y="20451"/>
                  </a:moveTo>
                  <a:lnTo>
                    <a:pt x="6883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2" name="Output_receptor__5381">
              <a:extLst>
                <a:ext uri="{FF2B5EF4-FFF2-40B4-BE49-F238E27FC236}">
                  <a16:creationId xmlns:a16="http://schemas.microsoft.com/office/drawing/2014/main" id="{8D871DDC-DD2C-39DC-109F-690D23C0C46C}"/>
                </a:ext>
              </a:extLst>
            </p:cNvPr>
            <p:cNvSpPr>
              <a:spLocks noGrp="1"/>
            </p:cNvSpPr>
            <p:nvPr/>
          </p:nvSpPr>
          <p:spPr>
            <a:xfrm>
              <a:off x="15918752" y="2421493"/>
              <a:ext cx="68993" cy="9515"/>
            </a:xfrm>
            <a:custGeom>
              <a:avLst/>
              <a:gdLst/>
              <a:ahLst/>
              <a:cxnLst/>
              <a:rect l="0" t="0" r="0" b="0"/>
              <a:pathLst>
                <a:path w="68993" h="9515">
                  <a:moveTo>
                    <a:pt x="68993" y="9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3" name="Output_receptor__5382">
              <a:extLst>
                <a:ext uri="{FF2B5EF4-FFF2-40B4-BE49-F238E27FC236}">
                  <a16:creationId xmlns:a16="http://schemas.microsoft.com/office/drawing/2014/main" id="{BA2D95DB-77D4-7976-47DB-B8C33C07C86A}"/>
                </a:ext>
              </a:extLst>
            </p:cNvPr>
            <p:cNvSpPr>
              <a:spLocks noGrp="1"/>
            </p:cNvSpPr>
            <p:nvPr/>
          </p:nvSpPr>
          <p:spPr>
            <a:xfrm>
              <a:off x="15741769" y="2633438"/>
              <a:ext cx="2317" cy="65049"/>
            </a:xfrm>
            <a:custGeom>
              <a:avLst/>
              <a:gdLst/>
              <a:ahLst/>
              <a:cxnLst/>
              <a:rect l="0" t="0" r="0" b="0"/>
              <a:pathLst>
                <a:path w="2317" h="65049">
                  <a:moveTo>
                    <a:pt x="0" y="65049"/>
                  </a:moveTo>
                  <a:lnTo>
                    <a:pt x="231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4" name="Output_receptor__5383">
              <a:extLst>
                <a:ext uri="{FF2B5EF4-FFF2-40B4-BE49-F238E27FC236}">
                  <a16:creationId xmlns:a16="http://schemas.microsoft.com/office/drawing/2014/main" id="{88F1B609-ED22-A0C2-1D11-B53440777C16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4677"/>
              <a:ext cx="18696" cy="60698"/>
            </a:xfrm>
            <a:custGeom>
              <a:avLst/>
              <a:gdLst/>
              <a:ahLst/>
              <a:cxnLst/>
              <a:rect l="0" t="0" r="0" b="0"/>
              <a:pathLst>
                <a:path w="18696" h="60698">
                  <a:moveTo>
                    <a:pt x="0" y="0"/>
                  </a:moveTo>
                  <a:lnTo>
                    <a:pt x="18696" y="6069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5" name="Output_receptor__5384">
              <a:extLst>
                <a:ext uri="{FF2B5EF4-FFF2-40B4-BE49-F238E27FC236}">
                  <a16:creationId xmlns:a16="http://schemas.microsoft.com/office/drawing/2014/main" id="{C95340CF-7832-A0B1-0C67-2BA8B941CCB7}"/>
                </a:ext>
              </a:extLst>
            </p:cNvPr>
            <p:cNvSpPr>
              <a:spLocks noGrp="1"/>
            </p:cNvSpPr>
            <p:nvPr/>
          </p:nvSpPr>
          <p:spPr>
            <a:xfrm>
              <a:off x="16380357" y="2617594"/>
              <a:ext cx="695" cy="22267"/>
            </a:xfrm>
            <a:custGeom>
              <a:avLst/>
              <a:gdLst/>
              <a:ahLst/>
              <a:cxnLst/>
              <a:rect l="0" t="0" r="0" b="0"/>
              <a:pathLst>
                <a:path w="695" h="22267">
                  <a:moveTo>
                    <a:pt x="695" y="0"/>
                  </a:moveTo>
                  <a:lnTo>
                    <a:pt x="0" y="2226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6" name="Output_receptor__5385">
              <a:extLst>
                <a:ext uri="{FF2B5EF4-FFF2-40B4-BE49-F238E27FC236}">
                  <a16:creationId xmlns:a16="http://schemas.microsoft.com/office/drawing/2014/main" id="{86C6981E-834E-41BA-A3BE-7C6B4ACF9CA5}"/>
                </a:ext>
              </a:extLst>
            </p:cNvPr>
            <p:cNvSpPr>
              <a:spLocks noGrp="1"/>
            </p:cNvSpPr>
            <p:nvPr/>
          </p:nvSpPr>
          <p:spPr>
            <a:xfrm>
              <a:off x="16083958" y="3532312"/>
              <a:ext cx="33099" cy="4903"/>
            </a:xfrm>
            <a:custGeom>
              <a:avLst/>
              <a:gdLst/>
              <a:ahLst/>
              <a:cxnLst/>
              <a:rect l="0" t="0" r="0" b="0"/>
              <a:pathLst>
                <a:path w="33099" h="4903">
                  <a:moveTo>
                    <a:pt x="0" y="0"/>
                  </a:moveTo>
                  <a:lnTo>
                    <a:pt x="33099" y="490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7" name="Output_receptor__5386">
              <a:extLst>
                <a:ext uri="{FF2B5EF4-FFF2-40B4-BE49-F238E27FC236}">
                  <a16:creationId xmlns:a16="http://schemas.microsoft.com/office/drawing/2014/main" id="{48EAA38F-2B56-A75B-4E12-32293C0A439F}"/>
                </a:ext>
              </a:extLst>
            </p:cNvPr>
            <p:cNvSpPr>
              <a:spLocks noGrp="1"/>
            </p:cNvSpPr>
            <p:nvPr/>
          </p:nvSpPr>
          <p:spPr>
            <a:xfrm>
              <a:off x="16265794" y="2352052"/>
              <a:ext cx="22149" cy="57629"/>
            </a:xfrm>
            <a:custGeom>
              <a:avLst/>
              <a:gdLst/>
              <a:ahLst/>
              <a:cxnLst/>
              <a:rect l="0" t="0" r="0" b="0"/>
              <a:pathLst>
                <a:path w="22149" h="57629">
                  <a:moveTo>
                    <a:pt x="0" y="57629"/>
                  </a:moveTo>
                  <a:lnTo>
                    <a:pt x="2214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8" name="Output_receptor__5387">
              <a:extLst>
                <a:ext uri="{FF2B5EF4-FFF2-40B4-BE49-F238E27FC236}">
                  <a16:creationId xmlns:a16="http://schemas.microsoft.com/office/drawing/2014/main" id="{C3E1FF94-EFFA-4A79-29A0-E6FD22A11CC8}"/>
                </a:ext>
              </a:extLst>
            </p:cNvPr>
            <p:cNvSpPr>
              <a:spLocks noGrp="1"/>
            </p:cNvSpPr>
            <p:nvPr/>
          </p:nvSpPr>
          <p:spPr>
            <a:xfrm>
              <a:off x="16067150" y="3435363"/>
              <a:ext cx="53731" cy="5082"/>
            </a:xfrm>
            <a:custGeom>
              <a:avLst/>
              <a:gdLst/>
              <a:ahLst/>
              <a:cxnLst/>
              <a:rect l="0" t="0" r="0" b="0"/>
              <a:pathLst>
                <a:path w="53731" h="5082">
                  <a:moveTo>
                    <a:pt x="0" y="0"/>
                  </a:moveTo>
                  <a:lnTo>
                    <a:pt x="53731" y="50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9" name="Output_receptor__5388">
              <a:extLst>
                <a:ext uri="{FF2B5EF4-FFF2-40B4-BE49-F238E27FC236}">
                  <a16:creationId xmlns:a16="http://schemas.microsoft.com/office/drawing/2014/main" id="{F2EEE9DC-15AD-390B-6132-0A1C62FDF72B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20453" cy="29352"/>
            </a:xfrm>
            <a:custGeom>
              <a:avLst/>
              <a:gdLst/>
              <a:ahLst/>
              <a:cxnLst/>
              <a:rect l="0" t="0" r="0" b="0"/>
              <a:pathLst>
                <a:path w="20453" h="29352">
                  <a:moveTo>
                    <a:pt x="0" y="0"/>
                  </a:moveTo>
                  <a:lnTo>
                    <a:pt x="20453" y="2935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90" name="Output_receptor__5389">
              <a:extLst>
                <a:ext uri="{FF2B5EF4-FFF2-40B4-BE49-F238E27FC236}">
                  <a16:creationId xmlns:a16="http://schemas.microsoft.com/office/drawing/2014/main" id="{8780CB30-DD64-F48F-E106-997A32BCCD9C}"/>
                </a:ext>
              </a:extLst>
            </p:cNvPr>
            <p:cNvSpPr>
              <a:spLocks noGrp="1"/>
            </p:cNvSpPr>
            <p:nvPr/>
          </p:nvSpPr>
          <p:spPr>
            <a:xfrm>
              <a:off x="15618532" y="3046823"/>
              <a:ext cx="30404" cy="53141"/>
            </a:xfrm>
            <a:custGeom>
              <a:avLst/>
              <a:gdLst/>
              <a:ahLst/>
              <a:cxnLst/>
              <a:rect l="0" t="0" r="0" b="0"/>
              <a:pathLst>
                <a:path w="30404" h="53141">
                  <a:moveTo>
                    <a:pt x="30404" y="531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91" name="Output_receptor__5390">
              <a:extLst>
                <a:ext uri="{FF2B5EF4-FFF2-40B4-BE49-F238E27FC236}">
                  <a16:creationId xmlns:a16="http://schemas.microsoft.com/office/drawing/2014/main" id="{10D5E6B0-D705-0F79-D5A6-3D501A442D27}"/>
                </a:ext>
              </a:extLst>
            </p:cNvPr>
            <p:cNvSpPr>
              <a:spLocks noGrp="1"/>
            </p:cNvSpPr>
            <p:nvPr/>
          </p:nvSpPr>
          <p:spPr>
            <a:xfrm>
              <a:off x="16430724" y="3353403"/>
              <a:ext cx="19335" cy="59089"/>
            </a:xfrm>
            <a:custGeom>
              <a:avLst/>
              <a:gdLst/>
              <a:ahLst/>
              <a:cxnLst/>
              <a:rect l="0" t="0" r="0" b="0"/>
              <a:pathLst>
                <a:path w="19335" h="59089">
                  <a:moveTo>
                    <a:pt x="19335" y="0"/>
                  </a:moveTo>
                  <a:lnTo>
                    <a:pt x="0" y="5908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2" name="Output_receptor__5391">
              <a:extLst>
                <a:ext uri="{FF2B5EF4-FFF2-40B4-BE49-F238E27FC236}">
                  <a16:creationId xmlns:a16="http://schemas.microsoft.com/office/drawing/2014/main" id="{0424377B-51F5-8759-6696-A3C702A82433}"/>
                </a:ext>
              </a:extLst>
            </p:cNvPr>
            <p:cNvSpPr>
              <a:spLocks noGrp="1"/>
            </p:cNvSpPr>
            <p:nvPr/>
          </p:nvSpPr>
          <p:spPr>
            <a:xfrm>
              <a:off x="15967507" y="3229457"/>
              <a:ext cx="12263" cy="57678"/>
            </a:xfrm>
            <a:custGeom>
              <a:avLst/>
              <a:gdLst/>
              <a:ahLst/>
              <a:cxnLst/>
              <a:rect l="0" t="0" r="0" b="0"/>
              <a:pathLst>
                <a:path w="12263" h="57678">
                  <a:moveTo>
                    <a:pt x="0" y="57678"/>
                  </a:moveTo>
                  <a:lnTo>
                    <a:pt x="12263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3" name="Output_receptor__5392">
              <a:extLst>
                <a:ext uri="{FF2B5EF4-FFF2-40B4-BE49-F238E27FC236}">
                  <a16:creationId xmlns:a16="http://schemas.microsoft.com/office/drawing/2014/main" id="{67EA46DB-EE28-02FC-FCF5-D20B8AB3FC90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779120"/>
              <a:ext cx="18148" cy="47365"/>
            </a:xfrm>
            <a:custGeom>
              <a:avLst/>
              <a:gdLst/>
              <a:ahLst/>
              <a:cxnLst/>
              <a:rect l="0" t="0" r="0" b="0"/>
              <a:pathLst>
                <a:path w="18148" h="47365">
                  <a:moveTo>
                    <a:pt x="18148" y="0"/>
                  </a:moveTo>
                  <a:lnTo>
                    <a:pt x="0" y="4736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4" name="Output_receptor__5393">
              <a:extLst>
                <a:ext uri="{FF2B5EF4-FFF2-40B4-BE49-F238E27FC236}">
                  <a16:creationId xmlns:a16="http://schemas.microsoft.com/office/drawing/2014/main" id="{3B2DFCB9-1751-85D8-8A6C-CE61658712DD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84400"/>
              <a:ext cx="59692" cy="12459"/>
            </a:xfrm>
            <a:custGeom>
              <a:avLst/>
              <a:gdLst/>
              <a:ahLst/>
              <a:cxnLst/>
              <a:rect l="0" t="0" r="0" b="0"/>
              <a:pathLst>
                <a:path w="59692" h="12459">
                  <a:moveTo>
                    <a:pt x="0" y="12459"/>
                  </a:moveTo>
                  <a:lnTo>
                    <a:pt x="5969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5" name="Output_receptor__5394">
              <a:extLst>
                <a:ext uri="{FF2B5EF4-FFF2-40B4-BE49-F238E27FC236}">
                  <a16:creationId xmlns:a16="http://schemas.microsoft.com/office/drawing/2014/main" id="{22B3C264-84B3-F5F6-C0AF-B51D89B5FAC6}"/>
                </a:ext>
              </a:extLst>
            </p:cNvPr>
            <p:cNvSpPr>
              <a:spLocks noGrp="1"/>
            </p:cNvSpPr>
            <p:nvPr/>
          </p:nvSpPr>
          <p:spPr>
            <a:xfrm>
              <a:off x="16355992" y="3111667"/>
              <a:ext cx="50145" cy="43579"/>
            </a:xfrm>
            <a:custGeom>
              <a:avLst/>
              <a:gdLst/>
              <a:ahLst/>
              <a:cxnLst/>
              <a:rect l="0" t="0" r="0" b="0"/>
              <a:pathLst>
                <a:path w="50145" h="43579">
                  <a:moveTo>
                    <a:pt x="0" y="0"/>
                  </a:moveTo>
                  <a:lnTo>
                    <a:pt x="50145" y="43579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6" name="Output_receptor__5395">
              <a:extLst>
                <a:ext uri="{FF2B5EF4-FFF2-40B4-BE49-F238E27FC236}">
                  <a16:creationId xmlns:a16="http://schemas.microsoft.com/office/drawing/2014/main" id="{AF49F5B5-5FC6-7ADA-0233-F2958608FAFA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12102"/>
              <a:ext cx="27576" cy="22624"/>
            </a:xfrm>
            <a:custGeom>
              <a:avLst/>
              <a:gdLst/>
              <a:ahLst/>
              <a:cxnLst/>
              <a:rect l="0" t="0" r="0" b="0"/>
              <a:pathLst>
                <a:path w="27576" h="22624">
                  <a:moveTo>
                    <a:pt x="27576" y="0"/>
                  </a:moveTo>
                  <a:lnTo>
                    <a:pt x="0" y="2262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7" name="Output_receptor__5396">
              <a:extLst>
                <a:ext uri="{FF2B5EF4-FFF2-40B4-BE49-F238E27FC236}">
                  <a16:creationId xmlns:a16="http://schemas.microsoft.com/office/drawing/2014/main" id="{72CFB63C-F75C-E5BB-0723-5690F2892AD8}"/>
                </a:ext>
              </a:extLst>
            </p:cNvPr>
            <p:cNvSpPr>
              <a:spLocks noGrp="1"/>
            </p:cNvSpPr>
            <p:nvPr/>
          </p:nvSpPr>
          <p:spPr>
            <a:xfrm>
              <a:off x="15768719" y="2991341"/>
              <a:ext cx="29717" cy="11565"/>
            </a:xfrm>
            <a:custGeom>
              <a:avLst/>
              <a:gdLst/>
              <a:ahLst/>
              <a:cxnLst/>
              <a:rect l="0" t="0" r="0" b="0"/>
              <a:pathLst>
                <a:path w="29717" h="11565">
                  <a:moveTo>
                    <a:pt x="29717" y="115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8" name="Output_receptor__5397">
              <a:extLst>
                <a:ext uri="{FF2B5EF4-FFF2-40B4-BE49-F238E27FC236}">
                  <a16:creationId xmlns:a16="http://schemas.microsoft.com/office/drawing/2014/main" id="{979C9301-8315-2219-0079-108BC9478EE2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96860"/>
              <a:ext cx="30800" cy="36578"/>
            </a:xfrm>
            <a:custGeom>
              <a:avLst/>
              <a:gdLst/>
              <a:ahLst/>
              <a:cxnLst/>
              <a:rect l="0" t="0" r="0" b="0"/>
              <a:pathLst>
                <a:path w="30800" h="36578">
                  <a:moveTo>
                    <a:pt x="30800" y="365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9" name="Output_receptor__5398">
              <a:extLst>
                <a:ext uri="{FF2B5EF4-FFF2-40B4-BE49-F238E27FC236}">
                  <a16:creationId xmlns:a16="http://schemas.microsoft.com/office/drawing/2014/main" id="{91F23F2D-D029-DF7A-4101-28F0C76BAE68}"/>
                </a:ext>
              </a:extLst>
            </p:cNvPr>
            <p:cNvSpPr>
              <a:spLocks noGrp="1"/>
            </p:cNvSpPr>
            <p:nvPr/>
          </p:nvSpPr>
          <p:spPr>
            <a:xfrm>
              <a:off x="15610029" y="3718918"/>
              <a:ext cx="65827" cy="28702"/>
            </a:xfrm>
            <a:custGeom>
              <a:avLst/>
              <a:gdLst/>
              <a:ahLst/>
              <a:cxnLst/>
              <a:rect l="0" t="0" r="0" b="0"/>
              <a:pathLst>
                <a:path w="65827" h="28702">
                  <a:moveTo>
                    <a:pt x="0" y="28702"/>
                  </a:moveTo>
                  <a:lnTo>
                    <a:pt x="6582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0" name="Output_receptor__5399">
              <a:extLst>
                <a:ext uri="{FF2B5EF4-FFF2-40B4-BE49-F238E27FC236}">
                  <a16:creationId xmlns:a16="http://schemas.microsoft.com/office/drawing/2014/main" id="{6A11A2D2-DD72-19FA-F55B-B39EE89A141C}"/>
                </a:ext>
              </a:extLst>
            </p:cNvPr>
            <p:cNvSpPr>
              <a:spLocks noGrp="1"/>
            </p:cNvSpPr>
            <p:nvPr/>
          </p:nvSpPr>
          <p:spPr>
            <a:xfrm>
              <a:off x="16043643" y="2927230"/>
              <a:ext cx="59024" cy="32929"/>
            </a:xfrm>
            <a:custGeom>
              <a:avLst/>
              <a:gdLst/>
              <a:ahLst/>
              <a:cxnLst/>
              <a:rect l="0" t="0" r="0" b="0"/>
              <a:pathLst>
                <a:path w="59024" h="32929">
                  <a:moveTo>
                    <a:pt x="0" y="32929"/>
                  </a:moveTo>
                  <a:lnTo>
                    <a:pt x="59024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1" name="Output_receptor__5400">
              <a:extLst>
                <a:ext uri="{FF2B5EF4-FFF2-40B4-BE49-F238E27FC236}">
                  <a16:creationId xmlns:a16="http://schemas.microsoft.com/office/drawing/2014/main" id="{586D6FE0-4405-685D-79F8-A2726CC6410B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826485"/>
              <a:ext cx="7282" cy="60540"/>
            </a:xfrm>
            <a:custGeom>
              <a:avLst/>
              <a:gdLst/>
              <a:ahLst/>
              <a:cxnLst/>
              <a:rect l="0" t="0" r="0" b="0"/>
              <a:pathLst>
                <a:path w="7282" h="60540">
                  <a:moveTo>
                    <a:pt x="0" y="0"/>
                  </a:moveTo>
                  <a:lnTo>
                    <a:pt x="7282" y="6054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2" name="Output_receptor__5401">
              <a:extLst>
                <a:ext uri="{FF2B5EF4-FFF2-40B4-BE49-F238E27FC236}">
                  <a16:creationId xmlns:a16="http://schemas.microsoft.com/office/drawing/2014/main" id="{5E806CA4-410B-17E9-A121-1A9E637A0BE2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233441"/>
              <a:ext cx="12052" cy="71016"/>
            </a:xfrm>
            <a:custGeom>
              <a:avLst/>
              <a:gdLst/>
              <a:ahLst/>
              <a:cxnLst/>
              <a:rect l="0" t="0" r="0" b="0"/>
              <a:pathLst>
                <a:path w="12052" h="71016">
                  <a:moveTo>
                    <a:pt x="0" y="71016"/>
                  </a:moveTo>
                  <a:lnTo>
                    <a:pt x="1205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3" name="Output_receptor__5402">
              <a:extLst>
                <a:ext uri="{FF2B5EF4-FFF2-40B4-BE49-F238E27FC236}">
                  <a16:creationId xmlns:a16="http://schemas.microsoft.com/office/drawing/2014/main" id="{6683E009-A08B-DC12-63C3-434380ABD448}"/>
                </a:ext>
              </a:extLst>
            </p:cNvPr>
            <p:cNvSpPr>
              <a:spLocks noGrp="1"/>
            </p:cNvSpPr>
            <p:nvPr/>
          </p:nvSpPr>
          <p:spPr>
            <a:xfrm>
              <a:off x="15669941" y="2698487"/>
              <a:ext cx="71828" cy="2293"/>
            </a:xfrm>
            <a:custGeom>
              <a:avLst/>
              <a:gdLst/>
              <a:ahLst/>
              <a:cxnLst/>
              <a:rect l="0" t="0" r="0" b="0"/>
              <a:pathLst>
                <a:path w="71828" h="2293">
                  <a:moveTo>
                    <a:pt x="0" y="2293"/>
                  </a:moveTo>
                  <a:lnTo>
                    <a:pt x="71828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4" name="Output_receptor__5403">
              <a:extLst>
                <a:ext uri="{FF2B5EF4-FFF2-40B4-BE49-F238E27FC236}">
                  <a16:creationId xmlns:a16="http://schemas.microsoft.com/office/drawing/2014/main" id="{097D338B-1D19-757C-4307-D6F68E64ECA6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65322"/>
              <a:ext cx="45015" cy="18883"/>
            </a:xfrm>
            <a:custGeom>
              <a:avLst/>
              <a:gdLst/>
              <a:ahLst/>
              <a:cxnLst/>
              <a:rect l="0" t="0" r="0" b="0"/>
              <a:pathLst>
                <a:path w="45015" h="18883">
                  <a:moveTo>
                    <a:pt x="0" y="18883"/>
                  </a:moveTo>
                  <a:lnTo>
                    <a:pt x="45015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5" name="Output_receptor__5404">
              <a:extLst>
                <a:ext uri="{FF2B5EF4-FFF2-40B4-BE49-F238E27FC236}">
                  <a16:creationId xmlns:a16="http://schemas.microsoft.com/office/drawing/2014/main" id="{707077E6-42E5-1FE2-968A-87B75661D51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3644"/>
              <a:ext cx="38332" cy="61501"/>
            </a:xfrm>
            <a:custGeom>
              <a:avLst/>
              <a:gdLst/>
              <a:ahLst/>
              <a:cxnLst/>
              <a:rect l="0" t="0" r="0" b="0"/>
              <a:pathLst>
                <a:path w="38332" h="61501">
                  <a:moveTo>
                    <a:pt x="0" y="0"/>
                  </a:moveTo>
                  <a:lnTo>
                    <a:pt x="38332" y="6150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6" name="Output_receptor__5405">
              <a:extLst>
                <a:ext uri="{FF2B5EF4-FFF2-40B4-BE49-F238E27FC236}">
                  <a16:creationId xmlns:a16="http://schemas.microsoft.com/office/drawing/2014/main" id="{AFCDF6EE-D089-04A2-A279-1CE4E3E5ADFB}"/>
                </a:ext>
              </a:extLst>
            </p:cNvPr>
            <p:cNvSpPr>
              <a:spLocks noGrp="1"/>
            </p:cNvSpPr>
            <p:nvPr/>
          </p:nvSpPr>
          <p:spPr>
            <a:xfrm>
              <a:off x="15719778" y="3055375"/>
              <a:ext cx="25786" cy="26246"/>
            </a:xfrm>
            <a:custGeom>
              <a:avLst/>
              <a:gdLst/>
              <a:ahLst/>
              <a:cxnLst/>
              <a:rect l="0" t="0" r="0" b="0"/>
              <a:pathLst>
                <a:path w="25786" h="26246">
                  <a:moveTo>
                    <a:pt x="0" y="0"/>
                  </a:moveTo>
                  <a:lnTo>
                    <a:pt x="25786" y="2624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7" name="Output_receptor__5406">
              <a:extLst>
                <a:ext uri="{FF2B5EF4-FFF2-40B4-BE49-F238E27FC236}">
                  <a16:creationId xmlns:a16="http://schemas.microsoft.com/office/drawing/2014/main" id="{DA70AFBC-2CD0-F585-04BA-C3522EC38B1F}"/>
                </a:ext>
              </a:extLst>
            </p:cNvPr>
            <p:cNvSpPr>
              <a:spLocks noGrp="1"/>
            </p:cNvSpPr>
            <p:nvPr/>
          </p:nvSpPr>
          <p:spPr>
            <a:xfrm>
              <a:off x="16050648" y="2740344"/>
              <a:ext cx="35083" cy="21596"/>
            </a:xfrm>
            <a:custGeom>
              <a:avLst/>
              <a:gdLst/>
              <a:ahLst/>
              <a:cxnLst/>
              <a:rect l="0" t="0" r="0" b="0"/>
              <a:pathLst>
                <a:path w="35083" h="21596">
                  <a:moveTo>
                    <a:pt x="35083" y="215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8" name="Output_receptor__5407">
              <a:extLst>
                <a:ext uri="{FF2B5EF4-FFF2-40B4-BE49-F238E27FC236}">
                  <a16:creationId xmlns:a16="http://schemas.microsoft.com/office/drawing/2014/main" id="{30DC1018-66C4-0EAF-036F-5986FEC11ECA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48418"/>
              <a:ext cx="58606" cy="21296"/>
            </a:xfrm>
            <a:custGeom>
              <a:avLst/>
              <a:gdLst/>
              <a:ahLst/>
              <a:cxnLst/>
              <a:rect l="0" t="0" r="0" b="0"/>
              <a:pathLst>
                <a:path w="58606" h="21296">
                  <a:moveTo>
                    <a:pt x="0" y="21296"/>
                  </a:moveTo>
                  <a:lnTo>
                    <a:pt x="5860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9" name="Output_receptor__5408">
              <a:extLst>
                <a:ext uri="{FF2B5EF4-FFF2-40B4-BE49-F238E27FC236}">
                  <a16:creationId xmlns:a16="http://schemas.microsoft.com/office/drawing/2014/main" id="{B6EBC208-0369-8C66-D627-FCB572112390}"/>
                </a:ext>
              </a:extLst>
            </p:cNvPr>
            <p:cNvSpPr>
              <a:spLocks noGrp="1"/>
            </p:cNvSpPr>
            <p:nvPr/>
          </p:nvSpPr>
          <p:spPr>
            <a:xfrm>
              <a:off x="15787515" y="3592154"/>
              <a:ext cx="54718" cy="32611"/>
            </a:xfrm>
            <a:custGeom>
              <a:avLst/>
              <a:gdLst/>
              <a:ahLst/>
              <a:cxnLst/>
              <a:rect l="0" t="0" r="0" b="0"/>
              <a:pathLst>
                <a:path w="54718" h="32611">
                  <a:moveTo>
                    <a:pt x="54718" y="0"/>
                  </a:moveTo>
                  <a:lnTo>
                    <a:pt x="0" y="3261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0" name="Output_receptor__5409">
              <a:extLst>
                <a:ext uri="{FF2B5EF4-FFF2-40B4-BE49-F238E27FC236}">
                  <a16:creationId xmlns:a16="http://schemas.microsoft.com/office/drawing/2014/main" id="{F40BE047-99AD-C31D-58B0-E0B09919BC7E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86357"/>
              <a:ext cx="64640" cy="7484"/>
            </a:xfrm>
            <a:custGeom>
              <a:avLst/>
              <a:gdLst/>
              <a:ahLst/>
              <a:cxnLst/>
              <a:rect l="0" t="0" r="0" b="0"/>
              <a:pathLst>
                <a:path w="64640" h="7484">
                  <a:moveTo>
                    <a:pt x="0" y="0"/>
                  </a:moveTo>
                  <a:lnTo>
                    <a:pt x="64640" y="748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1" name="Output_receptor__5410">
              <a:extLst>
                <a:ext uri="{FF2B5EF4-FFF2-40B4-BE49-F238E27FC236}">
                  <a16:creationId xmlns:a16="http://schemas.microsoft.com/office/drawing/2014/main" id="{3C1549E0-1B5B-7192-6532-AA07EE7C794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91435"/>
              <a:ext cx="2581" cy="24326"/>
            </a:xfrm>
            <a:custGeom>
              <a:avLst/>
              <a:gdLst/>
              <a:ahLst/>
              <a:cxnLst/>
              <a:rect l="0" t="0" r="0" b="0"/>
              <a:pathLst>
                <a:path w="2581" h="24326">
                  <a:moveTo>
                    <a:pt x="0" y="0"/>
                  </a:moveTo>
                  <a:lnTo>
                    <a:pt x="2581" y="2432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2" name="Output_receptor__5411">
              <a:extLst>
                <a:ext uri="{FF2B5EF4-FFF2-40B4-BE49-F238E27FC236}">
                  <a16:creationId xmlns:a16="http://schemas.microsoft.com/office/drawing/2014/main" id="{43E7D126-50FC-F1E3-81F6-AC4632F840B3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91658"/>
              <a:ext cx="67883" cy="6320"/>
            </a:xfrm>
            <a:custGeom>
              <a:avLst/>
              <a:gdLst/>
              <a:ahLst/>
              <a:cxnLst/>
              <a:rect l="0" t="0" r="0" b="0"/>
              <a:pathLst>
                <a:path w="67883" h="6320">
                  <a:moveTo>
                    <a:pt x="67883" y="0"/>
                  </a:moveTo>
                  <a:lnTo>
                    <a:pt x="0" y="632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3" name="Output_receptor__5412">
              <a:extLst>
                <a:ext uri="{FF2B5EF4-FFF2-40B4-BE49-F238E27FC236}">
                  <a16:creationId xmlns:a16="http://schemas.microsoft.com/office/drawing/2014/main" id="{A898CC32-0566-535B-B878-5803498D36CB}"/>
                </a:ext>
              </a:extLst>
            </p:cNvPr>
            <p:cNvSpPr>
              <a:spLocks noGrp="1"/>
            </p:cNvSpPr>
            <p:nvPr/>
          </p:nvSpPr>
          <p:spPr>
            <a:xfrm>
              <a:off x="15775580" y="2538722"/>
              <a:ext cx="7245" cy="25080"/>
            </a:xfrm>
            <a:custGeom>
              <a:avLst/>
              <a:gdLst/>
              <a:ahLst/>
              <a:cxnLst/>
              <a:rect l="0" t="0" r="0" b="0"/>
              <a:pathLst>
                <a:path w="7245" h="25080">
                  <a:moveTo>
                    <a:pt x="0" y="25080"/>
                  </a:moveTo>
                  <a:lnTo>
                    <a:pt x="7245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4" name="Output_receptor__5413">
              <a:extLst>
                <a:ext uri="{FF2B5EF4-FFF2-40B4-BE49-F238E27FC236}">
                  <a16:creationId xmlns:a16="http://schemas.microsoft.com/office/drawing/2014/main" id="{37AA581C-F724-1641-92F1-E8080D4AEF92}"/>
                </a:ext>
              </a:extLst>
            </p:cNvPr>
            <p:cNvSpPr>
              <a:spLocks noGrp="1"/>
            </p:cNvSpPr>
            <p:nvPr/>
          </p:nvSpPr>
          <p:spPr>
            <a:xfrm>
              <a:off x="15741409" y="3245963"/>
              <a:ext cx="13060" cy="50857"/>
            </a:xfrm>
            <a:custGeom>
              <a:avLst/>
              <a:gdLst/>
              <a:ahLst/>
              <a:cxnLst/>
              <a:rect l="0" t="0" r="0" b="0"/>
              <a:pathLst>
                <a:path w="13060" h="50857">
                  <a:moveTo>
                    <a:pt x="0" y="0"/>
                  </a:moveTo>
                  <a:lnTo>
                    <a:pt x="13060" y="5085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5" name="Output_receptor__5414">
              <a:extLst>
                <a:ext uri="{FF2B5EF4-FFF2-40B4-BE49-F238E27FC236}">
                  <a16:creationId xmlns:a16="http://schemas.microsoft.com/office/drawing/2014/main" id="{4B4683C2-AD08-B135-BAD6-31E3627B9288}"/>
                </a:ext>
              </a:extLst>
            </p:cNvPr>
            <p:cNvSpPr>
              <a:spLocks noGrp="1"/>
            </p:cNvSpPr>
            <p:nvPr/>
          </p:nvSpPr>
          <p:spPr>
            <a:xfrm>
              <a:off x="16406137" y="3155246"/>
              <a:ext cx="20925" cy="68704"/>
            </a:xfrm>
            <a:custGeom>
              <a:avLst/>
              <a:gdLst/>
              <a:ahLst/>
              <a:cxnLst/>
              <a:rect l="0" t="0" r="0" b="0"/>
              <a:pathLst>
                <a:path w="20925" h="68704">
                  <a:moveTo>
                    <a:pt x="0" y="0"/>
                  </a:moveTo>
                  <a:lnTo>
                    <a:pt x="20925" y="6870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6" name="Output_receptor__5415">
              <a:extLst>
                <a:ext uri="{FF2B5EF4-FFF2-40B4-BE49-F238E27FC236}">
                  <a16:creationId xmlns:a16="http://schemas.microsoft.com/office/drawing/2014/main" id="{6EEF6EA9-A84C-6134-F53F-49D38B3DA9FA}"/>
                </a:ext>
              </a:extLst>
            </p:cNvPr>
            <p:cNvSpPr>
              <a:spLocks noGrp="1"/>
            </p:cNvSpPr>
            <p:nvPr/>
          </p:nvSpPr>
          <p:spPr>
            <a:xfrm>
              <a:off x="16220160" y="2327661"/>
              <a:ext cx="67782" cy="24391"/>
            </a:xfrm>
            <a:custGeom>
              <a:avLst/>
              <a:gdLst/>
              <a:ahLst/>
              <a:cxnLst/>
              <a:rect l="0" t="0" r="0" b="0"/>
              <a:pathLst>
                <a:path w="67782" h="24391">
                  <a:moveTo>
                    <a:pt x="67782" y="243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7" name="Output_receptor__5416">
              <a:extLst>
                <a:ext uri="{FF2B5EF4-FFF2-40B4-BE49-F238E27FC236}">
                  <a16:creationId xmlns:a16="http://schemas.microsoft.com/office/drawing/2014/main" id="{AB95D39B-C39C-D09D-576F-7E5114773CE7}"/>
                </a:ext>
              </a:extLst>
            </p:cNvPr>
            <p:cNvSpPr>
              <a:spLocks noGrp="1"/>
            </p:cNvSpPr>
            <p:nvPr/>
          </p:nvSpPr>
          <p:spPr>
            <a:xfrm>
              <a:off x="16084521" y="2558449"/>
              <a:ext cx="24493" cy="67343"/>
            </a:xfrm>
            <a:custGeom>
              <a:avLst/>
              <a:gdLst/>
              <a:ahLst/>
              <a:cxnLst/>
              <a:rect l="0" t="0" r="0" b="0"/>
              <a:pathLst>
                <a:path w="24493" h="67343">
                  <a:moveTo>
                    <a:pt x="24493" y="0"/>
                  </a:moveTo>
                  <a:lnTo>
                    <a:pt x="0" y="67343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8" name="Output_receptor__5417">
              <a:extLst>
                <a:ext uri="{FF2B5EF4-FFF2-40B4-BE49-F238E27FC236}">
                  <a16:creationId xmlns:a16="http://schemas.microsoft.com/office/drawing/2014/main" id="{6E77D861-6171-A44B-EE2B-CA7BFEC44BC8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88695"/>
              <a:ext cx="20604" cy="1994"/>
            </a:xfrm>
            <a:custGeom>
              <a:avLst/>
              <a:gdLst/>
              <a:ahLst/>
              <a:cxnLst/>
              <a:rect l="0" t="0" r="0" b="0"/>
              <a:pathLst>
                <a:path w="20604" h="1994">
                  <a:moveTo>
                    <a:pt x="0" y="0"/>
                  </a:moveTo>
                  <a:lnTo>
                    <a:pt x="20604" y="199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9" name="Output_receptor__5418">
              <a:extLst>
                <a:ext uri="{FF2B5EF4-FFF2-40B4-BE49-F238E27FC236}">
                  <a16:creationId xmlns:a16="http://schemas.microsoft.com/office/drawing/2014/main" id="{DCFA0550-D389-99ED-B990-3D7BAE1497A1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23951"/>
              <a:ext cx="51879" cy="49650"/>
            </a:xfrm>
            <a:custGeom>
              <a:avLst/>
              <a:gdLst/>
              <a:ahLst/>
              <a:cxnLst/>
              <a:rect l="0" t="0" r="0" b="0"/>
              <a:pathLst>
                <a:path w="51879" h="49650">
                  <a:moveTo>
                    <a:pt x="51879" y="0"/>
                  </a:moveTo>
                  <a:lnTo>
                    <a:pt x="0" y="4965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0" name="Output_receptor__5419">
              <a:extLst>
                <a:ext uri="{FF2B5EF4-FFF2-40B4-BE49-F238E27FC236}">
                  <a16:creationId xmlns:a16="http://schemas.microsoft.com/office/drawing/2014/main" id="{FADC1A5B-58C0-7710-586C-D9009127D37C}"/>
                </a:ext>
              </a:extLst>
            </p:cNvPr>
            <p:cNvSpPr>
              <a:spLocks noGrp="1"/>
            </p:cNvSpPr>
            <p:nvPr/>
          </p:nvSpPr>
          <p:spPr>
            <a:xfrm>
              <a:off x="15979770" y="3224970"/>
              <a:ext cx="72057" cy="4487"/>
            </a:xfrm>
            <a:custGeom>
              <a:avLst/>
              <a:gdLst/>
              <a:ahLst/>
              <a:cxnLst/>
              <a:rect l="0" t="0" r="0" b="0"/>
              <a:pathLst>
                <a:path w="72057" h="4487">
                  <a:moveTo>
                    <a:pt x="0" y="4487"/>
                  </a:moveTo>
                  <a:lnTo>
                    <a:pt x="7205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1" name="Output_receptor__5420">
              <a:extLst>
                <a:ext uri="{FF2B5EF4-FFF2-40B4-BE49-F238E27FC236}">
                  <a16:creationId xmlns:a16="http://schemas.microsoft.com/office/drawing/2014/main" id="{CC0E358B-F2C6-CA55-78D5-18967421E042}"/>
                </a:ext>
              </a:extLst>
            </p:cNvPr>
            <p:cNvSpPr>
              <a:spLocks noGrp="1"/>
            </p:cNvSpPr>
            <p:nvPr/>
          </p:nvSpPr>
          <p:spPr>
            <a:xfrm>
              <a:off x="16539666" y="3711918"/>
              <a:ext cx="32344" cy="64843"/>
            </a:xfrm>
            <a:custGeom>
              <a:avLst/>
              <a:gdLst/>
              <a:ahLst/>
              <a:cxnLst/>
              <a:rect l="0" t="0" r="0" b="0"/>
              <a:pathLst>
                <a:path w="32344" h="64843">
                  <a:moveTo>
                    <a:pt x="0" y="64843"/>
                  </a:moveTo>
                  <a:lnTo>
                    <a:pt x="323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2" name="Output_receptor__5421">
              <a:extLst>
                <a:ext uri="{FF2B5EF4-FFF2-40B4-BE49-F238E27FC236}">
                  <a16:creationId xmlns:a16="http://schemas.microsoft.com/office/drawing/2014/main" id="{194D163F-C9E6-24A5-D37D-1D7802535F7A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419252"/>
              <a:ext cx="21151" cy="2240"/>
            </a:xfrm>
            <a:custGeom>
              <a:avLst/>
              <a:gdLst/>
              <a:ahLst/>
              <a:cxnLst/>
              <a:rect l="0" t="0" r="0" b="0"/>
              <a:pathLst>
                <a:path w="21151" h="2240">
                  <a:moveTo>
                    <a:pt x="21151" y="22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3" name="Output_receptor__5422">
              <a:extLst>
                <a:ext uri="{FF2B5EF4-FFF2-40B4-BE49-F238E27FC236}">
                  <a16:creationId xmlns:a16="http://schemas.microsoft.com/office/drawing/2014/main" id="{4D75356B-EDC4-FCA2-68B5-BEC069D912F6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22484" cy="15875"/>
            </a:xfrm>
            <a:custGeom>
              <a:avLst/>
              <a:gdLst/>
              <a:ahLst/>
              <a:cxnLst/>
              <a:rect l="0" t="0" r="0" b="0"/>
              <a:pathLst>
                <a:path w="22484" h="15875">
                  <a:moveTo>
                    <a:pt x="22484" y="15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4" name="Output_receptor__5423">
              <a:extLst>
                <a:ext uri="{FF2B5EF4-FFF2-40B4-BE49-F238E27FC236}">
                  <a16:creationId xmlns:a16="http://schemas.microsoft.com/office/drawing/2014/main" id="{4B7C5B86-2FFD-83E0-F8C2-4D5473769EB2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1" y="2700780"/>
              <a:ext cx="33579" cy="56740"/>
            </a:xfrm>
            <a:custGeom>
              <a:avLst/>
              <a:gdLst/>
              <a:ahLst/>
              <a:cxnLst/>
              <a:rect l="0" t="0" r="0" b="0"/>
              <a:pathLst>
                <a:path w="33579" h="56740">
                  <a:moveTo>
                    <a:pt x="0" y="56740"/>
                  </a:moveTo>
                  <a:lnTo>
                    <a:pt x="33579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5" name="Output_receptor__5424">
              <a:extLst>
                <a:ext uri="{FF2B5EF4-FFF2-40B4-BE49-F238E27FC236}">
                  <a16:creationId xmlns:a16="http://schemas.microsoft.com/office/drawing/2014/main" id="{35D78367-947C-5978-D9B8-B9DE318A6C8D}"/>
                </a:ext>
              </a:extLst>
            </p:cNvPr>
            <p:cNvSpPr>
              <a:spLocks noGrp="1"/>
            </p:cNvSpPr>
            <p:nvPr/>
          </p:nvSpPr>
          <p:spPr>
            <a:xfrm>
              <a:off x="15992929" y="2722208"/>
              <a:ext cx="57720" cy="18136"/>
            </a:xfrm>
            <a:custGeom>
              <a:avLst/>
              <a:gdLst/>
              <a:ahLst/>
              <a:cxnLst/>
              <a:rect l="0" t="0" r="0" b="0"/>
              <a:pathLst>
                <a:path w="57720" h="18136">
                  <a:moveTo>
                    <a:pt x="57720" y="181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6" name="Output_receptor__5425">
              <a:extLst>
                <a:ext uri="{FF2B5EF4-FFF2-40B4-BE49-F238E27FC236}">
                  <a16:creationId xmlns:a16="http://schemas.microsoft.com/office/drawing/2014/main" id="{F85EFE0E-31B4-5D6B-C3AF-508220BE7C32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535147"/>
              <a:ext cx="12157" cy="67580"/>
            </a:xfrm>
            <a:custGeom>
              <a:avLst/>
              <a:gdLst/>
              <a:ahLst/>
              <a:cxnLst/>
              <a:rect l="0" t="0" r="0" b="0"/>
              <a:pathLst>
                <a:path w="12157" h="67580">
                  <a:moveTo>
                    <a:pt x="12157" y="0"/>
                  </a:moveTo>
                  <a:lnTo>
                    <a:pt x="0" y="6758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7" name="Output_receptor__5426">
              <a:extLst>
                <a:ext uri="{FF2B5EF4-FFF2-40B4-BE49-F238E27FC236}">
                  <a16:creationId xmlns:a16="http://schemas.microsoft.com/office/drawing/2014/main" id="{81400EFE-EE51-4579-8698-8EA192EC4573}"/>
                </a:ext>
              </a:extLst>
            </p:cNvPr>
            <p:cNvSpPr>
              <a:spLocks noGrp="1"/>
            </p:cNvSpPr>
            <p:nvPr/>
          </p:nvSpPr>
          <p:spPr>
            <a:xfrm>
              <a:off x="15568841" y="2757520"/>
              <a:ext cx="67520" cy="2751"/>
            </a:xfrm>
            <a:custGeom>
              <a:avLst/>
              <a:gdLst/>
              <a:ahLst/>
              <a:cxnLst/>
              <a:rect l="0" t="0" r="0" b="0"/>
              <a:pathLst>
                <a:path w="67520" h="2751">
                  <a:moveTo>
                    <a:pt x="0" y="2751"/>
                  </a:moveTo>
                  <a:lnTo>
                    <a:pt x="6752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8" name="Output_receptor__5427">
              <a:extLst>
                <a:ext uri="{FF2B5EF4-FFF2-40B4-BE49-F238E27FC236}">
                  <a16:creationId xmlns:a16="http://schemas.microsoft.com/office/drawing/2014/main" id="{68670AEC-6EA6-02E0-798A-CA1FA4B43AE5}"/>
                </a:ext>
              </a:extLst>
            </p:cNvPr>
            <p:cNvSpPr>
              <a:spLocks noGrp="1"/>
            </p:cNvSpPr>
            <p:nvPr/>
          </p:nvSpPr>
          <p:spPr>
            <a:xfrm>
              <a:off x="16052566" y="3318434"/>
              <a:ext cx="25543" cy="32982"/>
            </a:xfrm>
            <a:custGeom>
              <a:avLst/>
              <a:gdLst/>
              <a:ahLst/>
              <a:cxnLst/>
              <a:rect l="0" t="0" r="0" b="0"/>
              <a:pathLst>
                <a:path w="25543" h="32982">
                  <a:moveTo>
                    <a:pt x="0" y="0"/>
                  </a:moveTo>
                  <a:lnTo>
                    <a:pt x="25543" y="3298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9" name="Output_receptor__5428">
              <a:extLst>
                <a:ext uri="{FF2B5EF4-FFF2-40B4-BE49-F238E27FC236}">
                  <a16:creationId xmlns:a16="http://schemas.microsoft.com/office/drawing/2014/main" id="{C9ED1775-4F78-9C63-43A7-3723C575EC2C}"/>
                </a:ext>
              </a:extLst>
            </p:cNvPr>
            <p:cNvSpPr>
              <a:spLocks noGrp="1"/>
            </p:cNvSpPr>
            <p:nvPr/>
          </p:nvSpPr>
          <p:spPr>
            <a:xfrm>
              <a:off x="15553162" y="3846075"/>
              <a:ext cx="33710" cy="1767"/>
            </a:xfrm>
            <a:custGeom>
              <a:avLst/>
              <a:gdLst/>
              <a:ahLst/>
              <a:cxnLst/>
              <a:rect l="0" t="0" r="0" b="0"/>
              <a:pathLst>
                <a:path w="33710" h="1767">
                  <a:moveTo>
                    <a:pt x="0" y="0"/>
                  </a:moveTo>
                  <a:lnTo>
                    <a:pt x="33710" y="176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0" name="Output_receptor__5429">
              <a:extLst>
                <a:ext uri="{FF2B5EF4-FFF2-40B4-BE49-F238E27FC236}">
                  <a16:creationId xmlns:a16="http://schemas.microsoft.com/office/drawing/2014/main" id="{00F071A0-1DE6-9915-E920-532666D5F8DB}"/>
                </a:ext>
              </a:extLst>
            </p:cNvPr>
            <p:cNvSpPr>
              <a:spLocks noGrp="1"/>
            </p:cNvSpPr>
            <p:nvPr/>
          </p:nvSpPr>
          <p:spPr>
            <a:xfrm>
              <a:off x="15589789" y="3636536"/>
              <a:ext cx="63833" cy="17422"/>
            </a:xfrm>
            <a:custGeom>
              <a:avLst/>
              <a:gdLst/>
              <a:ahLst/>
              <a:cxnLst/>
              <a:rect l="0" t="0" r="0" b="0"/>
              <a:pathLst>
                <a:path w="63833" h="17422">
                  <a:moveTo>
                    <a:pt x="0" y="17422"/>
                  </a:moveTo>
                  <a:lnTo>
                    <a:pt x="6383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1" name="Output_receptor__5430">
              <a:extLst>
                <a:ext uri="{FF2B5EF4-FFF2-40B4-BE49-F238E27FC236}">
                  <a16:creationId xmlns:a16="http://schemas.microsoft.com/office/drawing/2014/main" id="{7E77299D-9C6F-C143-E8DA-4DE6FB5D3895}"/>
                </a:ext>
              </a:extLst>
            </p:cNvPr>
            <p:cNvSpPr>
              <a:spLocks noGrp="1"/>
            </p:cNvSpPr>
            <p:nvPr/>
          </p:nvSpPr>
          <p:spPr>
            <a:xfrm>
              <a:off x="15679492" y="3233441"/>
              <a:ext cx="61916" cy="12522"/>
            </a:xfrm>
            <a:custGeom>
              <a:avLst/>
              <a:gdLst/>
              <a:ahLst/>
              <a:cxnLst/>
              <a:rect l="0" t="0" r="0" b="0"/>
              <a:pathLst>
                <a:path w="61916" h="12522">
                  <a:moveTo>
                    <a:pt x="0" y="0"/>
                  </a:moveTo>
                  <a:lnTo>
                    <a:pt x="61916" y="1252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2" name="Output_receptor__5431">
              <a:extLst>
                <a:ext uri="{FF2B5EF4-FFF2-40B4-BE49-F238E27FC236}">
                  <a16:creationId xmlns:a16="http://schemas.microsoft.com/office/drawing/2014/main" id="{25F8FE83-8E5D-16D7-49D7-F31EAA430EE0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31008"/>
              <a:ext cx="15899" cy="60857"/>
            </a:xfrm>
            <a:custGeom>
              <a:avLst/>
              <a:gdLst/>
              <a:ahLst/>
              <a:cxnLst/>
              <a:rect l="0" t="0" r="0" b="0"/>
              <a:pathLst>
                <a:path w="15899" h="60857">
                  <a:moveTo>
                    <a:pt x="0" y="60857"/>
                  </a:moveTo>
                  <a:lnTo>
                    <a:pt x="15899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3" name="Output_receptor__5432">
              <a:extLst>
                <a:ext uri="{FF2B5EF4-FFF2-40B4-BE49-F238E27FC236}">
                  <a16:creationId xmlns:a16="http://schemas.microsoft.com/office/drawing/2014/main" id="{8194AC02-1E76-880C-BAA2-FECD9110F816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600774"/>
              <a:ext cx="69294" cy="19349"/>
            </a:xfrm>
            <a:custGeom>
              <a:avLst/>
              <a:gdLst/>
              <a:ahLst/>
              <a:cxnLst/>
              <a:rect l="0" t="0" r="0" b="0"/>
              <a:pathLst>
                <a:path w="69294" h="19349">
                  <a:moveTo>
                    <a:pt x="69294" y="193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4" name="Output_receptor__5433">
              <a:extLst>
                <a:ext uri="{FF2B5EF4-FFF2-40B4-BE49-F238E27FC236}">
                  <a16:creationId xmlns:a16="http://schemas.microsoft.com/office/drawing/2014/main" id="{4129B5EF-5767-C3BE-E601-214980D413E8}"/>
                </a:ext>
              </a:extLst>
            </p:cNvPr>
            <p:cNvSpPr>
              <a:spLocks noGrp="1"/>
            </p:cNvSpPr>
            <p:nvPr/>
          </p:nvSpPr>
          <p:spPr>
            <a:xfrm>
              <a:off x="16109014" y="2542599"/>
              <a:ext cx="68658" cy="15851"/>
            </a:xfrm>
            <a:custGeom>
              <a:avLst/>
              <a:gdLst/>
              <a:ahLst/>
              <a:cxnLst/>
              <a:rect l="0" t="0" r="0" b="0"/>
              <a:pathLst>
                <a:path w="68658" h="15851">
                  <a:moveTo>
                    <a:pt x="68658" y="0"/>
                  </a:moveTo>
                  <a:lnTo>
                    <a:pt x="0" y="1585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5" name="Output_receptor__5434">
              <a:extLst>
                <a:ext uri="{FF2B5EF4-FFF2-40B4-BE49-F238E27FC236}">
                  <a16:creationId xmlns:a16="http://schemas.microsoft.com/office/drawing/2014/main" id="{560ACDB4-2973-8DFC-75DD-270AF3F454A5}"/>
                </a:ext>
              </a:extLst>
            </p:cNvPr>
            <p:cNvSpPr>
              <a:spLocks noGrp="1"/>
            </p:cNvSpPr>
            <p:nvPr/>
          </p:nvSpPr>
          <p:spPr>
            <a:xfrm>
              <a:off x="15440047" y="3115316"/>
              <a:ext cx="25296" cy="25610"/>
            </a:xfrm>
            <a:custGeom>
              <a:avLst/>
              <a:gdLst/>
              <a:ahLst/>
              <a:cxnLst/>
              <a:rect l="0" t="0" r="0" b="0"/>
              <a:pathLst>
                <a:path w="25296" h="25610">
                  <a:moveTo>
                    <a:pt x="0" y="25610"/>
                  </a:moveTo>
                  <a:lnTo>
                    <a:pt x="25296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6" name="Output_receptor__5435">
              <a:extLst>
                <a:ext uri="{FF2B5EF4-FFF2-40B4-BE49-F238E27FC236}">
                  <a16:creationId xmlns:a16="http://schemas.microsoft.com/office/drawing/2014/main" id="{DEC1C81C-F684-F224-DFE7-B2F58640593F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1341"/>
              <a:ext cx="67638" cy="3336"/>
            </a:xfrm>
            <a:custGeom>
              <a:avLst/>
              <a:gdLst/>
              <a:ahLst/>
              <a:cxnLst/>
              <a:rect l="0" t="0" r="0" b="0"/>
              <a:pathLst>
                <a:path w="67638" h="3336">
                  <a:moveTo>
                    <a:pt x="67638" y="0"/>
                  </a:moveTo>
                  <a:lnTo>
                    <a:pt x="0" y="333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7" name="Output_receptor__5436">
              <a:extLst>
                <a:ext uri="{FF2B5EF4-FFF2-40B4-BE49-F238E27FC236}">
                  <a16:creationId xmlns:a16="http://schemas.microsoft.com/office/drawing/2014/main" id="{2E9B2561-089F-E93E-6CAC-24B4CF591204}"/>
                </a:ext>
              </a:extLst>
            </p:cNvPr>
            <p:cNvSpPr>
              <a:spLocks noGrp="1"/>
            </p:cNvSpPr>
            <p:nvPr/>
          </p:nvSpPr>
          <p:spPr>
            <a:xfrm>
              <a:off x="15525345" y="2760271"/>
              <a:ext cx="43496" cy="47861"/>
            </a:xfrm>
            <a:custGeom>
              <a:avLst/>
              <a:gdLst/>
              <a:ahLst/>
              <a:cxnLst/>
              <a:rect l="0" t="0" r="0" b="0"/>
              <a:pathLst>
                <a:path w="43496" h="47861">
                  <a:moveTo>
                    <a:pt x="0" y="47861"/>
                  </a:moveTo>
                  <a:lnTo>
                    <a:pt x="4349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8" name="Output_receptor__5437">
              <a:extLst>
                <a:ext uri="{FF2B5EF4-FFF2-40B4-BE49-F238E27FC236}">
                  <a16:creationId xmlns:a16="http://schemas.microsoft.com/office/drawing/2014/main" id="{FF350B16-A80C-776F-5A2D-ECAAB5334BA6}"/>
                </a:ext>
              </a:extLst>
            </p:cNvPr>
            <p:cNvSpPr>
              <a:spLocks noGrp="1"/>
            </p:cNvSpPr>
            <p:nvPr/>
          </p:nvSpPr>
          <p:spPr>
            <a:xfrm>
              <a:off x="15462347" y="2808132"/>
              <a:ext cx="62998" cy="16462"/>
            </a:xfrm>
            <a:custGeom>
              <a:avLst/>
              <a:gdLst/>
              <a:ahLst/>
              <a:cxnLst/>
              <a:rect l="0" t="0" r="0" b="0"/>
              <a:pathLst>
                <a:path w="62998" h="16462">
                  <a:moveTo>
                    <a:pt x="0" y="16462"/>
                  </a:moveTo>
                  <a:lnTo>
                    <a:pt x="62998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9" name="Output_receptor__5438">
              <a:extLst>
                <a:ext uri="{FF2B5EF4-FFF2-40B4-BE49-F238E27FC236}">
                  <a16:creationId xmlns:a16="http://schemas.microsoft.com/office/drawing/2014/main" id="{20554EA8-BD98-56EE-7621-640A66441020}"/>
                </a:ext>
              </a:extLst>
            </p:cNvPr>
            <p:cNvSpPr>
              <a:spLocks noGrp="1"/>
            </p:cNvSpPr>
            <p:nvPr/>
          </p:nvSpPr>
          <p:spPr>
            <a:xfrm>
              <a:off x="16102667" y="2898206"/>
              <a:ext cx="14912" cy="29024"/>
            </a:xfrm>
            <a:custGeom>
              <a:avLst/>
              <a:gdLst/>
              <a:ahLst/>
              <a:cxnLst/>
              <a:rect l="0" t="0" r="0" b="0"/>
              <a:pathLst>
                <a:path w="14912" h="29024">
                  <a:moveTo>
                    <a:pt x="0" y="29024"/>
                  </a:moveTo>
                  <a:lnTo>
                    <a:pt x="1491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0" name="Output_receptor__5439">
              <a:extLst>
                <a:ext uri="{FF2B5EF4-FFF2-40B4-BE49-F238E27FC236}">
                  <a16:creationId xmlns:a16="http://schemas.microsoft.com/office/drawing/2014/main" id="{0BBE2AA4-A367-65C9-7FDD-80D543A18E4C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532312"/>
              <a:ext cx="23791" cy="68462"/>
            </a:xfrm>
            <a:custGeom>
              <a:avLst/>
              <a:gdLst/>
              <a:ahLst/>
              <a:cxnLst/>
              <a:rect l="0" t="0" r="0" b="0"/>
              <a:pathLst>
                <a:path w="23791" h="68462">
                  <a:moveTo>
                    <a:pt x="0" y="68462"/>
                  </a:moveTo>
                  <a:lnTo>
                    <a:pt x="23791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1" name="Output_receptor__5440">
              <a:extLst>
                <a:ext uri="{FF2B5EF4-FFF2-40B4-BE49-F238E27FC236}">
                  <a16:creationId xmlns:a16="http://schemas.microsoft.com/office/drawing/2014/main" id="{D138719A-8572-B4A8-BE03-50BE81B8650A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80038"/>
              <a:ext cx="3221" cy="70324"/>
            </a:xfrm>
            <a:custGeom>
              <a:avLst/>
              <a:gdLst/>
              <a:ahLst/>
              <a:cxnLst/>
              <a:rect l="0" t="0" r="0" b="0"/>
              <a:pathLst>
                <a:path w="3221" h="70324">
                  <a:moveTo>
                    <a:pt x="0" y="0"/>
                  </a:moveTo>
                  <a:lnTo>
                    <a:pt x="3221" y="70324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2" name="Output_receptor__5441">
              <a:extLst>
                <a:ext uri="{FF2B5EF4-FFF2-40B4-BE49-F238E27FC236}">
                  <a16:creationId xmlns:a16="http://schemas.microsoft.com/office/drawing/2014/main" id="{E4B28E5E-CA0F-12A0-9E1A-8BF4B8963E2E}"/>
                </a:ext>
              </a:extLst>
            </p:cNvPr>
            <p:cNvSpPr>
              <a:spLocks noGrp="1"/>
            </p:cNvSpPr>
            <p:nvPr/>
          </p:nvSpPr>
          <p:spPr>
            <a:xfrm>
              <a:off x="15407622" y="2824594"/>
              <a:ext cx="54725" cy="10200"/>
            </a:xfrm>
            <a:custGeom>
              <a:avLst/>
              <a:gdLst/>
              <a:ahLst/>
              <a:cxnLst/>
              <a:rect l="0" t="0" r="0" b="0"/>
              <a:pathLst>
                <a:path w="54725" h="10200">
                  <a:moveTo>
                    <a:pt x="0" y="10200"/>
                  </a:moveTo>
                  <a:lnTo>
                    <a:pt x="54725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3" name="Output_receptor__5442">
              <a:extLst>
                <a:ext uri="{FF2B5EF4-FFF2-40B4-BE49-F238E27FC236}">
                  <a16:creationId xmlns:a16="http://schemas.microsoft.com/office/drawing/2014/main" id="{78EB28BE-9859-B90F-E695-2E8C9C18184A}"/>
                </a:ext>
              </a:extLst>
            </p:cNvPr>
            <p:cNvSpPr>
              <a:spLocks noGrp="1"/>
            </p:cNvSpPr>
            <p:nvPr/>
          </p:nvSpPr>
          <p:spPr>
            <a:xfrm>
              <a:off x="16372423" y="3384025"/>
              <a:ext cx="58301" cy="28466"/>
            </a:xfrm>
            <a:custGeom>
              <a:avLst/>
              <a:gdLst/>
              <a:ahLst/>
              <a:cxnLst/>
              <a:rect l="0" t="0" r="0" b="0"/>
              <a:pathLst>
                <a:path w="58301" h="28466">
                  <a:moveTo>
                    <a:pt x="58301" y="28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4" name="Output_receptor__5443">
              <a:extLst>
                <a:ext uri="{FF2B5EF4-FFF2-40B4-BE49-F238E27FC236}">
                  <a16:creationId xmlns:a16="http://schemas.microsoft.com/office/drawing/2014/main" id="{27451E35-188A-5E7C-B1A2-C3AB3F9E98FA}"/>
                </a:ext>
              </a:extLst>
            </p:cNvPr>
            <p:cNvSpPr>
              <a:spLocks noGrp="1"/>
            </p:cNvSpPr>
            <p:nvPr/>
          </p:nvSpPr>
          <p:spPr>
            <a:xfrm>
              <a:off x="15675856" y="3718918"/>
              <a:ext cx="35682" cy="6926"/>
            </a:xfrm>
            <a:custGeom>
              <a:avLst/>
              <a:gdLst/>
              <a:ahLst/>
              <a:cxnLst/>
              <a:rect l="0" t="0" r="0" b="0"/>
              <a:pathLst>
                <a:path w="35682" h="6926">
                  <a:moveTo>
                    <a:pt x="0" y="0"/>
                  </a:moveTo>
                  <a:lnTo>
                    <a:pt x="35682" y="692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5" name="Output_receptor__5444">
              <a:extLst>
                <a:ext uri="{FF2B5EF4-FFF2-40B4-BE49-F238E27FC236}">
                  <a16:creationId xmlns:a16="http://schemas.microsoft.com/office/drawing/2014/main" id="{BE106899-D345-1BA5-385E-44DD395CD54D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46904" cy="34924"/>
            </a:xfrm>
            <a:custGeom>
              <a:avLst/>
              <a:gdLst/>
              <a:ahLst/>
              <a:cxnLst/>
              <a:rect l="0" t="0" r="0" b="0"/>
              <a:pathLst>
                <a:path w="46904" h="34924">
                  <a:moveTo>
                    <a:pt x="0" y="0"/>
                  </a:moveTo>
                  <a:lnTo>
                    <a:pt x="46904" y="3492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6" name="Output_receptor__5445">
              <a:extLst>
                <a:ext uri="{FF2B5EF4-FFF2-40B4-BE49-F238E27FC236}">
                  <a16:creationId xmlns:a16="http://schemas.microsoft.com/office/drawing/2014/main" id="{16D62278-71F7-C9E2-1E49-4DD4B83AFC80}"/>
                </a:ext>
              </a:extLst>
            </p:cNvPr>
            <p:cNvSpPr>
              <a:spLocks noGrp="1"/>
            </p:cNvSpPr>
            <p:nvPr/>
          </p:nvSpPr>
          <p:spPr>
            <a:xfrm>
              <a:off x="15115338" y="2895145"/>
              <a:ext cx="39171" cy="27958"/>
            </a:xfrm>
            <a:custGeom>
              <a:avLst/>
              <a:gdLst/>
              <a:ahLst/>
              <a:cxnLst/>
              <a:rect l="0" t="0" r="0" b="0"/>
              <a:pathLst>
                <a:path w="39171" h="27958">
                  <a:moveTo>
                    <a:pt x="39171" y="0"/>
                  </a:moveTo>
                  <a:lnTo>
                    <a:pt x="0" y="2795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7" name="Output_receptor__5446">
              <a:extLst>
                <a:ext uri="{FF2B5EF4-FFF2-40B4-BE49-F238E27FC236}">
                  <a16:creationId xmlns:a16="http://schemas.microsoft.com/office/drawing/2014/main" id="{7A036513-7673-EB8C-22F4-E0EB5A6FC19A}"/>
                </a:ext>
              </a:extLst>
            </p:cNvPr>
            <p:cNvSpPr>
              <a:spLocks noGrp="1"/>
            </p:cNvSpPr>
            <p:nvPr/>
          </p:nvSpPr>
          <p:spPr>
            <a:xfrm>
              <a:off x="15013138" y="3158318"/>
              <a:ext cx="8920" cy="51462"/>
            </a:xfrm>
            <a:custGeom>
              <a:avLst/>
              <a:gdLst/>
              <a:ahLst/>
              <a:cxnLst/>
              <a:rect l="0" t="0" r="0" b="0"/>
              <a:pathLst>
                <a:path w="8920" h="51462">
                  <a:moveTo>
                    <a:pt x="8920" y="0"/>
                  </a:moveTo>
                  <a:lnTo>
                    <a:pt x="0" y="514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8" name="Output_receptor__5447">
              <a:extLst>
                <a:ext uri="{FF2B5EF4-FFF2-40B4-BE49-F238E27FC236}">
                  <a16:creationId xmlns:a16="http://schemas.microsoft.com/office/drawing/2014/main" id="{4334F26E-D302-36E7-982C-D19CC4EA8FCF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76903"/>
              <a:ext cx="10578" cy="70479"/>
            </a:xfrm>
            <a:custGeom>
              <a:avLst/>
              <a:gdLst/>
              <a:ahLst/>
              <a:cxnLst/>
              <a:rect l="0" t="0" r="0" b="0"/>
              <a:pathLst>
                <a:path w="10578" h="70479">
                  <a:moveTo>
                    <a:pt x="0" y="0"/>
                  </a:moveTo>
                  <a:lnTo>
                    <a:pt x="10578" y="704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9" name="Output_receptor__5448">
              <a:extLst>
                <a:ext uri="{FF2B5EF4-FFF2-40B4-BE49-F238E27FC236}">
                  <a16:creationId xmlns:a16="http://schemas.microsoft.com/office/drawing/2014/main" id="{E4A14C06-ED48-632F-6BC5-66A2CBAA9745}"/>
                </a:ext>
              </a:extLst>
            </p:cNvPr>
            <p:cNvSpPr>
              <a:spLocks noGrp="1"/>
            </p:cNvSpPr>
            <p:nvPr/>
          </p:nvSpPr>
          <p:spPr>
            <a:xfrm>
              <a:off x="15801693" y="3534492"/>
              <a:ext cx="40540" cy="57662"/>
            </a:xfrm>
            <a:custGeom>
              <a:avLst/>
              <a:gdLst/>
              <a:ahLst/>
              <a:cxnLst/>
              <a:rect l="0" t="0" r="0" b="0"/>
              <a:pathLst>
                <a:path w="40540" h="57662">
                  <a:moveTo>
                    <a:pt x="0" y="0"/>
                  </a:moveTo>
                  <a:lnTo>
                    <a:pt x="40540" y="576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0" name="Output_receptor__5449">
              <a:extLst>
                <a:ext uri="{FF2B5EF4-FFF2-40B4-BE49-F238E27FC236}">
                  <a16:creationId xmlns:a16="http://schemas.microsoft.com/office/drawing/2014/main" id="{60FC223F-19F1-E88E-44BC-2F0C69D8E171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96859"/>
              <a:ext cx="24358" cy="59324"/>
            </a:xfrm>
            <a:custGeom>
              <a:avLst/>
              <a:gdLst/>
              <a:ahLst/>
              <a:cxnLst/>
              <a:rect l="0" t="0" r="0" b="0"/>
              <a:pathLst>
                <a:path w="24358" h="59324">
                  <a:moveTo>
                    <a:pt x="24358" y="593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1" name="Output_receptor__5450">
              <a:extLst>
                <a:ext uri="{FF2B5EF4-FFF2-40B4-BE49-F238E27FC236}">
                  <a16:creationId xmlns:a16="http://schemas.microsoft.com/office/drawing/2014/main" id="{B4D488FB-B57E-A00C-B1FE-FC267F15C37F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760" cy="48666"/>
            </a:xfrm>
            <a:custGeom>
              <a:avLst/>
              <a:gdLst/>
              <a:ahLst/>
              <a:cxnLst/>
              <a:rect l="0" t="0" r="0" b="0"/>
              <a:pathLst>
                <a:path w="5760" h="48666">
                  <a:moveTo>
                    <a:pt x="0" y="0"/>
                  </a:moveTo>
                  <a:lnTo>
                    <a:pt x="5760" y="4866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2" name="Output_receptor__5451">
              <a:extLst>
                <a:ext uri="{FF2B5EF4-FFF2-40B4-BE49-F238E27FC236}">
                  <a16:creationId xmlns:a16="http://schemas.microsoft.com/office/drawing/2014/main" id="{2BAB8973-1ED8-A9E0-5BE7-958AC9D58A22}"/>
                </a:ext>
              </a:extLst>
            </p:cNvPr>
            <p:cNvSpPr>
              <a:spLocks noGrp="1"/>
            </p:cNvSpPr>
            <p:nvPr/>
          </p:nvSpPr>
          <p:spPr>
            <a:xfrm>
              <a:off x="16025592" y="2960159"/>
              <a:ext cx="18052" cy="58288"/>
            </a:xfrm>
            <a:custGeom>
              <a:avLst/>
              <a:gdLst/>
              <a:ahLst/>
              <a:cxnLst/>
              <a:rect l="0" t="0" r="0" b="0"/>
              <a:pathLst>
                <a:path w="18052" h="58288">
                  <a:moveTo>
                    <a:pt x="0" y="58288"/>
                  </a:moveTo>
                  <a:lnTo>
                    <a:pt x="18052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3" name="Output_receptor__5452">
              <a:extLst>
                <a:ext uri="{FF2B5EF4-FFF2-40B4-BE49-F238E27FC236}">
                  <a16:creationId xmlns:a16="http://schemas.microsoft.com/office/drawing/2014/main" id="{C9918135-3AA6-E098-63DE-DECBC8D5C9F9}"/>
                </a:ext>
              </a:extLst>
            </p:cNvPr>
            <p:cNvSpPr>
              <a:spLocks noGrp="1"/>
            </p:cNvSpPr>
            <p:nvPr/>
          </p:nvSpPr>
          <p:spPr>
            <a:xfrm>
              <a:off x="15327399" y="3495968"/>
              <a:ext cx="46318" cy="786"/>
            </a:xfrm>
            <a:custGeom>
              <a:avLst/>
              <a:gdLst/>
              <a:ahLst/>
              <a:cxnLst/>
              <a:rect l="0" t="0" r="0" b="0"/>
              <a:pathLst>
                <a:path w="46318" h="786">
                  <a:moveTo>
                    <a:pt x="0" y="786"/>
                  </a:moveTo>
                  <a:lnTo>
                    <a:pt x="4631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4" name="Output_receptor__5453">
              <a:extLst>
                <a:ext uri="{FF2B5EF4-FFF2-40B4-BE49-F238E27FC236}">
                  <a16:creationId xmlns:a16="http://schemas.microsoft.com/office/drawing/2014/main" id="{9187F9F8-31CE-DDE5-60EA-D91BEB64063B}"/>
                </a:ext>
              </a:extLst>
            </p:cNvPr>
            <p:cNvSpPr>
              <a:spLocks noGrp="1"/>
            </p:cNvSpPr>
            <p:nvPr/>
          </p:nvSpPr>
          <p:spPr>
            <a:xfrm>
              <a:off x="15454263" y="3368810"/>
              <a:ext cx="42428" cy="24314"/>
            </a:xfrm>
            <a:custGeom>
              <a:avLst/>
              <a:gdLst/>
              <a:ahLst/>
              <a:cxnLst/>
              <a:rect l="0" t="0" r="0" b="0"/>
              <a:pathLst>
                <a:path w="42428" h="24314">
                  <a:moveTo>
                    <a:pt x="42428" y="0"/>
                  </a:moveTo>
                  <a:lnTo>
                    <a:pt x="0" y="24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5" name="Output_receptor__5454">
              <a:extLst>
                <a:ext uri="{FF2B5EF4-FFF2-40B4-BE49-F238E27FC236}">
                  <a16:creationId xmlns:a16="http://schemas.microsoft.com/office/drawing/2014/main" id="{EBF9AAD5-9193-7017-B1E2-E0436960FCB0}"/>
                </a:ext>
              </a:extLst>
            </p:cNvPr>
            <p:cNvSpPr>
              <a:spLocks noGrp="1"/>
            </p:cNvSpPr>
            <p:nvPr/>
          </p:nvSpPr>
          <p:spPr>
            <a:xfrm>
              <a:off x="16323682" y="2666965"/>
              <a:ext cx="15300" cy="50272"/>
            </a:xfrm>
            <a:custGeom>
              <a:avLst/>
              <a:gdLst/>
              <a:ahLst/>
              <a:cxnLst/>
              <a:rect l="0" t="0" r="0" b="0"/>
              <a:pathLst>
                <a:path w="15300" h="50272">
                  <a:moveTo>
                    <a:pt x="0" y="50272"/>
                  </a:moveTo>
                  <a:lnTo>
                    <a:pt x="1530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6" name="Output_receptor__5455">
              <a:extLst>
                <a:ext uri="{FF2B5EF4-FFF2-40B4-BE49-F238E27FC236}">
                  <a16:creationId xmlns:a16="http://schemas.microsoft.com/office/drawing/2014/main" id="{ADA71CEC-79D9-1F9E-A7A8-CEAAFF9C54A9}"/>
                </a:ext>
              </a:extLst>
            </p:cNvPr>
            <p:cNvSpPr>
              <a:spLocks noGrp="1"/>
            </p:cNvSpPr>
            <p:nvPr/>
          </p:nvSpPr>
          <p:spPr>
            <a:xfrm>
              <a:off x="16319676" y="2717238"/>
              <a:ext cx="4007" cy="51437"/>
            </a:xfrm>
            <a:custGeom>
              <a:avLst/>
              <a:gdLst/>
              <a:ahLst/>
              <a:cxnLst/>
              <a:rect l="0" t="0" r="0" b="0"/>
              <a:pathLst>
                <a:path w="4007" h="51437">
                  <a:moveTo>
                    <a:pt x="0" y="51437"/>
                  </a:moveTo>
                  <a:lnTo>
                    <a:pt x="400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7" name="Output_receptor__5456">
              <a:extLst>
                <a:ext uri="{FF2B5EF4-FFF2-40B4-BE49-F238E27FC236}">
                  <a16:creationId xmlns:a16="http://schemas.microsoft.com/office/drawing/2014/main" id="{BD2A7AE8-8C32-97F1-6230-BA64C5BBA5E3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63802"/>
              <a:ext cx="62294" cy="33058"/>
            </a:xfrm>
            <a:custGeom>
              <a:avLst/>
              <a:gdLst/>
              <a:ahLst/>
              <a:cxnLst/>
              <a:rect l="0" t="0" r="0" b="0"/>
              <a:pathLst>
                <a:path w="62294" h="33058">
                  <a:moveTo>
                    <a:pt x="0" y="33058"/>
                  </a:moveTo>
                  <a:lnTo>
                    <a:pt x="6229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8" name="Output_receptor__5457">
              <a:extLst>
                <a:ext uri="{FF2B5EF4-FFF2-40B4-BE49-F238E27FC236}">
                  <a16:creationId xmlns:a16="http://schemas.microsoft.com/office/drawing/2014/main" id="{64AC461A-94D1-ED2B-03F3-42E234249C17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602728"/>
              <a:ext cx="69485" cy="4078"/>
            </a:xfrm>
            <a:custGeom>
              <a:avLst/>
              <a:gdLst/>
              <a:ahLst/>
              <a:cxnLst/>
              <a:rect l="0" t="0" r="0" b="0"/>
              <a:pathLst>
                <a:path w="69485" h="4078">
                  <a:moveTo>
                    <a:pt x="0" y="0"/>
                  </a:moveTo>
                  <a:lnTo>
                    <a:pt x="69485" y="407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9" name="Output_receptor__5458">
              <a:extLst>
                <a:ext uri="{FF2B5EF4-FFF2-40B4-BE49-F238E27FC236}">
                  <a16:creationId xmlns:a16="http://schemas.microsoft.com/office/drawing/2014/main" id="{A0191AAB-9DBE-1A70-C658-A54739C5CB8B}"/>
                </a:ext>
              </a:extLst>
            </p:cNvPr>
            <p:cNvSpPr>
              <a:spLocks noGrp="1"/>
            </p:cNvSpPr>
            <p:nvPr/>
          </p:nvSpPr>
          <p:spPr>
            <a:xfrm>
              <a:off x="16177671" y="2475361"/>
              <a:ext cx="9004" cy="67237"/>
            </a:xfrm>
            <a:custGeom>
              <a:avLst/>
              <a:gdLst/>
              <a:ahLst/>
              <a:cxnLst/>
              <a:rect l="0" t="0" r="0" b="0"/>
              <a:pathLst>
                <a:path w="9004" h="67237">
                  <a:moveTo>
                    <a:pt x="9004" y="0"/>
                  </a:moveTo>
                  <a:lnTo>
                    <a:pt x="0" y="6723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0" name="Output_receptor__5459">
              <a:extLst>
                <a:ext uri="{FF2B5EF4-FFF2-40B4-BE49-F238E27FC236}">
                  <a16:creationId xmlns:a16="http://schemas.microsoft.com/office/drawing/2014/main" id="{FBB1569E-A60F-C103-9948-EA2B4BBBC58B}"/>
                </a:ext>
              </a:extLst>
            </p:cNvPr>
            <p:cNvSpPr>
              <a:spLocks noGrp="1"/>
            </p:cNvSpPr>
            <p:nvPr/>
          </p:nvSpPr>
          <p:spPr>
            <a:xfrm>
              <a:off x="15426170" y="3888170"/>
              <a:ext cx="69064" cy="3567"/>
            </a:xfrm>
            <a:custGeom>
              <a:avLst/>
              <a:gdLst/>
              <a:ahLst/>
              <a:cxnLst/>
              <a:rect l="0" t="0" r="0" b="0"/>
              <a:pathLst>
                <a:path w="69064" h="3567">
                  <a:moveTo>
                    <a:pt x="0" y="3567"/>
                  </a:moveTo>
                  <a:lnTo>
                    <a:pt x="6906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1" name="Output_receptor__5460">
              <a:extLst>
                <a:ext uri="{FF2B5EF4-FFF2-40B4-BE49-F238E27FC236}">
                  <a16:creationId xmlns:a16="http://schemas.microsoft.com/office/drawing/2014/main" id="{D1780355-5306-9642-D68F-C78550428378}"/>
                </a:ext>
              </a:extLst>
            </p:cNvPr>
            <p:cNvSpPr>
              <a:spLocks noGrp="1"/>
            </p:cNvSpPr>
            <p:nvPr/>
          </p:nvSpPr>
          <p:spPr>
            <a:xfrm>
              <a:off x="15648936" y="3065641"/>
              <a:ext cx="33812" cy="34323"/>
            </a:xfrm>
            <a:custGeom>
              <a:avLst/>
              <a:gdLst/>
              <a:ahLst/>
              <a:cxnLst/>
              <a:rect l="0" t="0" r="0" b="0"/>
              <a:pathLst>
                <a:path w="33812" h="34323">
                  <a:moveTo>
                    <a:pt x="33812" y="0"/>
                  </a:moveTo>
                  <a:lnTo>
                    <a:pt x="0" y="3432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2" name="Output_receptor__5461">
              <a:extLst>
                <a:ext uri="{FF2B5EF4-FFF2-40B4-BE49-F238E27FC236}">
                  <a16:creationId xmlns:a16="http://schemas.microsoft.com/office/drawing/2014/main" id="{46FFF6E2-AFAC-4971-4764-F6FBBCA611B4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304457"/>
              <a:ext cx="12143" cy="317"/>
            </a:xfrm>
            <a:custGeom>
              <a:avLst/>
              <a:gdLst/>
              <a:ahLst/>
              <a:cxnLst/>
              <a:rect l="0" t="0" r="0" b="0"/>
              <a:pathLst>
                <a:path w="12143" h="317">
                  <a:moveTo>
                    <a:pt x="12143" y="3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3" name="Output_receptor__5462">
              <a:extLst>
                <a:ext uri="{FF2B5EF4-FFF2-40B4-BE49-F238E27FC236}">
                  <a16:creationId xmlns:a16="http://schemas.microsoft.com/office/drawing/2014/main" id="{225887F0-5E3F-8D2D-CD66-D4236D233BC5}"/>
                </a:ext>
              </a:extLst>
            </p:cNvPr>
            <p:cNvSpPr>
              <a:spLocks noGrp="1"/>
            </p:cNvSpPr>
            <p:nvPr/>
          </p:nvSpPr>
          <p:spPr>
            <a:xfrm>
              <a:off x="16216818" y="3716092"/>
              <a:ext cx="69933" cy="2278"/>
            </a:xfrm>
            <a:custGeom>
              <a:avLst/>
              <a:gdLst/>
              <a:ahLst/>
              <a:cxnLst/>
              <a:rect l="0" t="0" r="0" b="0"/>
              <a:pathLst>
                <a:path w="69933" h="2278">
                  <a:moveTo>
                    <a:pt x="69933" y="2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4" name="Output_receptor__5463">
              <a:extLst>
                <a:ext uri="{FF2B5EF4-FFF2-40B4-BE49-F238E27FC236}">
                  <a16:creationId xmlns:a16="http://schemas.microsoft.com/office/drawing/2014/main" id="{9C37764F-898E-7071-70BD-063CE43C2D8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0173"/>
              <a:ext cx="11124" cy="3471"/>
            </a:xfrm>
            <a:custGeom>
              <a:avLst/>
              <a:gdLst/>
              <a:ahLst/>
              <a:cxnLst/>
              <a:rect l="0" t="0" r="0" b="0"/>
              <a:pathLst>
                <a:path w="11124" h="3471">
                  <a:moveTo>
                    <a:pt x="11124" y="0"/>
                  </a:moveTo>
                  <a:lnTo>
                    <a:pt x="0" y="347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5" name="Output_receptor__5464">
              <a:extLst>
                <a:ext uri="{FF2B5EF4-FFF2-40B4-BE49-F238E27FC236}">
                  <a16:creationId xmlns:a16="http://schemas.microsoft.com/office/drawing/2014/main" id="{68B46FA8-F1BA-40E6-D0D6-3DC5DD1AD63A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61046" cy="21423"/>
            </a:xfrm>
            <a:custGeom>
              <a:avLst/>
              <a:gdLst/>
              <a:ahLst/>
              <a:cxnLst/>
              <a:rect l="0" t="0" r="0" b="0"/>
              <a:pathLst>
                <a:path w="61046" h="21423">
                  <a:moveTo>
                    <a:pt x="61046" y="21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6" name="Output_receptor__5465">
              <a:extLst>
                <a:ext uri="{FF2B5EF4-FFF2-40B4-BE49-F238E27FC236}">
                  <a16:creationId xmlns:a16="http://schemas.microsoft.com/office/drawing/2014/main" id="{8166E9DC-BEB8-B9C4-84E0-B773722F030F}"/>
                </a:ext>
              </a:extLst>
            </p:cNvPr>
            <p:cNvSpPr>
              <a:spLocks noGrp="1"/>
            </p:cNvSpPr>
            <p:nvPr/>
          </p:nvSpPr>
          <p:spPr>
            <a:xfrm>
              <a:off x="15537055" y="3110200"/>
              <a:ext cx="46815" cy="48093"/>
            </a:xfrm>
            <a:custGeom>
              <a:avLst/>
              <a:gdLst/>
              <a:ahLst/>
              <a:cxnLst/>
              <a:rect l="0" t="0" r="0" b="0"/>
              <a:pathLst>
                <a:path w="46815" h="48093">
                  <a:moveTo>
                    <a:pt x="46815" y="0"/>
                  </a:moveTo>
                  <a:lnTo>
                    <a:pt x="0" y="4809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7" name="Output_receptor__5466">
              <a:extLst>
                <a:ext uri="{FF2B5EF4-FFF2-40B4-BE49-F238E27FC236}">
                  <a16:creationId xmlns:a16="http://schemas.microsoft.com/office/drawing/2014/main" id="{21B9DCC5-F3A7-90B7-2D27-AB6466476125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66746"/>
              <a:ext cx="43108" cy="13292"/>
            </a:xfrm>
            <a:custGeom>
              <a:avLst/>
              <a:gdLst/>
              <a:ahLst/>
              <a:cxnLst/>
              <a:rect l="0" t="0" r="0" b="0"/>
              <a:pathLst>
                <a:path w="43108" h="13292">
                  <a:moveTo>
                    <a:pt x="43108" y="0"/>
                  </a:moveTo>
                  <a:lnTo>
                    <a:pt x="0" y="13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8" name="Output_receptor__5467">
              <a:extLst>
                <a:ext uri="{FF2B5EF4-FFF2-40B4-BE49-F238E27FC236}">
                  <a16:creationId xmlns:a16="http://schemas.microsoft.com/office/drawing/2014/main" id="{F500AAA9-FCCF-4BF5-D132-02764415EA83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82792"/>
              <a:ext cx="21891" cy="61655"/>
            </a:xfrm>
            <a:custGeom>
              <a:avLst/>
              <a:gdLst/>
              <a:ahLst/>
              <a:cxnLst/>
              <a:rect l="0" t="0" r="0" b="0"/>
              <a:pathLst>
                <a:path w="21891" h="61655">
                  <a:moveTo>
                    <a:pt x="0" y="0"/>
                  </a:moveTo>
                  <a:lnTo>
                    <a:pt x="21891" y="6165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9" name="Output_receptor__5468">
              <a:extLst>
                <a:ext uri="{FF2B5EF4-FFF2-40B4-BE49-F238E27FC236}">
                  <a16:creationId xmlns:a16="http://schemas.microsoft.com/office/drawing/2014/main" id="{42657535-516C-223E-0EB4-C10847E3CA36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48076"/>
              <a:ext cx="55221" cy="34716"/>
            </a:xfrm>
            <a:custGeom>
              <a:avLst/>
              <a:gdLst/>
              <a:ahLst/>
              <a:cxnLst/>
              <a:rect l="0" t="0" r="0" b="0"/>
              <a:pathLst>
                <a:path w="55221" h="34716">
                  <a:moveTo>
                    <a:pt x="55221" y="0"/>
                  </a:moveTo>
                  <a:lnTo>
                    <a:pt x="0" y="347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0" name="Output_receptor__5469">
              <a:extLst>
                <a:ext uri="{FF2B5EF4-FFF2-40B4-BE49-F238E27FC236}">
                  <a16:creationId xmlns:a16="http://schemas.microsoft.com/office/drawing/2014/main" id="{3A573C38-7C75-1721-83DE-D354CA9CABA9}"/>
                </a:ext>
              </a:extLst>
            </p:cNvPr>
            <p:cNvSpPr>
              <a:spLocks noGrp="1"/>
            </p:cNvSpPr>
            <p:nvPr/>
          </p:nvSpPr>
          <p:spPr>
            <a:xfrm>
              <a:off x="15370803" y="2737802"/>
              <a:ext cx="67069" cy="6646"/>
            </a:xfrm>
            <a:custGeom>
              <a:avLst/>
              <a:gdLst/>
              <a:ahLst/>
              <a:cxnLst/>
              <a:rect l="0" t="0" r="0" b="0"/>
              <a:pathLst>
                <a:path w="67069" h="6646">
                  <a:moveTo>
                    <a:pt x="0" y="6646"/>
                  </a:moveTo>
                  <a:lnTo>
                    <a:pt x="6706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1" name="Output_receptor__5470">
              <a:extLst>
                <a:ext uri="{FF2B5EF4-FFF2-40B4-BE49-F238E27FC236}">
                  <a16:creationId xmlns:a16="http://schemas.microsoft.com/office/drawing/2014/main" id="{1104D091-45F9-DE2F-05C2-1F681773D782}"/>
                </a:ext>
              </a:extLst>
            </p:cNvPr>
            <p:cNvSpPr>
              <a:spLocks noGrp="1"/>
            </p:cNvSpPr>
            <p:nvPr/>
          </p:nvSpPr>
          <p:spPr>
            <a:xfrm>
              <a:off x="16381052" y="2617024"/>
              <a:ext cx="59503" cy="570"/>
            </a:xfrm>
            <a:custGeom>
              <a:avLst/>
              <a:gdLst/>
              <a:ahLst/>
              <a:cxnLst/>
              <a:rect l="0" t="0" r="0" b="0"/>
              <a:pathLst>
                <a:path w="59503" h="570">
                  <a:moveTo>
                    <a:pt x="59503" y="0"/>
                  </a:moveTo>
                  <a:lnTo>
                    <a:pt x="0" y="57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2" name="Output_receptor__5471">
              <a:extLst>
                <a:ext uri="{FF2B5EF4-FFF2-40B4-BE49-F238E27FC236}">
                  <a16:creationId xmlns:a16="http://schemas.microsoft.com/office/drawing/2014/main" id="{E038532B-BFFB-E069-0E2E-453AC0D16911}"/>
                </a:ext>
              </a:extLst>
            </p:cNvPr>
            <p:cNvSpPr>
              <a:spLocks noGrp="1"/>
            </p:cNvSpPr>
            <p:nvPr/>
          </p:nvSpPr>
          <p:spPr>
            <a:xfrm>
              <a:off x="15407831" y="3140925"/>
              <a:ext cx="32216" cy="63984"/>
            </a:xfrm>
            <a:custGeom>
              <a:avLst/>
              <a:gdLst/>
              <a:ahLst/>
              <a:cxnLst/>
              <a:rect l="0" t="0" r="0" b="0"/>
              <a:pathLst>
                <a:path w="32216" h="63984">
                  <a:moveTo>
                    <a:pt x="0" y="63984"/>
                  </a:moveTo>
                  <a:lnTo>
                    <a:pt x="32216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3" name="Output_receptor__5472">
              <a:extLst>
                <a:ext uri="{FF2B5EF4-FFF2-40B4-BE49-F238E27FC236}">
                  <a16:creationId xmlns:a16="http://schemas.microsoft.com/office/drawing/2014/main" id="{9F001BEA-A0FF-C396-3D4E-B5D2B092D9C5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73601"/>
              <a:ext cx="19046" cy="33056"/>
            </a:xfrm>
            <a:custGeom>
              <a:avLst/>
              <a:gdLst/>
              <a:ahLst/>
              <a:cxnLst/>
              <a:rect l="0" t="0" r="0" b="0"/>
              <a:pathLst>
                <a:path w="19046" h="33056">
                  <a:moveTo>
                    <a:pt x="0" y="0"/>
                  </a:moveTo>
                  <a:lnTo>
                    <a:pt x="19046" y="330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4" name="Output_receptor__5473">
              <a:extLst>
                <a:ext uri="{FF2B5EF4-FFF2-40B4-BE49-F238E27FC236}">
                  <a16:creationId xmlns:a16="http://schemas.microsoft.com/office/drawing/2014/main" id="{E6D83AED-F261-B83F-F6E5-FC7F34754C7D}"/>
                </a:ext>
              </a:extLst>
            </p:cNvPr>
            <p:cNvSpPr>
              <a:spLocks noGrp="1"/>
            </p:cNvSpPr>
            <p:nvPr/>
          </p:nvSpPr>
          <p:spPr>
            <a:xfrm>
              <a:off x="15364124" y="3888471"/>
              <a:ext cx="62046" cy="3266"/>
            </a:xfrm>
            <a:custGeom>
              <a:avLst/>
              <a:gdLst/>
              <a:ahLst/>
              <a:cxnLst/>
              <a:rect l="0" t="0" r="0" b="0"/>
              <a:pathLst>
                <a:path w="62046" h="3266">
                  <a:moveTo>
                    <a:pt x="0" y="0"/>
                  </a:moveTo>
                  <a:lnTo>
                    <a:pt x="62046" y="326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5" name="Output_receptor__5474">
              <a:extLst>
                <a:ext uri="{FF2B5EF4-FFF2-40B4-BE49-F238E27FC236}">
                  <a16:creationId xmlns:a16="http://schemas.microsoft.com/office/drawing/2014/main" id="{26714547-6690-4E47-C061-177F88D50D07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384025"/>
              <a:ext cx="43883" cy="57389"/>
            </a:xfrm>
            <a:custGeom>
              <a:avLst/>
              <a:gdLst/>
              <a:ahLst/>
              <a:cxnLst/>
              <a:rect l="0" t="0" r="0" b="0"/>
              <a:pathLst>
                <a:path w="43883" h="57389">
                  <a:moveTo>
                    <a:pt x="43883" y="0"/>
                  </a:moveTo>
                  <a:lnTo>
                    <a:pt x="0" y="5738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6" name="Output_receptor__5475">
              <a:extLst>
                <a:ext uri="{FF2B5EF4-FFF2-40B4-BE49-F238E27FC236}">
                  <a16:creationId xmlns:a16="http://schemas.microsoft.com/office/drawing/2014/main" id="{DA725D50-688F-DFA1-11CC-8BB89078FCEE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18544" cy="61863"/>
            </a:xfrm>
            <a:custGeom>
              <a:avLst/>
              <a:gdLst/>
              <a:ahLst/>
              <a:cxnLst/>
              <a:rect l="0" t="0" r="0" b="0"/>
              <a:pathLst>
                <a:path w="18544" h="61863">
                  <a:moveTo>
                    <a:pt x="0" y="0"/>
                  </a:moveTo>
                  <a:lnTo>
                    <a:pt x="18544" y="6186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7" name="Output_receptor__5476">
              <a:extLst>
                <a:ext uri="{FF2B5EF4-FFF2-40B4-BE49-F238E27FC236}">
                  <a16:creationId xmlns:a16="http://schemas.microsoft.com/office/drawing/2014/main" id="{F652CC44-C2A4-3EB0-4FC9-92AC207787BB}"/>
                </a:ext>
              </a:extLst>
            </p:cNvPr>
            <p:cNvSpPr>
              <a:spLocks noGrp="1"/>
            </p:cNvSpPr>
            <p:nvPr/>
          </p:nvSpPr>
          <p:spPr>
            <a:xfrm>
              <a:off x="16286751" y="3718370"/>
              <a:ext cx="2743" cy="72320"/>
            </a:xfrm>
            <a:custGeom>
              <a:avLst/>
              <a:gdLst/>
              <a:ahLst/>
              <a:cxnLst/>
              <a:rect l="0" t="0" r="0" b="0"/>
              <a:pathLst>
                <a:path w="2743" h="72320">
                  <a:moveTo>
                    <a:pt x="2743" y="72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8" name="Output_receptor__5477">
              <a:extLst>
                <a:ext uri="{FF2B5EF4-FFF2-40B4-BE49-F238E27FC236}">
                  <a16:creationId xmlns:a16="http://schemas.microsoft.com/office/drawing/2014/main" id="{5BE04B77-1F65-794A-76D6-242161863107}"/>
                </a:ext>
              </a:extLst>
            </p:cNvPr>
            <p:cNvSpPr>
              <a:spLocks noGrp="1"/>
            </p:cNvSpPr>
            <p:nvPr/>
          </p:nvSpPr>
          <p:spPr>
            <a:xfrm>
              <a:off x="15495234" y="3846075"/>
              <a:ext cx="57928" cy="42095"/>
            </a:xfrm>
            <a:custGeom>
              <a:avLst/>
              <a:gdLst/>
              <a:ahLst/>
              <a:cxnLst/>
              <a:rect l="0" t="0" r="0" b="0"/>
              <a:pathLst>
                <a:path w="57928" h="42095">
                  <a:moveTo>
                    <a:pt x="0" y="42095"/>
                  </a:moveTo>
                  <a:lnTo>
                    <a:pt x="5792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9" name="Output_receptor__5478">
              <a:extLst>
                <a:ext uri="{FF2B5EF4-FFF2-40B4-BE49-F238E27FC236}">
                  <a16:creationId xmlns:a16="http://schemas.microsoft.com/office/drawing/2014/main" id="{283A17D2-4E9E-AE48-B591-87A33B8A0274}"/>
                </a:ext>
              </a:extLst>
            </p:cNvPr>
            <p:cNvSpPr>
              <a:spLocks noGrp="1"/>
            </p:cNvSpPr>
            <p:nvPr/>
          </p:nvSpPr>
          <p:spPr>
            <a:xfrm>
              <a:off x="16060639" y="3404567"/>
              <a:ext cx="6511" cy="30797"/>
            </a:xfrm>
            <a:custGeom>
              <a:avLst/>
              <a:gdLst/>
              <a:ahLst/>
              <a:cxnLst/>
              <a:rect l="0" t="0" r="0" b="0"/>
              <a:pathLst>
                <a:path w="6511" h="30797">
                  <a:moveTo>
                    <a:pt x="0" y="0"/>
                  </a:moveTo>
                  <a:lnTo>
                    <a:pt x="6511" y="3079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0" name="Output_receptor__5479">
              <a:extLst>
                <a:ext uri="{FF2B5EF4-FFF2-40B4-BE49-F238E27FC236}">
                  <a16:creationId xmlns:a16="http://schemas.microsoft.com/office/drawing/2014/main" id="{F35AC2EF-7484-84A9-D47A-48A10EAB0AD8}"/>
                </a:ext>
              </a:extLst>
            </p:cNvPr>
            <p:cNvSpPr>
              <a:spLocks noGrp="1"/>
            </p:cNvSpPr>
            <p:nvPr/>
          </p:nvSpPr>
          <p:spPr>
            <a:xfrm>
              <a:off x="16129461" y="3599144"/>
              <a:ext cx="15375" cy="20979"/>
            </a:xfrm>
            <a:custGeom>
              <a:avLst/>
              <a:gdLst/>
              <a:ahLst/>
              <a:cxnLst/>
              <a:rect l="0" t="0" r="0" b="0"/>
              <a:pathLst>
                <a:path w="15375" h="20979">
                  <a:moveTo>
                    <a:pt x="15375" y="0"/>
                  </a:moveTo>
                  <a:lnTo>
                    <a:pt x="0" y="209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1" name="Output_receptor__5480">
              <a:extLst>
                <a:ext uri="{FF2B5EF4-FFF2-40B4-BE49-F238E27FC236}">
                  <a16:creationId xmlns:a16="http://schemas.microsoft.com/office/drawing/2014/main" id="{F7AC61B4-680E-644B-DE1C-42726C1AC3EB}"/>
                </a:ext>
              </a:extLst>
            </p:cNvPr>
            <p:cNvSpPr>
              <a:spLocks noGrp="1"/>
            </p:cNvSpPr>
            <p:nvPr/>
          </p:nvSpPr>
          <p:spPr>
            <a:xfrm>
              <a:off x="15442789" y="3748398"/>
              <a:ext cx="42883" cy="58450"/>
            </a:xfrm>
            <a:custGeom>
              <a:avLst/>
              <a:gdLst/>
              <a:ahLst/>
              <a:cxnLst/>
              <a:rect l="0" t="0" r="0" b="0"/>
              <a:pathLst>
                <a:path w="42883" h="58450">
                  <a:moveTo>
                    <a:pt x="42883" y="0"/>
                  </a:moveTo>
                  <a:lnTo>
                    <a:pt x="0" y="5845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2" name="Output_receptor__5481">
              <a:extLst>
                <a:ext uri="{FF2B5EF4-FFF2-40B4-BE49-F238E27FC236}">
                  <a16:creationId xmlns:a16="http://schemas.microsoft.com/office/drawing/2014/main" id="{EC707CF1-0BE4-D585-BCE3-06C6CB0A5234}"/>
                </a:ext>
              </a:extLst>
            </p:cNvPr>
            <p:cNvSpPr>
              <a:spLocks noGrp="1"/>
            </p:cNvSpPr>
            <p:nvPr/>
          </p:nvSpPr>
          <p:spPr>
            <a:xfrm>
              <a:off x="15429519" y="3703530"/>
              <a:ext cx="56153" cy="44868"/>
            </a:xfrm>
            <a:custGeom>
              <a:avLst/>
              <a:gdLst/>
              <a:ahLst/>
              <a:cxnLst/>
              <a:rect l="0" t="0" r="0" b="0"/>
              <a:pathLst>
                <a:path w="56153" h="44868">
                  <a:moveTo>
                    <a:pt x="0" y="0"/>
                  </a:moveTo>
                  <a:lnTo>
                    <a:pt x="56153" y="44868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3" name="Output_receptor__5482">
              <a:extLst>
                <a:ext uri="{FF2B5EF4-FFF2-40B4-BE49-F238E27FC236}">
                  <a16:creationId xmlns:a16="http://schemas.microsoft.com/office/drawing/2014/main" id="{8F9F4566-99AA-2825-B76F-B9181230DA68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34492"/>
              <a:ext cx="57972" cy="37350"/>
            </a:xfrm>
            <a:custGeom>
              <a:avLst/>
              <a:gdLst/>
              <a:ahLst/>
              <a:cxnLst/>
              <a:rect l="0" t="0" r="0" b="0"/>
              <a:pathLst>
                <a:path w="57972" h="37350">
                  <a:moveTo>
                    <a:pt x="0" y="37350"/>
                  </a:moveTo>
                  <a:lnTo>
                    <a:pt x="5797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4" name="Output_receptor__5483">
              <a:extLst>
                <a:ext uri="{FF2B5EF4-FFF2-40B4-BE49-F238E27FC236}">
                  <a16:creationId xmlns:a16="http://schemas.microsoft.com/office/drawing/2014/main" id="{6EE2F0AA-BA3E-EB0A-80C4-545006D6AC02}"/>
                </a:ext>
              </a:extLst>
            </p:cNvPr>
            <p:cNvSpPr>
              <a:spLocks noGrp="1"/>
            </p:cNvSpPr>
            <p:nvPr/>
          </p:nvSpPr>
          <p:spPr>
            <a:xfrm>
              <a:off x="15682747" y="3065641"/>
              <a:ext cx="62816" cy="15979"/>
            </a:xfrm>
            <a:custGeom>
              <a:avLst/>
              <a:gdLst/>
              <a:ahLst/>
              <a:cxnLst/>
              <a:rect l="0" t="0" r="0" b="0"/>
              <a:pathLst>
                <a:path w="62816" h="15979">
                  <a:moveTo>
                    <a:pt x="62816" y="159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5" name="Output_receptor__5484">
              <a:extLst>
                <a:ext uri="{FF2B5EF4-FFF2-40B4-BE49-F238E27FC236}">
                  <a16:creationId xmlns:a16="http://schemas.microsoft.com/office/drawing/2014/main" id="{2E5EA786-1488-F84E-F3F6-473F62BD2DB8}"/>
                </a:ext>
              </a:extLst>
            </p:cNvPr>
            <p:cNvSpPr>
              <a:spLocks noGrp="1"/>
            </p:cNvSpPr>
            <p:nvPr/>
          </p:nvSpPr>
          <p:spPr>
            <a:xfrm>
              <a:off x="16186676" y="2436826"/>
              <a:ext cx="60877" cy="38535"/>
            </a:xfrm>
            <a:custGeom>
              <a:avLst/>
              <a:gdLst/>
              <a:ahLst/>
              <a:cxnLst/>
              <a:rect l="0" t="0" r="0" b="0"/>
              <a:pathLst>
                <a:path w="60877" h="38535">
                  <a:moveTo>
                    <a:pt x="60877" y="0"/>
                  </a:moveTo>
                  <a:lnTo>
                    <a:pt x="0" y="3853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6" name="Output_receptor__5485">
              <a:extLst>
                <a:ext uri="{FF2B5EF4-FFF2-40B4-BE49-F238E27FC236}">
                  <a16:creationId xmlns:a16="http://schemas.microsoft.com/office/drawing/2014/main" id="{D8F646B7-9839-A19A-213A-23C3D6092455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791263"/>
              <a:ext cx="25247" cy="49948"/>
            </a:xfrm>
            <a:custGeom>
              <a:avLst/>
              <a:gdLst/>
              <a:ahLst/>
              <a:cxnLst/>
              <a:rect l="0" t="0" r="0" b="0"/>
              <a:pathLst>
                <a:path w="25247" h="49948">
                  <a:moveTo>
                    <a:pt x="25247" y="0"/>
                  </a:moveTo>
                  <a:lnTo>
                    <a:pt x="0" y="4994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7" name="Output_receptor__5486">
              <a:extLst>
                <a:ext uri="{FF2B5EF4-FFF2-40B4-BE49-F238E27FC236}">
                  <a16:creationId xmlns:a16="http://schemas.microsoft.com/office/drawing/2014/main" id="{48E27510-FD00-6E0F-9E00-80E637FF2676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91865"/>
              <a:ext cx="63606" cy="10796"/>
            </a:xfrm>
            <a:custGeom>
              <a:avLst/>
              <a:gdLst/>
              <a:ahLst/>
              <a:cxnLst/>
              <a:rect l="0" t="0" r="0" b="0"/>
              <a:pathLst>
                <a:path w="63606" h="10796">
                  <a:moveTo>
                    <a:pt x="63606" y="107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8" name="Output_receptor__5487">
              <a:extLst>
                <a:ext uri="{FF2B5EF4-FFF2-40B4-BE49-F238E27FC236}">
                  <a16:creationId xmlns:a16="http://schemas.microsoft.com/office/drawing/2014/main" id="{09039326-5DA2-B3A9-CC11-62DE80DF3A4A}"/>
                </a:ext>
              </a:extLst>
            </p:cNvPr>
            <p:cNvSpPr>
              <a:spLocks noGrp="1"/>
            </p:cNvSpPr>
            <p:nvPr/>
          </p:nvSpPr>
          <p:spPr>
            <a:xfrm>
              <a:off x="16226428" y="2730939"/>
              <a:ext cx="2641" cy="70325"/>
            </a:xfrm>
            <a:custGeom>
              <a:avLst/>
              <a:gdLst/>
              <a:ahLst/>
              <a:cxnLst/>
              <a:rect l="0" t="0" r="0" b="0"/>
              <a:pathLst>
                <a:path w="2641" h="70325">
                  <a:moveTo>
                    <a:pt x="0" y="70325"/>
                  </a:moveTo>
                  <a:lnTo>
                    <a:pt x="2641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9" name="Output_receptor__5488">
              <a:extLst>
                <a:ext uri="{FF2B5EF4-FFF2-40B4-BE49-F238E27FC236}">
                  <a16:creationId xmlns:a16="http://schemas.microsoft.com/office/drawing/2014/main" id="{94A4D2A8-064F-E8A0-21B7-BFE5E8FF7AF8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841211"/>
              <a:ext cx="95" cy="52407"/>
            </a:xfrm>
            <a:custGeom>
              <a:avLst/>
              <a:gdLst/>
              <a:ahLst/>
              <a:cxnLst/>
              <a:rect l="0" t="0" r="0" b="0"/>
              <a:pathLst>
                <a:path w="95" h="52407">
                  <a:moveTo>
                    <a:pt x="0" y="0"/>
                  </a:moveTo>
                  <a:lnTo>
                    <a:pt x="32" y="5240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0" name="Output_receptor__5489">
              <a:extLst>
                <a:ext uri="{FF2B5EF4-FFF2-40B4-BE49-F238E27FC236}">
                  <a16:creationId xmlns:a16="http://schemas.microsoft.com/office/drawing/2014/main" id="{60880027-91F5-8CE9-EA29-3BC08B1710C1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70051"/>
              <a:ext cx="1683" cy="27926"/>
            </a:xfrm>
            <a:custGeom>
              <a:avLst/>
              <a:gdLst/>
              <a:ahLst/>
              <a:cxnLst/>
              <a:rect l="0" t="0" r="0" b="0"/>
              <a:pathLst>
                <a:path w="1683" h="27926">
                  <a:moveTo>
                    <a:pt x="0" y="27926"/>
                  </a:moveTo>
                  <a:lnTo>
                    <a:pt x="168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1" name="Output_receptor__5490">
              <a:extLst>
                <a:ext uri="{FF2B5EF4-FFF2-40B4-BE49-F238E27FC236}">
                  <a16:creationId xmlns:a16="http://schemas.microsoft.com/office/drawing/2014/main" id="{AFEE9791-71B2-96C8-7E34-B3BE52C86F2C}"/>
                </a:ext>
              </a:extLst>
            </p:cNvPr>
            <p:cNvSpPr>
              <a:spLocks noGrp="1"/>
            </p:cNvSpPr>
            <p:nvPr/>
          </p:nvSpPr>
          <p:spPr>
            <a:xfrm>
              <a:off x="15507889" y="3158293"/>
              <a:ext cx="29166" cy="40429"/>
            </a:xfrm>
            <a:custGeom>
              <a:avLst/>
              <a:gdLst/>
              <a:ahLst/>
              <a:cxnLst/>
              <a:rect l="0" t="0" r="0" b="0"/>
              <a:pathLst>
                <a:path w="29166" h="40429">
                  <a:moveTo>
                    <a:pt x="29166" y="0"/>
                  </a:moveTo>
                  <a:lnTo>
                    <a:pt x="0" y="404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2" name="Output_receptor__5491">
              <a:extLst>
                <a:ext uri="{FF2B5EF4-FFF2-40B4-BE49-F238E27FC236}">
                  <a16:creationId xmlns:a16="http://schemas.microsoft.com/office/drawing/2014/main" id="{9EA53BFE-CA62-4F5C-C086-B39499DA3DCD}"/>
                </a:ext>
              </a:extLst>
            </p:cNvPr>
            <p:cNvSpPr>
              <a:spLocks noGrp="1"/>
            </p:cNvSpPr>
            <p:nvPr/>
          </p:nvSpPr>
          <p:spPr>
            <a:xfrm>
              <a:off x="15590080" y="2558233"/>
              <a:ext cx="10556" cy="35607"/>
            </a:xfrm>
            <a:custGeom>
              <a:avLst/>
              <a:gdLst/>
              <a:ahLst/>
              <a:cxnLst/>
              <a:rect l="0" t="0" r="0" b="0"/>
              <a:pathLst>
                <a:path w="10556" h="35607">
                  <a:moveTo>
                    <a:pt x="0" y="35607"/>
                  </a:moveTo>
                  <a:lnTo>
                    <a:pt x="1055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3" name="Output_receptor__5492">
              <a:extLst>
                <a:ext uri="{FF2B5EF4-FFF2-40B4-BE49-F238E27FC236}">
                  <a16:creationId xmlns:a16="http://schemas.microsoft.com/office/drawing/2014/main" id="{35790A9A-B23B-CC2C-64A8-747579F8122B}"/>
                </a:ext>
              </a:extLst>
            </p:cNvPr>
            <p:cNvSpPr>
              <a:spLocks noGrp="1"/>
            </p:cNvSpPr>
            <p:nvPr/>
          </p:nvSpPr>
          <p:spPr>
            <a:xfrm>
              <a:off x="15437872" y="2734462"/>
              <a:ext cx="53808" cy="3340"/>
            </a:xfrm>
            <a:custGeom>
              <a:avLst/>
              <a:gdLst/>
              <a:ahLst/>
              <a:cxnLst/>
              <a:rect l="0" t="0" r="0" b="0"/>
              <a:pathLst>
                <a:path w="53808" h="3340">
                  <a:moveTo>
                    <a:pt x="0" y="3340"/>
                  </a:moveTo>
                  <a:lnTo>
                    <a:pt x="5380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4" name="Output_receptor__5493">
              <a:extLst>
                <a:ext uri="{FF2B5EF4-FFF2-40B4-BE49-F238E27FC236}">
                  <a16:creationId xmlns:a16="http://schemas.microsoft.com/office/drawing/2014/main" id="{730E1AA4-226D-8D72-9397-97A3B9BD88B2}"/>
                </a:ext>
              </a:extLst>
            </p:cNvPr>
            <p:cNvSpPr>
              <a:spLocks noGrp="1"/>
            </p:cNvSpPr>
            <p:nvPr/>
          </p:nvSpPr>
          <p:spPr>
            <a:xfrm>
              <a:off x="16062065" y="2277473"/>
              <a:ext cx="12282" cy="71141"/>
            </a:xfrm>
            <a:custGeom>
              <a:avLst/>
              <a:gdLst/>
              <a:ahLst/>
              <a:cxnLst/>
              <a:rect l="0" t="0" r="0" b="0"/>
              <a:pathLst>
                <a:path w="12282" h="71141">
                  <a:moveTo>
                    <a:pt x="0" y="71141"/>
                  </a:moveTo>
                  <a:lnTo>
                    <a:pt x="1228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5" name="Output_receptor__5494">
              <a:extLst>
                <a:ext uri="{FF2B5EF4-FFF2-40B4-BE49-F238E27FC236}">
                  <a16:creationId xmlns:a16="http://schemas.microsoft.com/office/drawing/2014/main" id="{4C2DE7B0-E320-60CA-484E-2F2E9A13324D}"/>
                </a:ext>
              </a:extLst>
            </p:cNvPr>
            <p:cNvSpPr>
              <a:spLocks noGrp="1"/>
            </p:cNvSpPr>
            <p:nvPr/>
          </p:nvSpPr>
          <p:spPr>
            <a:xfrm>
              <a:off x="15983519" y="3318434"/>
              <a:ext cx="69047" cy="3260"/>
            </a:xfrm>
            <a:custGeom>
              <a:avLst/>
              <a:gdLst/>
              <a:ahLst/>
              <a:cxnLst/>
              <a:rect l="0" t="0" r="0" b="0"/>
              <a:pathLst>
                <a:path w="69047" h="3260">
                  <a:moveTo>
                    <a:pt x="0" y="3260"/>
                  </a:moveTo>
                  <a:lnTo>
                    <a:pt x="6904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6" name="Output_receptor__5495">
              <a:extLst>
                <a:ext uri="{FF2B5EF4-FFF2-40B4-BE49-F238E27FC236}">
                  <a16:creationId xmlns:a16="http://schemas.microsoft.com/office/drawing/2014/main" id="{E1C17139-568D-1E9A-E9A0-A76AB4FFE45E}"/>
                </a:ext>
              </a:extLst>
            </p:cNvPr>
            <p:cNvSpPr>
              <a:spLocks noGrp="1"/>
            </p:cNvSpPr>
            <p:nvPr/>
          </p:nvSpPr>
          <p:spPr>
            <a:xfrm>
              <a:off x="15944035" y="2766746"/>
              <a:ext cx="45505" cy="49015"/>
            </a:xfrm>
            <a:custGeom>
              <a:avLst/>
              <a:gdLst/>
              <a:ahLst/>
              <a:cxnLst/>
              <a:rect l="0" t="0" r="0" b="0"/>
              <a:pathLst>
                <a:path w="45505" h="49015">
                  <a:moveTo>
                    <a:pt x="45505" y="49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7" name="Output_receptor__5496">
              <a:extLst>
                <a:ext uri="{FF2B5EF4-FFF2-40B4-BE49-F238E27FC236}">
                  <a16:creationId xmlns:a16="http://schemas.microsoft.com/office/drawing/2014/main" id="{51410695-6A4D-6A50-00DB-304D1640133B}"/>
                </a:ext>
              </a:extLst>
            </p:cNvPr>
            <p:cNvSpPr>
              <a:spLocks noGrp="1"/>
            </p:cNvSpPr>
            <p:nvPr/>
          </p:nvSpPr>
          <p:spPr>
            <a:xfrm>
              <a:off x="15575014" y="3037746"/>
              <a:ext cx="8856" cy="72454"/>
            </a:xfrm>
            <a:custGeom>
              <a:avLst/>
              <a:gdLst/>
              <a:ahLst/>
              <a:cxnLst/>
              <a:rect l="0" t="0" r="0" b="0"/>
              <a:pathLst>
                <a:path w="8856" h="72454">
                  <a:moveTo>
                    <a:pt x="0" y="0"/>
                  </a:moveTo>
                  <a:lnTo>
                    <a:pt x="8856" y="7245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8" name="Output_receptor__5497">
              <a:extLst>
                <a:ext uri="{FF2B5EF4-FFF2-40B4-BE49-F238E27FC236}">
                  <a16:creationId xmlns:a16="http://schemas.microsoft.com/office/drawing/2014/main" id="{E45DAABD-ED07-8AB3-771B-44DC3653A0DF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60502"/>
              <a:ext cx="17037" cy="16401"/>
            </a:xfrm>
            <a:custGeom>
              <a:avLst/>
              <a:gdLst/>
              <a:ahLst/>
              <a:cxnLst/>
              <a:rect l="0" t="0" r="0" b="0"/>
              <a:pathLst>
                <a:path w="17037" h="16401">
                  <a:moveTo>
                    <a:pt x="17037" y="0"/>
                  </a:moveTo>
                  <a:lnTo>
                    <a:pt x="0" y="1640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9" name="Output_receptor__5498">
              <a:extLst>
                <a:ext uri="{FF2B5EF4-FFF2-40B4-BE49-F238E27FC236}">
                  <a16:creationId xmlns:a16="http://schemas.microsoft.com/office/drawing/2014/main" id="{1D516BDB-C076-529F-E752-AD31D0A2BD50}"/>
                </a:ext>
              </a:extLst>
            </p:cNvPr>
            <p:cNvSpPr>
              <a:spLocks noGrp="1"/>
            </p:cNvSpPr>
            <p:nvPr/>
          </p:nvSpPr>
          <p:spPr>
            <a:xfrm>
              <a:off x="16195508" y="3716092"/>
              <a:ext cx="21311" cy="40445"/>
            </a:xfrm>
            <a:custGeom>
              <a:avLst/>
              <a:gdLst/>
              <a:ahLst/>
              <a:cxnLst/>
              <a:rect l="0" t="0" r="0" b="0"/>
              <a:pathLst>
                <a:path w="21311" h="40445">
                  <a:moveTo>
                    <a:pt x="21311" y="0"/>
                  </a:moveTo>
                  <a:lnTo>
                    <a:pt x="0" y="4044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0" name="Output_receptor__5499">
              <a:extLst>
                <a:ext uri="{FF2B5EF4-FFF2-40B4-BE49-F238E27FC236}">
                  <a16:creationId xmlns:a16="http://schemas.microsoft.com/office/drawing/2014/main" id="{692F89CA-F738-132B-EEC7-B8003DE5E9D9}"/>
                </a:ext>
              </a:extLst>
            </p:cNvPr>
            <p:cNvSpPr>
              <a:spLocks noGrp="1"/>
            </p:cNvSpPr>
            <p:nvPr/>
          </p:nvSpPr>
          <p:spPr>
            <a:xfrm>
              <a:off x="15623582" y="3548418"/>
              <a:ext cx="1601" cy="9016"/>
            </a:xfrm>
            <a:custGeom>
              <a:avLst/>
              <a:gdLst/>
              <a:ahLst/>
              <a:cxnLst/>
              <a:rect l="0" t="0" r="0" b="0"/>
              <a:pathLst>
                <a:path w="1601" h="9016">
                  <a:moveTo>
                    <a:pt x="1601" y="0"/>
                  </a:moveTo>
                  <a:lnTo>
                    <a:pt x="0" y="90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1" name="Output_receptor__5500">
              <a:extLst>
                <a:ext uri="{FF2B5EF4-FFF2-40B4-BE49-F238E27FC236}">
                  <a16:creationId xmlns:a16="http://schemas.microsoft.com/office/drawing/2014/main" id="{38A88181-0120-F64C-EE2B-12BB65D5CF15}"/>
                </a:ext>
              </a:extLst>
            </p:cNvPr>
            <p:cNvSpPr>
              <a:spLocks noGrp="1"/>
            </p:cNvSpPr>
            <p:nvPr/>
          </p:nvSpPr>
          <p:spPr>
            <a:xfrm>
              <a:off x="15954015" y="2332827"/>
              <a:ext cx="20042" cy="54829"/>
            </a:xfrm>
            <a:custGeom>
              <a:avLst/>
              <a:gdLst/>
              <a:ahLst/>
              <a:cxnLst/>
              <a:rect l="0" t="0" r="0" b="0"/>
              <a:pathLst>
                <a:path w="20042" h="54829">
                  <a:moveTo>
                    <a:pt x="0" y="54829"/>
                  </a:moveTo>
                  <a:lnTo>
                    <a:pt x="2004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2" name="Output_receptor__5501">
              <a:extLst>
                <a:ext uri="{FF2B5EF4-FFF2-40B4-BE49-F238E27FC236}">
                  <a16:creationId xmlns:a16="http://schemas.microsoft.com/office/drawing/2014/main" id="{0E87BF05-5535-CC03-D95B-D4069B948F82}"/>
                </a:ext>
              </a:extLst>
            </p:cNvPr>
            <p:cNvSpPr>
              <a:spLocks noGrp="1"/>
            </p:cNvSpPr>
            <p:nvPr/>
          </p:nvSpPr>
          <p:spPr>
            <a:xfrm>
              <a:off x="15173716" y="3065990"/>
              <a:ext cx="20557" cy="38292"/>
            </a:xfrm>
            <a:custGeom>
              <a:avLst/>
              <a:gdLst/>
              <a:ahLst/>
              <a:cxnLst/>
              <a:rect l="0" t="0" r="0" b="0"/>
              <a:pathLst>
                <a:path w="20557" h="38292">
                  <a:moveTo>
                    <a:pt x="20557" y="0"/>
                  </a:moveTo>
                  <a:lnTo>
                    <a:pt x="0" y="38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3" name="Output_receptor__5502">
              <a:extLst>
                <a:ext uri="{FF2B5EF4-FFF2-40B4-BE49-F238E27FC236}">
                  <a16:creationId xmlns:a16="http://schemas.microsoft.com/office/drawing/2014/main" id="{1CD7D733-407A-7FAA-0EB7-38122C85DC7F}"/>
                </a:ext>
              </a:extLst>
            </p:cNvPr>
            <p:cNvSpPr>
              <a:spLocks noGrp="1"/>
            </p:cNvSpPr>
            <p:nvPr/>
          </p:nvSpPr>
          <p:spPr>
            <a:xfrm>
              <a:off x="16314596" y="3544665"/>
              <a:ext cx="10104" cy="62141"/>
            </a:xfrm>
            <a:custGeom>
              <a:avLst/>
              <a:gdLst/>
              <a:ahLst/>
              <a:cxnLst/>
              <a:rect l="0" t="0" r="0" b="0"/>
              <a:pathLst>
                <a:path w="10104" h="62141">
                  <a:moveTo>
                    <a:pt x="10104" y="621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4" name="Output_receptor__5503">
              <a:extLst>
                <a:ext uri="{FF2B5EF4-FFF2-40B4-BE49-F238E27FC236}">
                  <a16:creationId xmlns:a16="http://schemas.microsoft.com/office/drawing/2014/main" id="{B9806388-E77A-B48D-2C88-A84143FD18B2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79168"/>
              <a:ext cx="62756" cy="30613"/>
            </a:xfrm>
            <a:custGeom>
              <a:avLst/>
              <a:gdLst/>
              <a:ahLst/>
              <a:cxnLst/>
              <a:rect l="0" t="0" r="0" b="0"/>
              <a:pathLst>
                <a:path w="62756" h="30613">
                  <a:moveTo>
                    <a:pt x="62756" y="306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5" name="Output_receptor__5504">
              <a:extLst>
                <a:ext uri="{FF2B5EF4-FFF2-40B4-BE49-F238E27FC236}">
                  <a16:creationId xmlns:a16="http://schemas.microsoft.com/office/drawing/2014/main" id="{A6F6B9BE-8C61-36A3-96C4-A4EB688D9511}"/>
                </a:ext>
              </a:extLst>
            </p:cNvPr>
            <p:cNvSpPr>
              <a:spLocks noGrp="1"/>
            </p:cNvSpPr>
            <p:nvPr/>
          </p:nvSpPr>
          <p:spPr>
            <a:xfrm>
              <a:off x="15356526" y="3204909"/>
              <a:ext cx="51305" cy="20302"/>
            </a:xfrm>
            <a:custGeom>
              <a:avLst/>
              <a:gdLst/>
              <a:ahLst/>
              <a:cxnLst/>
              <a:rect l="0" t="0" r="0" b="0"/>
              <a:pathLst>
                <a:path w="51305" h="20302">
                  <a:moveTo>
                    <a:pt x="0" y="20302"/>
                  </a:moveTo>
                  <a:lnTo>
                    <a:pt x="51305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6" name="Output_receptor__5505">
              <a:extLst>
                <a:ext uri="{FF2B5EF4-FFF2-40B4-BE49-F238E27FC236}">
                  <a16:creationId xmlns:a16="http://schemas.microsoft.com/office/drawing/2014/main" id="{AA787042-9216-76B8-FD11-678C3F5E6E82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34725"/>
              <a:ext cx="21912" cy="7087"/>
            </a:xfrm>
            <a:custGeom>
              <a:avLst/>
              <a:gdLst/>
              <a:ahLst/>
              <a:cxnLst/>
              <a:rect l="0" t="0" r="0" b="0"/>
              <a:pathLst>
                <a:path w="21912" h="7087">
                  <a:moveTo>
                    <a:pt x="0" y="0"/>
                  </a:moveTo>
                  <a:lnTo>
                    <a:pt x="21912" y="708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7" name="Output_receptor__5506">
              <a:extLst>
                <a:ext uri="{FF2B5EF4-FFF2-40B4-BE49-F238E27FC236}">
                  <a16:creationId xmlns:a16="http://schemas.microsoft.com/office/drawing/2014/main" id="{208EB0FB-87BD-44D1-5EBA-91A698F805D4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387656"/>
              <a:ext cx="56414" cy="31597"/>
            </a:xfrm>
            <a:custGeom>
              <a:avLst/>
              <a:gdLst/>
              <a:ahLst/>
              <a:cxnLst/>
              <a:rect l="0" t="0" r="0" b="0"/>
              <a:pathLst>
                <a:path w="56414" h="31597">
                  <a:moveTo>
                    <a:pt x="0" y="31597"/>
                  </a:moveTo>
                  <a:lnTo>
                    <a:pt x="5641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8" name="Output_receptor__5507">
              <a:extLst>
                <a:ext uri="{FF2B5EF4-FFF2-40B4-BE49-F238E27FC236}">
                  <a16:creationId xmlns:a16="http://schemas.microsoft.com/office/drawing/2014/main" id="{302BA0B0-DA85-C22B-C8B3-AE369ECF624D}"/>
                </a:ext>
              </a:extLst>
            </p:cNvPr>
            <p:cNvSpPr>
              <a:spLocks noGrp="1"/>
            </p:cNvSpPr>
            <p:nvPr/>
          </p:nvSpPr>
          <p:spPr>
            <a:xfrm>
              <a:off x="15884620" y="2835375"/>
              <a:ext cx="19529" cy="14988"/>
            </a:xfrm>
            <a:custGeom>
              <a:avLst/>
              <a:gdLst/>
              <a:ahLst/>
              <a:cxnLst/>
              <a:rect l="0" t="0" r="0" b="0"/>
              <a:pathLst>
                <a:path w="19529" h="14988">
                  <a:moveTo>
                    <a:pt x="19529" y="149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9" name="Output_receptor__5508">
              <a:extLst>
                <a:ext uri="{FF2B5EF4-FFF2-40B4-BE49-F238E27FC236}">
                  <a16:creationId xmlns:a16="http://schemas.microsoft.com/office/drawing/2014/main" id="{F65A3BE2-0DBF-8CFB-6E9B-C5CBC4F6D01A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72480"/>
              <a:ext cx="6885" cy="65516"/>
            </a:xfrm>
            <a:custGeom>
              <a:avLst/>
              <a:gdLst/>
              <a:ahLst/>
              <a:cxnLst/>
              <a:rect l="0" t="0" r="0" b="0"/>
              <a:pathLst>
                <a:path w="6885" h="65516">
                  <a:moveTo>
                    <a:pt x="6885" y="65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0" name="Output_receptor__5509">
              <a:extLst>
                <a:ext uri="{FF2B5EF4-FFF2-40B4-BE49-F238E27FC236}">
                  <a16:creationId xmlns:a16="http://schemas.microsoft.com/office/drawing/2014/main" id="{586E6196-98A4-27C7-98B7-9FF3D5854D5E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65322"/>
              <a:ext cx="10964" cy="8285"/>
            </a:xfrm>
            <a:custGeom>
              <a:avLst/>
              <a:gdLst/>
              <a:ahLst/>
              <a:cxnLst/>
              <a:rect l="0" t="0" r="0" b="0"/>
              <a:pathLst>
                <a:path w="10964" h="8285">
                  <a:moveTo>
                    <a:pt x="10964" y="0"/>
                  </a:moveTo>
                  <a:lnTo>
                    <a:pt x="0" y="82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1" name="Output_receptor__5510">
              <a:extLst>
                <a:ext uri="{FF2B5EF4-FFF2-40B4-BE49-F238E27FC236}">
                  <a16:creationId xmlns:a16="http://schemas.microsoft.com/office/drawing/2014/main" id="{00B02A2E-7047-1BF4-2907-1CC12CAD59E1}"/>
                </a:ext>
              </a:extLst>
            </p:cNvPr>
            <p:cNvSpPr>
              <a:spLocks noGrp="1"/>
            </p:cNvSpPr>
            <p:nvPr/>
          </p:nvSpPr>
          <p:spPr>
            <a:xfrm>
              <a:off x="15067692" y="3144444"/>
              <a:ext cx="41971" cy="2938"/>
            </a:xfrm>
            <a:custGeom>
              <a:avLst/>
              <a:gdLst/>
              <a:ahLst/>
              <a:cxnLst/>
              <a:rect l="0" t="0" r="0" b="0"/>
              <a:pathLst>
                <a:path w="41971" h="2938">
                  <a:moveTo>
                    <a:pt x="41971" y="2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2" name="Output_receptor__5511">
              <a:extLst>
                <a:ext uri="{FF2B5EF4-FFF2-40B4-BE49-F238E27FC236}">
                  <a16:creationId xmlns:a16="http://schemas.microsoft.com/office/drawing/2014/main" id="{39CAC293-FA64-3A74-F602-192BAB4E69D1}"/>
                </a:ext>
              </a:extLst>
            </p:cNvPr>
            <p:cNvSpPr>
              <a:spLocks noGrp="1"/>
            </p:cNvSpPr>
            <p:nvPr/>
          </p:nvSpPr>
          <p:spPr>
            <a:xfrm>
              <a:off x="15653622" y="3636536"/>
              <a:ext cx="6921" cy="10695"/>
            </a:xfrm>
            <a:custGeom>
              <a:avLst/>
              <a:gdLst/>
              <a:ahLst/>
              <a:cxnLst/>
              <a:rect l="0" t="0" r="0" b="0"/>
              <a:pathLst>
                <a:path w="6921" h="10695">
                  <a:moveTo>
                    <a:pt x="0" y="0"/>
                  </a:moveTo>
                  <a:lnTo>
                    <a:pt x="6921" y="1069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3" name="Output_receptor__5512">
              <a:extLst>
                <a:ext uri="{FF2B5EF4-FFF2-40B4-BE49-F238E27FC236}">
                  <a16:creationId xmlns:a16="http://schemas.microsoft.com/office/drawing/2014/main" id="{BF1759C2-036E-8DE6-485E-E03926FE1C7D}"/>
                </a:ext>
              </a:extLst>
            </p:cNvPr>
            <p:cNvSpPr>
              <a:spLocks noGrp="1"/>
            </p:cNvSpPr>
            <p:nvPr/>
          </p:nvSpPr>
          <p:spPr>
            <a:xfrm>
              <a:off x="15974057" y="2292016"/>
              <a:ext cx="13790" cy="40811"/>
            </a:xfrm>
            <a:custGeom>
              <a:avLst/>
              <a:gdLst/>
              <a:ahLst/>
              <a:cxnLst/>
              <a:rect l="0" t="0" r="0" b="0"/>
              <a:pathLst>
                <a:path w="13790" h="40811">
                  <a:moveTo>
                    <a:pt x="0" y="40811"/>
                  </a:moveTo>
                  <a:lnTo>
                    <a:pt x="1379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4" name="Output_receptor__5513">
              <a:extLst>
                <a:ext uri="{FF2B5EF4-FFF2-40B4-BE49-F238E27FC236}">
                  <a16:creationId xmlns:a16="http://schemas.microsoft.com/office/drawing/2014/main" id="{14C29798-B84C-3152-35EF-5179E65E82BB}"/>
                </a:ext>
              </a:extLst>
            </p:cNvPr>
            <p:cNvSpPr>
              <a:spLocks noGrp="1"/>
            </p:cNvSpPr>
            <p:nvPr/>
          </p:nvSpPr>
          <p:spPr>
            <a:xfrm>
              <a:off x="15491680" y="2693072"/>
              <a:ext cx="53904" cy="41390"/>
            </a:xfrm>
            <a:custGeom>
              <a:avLst/>
              <a:gdLst/>
              <a:ahLst/>
              <a:cxnLst/>
              <a:rect l="0" t="0" r="0" b="0"/>
              <a:pathLst>
                <a:path w="53904" h="41390">
                  <a:moveTo>
                    <a:pt x="0" y="41390"/>
                  </a:moveTo>
                  <a:lnTo>
                    <a:pt x="5390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5" name="Output_receptor__5514">
              <a:extLst>
                <a:ext uri="{FF2B5EF4-FFF2-40B4-BE49-F238E27FC236}">
                  <a16:creationId xmlns:a16="http://schemas.microsoft.com/office/drawing/2014/main" id="{368A7ACE-7D06-BE45-BA4F-679E41AF351B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44818"/>
              <a:ext cx="55717" cy="27661"/>
            </a:xfrm>
            <a:custGeom>
              <a:avLst/>
              <a:gdLst/>
              <a:ahLst/>
              <a:cxnLst/>
              <a:rect l="0" t="0" r="0" b="0"/>
              <a:pathLst>
                <a:path w="55717" h="27661">
                  <a:moveTo>
                    <a:pt x="0" y="27661"/>
                  </a:moveTo>
                  <a:lnTo>
                    <a:pt x="5571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6" name="Output_receptor__5515">
              <a:extLst>
                <a:ext uri="{FF2B5EF4-FFF2-40B4-BE49-F238E27FC236}">
                  <a16:creationId xmlns:a16="http://schemas.microsoft.com/office/drawing/2014/main" id="{6D7111CD-0532-7A90-5BE9-15BC5DE372F7}"/>
                </a:ext>
              </a:extLst>
            </p:cNvPr>
            <p:cNvSpPr>
              <a:spLocks noGrp="1"/>
            </p:cNvSpPr>
            <p:nvPr/>
          </p:nvSpPr>
          <p:spPr>
            <a:xfrm>
              <a:off x="15707489" y="2828750"/>
              <a:ext cx="21320" cy="67827"/>
            </a:xfrm>
            <a:custGeom>
              <a:avLst/>
              <a:gdLst/>
              <a:ahLst/>
              <a:cxnLst/>
              <a:rect l="0" t="0" r="0" b="0"/>
              <a:pathLst>
                <a:path w="21320" h="67827">
                  <a:moveTo>
                    <a:pt x="21320" y="0"/>
                  </a:moveTo>
                  <a:lnTo>
                    <a:pt x="0" y="678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7" name="Output_receptor__5516">
              <a:extLst>
                <a:ext uri="{FF2B5EF4-FFF2-40B4-BE49-F238E27FC236}">
                  <a16:creationId xmlns:a16="http://schemas.microsoft.com/office/drawing/2014/main" id="{1DC830FB-5885-EA58-14D9-04A64E66A80F}"/>
                </a:ext>
              </a:extLst>
            </p:cNvPr>
            <p:cNvSpPr>
              <a:spLocks noGrp="1"/>
            </p:cNvSpPr>
            <p:nvPr/>
          </p:nvSpPr>
          <p:spPr>
            <a:xfrm>
              <a:off x="16229069" y="2717596"/>
              <a:ext cx="52793" cy="13343"/>
            </a:xfrm>
            <a:custGeom>
              <a:avLst/>
              <a:gdLst/>
              <a:ahLst/>
              <a:cxnLst/>
              <a:rect l="0" t="0" r="0" b="0"/>
              <a:pathLst>
                <a:path w="52793" h="13343">
                  <a:moveTo>
                    <a:pt x="0" y="13343"/>
                  </a:moveTo>
                  <a:lnTo>
                    <a:pt x="5279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8" name="Output_receptor__5517">
              <a:extLst>
                <a:ext uri="{FF2B5EF4-FFF2-40B4-BE49-F238E27FC236}">
                  <a16:creationId xmlns:a16="http://schemas.microsoft.com/office/drawing/2014/main" id="{3BF45D76-354A-5F18-A04F-185AD8208CDD}"/>
                </a:ext>
              </a:extLst>
            </p:cNvPr>
            <p:cNvSpPr>
              <a:spLocks noGrp="1"/>
            </p:cNvSpPr>
            <p:nvPr/>
          </p:nvSpPr>
          <p:spPr>
            <a:xfrm>
              <a:off x="15127301" y="2827857"/>
              <a:ext cx="70757" cy="2315"/>
            </a:xfrm>
            <a:custGeom>
              <a:avLst/>
              <a:gdLst/>
              <a:ahLst/>
              <a:cxnLst/>
              <a:rect l="0" t="0" r="0" b="0"/>
              <a:pathLst>
                <a:path w="70757" h="2315">
                  <a:moveTo>
                    <a:pt x="70757" y="0"/>
                  </a:moveTo>
                  <a:lnTo>
                    <a:pt x="0" y="231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9" name="Output_receptor__5518">
              <a:extLst>
                <a:ext uri="{FF2B5EF4-FFF2-40B4-BE49-F238E27FC236}">
                  <a16:creationId xmlns:a16="http://schemas.microsoft.com/office/drawing/2014/main" id="{39231838-B82C-7836-6D67-EC410149976B}"/>
                </a:ext>
              </a:extLst>
            </p:cNvPr>
            <p:cNvSpPr>
              <a:spLocks noGrp="1"/>
            </p:cNvSpPr>
            <p:nvPr/>
          </p:nvSpPr>
          <p:spPr>
            <a:xfrm>
              <a:off x="16167459" y="2242089"/>
              <a:ext cx="8253" cy="57417"/>
            </a:xfrm>
            <a:custGeom>
              <a:avLst/>
              <a:gdLst/>
              <a:ahLst/>
              <a:cxnLst/>
              <a:rect l="0" t="0" r="0" b="0"/>
              <a:pathLst>
                <a:path w="8253" h="57417">
                  <a:moveTo>
                    <a:pt x="0" y="57417"/>
                  </a:moveTo>
                  <a:lnTo>
                    <a:pt x="825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0" name="Output_receptor__5519">
              <a:extLst>
                <a:ext uri="{FF2B5EF4-FFF2-40B4-BE49-F238E27FC236}">
                  <a16:creationId xmlns:a16="http://schemas.microsoft.com/office/drawing/2014/main" id="{50CA201E-6AE8-AC83-1EFD-167F868C6D4A}"/>
                </a:ext>
              </a:extLst>
            </p:cNvPr>
            <p:cNvSpPr>
              <a:spLocks noGrp="1"/>
            </p:cNvSpPr>
            <p:nvPr/>
          </p:nvSpPr>
          <p:spPr>
            <a:xfrm>
              <a:off x="15198057" y="2827857"/>
              <a:ext cx="46242" cy="54117"/>
            </a:xfrm>
            <a:custGeom>
              <a:avLst/>
              <a:gdLst/>
              <a:ahLst/>
              <a:cxnLst/>
              <a:rect l="0" t="0" r="0" b="0"/>
              <a:pathLst>
                <a:path w="46242" h="54117">
                  <a:moveTo>
                    <a:pt x="46242" y="54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1" name="Output_receptor__5520">
              <a:extLst>
                <a:ext uri="{FF2B5EF4-FFF2-40B4-BE49-F238E27FC236}">
                  <a16:creationId xmlns:a16="http://schemas.microsoft.com/office/drawing/2014/main" id="{B93D48A9-A62D-F084-9ECF-1487B5F7AB67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78140"/>
              <a:ext cx="6736" cy="58686"/>
            </a:xfrm>
            <a:custGeom>
              <a:avLst/>
              <a:gdLst/>
              <a:ahLst/>
              <a:cxnLst/>
              <a:rect l="0" t="0" r="0" b="0"/>
              <a:pathLst>
                <a:path w="6736" h="58686">
                  <a:moveTo>
                    <a:pt x="0" y="0"/>
                  </a:moveTo>
                  <a:lnTo>
                    <a:pt x="6736" y="5868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2" name="Output_receptor__5521">
              <a:extLst>
                <a:ext uri="{FF2B5EF4-FFF2-40B4-BE49-F238E27FC236}">
                  <a16:creationId xmlns:a16="http://schemas.microsoft.com/office/drawing/2014/main" id="{38E7C31A-9A81-80E8-BEA1-FD9CC52818D3}"/>
                </a:ext>
              </a:extLst>
            </p:cNvPr>
            <p:cNvSpPr>
              <a:spLocks noGrp="1"/>
            </p:cNvSpPr>
            <p:nvPr/>
          </p:nvSpPr>
          <p:spPr>
            <a:xfrm>
              <a:off x="15968321" y="3008945"/>
              <a:ext cx="57271" cy="9503"/>
            </a:xfrm>
            <a:custGeom>
              <a:avLst/>
              <a:gdLst/>
              <a:ahLst/>
              <a:cxnLst/>
              <a:rect l="0" t="0" r="0" b="0"/>
              <a:pathLst>
                <a:path w="57271" h="9503">
                  <a:moveTo>
                    <a:pt x="0" y="0"/>
                  </a:moveTo>
                  <a:lnTo>
                    <a:pt x="57271" y="95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3" name="Output_receptor__5522">
              <a:extLst>
                <a:ext uri="{FF2B5EF4-FFF2-40B4-BE49-F238E27FC236}">
                  <a16:creationId xmlns:a16="http://schemas.microsoft.com/office/drawing/2014/main" id="{24B3BC8A-0562-281F-83AE-B0A3839FF158}"/>
                </a:ext>
              </a:extLst>
            </p:cNvPr>
            <p:cNvSpPr>
              <a:spLocks noGrp="1"/>
            </p:cNvSpPr>
            <p:nvPr/>
          </p:nvSpPr>
          <p:spPr>
            <a:xfrm>
              <a:off x="16114138" y="2898206"/>
              <a:ext cx="3442" cy="58807"/>
            </a:xfrm>
            <a:custGeom>
              <a:avLst/>
              <a:gdLst/>
              <a:ahLst/>
              <a:cxnLst/>
              <a:rect l="0" t="0" r="0" b="0"/>
              <a:pathLst>
                <a:path w="3442" h="58807">
                  <a:moveTo>
                    <a:pt x="3442" y="0"/>
                  </a:moveTo>
                  <a:lnTo>
                    <a:pt x="0" y="5880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4" name="Output_receptor__5523">
              <a:extLst>
                <a:ext uri="{FF2B5EF4-FFF2-40B4-BE49-F238E27FC236}">
                  <a16:creationId xmlns:a16="http://schemas.microsoft.com/office/drawing/2014/main" id="{E62D5319-E499-04E1-CCBF-70631A222FC3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02660"/>
              <a:ext cx="550" cy="71403"/>
            </a:xfrm>
            <a:custGeom>
              <a:avLst/>
              <a:gdLst/>
              <a:ahLst/>
              <a:cxnLst/>
              <a:rect l="0" t="0" r="0" b="0"/>
              <a:pathLst>
                <a:path w="550" h="71403">
                  <a:moveTo>
                    <a:pt x="0" y="71403"/>
                  </a:moveTo>
                  <a:lnTo>
                    <a:pt x="55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5" name="Output_receptor__5524">
              <a:extLst>
                <a:ext uri="{FF2B5EF4-FFF2-40B4-BE49-F238E27FC236}">
                  <a16:creationId xmlns:a16="http://schemas.microsoft.com/office/drawing/2014/main" id="{4D170DA4-D99A-F4AD-44F8-BD9FFED8D5D6}"/>
                </a:ext>
              </a:extLst>
            </p:cNvPr>
            <p:cNvSpPr>
              <a:spLocks noGrp="1"/>
            </p:cNvSpPr>
            <p:nvPr/>
          </p:nvSpPr>
          <p:spPr>
            <a:xfrm>
              <a:off x="15711538" y="3683759"/>
              <a:ext cx="51089" cy="42085"/>
            </a:xfrm>
            <a:custGeom>
              <a:avLst/>
              <a:gdLst/>
              <a:ahLst/>
              <a:cxnLst/>
              <a:rect l="0" t="0" r="0" b="0"/>
              <a:pathLst>
                <a:path w="51089" h="42085">
                  <a:moveTo>
                    <a:pt x="0" y="42085"/>
                  </a:moveTo>
                  <a:lnTo>
                    <a:pt x="51089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6" name="Output_receptor__5525">
              <a:extLst>
                <a:ext uri="{FF2B5EF4-FFF2-40B4-BE49-F238E27FC236}">
                  <a16:creationId xmlns:a16="http://schemas.microsoft.com/office/drawing/2014/main" id="{6809357C-AA86-0F92-C19B-08049C7AEBF7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3530"/>
              <a:ext cx="30747" cy="35436"/>
            </a:xfrm>
            <a:custGeom>
              <a:avLst/>
              <a:gdLst/>
              <a:ahLst/>
              <a:cxnLst/>
              <a:rect l="0" t="0" r="0" b="0"/>
              <a:pathLst>
                <a:path w="30747" h="35436">
                  <a:moveTo>
                    <a:pt x="0" y="35436"/>
                  </a:moveTo>
                  <a:lnTo>
                    <a:pt x="3074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7" name="Output_receptor__5526">
              <a:extLst>
                <a:ext uri="{FF2B5EF4-FFF2-40B4-BE49-F238E27FC236}">
                  <a16:creationId xmlns:a16="http://schemas.microsoft.com/office/drawing/2014/main" id="{1C19DB48-2FAA-AFC3-D93D-A575B1C847ED}"/>
                </a:ext>
              </a:extLst>
            </p:cNvPr>
            <p:cNvSpPr>
              <a:spLocks noGrp="1"/>
            </p:cNvSpPr>
            <p:nvPr/>
          </p:nvSpPr>
          <p:spPr>
            <a:xfrm>
              <a:off x="15462984" y="3198721"/>
              <a:ext cx="44905" cy="55793"/>
            </a:xfrm>
            <a:custGeom>
              <a:avLst/>
              <a:gdLst/>
              <a:ahLst/>
              <a:cxnLst/>
              <a:rect l="0" t="0" r="0" b="0"/>
              <a:pathLst>
                <a:path w="44905" h="55793">
                  <a:moveTo>
                    <a:pt x="44905" y="0"/>
                  </a:moveTo>
                  <a:lnTo>
                    <a:pt x="0" y="557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8" name="Output_receptor__5527">
              <a:extLst>
                <a:ext uri="{FF2B5EF4-FFF2-40B4-BE49-F238E27FC236}">
                  <a16:creationId xmlns:a16="http://schemas.microsoft.com/office/drawing/2014/main" id="{AD71EB8D-FDF6-9E2D-0140-F87DA577979B}"/>
                </a:ext>
              </a:extLst>
            </p:cNvPr>
            <p:cNvSpPr>
              <a:spLocks noGrp="1"/>
            </p:cNvSpPr>
            <p:nvPr/>
          </p:nvSpPr>
          <p:spPr>
            <a:xfrm>
              <a:off x="16281861" y="2717596"/>
              <a:ext cx="37815" cy="51079"/>
            </a:xfrm>
            <a:custGeom>
              <a:avLst/>
              <a:gdLst/>
              <a:ahLst/>
              <a:cxnLst/>
              <a:rect l="0" t="0" r="0" b="0"/>
              <a:pathLst>
                <a:path w="37815" h="51079">
                  <a:moveTo>
                    <a:pt x="0" y="0"/>
                  </a:moveTo>
                  <a:lnTo>
                    <a:pt x="37815" y="510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9" name="Output_receptor__5528">
              <a:extLst>
                <a:ext uri="{FF2B5EF4-FFF2-40B4-BE49-F238E27FC236}">
                  <a16:creationId xmlns:a16="http://schemas.microsoft.com/office/drawing/2014/main" id="{99CC3AD8-297D-39A5-3B49-069D3EA17B88}"/>
                </a:ext>
              </a:extLst>
            </p:cNvPr>
            <p:cNvSpPr>
              <a:spLocks noGrp="1"/>
            </p:cNvSpPr>
            <p:nvPr/>
          </p:nvSpPr>
          <p:spPr>
            <a:xfrm>
              <a:off x="15545584" y="2693072"/>
              <a:ext cx="57681" cy="5393"/>
            </a:xfrm>
            <a:custGeom>
              <a:avLst/>
              <a:gdLst/>
              <a:ahLst/>
              <a:cxnLst/>
              <a:rect l="0" t="0" r="0" b="0"/>
              <a:pathLst>
                <a:path w="57681" h="5393">
                  <a:moveTo>
                    <a:pt x="0" y="0"/>
                  </a:moveTo>
                  <a:lnTo>
                    <a:pt x="57681" y="53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0" name="Output_receptor__5529">
              <a:extLst>
                <a:ext uri="{FF2B5EF4-FFF2-40B4-BE49-F238E27FC236}">
                  <a16:creationId xmlns:a16="http://schemas.microsoft.com/office/drawing/2014/main" id="{68F26808-E5A9-887F-1F35-3783265F4C98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1393" cy="34792"/>
            </a:xfrm>
            <a:custGeom>
              <a:avLst/>
              <a:gdLst/>
              <a:ahLst/>
              <a:cxnLst/>
              <a:rect l="0" t="0" r="0" b="0"/>
              <a:pathLst>
                <a:path w="51393" h="34792">
                  <a:moveTo>
                    <a:pt x="51393" y="347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1" name="Output_receptor__5530">
              <a:extLst>
                <a:ext uri="{FF2B5EF4-FFF2-40B4-BE49-F238E27FC236}">
                  <a16:creationId xmlns:a16="http://schemas.microsoft.com/office/drawing/2014/main" id="{25FF0F8B-446F-1ED6-A4D7-E57D8D99AD68}"/>
                </a:ext>
              </a:extLst>
            </p:cNvPr>
            <p:cNvSpPr>
              <a:spLocks noGrp="1"/>
            </p:cNvSpPr>
            <p:nvPr/>
          </p:nvSpPr>
          <p:spPr>
            <a:xfrm>
              <a:off x="16143162" y="2299506"/>
              <a:ext cx="24298" cy="37459"/>
            </a:xfrm>
            <a:custGeom>
              <a:avLst/>
              <a:gdLst/>
              <a:ahLst/>
              <a:cxnLst/>
              <a:rect l="0" t="0" r="0" b="0"/>
              <a:pathLst>
                <a:path w="24298" h="37459">
                  <a:moveTo>
                    <a:pt x="0" y="37459"/>
                  </a:moveTo>
                  <a:lnTo>
                    <a:pt x="2429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2" name="Output_receptor__5531">
              <a:extLst>
                <a:ext uri="{FF2B5EF4-FFF2-40B4-BE49-F238E27FC236}">
                  <a16:creationId xmlns:a16="http://schemas.microsoft.com/office/drawing/2014/main" id="{993192E3-069B-3B54-3831-2545AE8F879C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21372" cy="56046"/>
            </a:xfrm>
            <a:custGeom>
              <a:avLst/>
              <a:gdLst/>
              <a:ahLst/>
              <a:cxnLst/>
              <a:rect l="0" t="0" r="0" b="0"/>
              <a:pathLst>
                <a:path w="21372" h="56046">
                  <a:moveTo>
                    <a:pt x="0" y="0"/>
                  </a:moveTo>
                  <a:lnTo>
                    <a:pt x="21372" y="5604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3" name="Output_receptor__5532">
              <a:extLst>
                <a:ext uri="{FF2B5EF4-FFF2-40B4-BE49-F238E27FC236}">
                  <a16:creationId xmlns:a16="http://schemas.microsoft.com/office/drawing/2014/main" id="{5617C7E1-319D-0A5E-88D8-AC4E92A278C8}"/>
                </a:ext>
              </a:extLst>
            </p:cNvPr>
            <p:cNvSpPr>
              <a:spLocks noGrp="1"/>
            </p:cNvSpPr>
            <p:nvPr/>
          </p:nvSpPr>
          <p:spPr>
            <a:xfrm>
              <a:off x="15760615" y="3429056"/>
              <a:ext cx="16207" cy="27127"/>
            </a:xfrm>
            <a:custGeom>
              <a:avLst/>
              <a:gdLst/>
              <a:ahLst/>
              <a:cxnLst/>
              <a:rect l="0" t="0" r="0" b="0"/>
              <a:pathLst>
                <a:path w="16207" h="27127">
                  <a:moveTo>
                    <a:pt x="16207" y="0"/>
                  </a:moveTo>
                  <a:lnTo>
                    <a:pt x="0" y="271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4" name="Output_receptor__5533">
              <a:extLst>
                <a:ext uri="{FF2B5EF4-FFF2-40B4-BE49-F238E27FC236}">
                  <a16:creationId xmlns:a16="http://schemas.microsoft.com/office/drawing/2014/main" id="{B53F67C0-9F76-FEE9-E798-CF7ADF24809E}"/>
                </a:ext>
              </a:extLst>
            </p:cNvPr>
            <p:cNvSpPr>
              <a:spLocks noGrp="1"/>
            </p:cNvSpPr>
            <p:nvPr/>
          </p:nvSpPr>
          <p:spPr>
            <a:xfrm>
              <a:off x="15640716" y="3244818"/>
              <a:ext cx="38867" cy="59956"/>
            </a:xfrm>
            <a:custGeom>
              <a:avLst/>
              <a:gdLst/>
              <a:ahLst/>
              <a:cxnLst/>
              <a:rect l="0" t="0" r="0" b="0"/>
              <a:pathLst>
                <a:path w="38867" h="59956">
                  <a:moveTo>
                    <a:pt x="0" y="0"/>
                  </a:moveTo>
                  <a:lnTo>
                    <a:pt x="38867" y="599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5" name="Output_receptor__5534">
              <a:extLst>
                <a:ext uri="{FF2B5EF4-FFF2-40B4-BE49-F238E27FC236}">
                  <a16:creationId xmlns:a16="http://schemas.microsoft.com/office/drawing/2014/main" id="{2C5324A7-E4D7-60FF-F754-1B45C2974233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24532" cy="49664"/>
            </a:xfrm>
            <a:custGeom>
              <a:avLst/>
              <a:gdLst/>
              <a:ahLst/>
              <a:cxnLst/>
              <a:rect l="0" t="0" r="0" b="0"/>
              <a:pathLst>
                <a:path w="24532" h="49664">
                  <a:moveTo>
                    <a:pt x="24532" y="496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6" name="Output_receptor__5535">
              <a:extLst>
                <a:ext uri="{FF2B5EF4-FFF2-40B4-BE49-F238E27FC236}">
                  <a16:creationId xmlns:a16="http://schemas.microsoft.com/office/drawing/2014/main" id="{ABE13815-A6E6-E507-0423-85BCEF6FE62F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441414"/>
              <a:ext cx="12352" cy="14075"/>
            </a:xfrm>
            <a:custGeom>
              <a:avLst/>
              <a:gdLst/>
              <a:ahLst/>
              <a:cxnLst/>
              <a:rect l="0" t="0" r="0" b="0"/>
              <a:pathLst>
                <a:path w="12352" h="14075">
                  <a:moveTo>
                    <a:pt x="0" y="0"/>
                  </a:moveTo>
                  <a:lnTo>
                    <a:pt x="12352" y="1407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7" name="Output_receptor__5536">
              <a:extLst>
                <a:ext uri="{FF2B5EF4-FFF2-40B4-BE49-F238E27FC236}">
                  <a16:creationId xmlns:a16="http://schemas.microsoft.com/office/drawing/2014/main" id="{5E6AC180-B8E4-2EAB-A106-C966346FBFDC}"/>
                </a:ext>
              </a:extLst>
            </p:cNvPr>
            <p:cNvSpPr>
              <a:spLocks noGrp="1"/>
            </p:cNvSpPr>
            <p:nvPr/>
          </p:nvSpPr>
          <p:spPr>
            <a:xfrm>
              <a:off x="16338982" y="2666965"/>
              <a:ext cx="44639" cy="30029"/>
            </a:xfrm>
            <a:custGeom>
              <a:avLst/>
              <a:gdLst/>
              <a:ahLst/>
              <a:cxnLst/>
              <a:rect l="0" t="0" r="0" b="0"/>
              <a:pathLst>
                <a:path w="44639" h="30029">
                  <a:moveTo>
                    <a:pt x="0" y="0"/>
                  </a:moveTo>
                  <a:lnTo>
                    <a:pt x="44639" y="300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8" name="Output_receptor__5537">
              <a:extLst>
                <a:ext uri="{FF2B5EF4-FFF2-40B4-BE49-F238E27FC236}">
                  <a16:creationId xmlns:a16="http://schemas.microsoft.com/office/drawing/2014/main" id="{B0AC7AAB-8B54-BC73-3DAF-E46B79A89D0F}"/>
                </a:ext>
              </a:extLst>
            </p:cNvPr>
            <p:cNvSpPr>
              <a:spLocks noGrp="1"/>
            </p:cNvSpPr>
            <p:nvPr/>
          </p:nvSpPr>
          <p:spPr>
            <a:xfrm>
              <a:off x="16144835" y="3552554"/>
              <a:ext cx="54896" cy="46591"/>
            </a:xfrm>
            <a:custGeom>
              <a:avLst/>
              <a:gdLst/>
              <a:ahLst/>
              <a:cxnLst/>
              <a:rect l="0" t="0" r="0" b="0"/>
              <a:pathLst>
                <a:path w="54896" h="46591">
                  <a:moveTo>
                    <a:pt x="54896" y="0"/>
                  </a:moveTo>
                  <a:lnTo>
                    <a:pt x="0" y="4659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9" name="Output_receptor__5538">
              <a:extLst>
                <a:ext uri="{FF2B5EF4-FFF2-40B4-BE49-F238E27FC236}">
                  <a16:creationId xmlns:a16="http://schemas.microsoft.com/office/drawing/2014/main" id="{1A7E19B2-BFB2-50A0-81D0-C1B6163C2E2A}"/>
                </a:ext>
              </a:extLst>
            </p:cNvPr>
            <p:cNvSpPr>
              <a:spLocks noGrp="1"/>
            </p:cNvSpPr>
            <p:nvPr/>
          </p:nvSpPr>
          <p:spPr>
            <a:xfrm>
              <a:off x="15518711" y="3037746"/>
              <a:ext cx="56303" cy="1067"/>
            </a:xfrm>
            <a:custGeom>
              <a:avLst/>
              <a:gdLst/>
              <a:ahLst/>
              <a:cxnLst/>
              <a:rect l="0" t="0" r="0" b="0"/>
              <a:pathLst>
                <a:path w="56303" h="1067">
                  <a:moveTo>
                    <a:pt x="0" y="1067"/>
                  </a:moveTo>
                  <a:lnTo>
                    <a:pt x="5630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0" name="Output_receptor__5539">
              <a:extLst>
                <a:ext uri="{FF2B5EF4-FFF2-40B4-BE49-F238E27FC236}">
                  <a16:creationId xmlns:a16="http://schemas.microsoft.com/office/drawing/2014/main" id="{FBEDEBF1-9327-99C3-7A14-ADFC11552325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09276"/>
              <a:ext cx="6603" cy="68864"/>
            </a:xfrm>
            <a:custGeom>
              <a:avLst/>
              <a:gdLst/>
              <a:ahLst/>
              <a:cxnLst/>
              <a:rect l="0" t="0" r="0" b="0"/>
              <a:pathLst>
                <a:path w="6603" h="68864">
                  <a:moveTo>
                    <a:pt x="6603" y="0"/>
                  </a:moveTo>
                  <a:lnTo>
                    <a:pt x="0" y="6886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1" name="Output_receptor__5540">
              <a:extLst>
                <a:ext uri="{FF2B5EF4-FFF2-40B4-BE49-F238E27FC236}">
                  <a16:creationId xmlns:a16="http://schemas.microsoft.com/office/drawing/2014/main" id="{CE010403-56C9-9F1A-3E54-0DD2FFEF8559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71842"/>
              <a:ext cx="33565" cy="44449"/>
            </a:xfrm>
            <a:custGeom>
              <a:avLst/>
              <a:gdLst/>
              <a:ahLst/>
              <a:cxnLst/>
              <a:rect l="0" t="0" r="0" b="0"/>
              <a:pathLst>
                <a:path w="33565" h="44449">
                  <a:moveTo>
                    <a:pt x="33565" y="444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2" name="Output_receptor__5541">
              <a:extLst>
                <a:ext uri="{FF2B5EF4-FFF2-40B4-BE49-F238E27FC236}">
                  <a16:creationId xmlns:a16="http://schemas.microsoft.com/office/drawing/2014/main" id="{AEF095C9-B92A-CD48-7F54-0FEE20E731F9}"/>
                </a:ext>
              </a:extLst>
            </p:cNvPr>
            <p:cNvSpPr>
              <a:spLocks noGrp="1"/>
            </p:cNvSpPr>
            <p:nvPr/>
          </p:nvSpPr>
          <p:spPr>
            <a:xfrm>
              <a:off x="15832571" y="2791263"/>
              <a:ext cx="52049" cy="44111"/>
            </a:xfrm>
            <a:custGeom>
              <a:avLst/>
              <a:gdLst/>
              <a:ahLst/>
              <a:cxnLst/>
              <a:rect l="0" t="0" r="0" b="0"/>
              <a:pathLst>
                <a:path w="52049" h="44111">
                  <a:moveTo>
                    <a:pt x="52049" y="44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3" name="Output_receptor__5542">
              <a:extLst>
                <a:ext uri="{FF2B5EF4-FFF2-40B4-BE49-F238E27FC236}">
                  <a16:creationId xmlns:a16="http://schemas.microsoft.com/office/drawing/2014/main" id="{2AE7DFA6-D4B9-87B5-5630-9A6C85B757B8}"/>
                </a:ext>
              </a:extLst>
            </p:cNvPr>
            <p:cNvSpPr>
              <a:spLocks noGrp="1"/>
            </p:cNvSpPr>
            <p:nvPr/>
          </p:nvSpPr>
          <p:spPr>
            <a:xfrm>
              <a:off x="16030068" y="2345512"/>
              <a:ext cx="31997" cy="3102"/>
            </a:xfrm>
            <a:custGeom>
              <a:avLst/>
              <a:gdLst/>
              <a:ahLst/>
              <a:cxnLst/>
              <a:rect l="0" t="0" r="0" b="0"/>
              <a:pathLst>
                <a:path w="31997" h="3102">
                  <a:moveTo>
                    <a:pt x="0" y="0"/>
                  </a:moveTo>
                  <a:lnTo>
                    <a:pt x="31997" y="310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4" name="Output_receptor__5543">
              <a:extLst>
                <a:ext uri="{FF2B5EF4-FFF2-40B4-BE49-F238E27FC236}">
                  <a16:creationId xmlns:a16="http://schemas.microsoft.com/office/drawing/2014/main" id="{74427F4B-7797-9004-5283-9B9EB69ED718}"/>
                </a:ext>
              </a:extLst>
            </p:cNvPr>
            <p:cNvSpPr>
              <a:spLocks noGrp="1"/>
            </p:cNvSpPr>
            <p:nvPr/>
          </p:nvSpPr>
          <p:spPr>
            <a:xfrm>
              <a:off x="15404133" y="2648076"/>
              <a:ext cx="36866" cy="29831"/>
            </a:xfrm>
            <a:custGeom>
              <a:avLst/>
              <a:gdLst/>
              <a:ahLst/>
              <a:cxnLst/>
              <a:rect l="0" t="0" r="0" b="0"/>
              <a:pathLst>
                <a:path w="36866" h="29831">
                  <a:moveTo>
                    <a:pt x="36866" y="2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5" name="Output_receptor__5544">
              <a:extLst>
                <a:ext uri="{FF2B5EF4-FFF2-40B4-BE49-F238E27FC236}">
                  <a16:creationId xmlns:a16="http://schemas.microsoft.com/office/drawing/2014/main" id="{28C6FEA8-A312-C3B4-2F31-473E0061E45D}"/>
                </a:ext>
              </a:extLst>
            </p:cNvPr>
            <p:cNvSpPr>
              <a:spLocks noGrp="1"/>
            </p:cNvSpPr>
            <p:nvPr/>
          </p:nvSpPr>
          <p:spPr>
            <a:xfrm>
              <a:off x="15244299" y="2856661"/>
              <a:ext cx="63874" cy="25314"/>
            </a:xfrm>
            <a:custGeom>
              <a:avLst/>
              <a:gdLst/>
              <a:ahLst/>
              <a:cxnLst/>
              <a:rect l="0" t="0" r="0" b="0"/>
              <a:pathLst>
                <a:path w="63874" h="25314">
                  <a:moveTo>
                    <a:pt x="63874" y="0"/>
                  </a:moveTo>
                  <a:lnTo>
                    <a:pt x="0" y="25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6" name="Output_receptor__5545">
              <a:extLst>
                <a:ext uri="{FF2B5EF4-FFF2-40B4-BE49-F238E27FC236}">
                  <a16:creationId xmlns:a16="http://schemas.microsoft.com/office/drawing/2014/main" id="{0FFBA9D2-6C7F-3519-D5C6-361432D37D93}"/>
                </a:ext>
              </a:extLst>
            </p:cNvPr>
            <p:cNvSpPr>
              <a:spLocks noGrp="1"/>
            </p:cNvSpPr>
            <p:nvPr/>
          </p:nvSpPr>
          <p:spPr>
            <a:xfrm>
              <a:off x="15399632" y="3564516"/>
              <a:ext cx="36354" cy="45042"/>
            </a:xfrm>
            <a:custGeom>
              <a:avLst/>
              <a:gdLst/>
              <a:ahLst/>
              <a:cxnLst/>
              <a:rect l="0" t="0" r="0" b="0"/>
              <a:pathLst>
                <a:path w="36354" h="45042">
                  <a:moveTo>
                    <a:pt x="36354" y="0"/>
                  </a:moveTo>
                  <a:lnTo>
                    <a:pt x="0" y="4504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7" name="Output_receptor__5546">
              <a:extLst>
                <a:ext uri="{FF2B5EF4-FFF2-40B4-BE49-F238E27FC236}">
                  <a16:creationId xmlns:a16="http://schemas.microsoft.com/office/drawing/2014/main" id="{260E4C66-71F2-D293-AFFE-AD7F96A6D73F}"/>
                </a:ext>
              </a:extLst>
            </p:cNvPr>
            <p:cNvSpPr>
              <a:spLocks noGrp="1"/>
            </p:cNvSpPr>
            <p:nvPr/>
          </p:nvSpPr>
          <p:spPr>
            <a:xfrm>
              <a:off x="15603265" y="2659256"/>
              <a:ext cx="56806" cy="39209"/>
            </a:xfrm>
            <a:custGeom>
              <a:avLst/>
              <a:gdLst/>
              <a:ahLst/>
              <a:cxnLst/>
              <a:rect l="0" t="0" r="0" b="0"/>
              <a:pathLst>
                <a:path w="56806" h="39209">
                  <a:moveTo>
                    <a:pt x="0" y="39209"/>
                  </a:moveTo>
                  <a:lnTo>
                    <a:pt x="5680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8" name="Output_receptor__5547">
              <a:extLst>
                <a:ext uri="{FF2B5EF4-FFF2-40B4-BE49-F238E27FC236}">
                  <a16:creationId xmlns:a16="http://schemas.microsoft.com/office/drawing/2014/main" id="{840315F4-666B-CE60-875D-BE0C170A68E1}"/>
                </a:ext>
              </a:extLst>
            </p:cNvPr>
            <p:cNvSpPr>
              <a:spLocks noGrp="1"/>
            </p:cNvSpPr>
            <p:nvPr/>
          </p:nvSpPr>
          <p:spPr>
            <a:xfrm>
              <a:off x="15116122" y="3060502"/>
              <a:ext cx="57595" cy="43780"/>
            </a:xfrm>
            <a:custGeom>
              <a:avLst/>
              <a:gdLst/>
              <a:ahLst/>
              <a:cxnLst/>
              <a:rect l="0" t="0" r="0" b="0"/>
              <a:pathLst>
                <a:path w="57595" h="43780">
                  <a:moveTo>
                    <a:pt x="57595" y="4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9" name="Output_receptor__5548">
              <a:extLst>
                <a:ext uri="{FF2B5EF4-FFF2-40B4-BE49-F238E27FC236}">
                  <a16:creationId xmlns:a16="http://schemas.microsoft.com/office/drawing/2014/main" id="{080FA48C-8FB6-81EE-5F79-B272A464E883}"/>
                </a:ext>
              </a:extLst>
            </p:cNvPr>
            <p:cNvSpPr>
              <a:spLocks noGrp="1"/>
            </p:cNvSpPr>
            <p:nvPr/>
          </p:nvSpPr>
          <p:spPr>
            <a:xfrm>
              <a:off x="16074346" y="2277473"/>
              <a:ext cx="24366" cy="5728"/>
            </a:xfrm>
            <a:custGeom>
              <a:avLst/>
              <a:gdLst/>
              <a:ahLst/>
              <a:cxnLst/>
              <a:rect l="0" t="0" r="0" b="0"/>
              <a:pathLst>
                <a:path w="24366" h="5728">
                  <a:moveTo>
                    <a:pt x="0" y="0"/>
                  </a:moveTo>
                  <a:lnTo>
                    <a:pt x="24366" y="572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0" name="Output_receptor__5549">
              <a:extLst>
                <a:ext uri="{FF2B5EF4-FFF2-40B4-BE49-F238E27FC236}">
                  <a16:creationId xmlns:a16="http://schemas.microsoft.com/office/drawing/2014/main" id="{2968626C-15A8-C4D1-4301-5F0F0EB264C3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44254" cy="11089"/>
            </a:xfrm>
            <a:custGeom>
              <a:avLst/>
              <a:gdLst/>
              <a:ahLst/>
              <a:cxnLst/>
              <a:rect l="0" t="0" r="0" b="0"/>
              <a:pathLst>
                <a:path w="44254" h="11089">
                  <a:moveTo>
                    <a:pt x="44254" y="110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1" name="Output_receptor__5550">
              <a:extLst>
                <a:ext uri="{FF2B5EF4-FFF2-40B4-BE49-F238E27FC236}">
                  <a16:creationId xmlns:a16="http://schemas.microsoft.com/office/drawing/2014/main" id="{275C7651-4A50-B5BC-999A-95FDA6812E03}"/>
                </a:ext>
              </a:extLst>
            </p:cNvPr>
            <p:cNvSpPr>
              <a:spLocks noGrp="1"/>
            </p:cNvSpPr>
            <p:nvPr/>
          </p:nvSpPr>
          <p:spPr>
            <a:xfrm>
              <a:off x="15435985" y="3512129"/>
              <a:ext cx="3219" cy="52387"/>
            </a:xfrm>
            <a:custGeom>
              <a:avLst/>
              <a:gdLst/>
              <a:ahLst/>
              <a:cxnLst/>
              <a:rect l="0" t="0" r="0" b="0"/>
              <a:pathLst>
                <a:path w="3219" h="52387">
                  <a:moveTo>
                    <a:pt x="3219" y="0"/>
                  </a:moveTo>
                  <a:lnTo>
                    <a:pt x="0" y="5238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2" name="Output_receptor__5551">
              <a:extLst>
                <a:ext uri="{FF2B5EF4-FFF2-40B4-BE49-F238E27FC236}">
                  <a16:creationId xmlns:a16="http://schemas.microsoft.com/office/drawing/2014/main" id="{F794AAE3-3899-2EFC-6D5A-040E57E39AB3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74063"/>
              <a:ext cx="63803" cy="17883"/>
            </a:xfrm>
            <a:custGeom>
              <a:avLst/>
              <a:gdLst/>
              <a:ahLst/>
              <a:cxnLst/>
              <a:rect l="0" t="0" r="0" b="0"/>
              <a:pathLst>
                <a:path w="63803" h="17883">
                  <a:moveTo>
                    <a:pt x="63803" y="1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3" name="Output_receptor__5552">
              <a:extLst>
                <a:ext uri="{FF2B5EF4-FFF2-40B4-BE49-F238E27FC236}">
                  <a16:creationId xmlns:a16="http://schemas.microsoft.com/office/drawing/2014/main" id="{45CBD867-E8D2-F5A3-4251-DA46817C85B0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9" y="3244689"/>
              <a:ext cx="19643" cy="61969"/>
            </a:xfrm>
            <a:custGeom>
              <a:avLst/>
              <a:gdLst/>
              <a:ahLst/>
              <a:cxnLst/>
              <a:rect l="0" t="0" r="0" b="0"/>
              <a:pathLst>
                <a:path w="19643" h="61969">
                  <a:moveTo>
                    <a:pt x="0" y="61969"/>
                  </a:moveTo>
                  <a:lnTo>
                    <a:pt x="1964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4" name="Output_receptor__5553">
              <a:extLst>
                <a:ext uri="{FF2B5EF4-FFF2-40B4-BE49-F238E27FC236}">
                  <a16:creationId xmlns:a16="http://schemas.microsoft.com/office/drawing/2014/main" id="{6970AD00-6BE9-BEDC-7E3A-917EF1B21E4C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86234"/>
              <a:ext cx="29930" cy="35460"/>
            </a:xfrm>
            <a:custGeom>
              <a:avLst/>
              <a:gdLst/>
              <a:ahLst/>
              <a:cxnLst/>
              <a:rect l="0" t="0" r="0" b="0"/>
              <a:pathLst>
                <a:path w="29930" h="35460">
                  <a:moveTo>
                    <a:pt x="0" y="0"/>
                  </a:moveTo>
                  <a:lnTo>
                    <a:pt x="29930" y="3546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5" name="Output_receptor__5554">
              <a:extLst>
                <a:ext uri="{FF2B5EF4-FFF2-40B4-BE49-F238E27FC236}">
                  <a16:creationId xmlns:a16="http://schemas.microsoft.com/office/drawing/2014/main" id="{E04554B6-3D91-A5A4-946A-C00E467613EB}"/>
                </a:ext>
              </a:extLst>
            </p:cNvPr>
            <p:cNvSpPr>
              <a:spLocks noGrp="1"/>
            </p:cNvSpPr>
            <p:nvPr/>
          </p:nvSpPr>
          <p:spPr>
            <a:xfrm>
              <a:off x="16225507" y="2785311"/>
              <a:ext cx="921" cy="15953"/>
            </a:xfrm>
            <a:custGeom>
              <a:avLst/>
              <a:gdLst/>
              <a:ahLst/>
              <a:cxnLst/>
              <a:rect l="0" t="0" r="0" b="0"/>
              <a:pathLst>
                <a:path w="921" h="15953">
                  <a:moveTo>
                    <a:pt x="0" y="0"/>
                  </a:moveTo>
                  <a:lnTo>
                    <a:pt x="921" y="1595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6" name="Output_receptor__5555">
              <a:extLst>
                <a:ext uri="{FF2B5EF4-FFF2-40B4-BE49-F238E27FC236}">
                  <a16:creationId xmlns:a16="http://schemas.microsoft.com/office/drawing/2014/main" id="{2A80E636-38A6-BE18-2E6A-84E4D35F9C29}"/>
                </a:ext>
              </a:extLst>
            </p:cNvPr>
            <p:cNvSpPr>
              <a:spLocks noGrp="1"/>
            </p:cNvSpPr>
            <p:nvPr/>
          </p:nvSpPr>
          <p:spPr>
            <a:xfrm>
              <a:off x="15335949" y="3609559"/>
              <a:ext cx="63683" cy="21790"/>
            </a:xfrm>
            <a:custGeom>
              <a:avLst/>
              <a:gdLst/>
              <a:ahLst/>
              <a:cxnLst/>
              <a:rect l="0" t="0" r="0" b="0"/>
              <a:pathLst>
                <a:path w="63683" h="21790">
                  <a:moveTo>
                    <a:pt x="63683" y="0"/>
                  </a:moveTo>
                  <a:lnTo>
                    <a:pt x="0" y="2179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7" name="Output_receptor__5556">
              <a:extLst>
                <a:ext uri="{FF2B5EF4-FFF2-40B4-BE49-F238E27FC236}">
                  <a16:creationId xmlns:a16="http://schemas.microsoft.com/office/drawing/2014/main" id="{A1F1D081-ECE4-AB72-B215-C78CAB1C1185}"/>
                </a:ext>
              </a:extLst>
            </p:cNvPr>
            <p:cNvSpPr>
              <a:spLocks noGrp="1"/>
            </p:cNvSpPr>
            <p:nvPr/>
          </p:nvSpPr>
          <p:spPr>
            <a:xfrm>
              <a:off x="15600635" y="2558233"/>
              <a:ext cx="68161" cy="12959"/>
            </a:xfrm>
            <a:custGeom>
              <a:avLst/>
              <a:gdLst/>
              <a:ahLst/>
              <a:cxnLst/>
              <a:rect l="0" t="0" r="0" b="0"/>
              <a:pathLst>
                <a:path w="68161" h="12959">
                  <a:moveTo>
                    <a:pt x="0" y="0"/>
                  </a:moveTo>
                  <a:lnTo>
                    <a:pt x="68161" y="12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8" name="Output_receptor__5557">
              <a:extLst>
                <a:ext uri="{FF2B5EF4-FFF2-40B4-BE49-F238E27FC236}">
                  <a16:creationId xmlns:a16="http://schemas.microsoft.com/office/drawing/2014/main" id="{C394085F-62AF-DD30-A65B-08E9A623F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2627" y="3616291"/>
              <a:ext cx="14659" cy="67468"/>
            </a:xfrm>
            <a:custGeom>
              <a:avLst/>
              <a:gdLst/>
              <a:ahLst/>
              <a:cxnLst/>
              <a:rect l="0" t="0" r="0" b="0"/>
              <a:pathLst>
                <a:path w="14659" h="67468">
                  <a:moveTo>
                    <a:pt x="0" y="67468"/>
                  </a:moveTo>
                  <a:lnTo>
                    <a:pt x="1465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9" name="Output_receptor__5558">
              <a:extLst>
                <a:ext uri="{FF2B5EF4-FFF2-40B4-BE49-F238E27FC236}">
                  <a16:creationId xmlns:a16="http://schemas.microsoft.com/office/drawing/2014/main" id="{10DC7B98-5A91-F4F9-1D34-5B95CC6184A3}"/>
                </a:ext>
              </a:extLst>
            </p:cNvPr>
            <p:cNvSpPr>
              <a:spLocks noGrp="1"/>
            </p:cNvSpPr>
            <p:nvPr/>
          </p:nvSpPr>
          <p:spPr>
            <a:xfrm>
              <a:off x="15552479" y="3547158"/>
              <a:ext cx="71104" cy="10276"/>
            </a:xfrm>
            <a:custGeom>
              <a:avLst/>
              <a:gdLst/>
              <a:ahLst/>
              <a:cxnLst/>
              <a:rect l="0" t="0" r="0" b="0"/>
              <a:pathLst>
                <a:path w="71104" h="10276">
                  <a:moveTo>
                    <a:pt x="71104" y="10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0" name="Output_receptor__5559">
              <a:extLst>
                <a:ext uri="{FF2B5EF4-FFF2-40B4-BE49-F238E27FC236}">
                  <a16:creationId xmlns:a16="http://schemas.microsoft.com/office/drawing/2014/main" id="{58BA15B5-EB95-D043-3258-C878314D8438}"/>
                </a:ext>
              </a:extLst>
            </p:cNvPr>
            <p:cNvSpPr>
              <a:spLocks noGrp="1"/>
            </p:cNvSpPr>
            <p:nvPr/>
          </p:nvSpPr>
          <p:spPr>
            <a:xfrm>
              <a:off x="16259524" y="3544665"/>
              <a:ext cx="55072" cy="31785"/>
            </a:xfrm>
            <a:custGeom>
              <a:avLst/>
              <a:gdLst/>
              <a:ahLst/>
              <a:cxnLst/>
              <a:rect l="0" t="0" r="0" b="0"/>
              <a:pathLst>
                <a:path w="55072" h="31785">
                  <a:moveTo>
                    <a:pt x="55072" y="0"/>
                  </a:moveTo>
                  <a:lnTo>
                    <a:pt x="0" y="317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1" name="Output_receptor__5560">
              <a:extLst>
                <a:ext uri="{FF2B5EF4-FFF2-40B4-BE49-F238E27FC236}">
                  <a16:creationId xmlns:a16="http://schemas.microsoft.com/office/drawing/2014/main" id="{35C07ADB-23B9-8402-FBA1-3F28A3EA36D3}"/>
                </a:ext>
              </a:extLst>
            </p:cNvPr>
            <p:cNvSpPr>
              <a:spLocks noGrp="1"/>
            </p:cNvSpPr>
            <p:nvPr/>
          </p:nvSpPr>
          <p:spPr>
            <a:xfrm>
              <a:off x="15704544" y="2896577"/>
              <a:ext cx="2945" cy="11367"/>
            </a:xfrm>
            <a:custGeom>
              <a:avLst/>
              <a:gdLst/>
              <a:ahLst/>
              <a:cxnLst/>
              <a:rect l="0" t="0" r="0" b="0"/>
              <a:pathLst>
                <a:path w="2945" h="11367">
                  <a:moveTo>
                    <a:pt x="2945" y="0"/>
                  </a:moveTo>
                  <a:lnTo>
                    <a:pt x="0" y="1136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2" name="Output_receptor__5561">
              <a:extLst>
                <a:ext uri="{FF2B5EF4-FFF2-40B4-BE49-F238E27FC236}">
                  <a16:creationId xmlns:a16="http://schemas.microsoft.com/office/drawing/2014/main" id="{6ADF9A17-091E-2F13-2BBE-840EF025AA2B}"/>
                </a:ext>
              </a:extLst>
            </p:cNvPr>
            <p:cNvSpPr>
              <a:spLocks noGrp="1"/>
            </p:cNvSpPr>
            <p:nvPr/>
          </p:nvSpPr>
          <p:spPr>
            <a:xfrm>
              <a:off x="16199731" y="3552554"/>
              <a:ext cx="59793" cy="23896"/>
            </a:xfrm>
            <a:custGeom>
              <a:avLst/>
              <a:gdLst/>
              <a:ahLst/>
              <a:cxnLst/>
              <a:rect l="0" t="0" r="0" b="0"/>
              <a:pathLst>
                <a:path w="59793" h="23896">
                  <a:moveTo>
                    <a:pt x="59793" y="238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3" name="Output_receptor__5562">
              <a:extLst>
                <a:ext uri="{FF2B5EF4-FFF2-40B4-BE49-F238E27FC236}">
                  <a16:creationId xmlns:a16="http://schemas.microsoft.com/office/drawing/2014/main" id="{B6329FE7-297B-45FA-0546-33C26EB190E9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95164"/>
              <a:ext cx="61233" cy="9403"/>
            </a:xfrm>
            <a:custGeom>
              <a:avLst/>
              <a:gdLst/>
              <a:ahLst/>
              <a:cxnLst/>
              <a:rect l="0" t="0" r="0" b="0"/>
              <a:pathLst>
                <a:path w="61233" h="9403">
                  <a:moveTo>
                    <a:pt x="0" y="0"/>
                  </a:moveTo>
                  <a:lnTo>
                    <a:pt x="61233" y="94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4" name="Output_receptor__5563">
              <a:extLst>
                <a:ext uri="{FF2B5EF4-FFF2-40B4-BE49-F238E27FC236}">
                  <a16:creationId xmlns:a16="http://schemas.microsoft.com/office/drawing/2014/main" id="{1B13A81F-15B6-7068-E58C-6159D9130EC9}"/>
                </a:ext>
              </a:extLst>
            </p:cNvPr>
            <p:cNvSpPr>
              <a:spLocks noGrp="1"/>
            </p:cNvSpPr>
            <p:nvPr/>
          </p:nvSpPr>
          <p:spPr>
            <a:xfrm>
              <a:off x="16350522" y="3213500"/>
              <a:ext cx="63351" cy="31189"/>
            </a:xfrm>
            <a:custGeom>
              <a:avLst/>
              <a:gdLst/>
              <a:ahLst/>
              <a:cxnLst/>
              <a:rect l="0" t="0" r="0" b="0"/>
              <a:pathLst>
                <a:path w="63351" h="31189">
                  <a:moveTo>
                    <a:pt x="63351" y="311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5" name="Output_receptor__5564">
              <a:extLst>
                <a:ext uri="{FF2B5EF4-FFF2-40B4-BE49-F238E27FC236}">
                  <a16:creationId xmlns:a16="http://schemas.microsoft.com/office/drawing/2014/main" id="{9C9A27C8-9EC3-6ADA-D131-9200E5337BED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35817"/>
              <a:ext cx="14648" cy="43350"/>
            </a:xfrm>
            <a:custGeom>
              <a:avLst/>
              <a:gdLst/>
              <a:ahLst/>
              <a:cxnLst/>
              <a:rect l="0" t="0" r="0" b="0"/>
              <a:pathLst>
                <a:path w="14648" h="43350">
                  <a:moveTo>
                    <a:pt x="0" y="43350"/>
                  </a:moveTo>
                  <a:lnTo>
                    <a:pt x="1464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6" name="Output_receptor__5565">
              <a:extLst>
                <a:ext uri="{FF2B5EF4-FFF2-40B4-BE49-F238E27FC236}">
                  <a16:creationId xmlns:a16="http://schemas.microsoft.com/office/drawing/2014/main" id="{D457E4C3-47FF-E076-8FD7-966C8F4A771D}"/>
                </a:ext>
              </a:extLst>
            </p:cNvPr>
            <p:cNvSpPr>
              <a:spLocks noGrp="1"/>
            </p:cNvSpPr>
            <p:nvPr/>
          </p:nvSpPr>
          <p:spPr>
            <a:xfrm>
              <a:off x="15728809" y="2828750"/>
              <a:ext cx="45148" cy="23018"/>
            </a:xfrm>
            <a:custGeom>
              <a:avLst/>
              <a:gdLst/>
              <a:ahLst/>
              <a:cxnLst/>
              <a:rect l="0" t="0" r="0" b="0"/>
              <a:pathLst>
                <a:path w="45148" h="23018">
                  <a:moveTo>
                    <a:pt x="45148" y="2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7" name="Output_receptor__5566">
              <a:extLst>
                <a:ext uri="{FF2B5EF4-FFF2-40B4-BE49-F238E27FC236}">
                  <a16:creationId xmlns:a16="http://schemas.microsoft.com/office/drawing/2014/main" id="{7B7B6A01-4BAC-B9C4-BE4E-CB1FAEDA703E}"/>
                </a:ext>
              </a:extLst>
            </p:cNvPr>
            <p:cNvSpPr>
              <a:spLocks noGrp="1"/>
            </p:cNvSpPr>
            <p:nvPr/>
          </p:nvSpPr>
          <p:spPr>
            <a:xfrm>
              <a:off x="16383621" y="2696994"/>
              <a:ext cx="62671" cy="33857"/>
            </a:xfrm>
            <a:custGeom>
              <a:avLst/>
              <a:gdLst/>
              <a:ahLst/>
              <a:cxnLst/>
              <a:rect l="0" t="0" r="0" b="0"/>
              <a:pathLst>
                <a:path w="62671" h="33857">
                  <a:moveTo>
                    <a:pt x="0" y="0"/>
                  </a:moveTo>
                  <a:lnTo>
                    <a:pt x="62671" y="3385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8" name="Output_receptor__5567">
              <a:extLst>
                <a:ext uri="{FF2B5EF4-FFF2-40B4-BE49-F238E27FC236}">
                  <a16:creationId xmlns:a16="http://schemas.microsoft.com/office/drawing/2014/main" id="{14AB5852-9FA9-EB09-0988-8C8916F8BD22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10836" cy="13959"/>
            </a:xfrm>
            <a:custGeom>
              <a:avLst/>
              <a:gdLst/>
              <a:ahLst/>
              <a:cxnLst/>
              <a:rect l="0" t="0" r="0" b="0"/>
              <a:pathLst>
                <a:path w="10836" h="13959">
                  <a:moveTo>
                    <a:pt x="0" y="0"/>
                  </a:moveTo>
                  <a:lnTo>
                    <a:pt x="10836" y="13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9" name="Output_receptor__5568">
              <a:extLst>
                <a:ext uri="{FF2B5EF4-FFF2-40B4-BE49-F238E27FC236}">
                  <a16:creationId xmlns:a16="http://schemas.microsoft.com/office/drawing/2014/main" id="{F3107196-B0FA-5C8B-EF95-826AA3210A8C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917556"/>
              <a:ext cx="40444" cy="52495"/>
            </a:xfrm>
            <a:custGeom>
              <a:avLst/>
              <a:gdLst/>
              <a:ahLst/>
              <a:cxnLst/>
              <a:rect l="0" t="0" r="0" b="0"/>
              <a:pathLst>
                <a:path w="40444" h="52495">
                  <a:moveTo>
                    <a:pt x="40444" y="5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70" name="Output_receptor__5569">
              <a:extLst>
                <a:ext uri="{FF2B5EF4-FFF2-40B4-BE49-F238E27FC236}">
                  <a16:creationId xmlns:a16="http://schemas.microsoft.com/office/drawing/2014/main" id="{81D2AA01-034C-E218-AD2A-257CE37E71EC}"/>
                </a:ext>
              </a:extLst>
            </p:cNvPr>
            <p:cNvSpPr>
              <a:spLocks noGrp="1"/>
            </p:cNvSpPr>
            <p:nvPr/>
          </p:nvSpPr>
          <p:spPr>
            <a:xfrm>
              <a:off x="15473750" y="2983181"/>
              <a:ext cx="44961" cy="55632"/>
            </a:xfrm>
            <a:custGeom>
              <a:avLst/>
              <a:gdLst/>
              <a:ahLst/>
              <a:cxnLst/>
              <a:rect l="0" t="0" r="0" b="0"/>
              <a:pathLst>
                <a:path w="44961" h="55632">
                  <a:moveTo>
                    <a:pt x="0" y="0"/>
                  </a:moveTo>
                  <a:lnTo>
                    <a:pt x="44961" y="55632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1" name="Output_receptor__5570">
              <a:extLst>
                <a:ext uri="{FF2B5EF4-FFF2-40B4-BE49-F238E27FC236}">
                  <a16:creationId xmlns:a16="http://schemas.microsoft.com/office/drawing/2014/main" id="{AAC2E20B-D61D-D782-B637-633D714E95D7}"/>
                </a:ext>
              </a:extLst>
            </p:cNvPr>
            <p:cNvSpPr>
              <a:spLocks noGrp="1"/>
            </p:cNvSpPr>
            <p:nvPr/>
          </p:nvSpPr>
          <p:spPr>
            <a:xfrm>
              <a:off x="15773957" y="2851769"/>
              <a:ext cx="33399" cy="41850"/>
            </a:xfrm>
            <a:custGeom>
              <a:avLst/>
              <a:gdLst/>
              <a:ahLst/>
              <a:cxnLst/>
              <a:rect l="0" t="0" r="0" b="0"/>
              <a:pathLst>
                <a:path w="33399" h="41850">
                  <a:moveTo>
                    <a:pt x="33399" y="418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2" name="Output_receptor__5571">
              <a:extLst>
                <a:ext uri="{FF2B5EF4-FFF2-40B4-BE49-F238E27FC236}">
                  <a16:creationId xmlns:a16="http://schemas.microsoft.com/office/drawing/2014/main" id="{ECAA0A04-B86A-CBC1-0F11-0F7963F1C9F0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13500"/>
              <a:ext cx="34923" cy="59771"/>
            </a:xfrm>
            <a:custGeom>
              <a:avLst/>
              <a:gdLst/>
              <a:ahLst/>
              <a:cxnLst/>
              <a:rect l="0" t="0" r="0" b="0"/>
              <a:pathLst>
                <a:path w="34923" h="59771">
                  <a:moveTo>
                    <a:pt x="34923" y="0"/>
                  </a:moveTo>
                  <a:lnTo>
                    <a:pt x="0" y="59771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3" name="Output_receptor__5572">
              <a:extLst>
                <a:ext uri="{FF2B5EF4-FFF2-40B4-BE49-F238E27FC236}">
                  <a16:creationId xmlns:a16="http://schemas.microsoft.com/office/drawing/2014/main" id="{A209CCFF-7558-2687-EBB0-4ED3AF88C961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35686"/>
              <a:ext cx="39141" cy="50405"/>
            </a:xfrm>
            <a:custGeom>
              <a:avLst/>
              <a:gdLst/>
              <a:ahLst/>
              <a:cxnLst/>
              <a:rect l="0" t="0" r="0" b="0"/>
              <a:pathLst>
                <a:path w="39141" h="50405">
                  <a:moveTo>
                    <a:pt x="0" y="50405"/>
                  </a:moveTo>
                  <a:lnTo>
                    <a:pt x="3914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4" name="Output_receptor__5573">
              <a:extLst>
                <a:ext uri="{FF2B5EF4-FFF2-40B4-BE49-F238E27FC236}">
                  <a16:creationId xmlns:a16="http://schemas.microsoft.com/office/drawing/2014/main" id="{9D214CCB-88CD-2964-6472-5B8EEAEDE1A0}"/>
                </a:ext>
              </a:extLst>
            </p:cNvPr>
            <p:cNvSpPr>
              <a:spLocks noGrp="1"/>
            </p:cNvSpPr>
            <p:nvPr/>
          </p:nvSpPr>
          <p:spPr>
            <a:xfrm>
              <a:off x="16215579" y="2285003"/>
              <a:ext cx="31841" cy="24272"/>
            </a:xfrm>
            <a:custGeom>
              <a:avLst/>
              <a:gdLst/>
              <a:ahLst/>
              <a:cxnLst/>
              <a:rect l="0" t="0" r="0" b="0"/>
              <a:pathLst>
                <a:path w="31841" h="24272">
                  <a:moveTo>
                    <a:pt x="0" y="0"/>
                  </a:moveTo>
                  <a:lnTo>
                    <a:pt x="31841" y="2427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5" name="Output_receptor__5574">
              <a:extLst>
                <a:ext uri="{FF2B5EF4-FFF2-40B4-BE49-F238E27FC236}">
                  <a16:creationId xmlns:a16="http://schemas.microsoft.com/office/drawing/2014/main" id="{C6CB00EC-CF36-13E9-5EA7-B2C9F7BDC0DD}"/>
                </a:ext>
              </a:extLst>
            </p:cNvPr>
            <p:cNvSpPr>
              <a:spLocks noGrp="1"/>
            </p:cNvSpPr>
            <p:nvPr/>
          </p:nvSpPr>
          <p:spPr>
            <a:xfrm>
              <a:off x="15660071" y="2659256"/>
              <a:ext cx="49991" cy="13625"/>
            </a:xfrm>
            <a:custGeom>
              <a:avLst/>
              <a:gdLst/>
              <a:ahLst/>
              <a:cxnLst/>
              <a:rect l="0" t="0" r="0" b="0"/>
              <a:pathLst>
                <a:path w="49991" h="13625">
                  <a:moveTo>
                    <a:pt x="0" y="0"/>
                  </a:moveTo>
                  <a:lnTo>
                    <a:pt x="49991" y="1362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6" name="Output_receptor__5575">
              <a:extLst>
                <a:ext uri="{FF2B5EF4-FFF2-40B4-BE49-F238E27FC236}">
                  <a16:creationId xmlns:a16="http://schemas.microsoft.com/office/drawing/2014/main" id="{29895AA7-9E7B-D37E-BEB9-05168B7E3435}"/>
                </a:ext>
              </a:extLst>
            </p:cNvPr>
            <p:cNvSpPr>
              <a:spLocks noGrp="1"/>
            </p:cNvSpPr>
            <p:nvPr/>
          </p:nvSpPr>
          <p:spPr>
            <a:xfrm>
              <a:off x="15610569" y="2867006"/>
              <a:ext cx="13382" cy="64095"/>
            </a:xfrm>
            <a:custGeom>
              <a:avLst/>
              <a:gdLst/>
              <a:ahLst/>
              <a:cxnLst/>
              <a:rect l="0" t="0" r="0" b="0"/>
              <a:pathLst>
                <a:path w="13382" h="64095">
                  <a:moveTo>
                    <a:pt x="13382" y="0"/>
                  </a:moveTo>
                  <a:lnTo>
                    <a:pt x="0" y="6409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7" name="Output_receptor__5576">
              <a:extLst>
                <a:ext uri="{FF2B5EF4-FFF2-40B4-BE49-F238E27FC236}">
                  <a16:creationId xmlns:a16="http://schemas.microsoft.com/office/drawing/2014/main" id="{621A41C1-9DE2-B6D5-16DB-172EDFD8B3C9}"/>
                </a:ext>
              </a:extLst>
            </p:cNvPr>
            <p:cNvSpPr>
              <a:spLocks noGrp="1"/>
            </p:cNvSpPr>
            <p:nvPr/>
          </p:nvSpPr>
          <p:spPr>
            <a:xfrm>
              <a:off x="16098706" y="2575220"/>
              <a:ext cx="69516" cy="16726"/>
            </a:xfrm>
            <a:custGeom>
              <a:avLst/>
              <a:gdLst/>
              <a:ahLst/>
              <a:cxnLst/>
              <a:rect l="0" t="0" r="0" b="0"/>
              <a:pathLst>
                <a:path w="69516" h="16726">
                  <a:moveTo>
                    <a:pt x="69516" y="0"/>
                  </a:moveTo>
                  <a:lnTo>
                    <a:pt x="0" y="1672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8" name="Output_receptor__5577">
              <a:extLst>
                <a:ext uri="{FF2B5EF4-FFF2-40B4-BE49-F238E27FC236}">
                  <a16:creationId xmlns:a16="http://schemas.microsoft.com/office/drawing/2014/main" id="{3628C6FC-8D73-64F3-A622-3EADCBBB178E}"/>
                </a:ext>
              </a:extLst>
            </p:cNvPr>
            <p:cNvSpPr>
              <a:spLocks noGrp="1"/>
            </p:cNvSpPr>
            <p:nvPr/>
          </p:nvSpPr>
          <p:spPr>
            <a:xfrm>
              <a:off x="15437561" y="3253228"/>
              <a:ext cx="25423" cy="1287"/>
            </a:xfrm>
            <a:custGeom>
              <a:avLst/>
              <a:gdLst/>
              <a:ahLst/>
              <a:cxnLst/>
              <a:rect l="0" t="0" r="0" b="0"/>
              <a:pathLst>
                <a:path w="25423" h="1287">
                  <a:moveTo>
                    <a:pt x="25423" y="1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9" name="Output_receptor__5578">
              <a:extLst>
                <a:ext uri="{FF2B5EF4-FFF2-40B4-BE49-F238E27FC236}">
                  <a16:creationId xmlns:a16="http://schemas.microsoft.com/office/drawing/2014/main" id="{487BB1ED-CBAA-6533-3DC0-46D60F5D3F58}"/>
                </a:ext>
              </a:extLst>
            </p:cNvPr>
            <p:cNvSpPr>
              <a:spLocks noGrp="1"/>
            </p:cNvSpPr>
            <p:nvPr/>
          </p:nvSpPr>
          <p:spPr>
            <a:xfrm>
              <a:off x="16076061" y="2957013"/>
              <a:ext cx="38076" cy="55300"/>
            </a:xfrm>
            <a:custGeom>
              <a:avLst/>
              <a:gdLst/>
              <a:ahLst/>
              <a:cxnLst/>
              <a:rect l="0" t="0" r="0" b="0"/>
              <a:pathLst>
                <a:path w="38076" h="55300">
                  <a:moveTo>
                    <a:pt x="38076" y="0"/>
                  </a:moveTo>
                  <a:lnTo>
                    <a:pt x="0" y="5530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0" name="Output_receptor__5579">
              <a:extLst>
                <a:ext uri="{FF2B5EF4-FFF2-40B4-BE49-F238E27FC236}">
                  <a16:creationId xmlns:a16="http://schemas.microsoft.com/office/drawing/2014/main" id="{4C9E6E91-F587-4F6C-852A-525F252926E7}"/>
                </a:ext>
              </a:extLst>
            </p:cNvPr>
            <p:cNvSpPr>
              <a:spLocks noGrp="1"/>
            </p:cNvSpPr>
            <p:nvPr/>
          </p:nvSpPr>
          <p:spPr>
            <a:xfrm>
              <a:off x="15987846" y="2292016"/>
              <a:ext cx="42221" cy="53496"/>
            </a:xfrm>
            <a:custGeom>
              <a:avLst/>
              <a:gdLst/>
              <a:ahLst/>
              <a:cxnLst/>
              <a:rect l="0" t="0" r="0" b="0"/>
              <a:pathLst>
                <a:path w="42221" h="53496">
                  <a:moveTo>
                    <a:pt x="0" y="0"/>
                  </a:moveTo>
                  <a:lnTo>
                    <a:pt x="42221" y="534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1" name="Output_receptor__5580">
              <a:extLst>
                <a:ext uri="{FF2B5EF4-FFF2-40B4-BE49-F238E27FC236}">
                  <a16:creationId xmlns:a16="http://schemas.microsoft.com/office/drawing/2014/main" id="{F237D4E8-9CB6-3F10-1F14-114B8B351BD0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391620"/>
              <a:ext cx="21860" cy="60334"/>
            </a:xfrm>
            <a:custGeom>
              <a:avLst/>
              <a:gdLst/>
              <a:ahLst/>
              <a:cxnLst/>
              <a:rect l="0" t="0" r="0" b="0"/>
              <a:pathLst>
                <a:path w="21860" h="60334">
                  <a:moveTo>
                    <a:pt x="21860" y="0"/>
                  </a:moveTo>
                  <a:lnTo>
                    <a:pt x="0" y="6033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2" name="Output_receptor__5581">
              <a:extLst>
                <a:ext uri="{FF2B5EF4-FFF2-40B4-BE49-F238E27FC236}">
                  <a16:creationId xmlns:a16="http://schemas.microsoft.com/office/drawing/2014/main" id="{DFBB784A-0C0F-BF99-ED35-8B0E1D68C880}"/>
                </a:ext>
              </a:extLst>
            </p:cNvPr>
            <p:cNvSpPr>
              <a:spLocks noGrp="1"/>
            </p:cNvSpPr>
            <p:nvPr/>
          </p:nvSpPr>
          <p:spPr>
            <a:xfrm>
              <a:off x="16175713" y="2242089"/>
              <a:ext cx="39866" cy="42915"/>
            </a:xfrm>
            <a:custGeom>
              <a:avLst/>
              <a:gdLst/>
              <a:ahLst/>
              <a:cxnLst/>
              <a:rect l="0" t="0" r="0" b="0"/>
              <a:pathLst>
                <a:path w="39866" h="42915">
                  <a:moveTo>
                    <a:pt x="0" y="0"/>
                  </a:moveTo>
                  <a:lnTo>
                    <a:pt x="39866" y="429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3" name="Output_receptor__5582">
              <a:extLst>
                <a:ext uri="{FF2B5EF4-FFF2-40B4-BE49-F238E27FC236}">
                  <a16:creationId xmlns:a16="http://schemas.microsoft.com/office/drawing/2014/main" id="{AFECCAFB-43D4-C961-E81B-EEA0084AF4BC}"/>
                </a:ext>
              </a:extLst>
            </p:cNvPr>
            <p:cNvSpPr>
              <a:spLocks noGrp="1"/>
            </p:cNvSpPr>
            <p:nvPr/>
          </p:nvSpPr>
          <p:spPr>
            <a:xfrm>
              <a:off x="15584768" y="3311090"/>
              <a:ext cx="7116" cy="26905"/>
            </a:xfrm>
            <a:custGeom>
              <a:avLst/>
              <a:gdLst/>
              <a:ahLst/>
              <a:cxnLst/>
              <a:rect l="0" t="0" r="0" b="0"/>
              <a:pathLst>
                <a:path w="7116" h="26905">
                  <a:moveTo>
                    <a:pt x="0" y="0"/>
                  </a:moveTo>
                  <a:lnTo>
                    <a:pt x="7116" y="2690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4" name="Output_receptor__5583">
              <a:extLst>
                <a:ext uri="{FF2B5EF4-FFF2-40B4-BE49-F238E27FC236}">
                  <a16:creationId xmlns:a16="http://schemas.microsoft.com/office/drawing/2014/main" id="{3D5BA80D-34DC-9BE3-0569-9704764ADF03}"/>
                </a:ext>
              </a:extLst>
            </p:cNvPr>
            <p:cNvSpPr>
              <a:spLocks noGrp="1"/>
            </p:cNvSpPr>
            <p:nvPr/>
          </p:nvSpPr>
          <p:spPr>
            <a:xfrm>
              <a:off x="15946194" y="3008945"/>
              <a:ext cx="22127" cy="56123"/>
            </a:xfrm>
            <a:custGeom>
              <a:avLst/>
              <a:gdLst/>
              <a:ahLst/>
              <a:cxnLst/>
              <a:rect l="0" t="0" r="0" b="0"/>
              <a:pathLst>
                <a:path w="22127" h="56123">
                  <a:moveTo>
                    <a:pt x="0" y="56123"/>
                  </a:moveTo>
                  <a:lnTo>
                    <a:pt x="22127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5" name="Output_receptor__5584">
              <a:extLst>
                <a:ext uri="{FF2B5EF4-FFF2-40B4-BE49-F238E27FC236}">
                  <a16:creationId xmlns:a16="http://schemas.microsoft.com/office/drawing/2014/main" id="{D8468A60-420C-72AD-5273-89EF252E6853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86091"/>
              <a:ext cx="12013" cy="45287"/>
            </a:xfrm>
            <a:custGeom>
              <a:avLst/>
              <a:gdLst/>
              <a:ahLst/>
              <a:cxnLst/>
              <a:rect l="0" t="0" r="0" b="0"/>
              <a:pathLst>
                <a:path w="12013" h="45287">
                  <a:moveTo>
                    <a:pt x="12013" y="45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6" name="Output_receptor__5585">
              <a:extLst>
                <a:ext uri="{FF2B5EF4-FFF2-40B4-BE49-F238E27FC236}">
                  <a16:creationId xmlns:a16="http://schemas.microsoft.com/office/drawing/2014/main" id="{0B43C7AE-99D1-F7D0-0650-913E04DA7F73}"/>
                </a:ext>
              </a:extLst>
            </p:cNvPr>
            <p:cNvSpPr>
              <a:spLocks noGrp="1"/>
            </p:cNvSpPr>
            <p:nvPr/>
          </p:nvSpPr>
          <p:spPr>
            <a:xfrm>
              <a:off x="16249409" y="3041812"/>
              <a:ext cx="9513" cy="63028"/>
            </a:xfrm>
            <a:custGeom>
              <a:avLst/>
              <a:gdLst/>
              <a:ahLst/>
              <a:cxnLst/>
              <a:rect l="0" t="0" r="0" b="0"/>
              <a:pathLst>
                <a:path w="9513" h="63028">
                  <a:moveTo>
                    <a:pt x="0" y="0"/>
                  </a:moveTo>
                  <a:lnTo>
                    <a:pt x="9513" y="6302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7" name="Output_receptor__5586">
              <a:extLst>
                <a:ext uri="{FF2B5EF4-FFF2-40B4-BE49-F238E27FC236}">
                  <a16:creationId xmlns:a16="http://schemas.microsoft.com/office/drawing/2014/main" id="{33515F74-B10F-DA76-4F59-8392613906E4}"/>
                </a:ext>
              </a:extLst>
            </p:cNvPr>
            <p:cNvSpPr>
              <a:spLocks noGrp="1"/>
            </p:cNvSpPr>
            <p:nvPr/>
          </p:nvSpPr>
          <p:spPr>
            <a:xfrm>
              <a:off x="16098712" y="2283201"/>
              <a:ext cx="44449" cy="53764"/>
            </a:xfrm>
            <a:custGeom>
              <a:avLst/>
              <a:gdLst/>
              <a:ahLst/>
              <a:cxnLst/>
              <a:rect l="0" t="0" r="0" b="0"/>
              <a:pathLst>
                <a:path w="44449" h="53764">
                  <a:moveTo>
                    <a:pt x="0" y="0"/>
                  </a:moveTo>
                  <a:lnTo>
                    <a:pt x="44449" y="5376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8" name="Output_receptor__5587">
              <a:extLst>
                <a:ext uri="{FF2B5EF4-FFF2-40B4-BE49-F238E27FC236}">
                  <a16:creationId xmlns:a16="http://schemas.microsoft.com/office/drawing/2014/main" id="{6A8ED971-B41A-9E1E-408E-B920CE61C156}"/>
                </a:ext>
              </a:extLst>
            </p:cNvPr>
            <p:cNvSpPr>
              <a:spLocks noGrp="1"/>
            </p:cNvSpPr>
            <p:nvPr/>
          </p:nvSpPr>
          <p:spPr>
            <a:xfrm>
              <a:off x="15311473" y="3631348"/>
              <a:ext cx="24475" cy="9833"/>
            </a:xfrm>
            <a:custGeom>
              <a:avLst/>
              <a:gdLst/>
              <a:ahLst/>
              <a:cxnLst/>
              <a:rect l="0" t="0" r="0" b="0"/>
              <a:pathLst>
                <a:path w="24475" h="9833">
                  <a:moveTo>
                    <a:pt x="24475" y="0"/>
                  </a:moveTo>
                  <a:lnTo>
                    <a:pt x="0" y="9833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9" name="Output_receptor__5588">
              <a:extLst>
                <a:ext uri="{FF2B5EF4-FFF2-40B4-BE49-F238E27FC236}">
                  <a16:creationId xmlns:a16="http://schemas.microsoft.com/office/drawing/2014/main" id="{2ADA2A21-AAE6-754B-C445-BC9C750C2A4C}"/>
                </a:ext>
              </a:extLst>
            </p:cNvPr>
            <p:cNvSpPr>
              <a:spLocks noGrp="1"/>
            </p:cNvSpPr>
            <p:nvPr/>
          </p:nvSpPr>
          <p:spPr>
            <a:xfrm>
              <a:off x="16266885" y="3389136"/>
              <a:ext cx="56064" cy="2484"/>
            </a:xfrm>
            <a:custGeom>
              <a:avLst/>
              <a:gdLst/>
              <a:ahLst/>
              <a:cxnLst/>
              <a:rect l="0" t="0" r="0" b="0"/>
              <a:pathLst>
                <a:path w="56064" h="2484">
                  <a:moveTo>
                    <a:pt x="56064" y="0"/>
                  </a:moveTo>
                  <a:lnTo>
                    <a:pt x="0" y="248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0" name="Output_receptor__5589">
              <a:extLst>
                <a:ext uri="{FF2B5EF4-FFF2-40B4-BE49-F238E27FC236}">
                  <a16:creationId xmlns:a16="http://schemas.microsoft.com/office/drawing/2014/main" id="{A181A344-EB6D-B1E9-AFEA-190693BD3B39}"/>
                </a:ext>
              </a:extLst>
            </p:cNvPr>
            <p:cNvSpPr>
              <a:spLocks noGrp="1"/>
            </p:cNvSpPr>
            <p:nvPr/>
          </p:nvSpPr>
          <p:spPr>
            <a:xfrm>
              <a:off x="15623951" y="2849055"/>
              <a:ext cx="40048" cy="17952"/>
            </a:xfrm>
            <a:custGeom>
              <a:avLst/>
              <a:gdLst/>
              <a:ahLst/>
              <a:cxnLst/>
              <a:rect l="0" t="0" r="0" b="0"/>
              <a:pathLst>
                <a:path w="40048" h="17952">
                  <a:moveTo>
                    <a:pt x="40048" y="0"/>
                  </a:moveTo>
                  <a:lnTo>
                    <a:pt x="0" y="1795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1" name="Output_receptor__5590">
              <a:extLst>
                <a:ext uri="{FF2B5EF4-FFF2-40B4-BE49-F238E27FC236}">
                  <a16:creationId xmlns:a16="http://schemas.microsoft.com/office/drawing/2014/main" id="{A255576E-C1E0-7B35-A704-571EC87398EC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925118"/>
              <a:ext cx="16066" cy="58063"/>
            </a:xfrm>
            <a:custGeom>
              <a:avLst/>
              <a:gdLst/>
              <a:ahLst/>
              <a:cxnLst/>
              <a:rect l="0" t="0" r="0" b="0"/>
              <a:pathLst>
                <a:path w="16066" h="58063">
                  <a:moveTo>
                    <a:pt x="0" y="0"/>
                  </a:moveTo>
                  <a:lnTo>
                    <a:pt x="16066" y="58063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2" name="Output_receptor__5591">
              <a:extLst>
                <a:ext uri="{FF2B5EF4-FFF2-40B4-BE49-F238E27FC236}">
                  <a16:creationId xmlns:a16="http://schemas.microsoft.com/office/drawing/2014/main" id="{AA617137-D7BB-FFFB-46DA-843A6F7F7CC3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2" y="2511605"/>
              <a:ext cx="19295" cy="63615"/>
            </a:xfrm>
            <a:custGeom>
              <a:avLst/>
              <a:gdLst/>
              <a:ahLst/>
              <a:cxnLst/>
              <a:rect l="0" t="0" r="0" b="0"/>
              <a:pathLst>
                <a:path w="19295" h="63615">
                  <a:moveTo>
                    <a:pt x="19295" y="0"/>
                  </a:moveTo>
                  <a:lnTo>
                    <a:pt x="0" y="636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3" name="Output_receptor__5592">
              <a:extLst>
                <a:ext uri="{FF2B5EF4-FFF2-40B4-BE49-F238E27FC236}">
                  <a16:creationId xmlns:a16="http://schemas.microsoft.com/office/drawing/2014/main" id="{7E8E7B31-6740-B451-D8D9-831E0BB388D8}"/>
                </a:ext>
              </a:extLst>
            </p:cNvPr>
            <p:cNvSpPr>
              <a:spLocks noGrp="1"/>
            </p:cNvSpPr>
            <p:nvPr/>
          </p:nvSpPr>
          <p:spPr>
            <a:xfrm>
              <a:off x="15440999" y="2639863"/>
              <a:ext cx="60279" cy="38045"/>
            </a:xfrm>
            <a:custGeom>
              <a:avLst/>
              <a:gdLst/>
              <a:ahLst/>
              <a:cxnLst/>
              <a:rect l="0" t="0" r="0" b="0"/>
              <a:pathLst>
                <a:path w="60279" h="38045">
                  <a:moveTo>
                    <a:pt x="60279" y="0"/>
                  </a:moveTo>
                  <a:lnTo>
                    <a:pt x="0" y="3804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4" name="Output_receptor__5593">
              <a:extLst>
                <a:ext uri="{FF2B5EF4-FFF2-40B4-BE49-F238E27FC236}">
                  <a16:creationId xmlns:a16="http://schemas.microsoft.com/office/drawing/2014/main" id="{DE313A5D-EE72-015F-4AF0-2A89D8D860D0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9" y="3737346"/>
              <a:ext cx="18149" cy="19190"/>
            </a:xfrm>
            <a:custGeom>
              <a:avLst/>
              <a:gdLst/>
              <a:ahLst/>
              <a:cxnLst/>
              <a:rect l="0" t="0" r="0" b="0"/>
              <a:pathLst>
                <a:path w="18149" h="19190">
                  <a:moveTo>
                    <a:pt x="18149" y="1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5" name="Output_receptor__5594">
              <a:extLst>
                <a:ext uri="{FF2B5EF4-FFF2-40B4-BE49-F238E27FC236}">
                  <a16:creationId xmlns:a16="http://schemas.microsoft.com/office/drawing/2014/main" id="{08D1DF7B-BB61-B093-DA26-7341C83CF4B2}"/>
                </a:ext>
              </a:extLst>
            </p:cNvPr>
            <p:cNvSpPr>
              <a:spLocks noGrp="1"/>
            </p:cNvSpPr>
            <p:nvPr/>
          </p:nvSpPr>
          <p:spPr>
            <a:xfrm>
              <a:off x="15510992" y="3547158"/>
              <a:ext cx="41487" cy="44366"/>
            </a:xfrm>
            <a:custGeom>
              <a:avLst/>
              <a:gdLst/>
              <a:ahLst/>
              <a:cxnLst/>
              <a:rect l="0" t="0" r="0" b="0"/>
              <a:pathLst>
                <a:path w="41487" h="44366">
                  <a:moveTo>
                    <a:pt x="41487" y="0"/>
                  </a:moveTo>
                  <a:lnTo>
                    <a:pt x="0" y="4436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6" name="Output_receptor__5595">
              <a:extLst>
                <a:ext uri="{FF2B5EF4-FFF2-40B4-BE49-F238E27FC236}">
                  <a16:creationId xmlns:a16="http://schemas.microsoft.com/office/drawing/2014/main" id="{2D093664-B0FB-C48E-94D0-9BFDD9142C44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25211"/>
              <a:ext cx="15021" cy="5371"/>
            </a:xfrm>
            <a:custGeom>
              <a:avLst/>
              <a:gdLst/>
              <a:ahLst/>
              <a:cxnLst/>
              <a:rect l="0" t="0" r="0" b="0"/>
              <a:pathLst>
                <a:path w="15021" h="5371">
                  <a:moveTo>
                    <a:pt x="0" y="5371"/>
                  </a:moveTo>
                  <a:lnTo>
                    <a:pt x="1502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7" name="Output_receptor__5596">
              <a:extLst>
                <a:ext uri="{FF2B5EF4-FFF2-40B4-BE49-F238E27FC236}">
                  <a16:creationId xmlns:a16="http://schemas.microsoft.com/office/drawing/2014/main" id="{42DEE0E3-2B94-C2F2-E7F4-1EDAC5ACDC71}"/>
                </a:ext>
              </a:extLst>
            </p:cNvPr>
            <p:cNvSpPr>
              <a:spLocks noGrp="1"/>
            </p:cNvSpPr>
            <p:nvPr/>
          </p:nvSpPr>
          <p:spPr>
            <a:xfrm>
              <a:off x="15654188" y="3477776"/>
              <a:ext cx="30915" cy="43091"/>
            </a:xfrm>
            <a:custGeom>
              <a:avLst/>
              <a:gdLst/>
              <a:ahLst/>
              <a:cxnLst/>
              <a:rect l="0" t="0" r="0" b="0"/>
              <a:pathLst>
                <a:path w="30915" h="43091">
                  <a:moveTo>
                    <a:pt x="0" y="43091"/>
                  </a:moveTo>
                  <a:lnTo>
                    <a:pt x="3091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8" name="Output_receptor__5597">
              <a:extLst>
                <a:ext uri="{FF2B5EF4-FFF2-40B4-BE49-F238E27FC236}">
                  <a16:creationId xmlns:a16="http://schemas.microsoft.com/office/drawing/2014/main" id="{2FA29071-428D-ECF3-2534-6B5AEDD3C5A1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9661" cy="63622"/>
            </a:xfrm>
            <a:custGeom>
              <a:avLst/>
              <a:gdLst/>
              <a:ahLst/>
              <a:cxnLst/>
              <a:rect l="0" t="0" r="0" b="0"/>
              <a:pathLst>
                <a:path w="9661" h="63622">
                  <a:moveTo>
                    <a:pt x="0" y="0"/>
                  </a:moveTo>
                  <a:lnTo>
                    <a:pt x="9661" y="6362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9" name="Output_receptor__5598">
              <a:extLst>
                <a:ext uri="{FF2B5EF4-FFF2-40B4-BE49-F238E27FC236}">
                  <a16:creationId xmlns:a16="http://schemas.microsoft.com/office/drawing/2014/main" id="{2E34D7A3-B7C2-0FD1-2E20-94D596B63A31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28276"/>
              <a:ext cx="42076" cy="57958"/>
            </a:xfrm>
            <a:custGeom>
              <a:avLst/>
              <a:gdLst/>
              <a:ahLst/>
              <a:cxnLst/>
              <a:rect l="0" t="0" r="0" b="0"/>
              <a:pathLst>
                <a:path w="42076" h="57958">
                  <a:moveTo>
                    <a:pt x="42076" y="0"/>
                  </a:moveTo>
                  <a:lnTo>
                    <a:pt x="0" y="57958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0" name="Output_receptor__5599">
              <a:extLst>
                <a:ext uri="{FF2B5EF4-FFF2-40B4-BE49-F238E27FC236}">
                  <a16:creationId xmlns:a16="http://schemas.microsoft.com/office/drawing/2014/main" id="{684693C3-B232-9BEF-7499-95D791AB820E}"/>
                </a:ext>
              </a:extLst>
            </p:cNvPr>
            <p:cNvSpPr>
              <a:spLocks noGrp="1"/>
            </p:cNvSpPr>
            <p:nvPr/>
          </p:nvSpPr>
          <p:spPr>
            <a:xfrm>
              <a:off x="16446292" y="2730851"/>
              <a:ext cx="25835" cy="34056"/>
            </a:xfrm>
            <a:custGeom>
              <a:avLst/>
              <a:gdLst/>
              <a:ahLst/>
              <a:cxnLst/>
              <a:rect l="0" t="0" r="0" b="0"/>
              <a:pathLst>
                <a:path w="25835" h="34056">
                  <a:moveTo>
                    <a:pt x="0" y="0"/>
                  </a:moveTo>
                  <a:lnTo>
                    <a:pt x="25835" y="3405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1" name="Output_receptor__5600">
              <a:extLst>
                <a:ext uri="{FF2B5EF4-FFF2-40B4-BE49-F238E27FC236}">
                  <a16:creationId xmlns:a16="http://schemas.microsoft.com/office/drawing/2014/main" id="{A2E85772-A562-CF00-B8AE-BAE5BC7907A5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1219" cy="51246"/>
            </a:xfrm>
            <a:custGeom>
              <a:avLst/>
              <a:gdLst/>
              <a:ahLst/>
              <a:cxnLst/>
              <a:rect l="0" t="0" r="0" b="0"/>
              <a:pathLst>
                <a:path w="1219" h="51246">
                  <a:moveTo>
                    <a:pt x="1219" y="51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2" name="Output_receptor__5601">
              <a:extLst>
                <a:ext uri="{FF2B5EF4-FFF2-40B4-BE49-F238E27FC236}">
                  <a16:creationId xmlns:a16="http://schemas.microsoft.com/office/drawing/2014/main" id="{072E19E9-4469-111D-9460-936F5589732C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48316"/>
              <a:ext cx="17688" cy="69418"/>
            </a:xfrm>
            <a:custGeom>
              <a:avLst/>
              <a:gdLst/>
              <a:ahLst/>
              <a:cxnLst/>
              <a:rect l="0" t="0" r="0" b="0"/>
              <a:pathLst>
                <a:path w="17688" h="69418">
                  <a:moveTo>
                    <a:pt x="0" y="0"/>
                  </a:moveTo>
                  <a:lnTo>
                    <a:pt x="17688" y="6941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3" name="Output_receptor__5602">
              <a:extLst>
                <a:ext uri="{FF2B5EF4-FFF2-40B4-BE49-F238E27FC236}">
                  <a16:creationId xmlns:a16="http://schemas.microsoft.com/office/drawing/2014/main" id="{94D424AA-F099-B94B-1C3C-6F2EE94621A4}"/>
                </a:ext>
              </a:extLst>
            </p:cNvPr>
            <p:cNvSpPr>
              <a:spLocks noGrp="1"/>
            </p:cNvSpPr>
            <p:nvPr/>
          </p:nvSpPr>
          <p:spPr>
            <a:xfrm>
              <a:off x="15660543" y="3647231"/>
              <a:ext cx="47004" cy="29904"/>
            </a:xfrm>
            <a:custGeom>
              <a:avLst/>
              <a:gdLst/>
              <a:ahLst/>
              <a:cxnLst/>
              <a:rect l="0" t="0" r="0" b="0"/>
              <a:pathLst>
                <a:path w="47004" h="29904">
                  <a:moveTo>
                    <a:pt x="0" y="0"/>
                  </a:moveTo>
                  <a:lnTo>
                    <a:pt x="47004" y="29904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4" name="Output_receptor__5603">
              <a:extLst>
                <a:ext uri="{FF2B5EF4-FFF2-40B4-BE49-F238E27FC236}">
                  <a16:creationId xmlns:a16="http://schemas.microsoft.com/office/drawing/2014/main" id="{86CBDA2E-0E6A-6AF3-C1E7-AAE81B8046DE}"/>
                </a:ext>
              </a:extLst>
            </p:cNvPr>
            <p:cNvSpPr>
              <a:spLocks noGrp="1"/>
            </p:cNvSpPr>
            <p:nvPr/>
          </p:nvSpPr>
          <p:spPr>
            <a:xfrm>
              <a:off x="16187517" y="2499588"/>
              <a:ext cx="69267" cy="12017"/>
            </a:xfrm>
            <a:custGeom>
              <a:avLst/>
              <a:gdLst/>
              <a:ahLst/>
              <a:cxnLst/>
              <a:rect l="0" t="0" r="0" b="0"/>
              <a:pathLst>
                <a:path w="69267" h="12017">
                  <a:moveTo>
                    <a:pt x="69267" y="0"/>
                  </a:moveTo>
                  <a:lnTo>
                    <a:pt x="0" y="12017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5" name="Output_receptor__5604">
              <a:extLst>
                <a:ext uri="{FF2B5EF4-FFF2-40B4-BE49-F238E27FC236}">
                  <a16:creationId xmlns:a16="http://schemas.microsoft.com/office/drawing/2014/main" id="{E4357DBF-A721-38F5-1F32-629C029E3A99}"/>
                </a:ext>
              </a:extLst>
            </p:cNvPr>
            <p:cNvSpPr>
              <a:spLocks noGrp="1"/>
            </p:cNvSpPr>
            <p:nvPr/>
          </p:nvSpPr>
          <p:spPr>
            <a:xfrm>
              <a:off x="16174127" y="2735686"/>
              <a:ext cx="51380" cy="49625"/>
            </a:xfrm>
            <a:custGeom>
              <a:avLst/>
              <a:gdLst/>
              <a:ahLst/>
              <a:cxnLst/>
              <a:rect l="0" t="0" r="0" b="0"/>
              <a:pathLst>
                <a:path w="51380" h="49625">
                  <a:moveTo>
                    <a:pt x="0" y="0"/>
                  </a:moveTo>
                  <a:lnTo>
                    <a:pt x="51380" y="4962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6" name="Output_receptor__5605">
              <a:extLst>
                <a:ext uri="{FF2B5EF4-FFF2-40B4-BE49-F238E27FC236}">
                  <a16:creationId xmlns:a16="http://schemas.microsoft.com/office/drawing/2014/main" id="{B5DB2E8B-3FC2-5897-D61D-E03B04684A44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893067"/>
              <a:ext cx="59872" cy="32051"/>
            </a:xfrm>
            <a:custGeom>
              <a:avLst/>
              <a:gdLst/>
              <a:ahLst/>
              <a:cxnLst/>
              <a:rect l="0" t="0" r="0" b="0"/>
              <a:pathLst>
                <a:path w="59872" h="32051">
                  <a:moveTo>
                    <a:pt x="59872" y="0"/>
                  </a:moveTo>
                  <a:lnTo>
                    <a:pt x="0" y="3205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7" name="Output_receptor__5606">
              <a:extLst>
                <a:ext uri="{FF2B5EF4-FFF2-40B4-BE49-F238E27FC236}">
                  <a16:creationId xmlns:a16="http://schemas.microsoft.com/office/drawing/2014/main" id="{0DCD2873-C625-DB9E-FECB-9C13A1B2774E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1699"/>
              <a:ext cx="37094" cy="37267"/>
            </a:xfrm>
            <a:custGeom>
              <a:avLst/>
              <a:gdLst/>
              <a:ahLst/>
              <a:cxnLst/>
              <a:rect l="0" t="0" r="0" b="0"/>
              <a:pathLst>
                <a:path w="37094" h="37267">
                  <a:moveTo>
                    <a:pt x="37094" y="0"/>
                  </a:moveTo>
                  <a:lnTo>
                    <a:pt x="0" y="3726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8" name="Output_receptor__5607">
              <a:extLst>
                <a:ext uri="{FF2B5EF4-FFF2-40B4-BE49-F238E27FC236}">
                  <a16:creationId xmlns:a16="http://schemas.microsoft.com/office/drawing/2014/main" id="{E3ED9E27-B5CE-A835-1CD0-F62C84BE60B7}"/>
                </a:ext>
              </a:extLst>
            </p:cNvPr>
            <p:cNvSpPr>
              <a:spLocks noGrp="1"/>
            </p:cNvSpPr>
            <p:nvPr/>
          </p:nvSpPr>
          <p:spPr>
            <a:xfrm>
              <a:off x="15308173" y="2856661"/>
              <a:ext cx="3178" cy="45024"/>
            </a:xfrm>
            <a:custGeom>
              <a:avLst/>
              <a:gdLst/>
              <a:ahLst/>
              <a:cxnLst/>
              <a:rect l="0" t="0" r="0" b="0"/>
              <a:pathLst>
                <a:path w="3178" h="45024">
                  <a:moveTo>
                    <a:pt x="3178" y="45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9" name="Output_receptor__5608">
              <a:extLst>
                <a:ext uri="{FF2B5EF4-FFF2-40B4-BE49-F238E27FC236}">
                  <a16:creationId xmlns:a16="http://schemas.microsoft.com/office/drawing/2014/main" id="{67B5D972-C6C1-34DE-B585-86CF619B6ADD}"/>
                </a:ext>
              </a:extLst>
            </p:cNvPr>
            <p:cNvSpPr>
              <a:spLocks noGrp="1"/>
            </p:cNvSpPr>
            <p:nvPr/>
          </p:nvSpPr>
          <p:spPr>
            <a:xfrm>
              <a:off x="16322949" y="3389136"/>
              <a:ext cx="17943" cy="66353"/>
            </a:xfrm>
            <a:custGeom>
              <a:avLst/>
              <a:gdLst/>
              <a:ahLst/>
              <a:cxnLst/>
              <a:rect l="0" t="0" r="0" b="0"/>
              <a:pathLst>
                <a:path w="17943" h="66353">
                  <a:moveTo>
                    <a:pt x="17943" y="66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10" name="Output_receptor__5609">
              <a:extLst>
                <a:ext uri="{FF2B5EF4-FFF2-40B4-BE49-F238E27FC236}">
                  <a16:creationId xmlns:a16="http://schemas.microsoft.com/office/drawing/2014/main" id="{D2393AB4-436F-BDB2-3731-7BEFB84F2E89}"/>
                </a:ext>
              </a:extLst>
            </p:cNvPr>
            <p:cNvSpPr>
              <a:spLocks noGrp="1"/>
            </p:cNvSpPr>
            <p:nvPr/>
          </p:nvSpPr>
          <p:spPr>
            <a:xfrm>
              <a:off x="15766144" y="3429056"/>
              <a:ext cx="10677" cy="64338"/>
            </a:xfrm>
            <a:custGeom>
              <a:avLst/>
              <a:gdLst/>
              <a:ahLst/>
              <a:cxnLst/>
              <a:rect l="0" t="0" r="0" b="0"/>
              <a:pathLst>
                <a:path w="10677" h="64338">
                  <a:moveTo>
                    <a:pt x="0" y="64338"/>
                  </a:moveTo>
                  <a:lnTo>
                    <a:pt x="1067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1" name="Output_receptor__5610">
              <a:extLst>
                <a:ext uri="{FF2B5EF4-FFF2-40B4-BE49-F238E27FC236}">
                  <a16:creationId xmlns:a16="http://schemas.microsoft.com/office/drawing/2014/main" id="{F9DD85B4-1133-BE19-47FC-4795252435EB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864275"/>
              <a:ext cx="39157" cy="53281"/>
            </a:xfrm>
            <a:custGeom>
              <a:avLst/>
              <a:gdLst/>
              <a:ahLst/>
              <a:cxnLst/>
              <a:rect l="0" t="0" r="0" b="0"/>
              <a:pathLst>
                <a:path w="39157" h="53281">
                  <a:moveTo>
                    <a:pt x="0" y="53281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2" name="Output_receptor__5611">
              <a:extLst>
                <a:ext uri="{FF2B5EF4-FFF2-40B4-BE49-F238E27FC236}">
                  <a16:creationId xmlns:a16="http://schemas.microsoft.com/office/drawing/2014/main" id="{968886A9-6261-D158-097B-8FF8F95367D3}"/>
                </a:ext>
              </a:extLst>
            </p:cNvPr>
            <p:cNvSpPr>
              <a:spLocks noGrp="1"/>
            </p:cNvSpPr>
            <p:nvPr/>
          </p:nvSpPr>
          <p:spPr>
            <a:xfrm>
              <a:off x="15241305" y="3569730"/>
              <a:ext cx="58452" cy="17269"/>
            </a:xfrm>
            <a:custGeom>
              <a:avLst/>
              <a:gdLst/>
              <a:ahLst/>
              <a:cxnLst/>
              <a:rect l="0" t="0" r="0" b="0"/>
              <a:pathLst>
                <a:path w="58452" h="17269">
                  <a:moveTo>
                    <a:pt x="58452" y="0"/>
                  </a:moveTo>
                  <a:lnTo>
                    <a:pt x="0" y="17269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3" name="Output_receptor__5612">
              <a:extLst>
                <a:ext uri="{FF2B5EF4-FFF2-40B4-BE49-F238E27FC236}">
                  <a16:creationId xmlns:a16="http://schemas.microsoft.com/office/drawing/2014/main" id="{B6B7FCF0-0B6F-BD3A-D00C-9505190CB46E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71025"/>
              <a:ext cx="30333" cy="2582"/>
            </a:xfrm>
            <a:custGeom>
              <a:avLst/>
              <a:gdLst/>
              <a:ahLst/>
              <a:cxnLst/>
              <a:rect l="0" t="0" r="0" b="0"/>
              <a:pathLst>
                <a:path w="30333" h="2582">
                  <a:moveTo>
                    <a:pt x="0" y="2582"/>
                  </a:moveTo>
                  <a:lnTo>
                    <a:pt x="30333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4" name="Output_receptor__5613">
              <a:extLst>
                <a:ext uri="{FF2B5EF4-FFF2-40B4-BE49-F238E27FC236}">
                  <a16:creationId xmlns:a16="http://schemas.microsoft.com/office/drawing/2014/main" id="{76788353-BA81-899D-24A7-8770D9B42901}"/>
                </a:ext>
              </a:extLst>
            </p:cNvPr>
            <p:cNvSpPr>
              <a:spLocks noGrp="1"/>
            </p:cNvSpPr>
            <p:nvPr/>
          </p:nvSpPr>
          <p:spPr>
            <a:xfrm>
              <a:off x="14930425" y="3219068"/>
              <a:ext cx="14800" cy="62394"/>
            </a:xfrm>
            <a:custGeom>
              <a:avLst/>
              <a:gdLst/>
              <a:ahLst/>
              <a:cxnLst/>
              <a:rect l="0" t="0" r="0" b="0"/>
              <a:pathLst>
                <a:path w="14800" h="62394">
                  <a:moveTo>
                    <a:pt x="14800" y="623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5" name="Output_receptor__5614">
              <a:extLst>
                <a:ext uri="{FF2B5EF4-FFF2-40B4-BE49-F238E27FC236}">
                  <a16:creationId xmlns:a16="http://schemas.microsoft.com/office/drawing/2014/main" id="{C075B84D-8F66-4367-BC61-CC2E487CE95D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6713" cy="14737"/>
            </a:xfrm>
            <a:custGeom>
              <a:avLst/>
              <a:gdLst/>
              <a:ahLst/>
              <a:cxnLst/>
              <a:rect l="0" t="0" r="0" b="0"/>
              <a:pathLst>
                <a:path w="6713" h="14737">
                  <a:moveTo>
                    <a:pt x="6713" y="14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6" name="Output_receptor__5615">
              <a:extLst>
                <a:ext uri="{FF2B5EF4-FFF2-40B4-BE49-F238E27FC236}">
                  <a16:creationId xmlns:a16="http://schemas.microsoft.com/office/drawing/2014/main" id="{C0D944C9-B845-2537-008F-4A7D37F61DB8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65726"/>
              <a:ext cx="8433" cy="70092"/>
            </a:xfrm>
            <a:custGeom>
              <a:avLst/>
              <a:gdLst/>
              <a:ahLst/>
              <a:cxnLst/>
              <a:rect l="0" t="0" r="0" b="0"/>
              <a:pathLst>
                <a:path w="8433" h="70092">
                  <a:moveTo>
                    <a:pt x="8433" y="70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7" name="Output_receptor__5616">
              <a:extLst>
                <a:ext uri="{FF2B5EF4-FFF2-40B4-BE49-F238E27FC236}">
                  <a16:creationId xmlns:a16="http://schemas.microsoft.com/office/drawing/2014/main" id="{023BD129-901F-568D-F265-DCD842CAE4B6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14885" cy="36072"/>
            </a:xfrm>
            <a:custGeom>
              <a:avLst/>
              <a:gdLst/>
              <a:ahLst/>
              <a:cxnLst/>
              <a:rect l="0" t="0" r="0" b="0"/>
              <a:pathLst>
                <a:path w="14885" h="36072">
                  <a:moveTo>
                    <a:pt x="0" y="0"/>
                  </a:moveTo>
                  <a:lnTo>
                    <a:pt x="14885" y="36072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8" name="Output_receptor__5617">
              <a:extLst>
                <a:ext uri="{FF2B5EF4-FFF2-40B4-BE49-F238E27FC236}">
                  <a16:creationId xmlns:a16="http://schemas.microsoft.com/office/drawing/2014/main" id="{00F5B685-C109-A443-339D-E38444430FB9}"/>
                </a:ext>
              </a:extLst>
            </p:cNvPr>
            <p:cNvSpPr>
              <a:spLocks noGrp="1"/>
            </p:cNvSpPr>
            <p:nvPr/>
          </p:nvSpPr>
          <p:spPr>
            <a:xfrm>
              <a:off x="15517555" y="2848661"/>
              <a:ext cx="36229" cy="44406"/>
            </a:xfrm>
            <a:custGeom>
              <a:avLst/>
              <a:gdLst/>
              <a:ahLst/>
              <a:cxnLst/>
              <a:rect l="0" t="0" r="0" b="0"/>
              <a:pathLst>
                <a:path w="36229" h="44406">
                  <a:moveTo>
                    <a:pt x="36229" y="0"/>
                  </a:moveTo>
                  <a:lnTo>
                    <a:pt x="0" y="44406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9" name="Output_receptor__5618">
              <a:extLst>
                <a:ext uri="{FF2B5EF4-FFF2-40B4-BE49-F238E27FC236}">
                  <a16:creationId xmlns:a16="http://schemas.microsoft.com/office/drawing/2014/main" id="{4C18ABFF-248F-DBA0-5E52-3252D277DA7F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71923"/>
              <a:ext cx="27234" cy="66568"/>
            </a:xfrm>
            <a:custGeom>
              <a:avLst/>
              <a:gdLst/>
              <a:ahLst/>
              <a:cxnLst/>
              <a:rect l="0" t="0" r="0" b="0"/>
              <a:pathLst>
                <a:path w="27234" h="66568">
                  <a:moveTo>
                    <a:pt x="0" y="0"/>
                  </a:moveTo>
                  <a:lnTo>
                    <a:pt x="27234" y="66568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0" name="Output_receptor__5619">
              <a:extLst>
                <a:ext uri="{FF2B5EF4-FFF2-40B4-BE49-F238E27FC236}">
                  <a16:creationId xmlns:a16="http://schemas.microsoft.com/office/drawing/2014/main" id="{4F0931A5-9855-8A36-90CB-1AF7E3209473}"/>
                </a:ext>
              </a:extLst>
            </p:cNvPr>
            <p:cNvSpPr>
              <a:spLocks noGrp="1"/>
            </p:cNvSpPr>
            <p:nvPr/>
          </p:nvSpPr>
          <p:spPr>
            <a:xfrm>
              <a:off x="15215807" y="3587000"/>
              <a:ext cx="25499" cy="43788"/>
            </a:xfrm>
            <a:custGeom>
              <a:avLst/>
              <a:gdLst/>
              <a:ahLst/>
              <a:cxnLst/>
              <a:rect l="0" t="0" r="0" b="0"/>
              <a:pathLst>
                <a:path w="25499" h="43788">
                  <a:moveTo>
                    <a:pt x="25499" y="0"/>
                  </a:moveTo>
                  <a:lnTo>
                    <a:pt x="0" y="43788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21" name="Output_receptor__5620">
              <a:extLst>
                <a:ext uri="{FF2B5EF4-FFF2-40B4-BE49-F238E27FC236}">
                  <a16:creationId xmlns:a16="http://schemas.microsoft.com/office/drawing/2014/main" id="{85E28E5D-766F-9D90-9640-DAD1FE64BD49}"/>
                </a:ext>
              </a:extLst>
            </p:cNvPr>
            <p:cNvSpPr>
              <a:spLocks noGrp="1"/>
            </p:cNvSpPr>
            <p:nvPr/>
          </p:nvSpPr>
          <p:spPr>
            <a:xfrm>
              <a:off x="16256784" y="2456834"/>
              <a:ext cx="41175" cy="42754"/>
            </a:xfrm>
            <a:custGeom>
              <a:avLst/>
              <a:gdLst/>
              <a:ahLst/>
              <a:cxnLst/>
              <a:rect l="0" t="0" r="0" b="0"/>
              <a:pathLst>
                <a:path w="41175" h="42754">
                  <a:moveTo>
                    <a:pt x="41175" y="0"/>
                  </a:moveTo>
                  <a:lnTo>
                    <a:pt x="0" y="42754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2" name="Output_receptor__5621">
              <a:extLst>
                <a:ext uri="{FF2B5EF4-FFF2-40B4-BE49-F238E27FC236}">
                  <a16:creationId xmlns:a16="http://schemas.microsoft.com/office/drawing/2014/main" id="{E38A1707-9C0C-5414-D7C9-CC642D11FB97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084384"/>
              <a:ext cx="31319" cy="63639"/>
            </a:xfrm>
            <a:custGeom>
              <a:avLst/>
              <a:gdLst/>
              <a:ahLst/>
              <a:cxnLst/>
              <a:rect l="0" t="0" r="0" b="0"/>
              <a:pathLst>
                <a:path w="31319" h="63639">
                  <a:moveTo>
                    <a:pt x="0" y="63639"/>
                  </a:moveTo>
                  <a:lnTo>
                    <a:pt x="3131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3" name="Output_receptor__5622">
              <a:extLst>
                <a:ext uri="{FF2B5EF4-FFF2-40B4-BE49-F238E27FC236}">
                  <a16:creationId xmlns:a16="http://schemas.microsoft.com/office/drawing/2014/main" id="{6E175C3C-AA69-BA79-DB08-B49E0D151319}"/>
                </a:ext>
              </a:extLst>
            </p:cNvPr>
            <p:cNvSpPr>
              <a:spLocks noGrp="1"/>
            </p:cNvSpPr>
            <p:nvPr/>
          </p:nvSpPr>
          <p:spPr>
            <a:xfrm>
              <a:off x="16167953" y="3132291"/>
              <a:ext cx="3551" cy="31637"/>
            </a:xfrm>
            <a:custGeom>
              <a:avLst/>
              <a:gdLst/>
              <a:ahLst/>
              <a:cxnLst/>
              <a:rect l="0" t="0" r="0" b="0"/>
              <a:pathLst>
                <a:path w="3551" h="31637">
                  <a:moveTo>
                    <a:pt x="3551" y="0"/>
                  </a:moveTo>
                  <a:lnTo>
                    <a:pt x="0" y="3163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4" name="Output_receptor__5623">
              <a:extLst>
                <a:ext uri="{FF2B5EF4-FFF2-40B4-BE49-F238E27FC236}">
                  <a16:creationId xmlns:a16="http://schemas.microsoft.com/office/drawing/2014/main" id="{0F2E78B6-1E19-8B7F-19AC-1E425EF741E8}"/>
                </a:ext>
              </a:extLst>
            </p:cNvPr>
            <p:cNvSpPr>
              <a:spLocks noGrp="1"/>
            </p:cNvSpPr>
            <p:nvPr/>
          </p:nvSpPr>
          <p:spPr>
            <a:xfrm>
              <a:off x="15710061" y="2628758"/>
              <a:ext cx="52121" cy="44123"/>
            </a:xfrm>
            <a:custGeom>
              <a:avLst/>
              <a:gdLst/>
              <a:ahLst/>
              <a:cxnLst/>
              <a:rect l="0" t="0" r="0" b="0"/>
              <a:pathLst>
                <a:path w="52121" h="44123">
                  <a:moveTo>
                    <a:pt x="0" y="44123"/>
                  </a:moveTo>
                  <a:lnTo>
                    <a:pt x="52121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5" name="Output_receptor__5624">
              <a:extLst>
                <a:ext uri="{FF2B5EF4-FFF2-40B4-BE49-F238E27FC236}">
                  <a16:creationId xmlns:a16="http://schemas.microsoft.com/office/drawing/2014/main" id="{9F188BE1-A8E9-F939-C61C-7DAA08C13C72}"/>
                </a:ext>
              </a:extLst>
            </p:cNvPr>
            <p:cNvSpPr>
              <a:spLocks noGrp="1"/>
            </p:cNvSpPr>
            <p:nvPr/>
          </p:nvSpPr>
          <p:spPr>
            <a:xfrm>
              <a:off x="15668796" y="2571192"/>
              <a:ext cx="4202" cy="32108"/>
            </a:xfrm>
            <a:custGeom>
              <a:avLst/>
              <a:gdLst/>
              <a:ahLst/>
              <a:cxnLst/>
              <a:rect l="0" t="0" r="0" b="0"/>
              <a:pathLst>
                <a:path w="4202" h="32108">
                  <a:moveTo>
                    <a:pt x="0" y="0"/>
                  </a:moveTo>
                  <a:lnTo>
                    <a:pt x="4202" y="321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6" name="Output_receptor__5625">
              <a:extLst>
                <a:ext uri="{FF2B5EF4-FFF2-40B4-BE49-F238E27FC236}">
                  <a16:creationId xmlns:a16="http://schemas.microsoft.com/office/drawing/2014/main" id="{DDACB6FC-9AE0-5E67-A751-9D5ADADB7451}"/>
                </a:ext>
              </a:extLst>
            </p:cNvPr>
            <p:cNvSpPr>
              <a:spLocks noGrp="1"/>
            </p:cNvSpPr>
            <p:nvPr/>
          </p:nvSpPr>
          <p:spPr>
            <a:xfrm>
              <a:off x="15876517" y="3056359"/>
              <a:ext cx="69677" cy="8708"/>
            </a:xfrm>
            <a:custGeom>
              <a:avLst/>
              <a:gdLst/>
              <a:ahLst/>
              <a:cxnLst/>
              <a:rect l="0" t="0" r="0" b="0"/>
              <a:pathLst>
                <a:path w="69677" h="8708">
                  <a:moveTo>
                    <a:pt x="0" y="0"/>
                  </a:moveTo>
                  <a:lnTo>
                    <a:pt x="69677" y="87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7" name="Output_receptor__5626">
              <a:extLst>
                <a:ext uri="{FF2B5EF4-FFF2-40B4-BE49-F238E27FC236}">
                  <a16:creationId xmlns:a16="http://schemas.microsoft.com/office/drawing/2014/main" id="{94272316-30EA-CA4E-B8AD-A67C45F2C053}"/>
                </a:ext>
              </a:extLst>
            </p:cNvPr>
            <p:cNvSpPr>
              <a:spLocks noGrp="1"/>
            </p:cNvSpPr>
            <p:nvPr/>
          </p:nvSpPr>
          <p:spPr>
            <a:xfrm>
              <a:off x="15663999" y="2849055"/>
              <a:ext cx="40545" cy="58890"/>
            </a:xfrm>
            <a:custGeom>
              <a:avLst/>
              <a:gdLst/>
              <a:ahLst/>
              <a:cxnLst/>
              <a:rect l="0" t="0" r="0" b="0"/>
              <a:pathLst>
                <a:path w="40545" h="58890">
                  <a:moveTo>
                    <a:pt x="40545" y="588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8" name="Output_receptor__5627">
              <a:extLst>
                <a:ext uri="{FF2B5EF4-FFF2-40B4-BE49-F238E27FC236}">
                  <a16:creationId xmlns:a16="http://schemas.microsoft.com/office/drawing/2014/main" id="{AAAFADCE-02CD-C01B-E408-26F1F629F732}"/>
                </a:ext>
              </a:extLst>
            </p:cNvPr>
            <p:cNvSpPr>
              <a:spLocks noGrp="1"/>
            </p:cNvSpPr>
            <p:nvPr/>
          </p:nvSpPr>
          <p:spPr>
            <a:xfrm>
              <a:off x="15534213" y="3260682"/>
              <a:ext cx="50555" cy="50408"/>
            </a:xfrm>
            <a:custGeom>
              <a:avLst/>
              <a:gdLst/>
              <a:ahLst/>
              <a:cxnLst/>
              <a:rect l="0" t="0" r="0" b="0"/>
              <a:pathLst>
                <a:path w="50555" h="50408">
                  <a:moveTo>
                    <a:pt x="0" y="0"/>
                  </a:moveTo>
                  <a:lnTo>
                    <a:pt x="50555" y="5040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9" name="Output_receptor__5628">
              <a:extLst>
                <a:ext uri="{FF2B5EF4-FFF2-40B4-BE49-F238E27FC236}">
                  <a16:creationId xmlns:a16="http://schemas.microsoft.com/office/drawing/2014/main" id="{35B13BC7-6E77-E3A2-A745-64C2A0EA918B}"/>
                </a:ext>
              </a:extLst>
            </p:cNvPr>
            <p:cNvSpPr>
              <a:spLocks noGrp="1"/>
            </p:cNvSpPr>
            <p:nvPr/>
          </p:nvSpPr>
          <p:spPr>
            <a:xfrm>
              <a:off x="16297959" y="2409559"/>
              <a:ext cx="42571" cy="47275"/>
            </a:xfrm>
            <a:custGeom>
              <a:avLst/>
              <a:gdLst/>
              <a:ahLst/>
              <a:cxnLst/>
              <a:rect l="0" t="0" r="0" b="0"/>
              <a:pathLst>
                <a:path w="42571" h="47275">
                  <a:moveTo>
                    <a:pt x="42571" y="0"/>
                  </a:moveTo>
                  <a:lnTo>
                    <a:pt x="0" y="47275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0" name="Output_receptor__5629">
              <a:extLst>
                <a:ext uri="{FF2B5EF4-FFF2-40B4-BE49-F238E27FC236}">
                  <a16:creationId xmlns:a16="http://schemas.microsoft.com/office/drawing/2014/main" id="{6853A7E3-99E6-2419-07D9-152E219AFAE9}"/>
                </a:ext>
              </a:extLst>
            </p:cNvPr>
            <p:cNvSpPr>
              <a:spLocks noGrp="1"/>
            </p:cNvSpPr>
            <p:nvPr/>
          </p:nvSpPr>
          <p:spPr>
            <a:xfrm>
              <a:off x="15439205" y="3512129"/>
              <a:ext cx="11949" cy="49514"/>
            </a:xfrm>
            <a:custGeom>
              <a:avLst/>
              <a:gdLst/>
              <a:ahLst/>
              <a:cxnLst/>
              <a:rect l="0" t="0" r="0" b="0"/>
              <a:pathLst>
                <a:path w="11949" h="49514">
                  <a:moveTo>
                    <a:pt x="11949" y="495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1" name="Output_receptor__5630">
              <a:extLst>
                <a:ext uri="{FF2B5EF4-FFF2-40B4-BE49-F238E27FC236}">
                  <a16:creationId xmlns:a16="http://schemas.microsoft.com/office/drawing/2014/main" id="{231C52B4-0B70-0A33-3B0E-51FA40BCA90D}"/>
                </a:ext>
              </a:extLst>
            </p:cNvPr>
            <p:cNvSpPr>
              <a:spLocks noGrp="1"/>
            </p:cNvSpPr>
            <p:nvPr/>
          </p:nvSpPr>
          <p:spPr>
            <a:xfrm>
              <a:off x="15501278" y="2639863"/>
              <a:ext cx="54465" cy="30692"/>
            </a:xfrm>
            <a:custGeom>
              <a:avLst/>
              <a:gdLst/>
              <a:ahLst/>
              <a:cxnLst/>
              <a:rect l="0" t="0" r="0" b="0"/>
              <a:pathLst>
                <a:path w="54465" h="30692">
                  <a:moveTo>
                    <a:pt x="54465" y="306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2" name="Output_receptor__5631">
              <a:extLst>
                <a:ext uri="{FF2B5EF4-FFF2-40B4-BE49-F238E27FC236}">
                  <a16:creationId xmlns:a16="http://schemas.microsoft.com/office/drawing/2014/main" id="{0C840EE9-C3DD-39B4-736B-92198C1AF9AC}"/>
                </a:ext>
              </a:extLst>
            </p:cNvPr>
            <p:cNvSpPr>
              <a:spLocks noGrp="1"/>
            </p:cNvSpPr>
            <p:nvPr/>
          </p:nvSpPr>
          <p:spPr>
            <a:xfrm>
              <a:off x="16024040" y="3006190"/>
              <a:ext cx="52022" cy="6123"/>
            </a:xfrm>
            <a:custGeom>
              <a:avLst/>
              <a:gdLst/>
              <a:ahLst/>
              <a:cxnLst/>
              <a:rect l="0" t="0" r="0" b="0"/>
              <a:pathLst>
                <a:path w="52022" h="6123">
                  <a:moveTo>
                    <a:pt x="52022" y="61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3" name="Output_receptor__5632">
              <a:extLst>
                <a:ext uri="{FF2B5EF4-FFF2-40B4-BE49-F238E27FC236}">
                  <a16:creationId xmlns:a16="http://schemas.microsoft.com/office/drawing/2014/main" id="{A9077B9A-2C0A-F1E9-32F7-28C345292BF6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47349"/>
              <a:ext cx="11957" cy="47815"/>
            </a:xfrm>
            <a:custGeom>
              <a:avLst/>
              <a:gdLst/>
              <a:ahLst/>
              <a:cxnLst/>
              <a:rect l="0" t="0" r="0" b="0"/>
              <a:pathLst>
                <a:path w="11957" h="47815">
                  <a:moveTo>
                    <a:pt x="11957" y="0"/>
                  </a:moveTo>
                  <a:lnTo>
                    <a:pt x="0" y="4781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4" name="Output_receptor__5633">
              <a:extLst>
                <a:ext uri="{FF2B5EF4-FFF2-40B4-BE49-F238E27FC236}">
                  <a16:creationId xmlns:a16="http://schemas.microsoft.com/office/drawing/2014/main" id="{1215AB38-911A-D7CA-A521-DBC2D64BAAFC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73271"/>
              <a:ext cx="32548" cy="1984"/>
            </a:xfrm>
            <a:custGeom>
              <a:avLst/>
              <a:gdLst/>
              <a:ahLst/>
              <a:cxnLst/>
              <a:rect l="0" t="0" r="0" b="0"/>
              <a:pathLst>
                <a:path w="32548" h="1984">
                  <a:moveTo>
                    <a:pt x="0" y="0"/>
                  </a:moveTo>
                  <a:lnTo>
                    <a:pt x="32548" y="19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5" name="Output_receptor__5634">
              <a:extLst>
                <a:ext uri="{FF2B5EF4-FFF2-40B4-BE49-F238E27FC236}">
                  <a16:creationId xmlns:a16="http://schemas.microsoft.com/office/drawing/2014/main" id="{8F9BE37F-1047-76B7-A101-D33A2DCBAC18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769121"/>
              <a:ext cx="14480" cy="70806"/>
            </a:xfrm>
            <a:custGeom>
              <a:avLst/>
              <a:gdLst/>
              <a:ahLst/>
              <a:cxnLst/>
              <a:rect l="0" t="0" r="0" b="0"/>
              <a:pathLst>
                <a:path w="14480" h="70806">
                  <a:moveTo>
                    <a:pt x="0" y="70806"/>
                  </a:moveTo>
                  <a:lnTo>
                    <a:pt x="1448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6" name="Output_receptor__5635">
              <a:extLst>
                <a:ext uri="{FF2B5EF4-FFF2-40B4-BE49-F238E27FC236}">
                  <a16:creationId xmlns:a16="http://schemas.microsoft.com/office/drawing/2014/main" id="{F0DBB0F6-91D0-283D-87DB-D1DB3017DD1A}"/>
                </a:ext>
              </a:extLst>
            </p:cNvPr>
            <p:cNvSpPr>
              <a:spLocks noGrp="1"/>
            </p:cNvSpPr>
            <p:nvPr/>
          </p:nvSpPr>
          <p:spPr>
            <a:xfrm>
              <a:off x="14945225" y="3281462"/>
              <a:ext cx="32236" cy="26387"/>
            </a:xfrm>
            <a:custGeom>
              <a:avLst/>
              <a:gdLst/>
              <a:ahLst/>
              <a:cxnLst/>
              <a:rect l="0" t="0" r="0" b="0"/>
              <a:pathLst>
                <a:path w="32236" h="26387">
                  <a:moveTo>
                    <a:pt x="32236" y="263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7" name="Output_receptor__5636">
              <a:extLst>
                <a:ext uri="{FF2B5EF4-FFF2-40B4-BE49-F238E27FC236}">
                  <a16:creationId xmlns:a16="http://schemas.microsoft.com/office/drawing/2014/main" id="{05BD9B8F-ACDC-F725-8E5B-7E11C04E93B9}"/>
                </a:ext>
              </a:extLst>
            </p:cNvPr>
            <p:cNvSpPr>
              <a:spLocks noGrp="1"/>
            </p:cNvSpPr>
            <p:nvPr/>
          </p:nvSpPr>
          <p:spPr>
            <a:xfrm>
              <a:off x="16328063" y="2357156"/>
              <a:ext cx="12467" cy="52403"/>
            </a:xfrm>
            <a:custGeom>
              <a:avLst/>
              <a:gdLst/>
              <a:ahLst/>
              <a:cxnLst/>
              <a:rect l="0" t="0" r="0" b="0"/>
              <a:pathLst>
                <a:path w="12467" h="52403">
                  <a:moveTo>
                    <a:pt x="0" y="0"/>
                  </a:moveTo>
                  <a:lnTo>
                    <a:pt x="12467" y="524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8" name="Output_receptor__5637">
              <a:extLst>
                <a:ext uri="{FF2B5EF4-FFF2-40B4-BE49-F238E27FC236}">
                  <a16:creationId xmlns:a16="http://schemas.microsoft.com/office/drawing/2014/main" id="{071F25DB-6339-1C8F-75C7-9C22629D0B1F}"/>
                </a:ext>
              </a:extLst>
            </p:cNvPr>
            <p:cNvSpPr>
              <a:spLocks noGrp="1"/>
            </p:cNvSpPr>
            <p:nvPr/>
          </p:nvSpPr>
          <p:spPr>
            <a:xfrm>
              <a:off x="15772034" y="3084384"/>
              <a:ext cx="62563" cy="35119"/>
            </a:xfrm>
            <a:custGeom>
              <a:avLst/>
              <a:gdLst/>
              <a:ahLst/>
              <a:cxnLst/>
              <a:rect l="0" t="0" r="0" b="0"/>
              <a:pathLst>
                <a:path w="62563" h="35119">
                  <a:moveTo>
                    <a:pt x="0" y="0"/>
                  </a:moveTo>
                  <a:lnTo>
                    <a:pt x="62563" y="35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9" name="Output_receptor__5638">
              <a:extLst>
                <a:ext uri="{FF2B5EF4-FFF2-40B4-BE49-F238E27FC236}">
                  <a16:creationId xmlns:a16="http://schemas.microsoft.com/office/drawing/2014/main" id="{AA9D99EC-8DA7-747D-046A-494AE70567AD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39549" cy="52612"/>
            </a:xfrm>
            <a:custGeom>
              <a:avLst/>
              <a:gdLst/>
              <a:ahLst/>
              <a:cxnLst/>
              <a:rect l="0" t="0" r="0" b="0"/>
              <a:pathLst>
                <a:path w="39549" h="52612">
                  <a:moveTo>
                    <a:pt x="39549" y="52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0" name="Output_receptor__5639">
              <a:extLst>
                <a:ext uri="{FF2B5EF4-FFF2-40B4-BE49-F238E27FC236}">
                  <a16:creationId xmlns:a16="http://schemas.microsoft.com/office/drawing/2014/main" id="{90E6F406-25A6-B282-1684-1913CF7E4890}"/>
                </a:ext>
              </a:extLst>
            </p:cNvPr>
            <p:cNvSpPr>
              <a:spLocks noGrp="1"/>
            </p:cNvSpPr>
            <p:nvPr/>
          </p:nvSpPr>
          <p:spPr>
            <a:xfrm>
              <a:off x="15299757" y="3569730"/>
              <a:ext cx="11717" cy="71451"/>
            </a:xfrm>
            <a:custGeom>
              <a:avLst/>
              <a:gdLst/>
              <a:ahLst/>
              <a:cxnLst/>
              <a:rect l="0" t="0" r="0" b="0"/>
              <a:pathLst>
                <a:path w="11717" h="71451">
                  <a:moveTo>
                    <a:pt x="11717" y="71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1" name="Output_receptor__5640">
              <a:extLst>
                <a:ext uri="{FF2B5EF4-FFF2-40B4-BE49-F238E27FC236}">
                  <a16:creationId xmlns:a16="http://schemas.microsoft.com/office/drawing/2014/main" id="{FA5D7111-F2FA-5487-D16F-E03B149BB663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15215"/>
              <a:ext cx="31657" cy="20534"/>
            </a:xfrm>
            <a:custGeom>
              <a:avLst/>
              <a:gdLst/>
              <a:ahLst/>
              <a:cxnLst/>
              <a:rect l="0" t="0" r="0" b="0"/>
              <a:pathLst>
                <a:path w="31657" h="20534">
                  <a:moveTo>
                    <a:pt x="0" y="20534"/>
                  </a:moveTo>
                  <a:lnTo>
                    <a:pt x="3165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2" name="Output_receptor__5641">
              <a:extLst>
                <a:ext uri="{FF2B5EF4-FFF2-40B4-BE49-F238E27FC236}">
                  <a16:creationId xmlns:a16="http://schemas.microsoft.com/office/drawing/2014/main" id="{4F786559-9DE3-5FCA-B2CD-8133C225E868}"/>
                </a:ext>
              </a:extLst>
            </p:cNvPr>
            <p:cNvSpPr>
              <a:spLocks noGrp="1"/>
            </p:cNvSpPr>
            <p:nvPr/>
          </p:nvSpPr>
          <p:spPr>
            <a:xfrm>
              <a:off x="15598385" y="2899865"/>
              <a:ext cx="12184" cy="31236"/>
            </a:xfrm>
            <a:custGeom>
              <a:avLst/>
              <a:gdLst/>
              <a:ahLst/>
              <a:cxnLst/>
              <a:rect l="0" t="0" r="0" b="0"/>
              <a:pathLst>
                <a:path w="12184" h="31236">
                  <a:moveTo>
                    <a:pt x="12184" y="312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3" name="Output_receptor__5642">
              <a:extLst>
                <a:ext uri="{FF2B5EF4-FFF2-40B4-BE49-F238E27FC236}">
                  <a16:creationId xmlns:a16="http://schemas.microsoft.com/office/drawing/2014/main" id="{B934DBA5-DC78-4BC0-6A4B-8A873D4CFC28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26556"/>
              <a:ext cx="57498" cy="39170"/>
            </a:xfrm>
            <a:custGeom>
              <a:avLst/>
              <a:gdLst/>
              <a:ahLst/>
              <a:cxnLst/>
              <a:rect l="0" t="0" r="0" b="0"/>
              <a:pathLst>
                <a:path w="57498" h="39170">
                  <a:moveTo>
                    <a:pt x="0" y="39170"/>
                  </a:moveTo>
                  <a:lnTo>
                    <a:pt x="5749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4" name="Output_receptor__5643">
              <a:extLst>
                <a:ext uri="{FF2B5EF4-FFF2-40B4-BE49-F238E27FC236}">
                  <a16:creationId xmlns:a16="http://schemas.microsoft.com/office/drawing/2014/main" id="{B61BF5F1-3364-3579-B1EF-F112493218E2}"/>
                </a:ext>
              </a:extLst>
            </p:cNvPr>
            <p:cNvSpPr>
              <a:spLocks noGrp="1"/>
            </p:cNvSpPr>
            <p:nvPr/>
          </p:nvSpPr>
          <p:spPr>
            <a:xfrm>
              <a:off x="15381934" y="3253228"/>
              <a:ext cx="55627" cy="36860"/>
            </a:xfrm>
            <a:custGeom>
              <a:avLst/>
              <a:gdLst/>
              <a:ahLst/>
              <a:cxnLst/>
              <a:rect l="0" t="0" r="0" b="0"/>
              <a:pathLst>
                <a:path w="55627" h="36860">
                  <a:moveTo>
                    <a:pt x="55627" y="0"/>
                  </a:moveTo>
                  <a:lnTo>
                    <a:pt x="0" y="368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5" name="Output_receptor__5644">
              <a:extLst>
                <a:ext uri="{FF2B5EF4-FFF2-40B4-BE49-F238E27FC236}">
                  <a16:creationId xmlns:a16="http://schemas.microsoft.com/office/drawing/2014/main" id="{4C60FCF6-26DE-79C2-9866-661B3F119173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31073"/>
              <a:ext cx="25162" cy="17243"/>
            </a:xfrm>
            <a:custGeom>
              <a:avLst/>
              <a:gdLst/>
              <a:ahLst/>
              <a:cxnLst/>
              <a:rect l="0" t="0" r="0" b="0"/>
              <a:pathLst>
                <a:path w="25162" h="17243">
                  <a:moveTo>
                    <a:pt x="25162" y="0"/>
                  </a:moveTo>
                  <a:lnTo>
                    <a:pt x="0" y="172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6" name="Output_receptor__5645">
              <a:extLst>
                <a:ext uri="{FF2B5EF4-FFF2-40B4-BE49-F238E27FC236}">
                  <a16:creationId xmlns:a16="http://schemas.microsoft.com/office/drawing/2014/main" id="{F0FAE0D5-9081-3F3F-89A3-26BB93C5BDAD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3379531"/>
              <a:ext cx="58880" cy="33101"/>
            </a:xfrm>
            <a:custGeom>
              <a:avLst/>
              <a:gdLst/>
              <a:ahLst/>
              <a:cxnLst/>
              <a:rect l="0" t="0" r="0" b="0"/>
              <a:pathLst>
                <a:path w="58880" h="33101">
                  <a:moveTo>
                    <a:pt x="0" y="0"/>
                  </a:moveTo>
                  <a:lnTo>
                    <a:pt x="58880" y="3310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7" name="Output_receptor__5646">
              <a:extLst>
                <a:ext uri="{FF2B5EF4-FFF2-40B4-BE49-F238E27FC236}">
                  <a16:creationId xmlns:a16="http://schemas.microsoft.com/office/drawing/2014/main" id="{8F26D54B-2C54-3378-F2D8-875B363F655B}"/>
                </a:ext>
              </a:extLst>
            </p:cNvPr>
            <p:cNvSpPr>
              <a:spLocks noGrp="1"/>
            </p:cNvSpPr>
            <p:nvPr/>
          </p:nvSpPr>
          <p:spPr>
            <a:xfrm>
              <a:off x="15451154" y="3561643"/>
              <a:ext cx="59838" cy="29881"/>
            </a:xfrm>
            <a:custGeom>
              <a:avLst/>
              <a:gdLst/>
              <a:ahLst/>
              <a:cxnLst/>
              <a:rect l="0" t="0" r="0" b="0"/>
              <a:pathLst>
                <a:path w="59838" h="29881">
                  <a:moveTo>
                    <a:pt x="59838" y="298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8" name="Output_receptor__5647">
              <a:extLst>
                <a:ext uri="{FF2B5EF4-FFF2-40B4-BE49-F238E27FC236}">
                  <a16:creationId xmlns:a16="http://schemas.microsoft.com/office/drawing/2014/main" id="{A05CBDC4-5F39-8599-3B6A-EBC71C39F444}"/>
                </a:ext>
              </a:extLst>
            </p:cNvPr>
            <p:cNvSpPr>
              <a:spLocks noGrp="1"/>
            </p:cNvSpPr>
            <p:nvPr/>
          </p:nvSpPr>
          <p:spPr>
            <a:xfrm>
              <a:off x="16163060" y="3362295"/>
              <a:ext cx="51763" cy="44333"/>
            </a:xfrm>
            <a:custGeom>
              <a:avLst/>
              <a:gdLst/>
              <a:ahLst/>
              <a:cxnLst/>
              <a:rect l="0" t="0" r="0" b="0"/>
              <a:pathLst>
                <a:path w="51763" h="44333">
                  <a:moveTo>
                    <a:pt x="51763" y="0"/>
                  </a:moveTo>
                  <a:lnTo>
                    <a:pt x="0" y="4433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9" name="Output_receptor__5648">
              <a:extLst>
                <a:ext uri="{FF2B5EF4-FFF2-40B4-BE49-F238E27FC236}">
                  <a16:creationId xmlns:a16="http://schemas.microsoft.com/office/drawing/2014/main" id="{015129D9-192D-5C41-19C9-247C39DF20D8}"/>
                </a:ext>
              </a:extLst>
            </p:cNvPr>
            <p:cNvSpPr>
              <a:spLocks noGrp="1"/>
            </p:cNvSpPr>
            <p:nvPr/>
          </p:nvSpPr>
          <p:spPr>
            <a:xfrm>
              <a:off x="15605115" y="3471025"/>
              <a:ext cx="49073" cy="49841"/>
            </a:xfrm>
            <a:custGeom>
              <a:avLst/>
              <a:gdLst/>
              <a:ahLst/>
              <a:cxnLst/>
              <a:rect l="0" t="0" r="0" b="0"/>
              <a:pathLst>
                <a:path w="49073" h="49841">
                  <a:moveTo>
                    <a:pt x="0" y="0"/>
                  </a:moveTo>
                  <a:lnTo>
                    <a:pt x="49073" y="4984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0" name="Output_receptor__5649">
              <a:extLst>
                <a:ext uri="{FF2B5EF4-FFF2-40B4-BE49-F238E27FC236}">
                  <a16:creationId xmlns:a16="http://schemas.microsoft.com/office/drawing/2014/main" id="{FEA0F064-65EF-19FA-AD68-1ADF92432A9E}"/>
                </a:ext>
              </a:extLst>
            </p:cNvPr>
            <p:cNvSpPr>
              <a:spLocks noGrp="1"/>
            </p:cNvSpPr>
            <p:nvPr/>
          </p:nvSpPr>
          <p:spPr>
            <a:xfrm>
              <a:off x="15995665" y="3195756"/>
              <a:ext cx="12012" cy="32520"/>
            </a:xfrm>
            <a:custGeom>
              <a:avLst/>
              <a:gdLst/>
              <a:ahLst/>
              <a:cxnLst/>
              <a:rect l="0" t="0" r="0" b="0"/>
              <a:pathLst>
                <a:path w="12012" h="32520">
                  <a:moveTo>
                    <a:pt x="12012" y="0"/>
                  </a:moveTo>
                  <a:lnTo>
                    <a:pt x="0" y="325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1" name="Output_receptor__5650">
              <a:extLst>
                <a:ext uri="{FF2B5EF4-FFF2-40B4-BE49-F238E27FC236}">
                  <a16:creationId xmlns:a16="http://schemas.microsoft.com/office/drawing/2014/main" id="{917782BA-772D-B0C5-4E43-72A7D7D7683E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724254"/>
              <a:ext cx="68790" cy="23038"/>
            </a:xfrm>
            <a:custGeom>
              <a:avLst/>
              <a:gdLst/>
              <a:ahLst/>
              <a:cxnLst/>
              <a:rect l="0" t="0" r="0" b="0"/>
              <a:pathLst>
                <a:path w="68790" h="23038">
                  <a:moveTo>
                    <a:pt x="0" y="0"/>
                  </a:moveTo>
                  <a:lnTo>
                    <a:pt x="68790" y="230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2" name="Output_receptor__5651">
              <a:extLst>
                <a:ext uri="{FF2B5EF4-FFF2-40B4-BE49-F238E27FC236}">
                  <a16:creationId xmlns:a16="http://schemas.microsoft.com/office/drawing/2014/main" id="{49CC0D06-761B-E557-B95C-3A83D99A39C9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418888"/>
              <a:ext cx="8647" cy="33066"/>
            </a:xfrm>
            <a:custGeom>
              <a:avLst/>
              <a:gdLst/>
              <a:ahLst/>
              <a:cxnLst/>
              <a:rect l="0" t="0" r="0" b="0"/>
              <a:pathLst>
                <a:path w="8647" h="33066">
                  <a:moveTo>
                    <a:pt x="0" y="33066"/>
                  </a:moveTo>
                  <a:lnTo>
                    <a:pt x="864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3" name="Output_receptor__5652">
              <a:extLst>
                <a:ext uri="{FF2B5EF4-FFF2-40B4-BE49-F238E27FC236}">
                  <a16:creationId xmlns:a16="http://schemas.microsoft.com/office/drawing/2014/main" id="{173A1714-720A-6CA1-CDEE-4BBFA5BC0559}"/>
                </a:ext>
              </a:extLst>
            </p:cNvPr>
            <p:cNvSpPr>
              <a:spLocks noGrp="1"/>
            </p:cNvSpPr>
            <p:nvPr/>
          </p:nvSpPr>
          <p:spPr>
            <a:xfrm>
              <a:off x="15762182" y="2628758"/>
              <a:ext cx="64321" cy="28490"/>
            </a:xfrm>
            <a:custGeom>
              <a:avLst/>
              <a:gdLst/>
              <a:ahLst/>
              <a:cxnLst/>
              <a:rect l="0" t="0" r="0" b="0"/>
              <a:pathLst>
                <a:path w="64321" h="28490">
                  <a:moveTo>
                    <a:pt x="0" y="0"/>
                  </a:moveTo>
                  <a:lnTo>
                    <a:pt x="64321" y="2849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4" name="Output_receptor__5653">
              <a:extLst>
                <a:ext uri="{FF2B5EF4-FFF2-40B4-BE49-F238E27FC236}">
                  <a16:creationId xmlns:a16="http://schemas.microsoft.com/office/drawing/2014/main" id="{4B81EFFE-0898-AD64-1B07-19CA0ACB6773}"/>
                </a:ext>
              </a:extLst>
            </p:cNvPr>
            <p:cNvSpPr>
              <a:spLocks noGrp="1"/>
            </p:cNvSpPr>
            <p:nvPr/>
          </p:nvSpPr>
          <p:spPr>
            <a:xfrm>
              <a:off x="16213719" y="3087832"/>
              <a:ext cx="45203" cy="17008"/>
            </a:xfrm>
            <a:custGeom>
              <a:avLst/>
              <a:gdLst/>
              <a:ahLst/>
              <a:cxnLst/>
              <a:rect l="0" t="0" r="0" b="0"/>
              <a:pathLst>
                <a:path w="45203" h="17008">
                  <a:moveTo>
                    <a:pt x="45203" y="170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5" name="Output_receptor__5654">
              <a:extLst>
                <a:ext uri="{FF2B5EF4-FFF2-40B4-BE49-F238E27FC236}">
                  <a16:creationId xmlns:a16="http://schemas.microsoft.com/office/drawing/2014/main" id="{79699C05-E93F-38C5-AC68-3FD3A009883C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657249"/>
              <a:ext cx="20678" cy="67005"/>
            </a:xfrm>
            <a:custGeom>
              <a:avLst/>
              <a:gdLst/>
              <a:ahLst/>
              <a:cxnLst/>
              <a:rect l="0" t="0" r="0" b="0"/>
              <a:pathLst>
                <a:path w="20678" h="67005">
                  <a:moveTo>
                    <a:pt x="20678" y="0"/>
                  </a:moveTo>
                  <a:lnTo>
                    <a:pt x="0" y="670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6" name="Output_receptor__5655">
              <a:extLst>
                <a:ext uri="{FF2B5EF4-FFF2-40B4-BE49-F238E27FC236}">
                  <a16:creationId xmlns:a16="http://schemas.microsoft.com/office/drawing/2014/main" id="{78AA897B-F3A4-E763-1157-6DC88C477E99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30582"/>
              <a:ext cx="40429" cy="59506"/>
            </a:xfrm>
            <a:custGeom>
              <a:avLst/>
              <a:gdLst/>
              <a:ahLst/>
              <a:cxnLst/>
              <a:rect l="0" t="0" r="0" b="0"/>
              <a:pathLst>
                <a:path w="40429" h="59506">
                  <a:moveTo>
                    <a:pt x="40429" y="59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7" name="Output_receptor__5656">
              <a:extLst>
                <a:ext uri="{FF2B5EF4-FFF2-40B4-BE49-F238E27FC236}">
                  <a16:creationId xmlns:a16="http://schemas.microsoft.com/office/drawing/2014/main" id="{4B7416E7-22B8-9584-0941-9135749DFA25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75299"/>
              <a:ext cx="27142" cy="54127"/>
            </a:xfrm>
            <a:custGeom>
              <a:avLst/>
              <a:gdLst/>
              <a:ahLst/>
              <a:cxnLst/>
              <a:rect l="0" t="0" r="0" b="0"/>
              <a:pathLst>
                <a:path w="27142" h="54127">
                  <a:moveTo>
                    <a:pt x="0" y="0"/>
                  </a:moveTo>
                  <a:lnTo>
                    <a:pt x="27142" y="5412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8" name="Output_receptor__5657">
              <a:extLst>
                <a:ext uri="{FF2B5EF4-FFF2-40B4-BE49-F238E27FC236}">
                  <a16:creationId xmlns:a16="http://schemas.microsoft.com/office/drawing/2014/main" id="{2FFCA0FA-ACD2-C57D-33C5-B57F953E47B2}"/>
                </a:ext>
              </a:extLst>
            </p:cNvPr>
            <p:cNvSpPr>
              <a:spLocks noGrp="1"/>
            </p:cNvSpPr>
            <p:nvPr/>
          </p:nvSpPr>
          <p:spPr>
            <a:xfrm>
              <a:off x="15224891" y="2817032"/>
              <a:ext cx="34356" cy="63199"/>
            </a:xfrm>
            <a:custGeom>
              <a:avLst/>
              <a:gdLst/>
              <a:ahLst/>
              <a:cxnLst/>
              <a:rect l="0" t="0" r="0" b="0"/>
              <a:pathLst>
                <a:path w="34356" h="63199">
                  <a:moveTo>
                    <a:pt x="0" y="63199"/>
                  </a:moveTo>
                  <a:lnTo>
                    <a:pt x="3435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9" name="Output_receptor__5658">
              <a:extLst>
                <a:ext uri="{FF2B5EF4-FFF2-40B4-BE49-F238E27FC236}">
                  <a16:creationId xmlns:a16="http://schemas.microsoft.com/office/drawing/2014/main" id="{4276048C-14FC-F06C-55EF-52F5384A39E5}"/>
                </a:ext>
              </a:extLst>
            </p:cNvPr>
            <p:cNvSpPr>
              <a:spLocks noGrp="1"/>
            </p:cNvSpPr>
            <p:nvPr/>
          </p:nvSpPr>
          <p:spPr>
            <a:xfrm>
              <a:off x="15676432" y="3677135"/>
              <a:ext cx="31115" cy="57163"/>
            </a:xfrm>
            <a:custGeom>
              <a:avLst/>
              <a:gdLst/>
              <a:ahLst/>
              <a:cxnLst/>
              <a:rect l="0" t="0" r="0" b="0"/>
              <a:pathLst>
                <a:path w="31115" h="57163">
                  <a:moveTo>
                    <a:pt x="31115" y="0"/>
                  </a:moveTo>
                  <a:lnTo>
                    <a:pt x="0" y="5716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0" name="Output_receptor__5659">
              <a:extLst>
                <a:ext uri="{FF2B5EF4-FFF2-40B4-BE49-F238E27FC236}">
                  <a16:creationId xmlns:a16="http://schemas.microsoft.com/office/drawing/2014/main" id="{3783AE95-BD71-1110-1EBC-673321F5D7CB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148023"/>
              <a:ext cx="29678" cy="27252"/>
            </a:xfrm>
            <a:custGeom>
              <a:avLst/>
              <a:gdLst/>
              <a:ahLst/>
              <a:cxnLst/>
              <a:rect l="0" t="0" r="0" b="0"/>
              <a:pathLst>
                <a:path w="29678" h="27252">
                  <a:moveTo>
                    <a:pt x="29678" y="272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1" name="Output_receptor__5660">
              <a:extLst>
                <a:ext uri="{FF2B5EF4-FFF2-40B4-BE49-F238E27FC236}">
                  <a16:creationId xmlns:a16="http://schemas.microsoft.com/office/drawing/2014/main" id="{D9E713EE-E9FF-DC0F-E6F2-00352DD9849A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51876" cy="19163"/>
            </a:xfrm>
            <a:custGeom>
              <a:avLst/>
              <a:gdLst/>
              <a:ahLst/>
              <a:cxnLst/>
              <a:rect l="0" t="0" r="0" b="0"/>
              <a:pathLst>
                <a:path w="51876" h="19163">
                  <a:moveTo>
                    <a:pt x="51876" y="191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2" name="Output_receptor__5661">
              <a:extLst>
                <a:ext uri="{FF2B5EF4-FFF2-40B4-BE49-F238E27FC236}">
                  <a16:creationId xmlns:a16="http://schemas.microsoft.com/office/drawing/2014/main" id="{99B88816-6BCE-6AB3-01CE-F5D2B8891B9E}"/>
                </a:ext>
              </a:extLst>
            </p:cNvPr>
            <p:cNvSpPr>
              <a:spLocks noGrp="1"/>
            </p:cNvSpPr>
            <p:nvPr/>
          </p:nvSpPr>
          <p:spPr>
            <a:xfrm>
              <a:off x="16075412" y="3217734"/>
              <a:ext cx="21936" cy="95"/>
            </a:xfrm>
            <a:custGeom>
              <a:avLst/>
              <a:gdLst/>
              <a:ahLst/>
              <a:cxnLst/>
              <a:rect l="0" t="0" r="0" b="0"/>
              <a:pathLst>
                <a:path w="21936" h="95">
                  <a:moveTo>
                    <a:pt x="21936" y="0"/>
                  </a:moveTo>
                  <a:lnTo>
                    <a:pt x="0" y="5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3" name="Output_receptor__5662">
              <a:extLst>
                <a:ext uri="{FF2B5EF4-FFF2-40B4-BE49-F238E27FC236}">
                  <a16:creationId xmlns:a16="http://schemas.microsoft.com/office/drawing/2014/main" id="{1F2462B2-C3FA-74E7-AB5C-2D144DA1D6F2}"/>
                </a:ext>
              </a:extLst>
            </p:cNvPr>
            <p:cNvSpPr>
              <a:spLocks noGrp="1"/>
            </p:cNvSpPr>
            <p:nvPr/>
          </p:nvSpPr>
          <p:spPr>
            <a:xfrm>
              <a:off x="16122454" y="2780558"/>
              <a:ext cx="24545" cy="50820"/>
            </a:xfrm>
            <a:custGeom>
              <a:avLst/>
              <a:gdLst/>
              <a:ahLst/>
              <a:cxnLst/>
              <a:rect l="0" t="0" r="0" b="0"/>
              <a:pathLst>
                <a:path w="24545" h="50820">
                  <a:moveTo>
                    <a:pt x="0" y="0"/>
                  </a:moveTo>
                  <a:lnTo>
                    <a:pt x="24545" y="5082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4" name="Output_receptor__5663">
              <a:extLst>
                <a:ext uri="{FF2B5EF4-FFF2-40B4-BE49-F238E27FC236}">
                  <a16:creationId xmlns:a16="http://schemas.microsoft.com/office/drawing/2014/main" id="{F6EDBDDB-3C07-3302-DDB5-58F2BDF218A2}"/>
                </a:ext>
              </a:extLst>
            </p:cNvPr>
            <p:cNvSpPr>
              <a:spLocks noGrp="1"/>
            </p:cNvSpPr>
            <p:nvPr/>
          </p:nvSpPr>
          <p:spPr>
            <a:xfrm>
              <a:off x="16064346" y="2769121"/>
              <a:ext cx="58108" cy="11438"/>
            </a:xfrm>
            <a:custGeom>
              <a:avLst/>
              <a:gdLst/>
              <a:ahLst/>
              <a:cxnLst/>
              <a:rect l="0" t="0" r="0" b="0"/>
              <a:pathLst>
                <a:path w="58108" h="11438">
                  <a:moveTo>
                    <a:pt x="0" y="0"/>
                  </a:moveTo>
                  <a:lnTo>
                    <a:pt x="58108" y="114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5" name="Output_receptor__5664">
              <a:extLst>
                <a:ext uri="{FF2B5EF4-FFF2-40B4-BE49-F238E27FC236}">
                  <a16:creationId xmlns:a16="http://schemas.microsoft.com/office/drawing/2014/main" id="{669F3B7B-9447-E541-D6FD-2960C1ACCB45}"/>
                </a:ext>
              </a:extLst>
            </p:cNvPr>
            <p:cNvSpPr>
              <a:spLocks noGrp="1"/>
            </p:cNvSpPr>
            <p:nvPr/>
          </p:nvSpPr>
          <p:spPr>
            <a:xfrm>
              <a:off x="15503496" y="3408190"/>
              <a:ext cx="53356" cy="4442"/>
            </a:xfrm>
            <a:custGeom>
              <a:avLst/>
              <a:gdLst/>
              <a:ahLst/>
              <a:cxnLst/>
              <a:rect l="0" t="0" r="0" b="0"/>
              <a:pathLst>
                <a:path w="53356" h="4442">
                  <a:moveTo>
                    <a:pt x="0" y="4442"/>
                  </a:moveTo>
                  <a:lnTo>
                    <a:pt x="53356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6" name="Output_receptor__5665">
              <a:extLst>
                <a:ext uri="{FF2B5EF4-FFF2-40B4-BE49-F238E27FC236}">
                  <a16:creationId xmlns:a16="http://schemas.microsoft.com/office/drawing/2014/main" id="{D1419279-06FE-2B75-DAD9-86D32D2697C0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60682"/>
              <a:ext cx="36334" cy="9997"/>
            </a:xfrm>
            <a:custGeom>
              <a:avLst/>
              <a:gdLst/>
              <a:ahLst/>
              <a:cxnLst/>
              <a:rect l="0" t="0" r="0" b="0"/>
              <a:pathLst>
                <a:path w="36334" h="9997">
                  <a:moveTo>
                    <a:pt x="0" y="9997"/>
                  </a:moveTo>
                  <a:lnTo>
                    <a:pt x="36334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7" name="Output_receptor__5666">
              <a:extLst>
                <a:ext uri="{FF2B5EF4-FFF2-40B4-BE49-F238E27FC236}">
                  <a16:creationId xmlns:a16="http://schemas.microsoft.com/office/drawing/2014/main" id="{7C29FB42-84EA-39F6-5C0C-512A75F604D1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496616"/>
              <a:ext cx="30519" cy="62379"/>
            </a:xfrm>
            <a:custGeom>
              <a:avLst/>
              <a:gdLst/>
              <a:ahLst/>
              <a:cxnLst/>
              <a:rect l="0" t="0" r="0" b="0"/>
              <a:pathLst>
                <a:path w="30519" h="62379">
                  <a:moveTo>
                    <a:pt x="0" y="62379"/>
                  </a:moveTo>
                  <a:lnTo>
                    <a:pt x="3051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8" name="Output_receptor__5667">
              <a:extLst>
                <a:ext uri="{FF2B5EF4-FFF2-40B4-BE49-F238E27FC236}">
                  <a16:creationId xmlns:a16="http://schemas.microsoft.com/office/drawing/2014/main" id="{D5B5827B-140F-3AB7-0D37-0B5D2D826197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29078"/>
              <a:ext cx="2475" cy="46221"/>
            </a:xfrm>
            <a:custGeom>
              <a:avLst/>
              <a:gdLst/>
              <a:ahLst/>
              <a:cxnLst/>
              <a:rect l="0" t="0" r="0" b="0"/>
              <a:pathLst>
                <a:path w="2475" h="46221">
                  <a:moveTo>
                    <a:pt x="2475" y="0"/>
                  </a:moveTo>
                  <a:lnTo>
                    <a:pt x="0" y="462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9" name="Output_receptor__5668">
              <a:extLst>
                <a:ext uri="{FF2B5EF4-FFF2-40B4-BE49-F238E27FC236}">
                  <a16:creationId xmlns:a16="http://schemas.microsoft.com/office/drawing/2014/main" id="{DCC17E31-CD76-E20F-98FB-26E97639A88B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50005"/>
              <a:ext cx="16234" cy="21918"/>
            </a:xfrm>
            <a:custGeom>
              <a:avLst/>
              <a:gdLst/>
              <a:ahLst/>
              <a:cxnLst/>
              <a:rect l="0" t="0" r="0" b="0"/>
              <a:pathLst>
                <a:path w="16234" h="21918">
                  <a:moveTo>
                    <a:pt x="16234" y="0"/>
                  </a:moveTo>
                  <a:lnTo>
                    <a:pt x="0" y="2191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0" name="Output_receptor__5669">
              <a:extLst>
                <a:ext uri="{FF2B5EF4-FFF2-40B4-BE49-F238E27FC236}">
                  <a16:creationId xmlns:a16="http://schemas.microsoft.com/office/drawing/2014/main" id="{AB0F940B-1DF8-DC5B-1C1B-F23E7C60C1B7}"/>
                </a:ext>
              </a:extLst>
            </p:cNvPr>
            <p:cNvSpPr>
              <a:spLocks noGrp="1"/>
            </p:cNvSpPr>
            <p:nvPr/>
          </p:nvSpPr>
          <p:spPr>
            <a:xfrm>
              <a:off x="15719505" y="3469648"/>
              <a:ext cx="46639" cy="23745"/>
            </a:xfrm>
            <a:custGeom>
              <a:avLst/>
              <a:gdLst/>
              <a:ahLst/>
              <a:cxnLst/>
              <a:rect l="0" t="0" r="0" b="0"/>
              <a:pathLst>
                <a:path w="46639" h="23745">
                  <a:moveTo>
                    <a:pt x="0" y="0"/>
                  </a:moveTo>
                  <a:lnTo>
                    <a:pt x="46639" y="2374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1" name="Output_receptor__5670">
              <a:extLst>
                <a:ext uri="{FF2B5EF4-FFF2-40B4-BE49-F238E27FC236}">
                  <a16:creationId xmlns:a16="http://schemas.microsoft.com/office/drawing/2014/main" id="{5387B47A-740F-1317-7267-67980A39FCF5}"/>
                </a:ext>
              </a:extLst>
            </p:cNvPr>
            <p:cNvSpPr>
              <a:spLocks noGrp="1"/>
            </p:cNvSpPr>
            <p:nvPr/>
          </p:nvSpPr>
          <p:spPr>
            <a:xfrm>
              <a:off x="15553785" y="2848661"/>
              <a:ext cx="44600" cy="51204"/>
            </a:xfrm>
            <a:custGeom>
              <a:avLst/>
              <a:gdLst/>
              <a:ahLst/>
              <a:cxnLst/>
              <a:rect l="0" t="0" r="0" b="0"/>
              <a:pathLst>
                <a:path w="44600" h="51204">
                  <a:moveTo>
                    <a:pt x="44600" y="51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2" name="Output_receptor__5671">
              <a:extLst>
                <a:ext uri="{FF2B5EF4-FFF2-40B4-BE49-F238E27FC236}">
                  <a16:creationId xmlns:a16="http://schemas.microsoft.com/office/drawing/2014/main" id="{121A568A-39AA-C426-5D34-6439E868695C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35621" cy="43119"/>
            </a:xfrm>
            <a:custGeom>
              <a:avLst/>
              <a:gdLst/>
              <a:ahLst/>
              <a:cxnLst/>
              <a:rect l="0" t="0" r="0" b="0"/>
              <a:pathLst>
                <a:path w="35621" h="43119">
                  <a:moveTo>
                    <a:pt x="0" y="0"/>
                  </a:moveTo>
                  <a:lnTo>
                    <a:pt x="35621" y="43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3" name="Output_receptor__5672">
              <a:extLst>
                <a:ext uri="{FF2B5EF4-FFF2-40B4-BE49-F238E27FC236}">
                  <a16:creationId xmlns:a16="http://schemas.microsoft.com/office/drawing/2014/main" id="{E08C68FB-AFC7-27B1-A022-41CA0411F5D7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836237"/>
              <a:ext cx="33863" cy="28039"/>
            </a:xfrm>
            <a:custGeom>
              <a:avLst/>
              <a:gdLst/>
              <a:ahLst/>
              <a:cxnLst/>
              <a:rect l="0" t="0" r="0" b="0"/>
              <a:pathLst>
                <a:path w="33863" h="28039">
                  <a:moveTo>
                    <a:pt x="33863" y="2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4" name="Output_receptor__5673">
              <a:extLst>
                <a:ext uri="{FF2B5EF4-FFF2-40B4-BE49-F238E27FC236}">
                  <a16:creationId xmlns:a16="http://schemas.microsoft.com/office/drawing/2014/main" id="{17C3EC46-87BC-56F2-7DFD-77C134C8689D}"/>
                </a:ext>
              </a:extLst>
            </p:cNvPr>
            <p:cNvSpPr>
              <a:spLocks noGrp="1"/>
            </p:cNvSpPr>
            <p:nvPr/>
          </p:nvSpPr>
          <p:spPr>
            <a:xfrm>
              <a:off x="15555743" y="2623960"/>
              <a:ext cx="49474" cy="46595"/>
            </a:xfrm>
            <a:custGeom>
              <a:avLst/>
              <a:gdLst/>
              <a:ahLst/>
              <a:cxnLst/>
              <a:rect l="0" t="0" r="0" b="0"/>
              <a:pathLst>
                <a:path w="49474" h="46595">
                  <a:moveTo>
                    <a:pt x="49474" y="0"/>
                  </a:moveTo>
                  <a:lnTo>
                    <a:pt x="0" y="4659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5" name="Output_receptor__5674">
              <a:extLst>
                <a:ext uri="{FF2B5EF4-FFF2-40B4-BE49-F238E27FC236}">
                  <a16:creationId xmlns:a16="http://schemas.microsoft.com/office/drawing/2014/main" id="{02B1A3A0-2024-6738-8D6E-E4373B4F4C10}"/>
                </a:ext>
              </a:extLst>
            </p:cNvPr>
            <p:cNvSpPr>
              <a:spLocks noGrp="1"/>
            </p:cNvSpPr>
            <p:nvPr/>
          </p:nvSpPr>
          <p:spPr>
            <a:xfrm>
              <a:off x="15381263" y="3038490"/>
              <a:ext cx="11904" cy="7158"/>
            </a:xfrm>
            <a:custGeom>
              <a:avLst/>
              <a:gdLst/>
              <a:ahLst/>
              <a:cxnLst/>
              <a:rect l="0" t="0" r="0" b="0"/>
              <a:pathLst>
                <a:path w="11904" h="7158">
                  <a:moveTo>
                    <a:pt x="11904" y="0"/>
                  </a:moveTo>
                  <a:lnTo>
                    <a:pt x="0" y="715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6" name="Output_receptor__5675">
              <a:extLst>
                <a:ext uri="{FF2B5EF4-FFF2-40B4-BE49-F238E27FC236}">
                  <a16:creationId xmlns:a16="http://schemas.microsoft.com/office/drawing/2014/main" id="{03965E69-39B4-7875-4C6F-4C54DD664DC6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3025029"/>
              <a:ext cx="30309" cy="31330"/>
            </a:xfrm>
            <a:custGeom>
              <a:avLst/>
              <a:gdLst/>
              <a:ahLst/>
              <a:cxnLst/>
              <a:rect l="0" t="0" r="0" b="0"/>
              <a:pathLst>
                <a:path w="30309" h="31330">
                  <a:moveTo>
                    <a:pt x="0" y="0"/>
                  </a:moveTo>
                  <a:lnTo>
                    <a:pt x="30309" y="3133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7" name="Output_receptor__5676">
              <a:extLst>
                <a:ext uri="{FF2B5EF4-FFF2-40B4-BE49-F238E27FC236}">
                  <a16:creationId xmlns:a16="http://schemas.microsoft.com/office/drawing/2014/main" id="{A4C748FB-8BB9-4B5E-231A-C91A41143B08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714924"/>
              <a:ext cx="27260" cy="49983"/>
            </a:xfrm>
            <a:custGeom>
              <a:avLst/>
              <a:gdLst/>
              <a:ahLst/>
              <a:cxnLst/>
              <a:rect l="0" t="0" r="0" b="0"/>
              <a:pathLst>
                <a:path w="27260" h="49983">
                  <a:moveTo>
                    <a:pt x="27260" y="49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8" name="Output_receptor__5677">
              <a:extLst>
                <a:ext uri="{FF2B5EF4-FFF2-40B4-BE49-F238E27FC236}">
                  <a16:creationId xmlns:a16="http://schemas.microsoft.com/office/drawing/2014/main" id="{07CA90ED-816B-B9E6-C2BB-E09B079000D2}"/>
                </a:ext>
              </a:extLst>
            </p:cNvPr>
            <p:cNvSpPr>
              <a:spLocks noGrp="1"/>
            </p:cNvSpPr>
            <p:nvPr/>
          </p:nvSpPr>
          <p:spPr>
            <a:xfrm>
              <a:off x="16162655" y="3406628"/>
              <a:ext cx="405" cy="32084"/>
            </a:xfrm>
            <a:custGeom>
              <a:avLst/>
              <a:gdLst/>
              <a:ahLst/>
              <a:cxnLst/>
              <a:rect l="0" t="0" r="0" b="0"/>
              <a:pathLst>
                <a:path w="405" h="32084">
                  <a:moveTo>
                    <a:pt x="405" y="0"/>
                  </a:moveTo>
                  <a:lnTo>
                    <a:pt x="0" y="320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9" name="Output_receptor__5678">
              <a:extLst>
                <a:ext uri="{FF2B5EF4-FFF2-40B4-BE49-F238E27FC236}">
                  <a16:creationId xmlns:a16="http://schemas.microsoft.com/office/drawing/2014/main" id="{B629E241-49DD-C657-89E5-3B56C74E20A7}"/>
                </a:ext>
              </a:extLst>
            </p:cNvPr>
            <p:cNvSpPr>
              <a:spLocks noGrp="1"/>
            </p:cNvSpPr>
            <p:nvPr/>
          </p:nvSpPr>
          <p:spPr>
            <a:xfrm>
              <a:off x="15311351" y="2844272"/>
              <a:ext cx="859" cy="57413"/>
            </a:xfrm>
            <a:custGeom>
              <a:avLst/>
              <a:gdLst/>
              <a:ahLst/>
              <a:cxnLst/>
              <a:rect l="0" t="0" r="0" b="0"/>
              <a:pathLst>
                <a:path w="859" h="57413">
                  <a:moveTo>
                    <a:pt x="859" y="0"/>
                  </a:moveTo>
                  <a:lnTo>
                    <a:pt x="0" y="5741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0" name="Output_receptor__5679">
              <a:extLst>
                <a:ext uri="{FF2B5EF4-FFF2-40B4-BE49-F238E27FC236}">
                  <a16:creationId xmlns:a16="http://schemas.microsoft.com/office/drawing/2014/main" id="{18EEDFEA-3B82-35DF-C85F-5A00F42E8301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19068"/>
              <a:ext cx="35752" cy="26769"/>
            </a:xfrm>
            <a:custGeom>
              <a:avLst/>
              <a:gdLst/>
              <a:ahLst/>
              <a:cxnLst/>
              <a:rect l="0" t="0" r="0" b="0"/>
              <a:pathLst>
                <a:path w="35752" h="26769">
                  <a:moveTo>
                    <a:pt x="35752" y="0"/>
                  </a:moveTo>
                  <a:lnTo>
                    <a:pt x="0" y="26769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1" name="Output_receptor__5680">
              <a:extLst>
                <a:ext uri="{FF2B5EF4-FFF2-40B4-BE49-F238E27FC236}">
                  <a16:creationId xmlns:a16="http://schemas.microsoft.com/office/drawing/2014/main" id="{1EE3CFFC-7DDE-4B10-BC0A-830524B75D4C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03845"/>
              <a:ext cx="69914" cy="13073"/>
            </a:xfrm>
            <a:custGeom>
              <a:avLst/>
              <a:gdLst/>
              <a:ahLst/>
              <a:cxnLst/>
              <a:rect l="0" t="0" r="0" b="0"/>
              <a:pathLst>
                <a:path w="69914" h="13073">
                  <a:moveTo>
                    <a:pt x="69914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2" name="Output_receptor__5681">
              <a:extLst>
                <a:ext uri="{FF2B5EF4-FFF2-40B4-BE49-F238E27FC236}">
                  <a16:creationId xmlns:a16="http://schemas.microsoft.com/office/drawing/2014/main" id="{D56FA1BA-7801-51BD-BC73-71B145244FA2}"/>
                </a:ext>
              </a:extLst>
            </p:cNvPr>
            <p:cNvSpPr>
              <a:spLocks noGrp="1"/>
            </p:cNvSpPr>
            <p:nvPr/>
          </p:nvSpPr>
          <p:spPr>
            <a:xfrm>
              <a:off x="16104822" y="3131073"/>
              <a:ext cx="63131" cy="32856"/>
            </a:xfrm>
            <a:custGeom>
              <a:avLst/>
              <a:gdLst/>
              <a:ahLst/>
              <a:cxnLst/>
              <a:rect l="0" t="0" r="0" b="0"/>
              <a:pathLst>
                <a:path w="63131" h="32856">
                  <a:moveTo>
                    <a:pt x="63131" y="328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3" name="Output_receptor__5682">
              <a:extLst>
                <a:ext uri="{FF2B5EF4-FFF2-40B4-BE49-F238E27FC236}">
                  <a16:creationId xmlns:a16="http://schemas.microsoft.com/office/drawing/2014/main" id="{0778BA30-C560-C7E3-5C57-C32EF6172729}"/>
                </a:ext>
              </a:extLst>
            </p:cNvPr>
            <p:cNvSpPr>
              <a:spLocks noGrp="1"/>
            </p:cNvSpPr>
            <p:nvPr/>
          </p:nvSpPr>
          <p:spPr>
            <a:xfrm>
              <a:off x="15605216" y="2603300"/>
              <a:ext cx="67781" cy="20660"/>
            </a:xfrm>
            <a:custGeom>
              <a:avLst/>
              <a:gdLst/>
              <a:ahLst/>
              <a:cxnLst/>
              <a:rect l="0" t="0" r="0" b="0"/>
              <a:pathLst>
                <a:path w="67781" h="20660">
                  <a:moveTo>
                    <a:pt x="67781" y="0"/>
                  </a:moveTo>
                  <a:lnTo>
                    <a:pt x="0" y="206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4" name="Output_receptor__5683">
              <a:extLst>
                <a:ext uri="{FF2B5EF4-FFF2-40B4-BE49-F238E27FC236}">
                  <a16:creationId xmlns:a16="http://schemas.microsoft.com/office/drawing/2014/main" id="{296C682C-D2E6-82AC-B6FF-9D403D1864BA}"/>
                </a:ext>
              </a:extLst>
            </p:cNvPr>
            <p:cNvSpPr>
              <a:spLocks noGrp="1"/>
            </p:cNvSpPr>
            <p:nvPr/>
          </p:nvSpPr>
          <p:spPr>
            <a:xfrm>
              <a:off x="16214822" y="3362295"/>
              <a:ext cx="38849" cy="56593"/>
            </a:xfrm>
            <a:custGeom>
              <a:avLst/>
              <a:gdLst/>
              <a:ahLst/>
              <a:cxnLst/>
              <a:rect l="0" t="0" r="0" b="0"/>
              <a:pathLst>
                <a:path w="38849" h="56593">
                  <a:moveTo>
                    <a:pt x="38849" y="565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5" name="Output_receptor__5684">
              <a:extLst>
                <a:ext uri="{FF2B5EF4-FFF2-40B4-BE49-F238E27FC236}">
                  <a16:creationId xmlns:a16="http://schemas.microsoft.com/office/drawing/2014/main" id="{A13B6E74-EC0A-AA09-B39E-B2081670000D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558995"/>
              <a:ext cx="40715" cy="59013"/>
            </a:xfrm>
            <a:custGeom>
              <a:avLst/>
              <a:gdLst/>
              <a:ahLst/>
              <a:cxnLst/>
              <a:rect l="0" t="0" r="0" b="0"/>
              <a:pathLst>
                <a:path w="40715" h="59013">
                  <a:moveTo>
                    <a:pt x="40715" y="59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6" name="Output_receptor__5685">
              <a:extLst>
                <a:ext uri="{FF2B5EF4-FFF2-40B4-BE49-F238E27FC236}">
                  <a16:creationId xmlns:a16="http://schemas.microsoft.com/office/drawing/2014/main" id="{65B22239-5E9C-674E-4FC7-3622C05A7AF7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64079"/>
              <a:ext cx="7691" cy="62476"/>
            </a:xfrm>
            <a:custGeom>
              <a:avLst/>
              <a:gdLst/>
              <a:ahLst/>
              <a:cxnLst/>
              <a:rect l="0" t="0" r="0" b="0"/>
              <a:pathLst>
                <a:path w="7691" h="62476">
                  <a:moveTo>
                    <a:pt x="7691" y="62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7" name="Output_receptor__5686">
              <a:extLst>
                <a:ext uri="{FF2B5EF4-FFF2-40B4-BE49-F238E27FC236}">
                  <a16:creationId xmlns:a16="http://schemas.microsoft.com/office/drawing/2014/main" id="{6D08FD1B-639A-169D-9A12-28F7985D0291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15243" cy="64705"/>
            </a:xfrm>
            <a:custGeom>
              <a:avLst/>
              <a:gdLst/>
              <a:ahLst/>
              <a:cxnLst/>
              <a:rect l="0" t="0" r="0" b="0"/>
              <a:pathLst>
                <a:path w="15243" h="64705">
                  <a:moveTo>
                    <a:pt x="0" y="0"/>
                  </a:moveTo>
                  <a:lnTo>
                    <a:pt x="15243" y="647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8" name="Output_receptor__5687">
              <a:extLst>
                <a:ext uri="{FF2B5EF4-FFF2-40B4-BE49-F238E27FC236}">
                  <a16:creationId xmlns:a16="http://schemas.microsoft.com/office/drawing/2014/main" id="{A3E1179A-1757-0189-5C27-1D33A0C4B61A}"/>
                </a:ext>
              </a:extLst>
            </p:cNvPr>
            <p:cNvSpPr>
              <a:spLocks noGrp="1"/>
            </p:cNvSpPr>
            <p:nvPr/>
          </p:nvSpPr>
          <p:spPr>
            <a:xfrm>
              <a:off x="15259247" y="2817032"/>
              <a:ext cx="52962" cy="27240"/>
            </a:xfrm>
            <a:custGeom>
              <a:avLst/>
              <a:gdLst/>
              <a:ahLst/>
              <a:cxnLst/>
              <a:rect l="0" t="0" r="0" b="0"/>
              <a:pathLst>
                <a:path w="52962" h="27240">
                  <a:moveTo>
                    <a:pt x="0" y="0"/>
                  </a:moveTo>
                  <a:lnTo>
                    <a:pt x="52962" y="2724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9" name="Output_receptor__5688">
              <a:extLst>
                <a:ext uri="{FF2B5EF4-FFF2-40B4-BE49-F238E27FC236}">
                  <a16:creationId xmlns:a16="http://schemas.microsoft.com/office/drawing/2014/main" id="{A63A97D8-7908-3C3D-808B-03C030934B39}"/>
                </a:ext>
              </a:extLst>
            </p:cNvPr>
            <p:cNvSpPr>
              <a:spLocks noGrp="1"/>
            </p:cNvSpPr>
            <p:nvPr/>
          </p:nvSpPr>
          <p:spPr>
            <a:xfrm>
              <a:off x="16337652" y="3203845"/>
              <a:ext cx="10495" cy="71410"/>
            </a:xfrm>
            <a:custGeom>
              <a:avLst/>
              <a:gdLst/>
              <a:ahLst/>
              <a:cxnLst/>
              <a:rect l="0" t="0" r="0" b="0"/>
              <a:pathLst>
                <a:path w="10495" h="71410">
                  <a:moveTo>
                    <a:pt x="10495" y="714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0" name="Output_receptor__5689">
              <a:extLst>
                <a:ext uri="{FF2B5EF4-FFF2-40B4-BE49-F238E27FC236}">
                  <a16:creationId xmlns:a16="http://schemas.microsoft.com/office/drawing/2014/main" id="{6530992F-3F17-0678-E319-174406A17343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655677"/>
              <a:ext cx="24401" cy="59247"/>
            </a:xfrm>
            <a:custGeom>
              <a:avLst/>
              <a:gdLst/>
              <a:ahLst/>
              <a:cxnLst/>
              <a:rect l="0" t="0" r="0" b="0"/>
              <a:pathLst>
                <a:path w="24401" h="59247">
                  <a:moveTo>
                    <a:pt x="0" y="59247"/>
                  </a:moveTo>
                  <a:lnTo>
                    <a:pt x="24401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1" name="Output_receptor__5690">
              <a:extLst>
                <a:ext uri="{FF2B5EF4-FFF2-40B4-BE49-F238E27FC236}">
                  <a16:creationId xmlns:a16="http://schemas.microsoft.com/office/drawing/2014/main" id="{41EFA89C-7121-5DF7-D726-75041603E773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839927"/>
              <a:ext cx="8641" cy="3018"/>
            </a:xfrm>
            <a:custGeom>
              <a:avLst/>
              <a:gdLst/>
              <a:ahLst/>
              <a:cxnLst/>
              <a:rect l="0" t="0" r="0" b="0"/>
              <a:pathLst>
                <a:path w="8641" h="3018">
                  <a:moveTo>
                    <a:pt x="8641" y="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2" name="Output_receptor__5691">
              <a:extLst>
                <a:ext uri="{FF2B5EF4-FFF2-40B4-BE49-F238E27FC236}">
                  <a16:creationId xmlns:a16="http://schemas.microsoft.com/office/drawing/2014/main" id="{5AA0722D-926A-02FD-C9A9-3AC71641E309}"/>
                </a:ext>
              </a:extLst>
            </p:cNvPr>
            <p:cNvSpPr>
              <a:spLocks noGrp="1"/>
            </p:cNvSpPr>
            <p:nvPr/>
          </p:nvSpPr>
          <p:spPr>
            <a:xfrm>
              <a:off x="15435866" y="3701699"/>
              <a:ext cx="4479" cy="27959"/>
            </a:xfrm>
            <a:custGeom>
              <a:avLst/>
              <a:gdLst/>
              <a:ahLst/>
              <a:cxnLst/>
              <a:rect l="0" t="0" r="0" b="0"/>
              <a:pathLst>
                <a:path w="4479" h="27959">
                  <a:moveTo>
                    <a:pt x="4479" y="279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3" name="Output_receptor__5692">
              <a:extLst>
                <a:ext uri="{FF2B5EF4-FFF2-40B4-BE49-F238E27FC236}">
                  <a16:creationId xmlns:a16="http://schemas.microsoft.com/office/drawing/2014/main" id="{345BAF17-92A0-93DD-E554-A38F070EFE93}"/>
                </a:ext>
              </a:extLst>
            </p:cNvPr>
            <p:cNvSpPr>
              <a:spLocks noGrp="1"/>
            </p:cNvSpPr>
            <p:nvPr/>
          </p:nvSpPr>
          <p:spPr>
            <a:xfrm>
              <a:off x="16020447" y="2466015"/>
              <a:ext cx="31318" cy="30601"/>
            </a:xfrm>
            <a:custGeom>
              <a:avLst/>
              <a:gdLst/>
              <a:ahLst/>
              <a:cxnLst/>
              <a:rect l="0" t="0" r="0" b="0"/>
              <a:pathLst>
                <a:path w="31318" h="30601">
                  <a:moveTo>
                    <a:pt x="0" y="30601"/>
                  </a:moveTo>
                  <a:lnTo>
                    <a:pt x="3131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4" name="Output_receptor__5693">
              <a:extLst>
                <a:ext uri="{FF2B5EF4-FFF2-40B4-BE49-F238E27FC236}">
                  <a16:creationId xmlns:a16="http://schemas.microsoft.com/office/drawing/2014/main" id="{7641CE0B-4271-BD74-F164-4039EE01041A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55446"/>
              <a:ext cx="62982" cy="6037"/>
            </a:xfrm>
            <a:custGeom>
              <a:avLst/>
              <a:gdLst/>
              <a:ahLst/>
              <a:cxnLst/>
              <a:rect l="0" t="0" r="0" b="0"/>
              <a:pathLst>
                <a:path w="62982" h="6037">
                  <a:moveTo>
                    <a:pt x="0" y="6037"/>
                  </a:moveTo>
                  <a:lnTo>
                    <a:pt x="629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5" name="Output_receptor__5694">
              <a:extLst>
                <a:ext uri="{FF2B5EF4-FFF2-40B4-BE49-F238E27FC236}">
                  <a16:creationId xmlns:a16="http://schemas.microsoft.com/office/drawing/2014/main" id="{3F0A046F-DED4-3972-CFF9-884B1F425348}"/>
                </a:ext>
              </a:extLst>
            </p:cNvPr>
            <p:cNvSpPr>
              <a:spLocks noGrp="1"/>
            </p:cNvSpPr>
            <p:nvPr/>
          </p:nvSpPr>
          <p:spPr>
            <a:xfrm>
              <a:off x="16002963" y="3006190"/>
              <a:ext cx="21077" cy="56620"/>
            </a:xfrm>
            <a:custGeom>
              <a:avLst/>
              <a:gdLst/>
              <a:ahLst/>
              <a:cxnLst/>
              <a:rect l="0" t="0" r="0" b="0"/>
              <a:pathLst>
                <a:path w="21077" h="56620">
                  <a:moveTo>
                    <a:pt x="21077" y="0"/>
                  </a:moveTo>
                  <a:lnTo>
                    <a:pt x="0" y="566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6" name="Output_receptor__5695">
              <a:extLst>
                <a:ext uri="{FF2B5EF4-FFF2-40B4-BE49-F238E27FC236}">
                  <a16:creationId xmlns:a16="http://schemas.microsoft.com/office/drawing/2014/main" id="{2934AEB4-C6EE-A959-C637-8730B8D5E421}"/>
                </a:ext>
              </a:extLst>
            </p:cNvPr>
            <p:cNvSpPr>
              <a:spLocks noGrp="1"/>
            </p:cNvSpPr>
            <p:nvPr/>
          </p:nvSpPr>
          <p:spPr>
            <a:xfrm>
              <a:off x="15834597" y="3118617"/>
              <a:ext cx="12468" cy="887"/>
            </a:xfrm>
            <a:custGeom>
              <a:avLst/>
              <a:gdLst/>
              <a:ahLst/>
              <a:cxnLst/>
              <a:rect l="0" t="0" r="0" b="0"/>
              <a:pathLst>
                <a:path w="12468" h="887">
                  <a:moveTo>
                    <a:pt x="0" y="887"/>
                  </a:moveTo>
                  <a:lnTo>
                    <a:pt x="1246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7" name="Output_receptor__5696">
              <a:extLst>
                <a:ext uri="{FF2B5EF4-FFF2-40B4-BE49-F238E27FC236}">
                  <a16:creationId xmlns:a16="http://schemas.microsoft.com/office/drawing/2014/main" id="{725C5115-1A51-F1ED-9166-200B23A15A25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37305" cy="32783"/>
            </a:xfrm>
            <a:custGeom>
              <a:avLst/>
              <a:gdLst/>
              <a:ahLst/>
              <a:cxnLst/>
              <a:rect l="0" t="0" r="0" b="0"/>
              <a:pathLst>
                <a:path w="37305" h="32783">
                  <a:moveTo>
                    <a:pt x="37305" y="327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8" name="Output_receptor__5697">
              <a:extLst>
                <a:ext uri="{FF2B5EF4-FFF2-40B4-BE49-F238E27FC236}">
                  <a16:creationId xmlns:a16="http://schemas.microsoft.com/office/drawing/2014/main" id="{315A6A85-8404-C7F6-CEB8-AFFBE7F9AAC2}"/>
                </a:ext>
              </a:extLst>
            </p:cNvPr>
            <p:cNvSpPr>
              <a:spLocks noGrp="1"/>
            </p:cNvSpPr>
            <p:nvPr/>
          </p:nvSpPr>
          <p:spPr>
            <a:xfrm>
              <a:off x="16030642" y="2591018"/>
              <a:ext cx="63905" cy="26991"/>
            </a:xfrm>
            <a:custGeom>
              <a:avLst/>
              <a:gdLst/>
              <a:ahLst/>
              <a:cxnLst/>
              <a:rect l="0" t="0" r="0" b="0"/>
              <a:pathLst>
                <a:path w="63905" h="26991">
                  <a:moveTo>
                    <a:pt x="63905" y="0"/>
                  </a:moveTo>
                  <a:lnTo>
                    <a:pt x="0" y="2699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9" name="Output_receptor__5698">
              <a:extLst>
                <a:ext uri="{FF2B5EF4-FFF2-40B4-BE49-F238E27FC236}">
                  <a16:creationId xmlns:a16="http://schemas.microsoft.com/office/drawing/2014/main" id="{91AA16AE-ACF1-3198-EAEC-D58AE8573CD9}"/>
                </a:ext>
              </a:extLst>
            </p:cNvPr>
            <p:cNvSpPr>
              <a:spLocks noGrp="1"/>
            </p:cNvSpPr>
            <p:nvPr/>
          </p:nvSpPr>
          <p:spPr>
            <a:xfrm>
              <a:off x="15181784" y="2863610"/>
              <a:ext cx="43107" cy="16621"/>
            </a:xfrm>
            <a:custGeom>
              <a:avLst/>
              <a:gdLst/>
              <a:ahLst/>
              <a:cxnLst/>
              <a:rect l="0" t="0" r="0" b="0"/>
              <a:pathLst>
                <a:path w="43107" h="16621">
                  <a:moveTo>
                    <a:pt x="0" y="0"/>
                  </a:moveTo>
                  <a:lnTo>
                    <a:pt x="43107" y="166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0" name="Output_receptor__5699">
              <a:extLst>
                <a:ext uri="{FF2B5EF4-FFF2-40B4-BE49-F238E27FC236}">
                  <a16:creationId xmlns:a16="http://schemas.microsoft.com/office/drawing/2014/main" id="{D700A69A-B7CB-E31C-2ECA-E3E16157ABCE}"/>
                </a:ext>
              </a:extLst>
            </p:cNvPr>
            <p:cNvSpPr>
              <a:spLocks noGrp="1"/>
            </p:cNvSpPr>
            <p:nvPr/>
          </p:nvSpPr>
          <p:spPr>
            <a:xfrm>
              <a:off x="16007677" y="3195756"/>
              <a:ext cx="67735" cy="22034"/>
            </a:xfrm>
            <a:custGeom>
              <a:avLst/>
              <a:gdLst/>
              <a:ahLst/>
              <a:cxnLst/>
              <a:rect l="0" t="0" r="0" b="0"/>
              <a:pathLst>
                <a:path w="67735" h="22034">
                  <a:moveTo>
                    <a:pt x="67735" y="22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1" name="Output_receptor__5700">
              <a:extLst>
                <a:ext uri="{FF2B5EF4-FFF2-40B4-BE49-F238E27FC236}">
                  <a16:creationId xmlns:a16="http://schemas.microsoft.com/office/drawing/2014/main" id="{22EA6176-2267-9658-5AB1-E88FA9E85692}"/>
                </a:ext>
              </a:extLst>
            </p:cNvPr>
            <p:cNvSpPr>
              <a:spLocks noGrp="1"/>
            </p:cNvSpPr>
            <p:nvPr/>
          </p:nvSpPr>
          <p:spPr>
            <a:xfrm>
              <a:off x="15615909" y="3734298"/>
              <a:ext cx="60522" cy="19707"/>
            </a:xfrm>
            <a:custGeom>
              <a:avLst/>
              <a:gdLst/>
              <a:ahLst/>
              <a:cxnLst/>
              <a:rect l="0" t="0" r="0" b="0"/>
              <a:pathLst>
                <a:path w="60522" h="19707">
                  <a:moveTo>
                    <a:pt x="60522" y="0"/>
                  </a:moveTo>
                  <a:lnTo>
                    <a:pt x="0" y="1970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2" name="Output_receptor__5701">
              <a:extLst>
                <a:ext uri="{FF2B5EF4-FFF2-40B4-BE49-F238E27FC236}">
                  <a16:creationId xmlns:a16="http://schemas.microsoft.com/office/drawing/2014/main" id="{3C5318A5-CED4-BE8A-3FB1-69406ACC27F5}"/>
                </a:ext>
              </a:extLst>
            </p:cNvPr>
            <p:cNvSpPr>
              <a:spLocks noGrp="1"/>
            </p:cNvSpPr>
            <p:nvPr/>
          </p:nvSpPr>
          <p:spPr>
            <a:xfrm>
              <a:off x="15871365" y="2721071"/>
              <a:ext cx="3251" cy="26222"/>
            </a:xfrm>
            <a:custGeom>
              <a:avLst/>
              <a:gdLst/>
              <a:ahLst/>
              <a:cxnLst/>
              <a:rect l="0" t="0" r="0" b="0"/>
              <a:pathLst>
                <a:path w="3251" h="26222">
                  <a:moveTo>
                    <a:pt x="3251" y="26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3" name="Output_receptor__5702">
              <a:extLst>
                <a:ext uri="{FF2B5EF4-FFF2-40B4-BE49-F238E27FC236}">
                  <a16:creationId xmlns:a16="http://schemas.microsoft.com/office/drawing/2014/main" id="{1DB34F40-53C2-2F67-5119-EA9E2204CB76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202749"/>
              <a:ext cx="25909" cy="65426"/>
            </a:xfrm>
            <a:custGeom>
              <a:avLst/>
              <a:gdLst/>
              <a:ahLst/>
              <a:cxnLst/>
              <a:rect l="0" t="0" r="0" b="0"/>
              <a:pathLst>
                <a:path w="25909" h="65426">
                  <a:moveTo>
                    <a:pt x="0" y="0"/>
                  </a:moveTo>
                  <a:lnTo>
                    <a:pt x="25909" y="6542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4" name="Output_receptor__5703">
              <a:extLst>
                <a:ext uri="{FF2B5EF4-FFF2-40B4-BE49-F238E27FC236}">
                  <a16:creationId xmlns:a16="http://schemas.microsoft.com/office/drawing/2014/main" id="{F380C255-1182-93BB-E2B5-401A91B65F96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16918"/>
              <a:ext cx="3284" cy="52883"/>
            </a:xfrm>
            <a:custGeom>
              <a:avLst/>
              <a:gdLst/>
              <a:ahLst/>
              <a:cxnLst/>
              <a:rect l="0" t="0" r="0" b="0"/>
              <a:pathLst>
                <a:path w="3284" h="52883">
                  <a:moveTo>
                    <a:pt x="0" y="0"/>
                  </a:moveTo>
                  <a:lnTo>
                    <a:pt x="3284" y="5288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5" name="Output_receptor__5704">
              <a:extLst>
                <a:ext uri="{FF2B5EF4-FFF2-40B4-BE49-F238E27FC236}">
                  <a16:creationId xmlns:a16="http://schemas.microsoft.com/office/drawing/2014/main" id="{4F9FE418-2E28-11E3-C5F4-074EF65A3597}"/>
                </a:ext>
              </a:extLst>
            </p:cNvPr>
            <p:cNvSpPr>
              <a:spLocks noGrp="1"/>
            </p:cNvSpPr>
            <p:nvPr/>
          </p:nvSpPr>
          <p:spPr>
            <a:xfrm>
              <a:off x="16094548" y="2591018"/>
              <a:ext cx="69266" cy="19628"/>
            </a:xfrm>
            <a:custGeom>
              <a:avLst/>
              <a:gdLst/>
              <a:ahLst/>
              <a:cxnLst/>
              <a:rect l="0" t="0" r="0" b="0"/>
              <a:pathLst>
                <a:path w="69266" h="19628">
                  <a:moveTo>
                    <a:pt x="69266" y="1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6" name="Output_receptor__5705">
              <a:extLst>
                <a:ext uri="{FF2B5EF4-FFF2-40B4-BE49-F238E27FC236}">
                  <a16:creationId xmlns:a16="http://schemas.microsoft.com/office/drawing/2014/main" id="{E030E975-9D98-8852-BF9B-5169E8E77781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25652"/>
              <a:ext cx="61039" cy="38428"/>
            </a:xfrm>
            <a:custGeom>
              <a:avLst/>
              <a:gdLst/>
              <a:ahLst/>
              <a:cxnLst/>
              <a:rect l="0" t="0" r="0" b="0"/>
              <a:pathLst>
                <a:path w="61039" h="38428">
                  <a:moveTo>
                    <a:pt x="0" y="38428"/>
                  </a:moveTo>
                  <a:lnTo>
                    <a:pt x="6103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7" name="Output_receptor__5706">
              <a:extLst>
                <a:ext uri="{FF2B5EF4-FFF2-40B4-BE49-F238E27FC236}">
                  <a16:creationId xmlns:a16="http://schemas.microsoft.com/office/drawing/2014/main" id="{699901A0-CB4E-E8F3-28A5-47B7559C2BA9}"/>
                </a:ext>
              </a:extLst>
            </p:cNvPr>
            <p:cNvSpPr>
              <a:spLocks noGrp="1"/>
            </p:cNvSpPr>
            <p:nvPr/>
          </p:nvSpPr>
          <p:spPr>
            <a:xfrm>
              <a:off x="15251391" y="3175283"/>
              <a:ext cx="7589" cy="24974"/>
            </a:xfrm>
            <a:custGeom>
              <a:avLst/>
              <a:gdLst/>
              <a:ahLst/>
              <a:cxnLst/>
              <a:rect l="0" t="0" r="0" b="0"/>
              <a:pathLst>
                <a:path w="7589" h="24974">
                  <a:moveTo>
                    <a:pt x="0" y="0"/>
                  </a:moveTo>
                  <a:lnTo>
                    <a:pt x="7589" y="2497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8" name="Output_receptor__5707">
              <a:extLst>
                <a:ext uri="{FF2B5EF4-FFF2-40B4-BE49-F238E27FC236}">
                  <a16:creationId xmlns:a16="http://schemas.microsoft.com/office/drawing/2014/main" id="{7C5BA17C-C811-A5EB-8B16-82347EB1CBAE}"/>
                </a:ext>
              </a:extLst>
            </p:cNvPr>
            <p:cNvSpPr>
              <a:spLocks noGrp="1"/>
            </p:cNvSpPr>
            <p:nvPr/>
          </p:nvSpPr>
          <p:spPr>
            <a:xfrm>
              <a:off x="15095274" y="2797805"/>
              <a:ext cx="70758" cy="7856"/>
            </a:xfrm>
            <a:custGeom>
              <a:avLst/>
              <a:gdLst/>
              <a:ahLst/>
              <a:cxnLst/>
              <a:rect l="0" t="0" r="0" b="0"/>
              <a:pathLst>
                <a:path w="70758" h="7856">
                  <a:moveTo>
                    <a:pt x="0" y="7856"/>
                  </a:moveTo>
                  <a:lnTo>
                    <a:pt x="7075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9" name="Output_receptor__5708">
              <a:extLst>
                <a:ext uri="{FF2B5EF4-FFF2-40B4-BE49-F238E27FC236}">
                  <a16:creationId xmlns:a16="http://schemas.microsoft.com/office/drawing/2014/main" id="{1BC591C0-0AB5-4E9F-0137-0C6D0578948A}"/>
                </a:ext>
              </a:extLst>
            </p:cNvPr>
            <p:cNvSpPr>
              <a:spLocks noGrp="1"/>
            </p:cNvSpPr>
            <p:nvPr/>
          </p:nvSpPr>
          <p:spPr>
            <a:xfrm>
              <a:off x="16269904" y="2524363"/>
              <a:ext cx="58687" cy="37848"/>
            </a:xfrm>
            <a:custGeom>
              <a:avLst/>
              <a:gdLst/>
              <a:ahLst/>
              <a:cxnLst/>
              <a:rect l="0" t="0" r="0" b="0"/>
              <a:pathLst>
                <a:path w="58687" h="37848">
                  <a:moveTo>
                    <a:pt x="58687" y="0"/>
                  </a:moveTo>
                  <a:lnTo>
                    <a:pt x="0" y="3784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0" name="Output_receptor__5709">
              <a:extLst>
                <a:ext uri="{FF2B5EF4-FFF2-40B4-BE49-F238E27FC236}">
                  <a16:creationId xmlns:a16="http://schemas.microsoft.com/office/drawing/2014/main" id="{ED37CBAC-4025-9DE9-B608-1B4810215D2B}"/>
                </a:ext>
              </a:extLst>
            </p:cNvPr>
            <p:cNvSpPr>
              <a:spLocks noGrp="1"/>
            </p:cNvSpPr>
            <p:nvPr/>
          </p:nvSpPr>
          <p:spPr>
            <a:xfrm>
              <a:off x="16298708" y="2357156"/>
              <a:ext cx="29355" cy="31293"/>
            </a:xfrm>
            <a:custGeom>
              <a:avLst/>
              <a:gdLst/>
              <a:ahLst/>
              <a:cxnLst/>
              <a:rect l="0" t="0" r="0" b="0"/>
              <a:pathLst>
                <a:path w="29355" h="31293">
                  <a:moveTo>
                    <a:pt x="0" y="31293"/>
                  </a:moveTo>
                  <a:lnTo>
                    <a:pt x="2935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1" name="Output_receptor__5710">
              <a:extLst>
                <a:ext uri="{FF2B5EF4-FFF2-40B4-BE49-F238E27FC236}">
                  <a16:creationId xmlns:a16="http://schemas.microsoft.com/office/drawing/2014/main" id="{31082757-8331-8C5C-CD3E-70340B948CBD}"/>
                </a:ext>
              </a:extLst>
            </p:cNvPr>
            <p:cNvSpPr>
              <a:spLocks noGrp="1"/>
            </p:cNvSpPr>
            <p:nvPr/>
          </p:nvSpPr>
          <p:spPr>
            <a:xfrm>
              <a:off x="16202010" y="2551716"/>
              <a:ext cx="67894" cy="10495"/>
            </a:xfrm>
            <a:custGeom>
              <a:avLst/>
              <a:gdLst/>
              <a:ahLst/>
              <a:cxnLst/>
              <a:rect l="0" t="0" r="0" b="0"/>
              <a:pathLst>
                <a:path w="67894" h="10495">
                  <a:moveTo>
                    <a:pt x="67894" y="10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2" name="Output_receptor__5711">
              <a:extLst>
                <a:ext uri="{FF2B5EF4-FFF2-40B4-BE49-F238E27FC236}">
                  <a16:creationId xmlns:a16="http://schemas.microsoft.com/office/drawing/2014/main" id="{0DAEDCBF-C9D1-2197-A63F-CB54DB4EB4EF}"/>
                </a:ext>
              </a:extLst>
            </p:cNvPr>
            <p:cNvSpPr>
              <a:spLocks noGrp="1"/>
            </p:cNvSpPr>
            <p:nvPr/>
          </p:nvSpPr>
          <p:spPr>
            <a:xfrm>
              <a:off x="14845986" y="3146492"/>
              <a:ext cx="59033" cy="18873"/>
            </a:xfrm>
            <a:custGeom>
              <a:avLst/>
              <a:gdLst/>
              <a:ahLst/>
              <a:cxnLst/>
              <a:rect l="0" t="0" r="0" b="0"/>
              <a:pathLst>
                <a:path w="59033" h="18873">
                  <a:moveTo>
                    <a:pt x="0" y="18873"/>
                  </a:moveTo>
                  <a:lnTo>
                    <a:pt x="59033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3" name="Output_receptor__5712">
              <a:extLst>
                <a:ext uri="{FF2B5EF4-FFF2-40B4-BE49-F238E27FC236}">
                  <a16:creationId xmlns:a16="http://schemas.microsoft.com/office/drawing/2014/main" id="{BC031090-0C6F-B97D-C3D3-4921321B392E}"/>
                </a:ext>
              </a:extLst>
            </p:cNvPr>
            <p:cNvSpPr>
              <a:spLocks noGrp="1"/>
            </p:cNvSpPr>
            <p:nvPr/>
          </p:nvSpPr>
          <p:spPr>
            <a:xfrm>
              <a:off x="14977461" y="3263879"/>
              <a:ext cx="20536" cy="43970"/>
            </a:xfrm>
            <a:custGeom>
              <a:avLst/>
              <a:gdLst/>
              <a:ahLst/>
              <a:cxnLst/>
              <a:rect l="0" t="0" r="0" b="0"/>
              <a:pathLst>
                <a:path w="20536" h="43970">
                  <a:moveTo>
                    <a:pt x="20536" y="0"/>
                  </a:moveTo>
                  <a:lnTo>
                    <a:pt x="0" y="4397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4" name="Output_receptor__5713">
              <a:extLst>
                <a:ext uri="{FF2B5EF4-FFF2-40B4-BE49-F238E27FC236}">
                  <a16:creationId xmlns:a16="http://schemas.microsoft.com/office/drawing/2014/main" id="{AB056171-A378-4457-965B-8A0043500FE9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2963576"/>
              <a:ext cx="36187" cy="61453"/>
            </a:xfrm>
            <a:custGeom>
              <a:avLst/>
              <a:gdLst/>
              <a:ahLst/>
              <a:cxnLst/>
              <a:rect l="0" t="0" r="0" b="0"/>
              <a:pathLst>
                <a:path w="36187" h="61453">
                  <a:moveTo>
                    <a:pt x="36187" y="0"/>
                  </a:moveTo>
                  <a:lnTo>
                    <a:pt x="0" y="6145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5" name="Output_receptor__5714">
              <a:extLst>
                <a:ext uri="{FF2B5EF4-FFF2-40B4-BE49-F238E27FC236}">
                  <a16:creationId xmlns:a16="http://schemas.microsoft.com/office/drawing/2014/main" id="{FD5B74E0-93B0-A15C-5FAD-DF36EF71D439}"/>
                </a:ext>
              </a:extLst>
            </p:cNvPr>
            <p:cNvSpPr>
              <a:spLocks noGrp="1"/>
            </p:cNvSpPr>
            <p:nvPr/>
          </p:nvSpPr>
          <p:spPr>
            <a:xfrm>
              <a:off x="15312165" y="3029078"/>
              <a:ext cx="69099" cy="16571"/>
            </a:xfrm>
            <a:custGeom>
              <a:avLst/>
              <a:gdLst/>
              <a:ahLst/>
              <a:cxnLst/>
              <a:rect l="0" t="0" r="0" b="0"/>
              <a:pathLst>
                <a:path w="69099" h="16571">
                  <a:moveTo>
                    <a:pt x="69099" y="16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6" name="Output_receptor__5715">
              <a:extLst>
                <a:ext uri="{FF2B5EF4-FFF2-40B4-BE49-F238E27FC236}">
                  <a16:creationId xmlns:a16="http://schemas.microsoft.com/office/drawing/2014/main" id="{81A1A05E-9F9A-9FBF-F49E-AB1F8A555F40}"/>
                </a:ext>
              </a:extLst>
            </p:cNvPr>
            <p:cNvSpPr>
              <a:spLocks noGrp="1"/>
            </p:cNvSpPr>
            <p:nvPr/>
          </p:nvSpPr>
          <p:spPr>
            <a:xfrm>
              <a:off x="15382167" y="2950005"/>
              <a:ext cx="70628" cy="12305"/>
            </a:xfrm>
            <a:custGeom>
              <a:avLst/>
              <a:gdLst/>
              <a:ahLst/>
              <a:cxnLst/>
              <a:rect l="0" t="0" r="0" b="0"/>
              <a:pathLst>
                <a:path w="70628" h="12305">
                  <a:moveTo>
                    <a:pt x="70628" y="123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7" name="Output_receptor__5716">
              <a:extLst>
                <a:ext uri="{FF2B5EF4-FFF2-40B4-BE49-F238E27FC236}">
                  <a16:creationId xmlns:a16="http://schemas.microsoft.com/office/drawing/2014/main" id="{2C2806BC-A974-5180-C6B9-99E1E099327D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352197"/>
              <a:ext cx="35530" cy="61942"/>
            </a:xfrm>
            <a:custGeom>
              <a:avLst/>
              <a:gdLst/>
              <a:ahLst/>
              <a:cxnLst/>
              <a:rect l="0" t="0" r="0" b="0"/>
              <a:pathLst>
                <a:path w="35530" h="61942">
                  <a:moveTo>
                    <a:pt x="35530" y="0"/>
                  </a:moveTo>
                  <a:lnTo>
                    <a:pt x="0" y="6194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8" name="Output_receptor__5717">
              <a:extLst>
                <a:ext uri="{FF2B5EF4-FFF2-40B4-BE49-F238E27FC236}">
                  <a16:creationId xmlns:a16="http://schemas.microsoft.com/office/drawing/2014/main" id="{F76F92A7-00AE-AC0B-A534-F51172BEDF0B}"/>
                </a:ext>
              </a:extLst>
            </p:cNvPr>
            <p:cNvSpPr>
              <a:spLocks noGrp="1"/>
            </p:cNvSpPr>
            <p:nvPr/>
          </p:nvSpPr>
          <p:spPr>
            <a:xfrm>
              <a:off x="16163814" y="2551716"/>
              <a:ext cx="38196" cy="58929"/>
            </a:xfrm>
            <a:custGeom>
              <a:avLst/>
              <a:gdLst/>
              <a:ahLst/>
              <a:cxnLst/>
              <a:rect l="0" t="0" r="0" b="0"/>
              <a:pathLst>
                <a:path w="38196" h="58929">
                  <a:moveTo>
                    <a:pt x="38196" y="0"/>
                  </a:moveTo>
                  <a:lnTo>
                    <a:pt x="0" y="5892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9" name="Output_receptor__5718">
              <a:extLst>
                <a:ext uri="{FF2B5EF4-FFF2-40B4-BE49-F238E27FC236}">
                  <a16:creationId xmlns:a16="http://schemas.microsoft.com/office/drawing/2014/main" id="{706A952F-20FF-FFEF-06D7-7AD288928A01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812560"/>
              <a:ext cx="7312" cy="60931"/>
            </a:xfrm>
            <a:custGeom>
              <a:avLst/>
              <a:gdLst/>
              <a:ahLst/>
              <a:cxnLst/>
              <a:rect l="0" t="0" r="0" b="0"/>
              <a:pathLst>
                <a:path w="7312" h="60931">
                  <a:moveTo>
                    <a:pt x="7312" y="60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0" name="Output_receptor__5719">
              <a:extLst>
                <a:ext uri="{FF2B5EF4-FFF2-40B4-BE49-F238E27FC236}">
                  <a16:creationId xmlns:a16="http://schemas.microsoft.com/office/drawing/2014/main" id="{D4B6F174-B1FC-EE17-9FD3-F2306076197E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32499"/>
              <a:ext cx="1282" cy="70908"/>
            </a:xfrm>
            <a:custGeom>
              <a:avLst/>
              <a:gdLst/>
              <a:ahLst/>
              <a:cxnLst/>
              <a:rect l="0" t="0" r="0" b="0"/>
              <a:pathLst>
                <a:path w="1282" h="70908">
                  <a:moveTo>
                    <a:pt x="1282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1" name="Output_receptor__5720">
              <a:extLst>
                <a:ext uri="{FF2B5EF4-FFF2-40B4-BE49-F238E27FC236}">
                  <a16:creationId xmlns:a16="http://schemas.microsoft.com/office/drawing/2014/main" id="{7497F4A2-6D2E-D8A2-0007-259B3A8E858B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47349"/>
              <a:ext cx="17162" cy="13156"/>
            </a:xfrm>
            <a:custGeom>
              <a:avLst/>
              <a:gdLst/>
              <a:ahLst/>
              <a:cxnLst/>
              <a:rect l="0" t="0" r="0" b="0"/>
              <a:pathLst>
                <a:path w="17162" h="13156">
                  <a:moveTo>
                    <a:pt x="0" y="13156"/>
                  </a:moveTo>
                  <a:lnTo>
                    <a:pt x="1716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2" name="Output_receptor__5721">
              <a:extLst>
                <a:ext uri="{FF2B5EF4-FFF2-40B4-BE49-F238E27FC236}">
                  <a16:creationId xmlns:a16="http://schemas.microsoft.com/office/drawing/2014/main" id="{1DC55406-7252-81DE-9F56-DEBE8FBB5631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784343"/>
              <a:ext cx="51585" cy="28217"/>
            </a:xfrm>
            <a:custGeom>
              <a:avLst/>
              <a:gdLst/>
              <a:ahLst/>
              <a:cxnLst/>
              <a:rect l="0" t="0" r="0" b="0"/>
              <a:pathLst>
                <a:path w="51585" h="28217">
                  <a:moveTo>
                    <a:pt x="0" y="28217"/>
                  </a:moveTo>
                  <a:lnTo>
                    <a:pt x="5158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3" name="Output_receptor__5722">
              <a:extLst>
                <a:ext uri="{FF2B5EF4-FFF2-40B4-BE49-F238E27FC236}">
                  <a16:creationId xmlns:a16="http://schemas.microsoft.com/office/drawing/2014/main" id="{04AEB437-F8FE-880E-8C93-2719C4E3BAD3}"/>
                </a:ext>
              </a:extLst>
            </p:cNvPr>
            <p:cNvSpPr>
              <a:spLocks noGrp="1"/>
            </p:cNvSpPr>
            <p:nvPr/>
          </p:nvSpPr>
          <p:spPr>
            <a:xfrm>
              <a:off x="15166032" y="2797805"/>
              <a:ext cx="15752" cy="65805"/>
            </a:xfrm>
            <a:custGeom>
              <a:avLst/>
              <a:gdLst/>
              <a:ahLst/>
              <a:cxnLst/>
              <a:rect l="0" t="0" r="0" b="0"/>
              <a:pathLst>
                <a:path w="15752" h="65805">
                  <a:moveTo>
                    <a:pt x="0" y="0"/>
                  </a:moveTo>
                  <a:lnTo>
                    <a:pt x="15752" y="658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4" name="Output_receptor__5723">
              <a:extLst>
                <a:ext uri="{FF2B5EF4-FFF2-40B4-BE49-F238E27FC236}">
                  <a16:creationId xmlns:a16="http://schemas.microsoft.com/office/drawing/2014/main" id="{5EEC1568-33BA-5F34-3B55-6F900F803155}"/>
                </a:ext>
              </a:extLst>
            </p:cNvPr>
            <p:cNvSpPr>
              <a:spLocks noGrp="1"/>
            </p:cNvSpPr>
            <p:nvPr/>
          </p:nvSpPr>
          <p:spPr>
            <a:xfrm>
              <a:off x="15293479" y="3113856"/>
              <a:ext cx="43353" cy="15570"/>
            </a:xfrm>
            <a:custGeom>
              <a:avLst/>
              <a:gdLst/>
              <a:ahLst/>
              <a:cxnLst/>
              <a:rect l="0" t="0" r="0" b="0"/>
              <a:pathLst>
                <a:path w="43353" h="15570">
                  <a:moveTo>
                    <a:pt x="43353" y="15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5" name="Output_receptor__5724">
              <a:extLst>
                <a:ext uri="{FF2B5EF4-FFF2-40B4-BE49-F238E27FC236}">
                  <a16:creationId xmlns:a16="http://schemas.microsoft.com/office/drawing/2014/main" id="{4554F09C-9183-708A-360A-1EC981EF1451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61483"/>
              <a:ext cx="9506" cy="70073"/>
            </a:xfrm>
            <a:custGeom>
              <a:avLst/>
              <a:gdLst/>
              <a:ahLst/>
              <a:cxnLst/>
              <a:rect l="0" t="0" r="0" b="0"/>
              <a:pathLst>
                <a:path w="9506" h="70073">
                  <a:moveTo>
                    <a:pt x="9506" y="700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6" name="Output_receptor__5725">
              <a:extLst>
                <a:ext uri="{FF2B5EF4-FFF2-40B4-BE49-F238E27FC236}">
                  <a16:creationId xmlns:a16="http://schemas.microsoft.com/office/drawing/2014/main" id="{921CC4E0-948D-83EF-20BD-E72A8B74F67F}"/>
                </a:ext>
              </a:extLst>
            </p:cNvPr>
            <p:cNvSpPr>
              <a:spLocks noGrp="1"/>
            </p:cNvSpPr>
            <p:nvPr/>
          </p:nvSpPr>
          <p:spPr>
            <a:xfrm>
              <a:off x="15742748" y="3119922"/>
              <a:ext cx="27645" cy="55353"/>
            </a:xfrm>
            <a:custGeom>
              <a:avLst/>
              <a:gdLst/>
              <a:ahLst/>
              <a:cxnLst/>
              <a:rect l="0" t="0" r="0" b="0"/>
              <a:pathLst>
                <a:path w="27645" h="55353">
                  <a:moveTo>
                    <a:pt x="0" y="0"/>
                  </a:moveTo>
                  <a:lnTo>
                    <a:pt x="27645" y="5535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7" name="Output_receptor__5726">
              <a:extLst>
                <a:ext uri="{FF2B5EF4-FFF2-40B4-BE49-F238E27FC236}">
                  <a16:creationId xmlns:a16="http://schemas.microsoft.com/office/drawing/2014/main" id="{46D6DC75-864E-7319-0745-EB94E3BC6A04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19922"/>
              <a:ext cx="63716" cy="12578"/>
            </a:xfrm>
            <a:custGeom>
              <a:avLst/>
              <a:gdLst/>
              <a:ahLst/>
              <a:cxnLst/>
              <a:rect l="0" t="0" r="0" b="0"/>
              <a:pathLst>
                <a:path w="63716" h="12578">
                  <a:moveTo>
                    <a:pt x="0" y="12578"/>
                  </a:moveTo>
                  <a:lnTo>
                    <a:pt x="6371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8" name="Output_receptor__5727">
              <a:extLst>
                <a:ext uri="{FF2B5EF4-FFF2-40B4-BE49-F238E27FC236}">
                  <a16:creationId xmlns:a16="http://schemas.microsoft.com/office/drawing/2014/main" id="{6EE195FD-1527-3432-FC9B-6ED28A48493B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57331" cy="3278"/>
            </a:xfrm>
            <a:custGeom>
              <a:avLst/>
              <a:gdLst/>
              <a:ahLst/>
              <a:cxnLst/>
              <a:rect l="0" t="0" r="0" b="0"/>
              <a:pathLst>
                <a:path w="57331" h="3278">
                  <a:moveTo>
                    <a:pt x="57331" y="3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9" name="Output_receptor__5728">
              <a:extLst>
                <a:ext uri="{FF2B5EF4-FFF2-40B4-BE49-F238E27FC236}">
                  <a16:creationId xmlns:a16="http://schemas.microsoft.com/office/drawing/2014/main" id="{43CFD169-AF76-0EE7-3A52-276E6DBA8963}"/>
                </a:ext>
              </a:extLst>
            </p:cNvPr>
            <p:cNvSpPr>
              <a:spLocks noGrp="1"/>
            </p:cNvSpPr>
            <p:nvPr/>
          </p:nvSpPr>
          <p:spPr>
            <a:xfrm>
              <a:off x="15932796" y="3062810"/>
              <a:ext cx="70166" cy="12848"/>
            </a:xfrm>
            <a:custGeom>
              <a:avLst/>
              <a:gdLst/>
              <a:ahLst/>
              <a:cxnLst/>
              <a:rect l="0" t="0" r="0" b="0"/>
              <a:pathLst>
                <a:path w="70166" h="12848">
                  <a:moveTo>
                    <a:pt x="70166" y="0"/>
                  </a:moveTo>
                  <a:lnTo>
                    <a:pt x="0" y="1284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0" name="Output_receptor__5729">
              <a:extLst>
                <a:ext uri="{FF2B5EF4-FFF2-40B4-BE49-F238E27FC236}">
                  <a16:creationId xmlns:a16="http://schemas.microsoft.com/office/drawing/2014/main" id="{00674AAB-E91B-0BC1-74DB-1D8229D137ED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26804"/>
              <a:ext cx="19818" cy="8946"/>
            </a:xfrm>
            <a:custGeom>
              <a:avLst/>
              <a:gdLst/>
              <a:ahLst/>
              <a:cxnLst/>
              <a:rect l="0" t="0" r="0" b="0"/>
              <a:pathLst>
                <a:path w="19818" h="8946">
                  <a:moveTo>
                    <a:pt x="19818" y="0"/>
                  </a:moveTo>
                  <a:lnTo>
                    <a:pt x="0" y="8946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1" name="Output_receptor__5730">
              <a:extLst>
                <a:ext uri="{FF2B5EF4-FFF2-40B4-BE49-F238E27FC236}">
                  <a16:creationId xmlns:a16="http://schemas.microsoft.com/office/drawing/2014/main" id="{B55177CB-79C1-9DAA-9AB6-78EECE0AD7E9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173676"/>
              <a:ext cx="26933" cy="29073"/>
            </a:xfrm>
            <a:custGeom>
              <a:avLst/>
              <a:gdLst/>
              <a:ahLst/>
              <a:cxnLst/>
              <a:rect l="0" t="0" r="0" b="0"/>
              <a:pathLst>
                <a:path w="26933" h="29073">
                  <a:moveTo>
                    <a:pt x="26933" y="0"/>
                  </a:moveTo>
                  <a:lnTo>
                    <a:pt x="0" y="29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2" name="Output_receptor__5731">
              <a:extLst>
                <a:ext uri="{FF2B5EF4-FFF2-40B4-BE49-F238E27FC236}">
                  <a16:creationId xmlns:a16="http://schemas.microsoft.com/office/drawing/2014/main" id="{9381B856-D832-9834-8C19-EC24085E2A98}"/>
                </a:ext>
              </a:extLst>
            </p:cNvPr>
            <p:cNvSpPr>
              <a:spLocks noGrp="1"/>
            </p:cNvSpPr>
            <p:nvPr/>
          </p:nvSpPr>
          <p:spPr>
            <a:xfrm>
              <a:off x="15067443" y="2865899"/>
              <a:ext cx="8762" cy="59753"/>
            </a:xfrm>
            <a:custGeom>
              <a:avLst/>
              <a:gdLst/>
              <a:ahLst/>
              <a:cxnLst/>
              <a:rect l="0" t="0" r="0" b="0"/>
              <a:pathLst>
                <a:path w="8762" h="59753">
                  <a:moveTo>
                    <a:pt x="0" y="59753"/>
                  </a:moveTo>
                  <a:lnTo>
                    <a:pt x="8762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3" name="Output_receptor__5732">
              <a:extLst>
                <a:ext uri="{FF2B5EF4-FFF2-40B4-BE49-F238E27FC236}">
                  <a16:creationId xmlns:a16="http://schemas.microsoft.com/office/drawing/2014/main" id="{488CB15D-788E-F971-FAB2-19FAD22C9C4F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70679"/>
              <a:ext cx="39890" cy="38413"/>
            </a:xfrm>
            <a:custGeom>
              <a:avLst/>
              <a:gdLst/>
              <a:ahLst/>
              <a:cxnLst/>
              <a:rect l="0" t="0" r="0" b="0"/>
              <a:pathLst>
                <a:path w="39890" h="38413">
                  <a:moveTo>
                    <a:pt x="39890" y="384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4" name="Output_receptor__5733">
              <a:extLst>
                <a:ext uri="{FF2B5EF4-FFF2-40B4-BE49-F238E27FC236}">
                  <a16:creationId xmlns:a16="http://schemas.microsoft.com/office/drawing/2014/main" id="{DAB8A865-B4F0-4FA0-4092-E8E2D1DADF1B}"/>
                </a:ext>
              </a:extLst>
            </p:cNvPr>
            <p:cNvSpPr>
              <a:spLocks noGrp="1"/>
            </p:cNvSpPr>
            <p:nvPr/>
          </p:nvSpPr>
          <p:spPr>
            <a:xfrm>
              <a:off x="16104865" y="3352197"/>
              <a:ext cx="53818" cy="22413"/>
            </a:xfrm>
            <a:custGeom>
              <a:avLst/>
              <a:gdLst/>
              <a:ahLst/>
              <a:cxnLst/>
              <a:rect l="0" t="0" r="0" b="0"/>
              <a:pathLst>
                <a:path w="53818" h="22413">
                  <a:moveTo>
                    <a:pt x="53818" y="22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5" name="Output_receptor__5734">
              <a:extLst>
                <a:ext uri="{FF2B5EF4-FFF2-40B4-BE49-F238E27FC236}">
                  <a16:creationId xmlns:a16="http://schemas.microsoft.com/office/drawing/2014/main" id="{823519D5-88D1-DE35-74F0-798DDD2645FB}"/>
                </a:ext>
              </a:extLst>
            </p:cNvPr>
            <p:cNvSpPr>
              <a:spLocks noGrp="1"/>
            </p:cNvSpPr>
            <p:nvPr/>
          </p:nvSpPr>
          <p:spPr>
            <a:xfrm>
              <a:off x="15076205" y="2805661"/>
              <a:ext cx="19069" cy="60237"/>
            </a:xfrm>
            <a:custGeom>
              <a:avLst/>
              <a:gdLst/>
              <a:ahLst/>
              <a:cxnLst/>
              <a:rect l="0" t="0" r="0" b="0"/>
              <a:pathLst>
                <a:path w="19069" h="60237">
                  <a:moveTo>
                    <a:pt x="0" y="60237"/>
                  </a:moveTo>
                  <a:lnTo>
                    <a:pt x="1906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6" name="Output_receptor__5735">
              <a:extLst>
                <a:ext uri="{FF2B5EF4-FFF2-40B4-BE49-F238E27FC236}">
                  <a16:creationId xmlns:a16="http://schemas.microsoft.com/office/drawing/2014/main" id="{91B9CA05-B596-ED9E-AA36-9F63AFF4D16A}"/>
                </a:ext>
              </a:extLst>
            </p:cNvPr>
            <p:cNvSpPr>
              <a:spLocks noGrp="1"/>
            </p:cNvSpPr>
            <p:nvPr/>
          </p:nvSpPr>
          <p:spPr>
            <a:xfrm>
              <a:off x="15548703" y="3379549"/>
              <a:ext cx="8150" cy="28642"/>
            </a:xfrm>
            <a:custGeom>
              <a:avLst/>
              <a:gdLst/>
              <a:ahLst/>
              <a:cxnLst/>
              <a:rect l="0" t="0" r="0" b="0"/>
              <a:pathLst>
                <a:path w="8150" h="28642">
                  <a:moveTo>
                    <a:pt x="8150" y="2864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7" name="Output_receptor__5736">
              <a:extLst>
                <a:ext uri="{FF2B5EF4-FFF2-40B4-BE49-F238E27FC236}">
                  <a16:creationId xmlns:a16="http://schemas.microsoft.com/office/drawing/2014/main" id="{8368FF5B-2BC4-7E97-13EC-8690CFEB49E5}"/>
                </a:ext>
              </a:extLst>
            </p:cNvPr>
            <p:cNvSpPr>
              <a:spLocks noGrp="1"/>
            </p:cNvSpPr>
            <p:nvPr/>
          </p:nvSpPr>
          <p:spPr>
            <a:xfrm>
              <a:off x="14905019" y="3084860"/>
              <a:ext cx="37235" cy="61631"/>
            </a:xfrm>
            <a:custGeom>
              <a:avLst/>
              <a:gdLst/>
              <a:ahLst/>
              <a:cxnLst/>
              <a:rect l="0" t="0" r="0" b="0"/>
              <a:pathLst>
                <a:path w="37235" h="61631">
                  <a:moveTo>
                    <a:pt x="0" y="61631"/>
                  </a:moveTo>
                  <a:lnTo>
                    <a:pt x="3723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8" name="Output_receptor__5737">
              <a:extLst>
                <a:ext uri="{FF2B5EF4-FFF2-40B4-BE49-F238E27FC236}">
                  <a16:creationId xmlns:a16="http://schemas.microsoft.com/office/drawing/2014/main" id="{19C513BC-076D-F448-444B-B8F320E4FB7A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08807"/>
              <a:ext cx="71399" cy="12114"/>
            </a:xfrm>
            <a:custGeom>
              <a:avLst/>
              <a:gdLst/>
              <a:ahLst/>
              <a:cxnLst/>
              <a:rect l="0" t="0" r="0" b="0"/>
              <a:pathLst>
                <a:path w="71399" h="12114">
                  <a:moveTo>
                    <a:pt x="0" y="12114"/>
                  </a:moveTo>
                  <a:lnTo>
                    <a:pt x="7139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9" name="Output_receptor__5738">
              <a:extLst>
                <a:ext uri="{FF2B5EF4-FFF2-40B4-BE49-F238E27FC236}">
                  <a16:creationId xmlns:a16="http://schemas.microsoft.com/office/drawing/2014/main" id="{B5648C51-E26E-0BAF-943B-D4787171389A}"/>
                </a:ext>
              </a:extLst>
            </p:cNvPr>
            <p:cNvSpPr>
              <a:spLocks noGrp="1"/>
            </p:cNvSpPr>
            <p:nvPr/>
          </p:nvSpPr>
          <p:spPr>
            <a:xfrm>
              <a:off x="16017231" y="2784343"/>
              <a:ext cx="41275" cy="58602"/>
            </a:xfrm>
            <a:custGeom>
              <a:avLst/>
              <a:gdLst/>
              <a:ahLst/>
              <a:cxnLst/>
              <a:rect l="0" t="0" r="0" b="0"/>
              <a:pathLst>
                <a:path w="41275" h="58602">
                  <a:moveTo>
                    <a:pt x="0" y="0"/>
                  </a:moveTo>
                  <a:lnTo>
                    <a:pt x="41275" y="5860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0" name="Output_receptor__5739">
              <a:extLst>
                <a:ext uri="{FF2B5EF4-FFF2-40B4-BE49-F238E27FC236}">
                  <a16:creationId xmlns:a16="http://schemas.microsoft.com/office/drawing/2014/main" id="{D282F231-CDAB-A439-C585-34E8EA2FC165}"/>
                </a:ext>
              </a:extLst>
            </p:cNvPr>
            <p:cNvSpPr>
              <a:spLocks noGrp="1"/>
            </p:cNvSpPr>
            <p:nvPr/>
          </p:nvSpPr>
          <p:spPr>
            <a:xfrm>
              <a:off x="16158683" y="3374610"/>
              <a:ext cx="3972" cy="64102"/>
            </a:xfrm>
            <a:custGeom>
              <a:avLst/>
              <a:gdLst/>
              <a:ahLst/>
              <a:cxnLst/>
              <a:rect l="0" t="0" r="0" b="0"/>
              <a:pathLst>
                <a:path w="3972" h="64102">
                  <a:moveTo>
                    <a:pt x="3972" y="6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1" name="Output_receptor__5740">
              <a:extLst>
                <a:ext uri="{FF2B5EF4-FFF2-40B4-BE49-F238E27FC236}">
                  <a16:creationId xmlns:a16="http://schemas.microsoft.com/office/drawing/2014/main" id="{1888746F-7F01-2031-BF0B-6F62BFA35387}"/>
                </a:ext>
              </a:extLst>
            </p:cNvPr>
            <p:cNvSpPr>
              <a:spLocks noGrp="1"/>
            </p:cNvSpPr>
            <p:nvPr/>
          </p:nvSpPr>
          <p:spPr>
            <a:xfrm>
              <a:off x="15259264" y="3531556"/>
              <a:ext cx="66261" cy="21093"/>
            </a:xfrm>
            <a:custGeom>
              <a:avLst/>
              <a:gdLst/>
              <a:ahLst/>
              <a:cxnLst/>
              <a:rect l="0" t="0" r="0" b="0"/>
              <a:pathLst>
                <a:path w="66261" h="21093">
                  <a:moveTo>
                    <a:pt x="66261" y="21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2" name="Output_receptor__5741">
              <a:extLst>
                <a:ext uri="{FF2B5EF4-FFF2-40B4-BE49-F238E27FC236}">
                  <a16:creationId xmlns:a16="http://schemas.microsoft.com/office/drawing/2014/main" id="{EEB53ACC-64C1-E715-EF85-E36173F8D305}"/>
                </a:ext>
              </a:extLst>
            </p:cNvPr>
            <p:cNvSpPr>
              <a:spLocks noGrp="1"/>
            </p:cNvSpPr>
            <p:nvPr/>
          </p:nvSpPr>
          <p:spPr>
            <a:xfrm>
              <a:off x="15100445" y="3238991"/>
              <a:ext cx="2485" cy="61859"/>
            </a:xfrm>
            <a:custGeom>
              <a:avLst/>
              <a:gdLst/>
              <a:ahLst/>
              <a:cxnLst/>
              <a:rect l="0" t="0" r="0" b="0"/>
              <a:pathLst>
                <a:path w="2485" h="61859">
                  <a:moveTo>
                    <a:pt x="2485" y="0"/>
                  </a:moveTo>
                  <a:lnTo>
                    <a:pt x="0" y="618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3" name="Output_receptor__5742">
              <a:extLst>
                <a:ext uri="{FF2B5EF4-FFF2-40B4-BE49-F238E27FC236}">
                  <a16:creationId xmlns:a16="http://schemas.microsoft.com/office/drawing/2014/main" id="{FA7445A7-A9B6-DEE0-4649-7F6A4CE2B1BD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20920"/>
              <a:ext cx="8384" cy="70662"/>
            </a:xfrm>
            <a:custGeom>
              <a:avLst/>
              <a:gdLst/>
              <a:ahLst/>
              <a:cxnLst/>
              <a:rect l="0" t="0" r="0" b="0"/>
              <a:pathLst>
                <a:path w="8384" h="70662">
                  <a:moveTo>
                    <a:pt x="8384" y="706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4" name="Output_receptor__5743">
              <a:extLst>
                <a:ext uri="{FF2B5EF4-FFF2-40B4-BE49-F238E27FC236}">
                  <a16:creationId xmlns:a16="http://schemas.microsoft.com/office/drawing/2014/main" id="{26A43C26-60CE-A19C-55B9-5884B67EF43D}"/>
                </a:ext>
              </a:extLst>
            </p:cNvPr>
            <p:cNvSpPr>
              <a:spLocks noGrp="1"/>
            </p:cNvSpPr>
            <p:nvPr/>
          </p:nvSpPr>
          <p:spPr>
            <a:xfrm>
              <a:off x="15452795" y="2913480"/>
              <a:ext cx="12003" cy="48830"/>
            </a:xfrm>
            <a:custGeom>
              <a:avLst/>
              <a:gdLst/>
              <a:ahLst/>
              <a:cxnLst/>
              <a:rect l="0" t="0" r="0" b="0"/>
              <a:pathLst>
                <a:path w="12003" h="48830">
                  <a:moveTo>
                    <a:pt x="12003" y="0"/>
                  </a:moveTo>
                  <a:lnTo>
                    <a:pt x="0" y="4883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5" name="Output_receptor__5744">
              <a:extLst>
                <a:ext uri="{FF2B5EF4-FFF2-40B4-BE49-F238E27FC236}">
                  <a16:creationId xmlns:a16="http://schemas.microsoft.com/office/drawing/2014/main" id="{B23CD03F-E3D9-F472-7D3C-F2BD0AA926F7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794637"/>
              <a:ext cx="15382" cy="41600"/>
            </a:xfrm>
            <a:custGeom>
              <a:avLst/>
              <a:gdLst/>
              <a:ahLst/>
              <a:cxnLst/>
              <a:rect l="0" t="0" r="0" b="0"/>
              <a:pathLst>
                <a:path w="15382" h="41600">
                  <a:moveTo>
                    <a:pt x="0" y="41600"/>
                  </a:moveTo>
                  <a:lnTo>
                    <a:pt x="153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6" name="Output_receptor__5745">
              <a:extLst>
                <a:ext uri="{FF2B5EF4-FFF2-40B4-BE49-F238E27FC236}">
                  <a16:creationId xmlns:a16="http://schemas.microsoft.com/office/drawing/2014/main" id="{82A30556-12A6-4C66-C8A0-75E5B56B1308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410225"/>
              <a:ext cx="32068" cy="55790"/>
            </a:xfrm>
            <a:custGeom>
              <a:avLst/>
              <a:gdLst/>
              <a:ahLst/>
              <a:cxnLst/>
              <a:rect l="0" t="0" r="0" b="0"/>
              <a:pathLst>
                <a:path w="32068" h="55790">
                  <a:moveTo>
                    <a:pt x="32068" y="557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7" name="Output_receptor__5746">
              <a:extLst>
                <a:ext uri="{FF2B5EF4-FFF2-40B4-BE49-F238E27FC236}">
                  <a16:creationId xmlns:a16="http://schemas.microsoft.com/office/drawing/2014/main" id="{96A5DDFE-12E1-321C-B42C-8DEA7BCB4167}"/>
                </a:ext>
              </a:extLst>
            </p:cNvPr>
            <p:cNvSpPr>
              <a:spLocks noGrp="1"/>
            </p:cNvSpPr>
            <p:nvPr/>
          </p:nvSpPr>
          <p:spPr>
            <a:xfrm>
              <a:off x="14942254" y="3069947"/>
              <a:ext cx="68689" cy="14913"/>
            </a:xfrm>
            <a:custGeom>
              <a:avLst/>
              <a:gdLst/>
              <a:ahLst/>
              <a:cxnLst/>
              <a:rect l="0" t="0" r="0" b="0"/>
              <a:pathLst>
                <a:path w="68689" h="14913">
                  <a:moveTo>
                    <a:pt x="0" y="14913"/>
                  </a:moveTo>
                  <a:lnTo>
                    <a:pt x="6868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8" name="Output_receptor__5747">
              <a:extLst>
                <a:ext uri="{FF2B5EF4-FFF2-40B4-BE49-F238E27FC236}">
                  <a16:creationId xmlns:a16="http://schemas.microsoft.com/office/drawing/2014/main" id="{757E84AC-5CC5-69D7-BCEA-5EEA4E2DC944}"/>
                </a:ext>
              </a:extLst>
            </p:cNvPr>
            <p:cNvSpPr>
              <a:spLocks noGrp="1"/>
            </p:cNvSpPr>
            <p:nvPr/>
          </p:nvSpPr>
          <p:spPr>
            <a:xfrm>
              <a:off x="15882395" y="2929242"/>
              <a:ext cx="9560" cy="34334"/>
            </a:xfrm>
            <a:custGeom>
              <a:avLst/>
              <a:gdLst/>
              <a:ahLst/>
              <a:cxnLst/>
              <a:rect l="0" t="0" r="0" b="0"/>
              <a:pathLst>
                <a:path w="9560" h="34334">
                  <a:moveTo>
                    <a:pt x="9560" y="0"/>
                  </a:moveTo>
                  <a:lnTo>
                    <a:pt x="0" y="34334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9" name="Output_receptor__5748">
              <a:extLst>
                <a:ext uri="{FF2B5EF4-FFF2-40B4-BE49-F238E27FC236}">
                  <a16:creationId xmlns:a16="http://schemas.microsoft.com/office/drawing/2014/main" id="{A8AC2606-87C7-8B57-99F5-B011C22256E9}"/>
                </a:ext>
              </a:extLst>
            </p:cNvPr>
            <p:cNvSpPr>
              <a:spLocks noGrp="1"/>
            </p:cNvSpPr>
            <p:nvPr/>
          </p:nvSpPr>
          <p:spPr>
            <a:xfrm>
              <a:off x="15610947" y="3697089"/>
              <a:ext cx="4962" cy="56917"/>
            </a:xfrm>
            <a:custGeom>
              <a:avLst/>
              <a:gdLst/>
              <a:ahLst/>
              <a:cxnLst/>
              <a:rect l="0" t="0" r="0" b="0"/>
              <a:pathLst>
                <a:path w="4962" h="56917">
                  <a:moveTo>
                    <a:pt x="4962" y="569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0" name="Output_receptor__5749">
              <a:extLst>
                <a:ext uri="{FF2B5EF4-FFF2-40B4-BE49-F238E27FC236}">
                  <a16:creationId xmlns:a16="http://schemas.microsoft.com/office/drawing/2014/main" id="{57E1CDB5-6AB1-29BF-8AAF-4509F0F0A73C}"/>
                </a:ext>
              </a:extLst>
            </p:cNvPr>
            <p:cNvSpPr>
              <a:spLocks noGrp="1"/>
            </p:cNvSpPr>
            <p:nvPr/>
          </p:nvSpPr>
          <p:spPr>
            <a:xfrm>
              <a:off x="16228231" y="2388449"/>
              <a:ext cx="70476" cy="3771"/>
            </a:xfrm>
            <a:custGeom>
              <a:avLst/>
              <a:gdLst/>
              <a:ahLst/>
              <a:cxnLst/>
              <a:rect l="0" t="0" r="0" b="0"/>
              <a:pathLst>
                <a:path w="70476" h="3771">
                  <a:moveTo>
                    <a:pt x="0" y="3771"/>
                  </a:moveTo>
                  <a:lnTo>
                    <a:pt x="7047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1" name="Output_receptor__5750">
              <a:extLst>
                <a:ext uri="{FF2B5EF4-FFF2-40B4-BE49-F238E27FC236}">
                  <a16:creationId xmlns:a16="http://schemas.microsoft.com/office/drawing/2014/main" id="{3AC62CCE-8F73-4017-AADB-43D6E8FC092F}"/>
                </a:ext>
              </a:extLst>
            </p:cNvPr>
            <p:cNvSpPr>
              <a:spLocks noGrp="1"/>
            </p:cNvSpPr>
            <p:nvPr/>
          </p:nvSpPr>
          <p:spPr>
            <a:xfrm>
              <a:off x="15167326" y="3260831"/>
              <a:ext cx="25499" cy="7344"/>
            </a:xfrm>
            <a:custGeom>
              <a:avLst/>
              <a:gdLst/>
              <a:ahLst/>
              <a:cxnLst/>
              <a:rect l="0" t="0" r="0" b="0"/>
              <a:pathLst>
                <a:path w="25499" h="7344">
                  <a:moveTo>
                    <a:pt x="25499" y="73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2" name="Output_receptor__5751">
              <a:extLst>
                <a:ext uri="{FF2B5EF4-FFF2-40B4-BE49-F238E27FC236}">
                  <a16:creationId xmlns:a16="http://schemas.microsoft.com/office/drawing/2014/main" id="{528AD0B8-E2F8-78EE-7419-9EE88BF9FB51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21071"/>
              <a:ext cx="50846" cy="47415"/>
            </a:xfrm>
            <a:custGeom>
              <a:avLst/>
              <a:gdLst/>
              <a:ahLst/>
              <a:cxnLst/>
              <a:rect l="0" t="0" r="0" b="0"/>
              <a:pathLst>
                <a:path w="50846" h="47415">
                  <a:moveTo>
                    <a:pt x="50846" y="0"/>
                  </a:moveTo>
                  <a:lnTo>
                    <a:pt x="0" y="47415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3" name="Output_receptor__5752">
              <a:extLst>
                <a:ext uri="{FF2B5EF4-FFF2-40B4-BE49-F238E27FC236}">
                  <a16:creationId xmlns:a16="http://schemas.microsoft.com/office/drawing/2014/main" id="{3D4A2129-0F5F-7477-1C4C-E762D3642C31}"/>
                </a:ext>
              </a:extLst>
            </p:cNvPr>
            <p:cNvSpPr>
              <a:spLocks noGrp="1"/>
            </p:cNvSpPr>
            <p:nvPr/>
          </p:nvSpPr>
          <p:spPr>
            <a:xfrm>
              <a:off x="15193848" y="3173676"/>
              <a:ext cx="65132" cy="26581"/>
            </a:xfrm>
            <a:custGeom>
              <a:avLst/>
              <a:gdLst/>
              <a:ahLst/>
              <a:cxnLst/>
              <a:rect l="0" t="0" r="0" b="0"/>
              <a:pathLst>
                <a:path w="65132" h="26581">
                  <a:moveTo>
                    <a:pt x="65132" y="265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4" name="Output_receptor__5753">
              <a:extLst>
                <a:ext uri="{FF2B5EF4-FFF2-40B4-BE49-F238E27FC236}">
                  <a16:creationId xmlns:a16="http://schemas.microsoft.com/office/drawing/2014/main" id="{EA18980F-DF22-9C2B-9566-857AC7B5C66C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37475"/>
              <a:ext cx="17890" cy="8361"/>
            </a:xfrm>
            <a:custGeom>
              <a:avLst/>
              <a:gdLst/>
              <a:ahLst/>
              <a:cxnLst/>
              <a:rect l="0" t="0" r="0" b="0"/>
              <a:pathLst>
                <a:path w="17890" h="8361">
                  <a:moveTo>
                    <a:pt x="0" y="8361"/>
                  </a:moveTo>
                  <a:lnTo>
                    <a:pt x="1789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5" name="Output_receptor__5754">
              <a:extLst>
                <a:ext uri="{FF2B5EF4-FFF2-40B4-BE49-F238E27FC236}">
                  <a16:creationId xmlns:a16="http://schemas.microsoft.com/office/drawing/2014/main" id="{858C3756-6318-B6F7-8686-18A5B5FA3BF1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20711" cy="46731"/>
            </a:xfrm>
            <a:custGeom>
              <a:avLst/>
              <a:gdLst/>
              <a:ahLst/>
              <a:cxnLst/>
              <a:rect l="0" t="0" r="0" b="0"/>
              <a:pathLst>
                <a:path w="20711" h="46731">
                  <a:moveTo>
                    <a:pt x="0" y="0"/>
                  </a:moveTo>
                  <a:lnTo>
                    <a:pt x="20711" y="46731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6" name="Output_receptor__5755">
              <a:extLst>
                <a:ext uri="{FF2B5EF4-FFF2-40B4-BE49-F238E27FC236}">
                  <a16:creationId xmlns:a16="http://schemas.microsoft.com/office/drawing/2014/main" id="{B80D5C65-4533-FE6B-490D-F766228F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68485"/>
              <a:ext cx="43826" cy="56030"/>
            </a:xfrm>
            <a:custGeom>
              <a:avLst/>
              <a:gdLst/>
              <a:ahLst/>
              <a:cxnLst/>
              <a:rect l="0" t="0" r="0" b="0"/>
              <a:pathLst>
                <a:path w="43826" h="56030">
                  <a:moveTo>
                    <a:pt x="0" y="0"/>
                  </a:moveTo>
                  <a:lnTo>
                    <a:pt x="43826" y="5603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7" name="Output_receptor__5756">
              <a:extLst>
                <a:ext uri="{FF2B5EF4-FFF2-40B4-BE49-F238E27FC236}">
                  <a16:creationId xmlns:a16="http://schemas.microsoft.com/office/drawing/2014/main" id="{01BA289B-7A2A-448C-146B-8CE90160DAF9}"/>
                </a:ext>
              </a:extLst>
            </p:cNvPr>
            <p:cNvSpPr>
              <a:spLocks noGrp="1"/>
            </p:cNvSpPr>
            <p:nvPr/>
          </p:nvSpPr>
          <p:spPr>
            <a:xfrm>
              <a:off x="15085621" y="3300851"/>
              <a:ext cx="14825" cy="26679"/>
            </a:xfrm>
            <a:custGeom>
              <a:avLst/>
              <a:gdLst/>
              <a:ahLst/>
              <a:cxnLst/>
              <a:rect l="0" t="0" r="0" b="0"/>
              <a:pathLst>
                <a:path w="14825" h="26679">
                  <a:moveTo>
                    <a:pt x="14825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8" name="Output_receptor__5757">
              <a:extLst>
                <a:ext uri="{FF2B5EF4-FFF2-40B4-BE49-F238E27FC236}">
                  <a16:creationId xmlns:a16="http://schemas.microsoft.com/office/drawing/2014/main" id="{DD7E1E19-E395-6724-6B9E-AAEAAF6D1418}"/>
                </a:ext>
              </a:extLst>
            </p:cNvPr>
            <p:cNvSpPr>
              <a:spLocks noGrp="1"/>
            </p:cNvSpPr>
            <p:nvPr/>
          </p:nvSpPr>
          <p:spPr>
            <a:xfrm>
              <a:off x="15847065" y="3118617"/>
              <a:ext cx="30769" cy="53458"/>
            </a:xfrm>
            <a:custGeom>
              <a:avLst/>
              <a:gdLst/>
              <a:ahLst/>
              <a:cxnLst/>
              <a:rect l="0" t="0" r="0" b="0"/>
              <a:pathLst>
                <a:path w="30769" h="53458">
                  <a:moveTo>
                    <a:pt x="0" y="0"/>
                  </a:moveTo>
                  <a:lnTo>
                    <a:pt x="30769" y="53458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9" name="Output_receptor__5758">
              <a:extLst>
                <a:ext uri="{FF2B5EF4-FFF2-40B4-BE49-F238E27FC236}">
                  <a16:creationId xmlns:a16="http://schemas.microsoft.com/office/drawing/2014/main" id="{5DFD3C6B-0875-44AD-03D1-792851B3755B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83829"/>
              <a:ext cx="9989" cy="45829"/>
            </a:xfrm>
            <a:custGeom>
              <a:avLst/>
              <a:gdLst/>
              <a:ahLst/>
              <a:cxnLst/>
              <a:rect l="0" t="0" r="0" b="0"/>
              <a:pathLst>
                <a:path w="9989" h="45829">
                  <a:moveTo>
                    <a:pt x="0" y="0"/>
                  </a:moveTo>
                  <a:lnTo>
                    <a:pt x="9989" y="4582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0" name="Output_receptor__5759">
              <a:extLst>
                <a:ext uri="{FF2B5EF4-FFF2-40B4-BE49-F238E27FC236}">
                  <a16:creationId xmlns:a16="http://schemas.microsoft.com/office/drawing/2014/main" id="{CD55BFA6-FF0C-220C-C3B1-E45AE48451CC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517836"/>
              <a:ext cx="8445" cy="6527"/>
            </a:xfrm>
            <a:custGeom>
              <a:avLst/>
              <a:gdLst/>
              <a:ahLst/>
              <a:cxnLst/>
              <a:rect l="0" t="0" r="0" b="0"/>
              <a:pathLst>
                <a:path w="8445" h="6527">
                  <a:moveTo>
                    <a:pt x="0" y="0"/>
                  </a:moveTo>
                  <a:lnTo>
                    <a:pt x="8445" y="6527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1" name="Output_receptor__5760">
              <a:extLst>
                <a:ext uri="{FF2B5EF4-FFF2-40B4-BE49-F238E27FC236}">
                  <a16:creationId xmlns:a16="http://schemas.microsoft.com/office/drawing/2014/main" id="{4AE2E7D0-39D2-ADA7-4388-E814E69B8225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405931"/>
              <a:ext cx="8760" cy="8208"/>
            </a:xfrm>
            <a:custGeom>
              <a:avLst/>
              <a:gdLst/>
              <a:ahLst/>
              <a:cxnLst/>
              <a:rect l="0" t="0" r="0" b="0"/>
              <a:pathLst>
                <a:path w="8760" h="8208">
                  <a:moveTo>
                    <a:pt x="0" y="8208"/>
                  </a:moveTo>
                  <a:lnTo>
                    <a:pt x="87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2" name="Output_receptor__5761">
              <a:extLst>
                <a:ext uri="{FF2B5EF4-FFF2-40B4-BE49-F238E27FC236}">
                  <a16:creationId xmlns:a16="http://schemas.microsoft.com/office/drawing/2014/main" id="{3465A313-5750-24ED-D28D-9C7BD7AAE58B}"/>
                </a:ext>
              </a:extLst>
            </p:cNvPr>
            <p:cNvSpPr>
              <a:spLocks noGrp="1"/>
            </p:cNvSpPr>
            <p:nvPr/>
          </p:nvSpPr>
          <p:spPr>
            <a:xfrm>
              <a:off x="16271022" y="3223894"/>
              <a:ext cx="28255" cy="45907"/>
            </a:xfrm>
            <a:custGeom>
              <a:avLst/>
              <a:gdLst/>
              <a:ahLst/>
              <a:cxnLst/>
              <a:rect l="0" t="0" r="0" b="0"/>
              <a:pathLst>
                <a:path w="28255" h="45907">
                  <a:moveTo>
                    <a:pt x="0" y="45907"/>
                  </a:moveTo>
                  <a:lnTo>
                    <a:pt x="28255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3" name="Output_receptor__5762">
              <a:extLst>
                <a:ext uri="{FF2B5EF4-FFF2-40B4-BE49-F238E27FC236}">
                  <a16:creationId xmlns:a16="http://schemas.microsoft.com/office/drawing/2014/main" id="{11F6C904-34EB-8EAF-6941-C83838061953}"/>
                </a:ext>
              </a:extLst>
            </p:cNvPr>
            <p:cNvSpPr>
              <a:spLocks noGrp="1"/>
            </p:cNvSpPr>
            <p:nvPr/>
          </p:nvSpPr>
          <p:spPr>
            <a:xfrm>
              <a:off x="15208145" y="2964641"/>
              <a:ext cx="34727" cy="62163"/>
            </a:xfrm>
            <a:custGeom>
              <a:avLst/>
              <a:gdLst/>
              <a:ahLst/>
              <a:cxnLst/>
              <a:rect l="0" t="0" r="0" b="0"/>
              <a:pathLst>
                <a:path w="34727" h="62163">
                  <a:moveTo>
                    <a:pt x="34727" y="0"/>
                  </a:moveTo>
                  <a:lnTo>
                    <a:pt x="0" y="6216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4" name="Output_receptor__5763">
              <a:extLst>
                <a:ext uri="{FF2B5EF4-FFF2-40B4-BE49-F238E27FC236}">
                  <a16:creationId xmlns:a16="http://schemas.microsoft.com/office/drawing/2014/main" id="{B90BE453-34D9-2A8E-3F62-85087EC4355C}"/>
                </a:ext>
              </a:extLst>
            </p:cNvPr>
            <p:cNvSpPr>
              <a:spLocks noGrp="1"/>
            </p:cNvSpPr>
            <p:nvPr/>
          </p:nvSpPr>
          <p:spPr>
            <a:xfrm>
              <a:off x="15311305" y="3310153"/>
              <a:ext cx="25217" cy="47405"/>
            </a:xfrm>
            <a:custGeom>
              <a:avLst/>
              <a:gdLst/>
              <a:ahLst/>
              <a:cxnLst/>
              <a:rect l="0" t="0" r="0" b="0"/>
              <a:pathLst>
                <a:path w="25217" h="47405">
                  <a:moveTo>
                    <a:pt x="25217" y="474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5" name="Output_receptor__5764">
              <a:extLst>
                <a:ext uri="{FF2B5EF4-FFF2-40B4-BE49-F238E27FC236}">
                  <a16:creationId xmlns:a16="http://schemas.microsoft.com/office/drawing/2014/main" id="{29E1B2EF-5970-5EFA-278B-C908B860EC40}"/>
                </a:ext>
              </a:extLst>
            </p:cNvPr>
            <p:cNvSpPr>
              <a:spLocks noGrp="1"/>
            </p:cNvSpPr>
            <p:nvPr/>
          </p:nvSpPr>
          <p:spPr>
            <a:xfrm>
              <a:off x="16135559" y="2318748"/>
              <a:ext cx="22262" cy="54252"/>
            </a:xfrm>
            <a:custGeom>
              <a:avLst/>
              <a:gdLst/>
              <a:ahLst/>
              <a:cxnLst/>
              <a:rect l="0" t="0" r="0" b="0"/>
              <a:pathLst>
                <a:path w="22262" h="54252">
                  <a:moveTo>
                    <a:pt x="0" y="54252"/>
                  </a:moveTo>
                  <a:lnTo>
                    <a:pt x="2226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6" name="Output_receptor__5765">
              <a:extLst>
                <a:ext uri="{FF2B5EF4-FFF2-40B4-BE49-F238E27FC236}">
                  <a16:creationId xmlns:a16="http://schemas.microsoft.com/office/drawing/2014/main" id="{2988FA94-239A-798A-C15A-F9FA28FB25DE}"/>
                </a:ext>
              </a:extLst>
            </p:cNvPr>
            <p:cNvSpPr>
              <a:spLocks noGrp="1"/>
            </p:cNvSpPr>
            <p:nvPr/>
          </p:nvSpPr>
          <p:spPr>
            <a:xfrm>
              <a:off x="15680315" y="3195702"/>
              <a:ext cx="21883" cy="7706"/>
            </a:xfrm>
            <a:custGeom>
              <a:avLst/>
              <a:gdLst/>
              <a:ahLst/>
              <a:cxnLst/>
              <a:rect l="0" t="0" r="0" b="0"/>
              <a:pathLst>
                <a:path w="21883" h="7706">
                  <a:moveTo>
                    <a:pt x="21883" y="0"/>
                  </a:moveTo>
                  <a:lnTo>
                    <a:pt x="0" y="770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7" name="Output_receptor__5766">
              <a:extLst>
                <a:ext uri="{FF2B5EF4-FFF2-40B4-BE49-F238E27FC236}">
                  <a16:creationId xmlns:a16="http://schemas.microsoft.com/office/drawing/2014/main" id="{E6FBBF74-BE94-E45B-B27A-62540B8A436D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77927"/>
              <a:ext cx="41297" cy="32226"/>
            </a:xfrm>
            <a:custGeom>
              <a:avLst/>
              <a:gdLst/>
              <a:ahLst/>
              <a:cxnLst/>
              <a:rect l="0" t="0" r="0" b="0"/>
              <a:pathLst>
                <a:path w="41297" h="32226">
                  <a:moveTo>
                    <a:pt x="41297" y="322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8" name="Output_receptor__5767">
              <a:extLst>
                <a:ext uri="{FF2B5EF4-FFF2-40B4-BE49-F238E27FC236}">
                  <a16:creationId xmlns:a16="http://schemas.microsoft.com/office/drawing/2014/main" id="{EA0F9610-326C-1B52-D194-7CA5A94B0239}"/>
                </a:ext>
              </a:extLst>
            </p:cNvPr>
            <p:cNvSpPr>
              <a:spLocks noGrp="1"/>
            </p:cNvSpPr>
            <p:nvPr/>
          </p:nvSpPr>
          <p:spPr>
            <a:xfrm>
              <a:off x="16406285" y="2619507"/>
              <a:ext cx="69543" cy="12716"/>
            </a:xfrm>
            <a:custGeom>
              <a:avLst/>
              <a:gdLst/>
              <a:ahLst/>
              <a:cxnLst/>
              <a:rect l="0" t="0" r="0" b="0"/>
              <a:pathLst>
                <a:path w="69543" h="12716">
                  <a:moveTo>
                    <a:pt x="69543" y="1271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9" name="Output_receptor__5768">
              <a:extLst>
                <a:ext uri="{FF2B5EF4-FFF2-40B4-BE49-F238E27FC236}">
                  <a16:creationId xmlns:a16="http://schemas.microsoft.com/office/drawing/2014/main" id="{65B225DF-E7E8-0B95-DA38-2ED5C82BB484}"/>
                </a:ext>
              </a:extLst>
            </p:cNvPr>
            <p:cNvSpPr>
              <a:spLocks noGrp="1"/>
            </p:cNvSpPr>
            <p:nvPr/>
          </p:nvSpPr>
          <p:spPr>
            <a:xfrm>
              <a:off x="15537769" y="3309093"/>
              <a:ext cx="10934" cy="70456"/>
            </a:xfrm>
            <a:custGeom>
              <a:avLst/>
              <a:gdLst/>
              <a:ahLst/>
              <a:cxnLst/>
              <a:rect l="0" t="0" r="0" b="0"/>
              <a:pathLst>
                <a:path w="10934" h="70456">
                  <a:moveTo>
                    <a:pt x="10934" y="704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0" name="Output_receptor__5769">
              <a:extLst>
                <a:ext uri="{FF2B5EF4-FFF2-40B4-BE49-F238E27FC236}">
                  <a16:creationId xmlns:a16="http://schemas.microsoft.com/office/drawing/2014/main" id="{B2CB936D-7785-1C6E-9052-8592ABB4C9FC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344151"/>
              <a:ext cx="27602" cy="66073"/>
            </a:xfrm>
            <a:custGeom>
              <a:avLst/>
              <a:gdLst/>
              <a:ahLst/>
              <a:cxnLst/>
              <a:rect l="0" t="0" r="0" b="0"/>
              <a:pathLst>
                <a:path w="27602" h="66073">
                  <a:moveTo>
                    <a:pt x="0" y="66073"/>
                  </a:moveTo>
                  <a:lnTo>
                    <a:pt x="2760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1" name="Output_receptor__5770">
              <a:extLst>
                <a:ext uri="{FF2B5EF4-FFF2-40B4-BE49-F238E27FC236}">
                  <a16:creationId xmlns:a16="http://schemas.microsoft.com/office/drawing/2014/main" id="{F358FF82-100F-22D9-BAD9-0DBA4D9BA1A8}"/>
                </a:ext>
              </a:extLst>
            </p:cNvPr>
            <p:cNvSpPr>
              <a:spLocks noGrp="1"/>
            </p:cNvSpPr>
            <p:nvPr/>
          </p:nvSpPr>
          <p:spPr>
            <a:xfrm>
              <a:off x="16087254" y="2693945"/>
              <a:ext cx="44445" cy="49443"/>
            </a:xfrm>
            <a:custGeom>
              <a:avLst/>
              <a:gdLst/>
              <a:ahLst/>
              <a:cxnLst/>
              <a:rect l="0" t="0" r="0" b="0"/>
              <a:pathLst>
                <a:path w="44445" h="49443">
                  <a:moveTo>
                    <a:pt x="0" y="0"/>
                  </a:moveTo>
                  <a:lnTo>
                    <a:pt x="44445" y="4944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2" name="Output_receptor__5771">
              <a:extLst>
                <a:ext uri="{FF2B5EF4-FFF2-40B4-BE49-F238E27FC236}">
                  <a16:creationId xmlns:a16="http://schemas.microsoft.com/office/drawing/2014/main" id="{E5C31E90-52C4-7ADB-13EB-6551215E782E}"/>
                </a:ext>
              </a:extLst>
            </p:cNvPr>
            <p:cNvSpPr>
              <a:spLocks noGrp="1"/>
            </p:cNvSpPr>
            <p:nvPr/>
          </p:nvSpPr>
          <p:spPr>
            <a:xfrm>
              <a:off x="15242872" y="2943653"/>
              <a:ext cx="65328" cy="20988"/>
            </a:xfrm>
            <a:custGeom>
              <a:avLst/>
              <a:gdLst/>
              <a:ahLst/>
              <a:cxnLst/>
              <a:rect l="0" t="0" r="0" b="0"/>
              <a:pathLst>
                <a:path w="65328" h="20988">
                  <a:moveTo>
                    <a:pt x="65328" y="0"/>
                  </a:moveTo>
                  <a:lnTo>
                    <a:pt x="0" y="20988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3" name="Output_receptor__5772">
              <a:extLst>
                <a:ext uri="{FF2B5EF4-FFF2-40B4-BE49-F238E27FC236}">
                  <a16:creationId xmlns:a16="http://schemas.microsoft.com/office/drawing/2014/main" id="{77D1F535-C432-CFF0-D67C-BABA3FC4D8FE}"/>
                </a:ext>
              </a:extLst>
            </p:cNvPr>
            <p:cNvSpPr>
              <a:spLocks noGrp="1"/>
            </p:cNvSpPr>
            <p:nvPr/>
          </p:nvSpPr>
          <p:spPr>
            <a:xfrm>
              <a:off x="15904512" y="3055588"/>
              <a:ext cx="28284" cy="20070"/>
            </a:xfrm>
            <a:custGeom>
              <a:avLst/>
              <a:gdLst/>
              <a:ahLst/>
              <a:cxnLst/>
              <a:rect l="0" t="0" r="0" b="0"/>
              <a:pathLst>
                <a:path w="28284" h="20070">
                  <a:moveTo>
                    <a:pt x="28284" y="200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4" name="Output_receptor__5773">
              <a:extLst>
                <a:ext uri="{FF2B5EF4-FFF2-40B4-BE49-F238E27FC236}">
                  <a16:creationId xmlns:a16="http://schemas.microsoft.com/office/drawing/2014/main" id="{93450EF2-644B-A563-9B0D-A3CCD9C2B32B}"/>
                </a:ext>
              </a:extLst>
            </p:cNvPr>
            <p:cNvSpPr>
              <a:spLocks noGrp="1"/>
            </p:cNvSpPr>
            <p:nvPr/>
          </p:nvSpPr>
          <p:spPr>
            <a:xfrm>
              <a:off x="15864344" y="2789739"/>
              <a:ext cx="52053" cy="34776"/>
            </a:xfrm>
            <a:custGeom>
              <a:avLst/>
              <a:gdLst/>
              <a:ahLst/>
              <a:cxnLst/>
              <a:rect l="0" t="0" r="0" b="0"/>
              <a:pathLst>
                <a:path w="52053" h="34776">
                  <a:moveTo>
                    <a:pt x="0" y="34776"/>
                  </a:moveTo>
                  <a:lnTo>
                    <a:pt x="52053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5" name="Output_receptor__5774">
              <a:extLst>
                <a:ext uri="{FF2B5EF4-FFF2-40B4-BE49-F238E27FC236}">
                  <a16:creationId xmlns:a16="http://schemas.microsoft.com/office/drawing/2014/main" id="{3447ECAF-F6DA-4BD5-77AC-122D058AAD45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7639" cy="67573"/>
            </a:xfrm>
            <a:custGeom>
              <a:avLst/>
              <a:gdLst/>
              <a:ahLst/>
              <a:cxnLst/>
              <a:rect l="0" t="0" r="0" b="0"/>
              <a:pathLst>
                <a:path w="7639" h="67573">
                  <a:moveTo>
                    <a:pt x="7639" y="675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6" name="Output_receptor__5775">
              <a:extLst>
                <a:ext uri="{FF2B5EF4-FFF2-40B4-BE49-F238E27FC236}">
                  <a16:creationId xmlns:a16="http://schemas.microsoft.com/office/drawing/2014/main" id="{AA7EC8C5-3139-63D5-30BA-4421A48D601A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96425"/>
              <a:ext cx="25956" cy="67391"/>
            </a:xfrm>
            <a:custGeom>
              <a:avLst/>
              <a:gdLst/>
              <a:ahLst/>
              <a:cxnLst/>
              <a:rect l="0" t="0" r="0" b="0"/>
              <a:pathLst>
                <a:path w="25956" h="67391">
                  <a:moveTo>
                    <a:pt x="25956" y="673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7" name="Output_receptor__5776">
              <a:extLst>
                <a:ext uri="{FF2B5EF4-FFF2-40B4-BE49-F238E27FC236}">
                  <a16:creationId xmlns:a16="http://schemas.microsoft.com/office/drawing/2014/main" id="{4575505B-BC3F-AF9B-CFC4-3A97BC329170}"/>
                </a:ext>
              </a:extLst>
            </p:cNvPr>
            <p:cNvSpPr>
              <a:spLocks noGrp="1"/>
            </p:cNvSpPr>
            <p:nvPr/>
          </p:nvSpPr>
          <p:spPr>
            <a:xfrm>
              <a:off x="15534531" y="3590994"/>
              <a:ext cx="13966" cy="70566"/>
            </a:xfrm>
            <a:custGeom>
              <a:avLst/>
              <a:gdLst/>
              <a:ahLst/>
              <a:cxnLst/>
              <a:rect l="0" t="0" r="0" b="0"/>
              <a:pathLst>
                <a:path w="13966" h="70566">
                  <a:moveTo>
                    <a:pt x="13966" y="705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8" name="Output_receptor__5777">
              <a:extLst>
                <a:ext uri="{FF2B5EF4-FFF2-40B4-BE49-F238E27FC236}">
                  <a16:creationId xmlns:a16="http://schemas.microsoft.com/office/drawing/2014/main" id="{58E0DCBE-3C88-83FE-4877-95F407F8691D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173390"/>
              <a:ext cx="53960" cy="47984"/>
            </a:xfrm>
            <a:custGeom>
              <a:avLst/>
              <a:gdLst/>
              <a:ahLst/>
              <a:cxnLst/>
              <a:rect l="0" t="0" r="0" b="0"/>
              <a:pathLst>
                <a:path w="53960" h="47984">
                  <a:moveTo>
                    <a:pt x="53960" y="0"/>
                  </a:moveTo>
                  <a:lnTo>
                    <a:pt x="0" y="4798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9" name="Output_receptor__5778">
              <a:extLst>
                <a:ext uri="{FF2B5EF4-FFF2-40B4-BE49-F238E27FC236}">
                  <a16:creationId xmlns:a16="http://schemas.microsoft.com/office/drawing/2014/main" id="{7D8433B4-9826-0A18-9B3A-78555208CE4B}"/>
                </a:ext>
              </a:extLst>
            </p:cNvPr>
            <p:cNvSpPr>
              <a:spLocks noGrp="1"/>
            </p:cNvSpPr>
            <p:nvPr/>
          </p:nvSpPr>
          <p:spPr>
            <a:xfrm>
              <a:off x="15010943" y="3008333"/>
              <a:ext cx="21388" cy="61614"/>
            </a:xfrm>
            <a:custGeom>
              <a:avLst/>
              <a:gdLst/>
              <a:ahLst/>
              <a:cxnLst/>
              <a:rect l="0" t="0" r="0" b="0"/>
              <a:pathLst>
                <a:path w="21388" h="61614">
                  <a:moveTo>
                    <a:pt x="0" y="61614"/>
                  </a:moveTo>
                  <a:lnTo>
                    <a:pt x="21388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0" name="Output_receptor__5779">
              <a:extLst>
                <a:ext uri="{FF2B5EF4-FFF2-40B4-BE49-F238E27FC236}">
                  <a16:creationId xmlns:a16="http://schemas.microsoft.com/office/drawing/2014/main" id="{8EB7EAFF-0623-1EAA-C4E5-92B1C9A37521}"/>
                </a:ext>
              </a:extLst>
            </p:cNvPr>
            <p:cNvSpPr>
              <a:spLocks noGrp="1"/>
            </p:cNvSpPr>
            <p:nvPr/>
          </p:nvSpPr>
          <p:spPr>
            <a:xfrm>
              <a:off x="16120613" y="2373000"/>
              <a:ext cx="14946" cy="38220"/>
            </a:xfrm>
            <a:custGeom>
              <a:avLst/>
              <a:gdLst/>
              <a:ahLst/>
              <a:cxnLst/>
              <a:rect l="0" t="0" r="0" b="0"/>
              <a:pathLst>
                <a:path w="14946" h="38220">
                  <a:moveTo>
                    <a:pt x="0" y="38220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1" name="Output_receptor__5780">
              <a:extLst>
                <a:ext uri="{FF2B5EF4-FFF2-40B4-BE49-F238E27FC236}">
                  <a16:creationId xmlns:a16="http://schemas.microsoft.com/office/drawing/2014/main" id="{3468C92E-3636-984E-3330-C60F1577B8CB}"/>
                </a:ext>
              </a:extLst>
            </p:cNvPr>
            <p:cNvSpPr>
              <a:spLocks noGrp="1"/>
            </p:cNvSpPr>
            <p:nvPr/>
          </p:nvSpPr>
          <p:spPr>
            <a:xfrm>
              <a:off x="15548497" y="3661560"/>
              <a:ext cx="62450" cy="35529"/>
            </a:xfrm>
            <a:custGeom>
              <a:avLst/>
              <a:gdLst/>
              <a:ahLst/>
              <a:cxnLst/>
              <a:rect l="0" t="0" r="0" b="0"/>
              <a:pathLst>
                <a:path w="62450" h="35529">
                  <a:moveTo>
                    <a:pt x="62450" y="355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2" name="Output_receptor__5781">
              <a:extLst>
                <a:ext uri="{FF2B5EF4-FFF2-40B4-BE49-F238E27FC236}">
                  <a16:creationId xmlns:a16="http://schemas.microsoft.com/office/drawing/2014/main" id="{3A311D6B-C453-26BB-4187-FD006E9E0138}"/>
                </a:ext>
              </a:extLst>
            </p:cNvPr>
            <p:cNvSpPr>
              <a:spLocks noGrp="1"/>
            </p:cNvSpPr>
            <p:nvPr/>
          </p:nvSpPr>
          <p:spPr>
            <a:xfrm>
              <a:off x="16402731" y="2771448"/>
              <a:ext cx="28230" cy="56792"/>
            </a:xfrm>
            <a:custGeom>
              <a:avLst/>
              <a:gdLst/>
              <a:ahLst/>
              <a:cxnLst/>
              <a:rect l="0" t="0" r="0" b="0"/>
              <a:pathLst>
                <a:path w="28230" h="56792">
                  <a:moveTo>
                    <a:pt x="0" y="56792"/>
                  </a:moveTo>
                  <a:lnTo>
                    <a:pt x="2823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3" name="Output_receptor__5782">
              <a:extLst>
                <a:ext uri="{FF2B5EF4-FFF2-40B4-BE49-F238E27FC236}">
                  <a16:creationId xmlns:a16="http://schemas.microsoft.com/office/drawing/2014/main" id="{54F208D6-5113-779B-61E3-B09A8EB95CC2}"/>
                </a:ext>
              </a:extLst>
            </p:cNvPr>
            <p:cNvSpPr>
              <a:spLocks noGrp="1"/>
            </p:cNvSpPr>
            <p:nvPr/>
          </p:nvSpPr>
          <p:spPr>
            <a:xfrm>
              <a:off x="15963625" y="2842205"/>
              <a:ext cx="9333" cy="31286"/>
            </a:xfrm>
            <a:custGeom>
              <a:avLst/>
              <a:gdLst/>
              <a:ahLst/>
              <a:cxnLst/>
              <a:rect l="0" t="0" r="0" b="0"/>
              <a:pathLst>
                <a:path w="9333" h="31286">
                  <a:moveTo>
                    <a:pt x="0" y="0"/>
                  </a:moveTo>
                  <a:lnTo>
                    <a:pt x="9333" y="3128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4" name="Output_receptor__5783">
              <a:extLst>
                <a:ext uri="{FF2B5EF4-FFF2-40B4-BE49-F238E27FC236}">
                  <a16:creationId xmlns:a16="http://schemas.microsoft.com/office/drawing/2014/main" id="{63DB58FA-36CF-4532-BF5C-9C1DA9EAC9A5}"/>
                </a:ext>
              </a:extLst>
            </p:cNvPr>
            <p:cNvSpPr>
              <a:spLocks noGrp="1"/>
            </p:cNvSpPr>
            <p:nvPr/>
          </p:nvSpPr>
          <p:spPr>
            <a:xfrm>
              <a:off x="15785768" y="3286380"/>
              <a:ext cx="12336" cy="22427"/>
            </a:xfrm>
            <a:custGeom>
              <a:avLst/>
              <a:gdLst/>
              <a:ahLst/>
              <a:cxnLst/>
              <a:rect l="0" t="0" r="0" b="0"/>
              <a:pathLst>
                <a:path w="12336" h="22427">
                  <a:moveTo>
                    <a:pt x="0" y="22427"/>
                  </a:moveTo>
                  <a:lnTo>
                    <a:pt x="1233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5" name="Output_receptor__5784">
              <a:extLst>
                <a:ext uri="{FF2B5EF4-FFF2-40B4-BE49-F238E27FC236}">
                  <a16:creationId xmlns:a16="http://schemas.microsoft.com/office/drawing/2014/main" id="{86F11F1E-1A73-01FD-850C-A05883D70092}"/>
                </a:ext>
              </a:extLst>
            </p:cNvPr>
            <p:cNvSpPr>
              <a:spLocks noGrp="1"/>
            </p:cNvSpPr>
            <p:nvPr/>
          </p:nvSpPr>
          <p:spPr>
            <a:xfrm>
              <a:off x="16289214" y="2794755"/>
              <a:ext cx="19706" cy="69386"/>
            </a:xfrm>
            <a:custGeom>
              <a:avLst/>
              <a:gdLst/>
              <a:ahLst/>
              <a:cxnLst/>
              <a:rect l="0" t="0" r="0" b="0"/>
              <a:pathLst>
                <a:path w="19706" h="69386">
                  <a:moveTo>
                    <a:pt x="0" y="69386"/>
                  </a:moveTo>
                  <a:lnTo>
                    <a:pt x="1970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6" name="Output_receptor__5785">
              <a:extLst>
                <a:ext uri="{FF2B5EF4-FFF2-40B4-BE49-F238E27FC236}">
                  <a16:creationId xmlns:a16="http://schemas.microsoft.com/office/drawing/2014/main" id="{01FADC75-E359-40A2-A0D4-2360B86AC31A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38199"/>
              <a:ext cx="59066" cy="22306"/>
            </a:xfrm>
            <a:custGeom>
              <a:avLst/>
              <a:gdLst/>
              <a:ahLst/>
              <a:cxnLst/>
              <a:rect l="0" t="0" r="0" b="0"/>
              <a:pathLst>
                <a:path w="59066" h="22306">
                  <a:moveTo>
                    <a:pt x="59066" y="0"/>
                  </a:moveTo>
                  <a:lnTo>
                    <a:pt x="0" y="22306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7" name="Output_receptor__5786">
              <a:extLst>
                <a:ext uri="{FF2B5EF4-FFF2-40B4-BE49-F238E27FC236}">
                  <a16:creationId xmlns:a16="http://schemas.microsoft.com/office/drawing/2014/main" id="{BEA7FE36-ECEE-953F-8B2E-8096467B9758}"/>
                </a:ext>
              </a:extLst>
            </p:cNvPr>
            <p:cNvSpPr>
              <a:spLocks noGrp="1"/>
            </p:cNvSpPr>
            <p:nvPr/>
          </p:nvSpPr>
          <p:spPr>
            <a:xfrm>
              <a:off x="15660143" y="2991311"/>
              <a:ext cx="14555" cy="57283"/>
            </a:xfrm>
            <a:custGeom>
              <a:avLst/>
              <a:gdLst/>
              <a:ahLst/>
              <a:cxnLst/>
              <a:rect l="0" t="0" r="0" b="0"/>
              <a:pathLst>
                <a:path w="14555" h="57283">
                  <a:moveTo>
                    <a:pt x="14555" y="57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8" name="Output_receptor__5787">
              <a:extLst>
                <a:ext uri="{FF2B5EF4-FFF2-40B4-BE49-F238E27FC236}">
                  <a16:creationId xmlns:a16="http://schemas.microsoft.com/office/drawing/2014/main" id="{989254DA-9F8A-4637-CBD6-6760443D4F10}"/>
                </a:ext>
              </a:extLst>
            </p:cNvPr>
            <p:cNvSpPr>
              <a:spLocks noGrp="1"/>
            </p:cNvSpPr>
            <p:nvPr/>
          </p:nvSpPr>
          <p:spPr>
            <a:xfrm>
              <a:off x="14997997" y="3263879"/>
              <a:ext cx="37453" cy="13183"/>
            </a:xfrm>
            <a:custGeom>
              <a:avLst/>
              <a:gdLst/>
              <a:ahLst/>
              <a:cxnLst/>
              <a:rect l="0" t="0" r="0" b="0"/>
              <a:pathLst>
                <a:path w="37453" h="13183">
                  <a:moveTo>
                    <a:pt x="37453" y="131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89" name="Output_receptor__5788">
              <a:extLst>
                <a:ext uri="{FF2B5EF4-FFF2-40B4-BE49-F238E27FC236}">
                  <a16:creationId xmlns:a16="http://schemas.microsoft.com/office/drawing/2014/main" id="{BB73292C-661A-2559-2274-8134F3ABF7A3}"/>
                </a:ext>
              </a:extLst>
            </p:cNvPr>
            <p:cNvSpPr>
              <a:spLocks noGrp="1"/>
            </p:cNvSpPr>
            <p:nvPr/>
          </p:nvSpPr>
          <p:spPr>
            <a:xfrm>
              <a:off x="15102930" y="3238991"/>
              <a:ext cx="64395" cy="21839"/>
            </a:xfrm>
            <a:custGeom>
              <a:avLst/>
              <a:gdLst/>
              <a:ahLst/>
              <a:cxnLst/>
              <a:rect l="0" t="0" r="0" b="0"/>
              <a:pathLst>
                <a:path w="64395" h="21839">
                  <a:moveTo>
                    <a:pt x="64395" y="2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0" name="Output_receptor__5789">
              <a:extLst>
                <a:ext uri="{FF2B5EF4-FFF2-40B4-BE49-F238E27FC236}">
                  <a16:creationId xmlns:a16="http://schemas.microsoft.com/office/drawing/2014/main" id="{2AF467AA-02F6-FFE6-CB5B-AC77DDB68886}"/>
                </a:ext>
              </a:extLst>
            </p:cNvPr>
            <p:cNvSpPr>
              <a:spLocks noGrp="1"/>
            </p:cNvSpPr>
            <p:nvPr/>
          </p:nvSpPr>
          <p:spPr>
            <a:xfrm>
              <a:off x="16346875" y="2604465"/>
              <a:ext cx="59410" cy="15043"/>
            </a:xfrm>
            <a:custGeom>
              <a:avLst/>
              <a:gdLst/>
              <a:ahLst/>
              <a:cxnLst/>
              <a:rect l="0" t="0" r="0" b="0"/>
              <a:pathLst>
                <a:path w="59410" h="15043">
                  <a:moveTo>
                    <a:pt x="59410" y="150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1" name="Output_receptor__5790">
              <a:extLst>
                <a:ext uri="{FF2B5EF4-FFF2-40B4-BE49-F238E27FC236}">
                  <a16:creationId xmlns:a16="http://schemas.microsoft.com/office/drawing/2014/main" id="{13622687-F4F0-6316-76D0-3F5778096A2D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87286"/>
              <a:ext cx="11492" cy="70375"/>
            </a:xfrm>
            <a:custGeom>
              <a:avLst/>
              <a:gdLst/>
              <a:ahLst/>
              <a:cxnLst/>
              <a:rect l="0" t="0" r="0" b="0"/>
              <a:pathLst>
                <a:path w="11492" h="70375">
                  <a:moveTo>
                    <a:pt x="11492" y="70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2" name="Output_receptor__5791">
              <a:extLst>
                <a:ext uri="{FF2B5EF4-FFF2-40B4-BE49-F238E27FC236}">
                  <a16:creationId xmlns:a16="http://schemas.microsoft.com/office/drawing/2014/main" id="{C09F566C-F158-6D97-BABA-D37416F89012}"/>
                </a:ext>
              </a:extLst>
            </p:cNvPr>
            <p:cNvSpPr>
              <a:spLocks noGrp="1"/>
            </p:cNvSpPr>
            <p:nvPr/>
          </p:nvSpPr>
          <p:spPr>
            <a:xfrm>
              <a:off x="16250121" y="3173390"/>
              <a:ext cx="49156" cy="50504"/>
            </a:xfrm>
            <a:custGeom>
              <a:avLst/>
              <a:gdLst/>
              <a:ahLst/>
              <a:cxnLst/>
              <a:rect l="0" t="0" r="0" b="0"/>
              <a:pathLst>
                <a:path w="49156" h="50504">
                  <a:moveTo>
                    <a:pt x="49156" y="50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3" name="Output_receptor__5792">
              <a:extLst>
                <a:ext uri="{FF2B5EF4-FFF2-40B4-BE49-F238E27FC236}">
                  <a16:creationId xmlns:a16="http://schemas.microsoft.com/office/drawing/2014/main" id="{25E96DF0-8915-5DED-5A8E-CD6F71E378AD}"/>
                </a:ext>
              </a:extLst>
            </p:cNvPr>
            <p:cNvSpPr>
              <a:spLocks noGrp="1"/>
            </p:cNvSpPr>
            <p:nvPr/>
          </p:nvSpPr>
          <p:spPr>
            <a:xfrm>
              <a:off x="16036263" y="2693945"/>
              <a:ext cx="50991" cy="8619"/>
            </a:xfrm>
            <a:custGeom>
              <a:avLst/>
              <a:gdLst/>
              <a:ahLst/>
              <a:cxnLst/>
              <a:rect l="0" t="0" r="0" b="0"/>
              <a:pathLst>
                <a:path w="50991" h="8619">
                  <a:moveTo>
                    <a:pt x="0" y="8619"/>
                  </a:moveTo>
                  <a:lnTo>
                    <a:pt x="5099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4" name="Output_receptor__5793">
              <a:extLst>
                <a:ext uri="{FF2B5EF4-FFF2-40B4-BE49-F238E27FC236}">
                  <a16:creationId xmlns:a16="http://schemas.microsoft.com/office/drawing/2014/main" id="{26041F45-6852-E07A-0074-00EF8A75ACEF}"/>
                </a:ext>
              </a:extLst>
            </p:cNvPr>
            <p:cNvSpPr>
              <a:spLocks noGrp="1"/>
            </p:cNvSpPr>
            <p:nvPr/>
          </p:nvSpPr>
          <p:spPr>
            <a:xfrm>
              <a:off x="15722752" y="3375039"/>
              <a:ext cx="45446" cy="16543"/>
            </a:xfrm>
            <a:custGeom>
              <a:avLst/>
              <a:gdLst/>
              <a:ahLst/>
              <a:cxnLst/>
              <a:rect l="0" t="0" r="0" b="0"/>
              <a:pathLst>
                <a:path w="45446" h="16543">
                  <a:moveTo>
                    <a:pt x="45446" y="0"/>
                  </a:moveTo>
                  <a:lnTo>
                    <a:pt x="0" y="1654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5" name="Output_receptor__5794">
              <a:extLst>
                <a:ext uri="{FF2B5EF4-FFF2-40B4-BE49-F238E27FC236}">
                  <a16:creationId xmlns:a16="http://schemas.microsoft.com/office/drawing/2014/main" id="{142E55BB-A664-2F6B-21EA-900BEEAF9411}"/>
                </a:ext>
              </a:extLst>
            </p:cNvPr>
            <p:cNvSpPr>
              <a:spLocks noGrp="1"/>
            </p:cNvSpPr>
            <p:nvPr/>
          </p:nvSpPr>
          <p:spPr>
            <a:xfrm>
              <a:off x="15199212" y="3636862"/>
              <a:ext cx="71197" cy="7873"/>
            </a:xfrm>
            <a:custGeom>
              <a:avLst/>
              <a:gdLst/>
              <a:ahLst/>
              <a:cxnLst/>
              <a:rect l="0" t="0" r="0" b="0"/>
              <a:pathLst>
                <a:path w="71197" h="7873">
                  <a:moveTo>
                    <a:pt x="0" y="7873"/>
                  </a:moveTo>
                  <a:lnTo>
                    <a:pt x="71197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6" name="Output_receptor__5795">
              <a:extLst>
                <a:ext uri="{FF2B5EF4-FFF2-40B4-BE49-F238E27FC236}">
                  <a16:creationId xmlns:a16="http://schemas.microsoft.com/office/drawing/2014/main" id="{54CC313D-6E1C-B3BB-B81E-FCA67276EFC5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95" cy="45820"/>
            </a:xfrm>
            <a:custGeom>
              <a:avLst/>
              <a:gdLst/>
              <a:ahLst/>
              <a:cxnLst/>
              <a:rect l="0" t="0" r="0" b="0"/>
              <a:pathLst>
                <a:path w="95" h="45820">
                  <a:moveTo>
                    <a:pt x="46" y="458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7" name="Output_receptor__5796">
              <a:extLst>
                <a:ext uri="{FF2B5EF4-FFF2-40B4-BE49-F238E27FC236}">
                  <a16:creationId xmlns:a16="http://schemas.microsoft.com/office/drawing/2014/main" id="{DCF0EC2E-E5DE-EE4D-0C62-0893BFBA8354}"/>
                </a:ext>
              </a:extLst>
            </p:cNvPr>
            <p:cNvSpPr>
              <a:spLocks noGrp="1"/>
            </p:cNvSpPr>
            <p:nvPr/>
          </p:nvSpPr>
          <p:spPr>
            <a:xfrm>
              <a:off x="15310351" y="3552649"/>
              <a:ext cx="15175" cy="36718"/>
            </a:xfrm>
            <a:custGeom>
              <a:avLst/>
              <a:gdLst/>
              <a:ahLst/>
              <a:cxnLst/>
              <a:rect l="0" t="0" r="0" b="0"/>
              <a:pathLst>
                <a:path w="15175" h="36718">
                  <a:moveTo>
                    <a:pt x="0" y="36718"/>
                  </a:moveTo>
                  <a:lnTo>
                    <a:pt x="15175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8" name="Output_receptor__5797">
              <a:extLst>
                <a:ext uri="{FF2B5EF4-FFF2-40B4-BE49-F238E27FC236}">
                  <a16:creationId xmlns:a16="http://schemas.microsoft.com/office/drawing/2014/main" id="{10B4BEDF-09BE-7ABE-9509-B22762E93C51}"/>
                </a:ext>
              </a:extLst>
            </p:cNvPr>
            <p:cNvSpPr>
              <a:spLocks noGrp="1"/>
            </p:cNvSpPr>
            <p:nvPr/>
          </p:nvSpPr>
          <p:spPr>
            <a:xfrm>
              <a:off x="15308200" y="2877086"/>
              <a:ext cx="24741" cy="66566"/>
            </a:xfrm>
            <a:custGeom>
              <a:avLst/>
              <a:gdLst/>
              <a:ahLst/>
              <a:cxnLst/>
              <a:rect l="0" t="0" r="0" b="0"/>
              <a:pathLst>
                <a:path w="24741" h="66566">
                  <a:moveTo>
                    <a:pt x="24741" y="0"/>
                  </a:moveTo>
                  <a:lnTo>
                    <a:pt x="0" y="6656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9" name="Output_receptor__5798">
              <a:extLst>
                <a:ext uri="{FF2B5EF4-FFF2-40B4-BE49-F238E27FC236}">
                  <a16:creationId xmlns:a16="http://schemas.microsoft.com/office/drawing/2014/main" id="{C00DC5E0-699E-B131-EA19-7A211E57BA68}"/>
                </a:ext>
              </a:extLst>
            </p:cNvPr>
            <p:cNvSpPr>
              <a:spLocks noGrp="1"/>
            </p:cNvSpPr>
            <p:nvPr/>
          </p:nvSpPr>
          <p:spPr>
            <a:xfrm>
              <a:off x="16378771" y="2828240"/>
              <a:ext cx="23961" cy="28834"/>
            </a:xfrm>
            <a:custGeom>
              <a:avLst/>
              <a:gdLst/>
              <a:ahLst/>
              <a:cxnLst/>
              <a:rect l="0" t="0" r="0" b="0"/>
              <a:pathLst>
                <a:path w="23961" h="28834">
                  <a:moveTo>
                    <a:pt x="0" y="28834"/>
                  </a:moveTo>
                  <a:lnTo>
                    <a:pt x="2396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0" name="Output_receptor__5799">
              <a:extLst>
                <a:ext uri="{FF2B5EF4-FFF2-40B4-BE49-F238E27FC236}">
                  <a16:creationId xmlns:a16="http://schemas.microsoft.com/office/drawing/2014/main" id="{7FEF8416-3073-6C60-84D2-0799D2ACC17B}"/>
                </a:ext>
              </a:extLst>
            </p:cNvPr>
            <p:cNvSpPr>
              <a:spLocks noGrp="1"/>
            </p:cNvSpPr>
            <p:nvPr/>
          </p:nvSpPr>
          <p:spPr>
            <a:xfrm>
              <a:off x="15032332" y="2981072"/>
              <a:ext cx="66555" cy="27262"/>
            </a:xfrm>
            <a:custGeom>
              <a:avLst/>
              <a:gdLst/>
              <a:ahLst/>
              <a:cxnLst/>
              <a:rect l="0" t="0" r="0" b="0"/>
              <a:pathLst>
                <a:path w="66555" h="27262">
                  <a:moveTo>
                    <a:pt x="0" y="27262"/>
                  </a:moveTo>
                  <a:lnTo>
                    <a:pt x="665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1" name="Output_receptor__5800">
              <a:extLst>
                <a:ext uri="{FF2B5EF4-FFF2-40B4-BE49-F238E27FC236}">
                  <a16:creationId xmlns:a16="http://schemas.microsoft.com/office/drawing/2014/main" id="{1C8660EF-FC1D-8FED-B6C2-36B10B13A47E}"/>
                </a:ext>
              </a:extLst>
            </p:cNvPr>
            <p:cNvSpPr>
              <a:spLocks noGrp="1"/>
            </p:cNvSpPr>
            <p:nvPr/>
          </p:nvSpPr>
          <p:spPr>
            <a:xfrm>
              <a:off x="16278772" y="2604465"/>
              <a:ext cx="68102" cy="18090"/>
            </a:xfrm>
            <a:custGeom>
              <a:avLst/>
              <a:gdLst/>
              <a:ahLst/>
              <a:cxnLst/>
              <a:rect l="0" t="0" r="0" b="0"/>
              <a:pathLst>
                <a:path w="68102" h="18090">
                  <a:moveTo>
                    <a:pt x="68102" y="0"/>
                  </a:moveTo>
                  <a:lnTo>
                    <a:pt x="0" y="1809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2" name="Output_receptor__5801">
              <a:extLst>
                <a:ext uri="{FF2B5EF4-FFF2-40B4-BE49-F238E27FC236}">
                  <a16:creationId xmlns:a16="http://schemas.microsoft.com/office/drawing/2014/main" id="{83C8F142-6BB6-9718-2200-DE12D34631DB}"/>
                </a:ext>
              </a:extLst>
            </p:cNvPr>
            <p:cNvSpPr>
              <a:spLocks noGrp="1"/>
            </p:cNvSpPr>
            <p:nvPr/>
          </p:nvSpPr>
          <p:spPr>
            <a:xfrm>
              <a:off x="16378498" y="2721535"/>
              <a:ext cx="52464" cy="49913"/>
            </a:xfrm>
            <a:custGeom>
              <a:avLst/>
              <a:gdLst/>
              <a:ahLst/>
              <a:cxnLst/>
              <a:rect l="0" t="0" r="0" b="0"/>
              <a:pathLst>
                <a:path w="52464" h="49913">
                  <a:moveTo>
                    <a:pt x="52464" y="499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3" name="Output_receptor__5802">
              <a:extLst>
                <a:ext uri="{FF2B5EF4-FFF2-40B4-BE49-F238E27FC236}">
                  <a16:creationId xmlns:a16="http://schemas.microsoft.com/office/drawing/2014/main" id="{DFF0527F-5E3A-D8A2-95F1-4C377215F79A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13480"/>
              <a:ext cx="57740" cy="21469"/>
            </a:xfrm>
            <a:custGeom>
              <a:avLst/>
              <a:gdLst/>
              <a:ahLst/>
              <a:cxnLst/>
              <a:rect l="0" t="0" r="0" b="0"/>
              <a:pathLst>
                <a:path w="57740" h="21469">
                  <a:moveTo>
                    <a:pt x="0" y="21469"/>
                  </a:moveTo>
                  <a:lnTo>
                    <a:pt x="5774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4" name="Output_receptor__5803">
              <a:extLst>
                <a:ext uri="{FF2B5EF4-FFF2-40B4-BE49-F238E27FC236}">
                  <a16:creationId xmlns:a16="http://schemas.microsoft.com/office/drawing/2014/main" id="{D0553875-DD8E-98F4-2E70-1564391BBC7F}"/>
                </a:ext>
              </a:extLst>
            </p:cNvPr>
            <p:cNvSpPr>
              <a:spLocks noGrp="1"/>
            </p:cNvSpPr>
            <p:nvPr/>
          </p:nvSpPr>
          <p:spPr>
            <a:xfrm>
              <a:off x="15505581" y="3542805"/>
              <a:ext cx="28950" cy="48189"/>
            </a:xfrm>
            <a:custGeom>
              <a:avLst/>
              <a:gdLst/>
              <a:ahLst/>
              <a:cxnLst/>
              <a:rect l="0" t="0" r="0" b="0"/>
              <a:pathLst>
                <a:path w="28950" h="48189">
                  <a:moveTo>
                    <a:pt x="28950" y="481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5" name="Output_receptor__5804">
              <a:extLst>
                <a:ext uri="{FF2B5EF4-FFF2-40B4-BE49-F238E27FC236}">
                  <a16:creationId xmlns:a16="http://schemas.microsoft.com/office/drawing/2014/main" id="{3DE168B4-A628-0C32-D340-B5F1F95D6D54}"/>
                </a:ext>
              </a:extLst>
            </p:cNvPr>
            <p:cNvSpPr>
              <a:spLocks noGrp="1"/>
            </p:cNvSpPr>
            <p:nvPr/>
          </p:nvSpPr>
          <p:spPr>
            <a:xfrm>
              <a:off x="15576666" y="3083634"/>
              <a:ext cx="10186" cy="26679"/>
            </a:xfrm>
            <a:custGeom>
              <a:avLst/>
              <a:gdLst/>
              <a:ahLst/>
              <a:cxnLst/>
              <a:rect l="0" t="0" r="0" b="0"/>
              <a:pathLst>
                <a:path w="10186" h="26679">
                  <a:moveTo>
                    <a:pt x="0" y="26679"/>
                  </a:moveTo>
                  <a:lnTo>
                    <a:pt x="10186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6" name="Output_receptor__5805">
              <a:extLst>
                <a:ext uri="{FF2B5EF4-FFF2-40B4-BE49-F238E27FC236}">
                  <a16:creationId xmlns:a16="http://schemas.microsoft.com/office/drawing/2014/main" id="{37AFB18F-3CCC-C370-5347-8DDAC17F5FD6}"/>
                </a:ext>
              </a:extLst>
            </p:cNvPr>
            <p:cNvSpPr>
              <a:spLocks noGrp="1"/>
            </p:cNvSpPr>
            <p:nvPr/>
          </p:nvSpPr>
          <p:spPr>
            <a:xfrm>
              <a:off x="16195183" y="2368321"/>
              <a:ext cx="33048" cy="23899"/>
            </a:xfrm>
            <a:custGeom>
              <a:avLst/>
              <a:gdLst/>
              <a:ahLst/>
              <a:cxnLst/>
              <a:rect l="0" t="0" r="0" b="0"/>
              <a:pathLst>
                <a:path w="33048" h="23899">
                  <a:moveTo>
                    <a:pt x="0" y="0"/>
                  </a:moveTo>
                  <a:lnTo>
                    <a:pt x="33048" y="2389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7" name="Output_receptor__5806">
              <a:extLst>
                <a:ext uri="{FF2B5EF4-FFF2-40B4-BE49-F238E27FC236}">
                  <a16:creationId xmlns:a16="http://schemas.microsoft.com/office/drawing/2014/main" id="{6BD6B868-3612-5329-E3E8-01806FB0D98A}"/>
                </a:ext>
              </a:extLst>
            </p:cNvPr>
            <p:cNvSpPr>
              <a:spLocks noGrp="1"/>
            </p:cNvSpPr>
            <p:nvPr/>
          </p:nvSpPr>
          <p:spPr>
            <a:xfrm>
              <a:off x="15967210" y="2702564"/>
              <a:ext cx="69053" cy="3761"/>
            </a:xfrm>
            <a:custGeom>
              <a:avLst/>
              <a:gdLst/>
              <a:ahLst/>
              <a:cxnLst/>
              <a:rect l="0" t="0" r="0" b="0"/>
              <a:pathLst>
                <a:path w="69053" h="3761">
                  <a:moveTo>
                    <a:pt x="0" y="3761"/>
                  </a:moveTo>
                  <a:lnTo>
                    <a:pt x="69053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8" name="Output_receptor__5807">
              <a:extLst>
                <a:ext uri="{FF2B5EF4-FFF2-40B4-BE49-F238E27FC236}">
                  <a16:creationId xmlns:a16="http://schemas.microsoft.com/office/drawing/2014/main" id="{CE1A2A7C-D636-5FFA-7111-480042327A95}"/>
                </a:ext>
              </a:extLst>
            </p:cNvPr>
            <p:cNvSpPr>
              <a:spLocks noGrp="1"/>
            </p:cNvSpPr>
            <p:nvPr/>
          </p:nvSpPr>
          <p:spPr>
            <a:xfrm>
              <a:off x="15270409" y="3589367"/>
              <a:ext cx="39941" cy="47495"/>
            </a:xfrm>
            <a:custGeom>
              <a:avLst/>
              <a:gdLst/>
              <a:ahLst/>
              <a:cxnLst/>
              <a:rect l="0" t="0" r="0" b="0"/>
              <a:pathLst>
                <a:path w="39941" h="47495">
                  <a:moveTo>
                    <a:pt x="0" y="47495"/>
                  </a:moveTo>
                  <a:lnTo>
                    <a:pt x="3994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9" name="Output_receptor__5808">
              <a:extLst>
                <a:ext uri="{FF2B5EF4-FFF2-40B4-BE49-F238E27FC236}">
                  <a16:creationId xmlns:a16="http://schemas.microsoft.com/office/drawing/2014/main" id="{7EE77B5A-B3A5-5F2C-96B3-644B76589ED9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44309"/>
              <a:ext cx="49291" cy="44534"/>
            </a:xfrm>
            <a:custGeom>
              <a:avLst/>
              <a:gdLst/>
              <a:ahLst/>
              <a:cxnLst/>
              <a:rect l="0" t="0" r="0" b="0"/>
              <a:pathLst>
                <a:path w="49291" h="44534">
                  <a:moveTo>
                    <a:pt x="0" y="44534"/>
                  </a:moveTo>
                  <a:lnTo>
                    <a:pt x="4929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0" name="Output_receptor__5809">
              <a:extLst>
                <a:ext uri="{FF2B5EF4-FFF2-40B4-BE49-F238E27FC236}">
                  <a16:creationId xmlns:a16="http://schemas.microsoft.com/office/drawing/2014/main" id="{E524D3FD-3782-1F27-AE8F-287C586121D0}"/>
                </a:ext>
              </a:extLst>
            </p:cNvPr>
            <p:cNvSpPr>
              <a:spLocks noGrp="1"/>
            </p:cNvSpPr>
            <p:nvPr/>
          </p:nvSpPr>
          <p:spPr>
            <a:xfrm>
              <a:off x="16053267" y="3338199"/>
              <a:ext cx="24828" cy="67732"/>
            </a:xfrm>
            <a:custGeom>
              <a:avLst/>
              <a:gdLst/>
              <a:ahLst/>
              <a:cxnLst/>
              <a:rect l="0" t="0" r="0" b="0"/>
              <a:pathLst>
                <a:path w="24828" h="67732">
                  <a:moveTo>
                    <a:pt x="24828" y="677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1" name="Output_receptor__5810">
              <a:extLst>
                <a:ext uri="{FF2B5EF4-FFF2-40B4-BE49-F238E27FC236}">
                  <a16:creationId xmlns:a16="http://schemas.microsoft.com/office/drawing/2014/main" id="{A45F1CFC-C80A-3481-796D-B285DC124E9C}"/>
                </a:ext>
              </a:extLst>
            </p:cNvPr>
            <p:cNvSpPr>
              <a:spLocks noGrp="1"/>
            </p:cNvSpPr>
            <p:nvPr/>
          </p:nvSpPr>
          <p:spPr>
            <a:xfrm>
              <a:off x="16223040" y="2590370"/>
              <a:ext cx="55732" cy="32185"/>
            </a:xfrm>
            <a:custGeom>
              <a:avLst/>
              <a:gdLst/>
              <a:ahLst/>
              <a:cxnLst/>
              <a:rect l="0" t="0" r="0" b="0"/>
              <a:pathLst>
                <a:path w="55732" h="32185">
                  <a:moveTo>
                    <a:pt x="55732" y="32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2" name="Output_receptor__5811">
              <a:extLst>
                <a:ext uri="{FF2B5EF4-FFF2-40B4-BE49-F238E27FC236}">
                  <a16:creationId xmlns:a16="http://schemas.microsoft.com/office/drawing/2014/main" id="{78A0284F-34D7-F6A2-CDCB-56C2026DD959}"/>
                </a:ext>
              </a:extLst>
            </p:cNvPr>
            <p:cNvSpPr>
              <a:spLocks noGrp="1"/>
            </p:cNvSpPr>
            <p:nvPr/>
          </p:nvSpPr>
          <p:spPr>
            <a:xfrm>
              <a:off x="15866343" y="2869740"/>
              <a:ext cx="25611" cy="59502"/>
            </a:xfrm>
            <a:custGeom>
              <a:avLst/>
              <a:gdLst/>
              <a:ahLst/>
              <a:cxnLst/>
              <a:rect l="0" t="0" r="0" b="0"/>
              <a:pathLst>
                <a:path w="25611" h="59502">
                  <a:moveTo>
                    <a:pt x="0" y="0"/>
                  </a:moveTo>
                  <a:lnTo>
                    <a:pt x="25611" y="59502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3" name="Output_receptor__5812">
              <a:extLst>
                <a:ext uri="{FF2B5EF4-FFF2-40B4-BE49-F238E27FC236}">
                  <a16:creationId xmlns:a16="http://schemas.microsoft.com/office/drawing/2014/main" id="{DE2BE93F-21BF-A10A-CAE2-90A82F67E34C}"/>
                </a:ext>
              </a:extLst>
            </p:cNvPr>
            <p:cNvSpPr>
              <a:spLocks noGrp="1"/>
            </p:cNvSpPr>
            <p:nvPr/>
          </p:nvSpPr>
          <p:spPr>
            <a:xfrm>
              <a:off x="15916396" y="2789739"/>
              <a:ext cx="47229" cy="52466"/>
            </a:xfrm>
            <a:custGeom>
              <a:avLst/>
              <a:gdLst/>
              <a:ahLst/>
              <a:cxnLst/>
              <a:rect l="0" t="0" r="0" b="0"/>
              <a:pathLst>
                <a:path w="47229" h="52466">
                  <a:moveTo>
                    <a:pt x="0" y="0"/>
                  </a:moveTo>
                  <a:lnTo>
                    <a:pt x="47229" y="5246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4" name="Output_receptor__5813">
              <a:extLst>
                <a:ext uri="{FF2B5EF4-FFF2-40B4-BE49-F238E27FC236}">
                  <a16:creationId xmlns:a16="http://schemas.microsoft.com/office/drawing/2014/main" id="{0E49B088-A0D8-02A5-0C83-5892E998AF56}"/>
                </a:ext>
              </a:extLst>
            </p:cNvPr>
            <p:cNvSpPr>
              <a:spLocks noGrp="1"/>
            </p:cNvSpPr>
            <p:nvPr/>
          </p:nvSpPr>
          <p:spPr>
            <a:xfrm>
              <a:off x="16200621" y="2796685"/>
              <a:ext cx="28044" cy="42806"/>
            </a:xfrm>
            <a:custGeom>
              <a:avLst/>
              <a:gdLst/>
              <a:ahLst/>
              <a:cxnLst/>
              <a:rect l="0" t="0" r="0" b="0"/>
              <a:pathLst>
                <a:path w="28044" h="42806">
                  <a:moveTo>
                    <a:pt x="0" y="42806"/>
                  </a:moveTo>
                  <a:lnTo>
                    <a:pt x="2804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5" name="Output_receptor__5814">
              <a:extLst>
                <a:ext uri="{FF2B5EF4-FFF2-40B4-BE49-F238E27FC236}">
                  <a16:creationId xmlns:a16="http://schemas.microsoft.com/office/drawing/2014/main" id="{331DCF77-24FC-36AF-DEE6-34CF50855A3E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72075"/>
              <a:ext cx="55256" cy="23657"/>
            </a:xfrm>
            <a:custGeom>
              <a:avLst/>
              <a:gdLst/>
              <a:ahLst/>
              <a:cxnLst/>
              <a:rect l="0" t="0" r="0" b="0"/>
              <a:pathLst>
                <a:path w="55256" h="23657">
                  <a:moveTo>
                    <a:pt x="55256" y="0"/>
                  </a:moveTo>
                  <a:lnTo>
                    <a:pt x="0" y="2365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6" name="Output_receptor__5815">
              <a:extLst>
                <a:ext uri="{FF2B5EF4-FFF2-40B4-BE49-F238E27FC236}">
                  <a16:creationId xmlns:a16="http://schemas.microsoft.com/office/drawing/2014/main" id="{32810F3D-23BF-C09F-E7B1-15D701C19E47}"/>
                </a:ext>
              </a:extLst>
            </p:cNvPr>
            <p:cNvSpPr>
              <a:spLocks noGrp="1"/>
            </p:cNvSpPr>
            <p:nvPr/>
          </p:nvSpPr>
          <p:spPr>
            <a:xfrm>
              <a:off x="16181738" y="2839491"/>
              <a:ext cx="18883" cy="45569"/>
            </a:xfrm>
            <a:custGeom>
              <a:avLst/>
              <a:gdLst/>
              <a:ahLst/>
              <a:cxnLst/>
              <a:rect l="0" t="0" r="0" b="0"/>
              <a:pathLst>
                <a:path w="18883" h="45569">
                  <a:moveTo>
                    <a:pt x="0" y="45569"/>
                  </a:moveTo>
                  <a:lnTo>
                    <a:pt x="18883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7" name="Output_receptor__5816">
              <a:extLst>
                <a:ext uri="{FF2B5EF4-FFF2-40B4-BE49-F238E27FC236}">
                  <a16:creationId xmlns:a16="http://schemas.microsoft.com/office/drawing/2014/main" id="{F5A18B63-1691-C749-7CE7-15125F3E4943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433387"/>
              <a:ext cx="69404" cy="16698"/>
            </a:xfrm>
            <a:custGeom>
              <a:avLst/>
              <a:gdLst/>
              <a:ahLst/>
              <a:cxnLst/>
              <a:rect l="0" t="0" r="0" b="0"/>
              <a:pathLst>
                <a:path w="69404" h="16698">
                  <a:moveTo>
                    <a:pt x="69404" y="16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8" name="Output_receptor__5817">
              <a:extLst>
                <a:ext uri="{FF2B5EF4-FFF2-40B4-BE49-F238E27FC236}">
                  <a16:creationId xmlns:a16="http://schemas.microsoft.com/office/drawing/2014/main" id="{DCF967B5-62D5-55E7-C2B7-5AFA9CFAA948}"/>
                </a:ext>
              </a:extLst>
            </p:cNvPr>
            <p:cNvSpPr>
              <a:spLocks noGrp="1"/>
            </p:cNvSpPr>
            <p:nvPr/>
          </p:nvSpPr>
          <p:spPr>
            <a:xfrm>
              <a:off x="15035450" y="3277062"/>
              <a:ext cx="50171" cy="50469"/>
            </a:xfrm>
            <a:custGeom>
              <a:avLst/>
              <a:gdLst/>
              <a:ahLst/>
              <a:cxnLst/>
              <a:rect l="0" t="0" r="0" b="0"/>
              <a:pathLst>
                <a:path w="50171" h="50469">
                  <a:moveTo>
                    <a:pt x="50171" y="504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9" name="Output_receptor__5818">
              <a:extLst>
                <a:ext uri="{FF2B5EF4-FFF2-40B4-BE49-F238E27FC236}">
                  <a16:creationId xmlns:a16="http://schemas.microsoft.com/office/drawing/2014/main" id="{1F9599B8-2A49-2901-AF5B-2702832125AD}"/>
                </a:ext>
              </a:extLst>
            </p:cNvPr>
            <p:cNvSpPr>
              <a:spLocks noGrp="1"/>
            </p:cNvSpPr>
            <p:nvPr/>
          </p:nvSpPr>
          <p:spPr>
            <a:xfrm>
              <a:off x="16047299" y="2344151"/>
              <a:ext cx="36085" cy="12185"/>
            </a:xfrm>
            <a:custGeom>
              <a:avLst/>
              <a:gdLst/>
              <a:ahLst/>
              <a:cxnLst/>
              <a:rect l="0" t="0" r="0" b="0"/>
              <a:pathLst>
                <a:path w="36085" h="12185">
                  <a:moveTo>
                    <a:pt x="0" y="0"/>
                  </a:moveTo>
                  <a:lnTo>
                    <a:pt x="36085" y="1218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0" name="Output_receptor__5819">
              <a:extLst>
                <a:ext uri="{FF2B5EF4-FFF2-40B4-BE49-F238E27FC236}">
                  <a16:creationId xmlns:a16="http://schemas.microsoft.com/office/drawing/2014/main" id="{0E642B8E-FA55-2155-0C6E-D6DCBF10E8B5}"/>
                </a:ext>
              </a:extLst>
            </p:cNvPr>
            <p:cNvSpPr>
              <a:spLocks noGrp="1"/>
            </p:cNvSpPr>
            <p:nvPr/>
          </p:nvSpPr>
          <p:spPr>
            <a:xfrm>
              <a:off x="15832301" y="2524993"/>
              <a:ext cx="70771" cy="4268"/>
            </a:xfrm>
            <a:custGeom>
              <a:avLst/>
              <a:gdLst/>
              <a:ahLst/>
              <a:cxnLst/>
              <a:rect l="0" t="0" r="0" b="0"/>
              <a:pathLst>
                <a:path w="70771" h="4268">
                  <a:moveTo>
                    <a:pt x="70771" y="0"/>
                  </a:moveTo>
                  <a:lnTo>
                    <a:pt x="0" y="426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1" name="Output_receptor__5820">
              <a:extLst>
                <a:ext uri="{FF2B5EF4-FFF2-40B4-BE49-F238E27FC236}">
                  <a16:creationId xmlns:a16="http://schemas.microsoft.com/office/drawing/2014/main" id="{C06489FD-6DB9-0F55-C474-A4F705B94D26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743387"/>
              <a:ext cx="19529" cy="58976"/>
            </a:xfrm>
            <a:custGeom>
              <a:avLst/>
              <a:gdLst/>
              <a:ahLst/>
              <a:cxnLst/>
              <a:rect l="0" t="0" r="0" b="0"/>
              <a:pathLst>
                <a:path w="19529" h="58976">
                  <a:moveTo>
                    <a:pt x="19529" y="0"/>
                  </a:moveTo>
                  <a:lnTo>
                    <a:pt x="0" y="589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2" name="Output_receptor__5821">
              <a:extLst>
                <a:ext uri="{FF2B5EF4-FFF2-40B4-BE49-F238E27FC236}">
                  <a16:creationId xmlns:a16="http://schemas.microsoft.com/office/drawing/2014/main" id="{5F59822F-E4E0-7C66-5E81-5E5AF2941A70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600804"/>
              <a:ext cx="66002" cy="25636"/>
            </a:xfrm>
            <a:custGeom>
              <a:avLst/>
              <a:gdLst/>
              <a:ahLst/>
              <a:cxnLst/>
              <a:rect l="0" t="0" r="0" b="0"/>
              <a:pathLst>
                <a:path w="66002" h="25636">
                  <a:moveTo>
                    <a:pt x="0" y="0"/>
                  </a:moveTo>
                  <a:lnTo>
                    <a:pt x="66002" y="2563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3" name="Output_receptor__5822">
              <a:extLst>
                <a:ext uri="{FF2B5EF4-FFF2-40B4-BE49-F238E27FC236}">
                  <a16:creationId xmlns:a16="http://schemas.microsoft.com/office/drawing/2014/main" id="{FCC28977-BD6F-9DA2-9BE7-869FADB2A781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88842"/>
              <a:ext cx="22297" cy="53433"/>
            </a:xfrm>
            <a:custGeom>
              <a:avLst/>
              <a:gdLst/>
              <a:ahLst/>
              <a:cxnLst/>
              <a:rect l="0" t="0" r="0" b="0"/>
              <a:pathLst>
                <a:path w="22297" h="53433">
                  <a:moveTo>
                    <a:pt x="22297" y="534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4" name="Output_receptor__5823">
              <a:extLst>
                <a:ext uri="{FF2B5EF4-FFF2-40B4-BE49-F238E27FC236}">
                  <a16:creationId xmlns:a16="http://schemas.microsoft.com/office/drawing/2014/main" id="{92B59F49-0BB9-D174-265E-183CEAA70CF9}"/>
                </a:ext>
              </a:extLst>
            </p:cNvPr>
            <p:cNvSpPr>
              <a:spLocks noGrp="1"/>
            </p:cNvSpPr>
            <p:nvPr/>
          </p:nvSpPr>
          <p:spPr>
            <a:xfrm>
              <a:off x="16308920" y="2794755"/>
              <a:ext cx="35387" cy="850"/>
            </a:xfrm>
            <a:custGeom>
              <a:avLst/>
              <a:gdLst/>
              <a:ahLst/>
              <a:cxnLst/>
              <a:rect l="0" t="0" r="0" b="0"/>
              <a:pathLst>
                <a:path w="35387" h="850">
                  <a:moveTo>
                    <a:pt x="0" y="0"/>
                  </a:moveTo>
                  <a:lnTo>
                    <a:pt x="35387" y="85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5" name="Output_receptor__5824">
              <a:extLst>
                <a:ext uri="{FF2B5EF4-FFF2-40B4-BE49-F238E27FC236}">
                  <a16:creationId xmlns:a16="http://schemas.microsoft.com/office/drawing/2014/main" id="{48BE54E4-3ABD-80FA-4722-C055F9400EEB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20096"/>
              <a:ext cx="7014" cy="57518"/>
            </a:xfrm>
            <a:custGeom>
              <a:avLst/>
              <a:gdLst/>
              <a:ahLst/>
              <a:cxnLst/>
              <a:rect l="0" t="0" r="0" b="0"/>
              <a:pathLst>
                <a:path w="7014" h="57518">
                  <a:moveTo>
                    <a:pt x="0" y="57518"/>
                  </a:moveTo>
                  <a:lnTo>
                    <a:pt x="701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6" name="Output_receptor__5825">
              <a:extLst>
                <a:ext uri="{FF2B5EF4-FFF2-40B4-BE49-F238E27FC236}">
                  <a16:creationId xmlns:a16="http://schemas.microsoft.com/office/drawing/2014/main" id="{0AA94E32-878B-E389-F97D-080A3955B9C7}"/>
                </a:ext>
              </a:extLst>
            </p:cNvPr>
            <p:cNvSpPr>
              <a:spLocks noGrp="1"/>
            </p:cNvSpPr>
            <p:nvPr/>
          </p:nvSpPr>
          <p:spPr>
            <a:xfrm>
              <a:off x="15720039" y="2963816"/>
              <a:ext cx="31315" cy="12775"/>
            </a:xfrm>
            <a:custGeom>
              <a:avLst/>
              <a:gdLst/>
              <a:ahLst/>
              <a:cxnLst/>
              <a:rect l="0" t="0" r="0" b="0"/>
              <a:pathLst>
                <a:path w="31315" h="12775">
                  <a:moveTo>
                    <a:pt x="0" y="12775"/>
                  </a:moveTo>
                  <a:lnTo>
                    <a:pt x="3131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7" name="Output_receptor__5826">
              <a:extLst>
                <a:ext uri="{FF2B5EF4-FFF2-40B4-BE49-F238E27FC236}">
                  <a16:creationId xmlns:a16="http://schemas.microsoft.com/office/drawing/2014/main" id="{823FA39E-A327-B49A-ABEC-031E4149AA1F}"/>
                </a:ext>
              </a:extLst>
            </p:cNvPr>
            <p:cNvSpPr>
              <a:spLocks noGrp="1"/>
            </p:cNvSpPr>
            <p:nvPr/>
          </p:nvSpPr>
          <p:spPr>
            <a:xfrm>
              <a:off x="16157821" y="2318748"/>
              <a:ext cx="37363" cy="49573"/>
            </a:xfrm>
            <a:custGeom>
              <a:avLst/>
              <a:gdLst/>
              <a:ahLst/>
              <a:cxnLst/>
              <a:rect l="0" t="0" r="0" b="0"/>
              <a:pathLst>
                <a:path w="37363" h="49573">
                  <a:moveTo>
                    <a:pt x="0" y="0"/>
                  </a:moveTo>
                  <a:lnTo>
                    <a:pt x="37363" y="4957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8" name="Output_receptor__5827">
              <a:extLst>
                <a:ext uri="{FF2B5EF4-FFF2-40B4-BE49-F238E27FC236}">
                  <a16:creationId xmlns:a16="http://schemas.microsoft.com/office/drawing/2014/main" id="{69E11D5E-676E-FC22-14EC-BF5888E8E363}"/>
                </a:ext>
              </a:extLst>
            </p:cNvPr>
            <p:cNvSpPr>
              <a:spLocks noGrp="1"/>
            </p:cNvSpPr>
            <p:nvPr/>
          </p:nvSpPr>
          <p:spPr>
            <a:xfrm>
              <a:off x="15652281" y="3144309"/>
              <a:ext cx="49917" cy="51393"/>
            </a:xfrm>
            <a:custGeom>
              <a:avLst/>
              <a:gdLst/>
              <a:ahLst/>
              <a:cxnLst/>
              <a:rect l="0" t="0" r="0" b="0"/>
              <a:pathLst>
                <a:path w="49917" h="51393">
                  <a:moveTo>
                    <a:pt x="0" y="0"/>
                  </a:moveTo>
                  <a:lnTo>
                    <a:pt x="49917" y="5139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9" name="Output_receptor__5828">
              <a:extLst>
                <a:ext uri="{FF2B5EF4-FFF2-40B4-BE49-F238E27FC236}">
                  <a16:creationId xmlns:a16="http://schemas.microsoft.com/office/drawing/2014/main" id="{34D3DAD9-A324-62D7-2D82-C3C56660DF20}"/>
                </a:ext>
              </a:extLst>
            </p:cNvPr>
            <p:cNvSpPr>
              <a:spLocks noGrp="1"/>
            </p:cNvSpPr>
            <p:nvPr/>
          </p:nvSpPr>
          <p:spPr>
            <a:xfrm>
              <a:off x="15098886" y="2918549"/>
              <a:ext cx="15319" cy="62523"/>
            </a:xfrm>
            <a:custGeom>
              <a:avLst/>
              <a:gdLst/>
              <a:ahLst/>
              <a:cxnLst/>
              <a:rect l="0" t="0" r="0" b="0"/>
              <a:pathLst>
                <a:path w="15319" h="62523">
                  <a:moveTo>
                    <a:pt x="0" y="62523"/>
                  </a:moveTo>
                  <a:lnTo>
                    <a:pt x="153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0" name="Output_receptor__5829">
              <a:extLst>
                <a:ext uri="{FF2B5EF4-FFF2-40B4-BE49-F238E27FC236}">
                  <a16:creationId xmlns:a16="http://schemas.microsoft.com/office/drawing/2014/main" id="{04385E77-B9A7-A206-339F-B06225D495BF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70834"/>
              <a:ext cx="28505" cy="16452"/>
            </a:xfrm>
            <a:custGeom>
              <a:avLst/>
              <a:gdLst/>
              <a:ahLst/>
              <a:cxnLst/>
              <a:rect l="0" t="0" r="0" b="0"/>
              <a:pathLst>
                <a:path w="28505" h="16452">
                  <a:moveTo>
                    <a:pt x="0" y="16452"/>
                  </a:moveTo>
                  <a:lnTo>
                    <a:pt x="2850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1" name="Output_receptor__5830">
              <a:extLst>
                <a:ext uri="{FF2B5EF4-FFF2-40B4-BE49-F238E27FC236}">
                  <a16:creationId xmlns:a16="http://schemas.microsoft.com/office/drawing/2014/main" id="{9DCC5EC6-4AAB-E066-826C-4DA46ED4A2EF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221374"/>
              <a:ext cx="18224" cy="27019"/>
            </a:xfrm>
            <a:custGeom>
              <a:avLst/>
              <a:gdLst/>
              <a:ahLst/>
              <a:cxnLst/>
              <a:rect l="0" t="0" r="0" b="0"/>
              <a:pathLst>
                <a:path w="18224" h="27019">
                  <a:moveTo>
                    <a:pt x="0" y="0"/>
                  </a:moveTo>
                  <a:lnTo>
                    <a:pt x="18224" y="2701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2" name="Output_receptor__5831">
              <a:extLst>
                <a:ext uri="{FF2B5EF4-FFF2-40B4-BE49-F238E27FC236}">
                  <a16:creationId xmlns:a16="http://schemas.microsoft.com/office/drawing/2014/main" id="{E77A3FCC-4878-B49A-3964-579E388E813C}"/>
                </a:ext>
              </a:extLst>
            </p:cNvPr>
            <p:cNvSpPr>
              <a:spLocks noGrp="1"/>
            </p:cNvSpPr>
            <p:nvPr/>
          </p:nvSpPr>
          <p:spPr>
            <a:xfrm>
              <a:off x="14912564" y="3237475"/>
              <a:ext cx="16408" cy="65544"/>
            </a:xfrm>
            <a:custGeom>
              <a:avLst/>
              <a:gdLst/>
              <a:ahLst/>
              <a:cxnLst/>
              <a:rect l="0" t="0" r="0" b="0"/>
              <a:pathLst>
                <a:path w="16408" h="65544">
                  <a:moveTo>
                    <a:pt x="0" y="0"/>
                  </a:moveTo>
                  <a:lnTo>
                    <a:pt x="16408" y="65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3" name="Output_receptor__5832">
              <a:extLst>
                <a:ext uri="{FF2B5EF4-FFF2-40B4-BE49-F238E27FC236}">
                  <a16:creationId xmlns:a16="http://schemas.microsoft.com/office/drawing/2014/main" id="{147DEB10-9A56-1B00-787B-1CEF3CA2A88B}"/>
                </a:ext>
              </a:extLst>
            </p:cNvPr>
            <p:cNvSpPr>
              <a:spLocks noGrp="1"/>
            </p:cNvSpPr>
            <p:nvPr/>
          </p:nvSpPr>
          <p:spPr>
            <a:xfrm>
              <a:off x="15275118" y="3357558"/>
              <a:ext cx="61404" cy="11196"/>
            </a:xfrm>
            <a:custGeom>
              <a:avLst/>
              <a:gdLst/>
              <a:ahLst/>
              <a:cxnLst/>
              <a:rect l="0" t="0" r="0" b="0"/>
              <a:pathLst>
                <a:path w="61404" h="11196">
                  <a:moveTo>
                    <a:pt x="0" y="11196"/>
                  </a:moveTo>
                  <a:lnTo>
                    <a:pt x="6140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4" name="Output_receptor__5833">
              <a:extLst>
                <a:ext uri="{FF2B5EF4-FFF2-40B4-BE49-F238E27FC236}">
                  <a16:creationId xmlns:a16="http://schemas.microsoft.com/office/drawing/2014/main" id="{843D0863-8412-3623-13B0-23DF020C078C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80131"/>
              <a:ext cx="19252" cy="16295"/>
            </a:xfrm>
            <a:custGeom>
              <a:avLst/>
              <a:gdLst/>
              <a:ahLst/>
              <a:cxnLst/>
              <a:rect l="0" t="0" r="0" b="0"/>
              <a:pathLst>
                <a:path w="19252" h="16295">
                  <a:moveTo>
                    <a:pt x="0" y="16295"/>
                  </a:moveTo>
                  <a:lnTo>
                    <a:pt x="1925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5" name="Output_receptor__5834">
              <a:extLst>
                <a:ext uri="{FF2B5EF4-FFF2-40B4-BE49-F238E27FC236}">
                  <a16:creationId xmlns:a16="http://schemas.microsoft.com/office/drawing/2014/main" id="{94FCEE21-D4AC-5EFB-55E8-68291F21C3ED}"/>
                </a:ext>
              </a:extLst>
            </p:cNvPr>
            <p:cNvSpPr>
              <a:spLocks noGrp="1"/>
            </p:cNvSpPr>
            <p:nvPr/>
          </p:nvSpPr>
          <p:spPr>
            <a:xfrm>
              <a:off x="15914461" y="2685471"/>
              <a:ext cx="52748" cy="20854"/>
            </a:xfrm>
            <a:custGeom>
              <a:avLst/>
              <a:gdLst/>
              <a:ahLst/>
              <a:cxnLst/>
              <a:rect l="0" t="0" r="0" b="0"/>
              <a:pathLst>
                <a:path w="52748" h="20854">
                  <a:moveTo>
                    <a:pt x="0" y="0"/>
                  </a:moveTo>
                  <a:lnTo>
                    <a:pt x="52748" y="2085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6" name="Output_receptor__5835">
              <a:extLst>
                <a:ext uri="{FF2B5EF4-FFF2-40B4-BE49-F238E27FC236}">
                  <a16:creationId xmlns:a16="http://schemas.microsoft.com/office/drawing/2014/main" id="{89A0070E-5414-391E-8814-E7C1F08C1000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77614"/>
              <a:ext cx="13072" cy="49168"/>
            </a:xfrm>
            <a:custGeom>
              <a:avLst/>
              <a:gdLst/>
              <a:ahLst/>
              <a:cxnLst/>
              <a:rect l="0" t="0" r="0" b="0"/>
              <a:pathLst>
                <a:path w="13072" h="49168">
                  <a:moveTo>
                    <a:pt x="13072" y="491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7" name="Output_receptor__5836">
              <a:extLst>
                <a:ext uri="{FF2B5EF4-FFF2-40B4-BE49-F238E27FC236}">
                  <a16:creationId xmlns:a16="http://schemas.microsoft.com/office/drawing/2014/main" id="{7838F221-8BAD-E0F2-E936-7685944B8029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529261"/>
              <a:ext cx="6911" cy="71544"/>
            </a:xfrm>
            <a:custGeom>
              <a:avLst/>
              <a:gdLst/>
              <a:ahLst/>
              <a:cxnLst/>
              <a:rect l="0" t="0" r="0" b="0"/>
              <a:pathLst>
                <a:path w="6911" h="71544">
                  <a:moveTo>
                    <a:pt x="6911" y="0"/>
                  </a:moveTo>
                  <a:lnTo>
                    <a:pt x="0" y="71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8" name="Output_receptor__5837">
              <a:extLst>
                <a:ext uri="{FF2B5EF4-FFF2-40B4-BE49-F238E27FC236}">
                  <a16:creationId xmlns:a16="http://schemas.microsoft.com/office/drawing/2014/main" id="{15D57384-9879-97C5-BCF3-BA701AD6A0AA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41995"/>
              <a:ext cx="42551" cy="41834"/>
            </a:xfrm>
            <a:custGeom>
              <a:avLst/>
              <a:gdLst/>
              <a:ahLst/>
              <a:cxnLst/>
              <a:rect l="0" t="0" r="0" b="0"/>
              <a:pathLst>
                <a:path w="42551" h="41834">
                  <a:moveTo>
                    <a:pt x="42551" y="0"/>
                  </a:moveTo>
                  <a:lnTo>
                    <a:pt x="0" y="4183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9" name="Output_receptor__5838">
              <a:extLst>
                <a:ext uri="{FF2B5EF4-FFF2-40B4-BE49-F238E27FC236}">
                  <a16:creationId xmlns:a16="http://schemas.microsoft.com/office/drawing/2014/main" id="{DD88AFE0-EDA1-AE6A-B57B-B029505D5256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368754"/>
              <a:ext cx="14039" cy="64633"/>
            </a:xfrm>
            <a:custGeom>
              <a:avLst/>
              <a:gdLst/>
              <a:ahLst/>
              <a:cxnLst/>
              <a:rect l="0" t="0" r="0" b="0"/>
              <a:pathLst>
                <a:path w="14039" h="64633">
                  <a:moveTo>
                    <a:pt x="0" y="64633"/>
                  </a:moveTo>
                  <a:lnTo>
                    <a:pt x="14039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0" name="Output_receptor__5839">
              <a:extLst>
                <a:ext uri="{FF2B5EF4-FFF2-40B4-BE49-F238E27FC236}">
                  <a16:creationId xmlns:a16="http://schemas.microsoft.com/office/drawing/2014/main" id="{32987A8F-607E-7B70-4FCF-39D6ED00ECD6}"/>
                </a:ext>
              </a:extLst>
            </p:cNvPr>
            <p:cNvSpPr>
              <a:spLocks noGrp="1"/>
            </p:cNvSpPr>
            <p:nvPr/>
          </p:nvSpPr>
          <p:spPr>
            <a:xfrm>
              <a:off x="15005813" y="2794637"/>
              <a:ext cx="15825" cy="16458"/>
            </a:xfrm>
            <a:custGeom>
              <a:avLst/>
              <a:gdLst/>
              <a:ahLst/>
              <a:cxnLst/>
              <a:rect l="0" t="0" r="0" b="0"/>
              <a:pathLst>
                <a:path w="15825" h="16458">
                  <a:moveTo>
                    <a:pt x="0" y="0"/>
                  </a:moveTo>
                  <a:lnTo>
                    <a:pt x="15825" y="1645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1" name="Output_receptor__5840">
              <a:extLst>
                <a:ext uri="{FF2B5EF4-FFF2-40B4-BE49-F238E27FC236}">
                  <a16:creationId xmlns:a16="http://schemas.microsoft.com/office/drawing/2014/main" id="{86862827-EC56-69EB-2808-2DCA05838F4B}"/>
                </a:ext>
              </a:extLst>
            </p:cNvPr>
            <p:cNvSpPr>
              <a:spLocks noGrp="1"/>
            </p:cNvSpPr>
            <p:nvPr/>
          </p:nvSpPr>
          <p:spPr>
            <a:xfrm>
              <a:off x="16269541" y="2852565"/>
              <a:ext cx="19673" cy="11576"/>
            </a:xfrm>
            <a:custGeom>
              <a:avLst/>
              <a:gdLst/>
              <a:ahLst/>
              <a:cxnLst/>
              <a:rect l="0" t="0" r="0" b="0"/>
              <a:pathLst>
                <a:path w="19673" h="11576">
                  <a:moveTo>
                    <a:pt x="0" y="0"/>
                  </a:moveTo>
                  <a:lnTo>
                    <a:pt x="19673" y="115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2" name="Output_receptor__5841">
              <a:extLst>
                <a:ext uri="{FF2B5EF4-FFF2-40B4-BE49-F238E27FC236}">
                  <a16:creationId xmlns:a16="http://schemas.microsoft.com/office/drawing/2014/main" id="{138D21A3-FB48-EAB7-12F0-620A7CB71F77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63670"/>
              <a:ext cx="55802" cy="14257"/>
            </a:xfrm>
            <a:custGeom>
              <a:avLst/>
              <a:gdLst/>
              <a:ahLst/>
              <a:cxnLst/>
              <a:rect l="0" t="0" r="0" b="0"/>
              <a:pathLst>
                <a:path w="55802" h="14257">
                  <a:moveTo>
                    <a:pt x="0" y="14257"/>
                  </a:moveTo>
                  <a:lnTo>
                    <a:pt x="5580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3" name="Output_receptor__5842">
              <a:extLst>
                <a:ext uri="{FF2B5EF4-FFF2-40B4-BE49-F238E27FC236}">
                  <a16:creationId xmlns:a16="http://schemas.microsoft.com/office/drawing/2014/main" id="{65DB2B3B-57AB-A0D4-3D14-42DBE76C43E9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41371" cy="14188"/>
            </a:xfrm>
            <a:custGeom>
              <a:avLst/>
              <a:gdLst/>
              <a:ahLst/>
              <a:cxnLst/>
              <a:rect l="0" t="0" r="0" b="0"/>
              <a:pathLst>
                <a:path w="41371" h="14188">
                  <a:moveTo>
                    <a:pt x="0" y="0"/>
                  </a:moveTo>
                  <a:lnTo>
                    <a:pt x="41371" y="141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4" name="Output_receptor__5843">
              <a:extLst>
                <a:ext uri="{FF2B5EF4-FFF2-40B4-BE49-F238E27FC236}">
                  <a16:creationId xmlns:a16="http://schemas.microsoft.com/office/drawing/2014/main" id="{973684EB-EAFE-33B6-56B6-6C6DC19ED55A}"/>
                </a:ext>
              </a:extLst>
            </p:cNvPr>
            <p:cNvSpPr>
              <a:spLocks noGrp="1"/>
            </p:cNvSpPr>
            <p:nvPr/>
          </p:nvSpPr>
          <p:spPr>
            <a:xfrm>
              <a:off x="15891392" y="2626441"/>
              <a:ext cx="23069" cy="59031"/>
            </a:xfrm>
            <a:custGeom>
              <a:avLst/>
              <a:gdLst/>
              <a:ahLst/>
              <a:cxnLst/>
              <a:rect l="0" t="0" r="0" b="0"/>
              <a:pathLst>
                <a:path w="23069" h="59031">
                  <a:moveTo>
                    <a:pt x="0" y="0"/>
                  </a:moveTo>
                  <a:lnTo>
                    <a:pt x="23069" y="5903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5" name="Output_receptor__5844">
              <a:extLst>
                <a:ext uri="{FF2B5EF4-FFF2-40B4-BE49-F238E27FC236}">
                  <a16:creationId xmlns:a16="http://schemas.microsoft.com/office/drawing/2014/main" id="{632A67C6-12F5-4467-77FD-9FE79A26BC05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34949"/>
              <a:ext cx="25499" cy="67464"/>
            </a:xfrm>
            <a:custGeom>
              <a:avLst/>
              <a:gdLst/>
              <a:ahLst/>
              <a:cxnLst/>
              <a:rect l="0" t="0" r="0" b="0"/>
              <a:pathLst>
                <a:path w="25499" h="67464">
                  <a:moveTo>
                    <a:pt x="25499" y="674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6" name="Output_receptor__5845">
              <a:extLst>
                <a:ext uri="{FF2B5EF4-FFF2-40B4-BE49-F238E27FC236}">
                  <a16:creationId xmlns:a16="http://schemas.microsoft.com/office/drawing/2014/main" id="{7917D315-64A3-0FBC-2736-80A00A471B24}"/>
                </a:ext>
              </a:extLst>
            </p:cNvPr>
            <p:cNvSpPr>
              <a:spLocks noGrp="1"/>
            </p:cNvSpPr>
            <p:nvPr/>
          </p:nvSpPr>
          <p:spPr>
            <a:xfrm>
              <a:off x="16156782" y="2590370"/>
              <a:ext cx="66258" cy="28563"/>
            </a:xfrm>
            <a:custGeom>
              <a:avLst/>
              <a:gdLst/>
              <a:ahLst/>
              <a:cxnLst/>
              <a:rect l="0" t="0" r="0" b="0"/>
              <a:pathLst>
                <a:path w="66258" h="28563">
                  <a:moveTo>
                    <a:pt x="66258" y="0"/>
                  </a:moveTo>
                  <a:lnTo>
                    <a:pt x="0" y="2856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7" name="Output_receptor__5846">
              <a:extLst>
                <a:ext uri="{FF2B5EF4-FFF2-40B4-BE49-F238E27FC236}">
                  <a16:creationId xmlns:a16="http://schemas.microsoft.com/office/drawing/2014/main" id="{7B866380-0394-07E8-7045-75AE358A4E9D}"/>
                </a:ext>
              </a:extLst>
            </p:cNvPr>
            <p:cNvSpPr>
              <a:spLocks noGrp="1"/>
            </p:cNvSpPr>
            <p:nvPr/>
          </p:nvSpPr>
          <p:spPr>
            <a:xfrm>
              <a:off x="16083383" y="2356337"/>
              <a:ext cx="37229" cy="54884"/>
            </a:xfrm>
            <a:custGeom>
              <a:avLst/>
              <a:gdLst/>
              <a:ahLst/>
              <a:cxnLst/>
              <a:rect l="0" t="0" r="0" b="0"/>
              <a:pathLst>
                <a:path w="37229" h="54884">
                  <a:moveTo>
                    <a:pt x="0" y="0"/>
                  </a:moveTo>
                  <a:lnTo>
                    <a:pt x="37229" y="5488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8" name="Output_receptor__5847">
              <a:extLst>
                <a:ext uri="{FF2B5EF4-FFF2-40B4-BE49-F238E27FC236}">
                  <a16:creationId xmlns:a16="http://schemas.microsoft.com/office/drawing/2014/main" id="{D7C81A61-38BB-4833-4CD9-1866FB9E278A}"/>
                </a:ext>
              </a:extLst>
            </p:cNvPr>
            <p:cNvSpPr>
              <a:spLocks noGrp="1"/>
            </p:cNvSpPr>
            <p:nvPr/>
          </p:nvSpPr>
          <p:spPr>
            <a:xfrm>
              <a:off x="15114205" y="2870868"/>
              <a:ext cx="52448" cy="47681"/>
            </a:xfrm>
            <a:custGeom>
              <a:avLst/>
              <a:gdLst/>
              <a:ahLst/>
              <a:cxnLst/>
              <a:rect l="0" t="0" r="0" b="0"/>
              <a:pathLst>
                <a:path w="52448" h="47681">
                  <a:moveTo>
                    <a:pt x="0" y="47681"/>
                  </a:moveTo>
                  <a:lnTo>
                    <a:pt x="5244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9" name="Output_receptor__5848">
              <a:extLst>
                <a:ext uri="{FF2B5EF4-FFF2-40B4-BE49-F238E27FC236}">
                  <a16:creationId xmlns:a16="http://schemas.microsoft.com/office/drawing/2014/main" id="{04AAF425-CBF4-D32A-CA8D-214A8F2C63C3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481116"/>
              <a:ext cx="46767" cy="36719"/>
            </a:xfrm>
            <a:custGeom>
              <a:avLst/>
              <a:gdLst/>
              <a:ahLst/>
              <a:cxnLst/>
              <a:rect l="0" t="0" r="0" b="0"/>
              <a:pathLst>
                <a:path w="46767" h="36719">
                  <a:moveTo>
                    <a:pt x="46767" y="0"/>
                  </a:moveTo>
                  <a:lnTo>
                    <a:pt x="0" y="3671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0" name="Output_receptor__5849">
              <a:extLst>
                <a:ext uri="{FF2B5EF4-FFF2-40B4-BE49-F238E27FC236}">
                  <a16:creationId xmlns:a16="http://schemas.microsoft.com/office/drawing/2014/main" id="{B53F0EF2-62FC-F781-84F0-93E9CF9267FC}"/>
                </a:ext>
              </a:extLst>
            </p:cNvPr>
            <p:cNvSpPr>
              <a:spLocks noGrp="1"/>
            </p:cNvSpPr>
            <p:nvPr/>
          </p:nvSpPr>
          <p:spPr>
            <a:xfrm>
              <a:off x="15620583" y="3030249"/>
              <a:ext cx="54114" cy="18344"/>
            </a:xfrm>
            <a:custGeom>
              <a:avLst/>
              <a:gdLst/>
              <a:ahLst/>
              <a:cxnLst/>
              <a:rect l="0" t="0" r="0" b="0"/>
              <a:pathLst>
                <a:path w="54114" h="18344">
                  <a:moveTo>
                    <a:pt x="0" y="0"/>
                  </a:moveTo>
                  <a:lnTo>
                    <a:pt x="54114" y="1834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1" name="Output_receptor__5850">
              <a:extLst>
                <a:ext uri="{FF2B5EF4-FFF2-40B4-BE49-F238E27FC236}">
                  <a16:creationId xmlns:a16="http://schemas.microsoft.com/office/drawing/2014/main" id="{93DF48E8-CD8B-DE13-ED38-1F06A3D18DDF}"/>
                </a:ext>
              </a:extLst>
            </p:cNvPr>
            <p:cNvSpPr>
              <a:spLocks noGrp="1"/>
            </p:cNvSpPr>
            <p:nvPr/>
          </p:nvSpPr>
          <p:spPr>
            <a:xfrm>
              <a:off x="15475501" y="3150256"/>
              <a:ext cx="24661" cy="7405"/>
            </a:xfrm>
            <a:custGeom>
              <a:avLst/>
              <a:gdLst/>
              <a:ahLst/>
              <a:cxnLst/>
              <a:rect l="0" t="0" r="0" b="0"/>
              <a:pathLst>
                <a:path w="24661" h="7405">
                  <a:moveTo>
                    <a:pt x="0" y="0"/>
                  </a:moveTo>
                  <a:lnTo>
                    <a:pt x="24661" y="74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2" name="Output_receptor__5851">
              <a:extLst>
                <a:ext uri="{FF2B5EF4-FFF2-40B4-BE49-F238E27FC236}">
                  <a16:creationId xmlns:a16="http://schemas.microsoft.com/office/drawing/2014/main" id="{98E68E26-CB48-ED70-5EDA-1D4D3CD6205F}"/>
                </a:ext>
              </a:extLst>
            </p:cNvPr>
            <p:cNvSpPr>
              <a:spLocks noGrp="1"/>
            </p:cNvSpPr>
            <p:nvPr/>
          </p:nvSpPr>
          <p:spPr>
            <a:xfrm>
              <a:off x="16348670" y="2682475"/>
              <a:ext cx="29828" cy="39060"/>
            </a:xfrm>
            <a:custGeom>
              <a:avLst/>
              <a:gdLst/>
              <a:ahLst/>
              <a:cxnLst/>
              <a:rect l="0" t="0" r="0" b="0"/>
              <a:pathLst>
                <a:path w="29828" h="39060">
                  <a:moveTo>
                    <a:pt x="29828" y="39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3" name="Output_receptor__5852">
              <a:extLst>
                <a:ext uri="{FF2B5EF4-FFF2-40B4-BE49-F238E27FC236}">
                  <a16:creationId xmlns:a16="http://schemas.microsoft.com/office/drawing/2014/main" id="{CB12C996-0232-C971-AC1B-0DEFCCD38BEC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42805"/>
              <a:ext cx="62975" cy="34109"/>
            </a:xfrm>
            <a:custGeom>
              <a:avLst/>
              <a:gdLst/>
              <a:ahLst/>
              <a:cxnLst/>
              <a:rect l="0" t="0" r="0" b="0"/>
              <a:pathLst>
                <a:path w="62975" h="34109">
                  <a:moveTo>
                    <a:pt x="62975" y="0"/>
                  </a:moveTo>
                  <a:lnTo>
                    <a:pt x="0" y="3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4" name="Output_receptor__5853">
              <a:extLst>
                <a:ext uri="{FF2B5EF4-FFF2-40B4-BE49-F238E27FC236}">
                  <a16:creationId xmlns:a16="http://schemas.microsoft.com/office/drawing/2014/main" id="{5A453D5F-F615-5623-78BB-B7E360CCEE6B}"/>
                </a:ext>
              </a:extLst>
            </p:cNvPr>
            <p:cNvSpPr>
              <a:spLocks noGrp="1"/>
            </p:cNvSpPr>
            <p:nvPr/>
          </p:nvSpPr>
          <p:spPr>
            <a:xfrm>
              <a:off x="15716627" y="3332351"/>
              <a:ext cx="51572" cy="42688"/>
            </a:xfrm>
            <a:custGeom>
              <a:avLst/>
              <a:gdLst/>
              <a:ahLst/>
              <a:cxnLst/>
              <a:rect l="0" t="0" r="0" b="0"/>
              <a:pathLst>
                <a:path w="51572" h="42688">
                  <a:moveTo>
                    <a:pt x="0" y="0"/>
                  </a:moveTo>
                  <a:lnTo>
                    <a:pt x="51572" y="426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5" name="Output_receptor__5854">
              <a:extLst>
                <a:ext uri="{FF2B5EF4-FFF2-40B4-BE49-F238E27FC236}">
                  <a16:creationId xmlns:a16="http://schemas.microsoft.com/office/drawing/2014/main" id="{91C0F417-4E80-D004-E92E-E0335E015FE2}"/>
                </a:ext>
              </a:extLst>
            </p:cNvPr>
            <p:cNvSpPr>
              <a:spLocks noGrp="1"/>
            </p:cNvSpPr>
            <p:nvPr/>
          </p:nvSpPr>
          <p:spPr>
            <a:xfrm>
              <a:off x="15903072" y="2524993"/>
              <a:ext cx="43709" cy="504"/>
            </a:xfrm>
            <a:custGeom>
              <a:avLst/>
              <a:gdLst/>
              <a:ahLst/>
              <a:cxnLst/>
              <a:rect l="0" t="0" r="0" b="0"/>
              <a:pathLst>
                <a:path w="43709" h="504">
                  <a:moveTo>
                    <a:pt x="43709" y="5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6" name="Output_receptor__5855">
              <a:extLst>
                <a:ext uri="{FF2B5EF4-FFF2-40B4-BE49-F238E27FC236}">
                  <a16:creationId xmlns:a16="http://schemas.microsoft.com/office/drawing/2014/main" id="{72C219F3-EB9F-FF1E-C2E4-DE542AB647E6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59942" cy="31100"/>
            </a:xfrm>
            <a:custGeom>
              <a:avLst/>
              <a:gdLst/>
              <a:ahLst/>
              <a:cxnLst/>
              <a:rect l="0" t="0" r="0" b="0"/>
              <a:pathLst>
                <a:path w="59942" h="31100">
                  <a:moveTo>
                    <a:pt x="0" y="0"/>
                  </a:moveTo>
                  <a:lnTo>
                    <a:pt x="59942" y="3110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7" name="Output_receptor__5856">
              <a:extLst>
                <a:ext uri="{FF2B5EF4-FFF2-40B4-BE49-F238E27FC236}">
                  <a16:creationId xmlns:a16="http://schemas.microsoft.com/office/drawing/2014/main" id="{165B3309-D99E-1852-9306-D70C086D694B}"/>
                </a:ext>
              </a:extLst>
            </p:cNvPr>
            <p:cNvSpPr>
              <a:spLocks noGrp="1"/>
            </p:cNvSpPr>
            <p:nvPr/>
          </p:nvSpPr>
          <p:spPr>
            <a:xfrm>
              <a:off x="15810322" y="2869740"/>
              <a:ext cx="56021" cy="39419"/>
            </a:xfrm>
            <a:custGeom>
              <a:avLst/>
              <a:gdLst/>
              <a:ahLst/>
              <a:cxnLst/>
              <a:rect l="0" t="0" r="0" b="0"/>
              <a:pathLst>
                <a:path w="56021" h="39419">
                  <a:moveTo>
                    <a:pt x="0" y="39419"/>
                  </a:moveTo>
                  <a:lnTo>
                    <a:pt x="5602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8" name="Output_receptor__5857">
              <a:extLst>
                <a:ext uri="{FF2B5EF4-FFF2-40B4-BE49-F238E27FC236}">
                  <a16:creationId xmlns:a16="http://schemas.microsoft.com/office/drawing/2014/main" id="{CFC88637-0219-D5A9-9E16-7D74C2438A54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45337"/>
              <a:ext cx="50590" cy="47439"/>
            </a:xfrm>
            <a:custGeom>
              <a:avLst/>
              <a:gdLst/>
              <a:ahLst/>
              <a:cxnLst/>
              <a:rect l="0" t="0" r="0" b="0"/>
              <a:pathLst>
                <a:path w="50590" h="47439">
                  <a:moveTo>
                    <a:pt x="0" y="0"/>
                  </a:moveTo>
                  <a:lnTo>
                    <a:pt x="50590" y="4743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9" name="Output_receptor__5858">
              <a:extLst>
                <a:ext uri="{FF2B5EF4-FFF2-40B4-BE49-F238E27FC236}">
                  <a16:creationId xmlns:a16="http://schemas.microsoft.com/office/drawing/2014/main" id="{B5C0791C-4ED1-5F6A-1E59-12718305B7C1}"/>
                </a:ext>
              </a:extLst>
            </p:cNvPr>
            <p:cNvSpPr>
              <a:spLocks noGrp="1"/>
            </p:cNvSpPr>
            <p:nvPr/>
          </p:nvSpPr>
          <p:spPr>
            <a:xfrm>
              <a:off x="15891608" y="3055588"/>
              <a:ext cx="12904" cy="52480"/>
            </a:xfrm>
            <a:custGeom>
              <a:avLst/>
              <a:gdLst/>
              <a:ahLst/>
              <a:cxnLst/>
              <a:rect l="0" t="0" r="0" b="0"/>
              <a:pathLst>
                <a:path w="12904" h="52480">
                  <a:moveTo>
                    <a:pt x="12904" y="0"/>
                  </a:moveTo>
                  <a:lnTo>
                    <a:pt x="0" y="524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0" name="Output_receptor__5859">
              <a:extLst>
                <a:ext uri="{FF2B5EF4-FFF2-40B4-BE49-F238E27FC236}">
                  <a16:creationId xmlns:a16="http://schemas.microsoft.com/office/drawing/2014/main" id="{A5A83F5A-CBF1-26C0-A964-94CDF51C36DA}"/>
                </a:ext>
              </a:extLst>
            </p:cNvPr>
            <p:cNvSpPr>
              <a:spLocks noGrp="1"/>
            </p:cNvSpPr>
            <p:nvPr/>
          </p:nvSpPr>
          <p:spPr>
            <a:xfrm>
              <a:off x="16344307" y="2795606"/>
              <a:ext cx="34464" cy="61468"/>
            </a:xfrm>
            <a:custGeom>
              <a:avLst/>
              <a:gdLst/>
              <a:ahLst/>
              <a:cxnLst/>
              <a:rect l="0" t="0" r="0" b="0"/>
              <a:pathLst>
                <a:path w="34464" h="61468">
                  <a:moveTo>
                    <a:pt x="0" y="0"/>
                  </a:moveTo>
                  <a:lnTo>
                    <a:pt x="34464" y="6146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1" name="Output_receptor__5860">
              <a:extLst>
                <a:ext uri="{FF2B5EF4-FFF2-40B4-BE49-F238E27FC236}">
                  <a16:creationId xmlns:a16="http://schemas.microsoft.com/office/drawing/2014/main" id="{B4772A66-DA7A-E61D-D70F-51A586CA9609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76914"/>
              <a:ext cx="30301" cy="65081"/>
            </a:xfrm>
            <a:custGeom>
              <a:avLst/>
              <a:gdLst/>
              <a:ahLst/>
              <a:cxnLst/>
              <a:rect l="0" t="0" r="0" b="0"/>
              <a:pathLst>
                <a:path w="30301" h="65081">
                  <a:moveTo>
                    <a:pt x="0" y="0"/>
                  </a:moveTo>
                  <a:lnTo>
                    <a:pt x="30301" y="6508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2" name="Output_receptor__5861">
              <a:extLst>
                <a:ext uri="{FF2B5EF4-FFF2-40B4-BE49-F238E27FC236}">
                  <a16:creationId xmlns:a16="http://schemas.microsoft.com/office/drawing/2014/main" id="{FE16B27D-1572-B2FA-0908-72715392CBF4}"/>
                </a:ext>
              </a:extLst>
            </p:cNvPr>
            <p:cNvSpPr>
              <a:spLocks noGrp="1"/>
            </p:cNvSpPr>
            <p:nvPr/>
          </p:nvSpPr>
          <p:spPr>
            <a:xfrm>
              <a:off x="15798104" y="3286380"/>
              <a:ext cx="50209" cy="29883"/>
            </a:xfrm>
            <a:custGeom>
              <a:avLst/>
              <a:gdLst/>
              <a:ahLst/>
              <a:cxnLst/>
              <a:rect l="0" t="0" r="0" b="0"/>
              <a:pathLst>
                <a:path w="50209" h="29883">
                  <a:moveTo>
                    <a:pt x="0" y="0"/>
                  </a:moveTo>
                  <a:lnTo>
                    <a:pt x="50209" y="2988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3" name="Output_receptor__5862">
              <a:extLst>
                <a:ext uri="{FF2B5EF4-FFF2-40B4-BE49-F238E27FC236}">
                  <a16:creationId xmlns:a16="http://schemas.microsoft.com/office/drawing/2014/main" id="{BA8412D3-CA75-3F07-F49A-2E7A5580EBF0}"/>
                </a:ext>
              </a:extLst>
            </p:cNvPr>
            <p:cNvSpPr>
              <a:spLocks noGrp="1"/>
            </p:cNvSpPr>
            <p:nvPr/>
          </p:nvSpPr>
          <p:spPr>
            <a:xfrm>
              <a:off x="15332941" y="2877086"/>
              <a:ext cx="5494" cy="5645"/>
            </a:xfrm>
            <a:custGeom>
              <a:avLst/>
              <a:gdLst/>
              <a:ahLst/>
              <a:cxnLst/>
              <a:rect l="0" t="0" r="0" b="0"/>
              <a:pathLst>
                <a:path w="5494" h="5645">
                  <a:moveTo>
                    <a:pt x="5494" y="5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4" name="Output_receptor__5863">
              <a:extLst>
                <a:ext uri="{FF2B5EF4-FFF2-40B4-BE49-F238E27FC236}">
                  <a16:creationId xmlns:a16="http://schemas.microsoft.com/office/drawing/2014/main" id="{EA1A7F44-FEB0-47D3-8FCB-FE4DB4450355}"/>
                </a:ext>
              </a:extLst>
            </p:cNvPr>
            <p:cNvSpPr>
              <a:spLocks noGrp="1"/>
            </p:cNvSpPr>
            <p:nvPr/>
          </p:nvSpPr>
          <p:spPr>
            <a:xfrm>
              <a:off x="16108386" y="2571297"/>
              <a:ext cx="48396" cy="47636"/>
            </a:xfrm>
            <a:custGeom>
              <a:avLst/>
              <a:gdLst/>
              <a:ahLst/>
              <a:cxnLst/>
              <a:rect l="0" t="0" r="0" b="0"/>
              <a:pathLst>
                <a:path w="48396" h="47636">
                  <a:moveTo>
                    <a:pt x="48396" y="476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5" name="Output_receptor__5864">
              <a:extLst>
                <a:ext uri="{FF2B5EF4-FFF2-40B4-BE49-F238E27FC236}">
                  <a16:creationId xmlns:a16="http://schemas.microsoft.com/office/drawing/2014/main" id="{55028D13-7C87-3C41-FF6C-4199AEC1FACA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96228"/>
              <a:ext cx="62113" cy="36761"/>
            </a:xfrm>
            <a:custGeom>
              <a:avLst/>
              <a:gdLst/>
              <a:ahLst/>
              <a:cxnLst/>
              <a:rect l="0" t="0" r="0" b="0"/>
              <a:pathLst>
                <a:path w="62113" h="36761">
                  <a:moveTo>
                    <a:pt x="0" y="0"/>
                  </a:moveTo>
                  <a:lnTo>
                    <a:pt x="62113" y="3676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6" name="Output_receptor__5865">
              <a:extLst>
                <a:ext uri="{FF2B5EF4-FFF2-40B4-BE49-F238E27FC236}">
                  <a16:creationId xmlns:a16="http://schemas.microsoft.com/office/drawing/2014/main" id="{0DA2A9C6-96B0-8070-630C-155B51104DCE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32351"/>
              <a:ext cx="48135" cy="53387"/>
            </a:xfrm>
            <a:custGeom>
              <a:avLst/>
              <a:gdLst/>
              <a:ahLst/>
              <a:cxnLst/>
              <a:rect l="0" t="0" r="0" b="0"/>
              <a:pathLst>
                <a:path w="48135" h="53387">
                  <a:moveTo>
                    <a:pt x="0" y="53387"/>
                  </a:moveTo>
                  <a:lnTo>
                    <a:pt x="4813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7" name="Output_receptor__5866">
              <a:extLst>
                <a:ext uri="{FF2B5EF4-FFF2-40B4-BE49-F238E27FC236}">
                  <a16:creationId xmlns:a16="http://schemas.microsoft.com/office/drawing/2014/main" id="{E22566C9-10C5-4E7B-7047-729A356C8788}"/>
                </a:ext>
              </a:extLst>
            </p:cNvPr>
            <p:cNvSpPr>
              <a:spLocks noGrp="1"/>
            </p:cNvSpPr>
            <p:nvPr/>
          </p:nvSpPr>
          <p:spPr>
            <a:xfrm>
              <a:off x="15517176" y="3070834"/>
              <a:ext cx="59490" cy="39479"/>
            </a:xfrm>
            <a:custGeom>
              <a:avLst/>
              <a:gdLst/>
              <a:ahLst/>
              <a:cxnLst/>
              <a:rect l="0" t="0" r="0" b="0"/>
              <a:pathLst>
                <a:path w="59490" h="39479">
                  <a:moveTo>
                    <a:pt x="0" y="0"/>
                  </a:moveTo>
                  <a:lnTo>
                    <a:pt x="59490" y="3947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8" name="Output_receptor__5867">
              <a:extLst>
                <a:ext uri="{FF2B5EF4-FFF2-40B4-BE49-F238E27FC236}">
                  <a16:creationId xmlns:a16="http://schemas.microsoft.com/office/drawing/2014/main" id="{B9E6FCD2-FA46-5C24-CCD2-FCE763306616}"/>
                </a:ext>
              </a:extLst>
            </p:cNvPr>
            <p:cNvSpPr>
              <a:spLocks noGrp="1"/>
            </p:cNvSpPr>
            <p:nvPr/>
          </p:nvSpPr>
          <p:spPr>
            <a:xfrm>
              <a:off x="15325810" y="3191742"/>
              <a:ext cx="854" cy="71928"/>
            </a:xfrm>
            <a:custGeom>
              <a:avLst/>
              <a:gdLst/>
              <a:ahLst/>
              <a:cxnLst/>
              <a:rect l="0" t="0" r="0" b="0"/>
              <a:pathLst>
                <a:path w="854" h="71928">
                  <a:moveTo>
                    <a:pt x="0" y="71928"/>
                  </a:moveTo>
                  <a:lnTo>
                    <a:pt x="85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9" name="Output_receptor__5868">
              <a:extLst>
                <a:ext uri="{FF2B5EF4-FFF2-40B4-BE49-F238E27FC236}">
                  <a16:creationId xmlns:a16="http://schemas.microsoft.com/office/drawing/2014/main" id="{FB45682A-AADC-5FED-2292-4D647207B595}"/>
                </a:ext>
              </a:extLst>
            </p:cNvPr>
            <p:cNvSpPr>
              <a:spLocks noGrp="1"/>
            </p:cNvSpPr>
            <p:nvPr/>
          </p:nvSpPr>
          <p:spPr>
            <a:xfrm>
              <a:off x="16228665" y="2796685"/>
              <a:ext cx="40876" cy="55880"/>
            </a:xfrm>
            <a:custGeom>
              <a:avLst/>
              <a:gdLst/>
              <a:ahLst/>
              <a:cxnLst/>
              <a:rect l="0" t="0" r="0" b="0"/>
              <a:pathLst>
                <a:path w="40876" h="55880">
                  <a:moveTo>
                    <a:pt x="0" y="0"/>
                  </a:moveTo>
                  <a:lnTo>
                    <a:pt x="40876" y="558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0" name="Output_receptor__5869">
              <a:extLst>
                <a:ext uri="{FF2B5EF4-FFF2-40B4-BE49-F238E27FC236}">
                  <a16:creationId xmlns:a16="http://schemas.microsoft.com/office/drawing/2014/main" id="{563C3967-5895-DF1E-B92B-1751F2D7B57E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1" y="2880131"/>
              <a:ext cx="65672" cy="29029"/>
            </a:xfrm>
            <a:custGeom>
              <a:avLst/>
              <a:gdLst/>
              <a:ahLst/>
              <a:cxnLst/>
              <a:rect l="0" t="0" r="0" b="0"/>
              <a:pathLst>
                <a:path w="65672" h="29029">
                  <a:moveTo>
                    <a:pt x="0" y="0"/>
                  </a:moveTo>
                  <a:lnTo>
                    <a:pt x="65672" y="2902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1" name="Output_receptor__5870">
              <a:extLst>
                <a:ext uri="{FF2B5EF4-FFF2-40B4-BE49-F238E27FC236}">
                  <a16:creationId xmlns:a16="http://schemas.microsoft.com/office/drawing/2014/main" id="{F2E2BA9B-10F0-AA9E-7175-6ADF5FEB4E83}"/>
                </a:ext>
              </a:extLst>
            </p:cNvPr>
            <p:cNvSpPr>
              <a:spLocks noGrp="1"/>
            </p:cNvSpPr>
            <p:nvPr/>
          </p:nvSpPr>
          <p:spPr>
            <a:xfrm>
              <a:off x="15946781" y="2525498"/>
              <a:ext cx="50415" cy="45003"/>
            </a:xfrm>
            <a:custGeom>
              <a:avLst/>
              <a:gdLst/>
              <a:ahLst/>
              <a:cxnLst/>
              <a:rect l="0" t="0" r="0" b="0"/>
              <a:pathLst>
                <a:path w="50415" h="45003">
                  <a:moveTo>
                    <a:pt x="50415" y="45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2" name="Output_receptor__5871">
              <a:extLst>
                <a:ext uri="{FF2B5EF4-FFF2-40B4-BE49-F238E27FC236}">
                  <a16:creationId xmlns:a16="http://schemas.microsoft.com/office/drawing/2014/main" id="{B0EFEA74-0D84-E77D-0EB7-8611E0425718}"/>
                </a:ext>
              </a:extLst>
            </p:cNvPr>
            <p:cNvSpPr>
              <a:spLocks noGrp="1"/>
            </p:cNvSpPr>
            <p:nvPr/>
          </p:nvSpPr>
          <p:spPr>
            <a:xfrm>
              <a:off x="15415753" y="3120096"/>
              <a:ext cx="59749" cy="30160"/>
            </a:xfrm>
            <a:custGeom>
              <a:avLst/>
              <a:gdLst/>
              <a:ahLst/>
              <a:cxnLst/>
              <a:rect l="0" t="0" r="0" b="0"/>
              <a:pathLst>
                <a:path w="59749" h="30160">
                  <a:moveTo>
                    <a:pt x="0" y="0"/>
                  </a:moveTo>
                  <a:lnTo>
                    <a:pt x="59749" y="3016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3" name="Output_receptor__5872">
              <a:extLst>
                <a:ext uri="{FF2B5EF4-FFF2-40B4-BE49-F238E27FC236}">
                  <a16:creationId xmlns:a16="http://schemas.microsoft.com/office/drawing/2014/main" id="{C01629AB-A03D-084E-77AA-31213451327D}"/>
                </a:ext>
              </a:extLst>
            </p:cNvPr>
            <p:cNvSpPr>
              <a:spLocks noGrp="1"/>
            </p:cNvSpPr>
            <p:nvPr/>
          </p:nvSpPr>
          <p:spPr>
            <a:xfrm>
              <a:off x="14959828" y="2892777"/>
              <a:ext cx="13680" cy="50276"/>
            </a:xfrm>
            <a:custGeom>
              <a:avLst/>
              <a:gdLst/>
              <a:ahLst/>
              <a:cxnLst/>
              <a:rect l="0" t="0" r="0" b="0"/>
              <a:pathLst>
                <a:path w="13680" h="50276">
                  <a:moveTo>
                    <a:pt x="13680" y="0"/>
                  </a:moveTo>
                  <a:lnTo>
                    <a:pt x="0" y="5027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4" name="Output_receptor__5873">
              <a:extLst>
                <a:ext uri="{FF2B5EF4-FFF2-40B4-BE49-F238E27FC236}">
                  <a16:creationId xmlns:a16="http://schemas.microsoft.com/office/drawing/2014/main" id="{FAA83DD3-126C-CA38-9022-3B533999A9D2}"/>
                </a:ext>
              </a:extLst>
            </p:cNvPr>
            <p:cNvSpPr>
              <a:spLocks noGrp="1"/>
            </p:cNvSpPr>
            <p:nvPr/>
          </p:nvSpPr>
          <p:spPr>
            <a:xfrm>
              <a:off x="14923966" y="3032989"/>
              <a:ext cx="9791" cy="68338"/>
            </a:xfrm>
            <a:custGeom>
              <a:avLst/>
              <a:gdLst/>
              <a:ahLst/>
              <a:cxnLst/>
              <a:rect l="0" t="0" r="0" b="0"/>
              <a:pathLst>
                <a:path w="9791" h="68338">
                  <a:moveTo>
                    <a:pt x="0" y="0"/>
                  </a:moveTo>
                  <a:lnTo>
                    <a:pt x="9791" y="6833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5" name="Output_receptor__5874">
              <a:extLst>
                <a:ext uri="{FF2B5EF4-FFF2-40B4-BE49-F238E27FC236}">
                  <a16:creationId xmlns:a16="http://schemas.microsoft.com/office/drawing/2014/main" id="{AFA8C0AD-945F-7CA5-E7CF-07A69EE7B90F}"/>
                </a:ext>
              </a:extLst>
            </p:cNvPr>
            <p:cNvSpPr>
              <a:spLocks noGrp="1"/>
            </p:cNvSpPr>
            <p:nvPr/>
          </p:nvSpPr>
          <p:spPr>
            <a:xfrm>
              <a:off x="15432557" y="2975748"/>
              <a:ext cx="54219" cy="26665"/>
            </a:xfrm>
            <a:custGeom>
              <a:avLst/>
              <a:gdLst/>
              <a:ahLst/>
              <a:cxnLst/>
              <a:rect l="0" t="0" r="0" b="0"/>
              <a:pathLst>
                <a:path w="54219" h="26665">
                  <a:moveTo>
                    <a:pt x="54219" y="0"/>
                  </a:moveTo>
                  <a:lnTo>
                    <a:pt x="0" y="2666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6" name="Output_receptor__5875">
              <a:extLst>
                <a:ext uri="{FF2B5EF4-FFF2-40B4-BE49-F238E27FC236}">
                  <a16:creationId xmlns:a16="http://schemas.microsoft.com/office/drawing/2014/main" id="{028EBFA0-D5EA-3622-04C2-6BB43EC17990}"/>
                </a:ext>
              </a:extLst>
            </p:cNvPr>
            <p:cNvSpPr>
              <a:spLocks noGrp="1"/>
            </p:cNvSpPr>
            <p:nvPr/>
          </p:nvSpPr>
          <p:spPr>
            <a:xfrm>
              <a:off x="15166654" y="2870868"/>
              <a:ext cx="47008" cy="13859"/>
            </a:xfrm>
            <a:custGeom>
              <a:avLst/>
              <a:gdLst/>
              <a:ahLst/>
              <a:cxnLst/>
              <a:rect l="0" t="0" r="0" b="0"/>
              <a:pathLst>
                <a:path w="47008" h="13859">
                  <a:moveTo>
                    <a:pt x="0" y="0"/>
                  </a:moveTo>
                  <a:lnTo>
                    <a:pt x="47008" y="1385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7" name="Output_receptor__5876">
              <a:extLst>
                <a:ext uri="{FF2B5EF4-FFF2-40B4-BE49-F238E27FC236}">
                  <a16:creationId xmlns:a16="http://schemas.microsoft.com/office/drawing/2014/main" id="{3065796A-BAFD-543B-E63C-1609AA0A05CA}"/>
                </a:ext>
              </a:extLst>
            </p:cNvPr>
            <p:cNvSpPr>
              <a:spLocks noGrp="1"/>
            </p:cNvSpPr>
            <p:nvPr/>
          </p:nvSpPr>
          <p:spPr>
            <a:xfrm>
              <a:off x="14928971" y="3303020"/>
              <a:ext cx="59803" cy="3817"/>
            </a:xfrm>
            <a:custGeom>
              <a:avLst/>
              <a:gdLst/>
              <a:ahLst/>
              <a:cxnLst/>
              <a:rect l="0" t="0" r="0" b="0"/>
              <a:pathLst>
                <a:path w="59803" h="3817">
                  <a:moveTo>
                    <a:pt x="0" y="0"/>
                  </a:moveTo>
                  <a:lnTo>
                    <a:pt x="59803" y="381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8" name="Output_receptor__5877">
              <a:extLst>
                <a:ext uri="{FF2B5EF4-FFF2-40B4-BE49-F238E27FC236}">
                  <a16:creationId xmlns:a16="http://schemas.microsoft.com/office/drawing/2014/main" id="{ED4C649A-266E-641D-6AE2-FFDDB3037E78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440253"/>
              <a:ext cx="4425" cy="9833"/>
            </a:xfrm>
            <a:custGeom>
              <a:avLst/>
              <a:gdLst/>
              <a:ahLst/>
              <a:cxnLst/>
              <a:rect l="0" t="0" r="0" b="0"/>
              <a:pathLst>
                <a:path w="4425" h="9833">
                  <a:moveTo>
                    <a:pt x="0" y="0"/>
                  </a:moveTo>
                  <a:lnTo>
                    <a:pt x="4425" y="983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9" name="Output_receptor__5878">
              <a:extLst>
                <a:ext uri="{FF2B5EF4-FFF2-40B4-BE49-F238E27FC236}">
                  <a16:creationId xmlns:a16="http://schemas.microsoft.com/office/drawing/2014/main" id="{98FEE959-C51B-F427-5FE8-D1BAB25BF50A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85737"/>
              <a:ext cx="44836" cy="46809"/>
            </a:xfrm>
            <a:custGeom>
              <a:avLst/>
              <a:gdLst/>
              <a:ahLst/>
              <a:cxnLst/>
              <a:rect l="0" t="0" r="0" b="0"/>
              <a:pathLst>
                <a:path w="44836" h="46809">
                  <a:moveTo>
                    <a:pt x="44836" y="468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0" name="Output_receptor__5879">
              <a:extLst>
                <a:ext uri="{FF2B5EF4-FFF2-40B4-BE49-F238E27FC236}">
                  <a16:creationId xmlns:a16="http://schemas.microsoft.com/office/drawing/2014/main" id="{752E390F-7AAC-AFB6-F462-D14C56C3620B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802363"/>
              <a:ext cx="46804" cy="28820"/>
            </a:xfrm>
            <a:custGeom>
              <a:avLst/>
              <a:gdLst/>
              <a:ahLst/>
              <a:cxnLst/>
              <a:rect l="0" t="0" r="0" b="0"/>
              <a:pathLst>
                <a:path w="46804" h="28820">
                  <a:moveTo>
                    <a:pt x="0" y="0"/>
                  </a:moveTo>
                  <a:lnTo>
                    <a:pt x="46804" y="2882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1" name="Output_receptor__5880">
              <a:extLst>
                <a:ext uri="{FF2B5EF4-FFF2-40B4-BE49-F238E27FC236}">
                  <a16:creationId xmlns:a16="http://schemas.microsoft.com/office/drawing/2014/main" id="{0AA71AF0-CB93-61B7-F167-C3E0F589CCAC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37231"/>
              <a:ext cx="25844" cy="58997"/>
            </a:xfrm>
            <a:custGeom>
              <a:avLst/>
              <a:gdLst/>
              <a:ahLst/>
              <a:cxnLst/>
              <a:rect l="0" t="0" r="0" b="0"/>
              <a:pathLst>
                <a:path w="25844" h="58997">
                  <a:moveTo>
                    <a:pt x="25844" y="0"/>
                  </a:moveTo>
                  <a:lnTo>
                    <a:pt x="0" y="5899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2" name="Output_receptor__5881">
              <a:extLst>
                <a:ext uri="{FF2B5EF4-FFF2-40B4-BE49-F238E27FC236}">
                  <a16:creationId xmlns:a16="http://schemas.microsoft.com/office/drawing/2014/main" id="{2AECA2A1-422C-7CDB-D91A-ACDECD122BBA}"/>
                </a:ext>
              </a:extLst>
            </p:cNvPr>
            <p:cNvSpPr>
              <a:spLocks noGrp="1"/>
            </p:cNvSpPr>
            <p:nvPr/>
          </p:nvSpPr>
          <p:spPr>
            <a:xfrm>
              <a:off x="16158974" y="2831184"/>
              <a:ext cx="22764" cy="53876"/>
            </a:xfrm>
            <a:custGeom>
              <a:avLst/>
              <a:gdLst/>
              <a:ahLst/>
              <a:cxnLst/>
              <a:rect l="0" t="0" r="0" b="0"/>
              <a:pathLst>
                <a:path w="22764" h="53876">
                  <a:moveTo>
                    <a:pt x="0" y="0"/>
                  </a:moveTo>
                  <a:lnTo>
                    <a:pt x="22764" y="538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3" name="Output_receptor__5882">
              <a:extLst>
                <a:ext uri="{FF2B5EF4-FFF2-40B4-BE49-F238E27FC236}">
                  <a16:creationId xmlns:a16="http://schemas.microsoft.com/office/drawing/2014/main" id="{451E177A-E40F-C71D-BBB5-D20A4067E30A}"/>
                </a:ext>
              </a:extLst>
            </p:cNvPr>
            <p:cNvSpPr>
              <a:spLocks noGrp="1"/>
            </p:cNvSpPr>
            <p:nvPr/>
          </p:nvSpPr>
          <p:spPr>
            <a:xfrm>
              <a:off x="16276653" y="2680424"/>
              <a:ext cx="72017" cy="2051"/>
            </a:xfrm>
            <a:custGeom>
              <a:avLst/>
              <a:gdLst/>
              <a:ahLst/>
              <a:cxnLst/>
              <a:rect l="0" t="0" r="0" b="0"/>
              <a:pathLst>
                <a:path w="72017" h="2051">
                  <a:moveTo>
                    <a:pt x="72017" y="2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4" name="Output_receptor__5883">
              <a:extLst>
                <a:ext uri="{FF2B5EF4-FFF2-40B4-BE49-F238E27FC236}">
                  <a16:creationId xmlns:a16="http://schemas.microsoft.com/office/drawing/2014/main" id="{373F7A64-997A-5073-2E14-D7549013CE11}"/>
                </a:ext>
              </a:extLst>
            </p:cNvPr>
            <p:cNvSpPr>
              <a:spLocks noGrp="1"/>
            </p:cNvSpPr>
            <p:nvPr/>
          </p:nvSpPr>
          <p:spPr>
            <a:xfrm>
              <a:off x="14933757" y="3101327"/>
              <a:ext cx="72407" cy="1839"/>
            </a:xfrm>
            <a:custGeom>
              <a:avLst/>
              <a:gdLst/>
              <a:ahLst/>
              <a:cxnLst/>
              <a:rect l="0" t="0" r="0" b="0"/>
              <a:pathLst>
                <a:path w="72407" h="1839">
                  <a:moveTo>
                    <a:pt x="0" y="0"/>
                  </a:moveTo>
                  <a:lnTo>
                    <a:pt x="72407" y="183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5" name="Output_receptor__5884">
              <a:extLst>
                <a:ext uri="{FF2B5EF4-FFF2-40B4-BE49-F238E27FC236}">
                  <a16:creationId xmlns:a16="http://schemas.microsoft.com/office/drawing/2014/main" id="{36165E78-1DDF-EC98-C65A-364B7C6FD602}"/>
                </a:ext>
              </a:extLst>
            </p:cNvPr>
            <p:cNvSpPr>
              <a:spLocks noGrp="1"/>
            </p:cNvSpPr>
            <p:nvPr/>
          </p:nvSpPr>
          <p:spPr>
            <a:xfrm>
              <a:off x="15057192" y="3055229"/>
              <a:ext cx="64194" cy="7098"/>
            </a:xfrm>
            <a:custGeom>
              <a:avLst/>
              <a:gdLst/>
              <a:ahLst/>
              <a:cxnLst/>
              <a:rect l="0" t="0" r="0" b="0"/>
              <a:pathLst>
                <a:path w="64194" h="7098">
                  <a:moveTo>
                    <a:pt x="0" y="0"/>
                  </a:moveTo>
                  <a:lnTo>
                    <a:pt x="64194" y="709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6" name="Output_receptor__5885">
              <a:extLst>
                <a:ext uri="{FF2B5EF4-FFF2-40B4-BE49-F238E27FC236}">
                  <a16:creationId xmlns:a16="http://schemas.microsoft.com/office/drawing/2014/main" id="{B65548D8-9CB7-F87C-28CC-902D54A9AA2A}"/>
                </a:ext>
              </a:extLst>
            </p:cNvPr>
            <p:cNvSpPr>
              <a:spLocks noGrp="1"/>
            </p:cNvSpPr>
            <p:nvPr/>
          </p:nvSpPr>
          <p:spPr>
            <a:xfrm>
              <a:off x="15997196" y="2570500"/>
              <a:ext cx="49505" cy="17521"/>
            </a:xfrm>
            <a:custGeom>
              <a:avLst/>
              <a:gdLst/>
              <a:ahLst/>
              <a:cxnLst/>
              <a:rect l="0" t="0" r="0" b="0"/>
              <a:pathLst>
                <a:path w="49505" h="17521">
                  <a:moveTo>
                    <a:pt x="49505" y="175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7" name="Output_receptor__5886">
              <a:extLst>
                <a:ext uri="{FF2B5EF4-FFF2-40B4-BE49-F238E27FC236}">
                  <a16:creationId xmlns:a16="http://schemas.microsoft.com/office/drawing/2014/main" id="{74CF2543-41E5-13FD-2101-693A93773167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95732"/>
              <a:ext cx="8197" cy="34271"/>
            </a:xfrm>
            <a:custGeom>
              <a:avLst/>
              <a:gdLst/>
              <a:ahLst/>
              <a:cxnLst/>
              <a:rect l="0" t="0" r="0" b="0"/>
              <a:pathLst>
                <a:path w="8197" h="34271">
                  <a:moveTo>
                    <a:pt x="0" y="0"/>
                  </a:moveTo>
                  <a:lnTo>
                    <a:pt x="8197" y="34271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8" name="Output_receptor__5887">
              <a:extLst>
                <a:ext uri="{FF2B5EF4-FFF2-40B4-BE49-F238E27FC236}">
                  <a16:creationId xmlns:a16="http://schemas.microsoft.com/office/drawing/2014/main" id="{C1B025F3-82D6-30BF-33B2-8A1EE4A36096}"/>
                </a:ext>
              </a:extLst>
            </p:cNvPr>
            <p:cNvSpPr>
              <a:spLocks noGrp="1"/>
            </p:cNvSpPr>
            <p:nvPr/>
          </p:nvSpPr>
          <p:spPr>
            <a:xfrm>
              <a:off x="15121386" y="3021091"/>
              <a:ext cx="48018" cy="41236"/>
            </a:xfrm>
            <a:custGeom>
              <a:avLst/>
              <a:gdLst/>
              <a:ahLst/>
              <a:cxnLst/>
              <a:rect l="0" t="0" r="0" b="0"/>
              <a:pathLst>
                <a:path w="48018" h="41236">
                  <a:moveTo>
                    <a:pt x="0" y="41236"/>
                  </a:moveTo>
                  <a:lnTo>
                    <a:pt x="4801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9" name="Output_receptor__5888">
              <a:extLst>
                <a:ext uri="{FF2B5EF4-FFF2-40B4-BE49-F238E27FC236}">
                  <a16:creationId xmlns:a16="http://schemas.microsoft.com/office/drawing/2014/main" id="{DF8EAEB2-BC10-02C4-E8B2-7940E7593356}"/>
                </a:ext>
              </a:extLst>
            </p:cNvPr>
            <p:cNvSpPr>
              <a:spLocks noGrp="1"/>
            </p:cNvSpPr>
            <p:nvPr/>
          </p:nvSpPr>
          <p:spPr>
            <a:xfrm>
              <a:off x="16209672" y="3180779"/>
              <a:ext cx="4712" cy="67614"/>
            </a:xfrm>
            <a:custGeom>
              <a:avLst/>
              <a:gdLst/>
              <a:ahLst/>
              <a:cxnLst/>
              <a:rect l="0" t="0" r="0" b="0"/>
              <a:pathLst>
                <a:path w="4712" h="67614">
                  <a:moveTo>
                    <a:pt x="4712" y="67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0" name="Output_receptor__5889">
              <a:extLst>
                <a:ext uri="{FF2B5EF4-FFF2-40B4-BE49-F238E27FC236}">
                  <a16:creationId xmlns:a16="http://schemas.microsoft.com/office/drawing/2014/main" id="{34C573CA-8E24-B0FF-B3E9-B898B2ACBB12}"/>
                </a:ext>
              </a:extLst>
            </p:cNvPr>
            <p:cNvSpPr>
              <a:spLocks noGrp="1"/>
            </p:cNvSpPr>
            <p:nvPr/>
          </p:nvSpPr>
          <p:spPr>
            <a:xfrm>
              <a:off x="16141742" y="3167511"/>
              <a:ext cx="67930" cy="13268"/>
            </a:xfrm>
            <a:custGeom>
              <a:avLst/>
              <a:gdLst/>
              <a:ahLst/>
              <a:cxnLst/>
              <a:rect l="0" t="0" r="0" b="0"/>
              <a:pathLst>
                <a:path w="67930" h="13268">
                  <a:moveTo>
                    <a:pt x="67930" y="1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1" name="Output_receptor__5890">
              <a:extLst>
                <a:ext uri="{FF2B5EF4-FFF2-40B4-BE49-F238E27FC236}">
                  <a16:creationId xmlns:a16="http://schemas.microsoft.com/office/drawing/2014/main" id="{84AA9282-BE08-0037-6AFB-7FF271DA0688}"/>
                </a:ext>
              </a:extLst>
            </p:cNvPr>
            <p:cNvSpPr>
              <a:spLocks noGrp="1"/>
            </p:cNvSpPr>
            <p:nvPr/>
          </p:nvSpPr>
          <p:spPr>
            <a:xfrm>
              <a:off x="15623380" y="3199551"/>
              <a:ext cx="1906" cy="42725"/>
            </a:xfrm>
            <a:custGeom>
              <a:avLst/>
              <a:gdLst/>
              <a:ahLst/>
              <a:cxnLst/>
              <a:rect l="0" t="0" r="0" b="0"/>
              <a:pathLst>
                <a:path w="1906" h="42725">
                  <a:moveTo>
                    <a:pt x="0" y="0"/>
                  </a:moveTo>
                  <a:lnTo>
                    <a:pt x="1906" y="4272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2" name="Output_receptor__5891">
              <a:extLst>
                <a:ext uri="{FF2B5EF4-FFF2-40B4-BE49-F238E27FC236}">
                  <a16:creationId xmlns:a16="http://schemas.microsoft.com/office/drawing/2014/main" id="{6C295B18-53C0-9B2D-1462-5404ED58B930}"/>
                </a:ext>
              </a:extLst>
            </p:cNvPr>
            <p:cNvSpPr>
              <a:spLocks noGrp="1"/>
            </p:cNvSpPr>
            <p:nvPr/>
          </p:nvSpPr>
          <p:spPr>
            <a:xfrm>
              <a:off x="15006165" y="3055229"/>
              <a:ext cx="51028" cy="47937"/>
            </a:xfrm>
            <a:custGeom>
              <a:avLst/>
              <a:gdLst/>
              <a:ahLst/>
              <a:cxnLst/>
              <a:rect l="0" t="0" r="0" b="0"/>
              <a:pathLst>
                <a:path w="51028" h="47937">
                  <a:moveTo>
                    <a:pt x="0" y="47937"/>
                  </a:moveTo>
                  <a:lnTo>
                    <a:pt x="51028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3" name="Output_receptor__5892">
              <a:extLst>
                <a:ext uri="{FF2B5EF4-FFF2-40B4-BE49-F238E27FC236}">
                  <a16:creationId xmlns:a16="http://schemas.microsoft.com/office/drawing/2014/main" id="{AF96EFCA-890D-293C-1D16-6B3EF0AA0BC5}"/>
                </a:ext>
              </a:extLst>
            </p:cNvPr>
            <p:cNvSpPr>
              <a:spLocks noGrp="1"/>
            </p:cNvSpPr>
            <p:nvPr/>
          </p:nvSpPr>
          <p:spPr>
            <a:xfrm>
              <a:off x="15821688" y="3108068"/>
              <a:ext cx="69921" cy="7070"/>
            </a:xfrm>
            <a:custGeom>
              <a:avLst/>
              <a:gdLst/>
              <a:ahLst/>
              <a:cxnLst/>
              <a:rect l="0" t="0" r="0" b="0"/>
              <a:pathLst>
                <a:path w="69921" h="7070">
                  <a:moveTo>
                    <a:pt x="69921" y="0"/>
                  </a:moveTo>
                  <a:lnTo>
                    <a:pt x="0" y="70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4" name="Output_receptor__5893">
              <a:extLst>
                <a:ext uri="{FF2B5EF4-FFF2-40B4-BE49-F238E27FC236}">
                  <a16:creationId xmlns:a16="http://schemas.microsoft.com/office/drawing/2014/main" id="{5B4CB970-4CFF-D152-2E59-D84E822C618B}"/>
                </a:ext>
              </a:extLst>
            </p:cNvPr>
            <p:cNvSpPr>
              <a:spLocks noGrp="1"/>
            </p:cNvSpPr>
            <p:nvPr/>
          </p:nvSpPr>
          <p:spPr>
            <a:xfrm>
              <a:off x="16046702" y="2571297"/>
              <a:ext cx="61685" cy="16724"/>
            </a:xfrm>
            <a:custGeom>
              <a:avLst/>
              <a:gdLst/>
              <a:ahLst/>
              <a:cxnLst/>
              <a:rect l="0" t="0" r="0" b="0"/>
              <a:pathLst>
                <a:path w="61685" h="16724">
                  <a:moveTo>
                    <a:pt x="61685" y="0"/>
                  </a:moveTo>
                  <a:lnTo>
                    <a:pt x="0" y="1672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5" name="Output_receptor__5894">
              <a:extLst>
                <a:ext uri="{FF2B5EF4-FFF2-40B4-BE49-F238E27FC236}">
                  <a16:creationId xmlns:a16="http://schemas.microsoft.com/office/drawing/2014/main" id="{683930E2-AD58-E830-1385-F3CD9CB3E06C}"/>
                </a:ext>
              </a:extLst>
            </p:cNvPr>
            <p:cNvSpPr>
              <a:spLocks noGrp="1"/>
            </p:cNvSpPr>
            <p:nvPr/>
          </p:nvSpPr>
          <p:spPr>
            <a:xfrm>
              <a:off x="15379733" y="3195248"/>
              <a:ext cx="42077" cy="31535"/>
            </a:xfrm>
            <a:custGeom>
              <a:avLst/>
              <a:gdLst/>
              <a:ahLst/>
              <a:cxnLst/>
              <a:rect l="0" t="0" r="0" b="0"/>
              <a:pathLst>
                <a:path w="42077" h="31535">
                  <a:moveTo>
                    <a:pt x="0" y="0"/>
                  </a:moveTo>
                  <a:lnTo>
                    <a:pt x="42077" y="3153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6" name="Output_receptor__5895">
              <a:extLst>
                <a:ext uri="{FF2B5EF4-FFF2-40B4-BE49-F238E27FC236}">
                  <a16:creationId xmlns:a16="http://schemas.microsoft.com/office/drawing/2014/main" id="{E6AF96DE-1F2A-C9BB-B835-AC754F906D8F}"/>
                </a:ext>
              </a:extLst>
            </p:cNvPr>
            <p:cNvSpPr>
              <a:spLocks noGrp="1"/>
            </p:cNvSpPr>
            <p:nvPr/>
          </p:nvSpPr>
          <p:spPr>
            <a:xfrm>
              <a:off x="15326665" y="3191742"/>
              <a:ext cx="53068" cy="3505"/>
            </a:xfrm>
            <a:custGeom>
              <a:avLst/>
              <a:gdLst/>
              <a:ahLst/>
              <a:cxnLst/>
              <a:rect l="0" t="0" r="0" b="0"/>
              <a:pathLst>
                <a:path w="53068" h="3505">
                  <a:moveTo>
                    <a:pt x="0" y="0"/>
                  </a:moveTo>
                  <a:lnTo>
                    <a:pt x="53068" y="35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7" name="Output_receptor__5896">
              <a:extLst>
                <a:ext uri="{FF2B5EF4-FFF2-40B4-BE49-F238E27FC236}">
                  <a16:creationId xmlns:a16="http://schemas.microsoft.com/office/drawing/2014/main" id="{BE69FCE7-1EE8-9803-6C53-83724FF80073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177083"/>
              <a:ext cx="25124" cy="67234"/>
            </a:xfrm>
            <a:custGeom>
              <a:avLst/>
              <a:gdLst/>
              <a:ahLst/>
              <a:cxnLst/>
              <a:rect l="0" t="0" r="0" b="0"/>
              <a:pathLst>
                <a:path w="25124" h="67234">
                  <a:moveTo>
                    <a:pt x="0" y="67234"/>
                  </a:moveTo>
                  <a:lnTo>
                    <a:pt x="2512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8" name="Output_receptor__5897">
              <a:extLst>
                <a:ext uri="{FF2B5EF4-FFF2-40B4-BE49-F238E27FC236}">
                  <a16:creationId xmlns:a16="http://schemas.microsoft.com/office/drawing/2014/main" id="{4FEB9ACF-1A9D-A818-D736-077D49D3731B}"/>
                </a:ext>
              </a:extLst>
            </p:cNvPr>
            <p:cNvSpPr>
              <a:spLocks noGrp="1"/>
            </p:cNvSpPr>
            <p:nvPr/>
          </p:nvSpPr>
          <p:spPr>
            <a:xfrm>
              <a:off x="16314953" y="2460146"/>
              <a:ext cx="51960" cy="20970"/>
            </a:xfrm>
            <a:custGeom>
              <a:avLst/>
              <a:gdLst/>
              <a:ahLst/>
              <a:cxnLst/>
              <a:rect l="0" t="0" r="0" b="0"/>
              <a:pathLst>
                <a:path w="51960" h="20970">
                  <a:moveTo>
                    <a:pt x="0" y="0"/>
                  </a:moveTo>
                  <a:lnTo>
                    <a:pt x="51960" y="2097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9" name="Output_receptor__5898">
              <a:extLst>
                <a:ext uri="{FF2B5EF4-FFF2-40B4-BE49-F238E27FC236}">
                  <a16:creationId xmlns:a16="http://schemas.microsoft.com/office/drawing/2014/main" id="{D6CB6F5D-8C12-E6D0-1B6D-00A23DD2EA1E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25204"/>
              <a:ext cx="43688" cy="20133"/>
            </a:xfrm>
            <a:custGeom>
              <a:avLst/>
              <a:gdLst/>
              <a:ahLst/>
              <a:cxnLst/>
              <a:rect l="0" t="0" r="0" b="0"/>
              <a:pathLst>
                <a:path w="43688" h="20133">
                  <a:moveTo>
                    <a:pt x="43688" y="0"/>
                  </a:moveTo>
                  <a:lnTo>
                    <a:pt x="0" y="20133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0" name="Output_receptor__5899">
              <a:extLst>
                <a:ext uri="{FF2B5EF4-FFF2-40B4-BE49-F238E27FC236}">
                  <a16:creationId xmlns:a16="http://schemas.microsoft.com/office/drawing/2014/main" id="{2F054266-05C3-1134-609E-392C0C4DD9E5}"/>
                </a:ext>
              </a:extLst>
            </p:cNvPr>
            <p:cNvSpPr>
              <a:spLocks noGrp="1"/>
            </p:cNvSpPr>
            <p:nvPr/>
          </p:nvSpPr>
          <p:spPr>
            <a:xfrm>
              <a:off x="14887697" y="2937231"/>
              <a:ext cx="72130" cy="5821"/>
            </a:xfrm>
            <a:custGeom>
              <a:avLst/>
              <a:gdLst/>
              <a:ahLst/>
              <a:cxnLst/>
              <a:rect l="0" t="0" r="0" b="0"/>
              <a:pathLst>
                <a:path w="72130" h="5821">
                  <a:moveTo>
                    <a:pt x="72130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1" name="Output_receptor__5900">
              <a:extLst>
                <a:ext uri="{FF2B5EF4-FFF2-40B4-BE49-F238E27FC236}">
                  <a16:creationId xmlns:a16="http://schemas.microsoft.com/office/drawing/2014/main" id="{50A8000A-1453-D06F-44DC-395FC3D07E82}"/>
                </a:ext>
              </a:extLst>
            </p:cNvPr>
            <p:cNvSpPr>
              <a:spLocks noGrp="1"/>
            </p:cNvSpPr>
            <p:nvPr/>
          </p:nvSpPr>
          <p:spPr>
            <a:xfrm>
              <a:off x="14988774" y="3306837"/>
              <a:ext cx="25076" cy="66664"/>
            </a:xfrm>
            <a:custGeom>
              <a:avLst/>
              <a:gdLst/>
              <a:ahLst/>
              <a:cxnLst/>
              <a:rect l="0" t="0" r="0" b="0"/>
              <a:pathLst>
                <a:path w="25076" h="66664">
                  <a:moveTo>
                    <a:pt x="0" y="0"/>
                  </a:moveTo>
                  <a:lnTo>
                    <a:pt x="25076" y="6666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2" name="Output_receptor__5901">
              <a:extLst>
                <a:ext uri="{FF2B5EF4-FFF2-40B4-BE49-F238E27FC236}">
                  <a16:creationId xmlns:a16="http://schemas.microsoft.com/office/drawing/2014/main" id="{EAC9246B-14A2-1D1D-85A1-D279A00E83EC}"/>
                </a:ext>
              </a:extLst>
            </p:cNvPr>
            <p:cNvSpPr>
              <a:spLocks noGrp="1"/>
            </p:cNvSpPr>
            <p:nvPr/>
          </p:nvSpPr>
          <p:spPr>
            <a:xfrm>
              <a:off x="14966606" y="2811095"/>
              <a:ext cx="55033" cy="14109"/>
            </a:xfrm>
            <a:custGeom>
              <a:avLst/>
              <a:gdLst/>
              <a:ahLst/>
              <a:cxnLst/>
              <a:rect l="0" t="0" r="0" b="0"/>
              <a:pathLst>
                <a:path w="55033" h="14109">
                  <a:moveTo>
                    <a:pt x="55033" y="0"/>
                  </a:moveTo>
                  <a:lnTo>
                    <a:pt x="0" y="1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3" name="Output_receptor__5902">
              <a:extLst>
                <a:ext uri="{FF2B5EF4-FFF2-40B4-BE49-F238E27FC236}">
                  <a16:creationId xmlns:a16="http://schemas.microsoft.com/office/drawing/2014/main" id="{A2210AF7-07A3-A45A-8E17-F723392EA80E}"/>
                </a:ext>
              </a:extLst>
            </p:cNvPr>
            <p:cNvSpPr>
              <a:spLocks noGrp="1"/>
            </p:cNvSpPr>
            <p:nvPr/>
          </p:nvSpPr>
          <p:spPr>
            <a:xfrm>
              <a:off x="16249334" y="2460146"/>
              <a:ext cx="65619" cy="10238"/>
            </a:xfrm>
            <a:custGeom>
              <a:avLst/>
              <a:gdLst/>
              <a:ahLst/>
              <a:cxnLst/>
              <a:rect l="0" t="0" r="0" b="0"/>
              <a:pathLst>
                <a:path w="65619" h="10238">
                  <a:moveTo>
                    <a:pt x="0" y="10238"/>
                  </a:moveTo>
                  <a:lnTo>
                    <a:pt x="656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4" name="Output_receptor__5903">
              <a:extLst>
                <a:ext uri="{FF2B5EF4-FFF2-40B4-BE49-F238E27FC236}">
                  <a16:creationId xmlns:a16="http://schemas.microsoft.com/office/drawing/2014/main" id="{CDD2C4AA-5D16-A4B1-232A-DC445993986D}"/>
                </a:ext>
              </a:extLst>
            </p:cNvPr>
            <p:cNvSpPr>
              <a:spLocks noGrp="1"/>
            </p:cNvSpPr>
            <p:nvPr/>
          </p:nvSpPr>
          <p:spPr>
            <a:xfrm>
              <a:off x="15169404" y="3017905"/>
              <a:ext cx="71509" cy="3186"/>
            </a:xfrm>
            <a:custGeom>
              <a:avLst/>
              <a:gdLst/>
              <a:ahLst/>
              <a:cxnLst/>
              <a:rect l="0" t="0" r="0" b="0"/>
              <a:pathLst>
                <a:path w="71509" h="3186">
                  <a:moveTo>
                    <a:pt x="0" y="3186"/>
                  </a:moveTo>
                  <a:lnTo>
                    <a:pt x="7150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5" name="Output_receptor__5904">
              <a:extLst>
                <a:ext uri="{FF2B5EF4-FFF2-40B4-BE49-F238E27FC236}">
                  <a16:creationId xmlns:a16="http://schemas.microsoft.com/office/drawing/2014/main" id="{19A65938-6E3F-0CB9-4E4C-59DACCD1E194}"/>
                </a:ext>
              </a:extLst>
            </p:cNvPr>
            <p:cNvSpPr>
              <a:spLocks noGrp="1"/>
            </p:cNvSpPr>
            <p:nvPr/>
          </p:nvSpPr>
          <p:spPr>
            <a:xfrm>
              <a:off x="16246094" y="2629571"/>
              <a:ext cx="30558" cy="50853"/>
            </a:xfrm>
            <a:custGeom>
              <a:avLst/>
              <a:gdLst/>
              <a:ahLst/>
              <a:cxnLst/>
              <a:rect l="0" t="0" r="0" b="0"/>
              <a:pathLst>
                <a:path w="30558" h="50853">
                  <a:moveTo>
                    <a:pt x="30558" y="508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6" name="Output_receptor__5905">
              <a:extLst>
                <a:ext uri="{FF2B5EF4-FFF2-40B4-BE49-F238E27FC236}">
                  <a16:creationId xmlns:a16="http://schemas.microsoft.com/office/drawing/2014/main" id="{18C5860B-1356-8B95-4CB5-C123BD76370C}"/>
                </a:ext>
              </a:extLst>
            </p:cNvPr>
            <p:cNvSpPr>
              <a:spLocks noGrp="1"/>
            </p:cNvSpPr>
            <p:nvPr/>
          </p:nvSpPr>
          <p:spPr>
            <a:xfrm>
              <a:off x="15557108" y="3177083"/>
              <a:ext cx="66273" cy="22467"/>
            </a:xfrm>
            <a:custGeom>
              <a:avLst/>
              <a:gdLst/>
              <a:ahLst/>
              <a:cxnLst/>
              <a:rect l="0" t="0" r="0" b="0"/>
              <a:pathLst>
                <a:path w="66273" h="22467">
                  <a:moveTo>
                    <a:pt x="0" y="0"/>
                  </a:moveTo>
                  <a:lnTo>
                    <a:pt x="66273" y="2246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7" name="Output_receptor__5906">
              <a:extLst>
                <a:ext uri="{FF2B5EF4-FFF2-40B4-BE49-F238E27FC236}">
                  <a16:creationId xmlns:a16="http://schemas.microsoft.com/office/drawing/2014/main" id="{1DD67D37-0BA0-8492-5087-B9D6DED433F8}"/>
                </a:ext>
              </a:extLst>
            </p:cNvPr>
            <p:cNvSpPr>
              <a:spLocks noGrp="1"/>
            </p:cNvSpPr>
            <p:nvPr/>
          </p:nvSpPr>
          <p:spPr>
            <a:xfrm>
              <a:off x="15338436" y="2832106"/>
              <a:ext cx="41269" cy="50625"/>
            </a:xfrm>
            <a:custGeom>
              <a:avLst/>
              <a:gdLst/>
              <a:ahLst/>
              <a:cxnLst/>
              <a:rect l="0" t="0" r="0" b="0"/>
              <a:pathLst>
                <a:path w="41269" h="50625">
                  <a:moveTo>
                    <a:pt x="41269" y="0"/>
                  </a:moveTo>
                  <a:lnTo>
                    <a:pt x="0" y="5062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8" name="Output_receptor__5907">
              <a:extLst>
                <a:ext uri="{FF2B5EF4-FFF2-40B4-BE49-F238E27FC236}">
                  <a16:creationId xmlns:a16="http://schemas.microsoft.com/office/drawing/2014/main" id="{03B7A9D2-893F-DE8A-8ADC-A851B39CBD51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6263"/>
              <a:ext cx="31189" cy="17380"/>
            </a:xfrm>
            <a:custGeom>
              <a:avLst/>
              <a:gdLst/>
              <a:ahLst/>
              <a:cxnLst/>
              <a:rect l="0" t="0" r="0" b="0"/>
              <a:pathLst>
                <a:path w="31189" h="17380">
                  <a:moveTo>
                    <a:pt x="31189" y="0"/>
                  </a:moveTo>
                  <a:lnTo>
                    <a:pt x="0" y="173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9" name="Output_receptor__5908">
              <a:extLst>
                <a:ext uri="{FF2B5EF4-FFF2-40B4-BE49-F238E27FC236}">
                  <a16:creationId xmlns:a16="http://schemas.microsoft.com/office/drawing/2014/main" id="{9FFA37C9-88A7-81B2-EAE4-CC9A0401C544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70384"/>
              <a:ext cx="34962" cy="36493"/>
            </a:xfrm>
            <a:custGeom>
              <a:avLst/>
              <a:gdLst/>
              <a:ahLst/>
              <a:cxnLst/>
              <a:rect l="0" t="0" r="0" b="0"/>
              <a:pathLst>
                <a:path w="34962" h="36493">
                  <a:moveTo>
                    <a:pt x="0" y="36493"/>
                  </a:moveTo>
                  <a:lnTo>
                    <a:pt x="34962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10" name="Output_receptor__5909">
              <a:extLst>
                <a:ext uri="{FF2B5EF4-FFF2-40B4-BE49-F238E27FC236}">
                  <a16:creationId xmlns:a16="http://schemas.microsoft.com/office/drawing/2014/main" id="{3A282D14-049B-0653-E152-2A92C0D6A60C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39050" cy="54410"/>
            </a:xfrm>
            <a:custGeom>
              <a:avLst/>
              <a:gdLst/>
              <a:ahLst/>
              <a:cxnLst/>
              <a:rect l="0" t="0" r="0" b="0"/>
              <a:pathLst>
                <a:path w="39050" h="54410">
                  <a:moveTo>
                    <a:pt x="0" y="0"/>
                  </a:moveTo>
                  <a:lnTo>
                    <a:pt x="39050" y="5441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1" name="Output_receptor__5910">
              <a:extLst>
                <a:ext uri="{FF2B5EF4-FFF2-40B4-BE49-F238E27FC236}">
                  <a16:creationId xmlns:a16="http://schemas.microsoft.com/office/drawing/2014/main" id="{CD95BFCC-278F-817E-17B4-667786BDDE97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45939"/>
              <a:ext cx="41609" cy="29809"/>
            </a:xfrm>
            <a:custGeom>
              <a:avLst/>
              <a:gdLst/>
              <a:ahLst/>
              <a:cxnLst/>
              <a:rect l="0" t="0" r="0" b="0"/>
              <a:pathLst>
                <a:path w="41609" h="29809">
                  <a:moveTo>
                    <a:pt x="0" y="0"/>
                  </a:moveTo>
                  <a:lnTo>
                    <a:pt x="41609" y="29809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2" name="Output_receptor__5911">
              <a:extLst>
                <a:ext uri="{FF2B5EF4-FFF2-40B4-BE49-F238E27FC236}">
                  <a16:creationId xmlns:a16="http://schemas.microsoft.com/office/drawing/2014/main" id="{6A75BEFC-803B-B7BD-966C-D352B793944C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244317"/>
              <a:ext cx="32034" cy="21546"/>
            </a:xfrm>
            <a:custGeom>
              <a:avLst/>
              <a:gdLst/>
              <a:ahLst/>
              <a:cxnLst/>
              <a:rect l="0" t="0" r="0" b="0"/>
              <a:pathLst>
                <a:path w="32034" h="21546">
                  <a:moveTo>
                    <a:pt x="32034" y="21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3" name="Output_receptor__5912">
              <a:extLst>
                <a:ext uri="{FF2B5EF4-FFF2-40B4-BE49-F238E27FC236}">
                  <a16:creationId xmlns:a16="http://schemas.microsoft.com/office/drawing/2014/main" id="{AB0D185C-60A0-5E0A-056D-A78DB12C5C3A}"/>
                </a:ext>
              </a:extLst>
            </p:cNvPr>
            <p:cNvSpPr>
              <a:spLocks noGrp="1"/>
            </p:cNvSpPr>
            <p:nvPr/>
          </p:nvSpPr>
          <p:spPr>
            <a:xfrm>
              <a:off x="15713328" y="3384396"/>
              <a:ext cx="11178" cy="48151"/>
            </a:xfrm>
            <a:custGeom>
              <a:avLst/>
              <a:gdLst/>
              <a:ahLst/>
              <a:cxnLst/>
              <a:rect l="0" t="0" r="0" b="0"/>
              <a:pathLst>
                <a:path w="11178" h="48151">
                  <a:moveTo>
                    <a:pt x="11178" y="0"/>
                  </a:moveTo>
                  <a:lnTo>
                    <a:pt x="0" y="48151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4" name="Output_receptor__5913">
              <a:extLst>
                <a:ext uri="{FF2B5EF4-FFF2-40B4-BE49-F238E27FC236}">
                  <a16:creationId xmlns:a16="http://schemas.microsoft.com/office/drawing/2014/main" id="{B877E609-C124-2D38-2A2B-9871B887E3C4}"/>
                </a:ext>
              </a:extLst>
            </p:cNvPr>
            <p:cNvSpPr>
              <a:spLocks noGrp="1"/>
            </p:cNvSpPr>
            <p:nvPr/>
          </p:nvSpPr>
          <p:spPr>
            <a:xfrm>
              <a:off x="15213662" y="2832149"/>
              <a:ext cx="2192" cy="52578"/>
            </a:xfrm>
            <a:custGeom>
              <a:avLst/>
              <a:gdLst/>
              <a:ahLst/>
              <a:cxnLst/>
              <a:rect l="0" t="0" r="0" b="0"/>
              <a:pathLst>
                <a:path w="2192" h="52578">
                  <a:moveTo>
                    <a:pt x="0" y="52578"/>
                  </a:moveTo>
                  <a:lnTo>
                    <a:pt x="2192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5" name="Output_receptor__5914">
              <a:extLst>
                <a:ext uri="{FF2B5EF4-FFF2-40B4-BE49-F238E27FC236}">
                  <a16:creationId xmlns:a16="http://schemas.microsoft.com/office/drawing/2014/main" id="{775468F9-9344-0B28-D257-09C54AB7BF46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382659"/>
              <a:ext cx="32313" cy="57594"/>
            </a:xfrm>
            <a:custGeom>
              <a:avLst/>
              <a:gdLst/>
              <a:ahLst/>
              <a:cxnLst/>
              <a:rect l="0" t="0" r="0" b="0"/>
              <a:pathLst>
                <a:path w="32313" h="57594">
                  <a:moveTo>
                    <a:pt x="32313" y="0"/>
                  </a:moveTo>
                  <a:lnTo>
                    <a:pt x="0" y="5759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6" name="Output_receptor__5915">
              <a:extLst>
                <a:ext uri="{FF2B5EF4-FFF2-40B4-BE49-F238E27FC236}">
                  <a16:creationId xmlns:a16="http://schemas.microsoft.com/office/drawing/2014/main" id="{5113C5C4-FF45-94B1-7A43-3EA5A5737F89}"/>
                </a:ext>
              </a:extLst>
            </p:cNvPr>
            <p:cNvSpPr>
              <a:spLocks noGrp="1"/>
            </p:cNvSpPr>
            <p:nvPr/>
          </p:nvSpPr>
          <p:spPr>
            <a:xfrm>
              <a:off x="15800078" y="3115138"/>
              <a:ext cx="21610" cy="39629"/>
            </a:xfrm>
            <a:custGeom>
              <a:avLst/>
              <a:gdLst/>
              <a:ahLst/>
              <a:cxnLst/>
              <a:rect l="0" t="0" r="0" b="0"/>
              <a:pathLst>
                <a:path w="21610" h="39629">
                  <a:moveTo>
                    <a:pt x="21610" y="0"/>
                  </a:moveTo>
                  <a:lnTo>
                    <a:pt x="0" y="3962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7" name="Output_receptor__5916">
              <a:extLst>
                <a:ext uri="{FF2B5EF4-FFF2-40B4-BE49-F238E27FC236}">
                  <a16:creationId xmlns:a16="http://schemas.microsoft.com/office/drawing/2014/main" id="{509DB6AD-B8E3-1957-6258-358B24755E3E}"/>
                </a:ext>
              </a:extLst>
            </p:cNvPr>
            <p:cNvSpPr>
              <a:spLocks noGrp="1"/>
            </p:cNvSpPr>
            <p:nvPr/>
          </p:nvSpPr>
          <p:spPr>
            <a:xfrm>
              <a:off x="16176285" y="2629571"/>
              <a:ext cx="69809" cy="10078"/>
            </a:xfrm>
            <a:custGeom>
              <a:avLst/>
              <a:gdLst/>
              <a:ahLst/>
              <a:cxnLst/>
              <a:rect l="0" t="0" r="0" b="0"/>
              <a:pathLst>
                <a:path w="69809" h="10078">
                  <a:moveTo>
                    <a:pt x="69809" y="0"/>
                  </a:moveTo>
                  <a:lnTo>
                    <a:pt x="0" y="10078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8" name="Output_receptor__5917">
              <a:extLst>
                <a:ext uri="{FF2B5EF4-FFF2-40B4-BE49-F238E27FC236}">
                  <a16:creationId xmlns:a16="http://schemas.microsoft.com/office/drawing/2014/main" id="{6569F385-2EDB-0D0F-6F11-672D26D5BA53}"/>
                </a:ext>
              </a:extLst>
            </p:cNvPr>
            <p:cNvSpPr>
              <a:spLocks noGrp="1"/>
            </p:cNvSpPr>
            <p:nvPr/>
          </p:nvSpPr>
          <p:spPr>
            <a:xfrm>
              <a:off x="15776122" y="3230003"/>
              <a:ext cx="54653" cy="29534"/>
            </a:xfrm>
            <a:custGeom>
              <a:avLst/>
              <a:gdLst/>
              <a:ahLst/>
              <a:cxnLst/>
              <a:rect l="0" t="0" r="0" b="0"/>
              <a:pathLst>
                <a:path w="54653" h="29534">
                  <a:moveTo>
                    <a:pt x="54653" y="0"/>
                  </a:moveTo>
                  <a:lnTo>
                    <a:pt x="0" y="2953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9" name="Output_receptor__5918">
              <a:extLst>
                <a:ext uri="{FF2B5EF4-FFF2-40B4-BE49-F238E27FC236}">
                  <a16:creationId xmlns:a16="http://schemas.microsoft.com/office/drawing/2014/main" id="{3BAE1E9B-6FAB-0D57-987B-10EF431717E1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782896"/>
              <a:ext cx="3513" cy="33162"/>
            </a:xfrm>
            <a:custGeom>
              <a:avLst/>
              <a:gdLst/>
              <a:ahLst/>
              <a:cxnLst/>
              <a:rect l="0" t="0" r="0" b="0"/>
              <a:pathLst>
                <a:path w="3513" h="33162">
                  <a:moveTo>
                    <a:pt x="3513" y="0"/>
                  </a:moveTo>
                  <a:lnTo>
                    <a:pt x="0" y="33162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0" name="Output_receptor__5919">
              <a:extLst>
                <a:ext uri="{FF2B5EF4-FFF2-40B4-BE49-F238E27FC236}">
                  <a16:creationId xmlns:a16="http://schemas.microsoft.com/office/drawing/2014/main" id="{0D1E5649-BFA0-5FC7-395E-444F301D5E4F}"/>
                </a:ext>
              </a:extLst>
            </p:cNvPr>
            <p:cNvSpPr>
              <a:spLocks noGrp="1"/>
            </p:cNvSpPr>
            <p:nvPr/>
          </p:nvSpPr>
          <p:spPr>
            <a:xfrm>
              <a:off x="15240912" y="2988373"/>
              <a:ext cx="7770" cy="29532"/>
            </a:xfrm>
            <a:custGeom>
              <a:avLst/>
              <a:gdLst/>
              <a:ahLst/>
              <a:cxnLst/>
              <a:rect l="0" t="0" r="0" b="0"/>
              <a:pathLst>
                <a:path w="7770" h="29532">
                  <a:moveTo>
                    <a:pt x="0" y="29532"/>
                  </a:moveTo>
                  <a:lnTo>
                    <a:pt x="7770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1" name="Output_receptor__5920">
              <a:extLst>
                <a:ext uri="{FF2B5EF4-FFF2-40B4-BE49-F238E27FC236}">
                  <a16:creationId xmlns:a16="http://schemas.microsoft.com/office/drawing/2014/main" id="{1B43FD37-FFB3-45F1-1CFF-082AF95FE9C5}"/>
                </a:ext>
              </a:extLst>
            </p:cNvPr>
            <p:cNvSpPr>
              <a:spLocks noGrp="1"/>
            </p:cNvSpPr>
            <p:nvPr/>
          </p:nvSpPr>
          <p:spPr>
            <a:xfrm>
              <a:off x="15129255" y="3101606"/>
              <a:ext cx="65921" cy="27536"/>
            </a:xfrm>
            <a:custGeom>
              <a:avLst/>
              <a:gdLst/>
              <a:ahLst/>
              <a:cxnLst/>
              <a:rect l="0" t="0" r="0" b="0"/>
              <a:pathLst>
                <a:path w="65921" h="27536">
                  <a:moveTo>
                    <a:pt x="0" y="27536"/>
                  </a:moveTo>
                  <a:lnTo>
                    <a:pt x="65921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2" name="Output_receptor__5921">
              <a:extLst>
                <a:ext uri="{FF2B5EF4-FFF2-40B4-BE49-F238E27FC236}">
                  <a16:creationId xmlns:a16="http://schemas.microsoft.com/office/drawing/2014/main" id="{26B8FE0E-1EED-5C72-660B-725CC6A4724A}"/>
                </a:ext>
              </a:extLst>
            </p:cNvPr>
            <p:cNvSpPr>
              <a:spLocks noGrp="1"/>
            </p:cNvSpPr>
            <p:nvPr/>
          </p:nvSpPr>
          <p:spPr>
            <a:xfrm>
              <a:off x="15814680" y="3029647"/>
              <a:ext cx="71599" cy="6739"/>
            </a:xfrm>
            <a:custGeom>
              <a:avLst/>
              <a:gdLst/>
              <a:ahLst/>
              <a:cxnLst/>
              <a:rect l="0" t="0" r="0" b="0"/>
              <a:pathLst>
                <a:path w="71599" h="6739">
                  <a:moveTo>
                    <a:pt x="71599" y="0"/>
                  </a:moveTo>
                  <a:lnTo>
                    <a:pt x="0" y="673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3" name="Output_receptor__5922">
              <a:extLst>
                <a:ext uri="{FF2B5EF4-FFF2-40B4-BE49-F238E27FC236}">
                  <a16:creationId xmlns:a16="http://schemas.microsoft.com/office/drawing/2014/main" id="{409F5264-E28B-D77C-F5D1-4621049B23A4}"/>
                </a:ext>
              </a:extLst>
            </p:cNvPr>
            <p:cNvSpPr>
              <a:spLocks noGrp="1"/>
            </p:cNvSpPr>
            <p:nvPr/>
          </p:nvSpPr>
          <p:spPr>
            <a:xfrm>
              <a:off x="15013850" y="3373501"/>
              <a:ext cx="6976" cy="2555"/>
            </a:xfrm>
            <a:custGeom>
              <a:avLst/>
              <a:gdLst/>
              <a:ahLst/>
              <a:cxnLst/>
              <a:rect l="0" t="0" r="0" b="0"/>
              <a:pathLst>
                <a:path w="6976" h="2555">
                  <a:moveTo>
                    <a:pt x="0" y="0"/>
                  </a:moveTo>
                  <a:lnTo>
                    <a:pt x="6976" y="2555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4" name="Output_receptor__5923">
              <a:extLst>
                <a:ext uri="{FF2B5EF4-FFF2-40B4-BE49-F238E27FC236}">
                  <a16:creationId xmlns:a16="http://schemas.microsoft.com/office/drawing/2014/main" id="{E73873DC-42DC-7D5A-B44C-52960F1A44B5}"/>
                </a:ext>
              </a:extLst>
            </p:cNvPr>
            <p:cNvSpPr>
              <a:spLocks noGrp="1"/>
            </p:cNvSpPr>
            <p:nvPr/>
          </p:nvSpPr>
          <p:spPr>
            <a:xfrm>
              <a:off x="16035485" y="2656884"/>
              <a:ext cx="12366" cy="70533"/>
            </a:xfrm>
            <a:custGeom>
              <a:avLst/>
              <a:gdLst/>
              <a:ahLst/>
              <a:cxnLst/>
              <a:rect l="0" t="0" r="0" b="0"/>
              <a:pathLst>
                <a:path w="12366" h="70533">
                  <a:moveTo>
                    <a:pt x="12366" y="0"/>
                  </a:moveTo>
                  <a:lnTo>
                    <a:pt x="0" y="70533"/>
                  </a:lnTo>
                </a:path>
              </a:pathLst>
            </a:custGeom>
            <a:noFill/>
            <a:ln w="8096">
              <a:solidFill>
                <a:srgbClr val="EEF0F3"/>
              </a:solidFill>
            </a:ln>
          </p:spPr>
        </p:sp>
        <p:sp>
          <p:nvSpPr>
            <p:cNvPr id="5925" name="Output_receptor__5924">
              <a:extLst>
                <a:ext uri="{FF2B5EF4-FFF2-40B4-BE49-F238E27FC236}">
                  <a16:creationId xmlns:a16="http://schemas.microsoft.com/office/drawing/2014/main" id="{2996C032-A5A8-8AF5-785A-8766B04ACB5F}"/>
                </a:ext>
              </a:extLst>
            </p:cNvPr>
            <p:cNvSpPr>
              <a:spLocks noGrp="1"/>
            </p:cNvSpPr>
            <p:nvPr/>
          </p:nvSpPr>
          <p:spPr>
            <a:xfrm>
              <a:off x="15652722" y="3377277"/>
              <a:ext cx="71783" cy="7119"/>
            </a:xfrm>
            <a:custGeom>
              <a:avLst/>
              <a:gdLst/>
              <a:ahLst/>
              <a:cxnLst/>
              <a:rect l="0" t="0" r="0" b="0"/>
              <a:pathLst>
                <a:path w="71783" h="7119">
                  <a:moveTo>
                    <a:pt x="0" y="0"/>
                  </a:moveTo>
                  <a:lnTo>
                    <a:pt x="71783" y="7119"/>
                  </a:lnTo>
                </a:path>
              </a:pathLst>
            </a:custGeom>
            <a:noFill/>
            <a:ln w="20003">
              <a:solidFill>
                <a:srgbClr val="EEF0F3"/>
              </a:solidFill>
            </a:ln>
          </p:spPr>
        </p:sp>
        <p:sp>
          <p:nvSpPr>
            <p:cNvPr id="5926" name="Output_receptor__5925">
              <a:extLst>
                <a:ext uri="{FF2B5EF4-FFF2-40B4-BE49-F238E27FC236}">
                  <a16:creationId xmlns:a16="http://schemas.microsoft.com/office/drawing/2014/main" id="{86D36123-92FF-4309-1622-4F6FBD7BAD88}"/>
                </a:ext>
              </a:extLst>
            </p:cNvPr>
            <p:cNvSpPr>
              <a:spLocks noGrp="1"/>
            </p:cNvSpPr>
            <p:nvPr/>
          </p:nvSpPr>
          <p:spPr>
            <a:xfrm>
              <a:off x="15072409" y="3103293"/>
              <a:ext cx="56845" cy="25849"/>
            </a:xfrm>
            <a:custGeom>
              <a:avLst/>
              <a:gdLst/>
              <a:ahLst/>
              <a:cxnLst/>
              <a:rect l="0" t="0" r="0" b="0"/>
              <a:pathLst>
                <a:path w="56845" h="25849">
                  <a:moveTo>
                    <a:pt x="0" y="0"/>
                  </a:moveTo>
                  <a:lnTo>
                    <a:pt x="56845" y="25849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7" name="Output_receptor__5926">
              <a:extLst>
                <a:ext uri="{FF2B5EF4-FFF2-40B4-BE49-F238E27FC236}">
                  <a16:creationId xmlns:a16="http://schemas.microsoft.com/office/drawing/2014/main" id="{4A8A3224-E2EE-BA2E-D8AC-85F172675277}"/>
                </a:ext>
              </a:extLst>
            </p:cNvPr>
            <p:cNvSpPr>
              <a:spLocks noGrp="1"/>
            </p:cNvSpPr>
            <p:nvPr/>
          </p:nvSpPr>
          <p:spPr>
            <a:xfrm>
              <a:off x="15331765" y="2810528"/>
              <a:ext cx="47940" cy="21578"/>
            </a:xfrm>
            <a:custGeom>
              <a:avLst/>
              <a:gdLst/>
              <a:ahLst/>
              <a:cxnLst/>
              <a:rect l="0" t="0" r="0" b="0"/>
              <a:pathLst>
                <a:path w="47940" h="21578">
                  <a:moveTo>
                    <a:pt x="0" y="0"/>
                  </a:moveTo>
                  <a:lnTo>
                    <a:pt x="47940" y="2157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28" name="Output_receptor__5927">
              <a:extLst>
                <a:ext uri="{FF2B5EF4-FFF2-40B4-BE49-F238E27FC236}">
                  <a16:creationId xmlns:a16="http://schemas.microsoft.com/office/drawing/2014/main" id="{BAA88F25-1576-E67F-B532-147BDE222854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377277"/>
              <a:ext cx="7374" cy="71487"/>
            </a:xfrm>
            <a:custGeom>
              <a:avLst/>
              <a:gdLst/>
              <a:ahLst/>
              <a:cxnLst/>
              <a:rect l="0" t="0" r="0" b="0"/>
              <a:pathLst>
                <a:path w="7374" h="71487">
                  <a:moveTo>
                    <a:pt x="0" y="71487"/>
                  </a:moveTo>
                  <a:lnTo>
                    <a:pt x="737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9" name="Output_receptor__5928">
              <a:extLst>
                <a:ext uri="{FF2B5EF4-FFF2-40B4-BE49-F238E27FC236}">
                  <a16:creationId xmlns:a16="http://schemas.microsoft.com/office/drawing/2014/main" id="{636FC1F5-0750-9044-3CEA-293B4F7CEE90}"/>
                </a:ext>
              </a:extLst>
            </p:cNvPr>
            <p:cNvSpPr>
              <a:spLocks noGrp="1"/>
            </p:cNvSpPr>
            <p:nvPr/>
          </p:nvSpPr>
          <p:spPr>
            <a:xfrm>
              <a:off x="16130456" y="2593552"/>
              <a:ext cx="45829" cy="46097"/>
            </a:xfrm>
            <a:custGeom>
              <a:avLst/>
              <a:gdLst/>
              <a:ahLst/>
              <a:cxnLst/>
              <a:rect l="0" t="0" r="0" b="0"/>
              <a:pathLst>
                <a:path w="45829" h="46097">
                  <a:moveTo>
                    <a:pt x="45829" y="4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0" name="Output_receptor__5929">
              <a:extLst>
                <a:ext uri="{FF2B5EF4-FFF2-40B4-BE49-F238E27FC236}">
                  <a16:creationId xmlns:a16="http://schemas.microsoft.com/office/drawing/2014/main" id="{DA038C4D-8128-821F-27A6-77D97EA003E5}"/>
                </a:ext>
              </a:extLst>
            </p:cNvPr>
            <p:cNvSpPr>
              <a:spLocks noGrp="1"/>
            </p:cNvSpPr>
            <p:nvPr/>
          </p:nvSpPr>
          <p:spPr>
            <a:xfrm>
              <a:off x="15564018" y="3265472"/>
              <a:ext cx="70696" cy="391"/>
            </a:xfrm>
            <a:custGeom>
              <a:avLst/>
              <a:gdLst/>
              <a:ahLst/>
              <a:cxnLst/>
              <a:rect l="0" t="0" r="0" b="0"/>
              <a:pathLst>
                <a:path w="70696" h="391">
                  <a:moveTo>
                    <a:pt x="70696" y="0"/>
                  </a:moveTo>
                  <a:lnTo>
                    <a:pt x="0" y="3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1" name="Output_receptor__5930">
              <a:extLst>
                <a:ext uri="{FF2B5EF4-FFF2-40B4-BE49-F238E27FC236}">
                  <a16:creationId xmlns:a16="http://schemas.microsoft.com/office/drawing/2014/main" id="{411DA499-CDEB-8675-2E4B-820E258EB069}"/>
                </a:ext>
              </a:extLst>
            </p:cNvPr>
            <p:cNvSpPr>
              <a:spLocks noGrp="1"/>
            </p:cNvSpPr>
            <p:nvPr/>
          </p:nvSpPr>
          <p:spPr>
            <a:xfrm>
              <a:off x="15730373" y="3154767"/>
              <a:ext cx="69705" cy="17731"/>
            </a:xfrm>
            <a:custGeom>
              <a:avLst/>
              <a:gdLst/>
              <a:ahLst/>
              <a:cxnLst/>
              <a:rect l="0" t="0" r="0" b="0"/>
              <a:pathLst>
                <a:path w="69705" h="17731">
                  <a:moveTo>
                    <a:pt x="69705" y="0"/>
                  </a:moveTo>
                  <a:lnTo>
                    <a:pt x="0" y="1773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2" name="Output_receptor__5931">
              <a:extLst>
                <a:ext uri="{FF2B5EF4-FFF2-40B4-BE49-F238E27FC236}">
                  <a16:creationId xmlns:a16="http://schemas.microsoft.com/office/drawing/2014/main" id="{ED7CD89C-DC3B-EF23-3B2F-ECFBF24857A9}"/>
                </a:ext>
              </a:extLst>
            </p:cNvPr>
            <p:cNvSpPr>
              <a:spLocks noGrp="1"/>
            </p:cNvSpPr>
            <p:nvPr/>
          </p:nvSpPr>
          <p:spPr>
            <a:xfrm>
              <a:off x="15040476" y="3433596"/>
              <a:ext cx="62314" cy="12104"/>
            </a:xfrm>
            <a:custGeom>
              <a:avLst/>
              <a:gdLst/>
              <a:ahLst/>
              <a:cxnLst/>
              <a:rect l="0" t="0" r="0" b="0"/>
              <a:pathLst>
                <a:path w="62314" h="12104">
                  <a:moveTo>
                    <a:pt x="0" y="12104"/>
                  </a:moveTo>
                  <a:lnTo>
                    <a:pt x="6231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3" name="Output_receptor__5932">
              <a:extLst>
                <a:ext uri="{FF2B5EF4-FFF2-40B4-BE49-F238E27FC236}">
                  <a16:creationId xmlns:a16="http://schemas.microsoft.com/office/drawing/2014/main" id="{6EA83CA0-FE0B-D95D-F0E8-CF1ADC4411F3}"/>
                </a:ext>
              </a:extLst>
            </p:cNvPr>
            <p:cNvSpPr>
              <a:spLocks noGrp="1"/>
            </p:cNvSpPr>
            <p:nvPr/>
          </p:nvSpPr>
          <p:spPr>
            <a:xfrm>
              <a:off x="15102790" y="3433596"/>
              <a:ext cx="62544" cy="4878"/>
            </a:xfrm>
            <a:custGeom>
              <a:avLst/>
              <a:gdLst/>
              <a:ahLst/>
              <a:cxnLst/>
              <a:rect l="0" t="0" r="0" b="0"/>
              <a:pathLst>
                <a:path w="62544" h="4878">
                  <a:moveTo>
                    <a:pt x="0" y="0"/>
                  </a:moveTo>
                  <a:lnTo>
                    <a:pt x="62544" y="487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4" name="Output_receptor__5933">
              <a:extLst>
                <a:ext uri="{FF2B5EF4-FFF2-40B4-BE49-F238E27FC236}">
                  <a16:creationId xmlns:a16="http://schemas.microsoft.com/office/drawing/2014/main" id="{CCFFEE30-8924-35F2-D15B-CCEC82D575A1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44623" cy="3025"/>
            </a:xfrm>
            <a:custGeom>
              <a:avLst/>
              <a:gdLst/>
              <a:ahLst/>
              <a:cxnLst/>
              <a:rect l="0" t="0" r="0" b="0"/>
              <a:pathLst>
                <a:path w="44623" h="3025">
                  <a:moveTo>
                    <a:pt x="44623" y="30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5" name="Output_receptor__5934">
              <a:extLst>
                <a:ext uri="{FF2B5EF4-FFF2-40B4-BE49-F238E27FC236}">
                  <a16:creationId xmlns:a16="http://schemas.microsoft.com/office/drawing/2014/main" id="{538D97D3-27F7-AA3E-2455-59EC2644FB98}"/>
                </a:ext>
              </a:extLst>
            </p:cNvPr>
            <p:cNvSpPr>
              <a:spLocks noGrp="1"/>
            </p:cNvSpPr>
            <p:nvPr/>
          </p:nvSpPr>
          <p:spPr>
            <a:xfrm>
              <a:off x="15302911" y="3361292"/>
              <a:ext cx="55460" cy="21367"/>
            </a:xfrm>
            <a:custGeom>
              <a:avLst/>
              <a:gdLst/>
              <a:ahLst/>
              <a:cxnLst/>
              <a:rect l="0" t="0" r="0" b="0"/>
              <a:pathLst>
                <a:path w="55460" h="21367">
                  <a:moveTo>
                    <a:pt x="0" y="0"/>
                  </a:moveTo>
                  <a:lnTo>
                    <a:pt x="55460" y="2136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6" name="Output_receptor__5935">
              <a:extLst>
                <a:ext uri="{FF2B5EF4-FFF2-40B4-BE49-F238E27FC236}">
                  <a16:creationId xmlns:a16="http://schemas.microsoft.com/office/drawing/2014/main" id="{085FB459-85FD-E18D-70FB-999003879F91}"/>
                </a:ext>
              </a:extLst>
            </p:cNvPr>
            <p:cNvSpPr>
              <a:spLocks noGrp="1"/>
            </p:cNvSpPr>
            <p:nvPr/>
          </p:nvSpPr>
          <p:spPr>
            <a:xfrm>
              <a:off x="15886278" y="3029647"/>
              <a:ext cx="18608" cy="60598"/>
            </a:xfrm>
            <a:custGeom>
              <a:avLst/>
              <a:gdLst/>
              <a:ahLst/>
              <a:cxnLst/>
              <a:rect l="0" t="0" r="0" b="0"/>
              <a:pathLst>
                <a:path w="18608" h="60598">
                  <a:moveTo>
                    <a:pt x="18608" y="605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7" name="Output_receptor__5936">
              <a:extLst>
                <a:ext uri="{FF2B5EF4-FFF2-40B4-BE49-F238E27FC236}">
                  <a16:creationId xmlns:a16="http://schemas.microsoft.com/office/drawing/2014/main" id="{0F835E6C-03E8-60B8-3298-0120F469485C}"/>
                </a:ext>
              </a:extLst>
            </p:cNvPr>
            <p:cNvSpPr>
              <a:spLocks noGrp="1"/>
            </p:cNvSpPr>
            <p:nvPr/>
          </p:nvSpPr>
          <p:spPr>
            <a:xfrm>
              <a:off x="15128994" y="3341516"/>
              <a:ext cx="60879" cy="33434"/>
            </a:xfrm>
            <a:custGeom>
              <a:avLst/>
              <a:gdLst/>
              <a:ahLst/>
              <a:cxnLst/>
              <a:rect l="0" t="0" r="0" b="0"/>
              <a:pathLst>
                <a:path w="60879" h="33434">
                  <a:moveTo>
                    <a:pt x="60879" y="33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8" name="Output_receptor__5937">
              <a:extLst>
                <a:ext uri="{FF2B5EF4-FFF2-40B4-BE49-F238E27FC236}">
                  <a16:creationId xmlns:a16="http://schemas.microsoft.com/office/drawing/2014/main" id="{5A82C31D-82C8-5AD2-79E6-8FC8BDED7010}"/>
                </a:ext>
              </a:extLst>
            </p:cNvPr>
            <p:cNvSpPr>
              <a:spLocks noGrp="1"/>
            </p:cNvSpPr>
            <p:nvPr/>
          </p:nvSpPr>
          <p:spPr>
            <a:xfrm>
              <a:off x="15775804" y="3036386"/>
              <a:ext cx="38876" cy="32700"/>
            </a:xfrm>
            <a:custGeom>
              <a:avLst/>
              <a:gdLst/>
              <a:ahLst/>
              <a:cxnLst/>
              <a:rect l="0" t="0" r="0" b="0"/>
              <a:pathLst>
                <a:path w="38876" h="32700">
                  <a:moveTo>
                    <a:pt x="38876" y="0"/>
                  </a:moveTo>
                  <a:lnTo>
                    <a:pt x="0" y="3270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9" name="Output_receptor__5938">
              <a:extLst>
                <a:ext uri="{FF2B5EF4-FFF2-40B4-BE49-F238E27FC236}">
                  <a16:creationId xmlns:a16="http://schemas.microsoft.com/office/drawing/2014/main" id="{FF7B75F9-7CC0-D5A7-6764-324FBDF1F080}"/>
                </a:ext>
              </a:extLst>
            </p:cNvPr>
            <p:cNvSpPr>
              <a:spLocks noGrp="1"/>
            </p:cNvSpPr>
            <p:nvPr/>
          </p:nvSpPr>
          <p:spPr>
            <a:xfrm>
              <a:off x="15165334" y="3374951"/>
              <a:ext cx="24539" cy="63523"/>
            </a:xfrm>
            <a:custGeom>
              <a:avLst/>
              <a:gdLst/>
              <a:ahLst/>
              <a:cxnLst/>
              <a:rect l="0" t="0" r="0" b="0"/>
              <a:pathLst>
                <a:path w="24539" h="63523">
                  <a:moveTo>
                    <a:pt x="0" y="63523"/>
                  </a:moveTo>
                  <a:lnTo>
                    <a:pt x="2453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0" name="Output_receptor__5939">
              <a:extLst>
                <a:ext uri="{FF2B5EF4-FFF2-40B4-BE49-F238E27FC236}">
                  <a16:creationId xmlns:a16="http://schemas.microsoft.com/office/drawing/2014/main" id="{E8CF0E2A-6B15-8459-34BA-B7D2543B76D7}"/>
                </a:ext>
              </a:extLst>
            </p:cNvPr>
            <p:cNvSpPr>
              <a:spLocks noGrp="1"/>
            </p:cNvSpPr>
            <p:nvPr/>
          </p:nvSpPr>
          <p:spPr>
            <a:xfrm>
              <a:off x="15978261" y="2727417"/>
              <a:ext cx="57225" cy="4093"/>
            </a:xfrm>
            <a:custGeom>
              <a:avLst/>
              <a:gdLst/>
              <a:ahLst/>
              <a:cxnLst/>
              <a:rect l="0" t="0" r="0" b="0"/>
              <a:pathLst>
                <a:path w="57225" h="4093">
                  <a:moveTo>
                    <a:pt x="57225" y="0"/>
                  </a:moveTo>
                  <a:lnTo>
                    <a:pt x="0" y="409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1" name="Output_receptor__5940">
              <a:extLst>
                <a:ext uri="{FF2B5EF4-FFF2-40B4-BE49-F238E27FC236}">
                  <a16:creationId xmlns:a16="http://schemas.microsoft.com/office/drawing/2014/main" id="{5192D9BA-EFE9-F564-4A4F-3354F36C8A81}"/>
                </a:ext>
              </a:extLst>
            </p:cNvPr>
            <p:cNvSpPr>
              <a:spLocks noGrp="1"/>
            </p:cNvSpPr>
            <p:nvPr/>
          </p:nvSpPr>
          <p:spPr>
            <a:xfrm>
              <a:off x="15215854" y="2832149"/>
              <a:ext cx="59520" cy="23949"/>
            </a:xfrm>
            <a:custGeom>
              <a:avLst/>
              <a:gdLst/>
              <a:ahLst/>
              <a:cxnLst/>
              <a:rect l="0" t="0" r="0" b="0"/>
              <a:pathLst>
                <a:path w="59520" h="23949">
                  <a:moveTo>
                    <a:pt x="0" y="0"/>
                  </a:moveTo>
                  <a:lnTo>
                    <a:pt x="59520" y="2394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2" name="Output_receptor__5941">
              <a:extLst>
                <a:ext uri="{FF2B5EF4-FFF2-40B4-BE49-F238E27FC236}">
                  <a16:creationId xmlns:a16="http://schemas.microsoft.com/office/drawing/2014/main" id="{F3833934-D52C-6340-93C2-2E246BCE90ED}"/>
                </a:ext>
              </a:extLst>
            </p:cNvPr>
            <p:cNvSpPr>
              <a:spLocks noGrp="1"/>
            </p:cNvSpPr>
            <p:nvPr/>
          </p:nvSpPr>
          <p:spPr>
            <a:xfrm>
              <a:off x="15195175" y="3093513"/>
              <a:ext cx="54985" cy="8093"/>
            </a:xfrm>
            <a:custGeom>
              <a:avLst/>
              <a:gdLst/>
              <a:ahLst/>
              <a:cxnLst/>
              <a:rect l="0" t="0" r="0" b="0"/>
              <a:pathLst>
                <a:path w="54985" h="8093">
                  <a:moveTo>
                    <a:pt x="0" y="8093"/>
                  </a:moveTo>
                  <a:lnTo>
                    <a:pt x="5498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3" name="Output_receptor__5942">
              <a:extLst>
                <a:ext uri="{FF2B5EF4-FFF2-40B4-BE49-F238E27FC236}">
                  <a16:creationId xmlns:a16="http://schemas.microsoft.com/office/drawing/2014/main" id="{DDD91CEB-8BE6-853C-EC4A-8E784CBB6D4B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732012"/>
              <a:ext cx="37959" cy="60645"/>
            </a:xfrm>
            <a:custGeom>
              <a:avLst/>
              <a:gdLst/>
              <a:ahLst/>
              <a:cxnLst/>
              <a:rect l="0" t="0" r="0" b="0"/>
              <a:pathLst>
                <a:path w="37959" h="60645">
                  <a:moveTo>
                    <a:pt x="37959" y="60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4" name="Output_receptor__5943">
              <a:extLst>
                <a:ext uri="{FF2B5EF4-FFF2-40B4-BE49-F238E27FC236}">
                  <a16:creationId xmlns:a16="http://schemas.microsoft.com/office/drawing/2014/main" id="{9C7BD5B3-31A2-E0BE-2F1A-AD4A2697F0E2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792657"/>
              <a:ext cx="50471" cy="51298"/>
            </a:xfrm>
            <a:custGeom>
              <a:avLst/>
              <a:gdLst/>
              <a:ahLst/>
              <a:cxnLst/>
              <a:rect l="0" t="0" r="0" b="0"/>
              <a:pathLst>
                <a:path w="50471" h="51298">
                  <a:moveTo>
                    <a:pt x="0" y="51298"/>
                  </a:moveTo>
                  <a:lnTo>
                    <a:pt x="5047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5" name="Output_receptor__5944">
              <a:extLst>
                <a:ext uri="{FF2B5EF4-FFF2-40B4-BE49-F238E27FC236}">
                  <a16:creationId xmlns:a16="http://schemas.microsoft.com/office/drawing/2014/main" id="{53C6399A-89CA-7895-937A-AAD6F1275512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68013"/>
              <a:ext cx="18771" cy="38864"/>
            </a:xfrm>
            <a:custGeom>
              <a:avLst/>
              <a:gdLst/>
              <a:ahLst/>
              <a:cxnLst/>
              <a:rect l="0" t="0" r="0" b="0"/>
              <a:pathLst>
                <a:path w="18771" h="38864">
                  <a:moveTo>
                    <a:pt x="18771" y="0"/>
                  </a:moveTo>
                  <a:lnTo>
                    <a:pt x="0" y="38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6" name="Output_receptor__5945">
              <a:extLst>
                <a:ext uri="{FF2B5EF4-FFF2-40B4-BE49-F238E27FC236}">
                  <a16:creationId xmlns:a16="http://schemas.microsoft.com/office/drawing/2014/main" id="{94E0AA37-6130-0806-2397-69AC2643B5C8}"/>
                </a:ext>
              </a:extLst>
            </p:cNvPr>
            <p:cNvSpPr>
              <a:spLocks noGrp="1"/>
            </p:cNvSpPr>
            <p:nvPr/>
          </p:nvSpPr>
          <p:spPr>
            <a:xfrm>
              <a:off x="15013348" y="3103293"/>
              <a:ext cx="59061" cy="41401"/>
            </a:xfrm>
            <a:custGeom>
              <a:avLst/>
              <a:gdLst/>
              <a:ahLst/>
              <a:cxnLst/>
              <a:rect l="0" t="0" r="0" b="0"/>
              <a:pathLst>
                <a:path w="59061" h="41401">
                  <a:moveTo>
                    <a:pt x="0" y="41401"/>
                  </a:moveTo>
                  <a:lnTo>
                    <a:pt x="5906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7" name="Output_receptor__5946">
              <a:extLst>
                <a:ext uri="{FF2B5EF4-FFF2-40B4-BE49-F238E27FC236}">
                  <a16:creationId xmlns:a16="http://schemas.microsoft.com/office/drawing/2014/main" id="{EBCC164A-0763-DB37-5C2B-E5D03DED5DC4}"/>
                </a:ext>
              </a:extLst>
            </p:cNvPr>
            <p:cNvSpPr>
              <a:spLocks noGrp="1"/>
            </p:cNvSpPr>
            <p:nvPr/>
          </p:nvSpPr>
          <p:spPr>
            <a:xfrm>
              <a:off x="14946141" y="3118831"/>
              <a:ext cx="67207" cy="25862"/>
            </a:xfrm>
            <a:custGeom>
              <a:avLst/>
              <a:gdLst/>
              <a:ahLst/>
              <a:cxnLst/>
              <a:rect l="0" t="0" r="0" b="0"/>
              <a:pathLst>
                <a:path w="67207" h="25862">
                  <a:moveTo>
                    <a:pt x="0" y="0"/>
                  </a:moveTo>
                  <a:lnTo>
                    <a:pt x="67207" y="258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8" name="Output_receptor__5947">
              <a:extLst>
                <a:ext uri="{FF2B5EF4-FFF2-40B4-BE49-F238E27FC236}">
                  <a16:creationId xmlns:a16="http://schemas.microsoft.com/office/drawing/2014/main" id="{5F6B8136-CBA9-15C2-18AF-9C3752287FDB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815524"/>
              <a:ext cx="71175" cy="534"/>
            </a:xfrm>
            <a:custGeom>
              <a:avLst/>
              <a:gdLst/>
              <a:ahLst/>
              <a:cxnLst/>
              <a:rect l="0" t="0" r="0" b="0"/>
              <a:pathLst>
                <a:path w="71175" h="534">
                  <a:moveTo>
                    <a:pt x="0" y="534"/>
                  </a:moveTo>
                  <a:lnTo>
                    <a:pt x="7117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9" name="Output_receptor__5948">
              <a:extLst>
                <a:ext uri="{FF2B5EF4-FFF2-40B4-BE49-F238E27FC236}">
                  <a16:creationId xmlns:a16="http://schemas.microsoft.com/office/drawing/2014/main" id="{17BD2ABE-00E1-E451-2A53-B58CAAD43EA3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96896"/>
              <a:ext cx="32000" cy="64396"/>
            </a:xfrm>
            <a:custGeom>
              <a:avLst/>
              <a:gdLst/>
              <a:ahLst/>
              <a:cxnLst/>
              <a:rect l="0" t="0" r="0" b="0"/>
              <a:pathLst>
                <a:path w="32000" h="64396">
                  <a:moveTo>
                    <a:pt x="0" y="0"/>
                  </a:moveTo>
                  <a:lnTo>
                    <a:pt x="32000" y="643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0" name="Output_receptor__5949">
              <a:extLst>
                <a:ext uri="{FF2B5EF4-FFF2-40B4-BE49-F238E27FC236}">
                  <a16:creationId xmlns:a16="http://schemas.microsoft.com/office/drawing/2014/main" id="{B680FF0C-6AF6-B4FF-438C-58D0CA7F1301}"/>
                </a:ext>
              </a:extLst>
            </p:cNvPr>
            <p:cNvSpPr>
              <a:spLocks noGrp="1"/>
            </p:cNvSpPr>
            <p:nvPr/>
          </p:nvSpPr>
          <p:spPr>
            <a:xfrm>
              <a:off x="15020827" y="3376056"/>
              <a:ext cx="19650" cy="69643"/>
            </a:xfrm>
            <a:custGeom>
              <a:avLst/>
              <a:gdLst/>
              <a:ahLst/>
              <a:cxnLst/>
              <a:rect l="0" t="0" r="0" b="0"/>
              <a:pathLst>
                <a:path w="19650" h="69643">
                  <a:moveTo>
                    <a:pt x="0" y="0"/>
                  </a:moveTo>
                  <a:lnTo>
                    <a:pt x="19650" y="696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1" name="Output_receptor__5950">
              <a:extLst>
                <a:ext uri="{FF2B5EF4-FFF2-40B4-BE49-F238E27FC236}">
                  <a16:creationId xmlns:a16="http://schemas.microsoft.com/office/drawing/2014/main" id="{47FE9EF6-1534-F30F-CCB8-5F9B587C73DC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24075"/>
              <a:ext cx="23137" cy="21864"/>
            </a:xfrm>
            <a:custGeom>
              <a:avLst/>
              <a:gdLst/>
              <a:ahLst/>
              <a:cxnLst/>
              <a:rect l="0" t="0" r="0" b="0"/>
              <a:pathLst>
                <a:path w="23137" h="21864">
                  <a:moveTo>
                    <a:pt x="23137" y="0"/>
                  </a:moveTo>
                  <a:lnTo>
                    <a:pt x="0" y="21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2" name="Output_receptor__5951">
              <a:extLst>
                <a:ext uri="{FF2B5EF4-FFF2-40B4-BE49-F238E27FC236}">
                  <a16:creationId xmlns:a16="http://schemas.microsoft.com/office/drawing/2014/main" id="{3C3DE68E-64A1-68F9-784A-CF6490477AFD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8679"/>
              <a:ext cx="32827" cy="14964"/>
            </a:xfrm>
            <a:custGeom>
              <a:avLst/>
              <a:gdLst/>
              <a:ahLst/>
              <a:cxnLst/>
              <a:rect l="0" t="0" r="0" b="0"/>
              <a:pathLst>
                <a:path w="32827" h="14964">
                  <a:moveTo>
                    <a:pt x="0" y="14964"/>
                  </a:moveTo>
                  <a:lnTo>
                    <a:pt x="32827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3" name="Output_receptor__5952">
              <a:extLst>
                <a:ext uri="{FF2B5EF4-FFF2-40B4-BE49-F238E27FC236}">
                  <a16:creationId xmlns:a16="http://schemas.microsoft.com/office/drawing/2014/main" id="{6FBFBD61-DBC4-0D33-8964-603185B7CAF2}"/>
                </a:ext>
              </a:extLst>
            </p:cNvPr>
            <p:cNvSpPr>
              <a:spLocks noGrp="1"/>
            </p:cNvSpPr>
            <p:nvPr/>
          </p:nvSpPr>
          <p:spPr>
            <a:xfrm>
              <a:off x="15275374" y="2810528"/>
              <a:ext cx="56391" cy="45571"/>
            </a:xfrm>
            <a:custGeom>
              <a:avLst/>
              <a:gdLst/>
              <a:ahLst/>
              <a:cxnLst/>
              <a:rect l="0" t="0" r="0" b="0"/>
              <a:pathLst>
                <a:path w="56391" h="45571">
                  <a:moveTo>
                    <a:pt x="0" y="45571"/>
                  </a:moveTo>
                  <a:lnTo>
                    <a:pt x="5639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4" name="Output_receptor__5953">
              <a:extLst>
                <a:ext uri="{FF2B5EF4-FFF2-40B4-BE49-F238E27FC236}">
                  <a16:creationId xmlns:a16="http://schemas.microsoft.com/office/drawing/2014/main" id="{11777555-AF09-6B55-3AA7-B346CF713DF2}"/>
                </a:ext>
              </a:extLst>
            </p:cNvPr>
            <p:cNvSpPr>
              <a:spLocks noGrp="1"/>
            </p:cNvSpPr>
            <p:nvPr/>
          </p:nvSpPr>
          <p:spPr>
            <a:xfrm>
              <a:off x="15787981" y="2952352"/>
              <a:ext cx="69671" cy="1407"/>
            </a:xfrm>
            <a:custGeom>
              <a:avLst/>
              <a:gdLst/>
              <a:ahLst/>
              <a:cxnLst/>
              <a:rect l="0" t="0" r="0" b="0"/>
              <a:pathLst>
                <a:path w="69671" h="1407">
                  <a:moveTo>
                    <a:pt x="69671" y="1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5" name="Output_receptor__5954">
              <a:extLst>
                <a:ext uri="{FF2B5EF4-FFF2-40B4-BE49-F238E27FC236}">
                  <a16:creationId xmlns:a16="http://schemas.microsoft.com/office/drawing/2014/main" id="{5387B87D-EA69-AD31-5F0D-2E786B28CD89}"/>
                </a:ext>
              </a:extLst>
            </p:cNvPr>
            <p:cNvSpPr>
              <a:spLocks noGrp="1"/>
            </p:cNvSpPr>
            <p:nvPr/>
          </p:nvSpPr>
          <p:spPr>
            <a:xfrm>
              <a:off x="15706681" y="3069085"/>
              <a:ext cx="69122" cy="15562"/>
            </a:xfrm>
            <a:custGeom>
              <a:avLst/>
              <a:gdLst/>
              <a:ahLst/>
              <a:cxnLst/>
              <a:rect l="0" t="0" r="0" b="0"/>
              <a:pathLst>
                <a:path w="69122" h="15562">
                  <a:moveTo>
                    <a:pt x="69122" y="0"/>
                  </a:moveTo>
                  <a:lnTo>
                    <a:pt x="0" y="155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6" name="Output_receptor__5955">
              <a:extLst>
                <a:ext uri="{FF2B5EF4-FFF2-40B4-BE49-F238E27FC236}">
                  <a16:creationId xmlns:a16="http://schemas.microsoft.com/office/drawing/2014/main" id="{9A03F012-698F-0149-EBD6-1C78D0D2CE2F}"/>
                </a:ext>
              </a:extLst>
            </p:cNvPr>
            <p:cNvSpPr>
              <a:spLocks noGrp="1"/>
            </p:cNvSpPr>
            <p:nvPr/>
          </p:nvSpPr>
          <p:spPr>
            <a:xfrm>
              <a:off x="15857652" y="2889685"/>
              <a:ext cx="30348" cy="64074"/>
            </a:xfrm>
            <a:custGeom>
              <a:avLst/>
              <a:gdLst/>
              <a:ahLst/>
              <a:cxnLst/>
              <a:rect l="0" t="0" r="0" b="0"/>
              <a:pathLst>
                <a:path w="30348" h="64074">
                  <a:moveTo>
                    <a:pt x="30348" y="0"/>
                  </a:moveTo>
                  <a:lnTo>
                    <a:pt x="0" y="6407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7" name="Output_receptor__5956">
              <a:extLst>
                <a:ext uri="{FF2B5EF4-FFF2-40B4-BE49-F238E27FC236}">
                  <a16:creationId xmlns:a16="http://schemas.microsoft.com/office/drawing/2014/main" id="{B524588C-13DF-4E88-F455-20B33FB494E7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448763"/>
              <a:ext cx="49941" cy="1425"/>
            </a:xfrm>
            <a:custGeom>
              <a:avLst/>
              <a:gdLst/>
              <a:ahLst/>
              <a:cxnLst/>
              <a:rect l="0" t="0" r="0" b="0"/>
              <a:pathLst>
                <a:path w="49941" h="1425">
                  <a:moveTo>
                    <a:pt x="49941" y="1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8" name="Output_receptor__5957">
              <a:extLst>
                <a:ext uri="{FF2B5EF4-FFF2-40B4-BE49-F238E27FC236}">
                  <a16:creationId xmlns:a16="http://schemas.microsoft.com/office/drawing/2014/main" id="{F4175613-9697-FBFC-F420-B73D1E296C36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672781"/>
              <a:ext cx="8403" cy="59231"/>
            </a:xfrm>
            <a:custGeom>
              <a:avLst/>
              <a:gdLst/>
              <a:ahLst/>
              <a:cxnLst/>
              <a:rect l="0" t="0" r="0" b="0"/>
              <a:pathLst>
                <a:path w="8403" h="59231">
                  <a:moveTo>
                    <a:pt x="0" y="59231"/>
                  </a:moveTo>
                  <a:lnTo>
                    <a:pt x="8403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9" name="Output_receptor__5958">
              <a:extLst>
                <a:ext uri="{FF2B5EF4-FFF2-40B4-BE49-F238E27FC236}">
                  <a16:creationId xmlns:a16="http://schemas.microsoft.com/office/drawing/2014/main" id="{E116EB6B-D1A6-0B16-E24D-EA155927E526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53080"/>
              <a:ext cx="8735" cy="3804"/>
            </a:xfrm>
            <a:custGeom>
              <a:avLst/>
              <a:gdLst/>
              <a:ahLst/>
              <a:cxnLst/>
              <a:rect l="0" t="0" r="0" b="0"/>
              <a:pathLst>
                <a:path w="8735" h="3804">
                  <a:moveTo>
                    <a:pt x="0" y="0"/>
                  </a:moveTo>
                  <a:lnTo>
                    <a:pt x="8735" y="3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0" name="Output_receptor__5959">
              <a:extLst>
                <a:ext uri="{FF2B5EF4-FFF2-40B4-BE49-F238E27FC236}">
                  <a16:creationId xmlns:a16="http://schemas.microsoft.com/office/drawing/2014/main" id="{5F09E38B-C955-4111-D4C3-4A8EC38E975B}"/>
                </a:ext>
              </a:extLst>
            </p:cNvPr>
            <p:cNvSpPr>
              <a:spLocks noGrp="1"/>
            </p:cNvSpPr>
            <p:nvPr/>
          </p:nvSpPr>
          <p:spPr>
            <a:xfrm>
              <a:off x="15764166" y="3259537"/>
              <a:ext cx="11956" cy="13703"/>
            </a:xfrm>
            <a:custGeom>
              <a:avLst/>
              <a:gdLst/>
              <a:ahLst/>
              <a:cxnLst/>
              <a:rect l="0" t="0" r="0" b="0"/>
              <a:pathLst>
                <a:path w="11956" h="13703">
                  <a:moveTo>
                    <a:pt x="11956" y="0"/>
                  </a:moveTo>
                  <a:lnTo>
                    <a:pt x="0" y="137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1" name="Output_receptor__5960">
              <a:extLst>
                <a:ext uri="{FF2B5EF4-FFF2-40B4-BE49-F238E27FC236}">
                  <a16:creationId xmlns:a16="http://schemas.microsoft.com/office/drawing/2014/main" id="{901F009E-76EE-57BC-BC16-7F5487ADE654}"/>
                </a:ext>
              </a:extLst>
            </p:cNvPr>
            <p:cNvSpPr>
              <a:spLocks noGrp="1"/>
            </p:cNvSpPr>
            <p:nvPr/>
          </p:nvSpPr>
          <p:spPr>
            <a:xfrm>
              <a:off x="15247889" y="3190152"/>
              <a:ext cx="56457" cy="13051"/>
            </a:xfrm>
            <a:custGeom>
              <a:avLst/>
              <a:gdLst/>
              <a:ahLst/>
              <a:cxnLst/>
              <a:rect l="0" t="0" r="0" b="0"/>
              <a:pathLst>
                <a:path w="56457" h="13051">
                  <a:moveTo>
                    <a:pt x="0" y="0"/>
                  </a:moveTo>
                  <a:lnTo>
                    <a:pt x="56457" y="1305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2" name="Output_receptor__5961">
              <a:extLst>
                <a:ext uri="{FF2B5EF4-FFF2-40B4-BE49-F238E27FC236}">
                  <a16:creationId xmlns:a16="http://schemas.microsoft.com/office/drawing/2014/main" id="{6C6FBD15-F9B3-4BAA-72E8-B6ADC9DE0CD2}"/>
                </a:ext>
              </a:extLst>
            </p:cNvPr>
            <p:cNvSpPr>
              <a:spLocks noGrp="1"/>
            </p:cNvSpPr>
            <p:nvPr/>
          </p:nvSpPr>
          <p:spPr>
            <a:xfrm>
              <a:off x="14891529" y="3118831"/>
              <a:ext cx="54612" cy="31989"/>
            </a:xfrm>
            <a:custGeom>
              <a:avLst/>
              <a:gdLst/>
              <a:ahLst/>
              <a:cxnLst/>
              <a:rect l="0" t="0" r="0" b="0"/>
              <a:pathLst>
                <a:path w="54612" h="31989">
                  <a:moveTo>
                    <a:pt x="0" y="31989"/>
                  </a:moveTo>
                  <a:lnTo>
                    <a:pt x="5461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3" name="Output_receptor__5962">
              <a:extLst>
                <a:ext uri="{FF2B5EF4-FFF2-40B4-BE49-F238E27FC236}">
                  <a16:creationId xmlns:a16="http://schemas.microsoft.com/office/drawing/2014/main" id="{A0A266EF-37C9-35E6-91B1-CC1E1952A6EE}"/>
                </a:ext>
              </a:extLst>
            </p:cNvPr>
            <p:cNvSpPr>
              <a:spLocks noGrp="1"/>
            </p:cNvSpPr>
            <p:nvPr/>
          </p:nvSpPr>
          <p:spPr>
            <a:xfrm>
              <a:off x="15741739" y="2952352"/>
              <a:ext cx="46242" cy="38115"/>
            </a:xfrm>
            <a:custGeom>
              <a:avLst/>
              <a:gdLst/>
              <a:ahLst/>
              <a:cxnLst/>
              <a:rect l="0" t="0" r="0" b="0"/>
              <a:pathLst>
                <a:path w="46242" h="38115">
                  <a:moveTo>
                    <a:pt x="46242" y="0"/>
                  </a:moveTo>
                  <a:lnTo>
                    <a:pt x="0" y="3811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4" name="Output_receptor__5963">
              <a:extLst>
                <a:ext uri="{FF2B5EF4-FFF2-40B4-BE49-F238E27FC236}">
                  <a16:creationId xmlns:a16="http://schemas.microsoft.com/office/drawing/2014/main" id="{0994064B-C5DB-F824-8F36-9D8708731B22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27198"/>
              <a:ext cx="41402" cy="58417"/>
            </a:xfrm>
            <a:custGeom>
              <a:avLst/>
              <a:gdLst/>
              <a:ahLst/>
              <a:cxnLst/>
              <a:rect l="0" t="0" r="0" b="0"/>
              <a:pathLst>
                <a:path w="41402" h="58417">
                  <a:moveTo>
                    <a:pt x="0" y="58417"/>
                  </a:moveTo>
                  <a:lnTo>
                    <a:pt x="4140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5" name="Output_receptor__5964">
              <a:extLst>
                <a:ext uri="{FF2B5EF4-FFF2-40B4-BE49-F238E27FC236}">
                  <a16:creationId xmlns:a16="http://schemas.microsoft.com/office/drawing/2014/main" id="{F366DC08-EB6E-7D5C-493F-65FD5ABF39DA}"/>
                </a:ext>
              </a:extLst>
            </p:cNvPr>
            <p:cNvSpPr>
              <a:spLocks noGrp="1"/>
            </p:cNvSpPr>
            <p:nvPr/>
          </p:nvSpPr>
          <p:spPr>
            <a:xfrm>
              <a:off x="15709238" y="3172499"/>
              <a:ext cx="21135" cy="16298"/>
            </a:xfrm>
            <a:custGeom>
              <a:avLst/>
              <a:gdLst/>
              <a:ahLst/>
              <a:cxnLst/>
              <a:rect l="0" t="0" r="0" b="0"/>
              <a:pathLst>
                <a:path w="21135" h="16298">
                  <a:moveTo>
                    <a:pt x="21135" y="0"/>
                  </a:moveTo>
                  <a:lnTo>
                    <a:pt x="0" y="1629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6" name="Output_receptor__5965">
              <a:extLst>
                <a:ext uri="{FF2B5EF4-FFF2-40B4-BE49-F238E27FC236}">
                  <a16:creationId xmlns:a16="http://schemas.microsoft.com/office/drawing/2014/main" id="{274698E6-B6B5-CBE5-BEBC-FC89A0635568}"/>
                </a:ext>
              </a:extLst>
            </p:cNvPr>
            <p:cNvSpPr>
              <a:spLocks noGrp="1"/>
            </p:cNvSpPr>
            <p:nvPr/>
          </p:nvSpPr>
          <p:spPr>
            <a:xfrm>
              <a:off x="15202463" y="3178568"/>
              <a:ext cx="45425" cy="11584"/>
            </a:xfrm>
            <a:custGeom>
              <a:avLst/>
              <a:gdLst/>
              <a:ahLst/>
              <a:cxnLst/>
              <a:rect l="0" t="0" r="0" b="0"/>
              <a:pathLst>
                <a:path w="45425" h="11584">
                  <a:moveTo>
                    <a:pt x="0" y="0"/>
                  </a:moveTo>
                  <a:lnTo>
                    <a:pt x="45425" y="1158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7" name="Output_receptor__5966">
              <a:extLst>
                <a:ext uri="{FF2B5EF4-FFF2-40B4-BE49-F238E27FC236}">
                  <a16:creationId xmlns:a16="http://schemas.microsoft.com/office/drawing/2014/main" id="{64AEB732-5A01-C478-5742-577F77A0B7B7}"/>
                </a:ext>
              </a:extLst>
            </p:cNvPr>
            <p:cNvSpPr>
              <a:spLocks noGrp="1"/>
            </p:cNvSpPr>
            <p:nvPr/>
          </p:nvSpPr>
          <p:spPr>
            <a:xfrm>
              <a:off x="15634714" y="3230135"/>
              <a:ext cx="15798" cy="35337"/>
            </a:xfrm>
            <a:custGeom>
              <a:avLst/>
              <a:gdLst/>
              <a:ahLst/>
              <a:cxnLst/>
              <a:rect l="0" t="0" r="0" b="0"/>
              <a:pathLst>
                <a:path w="15798" h="35337">
                  <a:moveTo>
                    <a:pt x="15798" y="0"/>
                  </a:moveTo>
                  <a:lnTo>
                    <a:pt x="0" y="353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8" name="Output_receptor__5967">
              <a:extLst>
                <a:ext uri="{FF2B5EF4-FFF2-40B4-BE49-F238E27FC236}">
                  <a16:creationId xmlns:a16="http://schemas.microsoft.com/office/drawing/2014/main" id="{67043A5F-EA78-0390-D27A-2E7AE66D0FC2}"/>
                </a:ext>
              </a:extLst>
            </p:cNvPr>
            <p:cNvSpPr>
              <a:spLocks noGrp="1"/>
            </p:cNvSpPr>
            <p:nvPr/>
          </p:nvSpPr>
          <p:spPr>
            <a:xfrm>
              <a:off x="15904887" y="3090244"/>
              <a:ext cx="59568" cy="18305"/>
            </a:xfrm>
            <a:custGeom>
              <a:avLst/>
              <a:gdLst/>
              <a:ahLst/>
              <a:cxnLst/>
              <a:rect l="0" t="0" r="0" b="0"/>
              <a:pathLst>
                <a:path w="59568" h="18305">
                  <a:moveTo>
                    <a:pt x="59568" y="183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9" name="Output_receptor__5968">
              <a:extLst>
                <a:ext uri="{FF2B5EF4-FFF2-40B4-BE49-F238E27FC236}">
                  <a16:creationId xmlns:a16="http://schemas.microsoft.com/office/drawing/2014/main" id="{8D7A2C4E-09ED-010D-F643-B6BE781B8DA1}"/>
                </a:ext>
              </a:extLst>
            </p:cNvPr>
            <p:cNvSpPr>
              <a:spLocks noGrp="1"/>
            </p:cNvSpPr>
            <p:nvPr/>
          </p:nvSpPr>
          <p:spPr>
            <a:xfrm>
              <a:off x="16173514" y="2427198"/>
              <a:ext cx="59629" cy="40815"/>
            </a:xfrm>
            <a:custGeom>
              <a:avLst/>
              <a:gdLst/>
              <a:ahLst/>
              <a:cxnLst/>
              <a:rect l="0" t="0" r="0" b="0"/>
              <a:pathLst>
                <a:path w="59629" h="40815">
                  <a:moveTo>
                    <a:pt x="0" y="0"/>
                  </a:moveTo>
                  <a:lnTo>
                    <a:pt x="59629" y="4081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0" name="Output_receptor__5969">
              <a:extLst>
                <a:ext uri="{FF2B5EF4-FFF2-40B4-BE49-F238E27FC236}">
                  <a16:creationId xmlns:a16="http://schemas.microsoft.com/office/drawing/2014/main" id="{218E2EBA-0C4A-D020-F54A-5FA46DB6A5F5}"/>
                </a:ext>
              </a:extLst>
            </p:cNvPr>
            <p:cNvSpPr>
              <a:spLocks noGrp="1"/>
            </p:cNvSpPr>
            <p:nvPr/>
          </p:nvSpPr>
          <p:spPr>
            <a:xfrm>
              <a:off x="15468304" y="2924075"/>
              <a:ext cx="68006" cy="3480"/>
            </a:xfrm>
            <a:custGeom>
              <a:avLst/>
              <a:gdLst/>
              <a:ahLst/>
              <a:cxnLst/>
              <a:rect l="0" t="0" r="0" b="0"/>
              <a:pathLst>
                <a:path w="68006" h="3480">
                  <a:moveTo>
                    <a:pt x="68006" y="34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1" name="Output_receptor__5970">
              <a:extLst>
                <a:ext uri="{FF2B5EF4-FFF2-40B4-BE49-F238E27FC236}">
                  <a16:creationId xmlns:a16="http://schemas.microsoft.com/office/drawing/2014/main" id="{ADE76ADF-624F-B95E-A98D-8EAE78A67A22}"/>
                </a:ext>
              </a:extLst>
            </p:cNvPr>
            <p:cNvSpPr>
              <a:spLocks noGrp="1"/>
            </p:cNvSpPr>
            <p:nvPr/>
          </p:nvSpPr>
          <p:spPr>
            <a:xfrm>
              <a:off x="15674807" y="2990467"/>
              <a:ext cx="66933" cy="10052"/>
            </a:xfrm>
            <a:custGeom>
              <a:avLst/>
              <a:gdLst/>
              <a:ahLst/>
              <a:cxnLst/>
              <a:rect l="0" t="0" r="0" b="0"/>
              <a:pathLst>
                <a:path w="66933" h="10052">
                  <a:moveTo>
                    <a:pt x="66933" y="0"/>
                  </a:moveTo>
                  <a:lnTo>
                    <a:pt x="0" y="1005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2" name="Output_receptor__5971">
              <a:extLst>
                <a:ext uri="{FF2B5EF4-FFF2-40B4-BE49-F238E27FC236}">
                  <a16:creationId xmlns:a16="http://schemas.microsoft.com/office/drawing/2014/main" id="{3A654494-2BB7-A052-9C44-8DED133649AD}"/>
                </a:ext>
              </a:extLst>
            </p:cNvPr>
            <p:cNvSpPr>
              <a:spLocks noGrp="1"/>
            </p:cNvSpPr>
            <p:nvPr/>
          </p:nvSpPr>
          <p:spPr>
            <a:xfrm>
              <a:off x="15205192" y="2988373"/>
              <a:ext cx="43491" cy="13239"/>
            </a:xfrm>
            <a:custGeom>
              <a:avLst/>
              <a:gdLst/>
              <a:ahLst/>
              <a:cxnLst/>
              <a:rect l="0" t="0" r="0" b="0"/>
              <a:pathLst>
                <a:path w="43491" h="13239">
                  <a:moveTo>
                    <a:pt x="43491" y="0"/>
                  </a:moveTo>
                  <a:lnTo>
                    <a:pt x="0" y="1323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3" name="Output_receptor__5972">
              <a:extLst>
                <a:ext uri="{FF2B5EF4-FFF2-40B4-BE49-F238E27FC236}">
                  <a16:creationId xmlns:a16="http://schemas.microsoft.com/office/drawing/2014/main" id="{36466DCE-D05E-5EC7-438D-0E095C53CBE1}"/>
                </a:ext>
              </a:extLst>
            </p:cNvPr>
            <p:cNvSpPr>
              <a:spLocks noGrp="1"/>
            </p:cNvSpPr>
            <p:nvPr/>
          </p:nvSpPr>
          <p:spPr>
            <a:xfrm>
              <a:off x="15666531" y="3084647"/>
              <a:ext cx="40150" cy="26120"/>
            </a:xfrm>
            <a:custGeom>
              <a:avLst/>
              <a:gdLst/>
              <a:ahLst/>
              <a:cxnLst/>
              <a:rect l="0" t="0" r="0" b="0"/>
              <a:pathLst>
                <a:path w="40150" h="26120">
                  <a:moveTo>
                    <a:pt x="40150" y="0"/>
                  </a:moveTo>
                  <a:lnTo>
                    <a:pt x="0" y="2612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4" name="Output_receptor__5973">
              <a:extLst>
                <a:ext uri="{FF2B5EF4-FFF2-40B4-BE49-F238E27FC236}">
                  <a16:creationId xmlns:a16="http://schemas.microsoft.com/office/drawing/2014/main" id="{DD3DF12D-D11E-8C89-F63A-CFE6C90B14AE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843954"/>
              <a:ext cx="1642" cy="5309"/>
            </a:xfrm>
            <a:custGeom>
              <a:avLst/>
              <a:gdLst/>
              <a:ahLst/>
              <a:cxnLst/>
              <a:rect l="0" t="0" r="0" b="0"/>
              <a:pathLst>
                <a:path w="1642" h="5309">
                  <a:moveTo>
                    <a:pt x="1642" y="53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5" name="Output_receptor__5974">
              <a:extLst>
                <a:ext uri="{FF2B5EF4-FFF2-40B4-BE49-F238E27FC236}">
                  <a16:creationId xmlns:a16="http://schemas.microsoft.com/office/drawing/2014/main" id="{2BA83B97-9F33-2914-5EA4-1B74FA11F39E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63806"/>
              <a:ext cx="2088" cy="33090"/>
            </a:xfrm>
            <a:custGeom>
              <a:avLst/>
              <a:gdLst/>
              <a:ahLst/>
              <a:cxnLst/>
              <a:rect l="0" t="0" r="0" b="0"/>
              <a:pathLst>
                <a:path w="2088" h="33090">
                  <a:moveTo>
                    <a:pt x="2088" y="0"/>
                  </a:moveTo>
                  <a:lnTo>
                    <a:pt x="0" y="330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6" name="Output_receptor__5975">
              <a:extLst>
                <a:ext uri="{FF2B5EF4-FFF2-40B4-BE49-F238E27FC236}">
                  <a16:creationId xmlns:a16="http://schemas.microsoft.com/office/drawing/2014/main" id="{BAD25E31-59A7-70AD-9078-27CC981E1962}"/>
                </a:ext>
              </a:extLst>
            </p:cNvPr>
            <p:cNvSpPr>
              <a:spLocks noGrp="1"/>
            </p:cNvSpPr>
            <p:nvPr/>
          </p:nvSpPr>
          <p:spPr>
            <a:xfrm>
              <a:off x="16098169" y="2593552"/>
              <a:ext cx="32288" cy="19725"/>
            </a:xfrm>
            <a:custGeom>
              <a:avLst/>
              <a:gdLst/>
              <a:ahLst/>
              <a:cxnLst/>
              <a:rect l="0" t="0" r="0" b="0"/>
              <a:pathLst>
                <a:path w="32288" h="19725">
                  <a:moveTo>
                    <a:pt x="32288" y="0"/>
                  </a:moveTo>
                  <a:lnTo>
                    <a:pt x="0" y="1972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7" name="Output_receptor__5976">
              <a:extLst>
                <a:ext uri="{FF2B5EF4-FFF2-40B4-BE49-F238E27FC236}">
                  <a16:creationId xmlns:a16="http://schemas.microsoft.com/office/drawing/2014/main" id="{09EB6473-F5B7-2FE8-A56F-3B239B0F89DB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41516"/>
              <a:ext cx="1311" cy="33966"/>
            </a:xfrm>
            <a:custGeom>
              <a:avLst/>
              <a:gdLst/>
              <a:ahLst/>
              <a:cxnLst/>
              <a:rect l="0" t="0" r="0" b="0"/>
              <a:pathLst>
                <a:path w="1311" h="33966">
                  <a:moveTo>
                    <a:pt x="1311" y="0"/>
                  </a:moveTo>
                  <a:lnTo>
                    <a:pt x="0" y="3396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8" name="Output_receptor__5977">
              <a:extLst>
                <a:ext uri="{FF2B5EF4-FFF2-40B4-BE49-F238E27FC236}">
                  <a16:creationId xmlns:a16="http://schemas.microsoft.com/office/drawing/2014/main" id="{B9F2C3CF-59DA-E302-44C4-A2707C86B5D4}"/>
                </a:ext>
              </a:extLst>
            </p:cNvPr>
            <p:cNvSpPr>
              <a:spLocks noGrp="1"/>
            </p:cNvSpPr>
            <p:nvPr/>
          </p:nvSpPr>
          <p:spPr>
            <a:xfrm>
              <a:off x="15887999" y="2889685"/>
              <a:ext cx="39799" cy="1051"/>
            </a:xfrm>
            <a:custGeom>
              <a:avLst/>
              <a:gdLst/>
              <a:ahLst/>
              <a:cxnLst/>
              <a:rect l="0" t="0" r="0" b="0"/>
              <a:pathLst>
                <a:path w="39799" h="1051">
                  <a:moveTo>
                    <a:pt x="39799" y="10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9" name="Output_receptor__5978">
              <a:extLst>
                <a:ext uri="{FF2B5EF4-FFF2-40B4-BE49-F238E27FC236}">
                  <a16:creationId xmlns:a16="http://schemas.microsoft.com/office/drawing/2014/main" id="{062F1B12-9218-0811-0CB2-5FA6E03D2B89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84955"/>
              <a:ext cx="31625" cy="52717"/>
            </a:xfrm>
            <a:custGeom>
              <a:avLst/>
              <a:gdLst/>
              <a:ahLst/>
              <a:cxnLst/>
              <a:rect l="0" t="0" r="0" b="0"/>
              <a:pathLst>
                <a:path w="31625" h="52717">
                  <a:moveTo>
                    <a:pt x="0" y="52717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0" name="Output_receptor__5979">
              <a:extLst>
                <a:ext uri="{FF2B5EF4-FFF2-40B4-BE49-F238E27FC236}">
                  <a16:creationId xmlns:a16="http://schemas.microsoft.com/office/drawing/2014/main" id="{C270C1AE-6DCB-5926-70DE-1C42AE8837A2}"/>
                </a:ext>
              </a:extLst>
            </p:cNvPr>
            <p:cNvSpPr>
              <a:spLocks noGrp="1"/>
            </p:cNvSpPr>
            <p:nvPr/>
          </p:nvSpPr>
          <p:spPr>
            <a:xfrm>
              <a:off x="16040349" y="2786071"/>
              <a:ext cx="17465" cy="29453"/>
            </a:xfrm>
            <a:custGeom>
              <a:avLst/>
              <a:gdLst/>
              <a:ahLst/>
              <a:cxnLst/>
              <a:rect l="0" t="0" r="0" b="0"/>
              <a:pathLst>
                <a:path w="17465" h="29453">
                  <a:moveTo>
                    <a:pt x="0" y="29453"/>
                  </a:moveTo>
                  <a:lnTo>
                    <a:pt x="1746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1" name="Output_receptor__5980">
              <a:extLst>
                <a:ext uri="{FF2B5EF4-FFF2-40B4-BE49-F238E27FC236}">
                  <a16:creationId xmlns:a16="http://schemas.microsoft.com/office/drawing/2014/main" id="{E9F07493-A8DF-9364-2B09-7355E8F4279B}"/>
                </a:ext>
              </a:extLst>
            </p:cNvPr>
            <p:cNvSpPr>
              <a:spLocks noGrp="1"/>
            </p:cNvSpPr>
            <p:nvPr/>
          </p:nvSpPr>
          <p:spPr>
            <a:xfrm>
              <a:off x="15536309" y="2927555"/>
              <a:ext cx="52848" cy="4392"/>
            </a:xfrm>
            <a:custGeom>
              <a:avLst/>
              <a:gdLst/>
              <a:ahLst/>
              <a:cxnLst/>
              <a:rect l="0" t="0" r="0" b="0"/>
              <a:pathLst>
                <a:path w="52848" h="4392">
                  <a:moveTo>
                    <a:pt x="52848" y="43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2" name="Output_receptor__5981">
              <a:extLst>
                <a:ext uri="{FF2B5EF4-FFF2-40B4-BE49-F238E27FC236}">
                  <a16:creationId xmlns:a16="http://schemas.microsoft.com/office/drawing/2014/main" id="{53401302-14DB-CC58-7AC5-26DBC7B1AC03}"/>
                </a:ext>
              </a:extLst>
            </p:cNvPr>
            <p:cNvSpPr>
              <a:spLocks noGrp="1"/>
            </p:cNvSpPr>
            <p:nvPr/>
          </p:nvSpPr>
          <p:spPr>
            <a:xfrm>
              <a:off x="15628637" y="3000519"/>
              <a:ext cx="46169" cy="20890"/>
            </a:xfrm>
            <a:custGeom>
              <a:avLst/>
              <a:gdLst/>
              <a:ahLst/>
              <a:cxnLst/>
              <a:rect l="0" t="0" r="0" b="0"/>
              <a:pathLst>
                <a:path w="46169" h="20890">
                  <a:moveTo>
                    <a:pt x="46169" y="0"/>
                  </a:moveTo>
                  <a:lnTo>
                    <a:pt x="0" y="208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3" name="Output_receptor__5982">
              <a:extLst>
                <a:ext uri="{FF2B5EF4-FFF2-40B4-BE49-F238E27FC236}">
                  <a16:creationId xmlns:a16="http://schemas.microsoft.com/office/drawing/2014/main" id="{12C7DB7C-60DB-D16C-8995-F6E011EA9686}"/>
                </a:ext>
              </a:extLst>
            </p:cNvPr>
            <p:cNvSpPr>
              <a:spLocks noGrp="1"/>
            </p:cNvSpPr>
            <p:nvPr/>
          </p:nvSpPr>
          <p:spPr>
            <a:xfrm>
              <a:off x="14887120" y="2995021"/>
              <a:ext cx="61961" cy="35326"/>
            </a:xfrm>
            <a:custGeom>
              <a:avLst/>
              <a:gdLst/>
              <a:ahLst/>
              <a:cxnLst/>
              <a:rect l="0" t="0" r="0" b="0"/>
              <a:pathLst>
                <a:path w="61961" h="35326">
                  <a:moveTo>
                    <a:pt x="61961" y="0"/>
                  </a:moveTo>
                  <a:lnTo>
                    <a:pt x="0" y="3532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4" name="Output_receptor__5983">
              <a:extLst>
                <a:ext uri="{FF2B5EF4-FFF2-40B4-BE49-F238E27FC236}">
                  <a16:creationId xmlns:a16="http://schemas.microsoft.com/office/drawing/2014/main" id="{21D56C70-AE9F-C103-0B2D-C12F7BB0930D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85615"/>
              <a:ext cx="28483" cy="37338"/>
            </a:xfrm>
            <a:custGeom>
              <a:avLst/>
              <a:gdLst/>
              <a:ahLst/>
              <a:cxnLst/>
              <a:rect l="0" t="0" r="0" b="0"/>
              <a:pathLst>
                <a:path w="28483" h="37338">
                  <a:moveTo>
                    <a:pt x="28483" y="373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5" name="Output_receptor__5984">
              <a:extLst>
                <a:ext uri="{FF2B5EF4-FFF2-40B4-BE49-F238E27FC236}">
                  <a16:creationId xmlns:a16="http://schemas.microsoft.com/office/drawing/2014/main" id="{493F2EF1-469E-C06D-21B8-64CCAD2075D0}"/>
                </a:ext>
              </a:extLst>
            </p:cNvPr>
            <p:cNvSpPr>
              <a:spLocks noGrp="1"/>
            </p:cNvSpPr>
            <p:nvPr/>
          </p:nvSpPr>
          <p:spPr>
            <a:xfrm>
              <a:off x="16175107" y="2779488"/>
              <a:ext cx="49236" cy="5467"/>
            </a:xfrm>
            <a:custGeom>
              <a:avLst/>
              <a:gdLst/>
              <a:ahLst/>
              <a:cxnLst/>
              <a:rect l="0" t="0" r="0" b="0"/>
              <a:pathLst>
                <a:path w="49236" h="5467">
                  <a:moveTo>
                    <a:pt x="0" y="5467"/>
                  </a:moveTo>
                  <a:lnTo>
                    <a:pt x="4923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6" name="Output_receptor__5985">
              <a:extLst>
                <a:ext uri="{FF2B5EF4-FFF2-40B4-BE49-F238E27FC236}">
                  <a16:creationId xmlns:a16="http://schemas.microsoft.com/office/drawing/2014/main" id="{21D7177A-01EE-FB5D-B6C2-8D7E10C84159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725"/>
              <a:ext cx="388" cy="72296"/>
            </a:xfrm>
            <a:custGeom>
              <a:avLst/>
              <a:gdLst/>
              <a:ahLst/>
              <a:cxnLst/>
              <a:rect l="0" t="0" r="0" b="0"/>
              <a:pathLst>
                <a:path w="388" h="72296">
                  <a:moveTo>
                    <a:pt x="0" y="0"/>
                  </a:moveTo>
                  <a:lnTo>
                    <a:pt x="388" y="722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7" name="Output_receptor__5986">
              <a:extLst>
                <a:ext uri="{FF2B5EF4-FFF2-40B4-BE49-F238E27FC236}">
                  <a16:creationId xmlns:a16="http://schemas.microsoft.com/office/drawing/2014/main" id="{C7811D01-4BA9-15CC-F9CD-A49094619EB3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651244"/>
              <a:ext cx="64512" cy="21538"/>
            </a:xfrm>
            <a:custGeom>
              <a:avLst/>
              <a:gdLst/>
              <a:ahLst/>
              <a:cxnLst/>
              <a:rect l="0" t="0" r="0" b="0"/>
              <a:pathLst>
                <a:path w="64512" h="21538">
                  <a:moveTo>
                    <a:pt x="64512" y="21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8" name="Output_receptor__5987">
              <a:extLst>
                <a:ext uri="{FF2B5EF4-FFF2-40B4-BE49-F238E27FC236}">
                  <a16:creationId xmlns:a16="http://schemas.microsoft.com/office/drawing/2014/main" id="{ABE4EFB3-ED80-6EDA-ED9F-EFF820B95972}"/>
                </a:ext>
              </a:extLst>
            </p:cNvPr>
            <p:cNvSpPr>
              <a:spLocks noGrp="1"/>
            </p:cNvSpPr>
            <p:nvPr/>
          </p:nvSpPr>
          <p:spPr>
            <a:xfrm>
              <a:off x="15133584" y="3178568"/>
              <a:ext cx="68879" cy="19185"/>
            </a:xfrm>
            <a:custGeom>
              <a:avLst/>
              <a:gdLst/>
              <a:ahLst/>
              <a:cxnLst/>
              <a:rect l="0" t="0" r="0" b="0"/>
              <a:pathLst>
                <a:path w="68879" h="19185">
                  <a:moveTo>
                    <a:pt x="0" y="19185"/>
                  </a:moveTo>
                  <a:lnTo>
                    <a:pt x="6887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9" name="Output_receptor__5988">
              <a:extLst>
                <a:ext uri="{FF2B5EF4-FFF2-40B4-BE49-F238E27FC236}">
                  <a16:creationId xmlns:a16="http://schemas.microsoft.com/office/drawing/2014/main" id="{2D11524B-E7B3-8B66-ADC2-09386EEECA1C}"/>
                </a:ext>
              </a:extLst>
            </p:cNvPr>
            <p:cNvSpPr>
              <a:spLocks noGrp="1"/>
            </p:cNvSpPr>
            <p:nvPr/>
          </p:nvSpPr>
          <p:spPr>
            <a:xfrm>
              <a:off x="15605270" y="3110768"/>
              <a:ext cx="61261" cy="32673"/>
            </a:xfrm>
            <a:custGeom>
              <a:avLst/>
              <a:gdLst/>
              <a:ahLst/>
              <a:cxnLst/>
              <a:rect l="0" t="0" r="0" b="0"/>
              <a:pathLst>
                <a:path w="61261" h="32673">
                  <a:moveTo>
                    <a:pt x="61261" y="0"/>
                  </a:moveTo>
                  <a:lnTo>
                    <a:pt x="0" y="3267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0" name="Output_receptor__5989">
              <a:extLst>
                <a:ext uri="{FF2B5EF4-FFF2-40B4-BE49-F238E27FC236}">
                  <a16:creationId xmlns:a16="http://schemas.microsoft.com/office/drawing/2014/main" id="{627533FD-00DE-B397-0E94-9EDC78862020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19492" cy="11714"/>
            </a:xfrm>
            <a:custGeom>
              <a:avLst/>
              <a:gdLst/>
              <a:ahLst/>
              <a:cxnLst/>
              <a:rect l="0" t="0" r="0" b="0"/>
              <a:pathLst>
                <a:path w="19492" h="11714">
                  <a:moveTo>
                    <a:pt x="19492" y="117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1" name="Output_receptor__5990">
              <a:extLst>
                <a:ext uri="{FF2B5EF4-FFF2-40B4-BE49-F238E27FC236}">
                  <a16:creationId xmlns:a16="http://schemas.microsoft.com/office/drawing/2014/main" id="{963556FA-4C55-E739-A2F5-D261BEC6ACE7}"/>
                </a:ext>
              </a:extLst>
            </p:cNvPr>
            <p:cNvSpPr>
              <a:spLocks noGrp="1"/>
            </p:cNvSpPr>
            <p:nvPr/>
          </p:nvSpPr>
          <p:spPr>
            <a:xfrm>
              <a:off x="15272999" y="3203203"/>
              <a:ext cx="31347" cy="60603"/>
            </a:xfrm>
            <a:custGeom>
              <a:avLst/>
              <a:gdLst/>
              <a:ahLst/>
              <a:cxnLst/>
              <a:rect l="0" t="0" r="0" b="0"/>
              <a:pathLst>
                <a:path w="31347" h="60603">
                  <a:moveTo>
                    <a:pt x="31347" y="0"/>
                  </a:moveTo>
                  <a:lnTo>
                    <a:pt x="0" y="606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2" name="Output_receptor__5991">
              <a:extLst>
                <a:ext uri="{FF2B5EF4-FFF2-40B4-BE49-F238E27FC236}">
                  <a16:creationId xmlns:a16="http://schemas.microsoft.com/office/drawing/2014/main" id="{2BCD0BD2-C72A-1426-8EA1-3FFBE030B3A3}"/>
                </a:ext>
              </a:extLst>
            </p:cNvPr>
            <p:cNvSpPr>
              <a:spLocks noGrp="1"/>
            </p:cNvSpPr>
            <p:nvPr/>
          </p:nvSpPr>
          <p:spPr>
            <a:xfrm>
              <a:off x="15589158" y="2911405"/>
              <a:ext cx="63853" cy="20542"/>
            </a:xfrm>
            <a:custGeom>
              <a:avLst/>
              <a:gdLst/>
              <a:ahLst/>
              <a:cxnLst/>
              <a:rect l="0" t="0" r="0" b="0"/>
              <a:pathLst>
                <a:path w="63853" h="20542">
                  <a:moveTo>
                    <a:pt x="63853" y="0"/>
                  </a:moveTo>
                  <a:lnTo>
                    <a:pt x="0" y="2054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3" name="Output_receptor__5992">
              <a:extLst>
                <a:ext uri="{FF2B5EF4-FFF2-40B4-BE49-F238E27FC236}">
                  <a16:creationId xmlns:a16="http://schemas.microsoft.com/office/drawing/2014/main" id="{31A1D7F7-6F4F-2CC6-F890-DC4D9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15147187" y="2959141"/>
              <a:ext cx="58005" cy="42470"/>
            </a:xfrm>
            <a:custGeom>
              <a:avLst/>
              <a:gdLst/>
              <a:ahLst/>
              <a:cxnLst/>
              <a:rect l="0" t="0" r="0" b="0"/>
              <a:pathLst>
                <a:path w="58005" h="42470">
                  <a:moveTo>
                    <a:pt x="58005" y="424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4" name="Output_receptor__5993">
              <a:extLst>
                <a:ext uri="{FF2B5EF4-FFF2-40B4-BE49-F238E27FC236}">
                  <a16:creationId xmlns:a16="http://schemas.microsoft.com/office/drawing/2014/main" id="{D3B89F5A-4075-6B01-3FD0-4FECFD64CB63}"/>
                </a:ext>
              </a:extLst>
            </p:cNvPr>
            <p:cNvSpPr>
              <a:spLocks noGrp="1"/>
            </p:cNvSpPr>
            <p:nvPr/>
          </p:nvSpPr>
          <p:spPr>
            <a:xfrm>
              <a:off x="15570513" y="3021409"/>
              <a:ext cx="58125" cy="32861"/>
            </a:xfrm>
            <a:custGeom>
              <a:avLst/>
              <a:gdLst/>
              <a:ahLst/>
              <a:cxnLst/>
              <a:rect l="0" t="0" r="0" b="0"/>
              <a:pathLst>
                <a:path w="58125" h="32861">
                  <a:moveTo>
                    <a:pt x="58125" y="0"/>
                  </a:moveTo>
                  <a:lnTo>
                    <a:pt x="0" y="3286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5" name="Output_receptor__5994">
              <a:extLst>
                <a:ext uri="{FF2B5EF4-FFF2-40B4-BE49-F238E27FC236}">
                  <a16:creationId xmlns:a16="http://schemas.microsoft.com/office/drawing/2014/main" id="{21F812DA-0BED-0AE9-2BFB-59B482272D64}"/>
                </a:ext>
              </a:extLst>
            </p:cNvPr>
            <p:cNvSpPr>
              <a:spLocks noGrp="1"/>
            </p:cNvSpPr>
            <p:nvPr/>
          </p:nvSpPr>
          <p:spPr>
            <a:xfrm>
              <a:off x="15650512" y="3188797"/>
              <a:ext cx="58726" cy="41338"/>
            </a:xfrm>
            <a:custGeom>
              <a:avLst/>
              <a:gdLst/>
              <a:ahLst/>
              <a:cxnLst/>
              <a:rect l="0" t="0" r="0" b="0"/>
              <a:pathLst>
                <a:path w="58726" h="41338">
                  <a:moveTo>
                    <a:pt x="58726" y="0"/>
                  </a:moveTo>
                  <a:lnTo>
                    <a:pt x="0" y="4133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6" name="Output_receptor__5995">
              <a:extLst>
                <a:ext uri="{FF2B5EF4-FFF2-40B4-BE49-F238E27FC236}">
                  <a16:creationId xmlns:a16="http://schemas.microsoft.com/office/drawing/2014/main" id="{3383E92F-AA2B-B7E4-A6EA-C3DBB1F68C6E}"/>
                </a:ext>
              </a:extLst>
            </p:cNvPr>
            <p:cNvSpPr>
              <a:spLocks noGrp="1"/>
            </p:cNvSpPr>
            <p:nvPr/>
          </p:nvSpPr>
          <p:spPr>
            <a:xfrm>
              <a:off x="15582345" y="2827205"/>
              <a:ext cx="68416" cy="6464"/>
            </a:xfrm>
            <a:custGeom>
              <a:avLst/>
              <a:gdLst/>
              <a:ahLst/>
              <a:cxnLst/>
              <a:rect l="0" t="0" r="0" b="0"/>
              <a:pathLst>
                <a:path w="68416" h="6464">
                  <a:moveTo>
                    <a:pt x="0" y="0"/>
                  </a:moveTo>
                  <a:lnTo>
                    <a:pt x="68416" y="6464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7" name="Output_receptor__5996">
              <a:extLst>
                <a:ext uri="{FF2B5EF4-FFF2-40B4-BE49-F238E27FC236}">
                  <a16:creationId xmlns:a16="http://schemas.microsoft.com/office/drawing/2014/main" id="{7207D7EC-A98F-DB08-985C-84D2D7660908}"/>
                </a:ext>
              </a:extLst>
            </p:cNvPr>
            <p:cNvSpPr>
              <a:spLocks noGrp="1"/>
            </p:cNvSpPr>
            <p:nvPr/>
          </p:nvSpPr>
          <p:spPr>
            <a:xfrm>
              <a:off x="15849951" y="3318679"/>
              <a:ext cx="6563" cy="61691"/>
            </a:xfrm>
            <a:custGeom>
              <a:avLst/>
              <a:gdLst/>
              <a:ahLst/>
              <a:cxnLst/>
              <a:rect l="0" t="0" r="0" b="0"/>
              <a:pathLst>
                <a:path w="6563" h="61691">
                  <a:moveTo>
                    <a:pt x="0" y="0"/>
                  </a:moveTo>
                  <a:lnTo>
                    <a:pt x="6563" y="616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8" name="Output_receptor__5997">
              <a:extLst>
                <a:ext uri="{FF2B5EF4-FFF2-40B4-BE49-F238E27FC236}">
                  <a16:creationId xmlns:a16="http://schemas.microsoft.com/office/drawing/2014/main" id="{95880261-0139-D49C-301F-BF70881CEC97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92229"/>
              <a:ext cx="14475" cy="58591"/>
            </a:xfrm>
            <a:custGeom>
              <a:avLst/>
              <a:gdLst/>
              <a:ahLst/>
              <a:cxnLst/>
              <a:rect l="0" t="0" r="0" b="0"/>
              <a:pathLst>
                <a:path w="14475" h="58591">
                  <a:moveTo>
                    <a:pt x="0" y="0"/>
                  </a:moveTo>
                  <a:lnTo>
                    <a:pt x="14475" y="585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9" name="Output_receptor__5998">
              <a:extLst>
                <a:ext uri="{FF2B5EF4-FFF2-40B4-BE49-F238E27FC236}">
                  <a16:creationId xmlns:a16="http://schemas.microsoft.com/office/drawing/2014/main" id="{12F46EFB-B0F5-06D5-C0A3-1006E7ECD5BA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13276"/>
              <a:ext cx="59052" cy="39804"/>
            </a:xfrm>
            <a:custGeom>
              <a:avLst/>
              <a:gdLst/>
              <a:ahLst/>
              <a:cxnLst/>
              <a:rect l="0" t="0" r="0" b="0"/>
              <a:pathLst>
                <a:path w="59052" h="39804">
                  <a:moveTo>
                    <a:pt x="59052" y="0"/>
                  </a:moveTo>
                  <a:lnTo>
                    <a:pt x="0" y="39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0" name="Output_receptor__5999">
              <a:extLst>
                <a:ext uri="{FF2B5EF4-FFF2-40B4-BE49-F238E27FC236}">
                  <a16:creationId xmlns:a16="http://schemas.microsoft.com/office/drawing/2014/main" id="{63D07388-52DA-AC9C-5817-9052C8F5272A}"/>
                </a:ext>
              </a:extLst>
            </p:cNvPr>
            <p:cNvSpPr>
              <a:spLocks noGrp="1"/>
            </p:cNvSpPr>
            <p:nvPr/>
          </p:nvSpPr>
          <p:spPr>
            <a:xfrm>
              <a:off x="15084330" y="3156061"/>
              <a:ext cx="49255" cy="41691"/>
            </a:xfrm>
            <a:custGeom>
              <a:avLst/>
              <a:gdLst/>
              <a:ahLst/>
              <a:cxnLst/>
              <a:rect l="0" t="0" r="0" b="0"/>
              <a:pathLst>
                <a:path w="49255" h="41691">
                  <a:moveTo>
                    <a:pt x="0" y="0"/>
                  </a:moveTo>
                  <a:lnTo>
                    <a:pt x="49255" y="416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1" name="Output_receptor__6000">
              <a:extLst>
                <a:ext uri="{FF2B5EF4-FFF2-40B4-BE49-F238E27FC236}">
                  <a16:creationId xmlns:a16="http://schemas.microsoft.com/office/drawing/2014/main" id="{B7C49D6A-0AD2-84BF-6637-79164FCDB835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30347"/>
              <a:ext cx="10066" cy="61881"/>
            </a:xfrm>
            <a:custGeom>
              <a:avLst/>
              <a:gdLst/>
              <a:ahLst/>
              <a:cxnLst/>
              <a:rect l="0" t="0" r="0" b="0"/>
              <a:pathLst>
                <a:path w="10066" h="61881">
                  <a:moveTo>
                    <a:pt x="10066" y="0"/>
                  </a:moveTo>
                  <a:lnTo>
                    <a:pt x="0" y="6188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2" name="Output_receptor__6001">
              <a:extLst>
                <a:ext uri="{FF2B5EF4-FFF2-40B4-BE49-F238E27FC236}">
                  <a16:creationId xmlns:a16="http://schemas.microsoft.com/office/drawing/2014/main" id="{2EB8C778-54D1-B053-5239-4E2F363B2EB6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52" cy="59825"/>
            </a:xfrm>
            <a:custGeom>
              <a:avLst/>
              <a:gdLst/>
              <a:ahLst/>
              <a:cxnLst/>
              <a:rect l="0" t="0" r="0" b="0"/>
              <a:pathLst>
                <a:path w="3752" h="59825">
                  <a:moveTo>
                    <a:pt x="0" y="0"/>
                  </a:moveTo>
                  <a:lnTo>
                    <a:pt x="3752" y="5982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3" name="Output_receptor__6002">
              <a:extLst>
                <a:ext uri="{FF2B5EF4-FFF2-40B4-BE49-F238E27FC236}">
                  <a16:creationId xmlns:a16="http://schemas.microsoft.com/office/drawing/2014/main" id="{2BDAB3E8-F995-41FB-5B40-1262200A1750}"/>
                </a:ext>
              </a:extLst>
            </p:cNvPr>
            <p:cNvSpPr>
              <a:spLocks noGrp="1"/>
            </p:cNvSpPr>
            <p:nvPr/>
          </p:nvSpPr>
          <p:spPr>
            <a:xfrm>
              <a:off x="15653010" y="2911405"/>
              <a:ext cx="60254" cy="3318"/>
            </a:xfrm>
            <a:custGeom>
              <a:avLst/>
              <a:gdLst/>
              <a:ahLst/>
              <a:cxnLst/>
              <a:rect l="0" t="0" r="0" b="0"/>
              <a:pathLst>
                <a:path w="60254" h="3318">
                  <a:moveTo>
                    <a:pt x="60254" y="3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4" name="Output_receptor__6003">
              <a:extLst>
                <a:ext uri="{FF2B5EF4-FFF2-40B4-BE49-F238E27FC236}">
                  <a16:creationId xmlns:a16="http://schemas.microsoft.com/office/drawing/2014/main" id="{EB466EA6-B9DA-EE98-CB25-7CA329F3958C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404902"/>
              <a:ext cx="37465" cy="45286"/>
            </a:xfrm>
            <a:custGeom>
              <a:avLst/>
              <a:gdLst/>
              <a:ahLst/>
              <a:cxnLst/>
              <a:rect l="0" t="0" r="0" b="0"/>
              <a:pathLst>
                <a:path w="37465" h="45286">
                  <a:moveTo>
                    <a:pt x="0" y="0"/>
                  </a:moveTo>
                  <a:lnTo>
                    <a:pt x="37465" y="4528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5" name="Output_receptor__6004">
              <a:extLst>
                <a:ext uri="{FF2B5EF4-FFF2-40B4-BE49-F238E27FC236}">
                  <a16:creationId xmlns:a16="http://schemas.microsoft.com/office/drawing/2014/main" id="{B2264D34-0560-99A4-3473-816C1BC15098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579806"/>
              <a:ext cx="7056" cy="71438"/>
            </a:xfrm>
            <a:custGeom>
              <a:avLst/>
              <a:gdLst/>
              <a:ahLst/>
              <a:cxnLst/>
              <a:rect l="0" t="0" r="0" b="0"/>
              <a:pathLst>
                <a:path w="7056" h="71438">
                  <a:moveTo>
                    <a:pt x="0" y="71438"/>
                  </a:moveTo>
                  <a:lnTo>
                    <a:pt x="705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6" name="Output_receptor__6005">
              <a:extLst>
                <a:ext uri="{FF2B5EF4-FFF2-40B4-BE49-F238E27FC236}">
                  <a16:creationId xmlns:a16="http://schemas.microsoft.com/office/drawing/2014/main" id="{C5A237A8-AFCA-0640-09B5-E4FD345E4093}"/>
                </a:ext>
              </a:extLst>
            </p:cNvPr>
            <p:cNvSpPr>
              <a:spLocks noGrp="1"/>
            </p:cNvSpPr>
            <p:nvPr/>
          </p:nvSpPr>
          <p:spPr>
            <a:xfrm>
              <a:off x="15709173" y="3273240"/>
              <a:ext cx="54993" cy="39637"/>
            </a:xfrm>
            <a:custGeom>
              <a:avLst/>
              <a:gdLst/>
              <a:ahLst/>
              <a:cxnLst/>
              <a:rect l="0" t="0" r="0" b="0"/>
              <a:pathLst>
                <a:path w="54993" h="39637">
                  <a:moveTo>
                    <a:pt x="54993" y="0"/>
                  </a:moveTo>
                  <a:lnTo>
                    <a:pt x="0" y="396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7" name="Output_receptor__6006">
              <a:extLst>
                <a:ext uri="{FF2B5EF4-FFF2-40B4-BE49-F238E27FC236}">
                  <a16:creationId xmlns:a16="http://schemas.microsoft.com/office/drawing/2014/main" id="{D158AC5B-5195-CEBE-0AAD-9A346041967A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27205"/>
              <a:ext cx="64812" cy="30711"/>
            </a:xfrm>
            <a:custGeom>
              <a:avLst/>
              <a:gdLst/>
              <a:ahLst/>
              <a:cxnLst/>
              <a:rect l="0" t="0" r="0" b="0"/>
              <a:pathLst>
                <a:path w="64812" h="30711">
                  <a:moveTo>
                    <a:pt x="0" y="30711"/>
                  </a:moveTo>
                  <a:lnTo>
                    <a:pt x="64812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8" name="Output_receptor__6007">
              <a:extLst>
                <a:ext uri="{FF2B5EF4-FFF2-40B4-BE49-F238E27FC236}">
                  <a16:creationId xmlns:a16="http://schemas.microsoft.com/office/drawing/2014/main" id="{47531390-CB5B-6169-2898-BF424B512668}"/>
                </a:ext>
              </a:extLst>
            </p:cNvPr>
            <p:cNvSpPr>
              <a:spLocks noGrp="1"/>
            </p:cNvSpPr>
            <p:nvPr/>
          </p:nvSpPr>
          <p:spPr>
            <a:xfrm>
              <a:off x="15713264" y="2878100"/>
              <a:ext cx="55106" cy="36623"/>
            </a:xfrm>
            <a:custGeom>
              <a:avLst/>
              <a:gdLst/>
              <a:ahLst/>
              <a:cxnLst/>
              <a:rect l="0" t="0" r="0" b="0"/>
              <a:pathLst>
                <a:path w="55106" h="36623">
                  <a:moveTo>
                    <a:pt x="55106" y="0"/>
                  </a:moveTo>
                  <a:lnTo>
                    <a:pt x="0" y="3662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9" name="Output_receptor__6008">
              <a:extLst>
                <a:ext uri="{FF2B5EF4-FFF2-40B4-BE49-F238E27FC236}">
                  <a16:creationId xmlns:a16="http://schemas.microsoft.com/office/drawing/2014/main" id="{A50E56A9-D5DD-CEBD-E4D8-5D6D1C13F380}"/>
                </a:ext>
              </a:extLst>
            </p:cNvPr>
            <p:cNvSpPr>
              <a:spLocks noGrp="1"/>
            </p:cNvSpPr>
            <p:nvPr/>
          </p:nvSpPr>
          <p:spPr>
            <a:xfrm>
              <a:off x="15030298" y="2917411"/>
              <a:ext cx="14290" cy="41588"/>
            </a:xfrm>
            <a:custGeom>
              <a:avLst/>
              <a:gdLst/>
              <a:ahLst/>
              <a:cxnLst/>
              <a:rect l="0" t="0" r="0" b="0"/>
              <a:pathLst>
                <a:path w="14290" h="41588">
                  <a:moveTo>
                    <a:pt x="14290" y="0"/>
                  </a:moveTo>
                  <a:lnTo>
                    <a:pt x="0" y="4158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0" name="Output_receptor__6009">
              <a:extLst>
                <a:ext uri="{FF2B5EF4-FFF2-40B4-BE49-F238E27FC236}">
                  <a16:creationId xmlns:a16="http://schemas.microsoft.com/office/drawing/2014/main" id="{4BE1185B-C09E-4BAB-9110-7BA27C782C88}"/>
                </a:ext>
              </a:extLst>
            </p:cNvPr>
            <p:cNvSpPr>
              <a:spLocks noGrp="1"/>
            </p:cNvSpPr>
            <p:nvPr/>
          </p:nvSpPr>
          <p:spPr>
            <a:xfrm>
              <a:off x="15589889" y="3143441"/>
              <a:ext cx="15381" cy="36408"/>
            </a:xfrm>
            <a:custGeom>
              <a:avLst/>
              <a:gdLst/>
              <a:ahLst/>
              <a:cxnLst/>
              <a:rect l="0" t="0" r="0" b="0"/>
              <a:pathLst>
                <a:path w="15381" h="36408">
                  <a:moveTo>
                    <a:pt x="15381" y="0"/>
                  </a:moveTo>
                  <a:lnTo>
                    <a:pt x="0" y="3640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1" name="Output_receptor__6010">
              <a:extLst>
                <a:ext uri="{FF2B5EF4-FFF2-40B4-BE49-F238E27FC236}">
                  <a16:creationId xmlns:a16="http://schemas.microsoft.com/office/drawing/2014/main" id="{2A972305-6398-32E5-4FF6-CC6F97E1627F}"/>
                </a:ext>
              </a:extLst>
            </p:cNvPr>
            <p:cNvSpPr>
              <a:spLocks noGrp="1"/>
            </p:cNvSpPr>
            <p:nvPr/>
          </p:nvSpPr>
          <p:spPr>
            <a:xfrm>
              <a:off x="16160595" y="2522953"/>
              <a:ext cx="44144" cy="56852"/>
            </a:xfrm>
            <a:custGeom>
              <a:avLst/>
              <a:gdLst/>
              <a:ahLst/>
              <a:cxnLst/>
              <a:rect l="0" t="0" r="0" b="0"/>
              <a:pathLst>
                <a:path w="44144" h="56852">
                  <a:moveTo>
                    <a:pt x="44144" y="568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2" name="Output_receptor__6011">
              <a:extLst>
                <a:ext uri="{FF2B5EF4-FFF2-40B4-BE49-F238E27FC236}">
                  <a16:creationId xmlns:a16="http://schemas.microsoft.com/office/drawing/2014/main" id="{5DEE26F4-AFD7-1DB0-517E-A1F8E544EAF5}"/>
                </a:ext>
              </a:extLst>
            </p:cNvPr>
            <p:cNvSpPr>
              <a:spLocks noGrp="1"/>
            </p:cNvSpPr>
            <p:nvPr/>
          </p:nvSpPr>
          <p:spPr>
            <a:xfrm>
              <a:off x="16224343" y="2779488"/>
              <a:ext cx="18578" cy="69776"/>
            </a:xfrm>
            <a:custGeom>
              <a:avLst/>
              <a:gdLst/>
              <a:ahLst/>
              <a:cxnLst/>
              <a:rect l="0" t="0" r="0" b="0"/>
              <a:pathLst>
                <a:path w="18578" h="69776">
                  <a:moveTo>
                    <a:pt x="0" y="0"/>
                  </a:moveTo>
                  <a:lnTo>
                    <a:pt x="18578" y="6977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3" name="Output_receptor__6012">
              <a:extLst>
                <a:ext uri="{FF2B5EF4-FFF2-40B4-BE49-F238E27FC236}">
                  <a16:creationId xmlns:a16="http://schemas.microsoft.com/office/drawing/2014/main" id="{425B76AA-CF1B-DDD3-AF0E-E3CD950A9F64}"/>
                </a:ext>
              </a:extLst>
            </p:cNvPr>
            <p:cNvSpPr>
              <a:spLocks noGrp="1"/>
            </p:cNvSpPr>
            <p:nvPr/>
          </p:nvSpPr>
          <p:spPr>
            <a:xfrm>
              <a:off x="15768370" y="2878100"/>
              <a:ext cx="58561" cy="17222"/>
            </a:xfrm>
            <a:custGeom>
              <a:avLst/>
              <a:gdLst/>
              <a:ahLst/>
              <a:cxnLst/>
              <a:rect l="0" t="0" r="0" b="0"/>
              <a:pathLst>
                <a:path w="58561" h="17222">
                  <a:moveTo>
                    <a:pt x="58561" y="17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4" name="Output_receptor__6013">
              <a:extLst>
                <a:ext uri="{FF2B5EF4-FFF2-40B4-BE49-F238E27FC236}">
                  <a16:creationId xmlns:a16="http://schemas.microsoft.com/office/drawing/2014/main" id="{D07AC947-CFFA-EF1E-0B05-98704BF2F01B}"/>
                </a:ext>
              </a:extLst>
            </p:cNvPr>
            <p:cNvSpPr>
              <a:spLocks noGrp="1"/>
            </p:cNvSpPr>
            <p:nvPr/>
          </p:nvSpPr>
          <p:spPr>
            <a:xfrm>
              <a:off x="15191040" y="3290526"/>
              <a:ext cx="5631" cy="69749"/>
            </a:xfrm>
            <a:custGeom>
              <a:avLst/>
              <a:gdLst/>
              <a:ahLst/>
              <a:cxnLst/>
              <a:rect l="0" t="0" r="0" b="0"/>
              <a:pathLst>
                <a:path w="5631" h="69749">
                  <a:moveTo>
                    <a:pt x="5631" y="697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5" name="Output_receptor__6014">
              <a:extLst>
                <a:ext uri="{FF2B5EF4-FFF2-40B4-BE49-F238E27FC236}">
                  <a16:creationId xmlns:a16="http://schemas.microsoft.com/office/drawing/2014/main" id="{6939491E-4171-1462-7796-AAB73B9CDF79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69549"/>
              <a:ext cx="66551" cy="20977"/>
            </a:xfrm>
            <a:custGeom>
              <a:avLst/>
              <a:gdLst/>
              <a:ahLst/>
              <a:cxnLst/>
              <a:rect l="0" t="0" r="0" b="0"/>
              <a:pathLst>
                <a:path w="66551" h="20977">
                  <a:moveTo>
                    <a:pt x="66551" y="20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6" name="Output_receptor__6015">
              <a:extLst>
                <a:ext uri="{FF2B5EF4-FFF2-40B4-BE49-F238E27FC236}">
                  <a16:creationId xmlns:a16="http://schemas.microsoft.com/office/drawing/2014/main" id="{9509F8AE-C596-E37F-9E06-63332E7FC70F}"/>
                </a:ext>
              </a:extLst>
            </p:cNvPr>
            <p:cNvSpPr>
              <a:spLocks noGrp="1"/>
            </p:cNvSpPr>
            <p:nvPr/>
          </p:nvSpPr>
          <p:spPr>
            <a:xfrm>
              <a:off x="15136860" y="2900827"/>
              <a:ext cx="10327" cy="58314"/>
            </a:xfrm>
            <a:custGeom>
              <a:avLst/>
              <a:gdLst/>
              <a:ahLst/>
              <a:cxnLst/>
              <a:rect l="0" t="0" r="0" b="0"/>
              <a:pathLst>
                <a:path w="10327" h="58314">
                  <a:moveTo>
                    <a:pt x="10327" y="58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7" name="Output_receptor__6016">
              <a:extLst>
                <a:ext uri="{FF2B5EF4-FFF2-40B4-BE49-F238E27FC236}">
                  <a16:creationId xmlns:a16="http://schemas.microsoft.com/office/drawing/2014/main" id="{8F6FC32E-6B3A-A41E-B05C-993031FC9B75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60275"/>
              <a:ext cx="68988" cy="15208"/>
            </a:xfrm>
            <a:custGeom>
              <a:avLst/>
              <a:gdLst/>
              <a:ahLst/>
              <a:cxnLst/>
              <a:rect l="0" t="0" r="0" b="0"/>
              <a:pathLst>
                <a:path w="68988" h="15208">
                  <a:moveTo>
                    <a:pt x="0" y="15208"/>
                  </a:moveTo>
                  <a:lnTo>
                    <a:pt x="68988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8" name="Output_receptor__6017">
              <a:extLst>
                <a:ext uri="{FF2B5EF4-FFF2-40B4-BE49-F238E27FC236}">
                  <a16:creationId xmlns:a16="http://schemas.microsoft.com/office/drawing/2014/main" id="{A26A42F0-B083-8FD6-7A79-3A22DA3AB8E6}"/>
                </a:ext>
              </a:extLst>
            </p:cNvPr>
            <p:cNvSpPr>
              <a:spLocks noGrp="1"/>
            </p:cNvSpPr>
            <p:nvPr/>
          </p:nvSpPr>
          <p:spPr>
            <a:xfrm>
              <a:off x="15650761" y="2817240"/>
              <a:ext cx="44767" cy="16429"/>
            </a:xfrm>
            <a:custGeom>
              <a:avLst/>
              <a:gdLst/>
              <a:ahLst/>
              <a:cxnLst/>
              <a:rect l="0" t="0" r="0" b="0"/>
              <a:pathLst>
                <a:path w="44767" h="16429">
                  <a:moveTo>
                    <a:pt x="0" y="16429"/>
                  </a:moveTo>
                  <a:lnTo>
                    <a:pt x="44767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9" name="Output_receptor__6018">
              <a:extLst>
                <a:ext uri="{FF2B5EF4-FFF2-40B4-BE49-F238E27FC236}">
                  <a16:creationId xmlns:a16="http://schemas.microsoft.com/office/drawing/2014/main" id="{133B15DC-B264-9FFA-2560-D983E3290652}"/>
                </a:ext>
              </a:extLst>
            </p:cNvPr>
            <p:cNvSpPr>
              <a:spLocks noGrp="1"/>
            </p:cNvSpPr>
            <p:nvPr/>
          </p:nvSpPr>
          <p:spPr>
            <a:xfrm>
              <a:off x="15544191" y="3054270"/>
              <a:ext cx="26322" cy="14243"/>
            </a:xfrm>
            <a:custGeom>
              <a:avLst/>
              <a:gdLst/>
              <a:ahLst/>
              <a:cxnLst/>
              <a:rect l="0" t="0" r="0" b="0"/>
              <a:pathLst>
                <a:path w="26322" h="14243">
                  <a:moveTo>
                    <a:pt x="26322" y="0"/>
                  </a:moveTo>
                  <a:lnTo>
                    <a:pt x="0" y="142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0" name="Output_receptor__6019">
              <a:extLst>
                <a:ext uri="{FF2B5EF4-FFF2-40B4-BE49-F238E27FC236}">
                  <a16:creationId xmlns:a16="http://schemas.microsoft.com/office/drawing/2014/main" id="{EEFB5F3F-681C-4405-CE55-CD2A54B94D63}"/>
                </a:ext>
              </a:extLst>
            </p:cNvPr>
            <p:cNvSpPr>
              <a:spLocks noGrp="1"/>
            </p:cNvSpPr>
            <p:nvPr/>
          </p:nvSpPr>
          <p:spPr>
            <a:xfrm>
              <a:off x="15927798" y="2890736"/>
              <a:ext cx="27236" cy="65075"/>
            </a:xfrm>
            <a:custGeom>
              <a:avLst/>
              <a:gdLst/>
              <a:ahLst/>
              <a:cxnLst/>
              <a:rect l="0" t="0" r="0" b="0"/>
              <a:pathLst>
                <a:path w="27236" h="65075">
                  <a:moveTo>
                    <a:pt x="27236" y="6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1" name="Output_receptor__6020">
              <a:extLst>
                <a:ext uri="{FF2B5EF4-FFF2-40B4-BE49-F238E27FC236}">
                  <a16:creationId xmlns:a16="http://schemas.microsoft.com/office/drawing/2014/main" id="{92DC89CF-40A5-D19C-4385-5B2B9B4D2715}"/>
                </a:ext>
              </a:extLst>
            </p:cNvPr>
            <p:cNvSpPr>
              <a:spLocks noGrp="1"/>
            </p:cNvSpPr>
            <p:nvPr/>
          </p:nvSpPr>
          <p:spPr>
            <a:xfrm>
              <a:off x="15939634" y="3087389"/>
              <a:ext cx="24820" cy="21160"/>
            </a:xfrm>
            <a:custGeom>
              <a:avLst/>
              <a:gdLst/>
              <a:ahLst/>
              <a:cxnLst/>
              <a:rect l="0" t="0" r="0" b="0"/>
              <a:pathLst>
                <a:path w="24820" h="21160">
                  <a:moveTo>
                    <a:pt x="0" y="0"/>
                  </a:moveTo>
                  <a:lnTo>
                    <a:pt x="24820" y="2116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2" name="Output_receptor__6021">
              <a:extLst>
                <a:ext uri="{FF2B5EF4-FFF2-40B4-BE49-F238E27FC236}">
                  <a16:creationId xmlns:a16="http://schemas.microsoft.com/office/drawing/2014/main" id="{0C01AF1B-F2A1-FF25-5A28-85480FC7A912}"/>
                </a:ext>
              </a:extLst>
            </p:cNvPr>
            <p:cNvSpPr>
              <a:spLocks noGrp="1"/>
            </p:cNvSpPr>
            <p:nvPr/>
          </p:nvSpPr>
          <p:spPr>
            <a:xfrm>
              <a:off x="16057814" y="2743617"/>
              <a:ext cx="56766" cy="42454"/>
            </a:xfrm>
            <a:custGeom>
              <a:avLst/>
              <a:gdLst/>
              <a:ahLst/>
              <a:cxnLst/>
              <a:rect l="0" t="0" r="0" b="0"/>
              <a:pathLst>
                <a:path w="56766" h="42454">
                  <a:moveTo>
                    <a:pt x="0" y="42454"/>
                  </a:moveTo>
                  <a:lnTo>
                    <a:pt x="56766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3" name="Output_receptor__6022">
              <a:extLst>
                <a:ext uri="{FF2B5EF4-FFF2-40B4-BE49-F238E27FC236}">
                  <a16:creationId xmlns:a16="http://schemas.microsoft.com/office/drawing/2014/main" id="{E08643A1-771E-2D13-C9E4-78A2F4D02F70}"/>
                </a:ext>
              </a:extLst>
            </p:cNvPr>
            <p:cNvSpPr>
              <a:spLocks noGrp="1"/>
            </p:cNvSpPr>
            <p:nvPr/>
          </p:nvSpPr>
          <p:spPr>
            <a:xfrm>
              <a:off x="15013826" y="3156061"/>
              <a:ext cx="70503" cy="11209"/>
            </a:xfrm>
            <a:custGeom>
              <a:avLst/>
              <a:gdLst/>
              <a:ahLst/>
              <a:cxnLst/>
              <a:rect l="0" t="0" r="0" b="0"/>
              <a:pathLst>
                <a:path w="70503" h="11209">
                  <a:moveTo>
                    <a:pt x="0" y="11209"/>
                  </a:moveTo>
                  <a:lnTo>
                    <a:pt x="7050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4" name="Output_receptor__6023">
              <a:extLst>
                <a:ext uri="{FF2B5EF4-FFF2-40B4-BE49-F238E27FC236}">
                  <a16:creationId xmlns:a16="http://schemas.microsoft.com/office/drawing/2014/main" id="{B0997EEF-B5B5-965B-E498-4BD139537B3F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192"/>
              <a:ext cx="22225" cy="534"/>
            </a:xfrm>
            <a:custGeom>
              <a:avLst/>
              <a:gdLst/>
              <a:ahLst/>
              <a:cxnLst/>
              <a:rect l="0" t="0" r="0" b="0"/>
              <a:pathLst>
                <a:path w="22225" h="534">
                  <a:moveTo>
                    <a:pt x="22225" y="0"/>
                  </a:moveTo>
                  <a:lnTo>
                    <a:pt x="0" y="53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5" name="Output_receptor__6024">
              <a:extLst>
                <a:ext uri="{FF2B5EF4-FFF2-40B4-BE49-F238E27FC236}">
                  <a16:creationId xmlns:a16="http://schemas.microsoft.com/office/drawing/2014/main" id="{EACD2DBD-7EA2-E480-C71E-850C6B7145E2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97421"/>
              <a:ext cx="7443" cy="40252"/>
            </a:xfrm>
            <a:custGeom>
              <a:avLst/>
              <a:gdLst/>
              <a:ahLst/>
              <a:cxnLst/>
              <a:rect l="0" t="0" r="0" b="0"/>
              <a:pathLst>
                <a:path w="7443" h="40252">
                  <a:moveTo>
                    <a:pt x="7443" y="0"/>
                  </a:moveTo>
                  <a:lnTo>
                    <a:pt x="0" y="40252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6" name="Output_receptor__6025">
              <a:extLst>
                <a:ext uri="{FF2B5EF4-FFF2-40B4-BE49-F238E27FC236}">
                  <a16:creationId xmlns:a16="http://schemas.microsoft.com/office/drawing/2014/main" id="{13192C6D-60DA-16F6-F24E-6E3D55A90B1A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57916"/>
              <a:ext cx="15284" cy="40639"/>
            </a:xfrm>
            <a:custGeom>
              <a:avLst/>
              <a:gdLst/>
              <a:ahLst/>
              <a:cxnLst/>
              <a:rect l="0" t="0" r="0" b="0"/>
              <a:pathLst>
                <a:path w="15284" h="40639">
                  <a:moveTo>
                    <a:pt x="15284" y="406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7" name="Output_receptor__6026">
              <a:extLst>
                <a:ext uri="{FF2B5EF4-FFF2-40B4-BE49-F238E27FC236}">
                  <a16:creationId xmlns:a16="http://schemas.microsoft.com/office/drawing/2014/main" id="{399B2A14-B2C5-3A49-7313-42E1AEE34601}"/>
                </a:ext>
              </a:extLst>
            </p:cNvPr>
            <p:cNvSpPr>
              <a:spLocks noGrp="1"/>
            </p:cNvSpPr>
            <p:nvPr/>
          </p:nvSpPr>
          <p:spPr>
            <a:xfrm>
              <a:off x="15826932" y="2843629"/>
              <a:ext cx="50443" cy="51693"/>
            </a:xfrm>
            <a:custGeom>
              <a:avLst/>
              <a:gdLst/>
              <a:ahLst/>
              <a:cxnLst/>
              <a:rect l="0" t="0" r="0" b="0"/>
              <a:pathLst>
                <a:path w="50443" h="51693">
                  <a:moveTo>
                    <a:pt x="50443" y="0"/>
                  </a:moveTo>
                  <a:lnTo>
                    <a:pt x="0" y="5169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8" name="Output_receptor__6027">
              <a:extLst>
                <a:ext uri="{FF2B5EF4-FFF2-40B4-BE49-F238E27FC236}">
                  <a16:creationId xmlns:a16="http://schemas.microsoft.com/office/drawing/2014/main" id="{5EB8DA14-8E5A-5AEE-46CF-9635557F6996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130669"/>
              <a:ext cx="41903" cy="59068"/>
            </a:xfrm>
            <a:custGeom>
              <a:avLst/>
              <a:gdLst/>
              <a:ahLst/>
              <a:cxnLst/>
              <a:rect l="0" t="0" r="0" b="0"/>
              <a:pathLst>
                <a:path w="41903" h="59068">
                  <a:moveTo>
                    <a:pt x="41903" y="590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9" name="Output_receptor__6028">
              <a:extLst>
                <a:ext uri="{FF2B5EF4-FFF2-40B4-BE49-F238E27FC236}">
                  <a16:creationId xmlns:a16="http://schemas.microsoft.com/office/drawing/2014/main" id="{3BC19158-7B15-8065-2076-157B6663A2DD}"/>
                </a:ext>
              </a:extLst>
            </p:cNvPr>
            <p:cNvSpPr>
              <a:spLocks noGrp="1"/>
            </p:cNvSpPr>
            <p:nvPr/>
          </p:nvSpPr>
          <p:spPr>
            <a:xfrm>
              <a:off x="16114580" y="2743617"/>
              <a:ext cx="36345" cy="53804"/>
            </a:xfrm>
            <a:custGeom>
              <a:avLst/>
              <a:gdLst/>
              <a:ahLst/>
              <a:cxnLst/>
              <a:rect l="0" t="0" r="0" b="0"/>
              <a:pathLst>
                <a:path w="36345" h="53804">
                  <a:moveTo>
                    <a:pt x="0" y="0"/>
                  </a:moveTo>
                  <a:lnTo>
                    <a:pt x="36345" y="5380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0" name="Output_receptor__6029">
              <a:extLst>
                <a:ext uri="{FF2B5EF4-FFF2-40B4-BE49-F238E27FC236}">
                  <a16:creationId xmlns:a16="http://schemas.microsoft.com/office/drawing/2014/main" id="{46564B0D-0AEF-42B2-4230-CB4B9F9C6766}"/>
                </a:ext>
              </a:extLst>
            </p:cNvPr>
            <p:cNvSpPr>
              <a:spLocks noGrp="1"/>
            </p:cNvSpPr>
            <p:nvPr/>
          </p:nvSpPr>
          <p:spPr>
            <a:xfrm>
              <a:off x="15696719" y="3312877"/>
              <a:ext cx="12454" cy="50140"/>
            </a:xfrm>
            <a:custGeom>
              <a:avLst/>
              <a:gdLst/>
              <a:ahLst/>
              <a:cxnLst/>
              <a:rect l="0" t="0" r="0" b="0"/>
              <a:pathLst>
                <a:path w="12454" h="50140">
                  <a:moveTo>
                    <a:pt x="12454" y="0"/>
                  </a:moveTo>
                  <a:lnTo>
                    <a:pt x="0" y="5014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31" name="Output_receptor__6030">
              <a:extLst>
                <a:ext uri="{FF2B5EF4-FFF2-40B4-BE49-F238E27FC236}">
                  <a16:creationId xmlns:a16="http://schemas.microsoft.com/office/drawing/2014/main" id="{BF961D3F-AE49-1B7C-E140-C49273A4704D}"/>
                </a:ext>
              </a:extLst>
            </p:cNvPr>
            <p:cNvSpPr>
              <a:spLocks noGrp="1"/>
            </p:cNvSpPr>
            <p:nvPr/>
          </p:nvSpPr>
          <p:spPr>
            <a:xfrm>
              <a:off x="15695528" y="2814951"/>
              <a:ext cx="71895" cy="2289"/>
            </a:xfrm>
            <a:custGeom>
              <a:avLst/>
              <a:gdLst/>
              <a:ahLst/>
              <a:cxnLst/>
              <a:rect l="0" t="0" r="0" b="0"/>
              <a:pathLst>
                <a:path w="71895" h="2289">
                  <a:moveTo>
                    <a:pt x="0" y="2289"/>
                  </a:moveTo>
                  <a:lnTo>
                    <a:pt x="71895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2" name="Output_receptor__6031">
              <a:extLst>
                <a:ext uri="{FF2B5EF4-FFF2-40B4-BE49-F238E27FC236}">
                  <a16:creationId xmlns:a16="http://schemas.microsoft.com/office/drawing/2014/main" id="{F48FD54B-CAEC-067E-2F47-1582EFEB74DC}"/>
                </a:ext>
              </a:extLst>
            </p:cNvPr>
            <p:cNvSpPr>
              <a:spLocks noGrp="1"/>
            </p:cNvSpPr>
            <p:nvPr/>
          </p:nvSpPr>
          <p:spPr>
            <a:xfrm>
              <a:off x="14987040" y="3109408"/>
              <a:ext cx="26786" cy="57863"/>
            </a:xfrm>
            <a:custGeom>
              <a:avLst/>
              <a:gdLst/>
              <a:ahLst/>
              <a:cxnLst/>
              <a:rect l="0" t="0" r="0" b="0"/>
              <a:pathLst>
                <a:path w="26786" h="57863">
                  <a:moveTo>
                    <a:pt x="0" y="0"/>
                  </a:moveTo>
                  <a:lnTo>
                    <a:pt x="26786" y="5786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3" name="Output_receptor__6032">
              <a:extLst>
                <a:ext uri="{FF2B5EF4-FFF2-40B4-BE49-F238E27FC236}">
                  <a16:creationId xmlns:a16="http://schemas.microsoft.com/office/drawing/2014/main" id="{BB77AC25-01CB-4989-1C1C-81F7284AC167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087389"/>
              <a:ext cx="57233" cy="43280"/>
            </a:xfrm>
            <a:custGeom>
              <a:avLst/>
              <a:gdLst/>
              <a:ahLst/>
              <a:cxnLst/>
              <a:rect l="0" t="0" r="0" b="0"/>
              <a:pathLst>
                <a:path w="57233" h="43280">
                  <a:moveTo>
                    <a:pt x="0" y="43280"/>
                  </a:moveTo>
                  <a:lnTo>
                    <a:pt x="5723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4" name="Output_receptor__6033">
              <a:extLst>
                <a:ext uri="{FF2B5EF4-FFF2-40B4-BE49-F238E27FC236}">
                  <a16:creationId xmlns:a16="http://schemas.microsoft.com/office/drawing/2014/main" id="{E0868761-37A4-FB1B-39A3-9693D040B4CA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363017"/>
              <a:ext cx="38894" cy="41885"/>
            </a:xfrm>
            <a:custGeom>
              <a:avLst/>
              <a:gdLst/>
              <a:ahLst/>
              <a:cxnLst/>
              <a:rect l="0" t="0" r="0" b="0"/>
              <a:pathLst>
                <a:path w="38894" h="41885">
                  <a:moveTo>
                    <a:pt x="38894" y="0"/>
                  </a:moveTo>
                  <a:lnTo>
                    <a:pt x="0" y="41885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5" name="Output_receptor__6034">
              <a:extLst>
                <a:ext uri="{FF2B5EF4-FFF2-40B4-BE49-F238E27FC236}">
                  <a16:creationId xmlns:a16="http://schemas.microsoft.com/office/drawing/2014/main" id="{6ABD6A3F-CFEC-EBED-F7F2-F2F72CCAB8B6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55811"/>
              <a:ext cx="36948" cy="42698"/>
            </a:xfrm>
            <a:custGeom>
              <a:avLst/>
              <a:gdLst/>
              <a:ahLst/>
              <a:cxnLst/>
              <a:rect l="0" t="0" r="0" b="0"/>
              <a:pathLst>
                <a:path w="36948" h="42698">
                  <a:moveTo>
                    <a:pt x="0" y="42698"/>
                  </a:moveTo>
                  <a:lnTo>
                    <a:pt x="36948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6" name="Output_receptor__6035">
              <a:extLst>
                <a:ext uri="{FF2B5EF4-FFF2-40B4-BE49-F238E27FC236}">
                  <a16:creationId xmlns:a16="http://schemas.microsoft.com/office/drawing/2014/main" id="{56629F19-E4F9-40DE-4091-E7B88023C6FE}"/>
                </a:ext>
              </a:extLst>
            </p:cNvPr>
            <p:cNvSpPr>
              <a:spLocks noGrp="1"/>
            </p:cNvSpPr>
            <p:nvPr/>
          </p:nvSpPr>
          <p:spPr>
            <a:xfrm>
              <a:off x="14970918" y="2922192"/>
              <a:ext cx="59380" cy="36807"/>
            </a:xfrm>
            <a:custGeom>
              <a:avLst/>
              <a:gdLst/>
              <a:ahLst/>
              <a:cxnLst/>
              <a:rect l="0" t="0" r="0" b="0"/>
              <a:pathLst>
                <a:path w="59380" h="36807">
                  <a:moveTo>
                    <a:pt x="59380" y="368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7" name="Output_receptor__6036">
              <a:extLst>
                <a:ext uri="{FF2B5EF4-FFF2-40B4-BE49-F238E27FC236}">
                  <a16:creationId xmlns:a16="http://schemas.microsoft.com/office/drawing/2014/main" id="{0E061459-8993-F826-EBDC-A8843628DB39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967" cy="30652"/>
            </a:xfrm>
            <a:custGeom>
              <a:avLst/>
              <a:gdLst/>
              <a:ahLst/>
              <a:cxnLst/>
              <a:rect l="0" t="0" r="0" b="0"/>
              <a:pathLst>
                <a:path w="37967" h="30652">
                  <a:moveTo>
                    <a:pt x="37967" y="30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8" name="Output_receptor__6037">
              <a:extLst>
                <a:ext uri="{FF2B5EF4-FFF2-40B4-BE49-F238E27FC236}">
                  <a16:creationId xmlns:a16="http://schemas.microsoft.com/office/drawing/2014/main" id="{34932316-3BC3-12F3-B5CA-0C65F0BC0B3F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59266" cy="6441"/>
            </a:xfrm>
            <a:custGeom>
              <a:avLst/>
              <a:gdLst/>
              <a:ahLst/>
              <a:cxnLst/>
              <a:rect l="0" t="0" r="0" b="0"/>
              <a:pathLst>
                <a:path w="59266" h="6441">
                  <a:moveTo>
                    <a:pt x="0" y="0"/>
                  </a:moveTo>
                  <a:lnTo>
                    <a:pt x="59266" y="6441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9" name="Output_receptor__6038">
              <a:extLst>
                <a:ext uri="{FF2B5EF4-FFF2-40B4-BE49-F238E27FC236}">
                  <a16:creationId xmlns:a16="http://schemas.microsoft.com/office/drawing/2014/main" id="{DE1055CF-60BA-186C-1A38-95ADAE386EEF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24005"/>
              <a:ext cx="14946" cy="45545"/>
            </a:xfrm>
            <a:custGeom>
              <a:avLst/>
              <a:gdLst/>
              <a:ahLst/>
              <a:cxnLst/>
              <a:rect l="0" t="0" r="0" b="0"/>
              <a:pathLst>
                <a:path w="14946" h="45545">
                  <a:moveTo>
                    <a:pt x="0" y="45545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0" name="Output_receptor__6039">
              <a:extLst>
                <a:ext uri="{FF2B5EF4-FFF2-40B4-BE49-F238E27FC236}">
                  <a16:creationId xmlns:a16="http://schemas.microsoft.com/office/drawing/2014/main" id="{ABABCD29-6838-09D5-8EFD-66F9965EBCA4}"/>
                </a:ext>
              </a:extLst>
            </p:cNvPr>
            <p:cNvSpPr>
              <a:spLocks noGrp="1"/>
            </p:cNvSpPr>
            <p:nvPr/>
          </p:nvSpPr>
          <p:spPr>
            <a:xfrm>
              <a:off x="15856514" y="3367819"/>
              <a:ext cx="10310" cy="12551"/>
            </a:xfrm>
            <a:custGeom>
              <a:avLst/>
              <a:gdLst/>
              <a:ahLst/>
              <a:cxnLst/>
              <a:rect l="0" t="0" r="0" b="0"/>
              <a:pathLst>
                <a:path w="10310" h="12551">
                  <a:moveTo>
                    <a:pt x="0" y="12551"/>
                  </a:moveTo>
                  <a:lnTo>
                    <a:pt x="1031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1" name="Output_receptor__6040">
              <a:extLst>
                <a:ext uri="{FF2B5EF4-FFF2-40B4-BE49-F238E27FC236}">
                  <a16:creationId xmlns:a16="http://schemas.microsoft.com/office/drawing/2014/main" id="{8272AB15-312C-CCD8-3C55-83CD4CFA8BCB}"/>
                </a:ext>
              </a:extLst>
            </p:cNvPr>
            <p:cNvSpPr>
              <a:spLocks noGrp="1"/>
            </p:cNvSpPr>
            <p:nvPr/>
          </p:nvSpPr>
          <p:spPr>
            <a:xfrm>
              <a:off x="15078803" y="2888238"/>
              <a:ext cx="58057" cy="12589"/>
            </a:xfrm>
            <a:custGeom>
              <a:avLst/>
              <a:gdLst/>
              <a:ahLst/>
              <a:cxnLst/>
              <a:rect l="0" t="0" r="0" b="0"/>
              <a:pathLst>
                <a:path w="58057" h="12589">
                  <a:moveTo>
                    <a:pt x="58057" y="12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2" name="Output_receptor__6041">
              <a:extLst>
                <a:ext uri="{FF2B5EF4-FFF2-40B4-BE49-F238E27FC236}">
                  <a16:creationId xmlns:a16="http://schemas.microsoft.com/office/drawing/2014/main" id="{CE2BDCFD-5B1E-68CF-886E-FD514AFEC3E5}"/>
                </a:ext>
              </a:extLst>
            </p:cNvPr>
            <p:cNvSpPr>
              <a:spLocks noGrp="1"/>
            </p:cNvSpPr>
            <p:nvPr/>
          </p:nvSpPr>
          <p:spPr>
            <a:xfrm>
              <a:off x="15531109" y="2999247"/>
              <a:ext cx="13083" cy="69265"/>
            </a:xfrm>
            <a:custGeom>
              <a:avLst/>
              <a:gdLst/>
              <a:ahLst/>
              <a:cxnLst/>
              <a:rect l="0" t="0" r="0" b="0"/>
              <a:pathLst>
                <a:path w="13083" h="69265">
                  <a:moveTo>
                    <a:pt x="13083" y="692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3" name="Output_receptor__6042">
              <a:extLst>
                <a:ext uri="{FF2B5EF4-FFF2-40B4-BE49-F238E27FC236}">
                  <a16:creationId xmlns:a16="http://schemas.microsoft.com/office/drawing/2014/main" id="{D82A1EEC-6E6E-78E5-EBF8-70EA7561F31D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2999247"/>
              <a:ext cx="71216" cy="10256"/>
            </a:xfrm>
            <a:custGeom>
              <a:avLst/>
              <a:gdLst/>
              <a:ahLst/>
              <a:cxnLst/>
              <a:rect l="0" t="0" r="0" b="0"/>
              <a:pathLst>
                <a:path w="71216" h="10256">
                  <a:moveTo>
                    <a:pt x="71216" y="0"/>
                  </a:moveTo>
                  <a:lnTo>
                    <a:pt x="0" y="10256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4" name="Output_receptor__6043">
              <a:extLst>
                <a:ext uri="{FF2B5EF4-FFF2-40B4-BE49-F238E27FC236}">
                  <a16:creationId xmlns:a16="http://schemas.microsoft.com/office/drawing/2014/main" id="{0104D5F8-8A69-C983-69B9-7E08C2A11FDE}"/>
                </a:ext>
              </a:extLst>
            </p:cNvPr>
            <p:cNvSpPr>
              <a:spLocks noGrp="1"/>
            </p:cNvSpPr>
            <p:nvPr/>
          </p:nvSpPr>
          <p:spPr>
            <a:xfrm>
              <a:off x="15924305" y="3174783"/>
              <a:ext cx="40719" cy="14954"/>
            </a:xfrm>
            <a:custGeom>
              <a:avLst/>
              <a:gdLst/>
              <a:ahLst/>
              <a:cxnLst/>
              <a:rect l="0" t="0" r="0" b="0"/>
              <a:pathLst>
                <a:path w="40719" h="14954">
                  <a:moveTo>
                    <a:pt x="40719" y="0"/>
                  </a:moveTo>
                  <a:lnTo>
                    <a:pt x="0" y="14954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5" name="Output_receptor__6044">
              <a:extLst>
                <a:ext uri="{FF2B5EF4-FFF2-40B4-BE49-F238E27FC236}">
                  <a16:creationId xmlns:a16="http://schemas.microsoft.com/office/drawing/2014/main" id="{1C12A7EE-A1BE-AC4C-D808-3E1006AD1CEE}"/>
                </a:ext>
              </a:extLst>
            </p:cNvPr>
            <p:cNvSpPr>
              <a:spLocks noGrp="1"/>
            </p:cNvSpPr>
            <p:nvPr/>
          </p:nvSpPr>
          <p:spPr>
            <a:xfrm>
              <a:off x="15874813" y="2843299"/>
              <a:ext cx="2561" cy="330"/>
            </a:xfrm>
            <a:custGeom>
              <a:avLst/>
              <a:gdLst/>
              <a:ahLst/>
              <a:cxnLst/>
              <a:rect l="0" t="0" r="0" b="0"/>
              <a:pathLst>
                <a:path w="2561" h="330">
                  <a:moveTo>
                    <a:pt x="0" y="0"/>
                  </a:moveTo>
                  <a:lnTo>
                    <a:pt x="2561" y="33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6" name="Output_receptor__6045">
              <a:extLst>
                <a:ext uri="{FF2B5EF4-FFF2-40B4-BE49-F238E27FC236}">
                  <a16:creationId xmlns:a16="http://schemas.microsoft.com/office/drawing/2014/main" id="{580E9B1D-5BAB-8846-7478-068F70FE9B0B}"/>
                </a:ext>
              </a:extLst>
            </p:cNvPr>
            <p:cNvSpPr>
              <a:spLocks noGrp="1"/>
            </p:cNvSpPr>
            <p:nvPr/>
          </p:nvSpPr>
          <p:spPr>
            <a:xfrm>
              <a:off x="15767423" y="2814951"/>
              <a:ext cx="35242" cy="19430"/>
            </a:xfrm>
            <a:custGeom>
              <a:avLst/>
              <a:gdLst/>
              <a:ahLst/>
              <a:cxnLst/>
              <a:rect l="0" t="0" r="0" b="0"/>
              <a:pathLst>
                <a:path w="35242" h="19430">
                  <a:moveTo>
                    <a:pt x="0" y="0"/>
                  </a:moveTo>
                  <a:lnTo>
                    <a:pt x="35242" y="1943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7" name="Output_receptor__6046">
              <a:extLst>
                <a:ext uri="{FF2B5EF4-FFF2-40B4-BE49-F238E27FC236}">
                  <a16:creationId xmlns:a16="http://schemas.microsoft.com/office/drawing/2014/main" id="{00A5003C-FF3A-D152-DC70-D907AF2B8385}"/>
                </a:ext>
              </a:extLst>
            </p:cNvPr>
            <p:cNvSpPr>
              <a:spLocks noGrp="1"/>
            </p:cNvSpPr>
            <p:nvPr/>
          </p:nvSpPr>
          <p:spPr>
            <a:xfrm>
              <a:off x="15532817" y="2881253"/>
              <a:ext cx="51913" cy="17302"/>
            </a:xfrm>
            <a:custGeom>
              <a:avLst/>
              <a:gdLst/>
              <a:ahLst/>
              <a:cxnLst/>
              <a:rect l="0" t="0" r="0" b="0"/>
              <a:pathLst>
                <a:path w="51913" h="17302">
                  <a:moveTo>
                    <a:pt x="51913" y="0"/>
                  </a:moveTo>
                  <a:lnTo>
                    <a:pt x="0" y="1730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8" name="Output_receptor__6047">
              <a:extLst>
                <a:ext uri="{FF2B5EF4-FFF2-40B4-BE49-F238E27FC236}">
                  <a16:creationId xmlns:a16="http://schemas.microsoft.com/office/drawing/2014/main" id="{8BE740E6-9484-DB82-59C8-8D38F8C57818}"/>
                </a:ext>
              </a:extLst>
            </p:cNvPr>
            <p:cNvSpPr>
              <a:spLocks noGrp="1"/>
            </p:cNvSpPr>
            <p:nvPr/>
          </p:nvSpPr>
          <p:spPr>
            <a:xfrm>
              <a:off x="15070519" y="3212349"/>
              <a:ext cx="68917" cy="11656"/>
            </a:xfrm>
            <a:custGeom>
              <a:avLst/>
              <a:gdLst/>
              <a:ahLst/>
              <a:cxnLst/>
              <a:rect l="0" t="0" r="0" b="0"/>
              <a:pathLst>
                <a:path w="68917" h="11656">
                  <a:moveTo>
                    <a:pt x="68917" y="11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9" name="Output_receptor__6048">
              <a:extLst>
                <a:ext uri="{FF2B5EF4-FFF2-40B4-BE49-F238E27FC236}">
                  <a16:creationId xmlns:a16="http://schemas.microsoft.com/office/drawing/2014/main" id="{47125F1E-52AE-BD16-63BA-D52CBBD1FA0A}"/>
                </a:ext>
              </a:extLst>
            </p:cNvPr>
            <p:cNvSpPr>
              <a:spLocks noGrp="1"/>
            </p:cNvSpPr>
            <p:nvPr/>
          </p:nvSpPr>
          <p:spPr>
            <a:xfrm>
              <a:off x="15005550" y="3212349"/>
              <a:ext cx="64969" cy="26312"/>
            </a:xfrm>
            <a:custGeom>
              <a:avLst/>
              <a:gdLst/>
              <a:ahLst/>
              <a:cxnLst/>
              <a:rect l="0" t="0" r="0" b="0"/>
              <a:pathLst>
                <a:path w="64969" h="26312">
                  <a:moveTo>
                    <a:pt x="64969" y="0"/>
                  </a:moveTo>
                  <a:lnTo>
                    <a:pt x="0" y="2631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0" name="Output_receptor__6049">
              <a:extLst>
                <a:ext uri="{FF2B5EF4-FFF2-40B4-BE49-F238E27FC236}">
                  <a16:creationId xmlns:a16="http://schemas.microsoft.com/office/drawing/2014/main" id="{14EB18F5-7EBC-C153-F73B-216CBD04F8BB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3009504"/>
              <a:ext cx="1216" cy="42950"/>
            </a:xfrm>
            <a:custGeom>
              <a:avLst/>
              <a:gdLst/>
              <a:ahLst/>
              <a:cxnLst/>
              <a:rect l="0" t="0" r="0" b="0"/>
              <a:pathLst>
                <a:path w="1216" h="42950">
                  <a:moveTo>
                    <a:pt x="0" y="0"/>
                  </a:moveTo>
                  <a:lnTo>
                    <a:pt x="1216" y="4295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1" name="Output_receptor__6050">
              <a:extLst>
                <a:ext uri="{FF2B5EF4-FFF2-40B4-BE49-F238E27FC236}">
                  <a16:creationId xmlns:a16="http://schemas.microsoft.com/office/drawing/2014/main" id="{D63CBD5F-2F82-683E-6BA3-BBD4015AD412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86009"/>
              <a:ext cx="44438" cy="52652"/>
            </a:xfrm>
            <a:custGeom>
              <a:avLst/>
              <a:gdLst/>
              <a:ahLst/>
              <a:cxnLst/>
              <a:rect l="0" t="0" r="0" b="0"/>
              <a:pathLst>
                <a:path w="44438" h="52652">
                  <a:moveTo>
                    <a:pt x="44438" y="526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2" name="Output_receptor__6051">
              <a:extLst>
                <a:ext uri="{FF2B5EF4-FFF2-40B4-BE49-F238E27FC236}">
                  <a16:creationId xmlns:a16="http://schemas.microsoft.com/office/drawing/2014/main" id="{2D1964E1-57CB-D6EA-6048-DB9809A0386E}"/>
                </a:ext>
              </a:extLst>
            </p:cNvPr>
            <p:cNvSpPr>
              <a:spLocks noGrp="1"/>
            </p:cNvSpPr>
            <p:nvPr/>
          </p:nvSpPr>
          <p:spPr>
            <a:xfrm>
              <a:off x="14961596" y="3109408"/>
              <a:ext cx="25444" cy="110"/>
            </a:xfrm>
            <a:custGeom>
              <a:avLst/>
              <a:gdLst/>
              <a:ahLst/>
              <a:cxnLst/>
              <a:rect l="0" t="0" r="0" b="0"/>
              <a:pathLst>
                <a:path w="25444" h="110">
                  <a:moveTo>
                    <a:pt x="0" y="110"/>
                  </a:moveTo>
                  <a:lnTo>
                    <a:pt x="25444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3" name="Output_receptor__6052">
              <a:extLst>
                <a:ext uri="{FF2B5EF4-FFF2-40B4-BE49-F238E27FC236}">
                  <a16:creationId xmlns:a16="http://schemas.microsoft.com/office/drawing/2014/main" id="{828265CD-56F5-37A8-DB3C-386F5F93B5D4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98510"/>
              <a:ext cx="37435" cy="15835"/>
            </a:xfrm>
            <a:custGeom>
              <a:avLst/>
              <a:gdLst/>
              <a:ahLst/>
              <a:cxnLst/>
              <a:rect l="0" t="0" r="0" b="0"/>
              <a:pathLst>
                <a:path w="37435" h="15835">
                  <a:moveTo>
                    <a:pt x="37435" y="15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4" name="Output_receptor__6053">
              <a:extLst>
                <a:ext uri="{FF2B5EF4-FFF2-40B4-BE49-F238E27FC236}">
                  <a16:creationId xmlns:a16="http://schemas.microsoft.com/office/drawing/2014/main" id="{619AB3DE-5908-35D8-811C-EF27EA46BB31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8240"/>
              <a:ext cx="36674" cy="8036"/>
            </a:xfrm>
            <a:custGeom>
              <a:avLst/>
              <a:gdLst/>
              <a:ahLst/>
              <a:cxnLst/>
              <a:rect l="0" t="0" r="0" b="0"/>
              <a:pathLst>
                <a:path w="36674" h="8036">
                  <a:moveTo>
                    <a:pt x="36674" y="0"/>
                  </a:moveTo>
                  <a:lnTo>
                    <a:pt x="0" y="8036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5" name="Output_receptor__6054">
              <a:extLst>
                <a:ext uri="{FF2B5EF4-FFF2-40B4-BE49-F238E27FC236}">
                  <a16:creationId xmlns:a16="http://schemas.microsoft.com/office/drawing/2014/main" id="{97C9AFC3-81C0-86D5-716C-DAA2CCA0F326}"/>
                </a:ext>
              </a:extLst>
            </p:cNvPr>
            <p:cNvSpPr>
              <a:spLocks noGrp="1"/>
            </p:cNvSpPr>
            <p:nvPr/>
          </p:nvSpPr>
          <p:spPr>
            <a:xfrm>
              <a:off x="15866823" y="3367819"/>
              <a:ext cx="43325" cy="45413"/>
            </a:xfrm>
            <a:custGeom>
              <a:avLst/>
              <a:gdLst/>
              <a:ahLst/>
              <a:cxnLst/>
              <a:rect l="0" t="0" r="0" b="0"/>
              <a:pathLst>
                <a:path w="43325" h="45413">
                  <a:moveTo>
                    <a:pt x="0" y="0"/>
                  </a:moveTo>
                  <a:lnTo>
                    <a:pt x="43325" y="4541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6" name="Output_receptor__6055">
              <a:extLst>
                <a:ext uri="{FF2B5EF4-FFF2-40B4-BE49-F238E27FC236}">
                  <a16:creationId xmlns:a16="http://schemas.microsoft.com/office/drawing/2014/main" id="{B2BEA63B-AA48-0E80-39AA-C11C053C642C}"/>
                </a:ext>
              </a:extLst>
            </p:cNvPr>
            <p:cNvSpPr>
              <a:spLocks noGrp="1"/>
            </p:cNvSpPr>
            <p:nvPr/>
          </p:nvSpPr>
          <p:spPr>
            <a:xfrm>
              <a:off x="15802666" y="2834381"/>
              <a:ext cx="72148" cy="8918"/>
            </a:xfrm>
            <a:custGeom>
              <a:avLst/>
              <a:gdLst/>
              <a:ahLst/>
              <a:cxnLst/>
              <a:rect l="0" t="0" r="0" b="0"/>
              <a:pathLst>
                <a:path w="72148" h="8918">
                  <a:moveTo>
                    <a:pt x="0" y="0"/>
                  </a:moveTo>
                  <a:lnTo>
                    <a:pt x="72148" y="8918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7" name="Output_receptor__6056">
              <a:extLst>
                <a:ext uri="{FF2B5EF4-FFF2-40B4-BE49-F238E27FC236}">
                  <a16:creationId xmlns:a16="http://schemas.microsoft.com/office/drawing/2014/main" id="{312DA1D2-8B1F-631B-80FC-098522F500A5}"/>
                </a:ext>
              </a:extLst>
            </p:cNvPr>
            <p:cNvSpPr>
              <a:spLocks noGrp="1"/>
            </p:cNvSpPr>
            <p:nvPr/>
          </p:nvSpPr>
          <p:spPr>
            <a:xfrm>
              <a:off x="15584730" y="2881253"/>
              <a:ext cx="49186" cy="52439"/>
            </a:xfrm>
            <a:custGeom>
              <a:avLst/>
              <a:gdLst/>
              <a:ahLst/>
              <a:cxnLst/>
              <a:rect l="0" t="0" r="0" b="0"/>
              <a:pathLst>
                <a:path w="49186" h="52439">
                  <a:moveTo>
                    <a:pt x="49186" y="52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8" name="Output_receptor__6057">
              <a:extLst>
                <a:ext uri="{FF2B5EF4-FFF2-40B4-BE49-F238E27FC236}">
                  <a16:creationId xmlns:a16="http://schemas.microsoft.com/office/drawing/2014/main" id="{854ECACF-F5AB-E430-9FF3-AD8C96E2031B}"/>
                </a:ext>
              </a:extLst>
            </p:cNvPr>
            <p:cNvSpPr>
              <a:spLocks noGrp="1"/>
            </p:cNvSpPr>
            <p:nvPr/>
          </p:nvSpPr>
          <p:spPr>
            <a:xfrm>
              <a:off x="15906478" y="3157002"/>
              <a:ext cx="58546" cy="17781"/>
            </a:xfrm>
            <a:custGeom>
              <a:avLst/>
              <a:gdLst/>
              <a:ahLst/>
              <a:cxnLst/>
              <a:rect l="0" t="0" r="0" b="0"/>
              <a:pathLst>
                <a:path w="58546" h="17781">
                  <a:moveTo>
                    <a:pt x="0" y="0"/>
                  </a:moveTo>
                  <a:lnTo>
                    <a:pt x="58546" y="17781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9" name="Output_receptor__6058">
              <a:extLst>
                <a:ext uri="{FF2B5EF4-FFF2-40B4-BE49-F238E27FC236}">
                  <a16:creationId xmlns:a16="http://schemas.microsoft.com/office/drawing/2014/main" id="{025E73FD-FEAD-ADF7-2409-9C1FEAFA7435}"/>
                </a:ext>
              </a:extLst>
            </p:cNvPr>
            <p:cNvSpPr>
              <a:spLocks noGrp="1"/>
            </p:cNvSpPr>
            <p:nvPr/>
          </p:nvSpPr>
          <p:spPr>
            <a:xfrm>
              <a:off x="15576329" y="3025421"/>
              <a:ext cx="53559" cy="48023"/>
            </a:xfrm>
            <a:custGeom>
              <a:avLst/>
              <a:gdLst/>
              <a:ahLst/>
              <a:cxnLst/>
              <a:rect l="0" t="0" r="0" b="0"/>
              <a:pathLst>
                <a:path w="53559" h="48023">
                  <a:moveTo>
                    <a:pt x="0" y="0"/>
                  </a:moveTo>
                  <a:lnTo>
                    <a:pt x="53559" y="4802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0" name="Output_receptor__6059">
              <a:extLst>
                <a:ext uri="{FF2B5EF4-FFF2-40B4-BE49-F238E27FC236}">
                  <a16:creationId xmlns:a16="http://schemas.microsoft.com/office/drawing/2014/main" id="{E5194AA5-C972-1D3C-7EC1-604B631F76E0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157002"/>
              <a:ext cx="31879" cy="61620"/>
            </a:xfrm>
            <a:custGeom>
              <a:avLst/>
              <a:gdLst/>
              <a:ahLst/>
              <a:cxnLst/>
              <a:rect l="0" t="0" r="0" b="0"/>
              <a:pathLst>
                <a:path w="31879" h="61620">
                  <a:moveTo>
                    <a:pt x="0" y="61620"/>
                  </a:moveTo>
                  <a:lnTo>
                    <a:pt x="31879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1" name="Output_receptor__6060">
              <a:extLst>
                <a:ext uri="{FF2B5EF4-FFF2-40B4-BE49-F238E27FC236}">
                  <a16:creationId xmlns:a16="http://schemas.microsoft.com/office/drawing/2014/main" id="{40B3EE29-38EF-3C22-6F49-0D0EC4E2F09D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218623"/>
              <a:ext cx="58217" cy="36301"/>
            </a:xfrm>
            <a:custGeom>
              <a:avLst/>
              <a:gdLst/>
              <a:ahLst/>
              <a:cxnLst/>
              <a:rect l="0" t="0" r="0" b="0"/>
              <a:pathLst>
                <a:path w="58217" h="36301">
                  <a:moveTo>
                    <a:pt x="58217" y="36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2" name="Output_receptor__6061">
              <a:extLst>
                <a:ext uri="{FF2B5EF4-FFF2-40B4-BE49-F238E27FC236}">
                  <a16:creationId xmlns:a16="http://schemas.microsoft.com/office/drawing/2014/main" id="{D36D3CF3-C1CF-5BE7-6D68-796476BF507E}"/>
                </a:ext>
              </a:extLst>
            </p:cNvPr>
            <p:cNvSpPr>
              <a:spLocks noGrp="1"/>
            </p:cNvSpPr>
            <p:nvPr/>
          </p:nvSpPr>
          <p:spPr>
            <a:xfrm>
              <a:off x="15629888" y="3025016"/>
              <a:ext cx="51497" cy="48427"/>
            </a:xfrm>
            <a:custGeom>
              <a:avLst/>
              <a:gdLst/>
              <a:ahLst/>
              <a:cxnLst/>
              <a:rect l="0" t="0" r="0" b="0"/>
              <a:pathLst>
                <a:path w="51497" h="48427">
                  <a:moveTo>
                    <a:pt x="0" y="48427"/>
                  </a:moveTo>
                  <a:lnTo>
                    <a:pt x="51497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3" name="Output_receptor__6062">
              <a:extLst>
                <a:ext uri="{FF2B5EF4-FFF2-40B4-BE49-F238E27FC236}">
                  <a16:creationId xmlns:a16="http://schemas.microsoft.com/office/drawing/2014/main" id="{AED0274F-6F31-4584-B8BD-0A2D1BF14C00}"/>
                </a:ext>
              </a:extLst>
            </p:cNvPr>
            <p:cNvSpPr>
              <a:spLocks noGrp="1"/>
            </p:cNvSpPr>
            <p:nvPr/>
          </p:nvSpPr>
          <p:spPr>
            <a:xfrm>
              <a:off x="15633917" y="2925945"/>
              <a:ext cx="57697" cy="7746"/>
            </a:xfrm>
            <a:custGeom>
              <a:avLst/>
              <a:gdLst/>
              <a:ahLst/>
              <a:cxnLst/>
              <a:rect l="0" t="0" r="0" b="0"/>
              <a:pathLst>
                <a:path w="57697" h="7746">
                  <a:moveTo>
                    <a:pt x="57697" y="0"/>
                  </a:moveTo>
                  <a:lnTo>
                    <a:pt x="0" y="7746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4" name="Output_receptor__6063">
              <a:extLst>
                <a:ext uri="{FF2B5EF4-FFF2-40B4-BE49-F238E27FC236}">
                  <a16:creationId xmlns:a16="http://schemas.microsoft.com/office/drawing/2014/main" id="{16832F5F-6AC0-809C-A7A5-04B5CDABEE1E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65224"/>
              <a:ext cx="26560" cy="20784"/>
            </a:xfrm>
            <a:custGeom>
              <a:avLst/>
              <a:gdLst/>
              <a:ahLst/>
              <a:cxnLst/>
              <a:rect l="0" t="0" r="0" b="0"/>
              <a:pathLst>
                <a:path w="26560" h="20784">
                  <a:moveTo>
                    <a:pt x="0" y="20784"/>
                  </a:moveTo>
                  <a:lnTo>
                    <a:pt x="26560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5" name="Output_receptor__6064">
              <a:extLst>
                <a:ext uri="{FF2B5EF4-FFF2-40B4-BE49-F238E27FC236}">
                  <a16:creationId xmlns:a16="http://schemas.microsoft.com/office/drawing/2014/main" id="{07AF613A-A01F-7178-537C-FAB0253CAA72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8098" cy="72081"/>
            </a:xfrm>
            <a:custGeom>
              <a:avLst/>
              <a:gdLst/>
              <a:ahLst/>
              <a:cxnLst/>
              <a:rect l="0" t="0" r="0" b="0"/>
              <a:pathLst>
                <a:path w="8098" h="72081">
                  <a:moveTo>
                    <a:pt x="0" y="0"/>
                  </a:moveTo>
                  <a:lnTo>
                    <a:pt x="8098" y="7208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6" name="Output_receptor__6065">
              <a:extLst>
                <a:ext uri="{FF2B5EF4-FFF2-40B4-BE49-F238E27FC236}">
                  <a16:creationId xmlns:a16="http://schemas.microsoft.com/office/drawing/2014/main" id="{E5FC51EE-402D-88A3-3BAF-370D5A0031DF}"/>
                </a:ext>
              </a:extLst>
            </p:cNvPr>
            <p:cNvSpPr>
              <a:spLocks noGrp="1"/>
            </p:cNvSpPr>
            <p:nvPr/>
          </p:nvSpPr>
          <p:spPr>
            <a:xfrm>
              <a:off x="15516350" y="3025421"/>
              <a:ext cx="59979" cy="143"/>
            </a:xfrm>
            <a:custGeom>
              <a:avLst/>
              <a:gdLst/>
              <a:ahLst/>
              <a:cxnLst/>
              <a:rect l="0" t="0" r="0" b="0"/>
              <a:pathLst>
                <a:path w="59979" h="143">
                  <a:moveTo>
                    <a:pt x="0" y="143"/>
                  </a:moveTo>
                  <a:lnTo>
                    <a:pt x="59979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7" name="Output_receptor__6066">
              <a:extLst>
                <a:ext uri="{FF2B5EF4-FFF2-40B4-BE49-F238E27FC236}">
                  <a16:creationId xmlns:a16="http://schemas.microsoft.com/office/drawing/2014/main" id="{20C26820-4ADB-B567-D72C-DAEC200E8AE9}"/>
                </a:ext>
              </a:extLst>
            </p:cNvPr>
            <p:cNvSpPr>
              <a:spLocks noGrp="1"/>
            </p:cNvSpPr>
            <p:nvPr/>
          </p:nvSpPr>
          <p:spPr>
            <a:xfrm>
              <a:off x="15461108" y="3025563"/>
              <a:ext cx="55242" cy="26890"/>
            </a:xfrm>
            <a:custGeom>
              <a:avLst/>
              <a:gdLst/>
              <a:ahLst/>
              <a:cxnLst/>
              <a:rect l="0" t="0" r="0" b="0"/>
              <a:pathLst>
                <a:path w="55242" h="26890">
                  <a:moveTo>
                    <a:pt x="0" y="26890"/>
                  </a:moveTo>
                  <a:lnTo>
                    <a:pt x="55242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8" name="Output_receptor__6067">
              <a:extLst>
                <a:ext uri="{FF2B5EF4-FFF2-40B4-BE49-F238E27FC236}">
                  <a16:creationId xmlns:a16="http://schemas.microsoft.com/office/drawing/2014/main" id="{B1D07CB7-994C-98BD-44FA-261907993F3F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89461"/>
              <a:ext cx="17544" cy="68639"/>
            </a:xfrm>
            <a:custGeom>
              <a:avLst/>
              <a:gdLst/>
              <a:ahLst/>
              <a:cxnLst/>
              <a:rect l="0" t="0" r="0" b="0"/>
              <a:pathLst>
                <a:path w="17544" h="68639">
                  <a:moveTo>
                    <a:pt x="17544" y="68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9" name="Output_receptor__6068">
              <a:extLst>
                <a:ext uri="{FF2B5EF4-FFF2-40B4-BE49-F238E27FC236}">
                  <a16:creationId xmlns:a16="http://schemas.microsoft.com/office/drawing/2014/main" id="{060D26DE-6259-564D-0792-3F2F192E91B7}"/>
                </a:ext>
              </a:extLst>
            </p:cNvPr>
            <p:cNvSpPr>
              <a:spLocks noGrp="1"/>
            </p:cNvSpPr>
            <p:nvPr/>
          </p:nvSpPr>
          <p:spPr>
            <a:xfrm>
              <a:off x="15856670" y="3413231"/>
              <a:ext cx="53479" cy="20317"/>
            </a:xfrm>
            <a:custGeom>
              <a:avLst/>
              <a:gdLst/>
              <a:ahLst/>
              <a:cxnLst/>
              <a:rect l="0" t="0" r="0" b="0"/>
              <a:pathLst>
                <a:path w="53479" h="20317">
                  <a:moveTo>
                    <a:pt x="53479" y="0"/>
                  </a:moveTo>
                  <a:lnTo>
                    <a:pt x="0" y="20317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0" name="Output_receptor__6069">
              <a:extLst>
                <a:ext uri="{FF2B5EF4-FFF2-40B4-BE49-F238E27FC236}">
                  <a16:creationId xmlns:a16="http://schemas.microsoft.com/office/drawing/2014/main" id="{7D41962B-EDD4-73BA-BAB3-E48CB9E8225C}"/>
                </a:ext>
              </a:extLst>
            </p:cNvPr>
            <p:cNvSpPr>
              <a:spLocks noGrp="1"/>
            </p:cNvSpPr>
            <p:nvPr/>
          </p:nvSpPr>
          <p:spPr>
            <a:xfrm>
              <a:off x="15136609" y="2989444"/>
              <a:ext cx="11266" cy="68995"/>
            </a:xfrm>
            <a:custGeom>
              <a:avLst/>
              <a:gdLst/>
              <a:ahLst/>
              <a:cxnLst/>
              <a:rect l="0" t="0" r="0" b="0"/>
              <a:pathLst>
                <a:path w="11266" h="68995">
                  <a:moveTo>
                    <a:pt x="11266" y="0"/>
                  </a:moveTo>
                  <a:lnTo>
                    <a:pt x="0" y="68995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1" name="Output_receptor__6070">
              <a:extLst>
                <a:ext uri="{FF2B5EF4-FFF2-40B4-BE49-F238E27FC236}">
                  <a16:creationId xmlns:a16="http://schemas.microsoft.com/office/drawing/2014/main" id="{308AE657-2EC7-040D-D1ED-1581E71D2716}"/>
                </a:ext>
              </a:extLst>
            </p:cNvPr>
            <p:cNvSpPr>
              <a:spLocks noGrp="1"/>
            </p:cNvSpPr>
            <p:nvPr/>
          </p:nvSpPr>
          <p:spPr>
            <a:xfrm>
              <a:off x="15917682" y="2965732"/>
              <a:ext cx="37840" cy="48613"/>
            </a:xfrm>
            <a:custGeom>
              <a:avLst/>
              <a:gdLst/>
              <a:ahLst/>
              <a:cxnLst/>
              <a:rect l="0" t="0" r="0" b="0"/>
              <a:pathLst>
                <a:path w="37840" h="48613">
                  <a:moveTo>
                    <a:pt x="0" y="0"/>
                  </a:moveTo>
                  <a:lnTo>
                    <a:pt x="37840" y="48613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2" name="Output_receptor__6071">
              <a:extLst>
                <a:ext uri="{FF2B5EF4-FFF2-40B4-BE49-F238E27FC236}">
                  <a16:creationId xmlns:a16="http://schemas.microsoft.com/office/drawing/2014/main" id="{7D59C917-43B2-EEF4-26EC-867BA9B3203B}"/>
                </a:ext>
              </a:extLst>
            </p:cNvPr>
            <p:cNvSpPr>
              <a:spLocks noGrp="1"/>
            </p:cNvSpPr>
            <p:nvPr/>
          </p:nvSpPr>
          <p:spPr>
            <a:xfrm>
              <a:off x="15243700" y="3004168"/>
              <a:ext cx="71484" cy="11643"/>
            </a:xfrm>
            <a:custGeom>
              <a:avLst/>
              <a:gdLst/>
              <a:ahLst/>
              <a:cxnLst/>
              <a:rect l="0" t="0" r="0" b="0"/>
              <a:pathLst>
                <a:path w="71484" h="11643">
                  <a:moveTo>
                    <a:pt x="71484" y="116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3" name="Output_receptor__6072">
              <a:extLst>
                <a:ext uri="{FF2B5EF4-FFF2-40B4-BE49-F238E27FC236}">
                  <a16:creationId xmlns:a16="http://schemas.microsoft.com/office/drawing/2014/main" id="{7F608D6B-E395-78C8-E492-201230E361DD}"/>
                </a:ext>
              </a:extLst>
            </p:cNvPr>
            <p:cNvSpPr>
              <a:spLocks noGrp="1"/>
            </p:cNvSpPr>
            <p:nvPr/>
          </p:nvSpPr>
          <p:spPr>
            <a:xfrm>
              <a:off x="15702625" y="3083573"/>
              <a:ext cx="48974" cy="53062"/>
            </a:xfrm>
            <a:custGeom>
              <a:avLst/>
              <a:gdLst/>
              <a:ahLst/>
              <a:cxnLst/>
              <a:rect l="0" t="0" r="0" b="0"/>
              <a:pathLst>
                <a:path w="48974" h="53062">
                  <a:moveTo>
                    <a:pt x="0" y="53062"/>
                  </a:moveTo>
                  <a:lnTo>
                    <a:pt x="48974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4" name="Output_receptor__6073">
              <a:extLst>
                <a:ext uri="{FF2B5EF4-FFF2-40B4-BE49-F238E27FC236}">
                  <a16:creationId xmlns:a16="http://schemas.microsoft.com/office/drawing/2014/main" id="{2F72BF62-FC00-CF82-3583-B500FDC8E28D}"/>
                </a:ext>
              </a:extLst>
            </p:cNvPr>
            <p:cNvSpPr>
              <a:spLocks noGrp="1"/>
            </p:cNvSpPr>
            <p:nvPr/>
          </p:nvSpPr>
          <p:spPr>
            <a:xfrm>
              <a:off x="15118894" y="3277747"/>
              <a:ext cx="71278" cy="12549"/>
            </a:xfrm>
            <a:custGeom>
              <a:avLst/>
              <a:gdLst/>
              <a:ahLst/>
              <a:cxnLst/>
              <a:rect l="0" t="0" r="0" b="0"/>
              <a:pathLst>
                <a:path w="71278" h="12549">
                  <a:moveTo>
                    <a:pt x="0" y="12549"/>
                  </a:moveTo>
                  <a:lnTo>
                    <a:pt x="71278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5" name="Output_receptor__6074">
              <a:extLst>
                <a:ext uri="{FF2B5EF4-FFF2-40B4-BE49-F238E27FC236}">
                  <a16:creationId xmlns:a16="http://schemas.microsoft.com/office/drawing/2014/main" id="{DC09E384-A3F2-26A7-7FE7-D121CECD3868}"/>
                </a:ext>
              </a:extLst>
            </p:cNvPr>
            <p:cNvSpPr>
              <a:spLocks noGrp="1"/>
            </p:cNvSpPr>
            <p:nvPr/>
          </p:nvSpPr>
          <p:spPr>
            <a:xfrm>
              <a:off x="15048786" y="2994221"/>
              <a:ext cx="9750" cy="56887"/>
            </a:xfrm>
            <a:custGeom>
              <a:avLst/>
              <a:gdLst/>
              <a:ahLst/>
              <a:cxnLst/>
              <a:rect l="0" t="0" r="0" b="0"/>
              <a:pathLst>
                <a:path w="9750" h="56887">
                  <a:moveTo>
                    <a:pt x="9750" y="0"/>
                  </a:moveTo>
                  <a:lnTo>
                    <a:pt x="0" y="56887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6" name="Output_receptor__6075">
              <a:extLst>
                <a:ext uri="{FF2B5EF4-FFF2-40B4-BE49-F238E27FC236}">
                  <a16:creationId xmlns:a16="http://schemas.microsoft.com/office/drawing/2014/main" id="{3910F2EC-A21C-6CF0-0ECE-10783800FDE2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65732"/>
              <a:ext cx="61293" cy="23729"/>
            </a:xfrm>
            <a:custGeom>
              <a:avLst/>
              <a:gdLst/>
              <a:ahLst/>
              <a:cxnLst/>
              <a:rect l="0" t="0" r="0" b="0"/>
              <a:pathLst>
                <a:path w="61293" h="23729">
                  <a:moveTo>
                    <a:pt x="0" y="23729"/>
                  </a:moveTo>
                  <a:lnTo>
                    <a:pt x="61293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7" name="Output_receptor__6076">
              <a:extLst>
                <a:ext uri="{FF2B5EF4-FFF2-40B4-BE49-F238E27FC236}">
                  <a16:creationId xmlns:a16="http://schemas.microsoft.com/office/drawing/2014/main" id="{188D7116-EDBE-893A-26E8-5AFCAEB5BCD8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4061"/>
              <a:ext cx="57531" cy="12215"/>
            </a:xfrm>
            <a:custGeom>
              <a:avLst/>
              <a:gdLst/>
              <a:ahLst/>
              <a:cxnLst/>
              <a:rect l="0" t="0" r="0" b="0"/>
              <a:pathLst>
                <a:path w="57531" h="12215">
                  <a:moveTo>
                    <a:pt x="0" y="12215"/>
                  </a:moveTo>
                  <a:lnTo>
                    <a:pt x="575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8" name="Output_receptor__6077">
              <a:extLst>
                <a:ext uri="{FF2B5EF4-FFF2-40B4-BE49-F238E27FC236}">
                  <a16:creationId xmlns:a16="http://schemas.microsoft.com/office/drawing/2014/main" id="{6F302ECD-1970-2B0E-1DA9-2920EDE52060}"/>
                </a:ext>
              </a:extLst>
            </p:cNvPr>
            <p:cNvSpPr>
              <a:spLocks noGrp="1"/>
            </p:cNvSpPr>
            <p:nvPr/>
          </p:nvSpPr>
          <p:spPr>
            <a:xfrm>
              <a:off x="15032114" y="3051108"/>
              <a:ext cx="16672" cy="38582"/>
            </a:xfrm>
            <a:custGeom>
              <a:avLst/>
              <a:gdLst/>
              <a:ahLst/>
              <a:cxnLst/>
              <a:rect l="0" t="0" r="0" b="0"/>
              <a:pathLst>
                <a:path w="16672" h="38582">
                  <a:moveTo>
                    <a:pt x="16672" y="0"/>
                  </a:moveTo>
                  <a:lnTo>
                    <a:pt x="0" y="38582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9" name="Output_receptor__6078">
              <a:extLst>
                <a:ext uri="{FF2B5EF4-FFF2-40B4-BE49-F238E27FC236}">
                  <a16:creationId xmlns:a16="http://schemas.microsoft.com/office/drawing/2014/main" id="{4CA0D631-715A-805F-B85A-7EA9C47C32C2}"/>
                </a:ext>
              </a:extLst>
            </p:cNvPr>
            <p:cNvSpPr>
              <a:spLocks noGrp="1"/>
            </p:cNvSpPr>
            <p:nvPr/>
          </p:nvSpPr>
          <p:spPr>
            <a:xfrm>
              <a:off x="15681385" y="2985694"/>
              <a:ext cx="1397" cy="39323"/>
            </a:xfrm>
            <a:custGeom>
              <a:avLst/>
              <a:gdLst/>
              <a:ahLst/>
              <a:cxnLst/>
              <a:rect l="0" t="0" r="0" b="0"/>
              <a:pathLst>
                <a:path w="1397" h="39323">
                  <a:moveTo>
                    <a:pt x="0" y="39323"/>
                  </a:moveTo>
                  <a:lnTo>
                    <a:pt x="139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0" name="Output_receptor__6079">
              <a:extLst>
                <a:ext uri="{FF2B5EF4-FFF2-40B4-BE49-F238E27FC236}">
                  <a16:creationId xmlns:a16="http://schemas.microsoft.com/office/drawing/2014/main" id="{5E43C2CC-29B3-42A1-501F-008FA71987F3}"/>
                </a:ext>
              </a:extLst>
            </p:cNvPr>
            <p:cNvSpPr>
              <a:spLocks noGrp="1"/>
            </p:cNvSpPr>
            <p:nvPr/>
          </p:nvSpPr>
          <p:spPr>
            <a:xfrm>
              <a:off x="15310791" y="3015811"/>
              <a:ext cx="4393" cy="68250"/>
            </a:xfrm>
            <a:custGeom>
              <a:avLst/>
              <a:gdLst/>
              <a:ahLst/>
              <a:cxnLst/>
              <a:rect l="0" t="0" r="0" b="0"/>
              <a:pathLst>
                <a:path w="4393" h="68250">
                  <a:moveTo>
                    <a:pt x="0" y="68250"/>
                  </a:moveTo>
                  <a:lnTo>
                    <a:pt x="4393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1" name="Output_receptor__6080">
              <a:extLst>
                <a:ext uri="{FF2B5EF4-FFF2-40B4-BE49-F238E27FC236}">
                  <a16:creationId xmlns:a16="http://schemas.microsoft.com/office/drawing/2014/main" id="{DD2F3B75-E07A-595F-D14C-49DF5D46D697}"/>
                </a:ext>
              </a:extLst>
            </p:cNvPr>
            <p:cNvSpPr>
              <a:spLocks noGrp="1"/>
            </p:cNvSpPr>
            <p:nvPr/>
          </p:nvSpPr>
          <p:spPr>
            <a:xfrm>
              <a:off x="15097903" y="3226931"/>
              <a:ext cx="20991" cy="63365"/>
            </a:xfrm>
            <a:custGeom>
              <a:avLst/>
              <a:gdLst/>
              <a:ahLst/>
              <a:cxnLst/>
              <a:rect l="0" t="0" r="0" b="0"/>
              <a:pathLst>
                <a:path w="20991" h="63365">
                  <a:moveTo>
                    <a:pt x="0" y="0"/>
                  </a:moveTo>
                  <a:lnTo>
                    <a:pt x="20991" y="6336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2" name="Output_receptor__6081">
              <a:extLst>
                <a:ext uri="{FF2B5EF4-FFF2-40B4-BE49-F238E27FC236}">
                  <a16:creationId xmlns:a16="http://schemas.microsoft.com/office/drawing/2014/main" id="{DF9D00F7-9950-2790-0AA4-4597A50F2091}"/>
                </a:ext>
              </a:extLst>
            </p:cNvPr>
            <p:cNvSpPr>
              <a:spLocks noGrp="1"/>
            </p:cNvSpPr>
            <p:nvPr/>
          </p:nvSpPr>
          <p:spPr>
            <a:xfrm>
              <a:off x="15927048" y="3218592"/>
              <a:ext cx="5769" cy="36331"/>
            </a:xfrm>
            <a:custGeom>
              <a:avLst/>
              <a:gdLst/>
              <a:ahLst/>
              <a:cxnLst/>
              <a:rect l="0" t="0" r="0" b="0"/>
              <a:pathLst>
                <a:path w="5769" h="36331">
                  <a:moveTo>
                    <a:pt x="0" y="0"/>
                  </a:moveTo>
                  <a:lnTo>
                    <a:pt x="5769" y="3633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3" name="Output_receptor__6082">
              <a:extLst>
                <a:ext uri="{FF2B5EF4-FFF2-40B4-BE49-F238E27FC236}">
                  <a16:creationId xmlns:a16="http://schemas.microsoft.com/office/drawing/2014/main" id="{F1442EBA-60CE-502C-18A0-E2A8EF52DD0A}"/>
                </a:ext>
              </a:extLst>
            </p:cNvPr>
            <p:cNvSpPr>
              <a:spLocks noGrp="1"/>
            </p:cNvSpPr>
            <p:nvPr/>
          </p:nvSpPr>
          <p:spPr>
            <a:xfrm>
              <a:off x="15654054" y="3113642"/>
              <a:ext cx="48571" cy="22994"/>
            </a:xfrm>
            <a:custGeom>
              <a:avLst/>
              <a:gdLst/>
              <a:ahLst/>
              <a:cxnLst/>
              <a:rect l="0" t="0" r="0" b="0"/>
              <a:pathLst>
                <a:path w="48571" h="22994">
                  <a:moveTo>
                    <a:pt x="0" y="0"/>
                  </a:moveTo>
                  <a:lnTo>
                    <a:pt x="48571" y="22994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4" name="Output_receptor__6083">
              <a:extLst>
                <a:ext uri="{FF2B5EF4-FFF2-40B4-BE49-F238E27FC236}">
                  <a16:creationId xmlns:a16="http://schemas.microsoft.com/office/drawing/2014/main" id="{4A10BE2F-B677-E482-4BE3-43F207F09F08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29540" cy="1927"/>
            </a:xfrm>
            <a:custGeom>
              <a:avLst/>
              <a:gdLst/>
              <a:ahLst/>
              <a:cxnLst/>
              <a:rect l="0" t="0" r="0" b="0"/>
              <a:pathLst>
                <a:path w="29540" h="1927">
                  <a:moveTo>
                    <a:pt x="29540" y="19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5" name="Output_receptor__6084">
              <a:extLst>
                <a:ext uri="{FF2B5EF4-FFF2-40B4-BE49-F238E27FC236}">
                  <a16:creationId xmlns:a16="http://schemas.microsoft.com/office/drawing/2014/main" id="{7558FA61-071C-46E7-99DD-3352225C7EC8}"/>
                </a:ext>
              </a:extLst>
            </p:cNvPr>
            <p:cNvSpPr>
              <a:spLocks noGrp="1"/>
            </p:cNvSpPr>
            <p:nvPr/>
          </p:nvSpPr>
          <p:spPr>
            <a:xfrm>
              <a:off x="15682782" y="2925945"/>
              <a:ext cx="8831" cy="59748"/>
            </a:xfrm>
            <a:custGeom>
              <a:avLst/>
              <a:gdLst/>
              <a:ahLst/>
              <a:cxnLst/>
              <a:rect l="0" t="0" r="0" b="0"/>
              <a:pathLst>
                <a:path w="8831" h="59748">
                  <a:moveTo>
                    <a:pt x="0" y="59748"/>
                  </a:moveTo>
                  <a:lnTo>
                    <a:pt x="88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6" name="Output_receptor__6085">
              <a:extLst>
                <a:ext uri="{FF2B5EF4-FFF2-40B4-BE49-F238E27FC236}">
                  <a16:creationId xmlns:a16="http://schemas.microsoft.com/office/drawing/2014/main" id="{C1C5E51B-FA79-6596-5456-3538C0321196}"/>
                </a:ext>
              </a:extLst>
            </p:cNvPr>
            <p:cNvSpPr>
              <a:spLocks noGrp="1"/>
            </p:cNvSpPr>
            <p:nvPr/>
          </p:nvSpPr>
          <p:spPr>
            <a:xfrm>
              <a:off x="15147875" y="2971048"/>
              <a:ext cx="18744" cy="18396"/>
            </a:xfrm>
            <a:custGeom>
              <a:avLst/>
              <a:gdLst/>
              <a:ahLst/>
              <a:cxnLst/>
              <a:rect l="0" t="0" r="0" b="0"/>
              <a:pathLst>
                <a:path w="18744" h="18396">
                  <a:moveTo>
                    <a:pt x="18744" y="0"/>
                  </a:moveTo>
                  <a:lnTo>
                    <a:pt x="0" y="1839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7" name="Output_receptor__6086">
              <a:extLst>
                <a:ext uri="{FF2B5EF4-FFF2-40B4-BE49-F238E27FC236}">
                  <a16:creationId xmlns:a16="http://schemas.microsoft.com/office/drawing/2014/main" id="{D03D8EF6-4919-B751-D623-9CC64D2880C2}"/>
                </a:ext>
              </a:extLst>
            </p:cNvPr>
            <p:cNvSpPr>
              <a:spLocks noGrp="1"/>
            </p:cNvSpPr>
            <p:nvPr/>
          </p:nvSpPr>
          <p:spPr>
            <a:xfrm>
              <a:off x="14987672" y="3165224"/>
              <a:ext cx="39255" cy="56105"/>
            </a:xfrm>
            <a:custGeom>
              <a:avLst/>
              <a:gdLst/>
              <a:ahLst/>
              <a:cxnLst/>
              <a:rect l="0" t="0" r="0" b="0"/>
              <a:pathLst>
                <a:path w="39255" h="56105">
                  <a:moveTo>
                    <a:pt x="0" y="0"/>
                  </a:moveTo>
                  <a:lnTo>
                    <a:pt x="39255" y="5610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8" name="Output_receptor__6087">
              <a:extLst>
                <a:ext uri="{FF2B5EF4-FFF2-40B4-BE49-F238E27FC236}">
                  <a16:creationId xmlns:a16="http://schemas.microsoft.com/office/drawing/2014/main" id="{C18D9330-B4A5-20D3-EACB-2809A9E1AB7C}"/>
                </a:ext>
              </a:extLst>
            </p:cNvPr>
            <p:cNvSpPr>
              <a:spLocks noGrp="1"/>
            </p:cNvSpPr>
            <p:nvPr/>
          </p:nvSpPr>
          <p:spPr>
            <a:xfrm>
              <a:off x="15190172" y="3277747"/>
              <a:ext cx="34648" cy="32310"/>
            </a:xfrm>
            <a:custGeom>
              <a:avLst/>
              <a:gdLst/>
              <a:ahLst/>
              <a:cxnLst/>
              <a:rect l="0" t="0" r="0" b="0"/>
              <a:pathLst>
                <a:path w="34648" h="32310">
                  <a:moveTo>
                    <a:pt x="0" y="0"/>
                  </a:moveTo>
                  <a:lnTo>
                    <a:pt x="34648" y="3231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9" name="Output_receptor__6088">
              <a:extLst>
                <a:ext uri="{FF2B5EF4-FFF2-40B4-BE49-F238E27FC236}">
                  <a16:creationId xmlns:a16="http://schemas.microsoft.com/office/drawing/2014/main" id="{2F180125-8CFB-B8BC-645C-A2110DA61FD2}"/>
                </a:ext>
              </a:extLst>
            </p:cNvPr>
            <p:cNvSpPr>
              <a:spLocks noGrp="1"/>
            </p:cNvSpPr>
            <p:nvPr/>
          </p:nvSpPr>
          <p:spPr>
            <a:xfrm>
              <a:off x="15213456" y="3004168"/>
              <a:ext cx="30244" cy="21816"/>
            </a:xfrm>
            <a:custGeom>
              <a:avLst/>
              <a:gdLst/>
              <a:ahLst/>
              <a:cxnLst/>
              <a:rect l="0" t="0" r="0" b="0"/>
              <a:pathLst>
                <a:path w="30244" h="21816">
                  <a:moveTo>
                    <a:pt x="30244" y="0"/>
                  </a:moveTo>
                  <a:lnTo>
                    <a:pt x="0" y="2181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0" name="Output_receptor__6089">
              <a:extLst>
                <a:ext uri="{FF2B5EF4-FFF2-40B4-BE49-F238E27FC236}">
                  <a16:creationId xmlns:a16="http://schemas.microsoft.com/office/drawing/2014/main" id="{21D8B440-8BAE-6FE6-E209-00FDEA281EC3}"/>
                </a:ext>
              </a:extLst>
            </p:cNvPr>
            <p:cNvSpPr>
              <a:spLocks noGrp="1"/>
            </p:cNvSpPr>
            <p:nvPr/>
          </p:nvSpPr>
          <p:spPr>
            <a:xfrm>
              <a:off x="15026927" y="3221329"/>
              <a:ext cx="70976" cy="5602"/>
            </a:xfrm>
            <a:custGeom>
              <a:avLst/>
              <a:gdLst/>
              <a:ahLst/>
              <a:cxnLst/>
              <a:rect l="0" t="0" r="0" b="0"/>
              <a:pathLst>
                <a:path w="70976" h="5602">
                  <a:moveTo>
                    <a:pt x="0" y="0"/>
                  </a:moveTo>
                  <a:lnTo>
                    <a:pt x="70976" y="5602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1" name="Output_receptor__6090">
              <a:extLst>
                <a:ext uri="{FF2B5EF4-FFF2-40B4-BE49-F238E27FC236}">
                  <a16:creationId xmlns:a16="http://schemas.microsoft.com/office/drawing/2014/main" id="{2491AEEA-E283-7AD7-90F1-605E5BD06E4E}"/>
                </a:ext>
              </a:extLst>
            </p:cNvPr>
            <p:cNvSpPr>
              <a:spLocks noGrp="1"/>
            </p:cNvSpPr>
            <p:nvPr/>
          </p:nvSpPr>
          <p:spPr>
            <a:xfrm>
              <a:off x="15751599" y="3064764"/>
              <a:ext cx="36349" cy="18810"/>
            </a:xfrm>
            <a:custGeom>
              <a:avLst/>
              <a:gdLst/>
              <a:ahLst/>
              <a:cxnLst/>
              <a:rect l="0" t="0" r="0" b="0"/>
              <a:pathLst>
                <a:path w="36349" h="18810">
                  <a:moveTo>
                    <a:pt x="0" y="18810"/>
                  </a:moveTo>
                  <a:lnTo>
                    <a:pt x="36349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2" name="Output_receptor__6091">
              <a:extLst>
                <a:ext uri="{FF2B5EF4-FFF2-40B4-BE49-F238E27FC236}">
                  <a16:creationId xmlns:a16="http://schemas.microsoft.com/office/drawing/2014/main" id="{7B554472-9D74-13F3-52B1-B3ABAC5E2F7D}"/>
                </a:ext>
              </a:extLst>
            </p:cNvPr>
            <p:cNvSpPr>
              <a:spLocks noGrp="1"/>
            </p:cNvSpPr>
            <p:nvPr/>
          </p:nvSpPr>
          <p:spPr>
            <a:xfrm>
              <a:off x="15100070" y="3035764"/>
              <a:ext cx="36539" cy="22674"/>
            </a:xfrm>
            <a:custGeom>
              <a:avLst/>
              <a:gdLst/>
              <a:ahLst/>
              <a:cxnLst/>
              <a:rect l="0" t="0" r="0" b="0"/>
              <a:pathLst>
                <a:path w="36539" h="22674">
                  <a:moveTo>
                    <a:pt x="36539" y="226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3" name="Output_receptor__6092">
              <a:extLst>
                <a:ext uri="{FF2B5EF4-FFF2-40B4-BE49-F238E27FC236}">
                  <a16:creationId xmlns:a16="http://schemas.microsoft.com/office/drawing/2014/main" id="{0572A1F3-8DF4-E09F-9423-B0AA5CE9E6F8}"/>
                </a:ext>
              </a:extLst>
            </p:cNvPr>
            <p:cNvSpPr>
              <a:spLocks noGrp="1"/>
            </p:cNvSpPr>
            <p:nvPr/>
          </p:nvSpPr>
          <p:spPr>
            <a:xfrm>
              <a:off x="15873933" y="3040950"/>
              <a:ext cx="17214" cy="17150"/>
            </a:xfrm>
            <a:custGeom>
              <a:avLst/>
              <a:gdLst/>
              <a:ahLst/>
              <a:cxnLst/>
              <a:rect l="0" t="0" r="0" b="0"/>
              <a:pathLst>
                <a:path w="17214" h="17150">
                  <a:moveTo>
                    <a:pt x="17214" y="0"/>
                  </a:moveTo>
                  <a:lnTo>
                    <a:pt x="0" y="1715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4" name="Output_receptor__6093">
              <a:extLst>
                <a:ext uri="{FF2B5EF4-FFF2-40B4-BE49-F238E27FC236}">
                  <a16:creationId xmlns:a16="http://schemas.microsoft.com/office/drawing/2014/main" id="{C57D49CC-3553-9B46-DE79-8905D9BB620A}"/>
                </a:ext>
              </a:extLst>
            </p:cNvPr>
            <p:cNvSpPr>
              <a:spLocks noGrp="1"/>
            </p:cNvSpPr>
            <p:nvPr/>
          </p:nvSpPr>
          <p:spPr>
            <a:xfrm>
              <a:off x="15593127" y="3113642"/>
              <a:ext cx="60927" cy="36559"/>
            </a:xfrm>
            <a:custGeom>
              <a:avLst/>
              <a:gdLst/>
              <a:ahLst/>
              <a:cxnLst/>
              <a:rect l="0" t="0" r="0" b="0"/>
              <a:pathLst>
                <a:path w="60927" h="36559">
                  <a:moveTo>
                    <a:pt x="0" y="36559"/>
                  </a:moveTo>
                  <a:lnTo>
                    <a:pt x="6092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5" name="Output_receptor__6094">
              <a:extLst>
                <a:ext uri="{FF2B5EF4-FFF2-40B4-BE49-F238E27FC236}">
                  <a16:creationId xmlns:a16="http://schemas.microsoft.com/office/drawing/2014/main" id="{CD3BF9E9-3E6B-7AC4-CD6E-AB41067B983F}"/>
                </a:ext>
              </a:extLst>
            </p:cNvPr>
            <p:cNvSpPr>
              <a:spLocks noGrp="1"/>
            </p:cNvSpPr>
            <p:nvPr/>
          </p:nvSpPr>
          <p:spPr>
            <a:xfrm>
              <a:off x="15058537" y="2994221"/>
              <a:ext cx="41534" cy="41543"/>
            </a:xfrm>
            <a:custGeom>
              <a:avLst/>
              <a:gdLst/>
              <a:ahLst/>
              <a:cxnLst/>
              <a:rect l="0" t="0" r="0" b="0"/>
              <a:pathLst>
                <a:path w="41534" h="41543">
                  <a:moveTo>
                    <a:pt x="41534" y="41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6" name="Output_receptor__6095">
              <a:extLst>
                <a:ext uri="{FF2B5EF4-FFF2-40B4-BE49-F238E27FC236}">
                  <a16:creationId xmlns:a16="http://schemas.microsoft.com/office/drawing/2014/main" id="{901D3855-A028-1DC7-89BF-4A4E9748743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36438"/>
              <a:ext cx="10639" cy="69661"/>
            </a:xfrm>
            <a:custGeom>
              <a:avLst/>
              <a:gdLst/>
              <a:ahLst/>
              <a:cxnLst/>
              <a:rect l="0" t="0" r="0" b="0"/>
              <a:pathLst>
                <a:path w="10639" h="69661">
                  <a:moveTo>
                    <a:pt x="10639" y="69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7" name="Output_receptor__6096">
              <a:extLst>
                <a:ext uri="{FF2B5EF4-FFF2-40B4-BE49-F238E27FC236}">
                  <a16:creationId xmlns:a16="http://schemas.microsoft.com/office/drawing/2014/main" id="{0C4B2ADF-A40E-CCCC-98B3-77D31DE282AB}"/>
                </a:ext>
              </a:extLst>
            </p:cNvPr>
            <p:cNvSpPr>
              <a:spLocks noGrp="1"/>
            </p:cNvSpPr>
            <p:nvPr/>
          </p:nvSpPr>
          <p:spPr>
            <a:xfrm>
              <a:off x="14983039" y="3039365"/>
              <a:ext cx="49076" cy="50325"/>
            </a:xfrm>
            <a:custGeom>
              <a:avLst/>
              <a:gdLst/>
              <a:ahLst/>
              <a:cxnLst/>
              <a:rect l="0" t="0" r="0" b="0"/>
              <a:pathLst>
                <a:path w="49076" h="50325">
                  <a:moveTo>
                    <a:pt x="49076" y="503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8" name="Output_receptor__6097">
              <a:extLst>
                <a:ext uri="{FF2B5EF4-FFF2-40B4-BE49-F238E27FC236}">
                  <a16:creationId xmlns:a16="http://schemas.microsoft.com/office/drawing/2014/main" id="{FC30DF57-BD1F-64FA-66C0-D65D944CB6AE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18592"/>
              <a:ext cx="69817" cy="17845"/>
            </a:xfrm>
            <a:custGeom>
              <a:avLst/>
              <a:gdLst/>
              <a:ahLst/>
              <a:cxnLst/>
              <a:rect l="0" t="0" r="0" b="0"/>
              <a:pathLst>
                <a:path w="69817" h="17845">
                  <a:moveTo>
                    <a:pt x="0" y="17845"/>
                  </a:moveTo>
                  <a:lnTo>
                    <a:pt x="69817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9" name="Output_receptor__6098">
              <a:extLst>
                <a:ext uri="{FF2B5EF4-FFF2-40B4-BE49-F238E27FC236}">
                  <a16:creationId xmlns:a16="http://schemas.microsoft.com/office/drawing/2014/main" id="{FDA655DB-63A2-636C-C2B2-7DD7E0DA0C65}"/>
                </a:ext>
              </a:extLst>
            </p:cNvPr>
            <p:cNvSpPr>
              <a:spLocks noGrp="1"/>
            </p:cNvSpPr>
            <p:nvPr/>
          </p:nvSpPr>
          <p:spPr>
            <a:xfrm>
              <a:off x="15166619" y="2971048"/>
              <a:ext cx="46837" cy="54937"/>
            </a:xfrm>
            <a:custGeom>
              <a:avLst/>
              <a:gdLst/>
              <a:ahLst/>
              <a:cxnLst/>
              <a:rect l="0" t="0" r="0" b="0"/>
              <a:pathLst>
                <a:path w="46837" h="54937">
                  <a:moveTo>
                    <a:pt x="46837" y="54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0" name="Output_receptor__6099">
              <a:extLst>
                <a:ext uri="{FF2B5EF4-FFF2-40B4-BE49-F238E27FC236}">
                  <a16:creationId xmlns:a16="http://schemas.microsoft.com/office/drawing/2014/main" id="{EA036C86-7EBE-3401-4BCB-77CDA439C1ED}"/>
                </a:ext>
              </a:extLst>
            </p:cNvPr>
            <p:cNvSpPr>
              <a:spLocks noGrp="1"/>
            </p:cNvSpPr>
            <p:nvPr/>
          </p:nvSpPr>
          <p:spPr>
            <a:xfrm>
              <a:off x="15224820" y="3262506"/>
              <a:ext cx="53445" cy="47551"/>
            </a:xfrm>
            <a:custGeom>
              <a:avLst/>
              <a:gdLst/>
              <a:ahLst/>
              <a:cxnLst/>
              <a:rect l="0" t="0" r="0" b="0"/>
              <a:pathLst>
                <a:path w="53445" h="47551">
                  <a:moveTo>
                    <a:pt x="0" y="47551"/>
                  </a:moveTo>
                  <a:lnTo>
                    <a:pt x="53445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1" name="Output_receptor__6100">
              <a:extLst>
                <a:ext uri="{FF2B5EF4-FFF2-40B4-BE49-F238E27FC236}">
                  <a16:creationId xmlns:a16="http://schemas.microsoft.com/office/drawing/2014/main" id="{015D360F-DD9B-9E52-95E6-9CB951FC8445}"/>
                </a:ext>
              </a:extLst>
            </p:cNvPr>
            <p:cNvSpPr>
              <a:spLocks noGrp="1"/>
            </p:cNvSpPr>
            <p:nvPr/>
          </p:nvSpPr>
          <p:spPr>
            <a:xfrm>
              <a:off x="15867870" y="3306099"/>
              <a:ext cx="55401" cy="5735"/>
            </a:xfrm>
            <a:custGeom>
              <a:avLst/>
              <a:gdLst/>
              <a:ahLst/>
              <a:cxnLst/>
              <a:rect l="0" t="0" r="0" b="0"/>
              <a:pathLst>
                <a:path w="55401" h="5735">
                  <a:moveTo>
                    <a:pt x="55401" y="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2" name="Output_receptor__6101">
              <a:extLst>
                <a:ext uri="{FF2B5EF4-FFF2-40B4-BE49-F238E27FC236}">
                  <a16:creationId xmlns:a16="http://schemas.microsoft.com/office/drawing/2014/main" id="{3A34AB6B-BBC0-B75C-3F87-27181D1119C4}"/>
                </a:ext>
              </a:extLst>
            </p:cNvPr>
            <p:cNvSpPr>
              <a:spLocks noGrp="1"/>
            </p:cNvSpPr>
            <p:nvPr/>
          </p:nvSpPr>
          <p:spPr>
            <a:xfrm>
              <a:off x="15231306" y="3207730"/>
              <a:ext cx="46959" cy="54776"/>
            </a:xfrm>
            <a:custGeom>
              <a:avLst/>
              <a:gdLst/>
              <a:ahLst/>
              <a:cxnLst/>
              <a:rect l="0" t="0" r="0" b="0"/>
              <a:pathLst>
                <a:path w="46959" h="54776">
                  <a:moveTo>
                    <a:pt x="46959" y="54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3" name="Output_receptor__6102">
              <a:extLst>
                <a:ext uri="{FF2B5EF4-FFF2-40B4-BE49-F238E27FC236}">
                  <a16:creationId xmlns:a16="http://schemas.microsoft.com/office/drawing/2014/main" id="{A869379A-0C42-AE5E-47BD-189D8612F9DA}"/>
                </a:ext>
              </a:extLst>
            </p:cNvPr>
            <p:cNvSpPr>
              <a:spLocks noGrp="1"/>
            </p:cNvSpPr>
            <p:nvPr/>
          </p:nvSpPr>
          <p:spPr>
            <a:xfrm>
              <a:off x="15787948" y="3006762"/>
              <a:ext cx="39839" cy="58002"/>
            </a:xfrm>
            <a:custGeom>
              <a:avLst/>
              <a:gdLst/>
              <a:ahLst/>
              <a:cxnLst/>
              <a:rect l="0" t="0" r="0" b="0"/>
              <a:pathLst>
                <a:path w="39839" h="58002">
                  <a:moveTo>
                    <a:pt x="0" y="58002"/>
                  </a:moveTo>
                  <a:lnTo>
                    <a:pt x="39839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4" name="Output_receptor__6103">
              <a:extLst>
                <a:ext uri="{FF2B5EF4-FFF2-40B4-BE49-F238E27FC236}">
                  <a16:creationId xmlns:a16="http://schemas.microsoft.com/office/drawing/2014/main" id="{BF376A8B-E5BD-632B-069A-1195F791BB01}"/>
                </a:ext>
              </a:extLst>
            </p:cNvPr>
            <p:cNvSpPr>
              <a:spLocks noGrp="1"/>
            </p:cNvSpPr>
            <p:nvPr/>
          </p:nvSpPr>
          <p:spPr>
            <a:xfrm>
              <a:off x="15827786" y="3006762"/>
              <a:ext cx="63361" cy="34188"/>
            </a:xfrm>
            <a:custGeom>
              <a:avLst/>
              <a:gdLst/>
              <a:ahLst/>
              <a:cxnLst/>
              <a:rect l="0" t="0" r="0" b="0"/>
              <a:pathLst>
                <a:path w="63361" h="34188">
                  <a:moveTo>
                    <a:pt x="0" y="0"/>
                  </a:moveTo>
                  <a:lnTo>
                    <a:pt x="63361" y="34188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5" name="Output_receptor__6104">
              <a:extLst>
                <a:ext uri="{FF2B5EF4-FFF2-40B4-BE49-F238E27FC236}">
                  <a16:creationId xmlns:a16="http://schemas.microsoft.com/office/drawing/2014/main" id="{1BCEBCAB-0492-D028-284F-9C7CC1AC4263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07730"/>
              <a:ext cx="39184" cy="30512"/>
            </a:xfrm>
            <a:custGeom>
              <a:avLst/>
              <a:gdLst/>
              <a:ahLst/>
              <a:cxnLst/>
              <a:rect l="0" t="0" r="0" b="0"/>
              <a:pathLst>
                <a:path w="39184" h="30512">
                  <a:moveTo>
                    <a:pt x="39184" y="0"/>
                  </a:moveTo>
                  <a:lnTo>
                    <a:pt x="0" y="30512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6" name="Output_receptor__6105">
              <a:extLst>
                <a:ext uri="{FF2B5EF4-FFF2-40B4-BE49-F238E27FC236}">
                  <a16:creationId xmlns:a16="http://schemas.microsoft.com/office/drawing/2014/main" id="{C650C3E9-CC30-FBA0-52AE-0EEEF0360E2D}"/>
                </a:ext>
              </a:extLst>
            </p:cNvPr>
            <p:cNvSpPr>
              <a:spLocks noGrp="1"/>
            </p:cNvSpPr>
            <p:nvPr/>
          </p:nvSpPr>
          <p:spPr>
            <a:xfrm>
              <a:off x="15890012" y="3274863"/>
              <a:ext cx="33260" cy="36971"/>
            </a:xfrm>
            <a:custGeom>
              <a:avLst/>
              <a:gdLst/>
              <a:ahLst/>
              <a:cxnLst/>
              <a:rect l="0" t="0" r="0" b="0"/>
              <a:pathLst>
                <a:path w="33260" h="36971">
                  <a:moveTo>
                    <a:pt x="0" y="0"/>
                  </a:moveTo>
                  <a:lnTo>
                    <a:pt x="33260" y="36971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7" name="Output_receptor__6106">
              <a:extLst>
                <a:ext uri="{FF2B5EF4-FFF2-40B4-BE49-F238E27FC236}">
                  <a16:creationId xmlns:a16="http://schemas.microsoft.com/office/drawing/2014/main" id="{6BF0C364-2C7A-C63D-3CE6-179DBA8844E1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38242"/>
              <a:ext cx="61694" cy="10324"/>
            </a:xfrm>
            <a:custGeom>
              <a:avLst/>
              <a:gdLst/>
              <a:ahLst/>
              <a:cxnLst/>
              <a:rect l="0" t="0" r="0" b="0"/>
              <a:pathLst>
                <a:path w="61694" h="10324">
                  <a:moveTo>
                    <a:pt x="0" y="0"/>
                  </a:moveTo>
                  <a:lnTo>
                    <a:pt x="61694" y="10324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8" name="Output_receptor__6107">
              <a:extLst>
                <a:ext uri="{FF2B5EF4-FFF2-40B4-BE49-F238E27FC236}">
                  <a16:creationId xmlns:a16="http://schemas.microsoft.com/office/drawing/2014/main" id="{A4D02130-0496-03B9-0109-2A46407EB7E3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274863"/>
              <a:ext cx="57078" cy="43654"/>
            </a:xfrm>
            <a:custGeom>
              <a:avLst/>
              <a:gdLst/>
              <a:ahLst/>
              <a:cxnLst/>
              <a:rect l="0" t="0" r="0" b="0"/>
              <a:pathLst>
                <a:path w="57078" h="43654">
                  <a:moveTo>
                    <a:pt x="0" y="43654"/>
                  </a:moveTo>
                  <a:lnTo>
                    <a:pt x="57078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9" name="Output_receptor__6108">
              <a:extLst>
                <a:ext uri="{FF2B5EF4-FFF2-40B4-BE49-F238E27FC236}">
                  <a16:creationId xmlns:a16="http://schemas.microsoft.com/office/drawing/2014/main" id="{E22A57F1-6A12-FE8E-7B15-3397BFDD20F9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318517"/>
              <a:ext cx="43708" cy="57162"/>
            </a:xfrm>
            <a:custGeom>
              <a:avLst/>
              <a:gdLst/>
              <a:ahLst/>
              <a:cxnLst/>
              <a:rect l="0" t="0" r="0" b="0"/>
              <a:pathLst>
                <a:path w="43708" h="57162">
                  <a:moveTo>
                    <a:pt x="43708" y="57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0" name="Output_receptor__6109">
              <a:extLst>
                <a:ext uri="{FF2B5EF4-FFF2-40B4-BE49-F238E27FC236}">
                  <a16:creationId xmlns:a16="http://schemas.microsoft.com/office/drawing/2014/main" id="{0C84F619-DF73-7079-E64D-583B57A12ABE}"/>
                </a:ext>
              </a:extLst>
            </p:cNvPr>
            <p:cNvSpPr>
              <a:spLocks noGrp="1"/>
            </p:cNvSpPr>
            <p:nvPr/>
          </p:nvSpPr>
          <p:spPr>
            <a:xfrm>
              <a:off x="15253816" y="3178772"/>
              <a:ext cx="18739" cy="69794"/>
            </a:xfrm>
            <a:custGeom>
              <a:avLst/>
              <a:gdLst/>
              <a:ahLst/>
              <a:cxnLst/>
              <a:rect l="0" t="0" r="0" b="0"/>
              <a:pathLst>
                <a:path w="18739" h="69794">
                  <a:moveTo>
                    <a:pt x="0" y="69794"/>
                  </a:moveTo>
                  <a:lnTo>
                    <a:pt x="18739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1" name="Output_receptor__6110">
              <a:extLst>
                <a:ext uri="{FF2B5EF4-FFF2-40B4-BE49-F238E27FC236}">
                  <a16:creationId xmlns:a16="http://schemas.microsoft.com/office/drawing/2014/main" id="{AC1187D9-49AC-A503-CA35-F9E1DAA2AC40}"/>
                </a:ext>
              </a:extLst>
            </p:cNvPr>
            <p:cNvSpPr>
              <a:spLocks noGrp="1"/>
            </p:cNvSpPr>
            <p:nvPr/>
          </p:nvSpPr>
          <p:spPr>
            <a:xfrm>
              <a:off x="15210194" y="3156973"/>
              <a:ext cx="62361" cy="21798"/>
            </a:xfrm>
            <a:custGeom>
              <a:avLst/>
              <a:gdLst/>
              <a:ahLst/>
              <a:cxnLst/>
              <a:rect l="0" t="0" r="0" b="0"/>
              <a:pathLst>
                <a:path w="62361" h="21798">
                  <a:moveTo>
                    <a:pt x="62361" y="21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2" name="Output_receptor__6111">
              <a:extLst>
                <a:ext uri="{FF2B5EF4-FFF2-40B4-BE49-F238E27FC236}">
                  <a16:creationId xmlns:a16="http://schemas.microsoft.com/office/drawing/2014/main" id="{B9805A50-878D-E99B-545B-6535AD44C607}"/>
                </a:ext>
              </a:extLst>
            </p:cNvPr>
            <p:cNvSpPr>
              <a:spLocks noGrp="1"/>
            </p:cNvSpPr>
            <p:nvPr/>
          </p:nvSpPr>
          <p:spPr>
            <a:xfrm>
              <a:off x="15876642" y="3368800"/>
              <a:ext cx="18590" cy="6878"/>
            </a:xfrm>
            <a:custGeom>
              <a:avLst/>
              <a:gdLst/>
              <a:ahLst/>
              <a:cxnLst/>
              <a:rect l="0" t="0" r="0" b="0"/>
              <a:pathLst>
                <a:path w="18590" h="6878">
                  <a:moveTo>
                    <a:pt x="18590" y="0"/>
                  </a:moveTo>
                  <a:lnTo>
                    <a:pt x="0" y="6878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3" name="Output_receptor__6112">
              <a:extLst>
                <a:ext uri="{FF2B5EF4-FFF2-40B4-BE49-F238E27FC236}">
                  <a16:creationId xmlns:a16="http://schemas.microsoft.com/office/drawing/2014/main" id="{97D5E2B0-9DBF-D3CA-B90A-2693258FEA38}"/>
                </a:ext>
              </a:extLst>
            </p:cNvPr>
            <p:cNvSpPr>
              <a:spLocks noGrp="1"/>
            </p:cNvSpPr>
            <p:nvPr/>
          </p:nvSpPr>
          <p:spPr>
            <a:xfrm>
              <a:off x="15792180" y="3342183"/>
              <a:ext cx="41467" cy="49641"/>
            </a:xfrm>
            <a:custGeom>
              <a:avLst/>
              <a:gdLst/>
              <a:ahLst/>
              <a:cxnLst/>
              <a:rect l="0" t="0" r="0" b="0"/>
              <a:pathLst>
                <a:path w="41467" h="49641">
                  <a:moveTo>
                    <a:pt x="0" y="49641"/>
                  </a:moveTo>
                  <a:lnTo>
                    <a:pt x="41467" y="0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  <p:sp>
          <p:nvSpPr>
            <p:cNvPr id="6114" name="Output_receptor__6113">
              <a:extLst>
                <a:ext uri="{FF2B5EF4-FFF2-40B4-BE49-F238E27FC236}">
                  <a16:creationId xmlns:a16="http://schemas.microsoft.com/office/drawing/2014/main" id="{CD5FC91D-5F96-607F-5FC6-1FC122B97877}"/>
                </a:ext>
              </a:extLst>
            </p:cNvPr>
            <p:cNvSpPr>
              <a:spLocks noGrp="1"/>
            </p:cNvSpPr>
            <p:nvPr/>
          </p:nvSpPr>
          <p:spPr>
            <a:xfrm>
              <a:off x="15833647" y="3342183"/>
              <a:ext cx="61585" cy="26617"/>
            </a:xfrm>
            <a:custGeom>
              <a:avLst/>
              <a:gdLst/>
              <a:ahLst/>
              <a:cxnLst/>
              <a:rect l="0" t="0" r="0" b="0"/>
              <a:pathLst>
                <a:path w="61585" h="26617">
                  <a:moveTo>
                    <a:pt x="0" y="0"/>
                  </a:moveTo>
                  <a:lnTo>
                    <a:pt x="61585" y="26617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</p:grpSp>
      <p:grpSp>
        <p:nvGrpSpPr>
          <p:cNvPr id="6241" name="Pose_0">
            <a:extLst>
              <a:ext uri="{FF2B5EF4-FFF2-40B4-BE49-F238E27FC236}">
                <a16:creationId xmlns:a16="http://schemas.microsoft.com/office/drawing/2014/main" id="{6A7D9C6A-CB6A-54AD-FF93-0C3236D407F4}"/>
              </a:ext>
            </a:extLst>
          </p:cNvPr>
          <p:cNvGrpSpPr/>
          <p:nvPr/>
        </p:nvGrpSpPr>
        <p:grpSpPr>
          <a:xfrm>
            <a:off x="8146188" y="4039675"/>
            <a:ext cx="392833" cy="109576"/>
            <a:chOff x="15046860" y="2588926"/>
            <a:chExt cx="707099" cy="197236"/>
          </a:xfrm>
        </p:grpSpPr>
        <p:sp>
          <p:nvSpPr>
            <p:cNvPr id="6115" name="Pose_0__6114">
              <a:extLst>
                <a:ext uri="{FF2B5EF4-FFF2-40B4-BE49-F238E27FC236}">
                  <a16:creationId xmlns:a16="http://schemas.microsoft.com/office/drawing/2014/main" id="{B050D676-2606-D6AC-AFB2-5BDDBA18F312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65529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6" name="Pose_0__6115">
              <a:extLst>
                <a:ext uri="{FF2B5EF4-FFF2-40B4-BE49-F238E27FC236}">
                  <a16:creationId xmlns:a16="http://schemas.microsoft.com/office/drawing/2014/main" id="{2B15BC58-0107-A823-5A3B-9F3FBA952FB0}"/>
                </a:ext>
              </a:extLst>
            </p:cNvPr>
            <p:cNvSpPr>
              <a:spLocks noGrp="1"/>
            </p:cNvSpPr>
            <p:nvPr/>
          </p:nvSpPr>
          <p:spPr>
            <a:xfrm>
              <a:off x="15317782" y="262416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7" name="Pose_0__6116">
              <a:extLst>
                <a:ext uri="{FF2B5EF4-FFF2-40B4-BE49-F238E27FC236}">
                  <a16:creationId xmlns:a16="http://schemas.microsoft.com/office/drawing/2014/main" id="{54E0366B-AD85-29DE-09D7-CCDF420A26B6}"/>
                </a:ext>
              </a:extLst>
            </p:cNvPr>
            <p:cNvSpPr>
              <a:spLocks noGrp="1"/>
            </p:cNvSpPr>
            <p:nvPr/>
          </p:nvSpPr>
          <p:spPr>
            <a:xfrm>
              <a:off x="15423836" y="262416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8" name="Pose_0__6117">
              <a:extLst>
                <a:ext uri="{FF2B5EF4-FFF2-40B4-BE49-F238E27FC236}">
                  <a16:creationId xmlns:a16="http://schemas.microsoft.com/office/drawing/2014/main" id="{5A022C8B-2E30-A99A-8820-8C4B3192B06D}"/>
                </a:ext>
              </a:extLst>
            </p:cNvPr>
            <p:cNvSpPr>
              <a:spLocks noGrp="1"/>
            </p:cNvSpPr>
            <p:nvPr/>
          </p:nvSpPr>
          <p:spPr>
            <a:xfrm>
              <a:off x="15392415" y="266242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9" name="Pose_0__6118">
              <a:extLst>
                <a:ext uri="{FF2B5EF4-FFF2-40B4-BE49-F238E27FC236}">
                  <a16:creationId xmlns:a16="http://schemas.microsoft.com/office/drawing/2014/main" id="{93C333EA-439C-14CA-5A39-408DE4F11B08}"/>
                </a:ext>
              </a:extLst>
            </p:cNvPr>
            <p:cNvSpPr>
              <a:spLocks noGrp="1"/>
            </p:cNvSpPr>
            <p:nvPr/>
          </p:nvSpPr>
          <p:spPr>
            <a:xfrm>
              <a:off x="15283828" y="272576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0" name="Pose_0__6119">
              <a:extLst>
                <a:ext uri="{FF2B5EF4-FFF2-40B4-BE49-F238E27FC236}">
                  <a16:creationId xmlns:a16="http://schemas.microsoft.com/office/drawing/2014/main" id="{8F400766-DBA1-C139-1B9B-2BA39CB6F8D7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73224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1" name="Pose_0__6120">
              <a:extLst>
                <a:ext uri="{FF2B5EF4-FFF2-40B4-BE49-F238E27FC236}">
                  <a16:creationId xmlns:a16="http://schemas.microsoft.com/office/drawing/2014/main" id="{2183542D-3564-AA7A-8F12-50F056B52ED8}"/>
                </a:ext>
              </a:extLst>
            </p:cNvPr>
            <p:cNvSpPr>
              <a:spLocks noGrp="1"/>
            </p:cNvSpPr>
            <p:nvPr/>
          </p:nvSpPr>
          <p:spPr>
            <a:xfrm>
              <a:off x="15461736" y="2662422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2" name="Pose_0__6121">
              <a:extLst>
                <a:ext uri="{FF2B5EF4-FFF2-40B4-BE49-F238E27FC236}">
                  <a16:creationId xmlns:a16="http://schemas.microsoft.com/office/drawing/2014/main" id="{30A55618-2CA9-129B-9839-D8F1080F0FAA}"/>
                </a:ext>
              </a:extLst>
            </p:cNvPr>
            <p:cNvSpPr>
              <a:spLocks noGrp="1"/>
            </p:cNvSpPr>
            <p:nvPr/>
          </p:nvSpPr>
          <p:spPr>
            <a:xfrm>
              <a:off x="15542864" y="2689513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3" name="Pose_0__6122">
              <a:extLst>
                <a:ext uri="{FF2B5EF4-FFF2-40B4-BE49-F238E27FC236}">
                  <a16:creationId xmlns:a16="http://schemas.microsoft.com/office/drawing/2014/main" id="{FF0CABDD-2DD4-039E-5CDD-3B28F966E907}"/>
                </a:ext>
              </a:extLst>
            </p:cNvPr>
            <p:cNvSpPr>
              <a:spLocks noGrp="1"/>
            </p:cNvSpPr>
            <p:nvPr/>
          </p:nvSpPr>
          <p:spPr>
            <a:xfrm>
              <a:off x="15644344" y="2677546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4" name="Pose_0__6123">
              <a:extLst>
                <a:ext uri="{FF2B5EF4-FFF2-40B4-BE49-F238E27FC236}">
                  <a16:creationId xmlns:a16="http://schemas.microsoft.com/office/drawing/2014/main" id="{83157178-4F63-887C-0C8B-7AAE22A012EF}"/>
                </a:ext>
              </a:extLst>
            </p:cNvPr>
            <p:cNvSpPr>
              <a:spLocks noGrp="1"/>
            </p:cNvSpPr>
            <p:nvPr/>
          </p:nvSpPr>
          <p:spPr>
            <a:xfrm>
              <a:off x="15173477" y="2723315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5" name="Pose_0__6124">
              <a:extLst>
                <a:ext uri="{FF2B5EF4-FFF2-40B4-BE49-F238E27FC236}">
                  <a16:creationId xmlns:a16="http://schemas.microsoft.com/office/drawing/2014/main" id="{DC56EF28-1773-497C-CF31-9D32807D6CAC}"/>
                </a:ext>
              </a:extLst>
            </p:cNvPr>
            <p:cNvSpPr>
              <a:spLocks noGrp="1"/>
            </p:cNvSpPr>
            <p:nvPr/>
          </p:nvSpPr>
          <p:spPr>
            <a:xfrm>
              <a:off x="15082103" y="2669497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6" name="Pose_0__6125">
              <a:extLst>
                <a:ext uri="{FF2B5EF4-FFF2-40B4-BE49-F238E27FC236}">
                  <a16:creationId xmlns:a16="http://schemas.microsoft.com/office/drawing/2014/main" id="{7D1ACB1B-772A-C078-73E8-FDDE1868CE57}"/>
                </a:ext>
              </a:extLst>
            </p:cNvPr>
            <p:cNvSpPr>
              <a:spLocks noGrp="1"/>
            </p:cNvSpPr>
            <p:nvPr/>
          </p:nvSpPr>
          <p:spPr>
            <a:xfrm>
              <a:off x="15214283" y="269700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27" name="Pose_0__6126">
              <a:extLst>
                <a:ext uri="{FF2B5EF4-FFF2-40B4-BE49-F238E27FC236}">
                  <a16:creationId xmlns:a16="http://schemas.microsoft.com/office/drawing/2014/main" id="{F10B4905-79E0-BC0E-1515-95C12E7AB9A2}"/>
                </a:ext>
              </a:extLst>
            </p:cNvPr>
            <p:cNvSpPr>
              <a:spLocks noGrp="1"/>
            </p:cNvSpPr>
            <p:nvPr/>
          </p:nvSpPr>
          <p:spPr>
            <a:xfrm>
              <a:off x="15282540" y="262005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8" name="Pose_0__6127">
              <a:extLst>
                <a:ext uri="{FF2B5EF4-FFF2-40B4-BE49-F238E27FC236}">
                  <a16:creationId xmlns:a16="http://schemas.microsoft.com/office/drawing/2014/main" id="{1B94017E-0903-56AC-A4F9-48B010B0B137}"/>
                </a:ext>
              </a:extLst>
            </p:cNvPr>
            <p:cNvSpPr>
              <a:spLocks noGrp="1"/>
            </p:cNvSpPr>
            <p:nvPr/>
          </p:nvSpPr>
          <p:spPr>
            <a:xfrm>
              <a:off x="15388594" y="2588926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9" name="Pose_0__6128">
              <a:extLst>
                <a:ext uri="{FF2B5EF4-FFF2-40B4-BE49-F238E27FC236}">
                  <a16:creationId xmlns:a16="http://schemas.microsoft.com/office/drawing/2014/main" id="{0B7B61E8-E993-8709-1AAA-BBB917907DC7}"/>
                </a:ext>
              </a:extLst>
            </p:cNvPr>
            <p:cNvSpPr>
              <a:spLocks noGrp="1"/>
            </p:cNvSpPr>
            <p:nvPr/>
          </p:nvSpPr>
          <p:spPr>
            <a:xfrm>
              <a:off x="15426494" y="2627179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0" name="Pose_0__6129">
              <a:extLst>
                <a:ext uri="{FF2B5EF4-FFF2-40B4-BE49-F238E27FC236}">
                  <a16:creationId xmlns:a16="http://schemas.microsoft.com/office/drawing/2014/main" id="{CCA692A8-53BC-4D23-C28A-695BE369C05B}"/>
                </a:ext>
              </a:extLst>
            </p:cNvPr>
            <p:cNvSpPr>
              <a:spLocks noGrp="1"/>
            </p:cNvSpPr>
            <p:nvPr/>
          </p:nvSpPr>
          <p:spPr>
            <a:xfrm>
              <a:off x="15357172" y="2690522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1" name="Pose_0__6130">
              <a:extLst>
                <a:ext uri="{FF2B5EF4-FFF2-40B4-BE49-F238E27FC236}">
                  <a16:creationId xmlns:a16="http://schemas.microsoft.com/office/drawing/2014/main" id="{A3CD87EC-64DB-0917-BDCE-400609AE1143}"/>
                </a:ext>
              </a:extLst>
            </p:cNvPr>
            <p:cNvSpPr>
              <a:spLocks noGrp="1"/>
            </p:cNvSpPr>
            <p:nvPr/>
          </p:nvSpPr>
          <p:spPr>
            <a:xfrm>
              <a:off x="15248585" y="2715677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32" name="Pose_0__6131">
              <a:extLst>
                <a:ext uri="{FF2B5EF4-FFF2-40B4-BE49-F238E27FC236}">
                  <a16:creationId xmlns:a16="http://schemas.microsoft.com/office/drawing/2014/main" id="{81E5D5B2-45D4-80EA-4E59-0A346E696B59}"/>
                </a:ext>
              </a:extLst>
            </p:cNvPr>
            <p:cNvSpPr>
              <a:spLocks noGrp="1"/>
            </p:cNvSpPr>
            <p:nvPr/>
          </p:nvSpPr>
          <p:spPr>
            <a:xfrm>
              <a:off x="15507622" y="2654270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3" name="Pose_0__6132">
              <a:extLst>
                <a:ext uri="{FF2B5EF4-FFF2-40B4-BE49-F238E27FC236}">
                  <a16:creationId xmlns:a16="http://schemas.microsoft.com/office/drawing/2014/main" id="{96813B7B-4361-72BF-D15E-382CD208AA96}"/>
                </a:ext>
              </a:extLst>
            </p:cNvPr>
            <p:cNvSpPr>
              <a:spLocks noGrp="1"/>
            </p:cNvSpPr>
            <p:nvPr/>
          </p:nvSpPr>
          <p:spPr>
            <a:xfrm>
              <a:off x="15609102" y="270433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4" name="Pose_0__6133">
              <a:extLst>
                <a:ext uri="{FF2B5EF4-FFF2-40B4-BE49-F238E27FC236}">
                  <a16:creationId xmlns:a16="http://schemas.microsoft.com/office/drawing/2014/main" id="{F689F81C-963F-8289-010D-A72EDE099034}"/>
                </a:ext>
              </a:extLst>
            </p:cNvPr>
            <p:cNvSpPr>
              <a:spLocks noGrp="1"/>
            </p:cNvSpPr>
            <p:nvPr/>
          </p:nvSpPr>
          <p:spPr>
            <a:xfrm>
              <a:off x="15683474" y="264230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5" name="Pose_0__6134">
              <a:extLst>
                <a:ext uri="{FF2B5EF4-FFF2-40B4-BE49-F238E27FC236}">
                  <a16:creationId xmlns:a16="http://schemas.microsoft.com/office/drawing/2014/main" id="{4CEA2D3B-4EDB-37BF-A6A9-67654564A873}"/>
                </a:ext>
              </a:extLst>
            </p:cNvPr>
            <p:cNvSpPr>
              <a:spLocks noGrp="1"/>
            </p:cNvSpPr>
            <p:nvPr/>
          </p:nvSpPr>
          <p:spPr>
            <a:xfrm>
              <a:off x="15138235" y="268807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6" name="Pose_0__6135">
              <a:extLst>
                <a:ext uri="{FF2B5EF4-FFF2-40B4-BE49-F238E27FC236}">
                  <a16:creationId xmlns:a16="http://schemas.microsoft.com/office/drawing/2014/main" id="{72909604-6E75-8607-F3A8-D3077E7AE022}"/>
                </a:ext>
              </a:extLst>
            </p:cNvPr>
            <p:cNvSpPr>
              <a:spLocks noGrp="1"/>
            </p:cNvSpPr>
            <p:nvPr/>
          </p:nvSpPr>
          <p:spPr>
            <a:xfrm>
              <a:off x="15046860" y="263425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2" name="Pose_1">
            <a:extLst>
              <a:ext uri="{FF2B5EF4-FFF2-40B4-BE49-F238E27FC236}">
                <a16:creationId xmlns:a16="http://schemas.microsoft.com/office/drawing/2014/main" id="{0F61C2D6-7A4B-18A8-A626-30590381B4E1}"/>
              </a:ext>
            </a:extLst>
          </p:cNvPr>
          <p:cNvGrpSpPr/>
          <p:nvPr/>
        </p:nvGrpSpPr>
        <p:grpSpPr>
          <a:xfrm>
            <a:off x="8601271" y="4690550"/>
            <a:ext cx="392833" cy="109576"/>
            <a:chOff x="15866010" y="3760501"/>
            <a:chExt cx="707099" cy="197236"/>
          </a:xfrm>
        </p:grpSpPr>
        <p:sp>
          <p:nvSpPr>
            <p:cNvPr id="6137" name="Pose_1__6136">
              <a:extLst>
                <a:ext uri="{FF2B5EF4-FFF2-40B4-BE49-F238E27FC236}">
                  <a16:creationId xmlns:a16="http://schemas.microsoft.com/office/drawing/2014/main" id="{AF658BE2-EF0B-0CC3-C656-CBDDCFDBD45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826871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8" name="Pose_1__6137">
              <a:extLst>
                <a:ext uri="{FF2B5EF4-FFF2-40B4-BE49-F238E27FC236}">
                  <a16:creationId xmlns:a16="http://schemas.microsoft.com/office/drawing/2014/main" id="{90FBCFC1-3DC7-4573-CF5D-772D24EE8BC0}"/>
                </a:ext>
              </a:extLst>
            </p:cNvPr>
            <p:cNvSpPr>
              <a:spLocks noGrp="1"/>
            </p:cNvSpPr>
            <p:nvPr/>
          </p:nvSpPr>
          <p:spPr>
            <a:xfrm>
              <a:off x="16136932" y="3795744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9" name="Pose_1__6138">
              <a:extLst>
                <a:ext uri="{FF2B5EF4-FFF2-40B4-BE49-F238E27FC236}">
                  <a16:creationId xmlns:a16="http://schemas.microsoft.com/office/drawing/2014/main" id="{BF8FFD1A-6E02-BFCE-7820-AC4C9813CE8B}"/>
                </a:ext>
              </a:extLst>
            </p:cNvPr>
            <p:cNvSpPr>
              <a:spLocks noGrp="1"/>
            </p:cNvSpPr>
            <p:nvPr/>
          </p:nvSpPr>
          <p:spPr>
            <a:xfrm>
              <a:off x="16242986" y="3795744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0" name="Pose_1__6139">
              <a:extLst>
                <a:ext uri="{FF2B5EF4-FFF2-40B4-BE49-F238E27FC236}">
                  <a16:creationId xmlns:a16="http://schemas.microsoft.com/office/drawing/2014/main" id="{2AB479F0-B871-5C0F-7A5F-F5B312FE4C7B}"/>
                </a:ext>
              </a:extLst>
            </p:cNvPr>
            <p:cNvSpPr>
              <a:spLocks noGrp="1"/>
            </p:cNvSpPr>
            <p:nvPr/>
          </p:nvSpPr>
          <p:spPr>
            <a:xfrm>
              <a:off x="16211565" y="3833997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1" name="Pose_1__6140">
              <a:extLst>
                <a:ext uri="{FF2B5EF4-FFF2-40B4-BE49-F238E27FC236}">
                  <a16:creationId xmlns:a16="http://schemas.microsoft.com/office/drawing/2014/main" id="{02C9ADBF-C242-A783-9C7A-80E7F76091BB}"/>
                </a:ext>
              </a:extLst>
            </p:cNvPr>
            <p:cNvSpPr>
              <a:spLocks noGrp="1"/>
            </p:cNvSpPr>
            <p:nvPr/>
          </p:nvSpPr>
          <p:spPr>
            <a:xfrm>
              <a:off x="16102978" y="3897339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2" name="Pose_1__6141">
              <a:extLst>
                <a:ext uri="{FF2B5EF4-FFF2-40B4-BE49-F238E27FC236}">
                  <a16:creationId xmlns:a16="http://schemas.microsoft.com/office/drawing/2014/main" id="{906C880A-ECE6-DD91-652C-E72332DB1A7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903821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3" name="Pose_1__6142">
              <a:extLst>
                <a:ext uri="{FF2B5EF4-FFF2-40B4-BE49-F238E27FC236}">
                  <a16:creationId xmlns:a16="http://schemas.microsoft.com/office/drawing/2014/main" id="{64D85638-A503-FA3E-F914-1DD3F94102CE}"/>
                </a:ext>
              </a:extLst>
            </p:cNvPr>
            <p:cNvSpPr>
              <a:spLocks noGrp="1"/>
            </p:cNvSpPr>
            <p:nvPr/>
          </p:nvSpPr>
          <p:spPr>
            <a:xfrm>
              <a:off x="16280886" y="3833997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4" name="Pose_1__6143">
              <a:extLst>
                <a:ext uri="{FF2B5EF4-FFF2-40B4-BE49-F238E27FC236}">
                  <a16:creationId xmlns:a16="http://schemas.microsoft.com/office/drawing/2014/main" id="{BF80B2EC-4371-BAD2-44A7-467ABA9325EE}"/>
                </a:ext>
              </a:extLst>
            </p:cNvPr>
            <p:cNvSpPr>
              <a:spLocks noGrp="1"/>
            </p:cNvSpPr>
            <p:nvPr/>
          </p:nvSpPr>
          <p:spPr>
            <a:xfrm>
              <a:off x="16362014" y="3861088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5" name="Pose_1__6144">
              <a:extLst>
                <a:ext uri="{FF2B5EF4-FFF2-40B4-BE49-F238E27FC236}">
                  <a16:creationId xmlns:a16="http://schemas.microsoft.com/office/drawing/2014/main" id="{81F73130-4F52-CC23-22F1-A759DC081EAD}"/>
                </a:ext>
              </a:extLst>
            </p:cNvPr>
            <p:cNvSpPr>
              <a:spLocks noGrp="1"/>
            </p:cNvSpPr>
            <p:nvPr/>
          </p:nvSpPr>
          <p:spPr>
            <a:xfrm>
              <a:off x="16463494" y="3849121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6" name="Pose_1__6145">
              <a:extLst>
                <a:ext uri="{FF2B5EF4-FFF2-40B4-BE49-F238E27FC236}">
                  <a16:creationId xmlns:a16="http://schemas.microsoft.com/office/drawing/2014/main" id="{07B40C8A-96FA-9350-107D-89856BC276BB}"/>
                </a:ext>
              </a:extLst>
            </p:cNvPr>
            <p:cNvSpPr>
              <a:spLocks noGrp="1"/>
            </p:cNvSpPr>
            <p:nvPr/>
          </p:nvSpPr>
          <p:spPr>
            <a:xfrm>
              <a:off x="15992627" y="3894890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7" name="Pose_1__6146">
              <a:extLst>
                <a:ext uri="{FF2B5EF4-FFF2-40B4-BE49-F238E27FC236}">
                  <a16:creationId xmlns:a16="http://schemas.microsoft.com/office/drawing/2014/main" id="{98BED5AF-98E3-06A7-669B-78F2160197E0}"/>
                </a:ext>
              </a:extLst>
            </p:cNvPr>
            <p:cNvSpPr>
              <a:spLocks noGrp="1"/>
            </p:cNvSpPr>
            <p:nvPr/>
          </p:nvSpPr>
          <p:spPr>
            <a:xfrm>
              <a:off x="15901253" y="3841072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8" name="Pose_1__6147">
              <a:extLst>
                <a:ext uri="{FF2B5EF4-FFF2-40B4-BE49-F238E27FC236}">
                  <a16:creationId xmlns:a16="http://schemas.microsoft.com/office/drawing/2014/main" id="{E75CB214-3582-FF1B-F8EE-2645F4C23D5F}"/>
                </a:ext>
              </a:extLst>
            </p:cNvPr>
            <p:cNvSpPr>
              <a:spLocks noGrp="1"/>
            </p:cNvSpPr>
            <p:nvPr/>
          </p:nvSpPr>
          <p:spPr>
            <a:xfrm>
              <a:off x="16033433" y="386857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49" name="Pose_1__6148">
              <a:extLst>
                <a:ext uri="{FF2B5EF4-FFF2-40B4-BE49-F238E27FC236}">
                  <a16:creationId xmlns:a16="http://schemas.microsoft.com/office/drawing/2014/main" id="{7DB95A55-DA30-2685-8759-6DCE4977A9B1}"/>
                </a:ext>
              </a:extLst>
            </p:cNvPr>
            <p:cNvSpPr>
              <a:spLocks noGrp="1"/>
            </p:cNvSpPr>
            <p:nvPr/>
          </p:nvSpPr>
          <p:spPr>
            <a:xfrm>
              <a:off x="16101690" y="379162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0" name="Pose_1__6149">
              <a:extLst>
                <a:ext uri="{FF2B5EF4-FFF2-40B4-BE49-F238E27FC236}">
                  <a16:creationId xmlns:a16="http://schemas.microsoft.com/office/drawing/2014/main" id="{ACFF16BA-7CA2-932F-C1DA-4BDF1DF5800C}"/>
                </a:ext>
              </a:extLst>
            </p:cNvPr>
            <p:cNvSpPr>
              <a:spLocks noGrp="1"/>
            </p:cNvSpPr>
            <p:nvPr/>
          </p:nvSpPr>
          <p:spPr>
            <a:xfrm>
              <a:off x="16207744" y="3760501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1" name="Pose_1__6150">
              <a:extLst>
                <a:ext uri="{FF2B5EF4-FFF2-40B4-BE49-F238E27FC236}">
                  <a16:creationId xmlns:a16="http://schemas.microsoft.com/office/drawing/2014/main" id="{8FFC5687-C723-EBC1-B355-02A2E1812F09}"/>
                </a:ext>
              </a:extLst>
            </p:cNvPr>
            <p:cNvSpPr>
              <a:spLocks noGrp="1"/>
            </p:cNvSpPr>
            <p:nvPr/>
          </p:nvSpPr>
          <p:spPr>
            <a:xfrm>
              <a:off x="16245644" y="3798754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2" name="Pose_1__6151">
              <a:extLst>
                <a:ext uri="{FF2B5EF4-FFF2-40B4-BE49-F238E27FC236}">
                  <a16:creationId xmlns:a16="http://schemas.microsoft.com/office/drawing/2014/main" id="{B0F8CE0B-3E18-EC9E-832B-34BDAF70CB53}"/>
                </a:ext>
              </a:extLst>
            </p:cNvPr>
            <p:cNvSpPr>
              <a:spLocks noGrp="1"/>
            </p:cNvSpPr>
            <p:nvPr/>
          </p:nvSpPr>
          <p:spPr>
            <a:xfrm>
              <a:off x="16176322" y="3862097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3" name="Pose_1__6152">
              <a:extLst>
                <a:ext uri="{FF2B5EF4-FFF2-40B4-BE49-F238E27FC236}">
                  <a16:creationId xmlns:a16="http://schemas.microsoft.com/office/drawing/2014/main" id="{CA95E49D-EC43-980A-D352-69BE6F43F15C}"/>
                </a:ext>
              </a:extLst>
            </p:cNvPr>
            <p:cNvSpPr>
              <a:spLocks noGrp="1"/>
            </p:cNvSpPr>
            <p:nvPr/>
          </p:nvSpPr>
          <p:spPr>
            <a:xfrm>
              <a:off x="16067735" y="3887252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54" name="Pose_1__6153">
              <a:extLst>
                <a:ext uri="{FF2B5EF4-FFF2-40B4-BE49-F238E27FC236}">
                  <a16:creationId xmlns:a16="http://schemas.microsoft.com/office/drawing/2014/main" id="{3539AC8E-13C8-D6F8-AD9A-E379E8554D33}"/>
                </a:ext>
              </a:extLst>
            </p:cNvPr>
            <p:cNvSpPr>
              <a:spLocks noGrp="1"/>
            </p:cNvSpPr>
            <p:nvPr/>
          </p:nvSpPr>
          <p:spPr>
            <a:xfrm>
              <a:off x="16326772" y="3825845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5" name="Pose_1__6154">
              <a:extLst>
                <a:ext uri="{FF2B5EF4-FFF2-40B4-BE49-F238E27FC236}">
                  <a16:creationId xmlns:a16="http://schemas.microsoft.com/office/drawing/2014/main" id="{4F6ED460-BC13-6586-11A0-2A2AAF26789C}"/>
                </a:ext>
              </a:extLst>
            </p:cNvPr>
            <p:cNvSpPr>
              <a:spLocks noGrp="1"/>
            </p:cNvSpPr>
            <p:nvPr/>
          </p:nvSpPr>
          <p:spPr>
            <a:xfrm>
              <a:off x="16428252" y="387590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6" name="Pose_1__6155">
              <a:extLst>
                <a:ext uri="{FF2B5EF4-FFF2-40B4-BE49-F238E27FC236}">
                  <a16:creationId xmlns:a16="http://schemas.microsoft.com/office/drawing/2014/main" id="{56331E76-36A3-9E8B-E5DD-028510B542F1}"/>
                </a:ext>
              </a:extLst>
            </p:cNvPr>
            <p:cNvSpPr>
              <a:spLocks noGrp="1"/>
            </p:cNvSpPr>
            <p:nvPr/>
          </p:nvSpPr>
          <p:spPr>
            <a:xfrm>
              <a:off x="16502624" y="381387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7" name="Pose_1__6156">
              <a:extLst>
                <a:ext uri="{FF2B5EF4-FFF2-40B4-BE49-F238E27FC236}">
                  <a16:creationId xmlns:a16="http://schemas.microsoft.com/office/drawing/2014/main" id="{5E8CFB69-3870-A65D-DB6E-FDDFCCF5CA2C}"/>
                </a:ext>
              </a:extLst>
            </p:cNvPr>
            <p:cNvSpPr>
              <a:spLocks noGrp="1"/>
            </p:cNvSpPr>
            <p:nvPr/>
          </p:nvSpPr>
          <p:spPr>
            <a:xfrm>
              <a:off x="15957385" y="385964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8" name="Pose_1__6157">
              <a:extLst>
                <a:ext uri="{FF2B5EF4-FFF2-40B4-BE49-F238E27FC236}">
                  <a16:creationId xmlns:a16="http://schemas.microsoft.com/office/drawing/2014/main" id="{914DE936-1FBA-6608-2EDE-DDAE7313116A}"/>
                </a:ext>
              </a:extLst>
            </p:cNvPr>
            <p:cNvSpPr>
              <a:spLocks noGrp="1"/>
            </p:cNvSpPr>
            <p:nvPr/>
          </p:nvSpPr>
          <p:spPr>
            <a:xfrm>
              <a:off x="15866010" y="380582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3" name="Pose_2">
            <a:extLst>
              <a:ext uri="{FF2B5EF4-FFF2-40B4-BE49-F238E27FC236}">
                <a16:creationId xmlns:a16="http://schemas.microsoft.com/office/drawing/2014/main" id="{5E5FF422-F3E2-A977-5337-7B32619BFE4E}"/>
              </a:ext>
            </a:extLst>
          </p:cNvPr>
          <p:cNvGrpSpPr/>
          <p:nvPr/>
        </p:nvGrpSpPr>
        <p:grpSpPr>
          <a:xfrm>
            <a:off x="8233750" y="4769926"/>
            <a:ext cx="362685" cy="131968"/>
            <a:chOff x="15204472" y="3903376"/>
            <a:chExt cx="652833" cy="237543"/>
          </a:xfrm>
        </p:grpSpPr>
        <p:sp>
          <p:nvSpPr>
            <p:cNvPr id="6159" name="Pose_2__6158">
              <a:extLst>
                <a:ext uri="{FF2B5EF4-FFF2-40B4-BE49-F238E27FC236}">
                  <a16:creationId xmlns:a16="http://schemas.microsoft.com/office/drawing/2014/main" id="{0E9721B3-1096-8E17-B913-FA9D3638DD40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396974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0" name="Pose_2__6159">
              <a:extLst>
                <a:ext uri="{FF2B5EF4-FFF2-40B4-BE49-F238E27FC236}">
                  <a16:creationId xmlns:a16="http://schemas.microsoft.com/office/drawing/2014/main" id="{E98A5F09-5967-A23C-AC4F-5B47210601A6}"/>
                </a:ext>
              </a:extLst>
            </p:cNvPr>
            <p:cNvSpPr>
              <a:spLocks noGrp="1"/>
            </p:cNvSpPr>
            <p:nvPr/>
          </p:nvSpPr>
          <p:spPr>
            <a:xfrm>
              <a:off x="15489232" y="393861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1" name="Pose_2__6160">
              <a:extLst>
                <a:ext uri="{FF2B5EF4-FFF2-40B4-BE49-F238E27FC236}">
                  <a16:creationId xmlns:a16="http://schemas.microsoft.com/office/drawing/2014/main" id="{2C2ED61D-AAC1-D3C1-C1BF-7C696C60F11C}"/>
                </a:ext>
              </a:extLst>
            </p:cNvPr>
            <p:cNvSpPr>
              <a:spLocks noGrp="1"/>
            </p:cNvSpPr>
            <p:nvPr/>
          </p:nvSpPr>
          <p:spPr>
            <a:xfrm>
              <a:off x="15595286" y="393861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2" name="Pose_2__6161">
              <a:extLst>
                <a:ext uri="{FF2B5EF4-FFF2-40B4-BE49-F238E27FC236}">
                  <a16:creationId xmlns:a16="http://schemas.microsoft.com/office/drawing/2014/main" id="{9889626A-F8D6-76A1-76B0-9743E280CDD0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397687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3" name="Pose_2__6162">
              <a:extLst>
                <a:ext uri="{FF2B5EF4-FFF2-40B4-BE49-F238E27FC236}">
                  <a16:creationId xmlns:a16="http://schemas.microsoft.com/office/drawing/2014/main" id="{E51C1F42-80FC-95E9-7B18-F1736B6B29BD}"/>
                </a:ext>
              </a:extLst>
            </p:cNvPr>
            <p:cNvSpPr>
              <a:spLocks noGrp="1"/>
            </p:cNvSpPr>
            <p:nvPr/>
          </p:nvSpPr>
          <p:spPr>
            <a:xfrm>
              <a:off x="15455278" y="404021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4" name="Pose_2__6163">
              <a:extLst>
                <a:ext uri="{FF2B5EF4-FFF2-40B4-BE49-F238E27FC236}">
                  <a16:creationId xmlns:a16="http://schemas.microsoft.com/office/drawing/2014/main" id="{BA01BDDF-3297-6136-0071-DF9DD578871E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404669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5" name="Pose_2__6164">
              <a:extLst>
                <a:ext uri="{FF2B5EF4-FFF2-40B4-BE49-F238E27FC236}">
                  <a16:creationId xmlns:a16="http://schemas.microsoft.com/office/drawing/2014/main" id="{E0A630A8-1B4A-4FEC-C3A8-F5767CE11E28}"/>
                </a:ext>
              </a:extLst>
            </p:cNvPr>
            <p:cNvSpPr>
              <a:spLocks noGrp="1"/>
            </p:cNvSpPr>
            <p:nvPr/>
          </p:nvSpPr>
          <p:spPr>
            <a:xfrm>
              <a:off x="15633186" y="3976872"/>
              <a:ext cx="75889" cy="19757"/>
            </a:xfrm>
            <a:custGeom>
              <a:avLst/>
              <a:gdLst/>
              <a:ahLst/>
              <a:cxnLst/>
              <a:rect l="0" t="0" r="0" b="0"/>
              <a:pathLst>
                <a:path w="75889" h="19757">
                  <a:moveTo>
                    <a:pt x="0" y="0"/>
                  </a:moveTo>
                  <a:lnTo>
                    <a:pt x="75889" y="19757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6" name="Pose_2__6165">
              <a:extLst>
                <a:ext uri="{FF2B5EF4-FFF2-40B4-BE49-F238E27FC236}">
                  <a16:creationId xmlns:a16="http://schemas.microsoft.com/office/drawing/2014/main" id="{FC3C78E9-D3FF-1362-1EE7-C970C4D68B32}"/>
                </a:ext>
              </a:extLst>
            </p:cNvPr>
            <p:cNvSpPr>
              <a:spLocks noGrp="1"/>
            </p:cNvSpPr>
            <p:nvPr/>
          </p:nvSpPr>
          <p:spPr>
            <a:xfrm>
              <a:off x="15709075" y="3996629"/>
              <a:ext cx="106719" cy="50062"/>
            </a:xfrm>
            <a:custGeom>
              <a:avLst/>
              <a:gdLst/>
              <a:ahLst/>
              <a:cxnLst/>
              <a:rect l="0" t="0" r="0" b="0"/>
              <a:pathLst>
                <a:path w="106719" h="50062">
                  <a:moveTo>
                    <a:pt x="0" y="0"/>
                  </a:moveTo>
                  <a:lnTo>
                    <a:pt x="106719" y="5006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7" name="Pose_2__6166">
              <a:extLst>
                <a:ext uri="{FF2B5EF4-FFF2-40B4-BE49-F238E27FC236}">
                  <a16:creationId xmlns:a16="http://schemas.microsoft.com/office/drawing/2014/main" id="{FB9FB21D-EF82-1EDD-06C8-4E2BADD44E34}"/>
                </a:ext>
              </a:extLst>
            </p:cNvPr>
            <p:cNvSpPr>
              <a:spLocks noGrp="1"/>
            </p:cNvSpPr>
            <p:nvPr/>
          </p:nvSpPr>
          <p:spPr>
            <a:xfrm>
              <a:off x="15815794" y="4046691"/>
              <a:ext cx="6268" cy="58985"/>
            </a:xfrm>
            <a:custGeom>
              <a:avLst/>
              <a:gdLst/>
              <a:ahLst/>
              <a:cxnLst/>
              <a:rect l="0" t="0" r="0" b="0"/>
              <a:pathLst>
                <a:path w="6268" h="58985">
                  <a:moveTo>
                    <a:pt x="0" y="0"/>
                  </a:moveTo>
                  <a:lnTo>
                    <a:pt x="6268" y="5898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8" name="Pose_2__6167">
              <a:extLst>
                <a:ext uri="{FF2B5EF4-FFF2-40B4-BE49-F238E27FC236}">
                  <a16:creationId xmlns:a16="http://schemas.microsoft.com/office/drawing/2014/main" id="{5285DF5B-750D-791C-666B-508671F0C721}"/>
                </a:ext>
              </a:extLst>
            </p:cNvPr>
            <p:cNvSpPr>
              <a:spLocks noGrp="1"/>
            </p:cNvSpPr>
            <p:nvPr/>
          </p:nvSpPr>
          <p:spPr>
            <a:xfrm>
              <a:off x="15722117" y="4103773"/>
              <a:ext cx="99945" cy="1903"/>
            </a:xfrm>
            <a:custGeom>
              <a:avLst/>
              <a:gdLst/>
              <a:ahLst/>
              <a:cxnLst/>
              <a:rect l="0" t="0" r="0" b="0"/>
              <a:pathLst>
                <a:path w="99945" h="1903">
                  <a:moveTo>
                    <a:pt x="99945" y="190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9" name="Pose_2__6168">
              <a:extLst>
                <a:ext uri="{FF2B5EF4-FFF2-40B4-BE49-F238E27FC236}">
                  <a16:creationId xmlns:a16="http://schemas.microsoft.com/office/drawing/2014/main" id="{6A22271C-AC29-4EF0-12EE-D6561F7176A0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4040214"/>
              <a:ext cx="158253" cy="63559"/>
            </a:xfrm>
            <a:custGeom>
              <a:avLst/>
              <a:gdLst/>
              <a:ahLst/>
              <a:cxnLst/>
              <a:rect l="0" t="0" r="0" b="0"/>
              <a:pathLst>
                <a:path w="158253" h="63559">
                  <a:moveTo>
                    <a:pt x="158253" y="63559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0" name="Pose_2__6169">
              <a:extLst>
                <a:ext uri="{FF2B5EF4-FFF2-40B4-BE49-F238E27FC236}">
                  <a16:creationId xmlns:a16="http://schemas.microsoft.com/office/drawing/2014/main" id="{D4FE13F2-3971-0C3D-6DF1-A66C386EDE40}"/>
                </a:ext>
              </a:extLst>
            </p:cNvPr>
            <p:cNvSpPr>
              <a:spLocks noGrp="1"/>
            </p:cNvSpPr>
            <p:nvPr/>
          </p:nvSpPr>
          <p:spPr>
            <a:xfrm>
              <a:off x="15326895" y="3939941"/>
              <a:ext cx="94080" cy="106755"/>
            </a:xfrm>
            <a:custGeom>
              <a:avLst/>
              <a:gdLst/>
              <a:ahLst/>
              <a:cxnLst/>
              <a:rect l="0" t="0" r="0" b="0"/>
              <a:pathLst>
                <a:path w="94080" h="106755">
                  <a:moveTo>
                    <a:pt x="94080" y="106755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1" name="Pose_2__6170">
              <a:extLst>
                <a:ext uri="{FF2B5EF4-FFF2-40B4-BE49-F238E27FC236}">
                  <a16:creationId xmlns:a16="http://schemas.microsoft.com/office/drawing/2014/main" id="{F7FCEACD-FEEE-7196-C203-0AB00A8FF206}"/>
                </a:ext>
              </a:extLst>
            </p:cNvPr>
            <p:cNvSpPr>
              <a:spLocks noGrp="1"/>
            </p:cNvSpPr>
            <p:nvPr/>
          </p:nvSpPr>
          <p:spPr>
            <a:xfrm>
              <a:off x="15239714" y="3939941"/>
              <a:ext cx="87181" cy="30142"/>
            </a:xfrm>
            <a:custGeom>
              <a:avLst/>
              <a:gdLst/>
              <a:ahLst/>
              <a:cxnLst/>
              <a:rect l="0" t="0" r="0" b="0"/>
              <a:pathLst>
                <a:path w="87181" h="30142">
                  <a:moveTo>
                    <a:pt x="87181" y="0"/>
                  </a:moveTo>
                  <a:lnTo>
                    <a:pt x="0" y="3014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2" name="Pose_2__6171">
              <a:extLst>
                <a:ext uri="{FF2B5EF4-FFF2-40B4-BE49-F238E27FC236}">
                  <a16:creationId xmlns:a16="http://schemas.microsoft.com/office/drawing/2014/main" id="{175DEF80-DF9F-A472-D7F4-6641FF138BDC}"/>
                </a:ext>
              </a:extLst>
            </p:cNvPr>
            <p:cNvSpPr>
              <a:spLocks noGrp="1"/>
            </p:cNvSpPr>
            <p:nvPr/>
          </p:nvSpPr>
          <p:spPr>
            <a:xfrm>
              <a:off x="15385733" y="4011454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3" name="Pose_2__6172">
              <a:extLst>
                <a:ext uri="{FF2B5EF4-FFF2-40B4-BE49-F238E27FC236}">
                  <a16:creationId xmlns:a16="http://schemas.microsoft.com/office/drawing/2014/main" id="{DCE4745C-6EAE-AF63-9005-7932A560A3D1}"/>
                </a:ext>
              </a:extLst>
            </p:cNvPr>
            <p:cNvSpPr>
              <a:spLocks noGrp="1"/>
            </p:cNvSpPr>
            <p:nvPr/>
          </p:nvSpPr>
          <p:spPr>
            <a:xfrm>
              <a:off x="15453990" y="3934503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4" name="Pose_2__6173">
              <a:extLst>
                <a:ext uri="{FF2B5EF4-FFF2-40B4-BE49-F238E27FC236}">
                  <a16:creationId xmlns:a16="http://schemas.microsoft.com/office/drawing/2014/main" id="{B70B5554-0175-8A78-2AD5-46E8F8C94A59}"/>
                </a:ext>
              </a:extLst>
            </p:cNvPr>
            <p:cNvSpPr>
              <a:spLocks noGrp="1"/>
            </p:cNvSpPr>
            <p:nvPr/>
          </p:nvSpPr>
          <p:spPr>
            <a:xfrm>
              <a:off x="15560044" y="390337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5" name="Pose_2__6174">
              <a:extLst>
                <a:ext uri="{FF2B5EF4-FFF2-40B4-BE49-F238E27FC236}">
                  <a16:creationId xmlns:a16="http://schemas.microsoft.com/office/drawing/2014/main" id="{1BE745C4-EB46-8F67-2125-5CD47D7A20B0}"/>
                </a:ext>
              </a:extLst>
            </p:cNvPr>
            <p:cNvSpPr>
              <a:spLocks noGrp="1"/>
            </p:cNvSpPr>
            <p:nvPr/>
          </p:nvSpPr>
          <p:spPr>
            <a:xfrm>
              <a:off x="15597944" y="394162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6" name="Pose_2__6175">
              <a:extLst>
                <a:ext uri="{FF2B5EF4-FFF2-40B4-BE49-F238E27FC236}">
                  <a16:creationId xmlns:a16="http://schemas.microsoft.com/office/drawing/2014/main" id="{A655AC67-D83F-300B-01B7-141C788AB05B}"/>
                </a:ext>
              </a:extLst>
            </p:cNvPr>
            <p:cNvSpPr>
              <a:spLocks noGrp="1"/>
            </p:cNvSpPr>
            <p:nvPr/>
          </p:nvSpPr>
          <p:spPr>
            <a:xfrm>
              <a:off x="15528622" y="4004972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7" name="Pose_2__6176">
              <a:extLst>
                <a:ext uri="{FF2B5EF4-FFF2-40B4-BE49-F238E27FC236}">
                  <a16:creationId xmlns:a16="http://schemas.microsoft.com/office/drawing/2014/main" id="{4F5DCF2B-2D4C-CF63-DEB6-8DF709521B8D}"/>
                </a:ext>
              </a:extLst>
            </p:cNvPr>
            <p:cNvSpPr>
              <a:spLocks noGrp="1"/>
            </p:cNvSpPr>
            <p:nvPr/>
          </p:nvSpPr>
          <p:spPr>
            <a:xfrm>
              <a:off x="15420035" y="4030127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8" name="Pose_2__6177">
              <a:extLst>
                <a:ext uri="{FF2B5EF4-FFF2-40B4-BE49-F238E27FC236}">
                  <a16:creationId xmlns:a16="http://schemas.microsoft.com/office/drawing/2014/main" id="{59281AD3-373E-8FD1-0ACF-A24AE3AC07BB}"/>
                </a:ext>
              </a:extLst>
            </p:cNvPr>
            <p:cNvSpPr>
              <a:spLocks noGrp="1"/>
            </p:cNvSpPr>
            <p:nvPr/>
          </p:nvSpPr>
          <p:spPr>
            <a:xfrm>
              <a:off x="15673833" y="396138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9" name="Pose_2__6178">
              <a:extLst>
                <a:ext uri="{FF2B5EF4-FFF2-40B4-BE49-F238E27FC236}">
                  <a16:creationId xmlns:a16="http://schemas.microsoft.com/office/drawing/2014/main" id="{15344794-263A-FFFE-338D-DD115515D79A}"/>
                </a:ext>
              </a:extLst>
            </p:cNvPr>
            <p:cNvSpPr>
              <a:spLocks noGrp="1"/>
            </p:cNvSpPr>
            <p:nvPr/>
          </p:nvSpPr>
          <p:spPr>
            <a:xfrm>
              <a:off x="15780552" y="401144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0" name="Pose_2__6179">
              <a:extLst>
                <a:ext uri="{FF2B5EF4-FFF2-40B4-BE49-F238E27FC236}">
                  <a16:creationId xmlns:a16="http://schemas.microsoft.com/office/drawing/2014/main" id="{DBB2BB0C-8CE9-6BA9-4432-835FC0C2ED49}"/>
                </a:ext>
              </a:extLst>
            </p:cNvPr>
            <p:cNvSpPr>
              <a:spLocks noGrp="1"/>
            </p:cNvSpPr>
            <p:nvPr/>
          </p:nvSpPr>
          <p:spPr>
            <a:xfrm>
              <a:off x="15786820" y="4070434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1" name="Pose_2__6180">
              <a:extLst>
                <a:ext uri="{FF2B5EF4-FFF2-40B4-BE49-F238E27FC236}">
                  <a16:creationId xmlns:a16="http://schemas.microsoft.com/office/drawing/2014/main" id="{4854753B-A019-4E28-8B36-D7536E1694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875" y="4068531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2" name="Pose_2__6181">
              <a:extLst>
                <a:ext uri="{FF2B5EF4-FFF2-40B4-BE49-F238E27FC236}">
                  <a16:creationId xmlns:a16="http://schemas.microsoft.com/office/drawing/2014/main" id="{AEAD5B90-6F56-07AB-42D7-C456E2E2ED0D}"/>
                </a:ext>
              </a:extLst>
            </p:cNvPr>
            <p:cNvSpPr>
              <a:spLocks noGrp="1"/>
            </p:cNvSpPr>
            <p:nvPr/>
          </p:nvSpPr>
          <p:spPr>
            <a:xfrm>
              <a:off x="15291653" y="3904699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83" name="Pose_2__6182">
              <a:extLst>
                <a:ext uri="{FF2B5EF4-FFF2-40B4-BE49-F238E27FC236}">
                  <a16:creationId xmlns:a16="http://schemas.microsoft.com/office/drawing/2014/main" id="{8A99E94C-9739-2189-3533-78D2EBDF25A1}"/>
                </a:ext>
              </a:extLst>
            </p:cNvPr>
            <p:cNvSpPr>
              <a:spLocks noGrp="1"/>
            </p:cNvSpPr>
            <p:nvPr/>
          </p:nvSpPr>
          <p:spPr>
            <a:xfrm>
              <a:off x="15204472" y="3934840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4" name="Pose_3">
            <a:extLst>
              <a:ext uri="{FF2B5EF4-FFF2-40B4-BE49-F238E27FC236}">
                <a16:creationId xmlns:a16="http://schemas.microsoft.com/office/drawing/2014/main" id="{141A710D-204A-E6B2-2159-13678A6D2762}"/>
              </a:ext>
            </a:extLst>
          </p:cNvPr>
          <p:cNvGrpSpPr/>
          <p:nvPr/>
        </p:nvGrpSpPr>
        <p:grpSpPr>
          <a:xfrm>
            <a:off x="8531951" y="3842589"/>
            <a:ext cx="342783" cy="133264"/>
            <a:chOff x="15741233" y="2234169"/>
            <a:chExt cx="617010" cy="239875"/>
          </a:xfrm>
        </p:grpSpPr>
        <p:sp>
          <p:nvSpPr>
            <p:cNvPr id="6184" name="Pose_3__6183">
              <a:extLst>
                <a:ext uri="{FF2B5EF4-FFF2-40B4-BE49-F238E27FC236}">
                  <a16:creationId xmlns:a16="http://schemas.microsoft.com/office/drawing/2014/main" id="{EBA65BFE-1317-518F-FC4A-11193593E2C7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07271"/>
              <a:ext cx="89212" cy="72550"/>
            </a:xfrm>
            <a:custGeom>
              <a:avLst/>
              <a:gdLst/>
              <a:ahLst/>
              <a:cxnLst/>
              <a:rect l="0" t="0" r="0" b="0"/>
              <a:pathLst>
                <a:path w="89212" h="72550">
                  <a:moveTo>
                    <a:pt x="0" y="72550"/>
                  </a:moveTo>
                  <a:lnTo>
                    <a:pt x="89212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5" name="Pose_3__6184">
              <a:extLst>
                <a:ext uri="{FF2B5EF4-FFF2-40B4-BE49-F238E27FC236}">
                  <a16:creationId xmlns:a16="http://schemas.microsoft.com/office/drawing/2014/main" id="{7DBE5FB7-F810-3546-64CE-B8E153A15611}"/>
                </a:ext>
              </a:extLst>
            </p:cNvPr>
            <p:cNvSpPr>
              <a:spLocks noGrp="1"/>
            </p:cNvSpPr>
            <p:nvPr/>
          </p:nvSpPr>
          <p:spPr>
            <a:xfrm>
              <a:off x="16043587" y="2298147"/>
              <a:ext cx="95577" cy="9124"/>
            </a:xfrm>
            <a:custGeom>
              <a:avLst/>
              <a:gdLst/>
              <a:ahLst/>
              <a:cxnLst/>
              <a:rect l="0" t="0" r="0" b="0"/>
              <a:pathLst>
                <a:path w="95577" h="9124">
                  <a:moveTo>
                    <a:pt x="0" y="9124"/>
                  </a:moveTo>
                  <a:lnTo>
                    <a:pt x="95577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6" name="Pose_3__6185">
              <a:extLst>
                <a:ext uri="{FF2B5EF4-FFF2-40B4-BE49-F238E27FC236}">
                  <a16:creationId xmlns:a16="http://schemas.microsoft.com/office/drawing/2014/main" id="{803BFBB4-7BE7-C7B9-367D-7B172BF668AE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298147"/>
              <a:ext cx="14487" cy="48521"/>
            </a:xfrm>
            <a:custGeom>
              <a:avLst/>
              <a:gdLst/>
              <a:ahLst/>
              <a:cxnLst/>
              <a:rect l="0" t="0" r="0" b="0"/>
              <a:pathLst>
                <a:path w="14487" h="48521">
                  <a:moveTo>
                    <a:pt x="14487" y="0"/>
                  </a:moveTo>
                  <a:lnTo>
                    <a:pt x="0" y="4852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7" name="Pose_3__6186">
              <a:extLst>
                <a:ext uri="{FF2B5EF4-FFF2-40B4-BE49-F238E27FC236}">
                  <a16:creationId xmlns:a16="http://schemas.microsoft.com/office/drawing/2014/main" id="{046AE5BB-ACF1-0A96-A1C6-A67696AFF661}"/>
                </a:ext>
              </a:extLst>
            </p:cNvPr>
            <p:cNvSpPr>
              <a:spLocks noGrp="1"/>
            </p:cNvSpPr>
            <p:nvPr/>
          </p:nvSpPr>
          <p:spPr>
            <a:xfrm>
              <a:off x="16013445" y="2346668"/>
              <a:ext cx="111232" cy="22271"/>
            </a:xfrm>
            <a:custGeom>
              <a:avLst/>
              <a:gdLst/>
              <a:ahLst/>
              <a:cxnLst/>
              <a:rect l="0" t="0" r="0" b="0"/>
              <a:pathLst>
                <a:path w="111232" h="22271">
                  <a:moveTo>
                    <a:pt x="111232" y="0"/>
                  </a:moveTo>
                  <a:lnTo>
                    <a:pt x="0" y="2227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8" name="Pose_3__6187">
              <a:extLst>
                <a:ext uri="{FF2B5EF4-FFF2-40B4-BE49-F238E27FC236}">
                  <a16:creationId xmlns:a16="http://schemas.microsoft.com/office/drawing/2014/main" id="{E0D326E2-5390-D1D0-2DA6-EF3192DB877A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68939"/>
              <a:ext cx="59070" cy="10883"/>
            </a:xfrm>
            <a:custGeom>
              <a:avLst/>
              <a:gdLst/>
              <a:ahLst/>
              <a:cxnLst/>
              <a:rect l="0" t="0" r="0" b="0"/>
              <a:pathLst>
                <a:path w="59070" h="10883">
                  <a:moveTo>
                    <a:pt x="59070" y="0"/>
                  </a:moveTo>
                  <a:lnTo>
                    <a:pt x="0" y="10883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9" name="Pose_3__6188">
              <a:extLst>
                <a:ext uri="{FF2B5EF4-FFF2-40B4-BE49-F238E27FC236}">
                  <a16:creationId xmlns:a16="http://schemas.microsoft.com/office/drawing/2014/main" id="{872514A9-8ECC-B4C6-A46E-C79D7D7B6E74}"/>
                </a:ext>
              </a:extLst>
            </p:cNvPr>
            <p:cNvSpPr>
              <a:spLocks noGrp="1"/>
            </p:cNvSpPr>
            <p:nvPr/>
          </p:nvSpPr>
          <p:spPr>
            <a:xfrm>
              <a:off x="16139164" y="2269412"/>
              <a:ext cx="64303" cy="28735"/>
            </a:xfrm>
            <a:custGeom>
              <a:avLst/>
              <a:gdLst/>
              <a:ahLst/>
              <a:cxnLst/>
              <a:rect l="0" t="0" r="0" b="0"/>
              <a:pathLst>
                <a:path w="64303" h="28735">
                  <a:moveTo>
                    <a:pt x="0" y="28735"/>
                  </a:moveTo>
                  <a:lnTo>
                    <a:pt x="64303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0" name="Pose_3__6189">
              <a:extLst>
                <a:ext uri="{FF2B5EF4-FFF2-40B4-BE49-F238E27FC236}">
                  <a16:creationId xmlns:a16="http://schemas.microsoft.com/office/drawing/2014/main" id="{CA0AB2F7-2484-FF12-53CB-CC001D6D1205}"/>
                </a:ext>
              </a:extLst>
            </p:cNvPr>
            <p:cNvSpPr>
              <a:spLocks noGrp="1"/>
            </p:cNvSpPr>
            <p:nvPr/>
          </p:nvSpPr>
          <p:spPr>
            <a:xfrm>
              <a:off x="16203466" y="2269412"/>
              <a:ext cx="101874" cy="64009"/>
            </a:xfrm>
            <a:custGeom>
              <a:avLst/>
              <a:gdLst/>
              <a:ahLst/>
              <a:cxnLst/>
              <a:rect l="0" t="0" r="0" b="0"/>
              <a:pathLst>
                <a:path w="101874" h="64009">
                  <a:moveTo>
                    <a:pt x="0" y="0"/>
                  </a:moveTo>
                  <a:lnTo>
                    <a:pt x="101874" y="64009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1" name="Pose_3__6190">
              <a:extLst>
                <a:ext uri="{FF2B5EF4-FFF2-40B4-BE49-F238E27FC236}">
                  <a16:creationId xmlns:a16="http://schemas.microsoft.com/office/drawing/2014/main" id="{B7331777-572B-80F5-0423-B101EB02F5D4}"/>
                </a:ext>
              </a:extLst>
            </p:cNvPr>
            <p:cNvSpPr>
              <a:spLocks noGrp="1"/>
            </p:cNvSpPr>
            <p:nvPr/>
          </p:nvSpPr>
          <p:spPr>
            <a:xfrm>
              <a:off x="16305340" y="2333421"/>
              <a:ext cx="17660" cy="86734"/>
            </a:xfrm>
            <a:custGeom>
              <a:avLst/>
              <a:gdLst/>
              <a:ahLst/>
              <a:cxnLst/>
              <a:rect l="0" t="0" r="0" b="0"/>
              <a:pathLst>
                <a:path w="17660" h="86734">
                  <a:moveTo>
                    <a:pt x="0" y="0"/>
                  </a:moveTo>
                  <a:lnTo>
                    <a:pt x="17660" y="86734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2" name="Pose_3__6191">
              <a:extLst>
                <a:ext uri="{FF2B5EF4-FFF2-40B4-BE49-F238E27FC236}">
                  <a16:creationId xmlns:a16="http://schemas.microsoft.com/office/drawing/2014/main" id="{3267A000-1D99-F64C-2C88-07832DF21885}"/>
                </a:ext>
              </a:extLst>
            </p:cNvPr>
            <p:cNvSpPr>
              <a:spLocks noGrp="1"/>
            </p:cNvSpPr>
            <p:nvPr/>
          </p:nvSpPr>
          <p:spPr>
            <a:xfrm>
              <a:off x="16240210" y="2420154"/>
              <a:ext cx="82790" cy="18647"/>
            </a:xfrm>
            <a:custGeom>
              <a:avLst/>
              <a:gdLst/>
              <a:ahLst/>
              <a:cxnLst/>
              <a:rect l="0" t="0" r="0" b="0"/>
              <a:pathLst>
                <a:path w="82790" h="18647">
                  <a:moveTo>
                    <a:pt x="82790" y="0"/>
                  </a:moveTo>
                  <a:lnTo>
                    <a:pt x="0" y="18647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3" name="Pose_3__6192">
              <a:extLst>
                <a:ext uri="{FF2B5EF4-FFF2-40B4-BE49-F238E27FC236}">
                  <a16:creationId xmlns:a16="http://schemas.microsoft.com/office/drawing/2014/main" id="{F89EC540-68C1-1182-DD5C-7A99E22E2208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346668"/>
              <a:ext cx="115534" cy="92134"/>
            </a:xfrm>
            <a:custGeom>
              <a:avLst/>
              <a:gdLst/>
              <a:ahLst/>
              <a:cxnLst/>
              <a:rect l="0" t="0" r="0" b="0"/>
              <a:pathLst>
                <a:path w="115534" h="92134">
                  <a:moveTo>
                    <a:pt x="115534" y="92134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4" name="Pose_3__6193">
              <a:extLst>
                <a:ext uri="{FF2B5EF4-FFF2-40B4-BE49-F238E27FC236}">
                  <a16:creationId xmlns:a16="http://schemas.microsoft.com/office/drawing/2014/main" id="{B0864552-B352-9BF2-2540-600235A7BFCA}"/>
                </a:ext>
              </a:extLst>
            </p:cNvPr>
            <p:cNvSpPr>
              <a:spLocks noGrp="1"/>
            </p:cNvSpPr>
            <p:nvPr/>
          </p:nvSpPr>
          <p:spPr>
            <a:xfrm>
              <a:off x="15878327" y="2378224"/>
              <a:ext cx="76048" cy="1597"/>
            </a:xfrm>
            <a:custGeom>
              <a:avLst/>
              <a:gdLst/>
              <a:ahLst/>
              <a:cxnLst/>
              <a:rect l="0" t="0" r="0" b="0"/>
              <a:pathLst>
                <a:path w="76048" h="1597">
                  <a:moveTo>
                    <a:pt x="76048" y="1597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5" name="Pose_3__6194">
              <a:extLst>
                <a:ext uri="{FF2B5EF4-FFF2-40B4-BE49-F238E27FC236}">
                  <a16:creationId xmlns:a16="http://schemas.microsoft.com/office/drawing/2014/main" id="{504401AE-94A7-ED5F-6201-11DFEC7A1CB2}"/>
                </a:ext>
              </a:extLst>
            </p:cNvPr>
            <p:cNvSpPr>
              <a:spLocks noGrp="1"/>
            </p:cNvSpPr>
            <p:nvPr/>
          </p:nvSpPr>
          <p:spPr>
            <a:xfrm>
              <a:off x="15776475" y="2317072"/>
              <a:ext cx="101852" cy="61152"/>
            </a:xfrm>
            <a:custGeom>
              <a:avLst/>
              <a:gdLst/>
              <a:ahLst/>
              <a:cxnLst/>
              <a:rect l="0" t="0" r="0" b="0"/>
              <a:pathLst>
                <a:path w="101852" h="61152">
                  <a:moveTo>
                    <a:pt x="101852" y="61152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6" name="Pose_3__6195">
              <a:extLst>
                <a:ext uri="{FF2B5EF4-FFF2-40B4-BE49-F238E27FC236}">
                  <a16:creationId xmlns:a16="http://schemas.microsoft.com/office/drawing/2014/main" id="{DB628093-FFB2-C97B-293E-AF6376E2D989}"/>
                </a:ext>
              </a:extLst>
            </p:cNvPr>
            <p:cNvSpPr>
              <a:spLocks noGrp="1"/>
            </p:cNvSpPr>
            <p:nvPr/>
          </p:nvSpPr>
          <p:spPr>
            <a:xfrm>
              <a:off x="15919133" y="234457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197" name="Pose_3__6196">
              <a:extLst>
                <a:ext uri="{FF2B5EF4-FFF2-40B4-BE49-F238E27FC236}">
                  <a16:creationId xmlns:a16="http://schemas.microsoft.com/office/drawing/2014/main" id="{BE3C5F8C-00E4-5E8E-CECF-809A907C782B}"/>
                </a:ext>
              </a:extLst>
            </p:cNvPr>
            <p:cNvSpPr>
              <a:spLocks noGrp="1"/>
            </p:cNvSpPr>
            <p:nvPr/>
          </p:nvSpPr>
          <p:spPr>
            <a:xfrm>
              <a:off x="16008345" y="227202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8" name="Pose_3__6197">
              <a:extLst>
                <a:ext uri="{FF2B5EF4-FFF2-40B4-BE49-F238E27FC236}">
                  <a16:creationId xmlns:a16="http://schemas.microsoft.com/office/drawing/2014/main" id="{F44D8A90-FF9D-5EA7-7342-EB206584C37D}"/>
                </a:ext>
              </a:extLst>
            </p:cNvPr>
            <p:cNvSpPr>
              <a:spLocks noGrp="1"/>
            </p:cNvSpPr>
            <p:nvPr/>
          </p:nvSpPr>
          <p:spPr>
            <a:xfrm>
              <a:off x="16103921" y="2262904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9" name="Pose_3__6198">
              <a:extLst>
                <a:ext uri="{FF2B5EF4-FFF2-40B4-BE49-F238E27FC236}">
                  <a16:creationId xmlns:a16="http://schemas.microsoft.com/office/drawing/2014/main" id="{CE8F0746-CC74-7F96-524E-A48036669B73}"/>
                </a:ext>
              </a:extLst>
            </p:cNvPr>
            <p:cNvSpPr>
              <a:spLocks noGrp="1"/>
            </p:cNvSpPr>
            <p:nvPr/>
          </p:nvSpPr>
          <p:spPr>
            <a:xfrm>
              <a:off x="16089434" y="2311425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0" name="Pose_3__6199">
              <a:extLst>
                <a:ext uri="{FF2B5EF4-FFF2-40B4-BE49-F238E27FC236}">
                  <a16:creationId xmlns:a16="http://schemas.microsoft.com/office/drawing/2014/main" id="{EE47E988-9217-987E-A170-1F9322AD7107}"/>
                </a:ext>
              </a:extLst>
            </p:cNvPr>
            <p:cNvSpPr>
              <a:spLocks noGrp="1"/>
            </p:cNvSpPr>
            <p:nvPr/>
          </p:nvSpPr>
          <p:spPr>
            <a:xfrm>
              <a:off x="15978202" y="2333696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1" name="Pose_3__6200">
              <a:extLst>
                <a:ext uri="{FF2B5EF4-FFF2-40B4-BE49-F238E27FC236}">
                  <a16:creationId xmlns:a16="http://schemas.microsoft.com/office/drawing/2014/main" id="{9CCAB360-4AE4-2759-267B-2D90DB11554E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4" y="223416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202" name="Pose_3__6201">
              <a:extLst>
                <a:ext uri="{FF2B5EF4-FFF2-40B4-BE49-F238E27FC236}">
                  <a16:creationId xmlns:a16="http://schemas.microsoft.com/office/drawing/2014/main" id="{8A66F5F8-A760-9788-B060-809E7AC58186}"/>
                </a:ext>
              </a:extLst>
            </p:cNvPr>
            <p:cNvSpPr>
              <a:spLocks noGrp="1"/>
            </p:cNvSpPr>
            <p:nvPr/>
          </p:nvSpPr>
          <p:spPr>
            <a:xfrm>
              <a:off x="16270098" y="2298178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3" name="Pose_3__6202">
              <a:extLst>
                <a:ext uri="{FF2B5EF4-FFF2-40B4-BE49-F238E27FC236}">
                  <a16:creationId xmlns:a16="http://schemas.microsoft.com/office/drawing/2014/main" id="{20833869-DDD2-DFCC-2C00-D6F96FE02CF9}"/>
                </a:ext>
              </a:extLst>
            </p:cNvPr>
            <p:cNvSpPr>
              <a:spLocks noGrp="1"/>
            </p:cNvSpPr>
            <p:nvPr/>
          </p:nvSpPr>
          <p:spPr>
            <a:xfrm>
              <a:off x="16287758" y="238491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4" name="Pose_3__6203">
              <a:extLst>
                <a:ext uri="{FF2B5EF4-FFF2-40B4-BE49-F238E27FC236}">
                  <a16:creationId xmlns:a16="http://schemas.microsoft.com/office/drawing/2014/main" id="{4A80E92D-EBBD-A15F-A869-B3CCC6561CA4}"/>
                </a:ext>
              </a:extLst>
            </p:cNvPr>
            <p:cNvSpPr>
              <a:spLocks noGrp="1"/>
            </p:cNvSpPr>
            <p:nvPr/>
          </p:nvSpPr>
          <p:spPr>
            <a:xfrm>
              <a:off x="16204968" y="240355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5" name="Pose_3__6204">
              <a:extLst>
                <a:ext uri="{FF2B5EF4-FFF2-40B4-BE49-F238E27FC236}">
                  <a16:creationId xmlns:a16="http://schemas.microsoft.com/office/drawing/2014/main" id="{BF7B82F5-8022-3C79-C269-032662EA1199}"/>
                </a:ext>
              </a:extLst>
            </p:cNvPr>
            <p:cNvSpPr>
              <a:spLocks noGrp="1"/>
            </p:cNvSpPr>
            <p:nvPr/>
          </p:nvSpPr>
          <p:spPr>
            <a:xfrm>
              <a:off x="15843085" y="234298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6" name="Pose_3__6205">
              <a:extLst>
                <a:ext uri="{FF2B5EF4-FFF2-40B4-BE49-F238E27FC236}">
                  <a16:creationId xmlns:a16="http://schemas.microsoft.com/office/drawing/2014/main" id="{CD53F0DD-E171-F252-6F59-DE2E3ACA9820}"/>
                </a:ext>
              </a:extLst>
            </p:cNvPr>
            <p:cNvSpPr>
              <a:spLocks noGrp="1"/>
            </p:cNvSpPr>
            <p:nvPr/>
          </p:nvSpPr>
          <p:spPr>
            <a:xfrm>
              <a:off x="15741233" y="228182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5" name="label">
            <a:extLst>
              <a:ext uri="{FF2B5EF4-FFF2-40B4-BE49-F238E27FC236}">
                <a16:creationId xmlns:a16="http://schemas.microsoft.com/office/drawing/2014/main" id="{DC7FD695-7181-0ABA-E73E-0E1837579DDC}"/>
              </a:ext>
            </a:extLst>
          </p:cNvPr>
          <p:cNvGrpSpPr/>
          <p:nvPr/>
        </p:nvGrpSpPr>
        <p:grpSpPr>
          <a:xfrm>
            <a:off x="222250" y="5501217"/>
            <a:ext cx="9207500" cy="687917"/>
            <a:chOff x="400050" y="5219700"/>
            <a:chExt cx="16573500" cy="1238250"/>
          </a:xfrm>
        </p:grpSpPr>
        <p:sp>
          <p:nvSpPr>
            <p:cNvPr id="6207" name="label__6206">
              <a:extLst>
                <a:ext uri="{FF2B5EF4-FFF2-40B4-BE49-F238E27FC236}">
                  <a16:creationId xmlns:a16="http://schemas.microsoft.com/office/drawing/2014/main" id="{BA5C3986-B569-288E-E785-F7025FB4A262}"/>
                </a:ext>
              </a:extLst>
            </p:cNvPr>
            <p:cNvSpPr>
              <a:spLocks noGrp="1"/>
            </p:cNvSpPr>
            <p:nvPr/>
          </p:nvSpPr>
          <p:spPr>
            <a:xfrm>
              <a:off x="14563725" y="5219700"/>
              <a:ext cx="2409825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833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All-atom reconstruction</a:t>
              </a:r>
            </a:p>
          </p:txBody>
        </p:sp>
        <p:sp>
          <p:nvSpPr>
            <p:cNvPr id="6208" name="label__6207">
              <a:extLst>
                <a:ext uri="{FF2B5EF4-FFF2-40B4-BE49-F238E27FC236}">
                  <a16:creationId xmlns:a16="http://schemas.microsoft.com/office/drawing/2014/main" id="{C535CDDC-8A26-5D50-D04A-63F45B662A98}"/>
                </a:ext>
              </a:extLst>
            </p:cNvPr>
            <p:cNvSpPr>
              <a:spLocks noGrp="1"/>
            </p:cNvSpPr>
            <p:nvPr/>
          </p:nvSpPr>
          <p:spPr>
            <a:xfrm>
              <a:off x="400050" y="6248400"/>
              <a:ext cx="12382500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125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625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Schematic workflow; colors track ligand identities</a:t>
              </a:r>
            </a:p>
          </p:txBody>
        </p:sp>
      </p:grpSp>
      <p:sp>
        <p:nvSpPr>
          <p:cNvPr id="1973" name="label__4139">
            <a:extLst>
              <a:ext uri="{FF2B5EF4-FFF2-40B4-BE49-F238E27FC236}">
                <a16:creationId xmlns:a16="http://schemas.microsoft.com/office/drawing/2014/main" id="{D4AA230B-B686-34F2-2F91-5B4391746BDC}"/>
              </a:ext>
            </a:extLst>
          </p:cNvPr>
          <p:cNvSpPr>
            <a:spLocks noGrp="1"/>
          </p:cNvSpPr>
          <p:nvPr/>
        </p:nvSpPr>
        <p:spPr>
          <a:xfrm>
            <a:off x="6003546" y="5436218"/>
            <a:ext cx="423333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5C6570"/>
                </a:solidFill>
                <a:latin typeface="Arial"/>
                <a:ea typeface="Arial"/>
                <a:cs typeface="Arial"/>
              </a:defRPr>
            </a:pPr>
            <a:r>
              <a:rPr lang="en-US" sz="792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R</a:t>
            </a:r>
            <a:r>
              <a:rPr sz="792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eject</a:t>
            </a:r>
          </a:p>
        </p:txBody>
      </p:sp>
    </p:spTree>
    <p:extLst>
      <p:ext uri="{BB962C8B-B14F-4D97-AF65-F5344CB8AC3E}">
        <p14:creationId xmlns:p14="http://schemas.microsoft.com/office/powerpoint/2010/main" val="40089962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D68E8-1582-F9D7-8096-3D2A83EB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10" name="label">
            <a:extLst>
              <a:ext uri="{FF2B5EF4-FFF2-40B4-BE49-F238E27FC236}">
                <a16:creationId xmlns:a16="http://schemas.microsoft.com/office/drawing/2014/main" id="{FA743C27-12C4-F8D5-249C-4EC83D5D4C67}"/>
              </a:ext>
            </a:extLst>
          </p:cNvPr>
          <p:cNvGrpSpPr/>
          <p:nvPr/>
        </p:nvGrpSpPr>
        <p:grpSpPr>
          <a:xfrm>
            <a:off x="88900" y="3114675"/>
            <a:ext cx="8619671" cy="190500"/>
            <a:chOff x="160020" y="923925"/>
            <a:chExt cx="15515407" cy="342900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E8CDBD93-28E4-B4CE-0393-1FF6A3EED108}"/>
                </a:ext>
              </a:extLst>
            </p:cNvPr>
            <p:cNvSpPr>
              <a:spLocks noGrp="1"/>
            </p:cNvSpPr>
            <p:nvPr/>
          </p:nvSpPr>
          <p:spPr>
            <a:xfrm>
              <a:off x="160020" y="923925"/>
              <a:ext cx="2047874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120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BFC276B0-76AA-A77C-4AFE-0BA744539D4A}"/>
                </a:ext>
              </a:extLst>
            </p:cNvPr>
            <p:cNvSpPr>
              <a:spLocks noGrp="1"/>
            </p:cNvSpPr>
            <p:nvPr/>
          </p:nvSpPr>
          <p:spPr>
            <a:xfrm>
              <a:off x="2671360" y="923925"/>
              <a:ext cx="39052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120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90C29469-562A-DEA3-48C8-FA4C526BF8DF}"/>
                </a:ext>
              </a:extLst>
            </p:cNvPr>
            <p:cNvSpPr>
              <a:spLocks noGrp="1"/>
            </p:cNvSpPr>
            <p:nvPr/>
          </p:nvSpPr>
          <p:spPr>
            <a:xfrm>
              <a:off x="7376706" y="923925"/>
              <a:ext cx="33813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1624704C-B6CB-1FE0-42C9-16E6B9BCB35C}"/>
                </a:ext>
              </a:extLst>
            </p:cNvPr>
            <p:cNvSpPr>
              <a:spLocks noGrp="1"/>
            </p:cNvSpPr>
            <p:nvPr/>
          </p:nvSpPr>
          <p:spPr>
            <a:xfrm>
              <a:off x="13484678" y="923925"/>
              <a:ext cx="21907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275821" y="3426883"/>
            <a:ext cx="845359" cy="1005417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27" name="label__226">
            <a:extLst>
              <a:ext uri="{FF2B5EF4-FFF2-40B4-BE49-F238E27FC236}">
                <a16:creationId xmlns:a16="http://schemas.microsoft.com/office/drawing/2014/main" id="{D21E8C88-05A0-A31F-6EE6-E2DC9452E041}"/>
              </a:ext>
            </a:extLst>
          </p:cNvPr>
          <p:cNvSpPr>
            <a:spLocks noGrp="1"/>
          </p:cNvSpPr>
          <p:nvPr/>
        </p:nvSpPr>
        <p:spPr>
          <a:xfrm>
            <a:off x="135467" y="4458759"/>
            <a:ext cx="1143000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0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Cryo-EM map</a:t>
            </a:r>
          </a:p>
        </p:txBody>
      </p: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333041" y="4756006"/>
            <a:ext cx="749495" cy="928834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72" name="label__1971">
            <a:extLst>
              <a:ext uri="{FF2B5EF4-FFF2-40B4-BE49-F238E27FC236}">
                <a16:creationId xmlns:a16="http://schemas.microsoft.com/office/drawing/2014/main" id="{9E554E39-4379-D667-41AF-95652E69F2CB}"/>
              </a:ext>
            </a:extLst>
          </p:cNvPr>
          <p:cNvSpPr>
            <a:spLocks noGrp="1"/>
          </p:cNvSpPr>
          <p:nvPr/>
        </p:nvSpPr>
        <p:spPr>
          <a:xfrm>
            <a:off x="165100" y="5747660"/>
            <a:ext cx="1195917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0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Receptor structure</a:t>
            </a:r>
          </a:p>
        </p:txBody>
      </p: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8AE98C2A-30A0-04D9-ADC6-8DAF7A468046}"/>
              </a:ext>
            </a:extLst>
          </p:cNvPr>
          <p:cNvGrpSpPr/>
          <p:nvPr/>
        </p:nvGrpSpPr>
        <p:grpSpPr>
          <a:xfrm>
            <a:off x="1217083" y="4384675"/>
            <a:ext cx="444500" cy="63500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831E8689-46A6-BE3A-9916-2A73BF9C47C6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9BDF4946-726F-1471-2430-D39DE1500ED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1976" name="label__1975">
            <a:extLst>
              <a:ext uri="{FF2B5EF4-FFF2-40B4-BE49-F238E27FC236}">
                <a16:creationId xmlns:a16="http://schemas.microsoft.com/office/drawing/2014/main" id="{4B8EDAA0-187B-CE73-4DAE-C453197EB72D}"/>
              </a:ext>
            </a:extLst>
          </p:cNvPr>
          <p:cNvSpPr>
            <a:spLocks noGrp="1"/>
          </p:cNvSpPr>
          <p:nvPr/>
        </p:nvSpPr>
        <p:spPr>
          <a:xfrm>
            <a:off x="1164167" y="4188884"/>
            <a:ext cx="550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36381739-59B1-BA22-14A3-6D5EBB035BFE}"/>
              </a:ext>
            </a:extLst>
          </p:cNvPr>
          <p:cNvGrpSpPr/>
          <p:nvPr/>
        </p:nvGrpSpPr>
        <p:grpSpPr>
          <a:xfrm>
            <a:off x="1702939" y="3432175"/>
            <a:ext cx="1890934" cy="2248958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9FFA63BE-0235-D1EE-D077-AD51B99B6935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FDED2264-A71E-D768-9ED3-EC844BF8067B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0329F32C-7026-60FC-E0FC-43E64F266C3F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6C18D0C5-7746-632B-235C-92160192D198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53981229-2E01-A40A-9433-A45CD777F25D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E1769D43-53B2-37AC-2B57-FAF6C27E092C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03105E88-BD41-0E29-CD83-5FBE2500769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A5792F6E-1CB7-0D00-2B8D-DBA15F60B323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637B043-093A-9E4B-15E3-78C9E04AD70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754D33D8-4224-9749-5D50-ACC278B2AFFF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307AE6C-8449-0BF2-178F-61DE09EFA456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6D277F4A-32BD-00B8-6B40-4BDE320BD5F2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BF691225-E874-3D9F-CC47-C05AF8927BDF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59D509FC-5303-2AF2-7E45-3633B24FDA55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21AF397B-08C0-8073-F76F-A5D5354073C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0B37F47C-D7A7-736D-2274-6027A25E2C0C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D93D031-9F3B-0927-9299-3C6C0669AB97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E4C14CA9-03E9-F4C9-0F43-F29CBCAB5B7B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374761BA-D12B-F223-0144-0286B43CF0D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764F3A6D-6069-9F1D-66E6-078F0CD2C80F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1CB52224-7A44-9590-19B4-D85C8659889E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4CBD1A74-753A-A101-3A5A-4E8E3529BD8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90E69E59-6AA7-3733-A356-ADCB7FD4D619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4C8B7EF8-F004-005C-9ED4-94B66D1A54C9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BA496813-E675-0F4C-EA62-702C2F397D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754E5703-31AA-F4FB-E694-6ED449011ABB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85F1AFB2-C2F1-8522-86D8-DA7B4ED6E92F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024CFE19-448D-4C97-55D0-F4F31AB7C534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CF03D9AE-57BC-5852-921C-6E798181BEEC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E4C1BF85-312D-8068-B24C-6E9F511B7E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D6AAF2C0-D58B-35AC-0F13-636E2BE796FA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EEFF2C7C-334C-4A80-1559-607B91B42455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0235678-861F-1253-06C9-E7C1637C166B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21B45837-EE85-B221-4D85-82379FABD4A0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7C315BC4-111E-4AD2-B426-817FB819AF4B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D4E3F061-3C85-E322-AF70-7A280CABC84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E080415A-9D83-6023-D833-B87E6D0C4A77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58672969-F7AC-C906-7946-5D381F3F86D6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3736D9D2-DC2D-7C7B-FA3C-B03BD633EAAC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66399B22-506A-4FF6-EC4A-E49BFB4E8839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A27929E8-4812-F4ED-27DF-6D561E74948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C8670805-0BBA-A903-F11C-D687AEADD122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09E4CA4A-4B7D-2BD2-8E98-8A0D82E66E83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90EEF87D-9F9B-9F55-4AC1-208E25853F5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F0521743-78BF-D364-337B-D61A08327D44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2E7AADC5-095B-5BC4-65AE-3CCE04D49769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70F14E5-9BDE-CCAB-AE5D-43BD735DC29D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432D03B4-E4C0-4A77-97D3-3AEA00F9ACAE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A8D437E6-F115-E94D-14C8-8477E13ADB7A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313EEB2-028D-C6DE-F9D3-4D118B3763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70FFDE26-4F81-0862-7D69-101A4392A992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73B289B0-355A-8850-C82E-A9233E751B31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883D48DF-D100-7422-3C48-FDEB2127D46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EF7F8244-1244-CAC4-3EA2-1266F031D7CF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ABEF00E0-DC31-50BF-B95B-E264F97AC9EC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1368B1F-D87E-54BF-1313-5E3973C27FC0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5B7EC320-F6DD-A4B9-F5F2-AFBBCD3E2A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91691ADD-638E-A2F3-C6E2-0D5A6D1AD3DD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ECB92D51-8E2A-026C-5861-D3574EF32BB0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5272DD84-470C-26C5-DEDA-0C9B4A788E17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56D26F9D-71E0-74F5-48B7-B3D89498B55D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0AB42DD4-5057-B799-2D34-51A50844E9F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52A83CB3-31B3-66D0-E5FD-28883FFC5BE1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E8C959BB-3974-225B-48AF-654D71905837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1FE9D832-CCBF-42FA-DA60-0C372DE8F112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DD463922-1856-19ED-702B-FC386BEC6F2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1A8B39F0-2738-9352-3ACE-DC023C67D1F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1DA9820E-3CC6-EF10-68BC-6D1D6E29A7B9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A867E632-2E1E-8A3A-903D-1C8C579359E6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1E0B63B9-8735-F812-7412-9F56EB4FC0EB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776CAD83-2CA4-7B09-1295-31694E78995E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2B979D9E-E795-2A52-AF29-4E322775DBC2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C2F6AB56-3999-7016-8D69-655CD32AC365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66BFF943-D9C6-B01C-EE3F-A788E06CED5C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E31575-D36C-8AF8-AEED-97313CB4DF46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78F6C62C-468A-66C0-74B9-215C94C90389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70454C5A-2285-D82E-ADCA-7E8C56B74799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F768E113-0DB2-18AE-D773-BE7FE77909F0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619FDFC0-8255-F61A-ADAF-16005652E26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CA2D4753-3C02-373C-3D60-14C86E11BFE0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ECACDC0E-7450-163F-437D-7E728D067806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EDFC9FA1-1064-B4C6-A6F2-093B80F5DB5B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C756407E-DF74-D922-5D85-F9EF6F625574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1ECBC57C-B326-8013-27C9-DAE05B5491D9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32598540-B182-5A0C-4BBF-C4E0C4CBE2A1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0043EBB1-E62A-6500-5FE8-9F47401682B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7887E582-8E94-14DB-E61B-F90C4CF5F76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D94ED9F9-3662-B95B-9F4C-8B6F41ECE247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B43AECB-8729-2A02-60C5-93EE3D5E7306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A736F57F-313D-F52D-C9FD-5B084A9143D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50C542FC-1B0A-75C3-25F6-08052F5B7646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D56BE9C9-9667-8D48-66C9-BCB7DB020BEB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2E6A66D4-6A20-E291-E0B1-B4CC51C7EDCA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B5E9DA63-C5B1-9364-1EB5-F7A88849A3EA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D86CEAE-4BE4-FEA6-9990-CC838ADC7C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83FC869A-5AB3-74DA-CB6C-C8E4FBA4C777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5ABA7346-ABD3-FE4C-1FB0-6F3A3992C2D2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CC692F8B-7EBF-9932-87CF-95A048D9A85F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3CB9607-59C6-34F2-F6A6-40D6C6754C2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B305893A-1006-4C02-E7A9-5FE0E56B0A24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CEF7CE9C-80F4-D81E-B147-423D4BBD613D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BEAD59CA-2616-A135-6CCF-990C332D612F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AD44634B-01E7-48D9-59A5-F25DE6873354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D27D1E49-2511-B10E-A959-CBB5128F95EE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17F66D04-E231-3BB7-3055-B436E265C31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50E9838E-20E1-A910-9530-0E70B355A0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9650394B-D246-57F7-6C89-4ED79FC9F736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83091A2A-F5C6-8F38-5B71-FC30D665063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6663A53E-AE71-DFD2-C709-0CC117FB9A2D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8AFEB768-FA2A-1F0D-7B06-0323B6077A2F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CB1C80A5-6651-949F-5BC8-D20A3AC7D8CF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18149FA2-E3BA-7065-623F-0347110143EB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56562BED-A8CB-945C-B0E5-0EAF3EB97BDE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953F21B8-BC9F-3590-E359-A7E3F97B75EA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DBE5177-F576-3D7A-CE6E-247D3E247BC1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695C3306-A225-FD76-84A2-00595FD38581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2FF1F64A-BF29-19BD-32AD-CC1849D2377F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A279CCD0-E6F2-E8DA-C0F7-6CF9EB0FE86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48DA60EE-987A-10D8-52E8-F162AB4D572F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68B4A79D-AD15-92A2-BB15-FA437FD72498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FD46F1B3-4C44-79FF-880D-255518ED8F45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6172D336-2B93-ABD5-B50E-CE54D456F85E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C9002E6A-65CB-A4F6-83B2-C32C8EDEFFC4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F3305260-D97B-2204-33A8-48E6D3D3962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7D0450B3-990A-587B-9EBA-0F6F1C54417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98119E17-12D5-C19F-7F1A-4184517DC02B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C42AEDAA-028A-0F77-9C9E-A90A1613B6C0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C2686708-4126-CF49-8E0F-B1AF5CFAE26B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F07D7213-DE7D-0141-7E56-51E934CE759A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1BA320E-8F00-BF3C-6B24-AF61E906186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C290249D-FF23-D71D-8FBE-F49F282F177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5CE5C02A-83D9-0B0D-F38D-31115143B40D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B4ED03DA-476E-ADAC-66EC-64805E3579B6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40626F27-438F-0932-EA98-39DA7A8E0FBE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1B9D8D1B-8670-0787-C069-A51FF5E630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70C72CBE-FBBB-5ECA-8885-B423FAE7FBF2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E3989F66-136B-1F28-C783-BA7CF362CBFC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882DA8D1-94BF-14B5-A422-C61ABA2C6D6B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172497F2-39BE-B789-EDE4-60399C047214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A9C081CA-D674-AC4E-48B0-6E676C76AB56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C245C8AE-BDA1-D877-A013-EBFB948BFF87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594FE9A9-907E-7892-AAE3-B78439210DB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BC1FE1D-27A4-776E-3A69-91230DDA8C91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965A6C2A-2778-8E62-F10B-DD630AF9A706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466802E4-EB4A-07EF-F1A5-976B0426E29A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AC103CA-4D1E-C37A-91DE-0B8FF4260A0D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1DDB60BA-4288-6A11-D6A6-B9490F627A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76F2E2B2-8A33-635D-EDF6-E9F95638CE3F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5744584A-C40F-D005-6B85-B7756A21B0CD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604F1A1-69DF-602C-19E7-6301268D097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6DDD5702-E941-E0BF-629B-7118900B7132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BE54698-ED51-F8DA-6A53-F9668A12BB5D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6F51080B-B5E8-1AA0-7AB4-DF53BD37B0CF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B0CA7E22-C0EB-6E81-751F-3612EB3D2AC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8C058F68-A933-9B96-5257-5B2FAE6EE077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DB3D75A-4D83-321B-F4A1-138D3594755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D09EAAA3-DCC0-7C2F-6FAE-3E56199324D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90D8C203-0AB8-9160-11B8-34FEA36301CA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342D48DB-F600-E618-CBA4-D5722F6A2314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374869B6-5545-CA49-0036-3FDE449DA024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7712CFB7-3C73-5D16-E189-0BE896C2B8CA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6CC77B74-B347-FED2-2DAB-C2C91CB3EB75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2BB716EC-52CB-98E1-FE75-B5965F01469D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8C8E17FE-93FC-3518-6E34-27C0A9E59364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F7DE7AEE-475C-79DE-6493-1203240B345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47136663-0BCE-17A1-E43F-46214745F1C7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A1C58E3D-4430-BA57-0365-FC1B4CC4BD50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6F06C180-764D-55A1-1AC5-FCDC3AD6205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702AD6A1-FEB1-FA7F-AA34-BA117971EE61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119AF80F-7CD9-54C2-4FFF-79B92548AC1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8EB16CC2-458A-4FAA-3B6C-677A7F333B28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EB2031DC-D508-4619-1B39-167EE5F1C2BF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8C233DB1-746B-4E04-4F66-4C987BABA453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04969EE5-7E8D-CD0A-466C-A9985B37006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5FA3CAFF-77C6-B5E6-AAA5-CF35460ABE6A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1CE67D5-4DE5-AC39-4F3A-17121B7C321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04C6DD6-4EEE-E667-9962-76E6FD115EE4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22AC62D-6C44-BCD9-4E54-A71353EE9ADE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D8A436F2-F89F-5F0F-F25C-FDB6AAC5F5F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88F48DD9-9E3F-4087-3D2A-701E43EFAB1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9F37CBD-DCF8-18A3-171C-A76BD7637DA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3D50A30F-AC7F-515D-F59B-1ADD2B292391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5B561421-44E5-F8F2-3476-F489E397055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ABC0E5B1-E2F7-BF4B-CF63-7BEAC0F12B02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4D1CD0B8-131E-5B46-F058-AA418B8F212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CD78DE9C-0C3C-FA73-8CBF-5CC9D23379C7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ABAA1935-A419-2176-DB46-6B64361FC356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B29410C-426A-FE55-8575-0B7C1E318B48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861B5F70-4555-0394-3B35-A5539CDBA253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3B0F4E52-D70E-3AF8-F435-F2BCDD3703FB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27AA4C2F-5BC8-76DE-64FE-7879E2271B97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0C7B9F89-FE61-1352-EDE8-EE8CEE417FA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F9323F2-7BFE-88F4-B198-503524768C40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0BC6642-9637-6908-68D3-C022AF09E62A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D774BD6A-0180-A204-D136-924C94A7F9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B961B0F-9450-F8FB-A658-374B9897C237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7972C2A8-DDA9-ECF1-C36A-E714B3CA752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3ED3DDEF-E38C-337F-EA75-BCDFF6C19DFF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413FE0CD-B402-3A43-656E-C29238F44FA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975655F7-2CFB-5EB4-FC27-C0098A7AC4C8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644B506F-7AFF-8604-1EE0-337B29F630A6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9143617C-A955-256F-59BE-3FE083E25EC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D1456A9A-BECF-CCC6-04BD-139ADD7ADC1F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9C370893-2093-052E-2534-19E39642BF8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B4489652-6F14-BEF3-41D9-D35066B4DDB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125BE32E-91A8-AE99-CA29-5C8A0394A9ED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A4EBAD2C-362A-3A8A-8B60-F659B3BFD9B5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591F837D-7084-BD9B-9A66-3452C40A28B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0BECFE34-BECB-458F-D43F-F76EDFF83E3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DFB79E37-6AD8-E297-4396-F694C5D0A02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567A433-EC57-EE78-C5CF-7AE886BD18B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F07C1FB-371B-D52E-8577-34C1AA525915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D66F9DFB-A8AB-37C5-45F8-CBC7CF8FD0AD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7B8A303-4F6C-45E6-7D09-666AD6A9FFA0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4C960195-5C9C-163F-E3EC-CA6F6EC13907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C4C2DC6B-3FAA-BB0E-8225-C5FC5F586AA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F36141B3-7C37-CC8D-613F-70E948AA8DE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1A84A870-6E5E-B7BE-7F91-EB3CB6E1269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9A43E8B9-A27D-45F2-D5D0-7C1C49AB251E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8C6C0589-0D5B-32DC-854C-529AB8D6C85D}"/>
              </a:ext>
            </a:extLst>
          </p:cNvPr>
          <p:cNvGrpSpPr/>
          <p:nvPr/>
        </p:nvGrpSpPr>
        <p:grpSpPr>
          <a:xfrm>
            <a:off x="1775822" y="3452400"/>
            <a:ext cx="1789525" cy="2217722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BECD77B1-71F2-4B43-CACC-124B41DB298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7E2F03B7-3E92-44A4-12F7-0534CD9E0DFC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4935A8FA-1A4B-2C22-5CCE-B77C63CE5748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03FFF4CE-1564-9BEA-B9BE-81DF4B53DA54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D20E9B45-CB34-1032-A17E-66D9F84EA121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EEF45C1A-E562-9BA0-4B5C-4A42938A4EAE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5608E48C-89BE-C58C-FA6F-3331AC2D95FE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AEA27284-0D40-94E2-806E-B7199570A17C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B5367B92-1416-9445-8499-440FAF206EB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784E30D1-5BD6-CC06-9FA6-B0F81C9F16CC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7C9521A0-AE74-EDDC-6C7D-B7E1280788FA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40CFEC4-D895-0700-A907-4AD25CB314C1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7CE73CA2-2943-B2D0-81C1-165C65F24EAC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DCCAA38F-D15F-F595-A849-C2A78FB7C3EF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273CAAD3-AA2A-DEB9-1440-82E7A786739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129BF720-B403-A3D6-A0BF-9A2C1384B7FF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D26ACFFF-BFC0-F64A-F52D-F895DD6A3D3F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44783D72-62C7-7B51-9150-EA7121763F23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56B31BE-5BB1-516D-F4FD-D0A0185AF09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E21C141A-5A96-749D-E8AF-F1B38D9CAA32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38215685-FD36-C82C-7A82-A250E6CC6493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2A51C00A-9AF8-4386-1984-BBD6BF62FC3E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3BD51A70-5957-D1C6-380E-ABF18A298615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9C0FC26D-F3AB-1A11-3F4C-DE2FF9EFAA6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51A7D9DF-8863-1240-A02E-9A54A6860E0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A6F22793-170C-66CF-9561-74CEA2406AB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48EDC4A5-D9E0-D78C-75F5-DBECF79127EB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857E9B56-D429-97F7-6812-F9909C8B01F5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2BE997FA-39F9-3E8A-042D-BDEB44667519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EE5D050-6945-437D-2715-A68B3E4342A1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D212C22E-D4B4-0BDD-1AD4-93CB7DEF88C9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D1A2819C-217C-AE13-12EC-E974DF3AA92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91C018B3-BD4D-FA86-108E-BAF7E94DF7C4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7938593-581D-F321-470C-0804B1E5A835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B2AB95EF-F8CB-F60F-0427-BB75D706F65F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C6F8C0F7-7A1E-A3EC-1963-32A1C5144EB3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A35C56A0-E873-2D2B-1B63-8476FB7A992E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CCF84242-DA24-6464-4B54-01245F1D49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F7AF738D-CB61-968A-D20D-DB58C43A520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7B2581F1-78A9-D9D2-1551-7E3658E8FBD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E7276A89-FC6A-83D4-5038-361703DB22FD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50B1C024-254C-EE2C-24A9-60D9CE24FE2F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97776F58-C134-F59D-3A4D-C33698A852D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E2A78E31-106A-4C65-5EC6-C0BEB556E67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DC33EB91-4D85-629F-5C40-317EA5998E8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71D38A6F-3E7C-3BD1-133A-0908C76C04AD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2EEF7058-BDBB-79F8-BF65-297322BC702D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4EBC055C-45D2-2C2E-C2CC-DC0013B06404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D8E0CBA4-B098-7FF5-FA58-7FE82C6B97CF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C8E5D5C1-5DC7-02E1-E22A-A90D0758ED8F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71B519BE-5F24-1CFF-F1F2-7643A0BB3B42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C723A0C-F89B-3DCF-806B-F2FCC07F7A8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5CF6FEB-D12A-F739-48A5-CA0B326E423A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7F56D61A-2954-8ECE-0932-0D0A10DED55F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A5CB7F46-CE7F-88B4-F3E9-F423D0EF9A2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E1D171C-E004-418B-ED1C-23C4E592702C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4ABE4E9C-6237-04E4-1C6D-63EEF588CE18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3D69BF1D-3A4B-1EB2-284C-5DC0ADB87941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1A4CDBBD-59A6-507A-A7C4-DABEFE99A3E1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E5D898CC-E9A9-269C-8AB3-CC1607122F85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F55366E-A154-ACB6-AF34-9ECC5C88836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FCC2865F-FB50-5C11-1B9F-CA3214282C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EE2AC0ED-28AC-1B69-34A9-5954BFF3873E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734E87DC-5BB0-157A-6F2C-2CCB2FCD395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555BEAD0-9147-FBF2-F6A0-E31022E7BE18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6CE6059A-9661-C9AD-0740-8F48EF067F70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6E2D5BBF-DD0C-FB2B-068E-DE433EA5366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4EAF4CD2-ED77-3AA7-2943-C933EB5984A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37C15003-28EF-4618-7D3A-76D633837400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CC368939-3A94-F0E0-1BFA-E0E635DE6394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DB47E3A-E543-E2B9-C224-2B5AE8F1E3B6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0D65ADCD-FFE9-2539-E10B-51698106A0F3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4FCC0D5E-5E68-171E-BA9C-9B7CBAA45DC4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40AA7AC4-296E-6A44-FE02-4B290CCD987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70836E0A-4FF8-DC11-9901-B2319289EF27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14701C88-ECDC-69C7-0104-7F1BD4A68529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C204DFA6-7317-45A9-AC1E-5B5714748A2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A79B8123-D19B-01FA-9F98-C56AB6DA9326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4CAB524B-B20D-8838-ECEB-C3C47D7D4BD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D3876F6F-681A-F71B-3260-14AD858BEE18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4FC6C5F5-613B-BDBB-2119-782288E74CB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9782CC22-9264-D5D9-9A65-3950E149EE62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55ABF27C-6252-796F-0D92-E33D9C93C213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7AF3A97F-75E5-1B29-2FA8-18F0849863B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00CC160E-33D6-8411-AF12-F471EBB6E075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6375FD44-9EAD-AC5A-40ED-689CAACCFF4F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4EE664E9-44D8-8431-D0E4-F84DAEA9BB7C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7DB29672-72E3-0A06-9096-34374DD9BCCA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6975C4E-9A56-CC4D-3968-E449A3CACBC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C195B4DD-C398-A302-8AC4-00A30B3A92C0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D05A2F8A-E4A1-0343-3E76-1827B81A511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E2922B9F-AEA7-B41C-F0BC-3933C3A9996D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8D68CD99-6BC0-238E-A00A-B9617C296A2C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86BCACDF-306F-4A41-45A8-DA1C431DE353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2CB9CE8-42E7-4788-00B8-974E07A506B9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3776512-2682-C77E-6245-AA2594B4D638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94413BA3-B50C-2A6C-28C4-B41D7985C48E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9B72003F-7D11-751E-E950-D164BD3A32CC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CB9E8D83-8EBE-F205-6960-1A3D320FD238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458BCC3-FC6F-E31A-5A87-C10001E8859B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1EB26B8A-0541-3D6D-1C10-666729170389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B5F3688D-3466-6561-920D-FA0736589ED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B0357ABF-F557-AC40-5071-5322E2BE19D1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109D6100-807E-7487-4841-6A25B015561B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4248CA1B-1803-4005-1433-7C729C110BC0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4AE6506-86FF-C16F-EA91-8D9A15E89DCD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77864276-5F8E-3F7C-B7AE-E800B8795D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671C0298-6F70-F1D3-CC33-90593BE44979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ECEAE40E-FB8D-A8BF-949F-5EB10F2A6CE8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DF5CAD69-C9C9-5C25-FFB9-0D9CB6533376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9293FD82-E04B-5FCE-BA10-24C96C6A3441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BFBDB5F2-7516-5C5A-9B24-3C4F1E188EE7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A06CCD3D-9AB8-B586-45FE-92D655D7E650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4E652396-2E2C-38C8-0C56-A288B8DE530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F30BAD09-11B1-ADFC-A957-7B79A91FF65E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B0457ED8-7147-0483-BDDB-6E8AC4A9B3DE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159FE828-74CA-6EBA-C49D-ABEAA8FC0991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0BB4D39F-1CDD-17FE-706D-8DDFBBEFBE8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C21959-A390-24A0-2A44-17E95B5A5370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10AAD0B-B946-9CFE-79A7-B5EB88EC0F0D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C661F2E4-B952-F93B-3C36-A19E5D50BC60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88F09229-CD7A-DB0F-082D-6F32CA09C82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B10EA3C9-C0F8-36FD-39B5-4106297A23B1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D96AB3CF-8E6E-FD0B-FA21-E45830A1448A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DD136C85-7EA8-C9EB-B0CA-425E49C94842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1D81508B-D0F5-17F7-AD14-B301F3D30835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10E93C41-0436-09A2-2527-F26414BB79A0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E9145C72-35CD-4A75-F721-16B94574223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F1E6FB4B-01C1-6099-5C36-BB0CE67C692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23F8951C-B355-4765-ECFD-04C00A302EC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AFF30D77-8F43-0B0E-65DD-B54593A8E3D1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6BA9D012-88C3-6C0A-EF3A-9322C2149E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AE30A4EF-E7EC-0CA7-CA4D-8549636D3B0F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BD23F2E9-81A4-1943-DF4E-67FF1EC314E9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618C0B2C-9A18-6B95-1978-E3F44C7B97F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1CD3AFAB-554C-5122-43E7-3EEEDBD8F4AC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408BC2CA-4E1A-0FF7-E975-6E2071E0939F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33FEBFEB-FF9F-8D8F-11F7-D2C4C8EA8A3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E66F029F-C424-D3B2-6646-D6F515CA1C9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7A4B1B6A-0527-91C3-6B47-8A86C08AC545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79DC38CD-1F07-901A-6824-53ACC58D39E8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CE7D88D6-3F8D-DB28-8436-4A52E7EC335E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30940707-7A34-DE98-9C5C-9857F5FF92D0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0F5F8F66-134E-2236-0E61-3A3048F5B5B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EE9D6E04-7157-F6B5-D968-17DC053090E7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0545D9F1-2430-2443-E9D4-7A91EB466EDF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982A6806-3225-A4E5-1A0E-D9AF2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1B2CBA3B-509A-BC5B-E088-FA3157C7C3B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CF4B8484-8DBF-A9B9-3F03-F0782AFF4F65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A093ECF4-F7FB-7195-B5A9-3D688C977B11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04D949D7-8F51-0161-C1C8-98C3D8BDCEE6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F59CB4F-A2ED-3414-EC24-5ED2DB06B29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2E167652-5EEE-86E2-E525-B8B0858B763C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0FF44249-595C-C34C-E73C-FF059984BC2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4DBA29D1-CC19-361D-B815-A2BAA28008CC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ADC7E1AE-E68E-4B3E-1D99-531DDE6C0454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D98B2D3E-A7C3-070E-DE4B-7FEB37049BA7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885EB2D3-CAEB-7C0F-E736-EB4013645D8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6AE1AC4C-E267-1A61-60F5-6AD2F999242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F44737FE-EE77-149F-A30A-8CB824C8A0FB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D850EDC5-DDE9-C1BA-23AF-92217AFA656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881220EF-494A-0EDB-C416-425B7D924C3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A5338E08-1D4E-3A39-B3D5-C34458F39C1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0879BD98-930C-1CD7-9E9B-285CB651FD51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5BAEE199-282F-5CB1-1D2C-A3712C0D0CA8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2106E36C-A9CA-B99E-8394-64561078F5F3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61FCDA20-675B-6FFB-4FF9-FFAB40FB7E67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79DA66BE-1A73-8AD9-18BC-11635FC36EE7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F00B02A2-66C3-B194-FF74-59B34374090A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ABD162EB-2F43-B83E-F68F-ADD643235F2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5882D54A-FDA6-99A2-8FBA-0F978C0B540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6D663503-8216-D132-FEC2-AE6DB83FC3B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BFCA421C-D811-DC81-B7D8-5E302E780D0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5230425-D85D-B3EC-2824-FF915D51DA2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A4E3D7B4-AA58-15A6-9529-C4A6B34DA17D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D3CFD8DF-2E03-27B4-6996-104A11BE5341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4A5EF6EA-2B5C-2C6D-0059-68527E0B9C14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762AECD5-826D-D3B9-E736-FC4A571E3A88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60FB8938-6C2A-BA76-5AC1-C984D268F5E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D3612360-413D-C64D-DD1C-2DC4F2FDD3AD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99B6CBEB-1562-3372-1B2F-1954B7CBB3B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FC2313EE-03DA-701E-1004-524592F24FC2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C37D36BC-9AD8-FB23-EDE1-4D851D8323C5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4B0BF532-3E19-054C-4373-920BD43ECB66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DF17622-8552-9F2B-5A58-52513310809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8511D6AD-FE8E-EC30-47BF-A804DB671ADB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0EEC9E7B-C290-3167-C8A1-013059D3A07E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D3AF86ED-B04D-B3E5-CEA9-954BCCE29E8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3B4DBD6-A89D-31BE-F699-F1319F2CE1F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15AF1CFC-6829-207E-E27E-C9F7536E91A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5C2D1F4-EAA6-28FC-B58E-FA62DF44910D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7C5444C-EBE1-AD1C-8C36-5E378CB3D68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878AA5D2-C6D1-7572-E049-99B4D8E11D44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B00689F-2277-6D05-401F-DC0176275F9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A82F5DA2-1481-8435-FA03-9D09830D69B4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4EA81370-094C-D95C-3C33-BBD5883ED0D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182175D9-4843-1665-F505-636CE1654F40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52A2988-EDBE-956C-4EB8-3CD19577F91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A89E9FB-67D4-D1D8-C36F-86BD2F73A002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B9F73ED-8DA4-CDB9-F5B6-DA86A93D0EF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0AB4910-63F2-A339-57FF-0D3973B36D37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804353AA-4D96-47BF-AB43-42F33DDD1274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466A2885-E408-DC93-BC87-4A818CB9084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3FB984D2-2EFF-E15B-B999-CECD3102927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CE73AFAB-39A9-AA1C-32C1-3995CDD9C407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2E2C01F3-AB0E-CA27-6690-C6ED44F8248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E9921510-C10B-9D00-A053-075CD325C3CD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0D906B92-E5A4-F043-DEE6-097CA4785949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0EDB72FC-CB4A-43AC-DFFF-841394722DA0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7EC45817-4EC1-E2D3-00C1-A0F99C65E477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F12AAB92-CAFE-614E-927C-5120A76B2281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A2E87FF4-7798-42E8-34CB-D328584E2DEE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215A981C-121E-0C02-3CC5-ED87367BC5EE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BF2A5766-9DC8-9ED6-8911-AC04662BDA12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65469EA1-31C9-3430-3AF9-766005F226C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D22B1EDB-AFA9-24BD-B8BC-0AD26506DDDB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B49FC66A-C5CC-0C54-5106-814A9CDF0561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156A08A9-D1A9-A854-6EE6-70872E40BCD6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AF153A2-37B0-2A3D-897D-9B31CDEA7579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E253864C-C1BB-EB42-98AD-49582A7EE6A4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26A3E1DB-45B3-322E-F6AF-705EC26EE2F2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E67C0833-9E65-F016-38C7-1A8F83193691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20C82F60-5129-C206-62BA-0A6F28111E17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86CE6CA-799B-38BF-E022-651FDEAC1C6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2236B153-D50C-5214-87D3-732FC94892DF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F9844466-9BBA-2B07-DB1D-98843D32039F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A85B7D33-0DF4-940D-E7C6-A24B7E1C8C2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23B64A52-C971-41B7-2ACF-5EB54D619D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0DE5C294-3F2C-0E67-FEA3-9789F8DFED6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A0EA244C-8F1F-CE79-3BCE-BB79AC5103C8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683A61CB-A004-6285-D021-FDD22C096C3B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C0C1FC1E-5C3B-E062-929A-941DB1C58AF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95B0338-00C0-8297-F2D0-710B2C84DB31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EBCCB879-6D96-59E1-D52F-141ED28CF8D0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6EC461E9-8A33-01D6-9ABA-27A6646DDFDA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ADA328FF-B57B-57ED-00D8-3054BB39331B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12B6A5F1-501B-1703-2EC5-8E62C4FB39C6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7F6E16C6-E08C-4B27-6DDC-1402CB7C90CC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565AA751-73A0-CD5B-2920-0F523479FB52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ECDBDB50-5206-9BDF-B215-D6318DC5DC4D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FB0F0B4C-DC18-5C00-0B0E-0F37C7AEA38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388E91D1-24CD-191D-39DA-49B3D0901095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E7587E16-BF69-2E51-67A4-B6F7E2BA5F71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607FE332-5047-00B8-C4AE-42BA82881CA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86B7B3D-B1F9-2FE8-F34B-F4B0C11E9C9A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D7EFEF3B-A53D-C3D0-E579-7BF3B8F066D3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5819B784-990E-C74F-DA65-F15B4B40460B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F797D4AB-D8E7-48B4-0A57-36071D3FB100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F884DC1E-B86A-B5C0-464E-2261DB4A8F78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EFCD30BC-2EAB-83D8-43A8-DC32CBD569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E543B07-5B6F-00D9-FDF5-FCCCB78FF39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0FDB9C17-FFDE-E187-029E-01949B77C22B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FCE81455-A036-217E-9887-C4550E19AA85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F5D55D64-AB27-2E97-3B9D-79954A9F14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A322C17C-454A-6017-ADE4-1C5EAF799541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B6087D98-219B-1DB2-D11C-4618640EAC84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B02CDB89-B72F-9158-BF8A-A894E1AC99F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7EB8BF1D-669D-BDF8-A939-EF918DE502BE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C3F7B22A-5D5A-B984-647B-AB18CF114E89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6BF7FF76-AA9C-52A3-0346-A88F7BAC0B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59789334-079E-250B-D6C7-FCA55C6B2A62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9B2E705-CF02-1AFC-DF91-B05A47723259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6BCEC90A-9C73-4342-5DE2-2F6E0923650A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EC725E7F-B630-7EFF-691D-5BDBBED1651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F54F326-259E-5248-EAA5-8AA9912F5DD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D77875B7-CF5C-B239-F2DD-F86750C9BE6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909F92C4-B413-C1CA-15A4-E5B2301E6C47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BF841CCA-E682-2756-9B93-7A037332ED67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E0D9E95E-8DAB-820D-8B50-1BF156B2B816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24E2B8E5-6DBA-D5F5-24BF-BE772EAADA8F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8E32280F-B641-7DCF-80F2-281681AEEE82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34011018-CCCB-F4FF-744A-1FC06BDCC856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DADA4426-D70B-8E5E-6A4C-9BB4C883B8F0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DC05DFE-448D-00F2-F8C7-5B66D5D65EED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7FE5EE96-C764-AB75-41A3-37A5B3F6B0EA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316E5A55-DCD1-6E58-77A9-1CDF20FCFA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0109463D-8E81-CEC2-DF2F-6A62D5DB6CAD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1EF91EA7-449F-D230-95A7-348AC530DFF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D48DD8EC-2B7F-C922-A82A-0FA14927739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771337D6-D118-6E7F-F18E-619A3265963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3B7856E-0DC2-C564-85DB-DE7B89D546A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A1BBD4D8-BCA1-2D16-D683-87BCFAFA64EE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6623FA3B-F39D-5521-B874-621935E918C1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BDEE9C1-05BB-C8BE-940E-FB549251AE8D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A2447CD-6004-89F0-E6C3-4EA745C8FB6F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DAE668FB-6538-D747-8AEE-40E3C4C2967D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B9AE6E94-8F56-6B24-352B-33C1E92D523D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81A42795-7695-269D-6D4D-243DC083F74C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9AC8FCDC-E307-B1AD-0CE8-9BD5267E36AF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29190C7A-2F1E-69B9-FD00-210870DC958C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469B607-ABD8-1C03-DB3A-E252163850AD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3B6E79AE-3ECD-9766-53F2-1AB766312F59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CB8AFD95-AF79-D17C-46E9-11807C6B063C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32491A53-91DE-34AA-F3A5-7C84C775086B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3938CAE7-5F50-B6A1-F267-AFA689246A0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B9029611-9ACB-6237-DA92-E1290DD21B9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49C234EE-68BB-D911-BFAB-E710AD23B36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64C4729A-677F-5E2E-EB89-006188CF1D6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A2AFE379-C0A5-A8A0-A25D-B0B8533E556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51AFF81B-CA7F-CB97-7D84-8882EAFABB6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02D7CF8E-8E5E-D68D-3CBD-9086AB5CF343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99A2065D-0BFC-8E10-FC14-B78F4BAC537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71235A0B-95A8-4014-5A9D-BBEA35AC623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BE2A6C07-ECE2-D16A-896A-C30191AB005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47697B0A-5DF0-1C91-4AAA-056231E99F0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68665280-97CD-1739-3905-3511C0352A5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953E910B-5A79-857F-E504-E0AFD5E83488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45C560D4-C92B-CFCB-81D9-6CE86EA51C4A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75218E6A-EC98-722D-06A2-185130F77918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6F31FFF-0DE3-FF75-DEEF-E859712B5740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CB859C0F-9F89-14E0-E898-300F8BCAD75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17364775-408F-D2F9-6673-695DCD2DAD4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1BEFA37D-5699-D392-EE3A-21787DEC52EE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54539483-A954-A32E-61D4-DE2F515E34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A8C84EF4-F5A3-E34C-08E3-C1D85A563001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0833C921-A9D1-A733-5407-59904616E7B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0A2CF4F-3D09-D074-9707-648EFC55ED5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A0E41CCB-AAFB-44E0-63A6-18D8A3E4FA8D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3FBAFD84-5199-D53E-9382-A5E0325A8A2B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9CA2D933-AECE-870F-9B9A-E5527F6689B5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14673EA8-596A-932D-BA45-994C97D11F86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9017790E-9241-0B1E-67AC-7A93A05D588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A26C012D-A065-EF0F-4A8D-F0B8A2A5BEFB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5708119C-EC78-4181-816D-86E02AEF7B4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486BACDF-F26D-1814-D5FB-D19E6C4A6C9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380CA22C-CE94-8A8B-DC62-6CE04B201781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A82D8AC6-11FC-4F78-0557-7D502CE1DDE7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D7E68434-7C81-24C6-CDA0-F0A88B24EAA2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24365FBA-7CF8-3994-110B-A994AC25DC4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191BBF6F-BA13-BCA0-0587-4D9E185255B1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A3217707-8535-3A43-73A3-2FE21C0B4494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BAFC1563-C3F3-1EBD-D9AA-D77EDFF7590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02464B7D-6041-20DC-44FA-3A26505F528F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B9F3531C-DF75-C6C4-B104-91277F928558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B2F7AD9-90E0-0BB8-594D-C6AC038CDCAE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FB9374BB-BCC0-DDF4-8716-220B7C2FCB2F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80069DEC-E938-0400-E480-14AC9F03F16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F183055D-DA3C-742D-5F1B-F82489E5E0A9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A532BD82-E265-BF33-7988-B32CB80650E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D5D80989-214C-8145-8BFB-D9EA9341C1F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D07D49D3-31BC-309E-2275-D62A7CF4C420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06FCE1B9-D1B6-2FF8-B3AB-058233E2FA72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755250D7-01BB-D73E-C9B4-04C156C74EF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BB04CB86-16DD-2021-A2E7-63C8CF1ABE85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3EB19989-7FAC-C6D3-A3D5-EE1FB6BA46E2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70A03ACF-28F5-7BC8-FC1C-3E9AC807D11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E610D283-53B7-0555-135A-083395F23D65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12BF5FFF-E7E7-42F1-DDDB-F48000D78C1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A8AEDE72-B199-B289-0753-799B0C20292A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0F2B2EFB-100C-DEC7-7955-96F7B8051EAC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94DC7259-9AA0-BAA7-A337-18CBCBFD5AE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789562A-0029-AD60-A79F-D7135B4B700F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6406DC6D-F8A7-B21C-1122-66E309F5FF52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ABE43DEF-95E1-FDF5-9ECE-561BAB0ACA98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BAA2A8C9-B404-C4EA-BD82-DEB019AE94AB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A3575AA0-FA2A-38E9-4615-D34FA3CDE392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64ACCAC7-5270-A7A1-B392-47D501D1D143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CB4C9D8F-4AC8-AFD5-8EE2-989487D8F861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A8F21EDB-A071-A4C8-12C7-69E27531D59A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32F74939-B620-8D50-B28D-1D1E11B97C5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FD3DF89A-DA1A-5DF2-C69F-610B9CEEA38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D9938DA3-E163-693A-F5F1-CC25040AEE94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331E9C8A-4A70-B009-38BB-37C4F4254DAA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BBCA52D3-9CBC-EC06-253A-646C8A084FA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A967154E-C23C-24D1-F0F7-4B69EA68F578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2D03D755-05A0-41F3-4A81-9D4A0D7C2F6B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BF06A58C-92E1-0784-4C0A-13F61591088B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671E0CE1-94A5-3AA4-BB51-9D3544549A20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D9B60AED-EB2E-CC28-AF80-D33E9C94251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F3C0D833-5752-553C-03DF-A4CD4D87BFCD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A621711D-675F-EE0A-5FF4-C7556F2E34AA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0D0983A6-77EC-6CC8-86BB-0757DAA24F4A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5561C48B-94B4-3699-3B38-9C4C2DF23E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BED46A82-FA34-2B5B-0EAE-2DB696B1F56F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3A1379BF-A66F-B39A-B399-20BEE7B9F26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B4444A72-C9D3-528E-24C0-EC5787F1FFE3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AD81868C-CBFF-2DE6-429E-0C2CC752B7F1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598C41A0-5C31-1A4D-A180-327941919D5F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ED3947B0-BA4E-356B-A2E2-F10AC0B820FD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F2D50F1D-189F-84DB-3568-36449FEDFA84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13A492A7-DD9F-DAE0-1BD9-FF55F7E7BC8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50F37E77-F438-FC9C-8C1E-7CD67B491067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3A233993-513F-22F9-AE77-5DD56DF26DFD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B2B3532A-5369-53F2-9889-BEB7ACEB948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DF63F728-59D6-3CD4-C65B-75B27DE42E97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51CF1090-3796-8318-52F1-8857752A3B17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D431D53B-B17C-8AF2-2620-AA23376FBE93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EA55CE6-88D0-6877-1662-0E897E82F65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9A4E2F7D-5AD8-B7DB-1CDE-DB2B74C29CB8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C62168AA-76CF-F4FD-440D-F7FE3BCEE46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315EFF8-1B68-9423-378B-663167DF95CD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E448B7CA-CB05-9C31-3B70-884367B20E71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9EB2FC75-B1BC-30E6-6116-28DA3B0722A1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7048CC06-2AD1-91BD-FD98-9C39A505EEFE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3ECE69ED-8480-1F3B-F576-D0B22FE80A8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B801173-86F7-1D50-438F-7D87C9C6CA9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BE8C81DD-0A49-80D0-D706-E23B88CC6438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6AE53D7F-DADD-614B-8D78-8146A11E25AE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5E694E3B-61F6-12DC-9146-502244080AA3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16EC718F-9EE1-FC56-6982-867584B55F1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BE89DEDE-73AE-4EAC-999A-66AE2225ACA8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FAF0F014-8F89-EA7D-F8C9-21C18430B254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5C51EFF1-C44A-C675-5754-A2AD2AAFC4E9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06476D5-1F21-3574-E6FE-C52F1E44069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E954F44C-99EC-A8B7-FBA5-61937526E585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EE26C6AB-3B4A-55BF-A4F9-ACAF45CB6CA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29FC67AA-BE98-8A9B-6C2E-8CA27A2E374B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88028476-EDDB-80D1-6BF6-2241F3FD9B9F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EF8A2A8-E0ED-F082-C63B-1F5C88BBC90C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AB0A9F67-A129-3C31-E13D-0F2DB1E2855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1EC5E5FC-22A3-5AE1-F3D5-19E19C56A27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283C8705-6F78-F72A-23E2-D94487DFC4F6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1DD1EE10-ECB5-8A74-604B-FB7D4AA905D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1BF36C0B-8FEF-4FDB-5899-63D0CFFC643D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C30CB7DD-F8DC-BF8B-BE1F-FDA34B6618B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FFF7FF31-BCCC-6CFC-AD5E-AFB116430191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96D3A48C-6FC2-8766-78CC-DC2A534AAE65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9758B718-B97A-ED39-14BF-5E08E87D47AB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18AA3EAA-3EDE-D983-FE25-E77ACC742451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6B29BD5D-E0AB-A199-FF98-F470BA23386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32869DBE-5BA8-33FE-CF6C-6D32AB701727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6D65D737-CECF-FB0E-B416-45D6DCD4535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B39A15A7-D059-17C3-F78B-63121D4434C9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0480F264-C4ED-66C4-449D-DDDB7E0ADB1D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C00BF03-7D03-1667-D1A2-7E2D7D338128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07DC1921-AB75-245B-5500-F5D36E865FAD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AB678E96-189A-EF9D-87EC-F0B4642CCCB0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1EBB2B33-5A0C-425E-6A58-0FC0BE4E80E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09D3B1B8-CA82-7B18-EDBC-22CDB4C85E0B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911235DD-B587-2109-FD64-53B81752AB1C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5F6E1A58-0B33-EA34-ECCC-6A39CECC7CC9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2F21862F-47A5-73A9-1456-1B0A7B19C8E5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6F0727E-E98D-5142-2567-1C73F537F623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DC464830-24BF-934B-BDA4-22975813B70A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850005E5-8565-5034-B983-323F13122EB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1EE0AC3A-1313-E77C-5F75-B47DD85676C6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2176D8B6-7FE8-871A-9A9C-8B8FB0F51240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69D07ED8-74D5-12CD-454F-0DCD13F0262F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559739FB-D78B-1EFD-1DF7-67BFB1C97AC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7B7E7450-3ED7-395A-BC80-A4D8F360E57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99B430C-4276-0B20-DF4C-006B3F2D0769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65ECB0AF-7D5B-A39D-3799-160C9160EF5A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061E379C-2AC3-25CC-B3BC-9C81EA803A60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263316E-8A97-A83F-1190-33101FD8D3AD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015394BB-D822-2EC6-53A2-4DA67CA1BD83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3FC6B97D-CC56-A574-7EB6-B0736625F04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8CF75A6-1C9D-D7D0-2F1C-606857612667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116D9EF8-36B9-BD08-A9A9-AED7BF6DBC8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E5001E74-6877-3AF3-6E69-437A7D06CBE4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A453F99D-B7D3-FD30-08F6-F812061B48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2EE7B227-32A5-B8D6-F16B-3FC6467A2D4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ED183E50-A7CD-92B1-2D14-5DF4B47CE600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07EC3911-06E2-CAA4-42EC-52F9CBF8647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8232950-9247-3300-7A31-64248A18192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7B45AA08-6E9F-2DF0-C2D6-1F48CE6ACD93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5AD034CC-2E18-55C9-DFCA-247F8A7A8A2A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6E65CFDE-A1B2-A872-8A55-A1F76F6DFA88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2B1BC83A-0E8B-29D3-DCEC-61B043168119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7914D2DA-9397-BEE7-7516-FB9EDA45DD9A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83BE812B-99E3-192E-48B8-7EF109F28834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678AD8BC-B4C4-031D-7EBD-9957A89919A7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747BD4BC-9E96-AD4B-B358-1E472DC33455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760979FA-BCC1-B200-2E11-0EBACDD444A1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F67260F4-A64C-21F7-1D98-59C3F725764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9759E29E-7273-B67C-2ED6-ACB4F12D4A80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B53DBEE1-C796-6D4B-3914-347395D9BAD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F498AD7A-820E-7DED-0088-F7CB931057F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324D42AD-5C16-DB76-8F7A-0C6CD8725455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178346CF-2A04-B24F-F438-DA0E43742315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3FD46DD9-0EFF-85E2-7593-40CFCDD9836C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6A220DDE-19B9-CD35-C864-73262AEA4563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D112D685-3312-9C9C-1394-9F453423368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DAB68DE3-3F7A-8AD0-14ED-BFB5463F0004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FA4FB333-CB7E-B1FC-E04C-EAA635186F43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3DCABBA5-E39F-0127-FFD5-1E26109EE78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108BE539-E5B5-E7CA-9972-507D4DF4EE8D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EB28CC77-E573-334A-EE5B-D07F020FB2B5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6D8F70B3-6531-D645-0D65-6E04C184A95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830B23A5-1C69-3524-A01A-A8552952CCD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F15E907A-2D91-C162-AA1F-F567EBE4C5FA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E52F8F1B-BDF2-0065-AD26-F7F27DD3335E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E0F38D11-6CFB-A17E-A8C6-E681E3CBEDFF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201F262-6F4D-9D8E-55D7-24DCD1D93033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ABC85519-D54F-3DBA-9CD7-2654DB0620FC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01E7F57-4265-69BA-28BE-EA4FA6B2E4B7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D6068034-A01A-6A4E-33BC-C36A18632C8D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4B245FE2-670A-1E4D-08BB-36AE552C038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05DAC895-098B-14FF-C84C-15EEEB8FF111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1F02393A-9766-D3FC-8B01-B82177949F1C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2802AB6F-039A-9FFF-B506-B87B59F80002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DDC146A3-1B36-97F7-C174-BDF057484B0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2A0C5E9A-712D-07EF-7D0D-DEC96811458C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44E44369-30C1-C213-215A-2AE1D5C283AB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A869D5ED-3047-D470-E6FF-E1DB88D4AE2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0C0F963D-2916-D4E5-B013-6386C2C237D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3B32D92B-0161-604D-5DB8-E70D4AD7F02B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6595B4AC-1D29-3E80-67C4-0591D0D6A4D2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BA688A98-415C-B757-DFA6-BB5AD922C371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3A3AEE09-5BDB-34DB-3058-2762BC257E58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81AF4F05-8342-EB76-3E7B-B2A3BD6C665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5AB3C0ED-145E-99A2-379D-F40D68D300DA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13849839-C056-55CF-684B-C1AE9F0A5874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D6DA56B4-2095-B221-DDD4-76F4701569A9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CEF2FEE8-B48B-D0CD-E564-6CAB1AA5A594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2510464A-E9BA-26A0-7BBA-87AF63C82B9F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A2702297-209E-EA49-2419-52AF5C1B999F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4D029293-E179-76A8-62FF-A63094CE7FF4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105EFB95-2815-FF02-6475-AA90F882E43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093E3FC-9202-C5DC-0169-EE57592D6982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7CA3CBB6-6F0F-0C31-60AB-088E5B5251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B4FD2C3A-963F-1CCF-DA50-A9F59E4AE40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01DB62E6-9F29-5E68-2A10-5E53EB96951E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346DFEA8-AC00-33F6-1793-E1EF9A4C9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F3F9725C-F45E-CB2D-32CF-06CBEA9A337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FFCC1799-E466-9964-0944-4A9B33FB5FC4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B2F9DC66-2A52-D064-8E7B-C7D93E354E3E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3D3FDC0-B8A5-8B66-9ED4-979F6EAB8E9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F0BEB64-C3AF-1CE8-0019-755BEFC46FB8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B6F6B668-AD6B-5B6A-84C0-07470DDEDEBD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A4DA17AA-A685-D1F8-9703-74033FC4371D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2CD08B98-D7A0-F3CC-E94B-BF877EFA524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C638A1F-3708-F543-2FBE-B0AF93FB0EF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58AD1706-5C75-0A86-6F87-456A32F5BA0F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02C7D674-9C91-A4CD-CEA1-73AE0875A17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2543E281-25BF-1911-C73B-F904BA03E20A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F7470718-1E9C-C2CA-3D2F-177349518181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EA27AC28-2935-53C0-AEE7-F9BB8872A53F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3657F930-8ABB-39A0-8472-297AC2D27AA8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2F272DC8-F6EB-2433-D91C-E7E588666CA8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F90B718F-7E5E-993C-0E6F-47523E4871B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04BAC808-667B-9441-09D3-0BE58465D54F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E35D46D7-BA1D-FF8E-92FF-9DC85ECFDF3C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0B23F873-1328-9111-EEB1-BA0F0C3C1E9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BB261B71-9FFD-5276-8747-121E25DA071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559CBA38-3910-C1C4-A51F-D7A9F3707C97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BB470C1F-02E8-13A2-864D-060676299F0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94F52ED3-1DC8-DEB9-98C5-EF50A3F19516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CB31F1A4-13CE-D187-0A5E-A1C218DFA330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E76B3F6E-8A59-DCB3-E2D9-18CDFBFF00BB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95464743-959A-8436-EB8B-93DA9447AEC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2F7A11F6-EDFA-A16B-6C6C-56BD6F2E6AE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0D669907-9EE5-D116-F4DC-9FC48C54A821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C6E7BFD2-D823-76F9-883B-B435A3ECA6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9A249715-D24E-6216-DF93-B5F6ECDDC1C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9F40FCC-0DF0-7A13-554D-BF94B3C67A51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EABB99E6-A23B-EF4F-2987-775A9BDFC0F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49B8BCFA-B78C-161A-C998-3D05FC126E19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84DDA674-90F9-A8A8-8013-3A8C5F1BBFB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CC1511C5-4010-9AA9-35EA-435E423E3106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C69AB452-F481-8E71-6B2F-EACA80A3B870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3351B718-6A2D-2EF1-CD23-26029006842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E80AAE9E-412F-DDCA-930F-A0C4EC3560EE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44EC1960-D2F7-ED19-8122-40BD16371A7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17FE55A3-2876-08A0-A198-4F91CB3753E2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781BB3BA-1E56-37BD-82A7-BA6FC031FEF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502D5C00-B834-B7E6-9253-000AF15A6A7B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FB35A5B8-DA41-7A1B-B4A0-EEE5FAC6A694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432F4D72-3571-CED0-EDEA-BDE606CE240F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F4AB9CA2-C847-66E2-87AE-2426E24106C0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7C8BADD8-C272-C3B8-E812-B5C8BAA56163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20F6616C-DA95-7CEC-69EC-A90036E332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82B86CB7-B816-DF37-0833-0AC71055B533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086A488B-A55F-2A87-DE08-2E69123543F9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1339A75D-EB3E-D20F-02D2-B5F292B0627C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68DC8E02-B72A-85FE-9927-7D394A372B28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2D5C959-35B9-E905-1CA3-21388CC1B48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24AE5DD6-83EE-E540-D788-FD843F5C6F1C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E26C985C-5FC4-75D7-3ACD-FBF2900C6FA4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68EDDF61-FACC-A5FD-E863-63A88720F8A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30C1C2D-F055-9778-BA49-B5DF1F7ADA09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D9D8ADF0-6B08-BDFB-7EA3-A2F9140D17A8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98172270-5BCF-62DD-7C7F-8D35930D228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B610A0F1-DF7A-800C-0128-C03E1EFE5FA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F3E18127-87D1-3D65-630C-AAF86C48182C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462E3774-5AA4-C6D7-D01C-BB3655F08739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C4EB9B5E-A212-F2B4-8F78-B42494C8AE81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AA3D66E-FD56-AAE3-E558-EDCC888EB52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592BDE1A-EACD-4217-193E-222E90CA56D9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A48875F4-BB5D-9E74-92DF-E2CF52279519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09F67338-C35D-5362-49A9-6125D8DAB47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B76E94D4-8F17-B08E-E7FA-95B14240A980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6B4EF1C7-44A6-AFC0-E003-96E9868312DC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89EFB46A-BC7E-E1E8-D2EE-674BC3BEE66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A19F55FB-2CE2-7FF1-D411-645C69BB39DB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11A430F0-868D-3816-B63F-55EF1161322A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1791588E-925D-915C-DCDA-72BACBC79DBE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35977E-9B7D-BD8F-AEEF-EA262D7BB205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1D2E7561-86A7-064A-0FF8-FA93425DA046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5AA1A880-8F54-9A20-3490-B183C80900E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EA23AA14-43DB-F3B1-E898-64F51742A22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24CBFE7B-F4B0-956E-B7D3-20952C65D052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B0AB6AB3-E673-A489-6909-C534F675F5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D4E4B544-51D9-48CE-23F0-87A8D9544C8A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D7E82194-84EB-FA06-E07E-CF684229345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F2C34E6F-664F-E510-A5D5-B1C93510E58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E4B3789B-2CD7-4341-61D1-74506049B94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786DA29-7E6C-37D9-B298-2AB80E1C6990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5F20879A-487B-0745-0A45-68BAF60E145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C3C125CC-0ED1-7A7F-37A6-1AD468AD0E78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64C322AA-4AB9-564E-D6BB-6503ADC37567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8002EEF-55A3-89E2-64FE-8087F4C1DF5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7240633-357F-43C7-BC95-DC5AF29E35E3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F4F543D-4A11-0179-B44E-4E1CFD1ED5C9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D850775B-76FE-81DC-69C9-7A836242B64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D247B017-DB06-A8F9-18D9-AB7643D3AC1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4EC861B-6B24-0FD5-1906-4DC87A5B2F0B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2685442A-C2ED-2FB3-BC2A-625D5271F1CE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15004640-4CBC-383B-96C7-FEA7CCC24B9D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E22924FC-FD76-01B3-16C7-73520AED8219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F36D3B97-C81C-CF7F-7B29-F45EE31CCC24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0638D72A-D83B-C350-8DB3-6C14984C911B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E34A431-2DF1-FC8B-38E4-DCA7745B9C3C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B9C0BC0B-1BEE-5C1A-D997-82E3138E145D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295C368E-732D-D87D-A49A-831AA111B0C1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713AC280-8265-0736-0498-4D20AC81F92F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DF22AE84-3020-2BAC-3639-0E0B0269BF96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6488ED92-524D-CF00-7692-53991B374F0A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9EF81CE6-1697-E768-68EC-369498CC5CAE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2D93F8F3-4794-2CD5-E355-7983AED2D18B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7F2220F5-35FD-8978-ECCF-44575B2D197C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BC8D2BB6-75D4-A239-EBC8-649A99F6167A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39B6409C-5B2C-9BB4-16C0-40AB677E12C1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92FF16C2-AADB-5BED-924D-F7F58A4FE39C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679E47F9-2E95-9B48-8B3C-3D29E1B2F845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EF7AFDF1-780E-3CA3-3E2B-FE996BC03D85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A0E0F0B7-B083-2022-DAA9-FB192A03F2DD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17C991B-A6FF-F843-71BC-378D7D58FE76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65AE1DF7-FBF2-013C-4138-564014570B32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C10FD6EF-112C-2E01-14D2-7A3F23FF4C00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2240C4BB-A968-12DC-D54C-355CFD522F68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EAEB8D5A-FB3D-180D-F1BC-497A674DC892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CF4208E4-C2B1-09F2-41CB-1D369E9E3B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337C6069-38CC-7AE0-FF6C-1CA643AFEB32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B55CBE8-D4FF-6F37-EAF8-A6A3FF88CD3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5D478902-2332-28CF-FA90-96D578586D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3792990A-D8F2-4765-85EE-9A995BDC7BD7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253DB69B-76C4-99DB-58C4-78E4150F42E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95CD9B58-F2AF-F154-5CFC-1D0B91E780A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4CE8AF5A-0113-76F7-50D7-70542587D347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EC330EB0-E1C2-3B58-9FC3-0A97653D5BE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E3D874D3-B853-4969-160E-52C6F13A57B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FBA665BB-E0F4-4511-8D1C-3DD983869466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EC066834-AE87-7C53-BAAE-93355FBF4404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501CF966-C002-1227-B84B-F7F1937FA687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9158315A-52EA-0681-DA23-21CDF14E45A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00DF55A-A7A6-A1EF-F09F-6AEEA24B2B94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6E7A4440-959A-DD5C-5EF2-98155CA6AC62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4925DFF8-06A5-EA7E-FA6D-1DFDF3FAB498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BFAA76FA-272A-2B9A-379E-6D764FFC994F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41956BC-CD39-9C5D-749E-AB44A143997C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399649BD-0135-52BC-CECE-0BE103132831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5D13C566-1047-51E0-DD9F-5D4F0C3245F4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3DED0D10-2A67-B1EA-2BB6-989B545F49B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0E60E4D6-D1B8-876A-5E30-870491BA0519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6CB7B1FE-841C-6A9E-589A-5AE6BB220CDC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0C3FA981-C5DF-04BF-6DEB-DF463233F413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86282D4-2C3A-3D66-B683-83ECDB59F70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E2E09743-B825-118B-8EC5-58EFB0FF7EBE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53E2B2F-CC70-00A5-24E0-DC7D3335582F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11F21DF9-A224-5E27-052F-80D9B442922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39C023F-8403-5166-0A44-7BDC4F5F5AE4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5AA44772-5168-2791-684A-DD6873D28E9B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B9E73FCE-0B7E-E2FC-3728-AA0F22AFC71C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58747801-1ED5-AF9D-1C70-DD72022E6355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E892274C-E882-C4C0-AA71-674BEAB29F3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BA3043FC-367B-F728-7561-BD7CDBAF8C12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30043693-A5E8-1C4F-5524-267B543284F6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842BA99A-12DC-4452-DF3F-C68DBD32DC97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01A53134-EB50-4ECF-803E-8541EC77FA42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966505DA-75D4-F6C8-E165-EFC65B12936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CAEEE2E3-C6DE-E86B-5B29-16915CDFB8CD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BCBD8C2-EE0C-F508-EE42-07E98604166B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B06912AE-217E-DB93-8961-3425EF4278CE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D5EB6F2F-CE1D-E77F-513C-94F171BDBB7D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0CDB81E8-6550-010C-071B-F434F3A678A5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F487B5-461B-367A-4D2B-2452233497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DC67AECA-F1D8-DE37-5A47-97FEE4078DD9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D12F375-40B8-A1F7-9D53-E39766A8F6E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299D04BF-9016-8B1B-78A1-DAA5ACB18725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3336DB79-876F-2635-DC1D-3E38365A7373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72C9BDA-2628-1916-5599-775E482AA736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2E78104-1A43-E099-F3ED-E7694C934D20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2699EE47-C01D-DFC9-FB7D-2E9FA234C761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D6C1D6EE-A1C9-49A7-B536-8809837B002A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330B6C25-7D5E-DAB6-E9EB-F0B185013B0C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1EE60EC0-7F72-24DC-1985-6FFD5FC97C74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421F784D-9B61-D981-6309-B99E8C24FC14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7542FB58-26F3-CBFE-C628-E5AC8F060BA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3DBEB8F2-D92D-14A1-2B96-2489A3037516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EB195E4-B3F6-4015-1961-085944CD2D09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2B2F8D7-6319-9685-4671-2612302C4A2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9C153EF2-4D12-DDDE-4247-867A703AA2FD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B66A91C7-866D-3702-7299-F785B75AAA34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A76B29D5-A6D7-8B7F-3D73-9A6195B763F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96E5C755-5EFB-0D58-3BDE-16AC74F30ABC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22DEF77E-A063-9F9E-65EB-5D0F099D310B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CB537808-CA28-C51E-6725-A4C1C2320B3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04D092AC-DDE6-A933-BFAB-B7BA843F5F5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92AD7B0D-4724-D947-21E3-211F01EF94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E9AAC7F6-E501-4435-D437-2C68A25EDF3A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09602410-7611-11D2-B0DA-83590FC4143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D16734AF-9944-B92C-A07C-05BD7B5ADF9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02C587B6-E8B1-3059-E7A0-28E9CBEE79DA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F401F8A-70A5-3E9D-F10D-8C0FE98828F0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A408C2D-2D00-2AD0-0734-D4B3A7AA851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BAC2DA64-A063-145A-E2D3-B4458C29193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7647793-1C9B-EBE1-4E18-E0B5B4904800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B2A5B8DB-0D4A-6CB5-2E5D-BBE17B535F01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F63C254E-E059-6D33-8A7C-6DAFE001A709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14916BC2-B15C-2A41-169E-9242DE0D0339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AC6E1B54-880E-53C3-5CCB-99E35BCF146A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B4DE9F8E-61B7-2E69-94BF-D348FE6F54E5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47AC9CBC-4B7C-07AB-A633-7190A485860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58C4DBA-7E5A-E3EF-E1B1-6BF84F5A350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E860F312-40AE-00F1-4C16-A86FE8FE2E69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C717E656-B19E-E7F8-525C-839795BEAE29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B0084AFF-B45F-A592-DE13-1C3086382F75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8434D6F3-C6E1-F343-798A-60539AD6657F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88B86A2A-C8CF-031E-AFD3-E22D77560BE1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8350A606-0F91-52CB-EF97-5133EAE29A82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2C3BCA4B-0537-107A-4065-4432A02E7394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05CCB486-DA20-1C8E-DF73-15D0BED6D0A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041307E2-03C0-5FAF-38C2-0E850FBBF040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62849E37-E7F5-A77C-9F5D-C316A616F5C2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6DBB8591-35F4-5E94-41A7-7F4FA86A2B0A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7D53709E-D04F-83AC-2248-CE005CDF881E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A8EEA1D1-F7A0-CFEB-76E6-A8ADEF054E83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E0FD43BA-CBBE-F112-229D-DAC6665E33F1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BAF4DE1-6066-2734-63EE-191A63F423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843BB4A5-E1DC-934C-89CB-0182BDC6F444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5CEF3DC2-135D-C7F6-8CD8-FFD8945F11B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25F205E2-8DB9-08F1-333B-C624C627A09D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0C9A3A1-3EC2-559B-ABEE-C673D28D3CE4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E950AB5F-2051-D00F-7B1F-F46B3658018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9C785C8E-CAC4-F91A-BC56-8F286C22CB44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CF7170C4-0819-8876-60C5-F8D67A5A85E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0A5AEF90-5A15-DDE8-EFA5-01F29F95910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D6C0D3DA-B67F-7FE2-11D5-F34D007B4D0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F2FA271-D5FD-CB6B-EC3B-2AFEE11DA14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030AA3B1-F78B-6C62-ACD3-1911CB281AD9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18B57FA7-FCA1-63AF-BA4A-4568E52D6CD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3DBFCDE2-68F7-A5A8-5879-C751542BBF0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0AADB6E9-EC4A-40EE-CD6E-8FF2D5E3EB3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BD235EA2-224A-CCC2-A066-28C1E507B223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4E5131C8-043D-D627-688B-0AF2B487D959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C6EFA084-7906-ECC6-3FCB-50319EBB9581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E5F9304F-1506-B0DF-D64F-BED87F5EECBD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E44A20F3-F9E0-2497-37F1-EA22FA57B8AD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069A2E71-2E18-E9B4-CB94-C54592DC017F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02E284E9-A273-0192-4414-4F4B4CE3F6FC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C51A5E0C-0F0D-15A9-B1ED-157BD8B5EF9D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012B480F-8153-5931-F379-EEEFA6C6105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6011512A-B3AF-D193-245E-2990EE446F12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55CEDAB0-657E-C91E-5283-274C072439BD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2EBC41D5-8FD4-44ED-670B-717B0B8EBCEC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225882FC-27DE-0540-2262-3152A90D274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103A40CE-9749-2E67-BC7A-DBC889C3CA94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0AA6ED21-E444-11DC-7027-BA9255CD8A64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CDFB7E20-E50A-B020-6B18-2E9F280BEDBB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27A4E93-7C29-6491-8CE5-2D552745D346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EAFDB751-D27A-071E-C74A-8347E3434E6B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DB0AD091-12DD-B8CB-7C7B-BB0412D078D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17E7B05B-7529-F88D-C1E6-FB3746A4962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A1C8D03A-7F74-4700-CFA3-FD91682743FA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3ED99D83-521A-0A6C-FD14-6DA7E2BB381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94DBA45C-7DA3-A8FB-E976-F2D1E233F2B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6DBD8E5B-DF85-AE0D-0B41-4A060204E87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64EE0834-6FB0-5A4E-5CB9-51B54A9A5468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7F401B7C-C7EB-07B8-AB66-BE1A7B4A63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6C86CBD1-2043-B2D5-4651-B8BAA46C220A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8CF1BC9D-974F-8191-1BC9-576D4BDD3C2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99CA734D-268B-B595-3AAE-E6D6FD9266E7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6CA0611A-4438-AB21-A871-6899767E93C8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CBCAF18-0E88-3C92-B2BC-3BA1F6B7EAD4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F0E1D383-4EEE-0789-7124-9FAD84B0180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40754CF4-BFA6-D23F-6B47-68430F452495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3518CB16-24AC-2FF4-A248-AF24B04C28C4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8E082C0C-0ED1-05EC-C639-7D4DD957DF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864AB574-BD54-EF1B-98D9-01A8A201CCDB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F66F2CC0-39E4-82AD-3B81-D829EE2366B2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955D3B8A-9B2E-2044-4E5B-B9B7F77699A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850D043-66B3-57EB-D27F-1FF82DB8ADA0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8FAAC0-6629-4386-A500-0ACECC160157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9F945107-1CF0-4464-521C-4CA437B398C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F30AD086-B92B-F829-6CDB-01079A084DC7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23A757C3-6F64-3A59-81D2-632E8E5D9BCC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91AA5BD4-8EC6-9BA9-82DD-0770B6AD967A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C1C742DD-B377-4E8E-DA33-D45E634183FB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6C31D0E0-2FF5-C773-94DA-0BA5134EBE43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D1C343E4-1391-B964-FB84-078B753B2C3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9B06243-4E8E-B8F6-B6CD-6153783ADFC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DDA4C762-BC17-3227-BE0D-F3DDBA2D60A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14FC8BB-023B-0955-3017-D0C183F166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DDA80F76-8CEC-68E1-7398-E66BD613B034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F5B90DC0-91A9-E589-D4E7-5CF9B346D21A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77166410-100D-94BD-0DBF-6C5975E10BF9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622DF8AC-E9C3-72B5-0CD8-E4D44E80A90F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BF78227C-750C-23A4-A7E1-9F9F6AE2BA0D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1D062246-6D6E-1031-4FC7-5B9CBC820CC5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9C0C46E7-2575-E6C9-3F76-A4B752E2E1DB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288BD95F-1AB3-B0E1-4A8A-F71538B4CE36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404FE9F4-1A2A-D15A-1875-26200EC7C6D5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C21945FE-C2FC-47B1-D3B7-8CE208D7104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23DA8549-1C6A-333C-299E-70CCC8900593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CB45A9CA-3DDA-A3CC-954A-421A55856871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B0C24606-C673-F272-F4A5-36EE8223E57A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6F1C767F-555A-2383-E9DF-C2F793CA347C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32F663CB-0BBD-0CD2-D490-F1D8C501B19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766FE613-8DA6-F8CC-C213-1AD3FC8C8C2F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B9579614-5B27-02DF-EA18-EE3CD89F7E04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B4A2E510-A9A1-81B9-B046-61D480DEE7DD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1C712CBC-6E4B-F6C0-4721-15D1692419F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74EC0068-8EED-C1B3-059D-C0B8707CCEDD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11B8531A-CE81-9BAE-FAC8-6F2DB1438ACD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E1BD1AF1-C870-20B3-CA29-8C5979FDC546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0C7CF0EC-BB79-05E5-BF43-941DCF4B347F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E48830E7-13E9-1F98-2414-DDEBEF79581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0A33EA8F-E160-62EF-32DD-C821D24FFFA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9329B4F6-9C4B-5342-0DB9-3FEB26068192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6A386925-AFE3-13DE-0D32-54F78D533AA1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30288492-D76F-70A7-99EE-D1A94B458AA8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9710EDA5-3866-6DB0-7D2B-F7A5BD163B70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D0176D4E-3AE1-72D9-75DD-1F357CB6D0A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1E5EC9EF-DEFC-3416-7374-0BC9C87F3EB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6D26A6A-523F-716E-DCD9-BC3D04CECB3C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E84A2812-D249-3E02-A3B7-A6409F3BD0EB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CB7E96E-8610-E060-42CC-5BFA93FCB7DB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2B4C8239-66AE-68BA-DDE0-71D86A734D15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C7C1E11F-DA15-9583-319F-D6CDA8D55A41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53367C22-B159-FD3D-97D4-8E1C06CE2D6F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924E597E-8732-F55F-7241-87801D02DA1C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5A38882-52C3-A2DD-AE42-743166704227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EE4AD580-B615-3C96-5262-253F783F79F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C897EB55-3375-0448-AFE4-FDF04CC8470D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11C79348-6167-08C2-82CA-A0B4F74F358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10BA2EEE-6E22-20D9-7812-DC529653AB23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2CB5837B-1700-5032-1A64-EE5F3B8CF21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BD0C48D-82AA-6110-526E-F938D4A68479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214AA1A4-C2B0-4F50-30D1-61EFCF64E16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B63FF918-557C-3142-F0C8-936468855AF2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D1D76D1B-9721-B6E6-5751-A893B0BABBEC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1FB624E1-5FFB-C21D-C3B0-610658464E5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B2CB9529-E5B2-8685-A5C1-88EF7853B68D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7A86A249-7F32-A90F-7B76-A498B502C541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0E9AA263-0465-D98C-B7EB-4940641AB58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9836616-8826-33E9-9483-B1D42163E2C9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779553C-FCC3-B467-CD27-1F5AA5CB75FF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D2A91C8-4CE8-E080-951D-004819489C16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F207026-265B-BCDD-DA2D-1BE21E52F8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EBFDB9-7DC5-8D9E-083E-6C341617283F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2D340C8D-4E2B-8F53-1B8D-E4163E6DF373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10D9A535-A04B-CE1D-D4C7-6F056D868FD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F6224272-76F6-5DA4-46D3-A8C5851B2FB5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316CAE2E-BBCA-8FD1-3AA1-AED6CC0C91D7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9E7236D6-8485-7E34-27CE-5779C43711F9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1FDA8788-7BA9-6717-294D-5A952F79C47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E1F1A1A-25B1-D25D-7066-19B37718595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E80C1C74-23A4-3258-8629-7CAB4A35CF0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B7CDA0D7-4A76-9B4C-8FA0-6A0AA938F18D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FB4B4A2-155A-43EC-45EA-082D31686FD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6618E3D4-BD12-9F4E-775B-1C03BCE099F8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A58F3D3D-E644-96CB-8013-B1D934759FB4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C4A33E05-7850-047A-D245-4A601A98ABEA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86296B74-ACE0-ECE1-B7AD-637440C9FFC1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8FAAA355-F8F2-0DCA-A14F-9EAEB03DC37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B9580DC9-6CC4-84C3-D03D-8C4ADD642D84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8FB23262-348F-9307-B02E-5E6C5AEF1E8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BE900E84-1F74-3B8D-FBBA-279C90C3A29F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36E5D495-2917-63EE-5929-FEB2629B1619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30F9EC01-1F77-6F08-87A6-F6A73BF1A6AE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A8C55642-26CB-B49C-FD00-62E4C38F381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B374153-A2A5-E814-A8AB-440729C1D565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AD44F87A-FEC9-D67F-5CC4-6812FF00D9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63BFB58C-8FB3-E1DB-71FD-3C3C432FF9EC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0EACA489-1328-0F32-8812-8899BA1D5A9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3B1D0BE-BCF0-BF69-11C0-5F3EEF6BA820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56DDC5B3-4203-B373-6EB5-2558D3EE704F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C979AD3D-939F-A5FB-FA56-D417FCFFF3F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F70A65F9-3627-A543-C35F-C012BB9F5E75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28B60F18-9328-36D5-EA14-494EF963D52E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C473D8B7-A843-3DC5-1CF3-CD7876190259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C09BFCB-04C1-E166-CE2D-A4AF2BCF7D01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7BB9DBA4-9DA1-EA46-9805-04DB425C564C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2389DEEC-E730-A073-F557-265B34665DBD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7FA8CF13-21B3-06CC-8FF6-1B968598DD4E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F3DFF8C6-615B-CF15-B299-880F6195AC7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2AE10BFB-3A66-9A29-4140-A557D035AB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E3C08CF-D623-5C8E-3C56-639A0C508CC4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9125A188-226E-0C87-514C-DB0E3C867C5E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36B49FA5-E74D-D208-EFF7-5B993A87D31F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2AF516C9-C0E5-5EAE-F6E9-8E326CE6482B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58B0C41A-8BBE-7FD0-0EBA-A7A9A14B6E2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A99A0D5A-A51C-B64A-34FA-C249189C5E27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82BD3E58-DF97-91FC-A7D4-FD11D17E6EE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02B01326-E867-E4AD-1C9E-FF460E7B4CA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8860C56F-D1E0-16B1-6746-1A13482279B9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C0B1207D-8E56-0A87-C46E-72C8FB8C833C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3EED22F-2B82-1895-70B9-E5C532CF5DF7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C56F3F1B-05FD-DE98-011A-C044EA38BE6B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5F69E739-99AD-A385-15CD-DCCBE86C0E03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7D883857-D9E8-6345-E2AE-C6EF5DB1EF89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9A857471-9395-2952-4AB0-2FF3EAEA9CF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2C9473B9-03E7-0339-1407-0BE94538EE8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A77EA4E4-2B39-B427-079F-978545CA524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2F3A641C-B616-32BA-22C8-25F6E0B6D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00A25452-7F0C-C3DE-579F-338ED23161AB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18A39E6F-F1D5-714B-3400-967D55FCAFB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30EF43B-2366-1319-0B71-00DE234632D6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728DDDA8-C206-7E41-C574-7202D0ED7B0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BD6F356-4427-E93E-E503-508B3A949A98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5A986D45-0453-AA62-D09A-00F10D481544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E15C4C52-319F-FE75-D049-73DE0ACFBEF4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5EBCF2F0-F754-4067-A953-2B6F2F4C8FFF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58E52F8D-AB96-6283-EED9-248E74702A18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68A78EED-3933-9E23-6F81-1107373F493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CFFCB181-08F2-4C5A-6BDC-320B544497CB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3158B5FD-F9E1-C3F7-A241-7AAB4EFEC1DD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CCA76C3-42DE-C65A-5135-0D327BC49B50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346FAFC6-ECF6-188A-CD72-6E170A6D19E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86251C24-1C41-F670-F5D9-C23759A490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59B99B66-4D9D-4EFC-5F08-C6CD2A0D1417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81E8F121-DBDE-C8B1-FE7D-62B2B3A55DEF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8C55DB41-050F-74B7-A624-5C5E2DE15101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A944AE0A-F136-C9BF-CD97-5559ED55EFF4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5AFF7E22-205C-BE27-EDF9-C71D6A3D018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92AED7E-820C-28F8-987B-297916C772E3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93272E17-CFD0-AF1C-1CED-7A1D0BE0674E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B1563BA6-E105-AE50-CA57-BA0AA3B20EC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7A4D5307-0BF6-96FB-2D22-70FBEA44F0CE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01E6FCE4-F128-9CA4-1973-A6C058E588D1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8F3C5653-DA71-82F3-7118-E72CD136C02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97680AD2-A260-12EB-4616-D22EE301CD03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0E3F62B-DCE6-65C7-FE37-88844E069F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1CA69844-3FFC-C095-948C-101F7B54D38A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E6A3DA58-FBC5-2632-CBBA-60362032AB4F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B4830587-EDF0-65E8-F944-D5C0DCCEC600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4B9B8687-4FE7-57DF-064B-9A8B8A38325B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D78A988-19AC-7DFA-A90F-86B520FD8C96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76406B6B-B72A-1F98-57B6-5B308B0DA07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DD62BFD1-CA1C-6F2C-416B-813236F5BB36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5F957C45-7F00-D95D-1C3C-7F4206769ADD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41EB59ED-2E24-6FD8-C1D5-DFE1F6DC618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37FED38F-BE33-5A62-E90E-44A67EF355B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1BF1A6D9-F91D-CA6A-B2E3-43ADA2AA3310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8F3752A-6CE1-B19A-D628-7737B7EA1202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17A3A3B6-0139-4778-E9E0-A38550920015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65289E65-AE0C-8420-0891-D814E24E7C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4541F5ED-0EA4-8DC3-740A-7EF6EB848737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7555BC3B-A46B-6DB7-D2F3-2358F963AC84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E917430C-CE05-5CA0-FC48-85F3EE9A2A60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A07D8352-CF95-2033-3A3F-E23B53EFEF56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77E09C50-1E7E-1F4C-7402-572D4442481F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37A4E4D1-1492-E2D6-7729-09139AC14DB6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858D7BFC-494C-78B3-1AE8-5AEB72F733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45FB6306-A6B4-B8D1-1A6F-01B67B21039A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359AA5F0-42D0-6C41-B04C-8D05E6CEEF8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176525E1-2D7E-CDF3-3431-E4A6994F22C9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3D3B5233-41EB-9690-D67B-EDDE4C5C597A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CA6F2CC2-918D-BE00-B64E-0FBA8EB607D1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D50F1566-04DA-4036-6BF8-5D0EB1E6101B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713AEC4E-B9FF-427B-E46B-45571788B7E3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58733150-6D67-96BF-D0AB-FCFD3B6F5444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FEF0AF5B-1489-463E-6C0B-B742AAED15E5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5D56F41C-5197-7A1D-7A05-47D770E695B8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139AA01-F897-548B-FD74-83AE0EC4B8E1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E40A308A-6432-A3B8-5D2C-45D057B92032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6953A51-AAB7-F974-4E3D-D01C87EABE6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1A5641E4-9124-623F-6194-C3F9EE1E9CC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414DC46-AE93-CFD3-544D-82F558A2D6C0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03429B5E-E733-14A4-0867-B13BC9F9ABB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23B578F-B4E5-57C8-FDD6-9FABA860D575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09A45685-6B88-01A9-E9D9-70348213546D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F28DE14-7578-98F5-C6AC-FE5C6F7F3E6F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4290C14C-E563-F90B-3787-5757EE085DED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80281565-E113-24C9-22C0-27641B4D664D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8DECD877-E23E-3A3B-3A08-B4BF0DF91A68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0A6DA750-72D7-6421-E387-B76D2EF6168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0D4D3B9B-151D-2265-322A-6C97456EC80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E3320C4B-5A8E-1BB7-CCFC-F190D141A430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F8BCE69-59DF-5D1D-FAF8-A96E93513FCC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03FBD84C-C84A-DD8F-0EA7-85B4874D364F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5BCF6998-6DDF-3B13-73D8-42F712F99DC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62D0076F-D058-9B18-8F59-FD862C7A9938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A8DE8350-E5C6-08D9-D096-0DAB9C197E98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94752A70-271C-7B29-4114-E50DFDC15A5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C68159D0-B364-DEA7-FAFA-8D96A63070A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86195EF9-B79B-0434-A634-1A77E3FEF05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2EC18F60-46F8-46CA-B71A-ED891C218283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FB7A7587-8D13-0715-5649-1FEE32A3C20D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EC802487-E0DC-8067-F128-77BD77832813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032C6B79-D4AF-3DB4-DCE2-7902F9FD362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A87034F3-320B-0DE3-1CB8-BF0CC678DE9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645F04B1-F7F3-FD33-AC76-0D7715ECD941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20E388E8-323C-C5F1-8228-6F3B3921B9EF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8F56DAF6-3AE5-2B5B-95FE-F36D111D95D2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E5507127-063A-9667-7D23-E1481011C263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6AB37A7C-EE23-9132-77A2-12072775CA2C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98835ABF-51E3-E7FD-A0D1-DB588DAE645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969ACFAA-0B3B-E9CF-D0F9-4DC851745FB9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73C7AE59-B089-5321-CA52-C078F47A49D0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A02F4EE4-D66D-9CBC-B1FB-8557652B1932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C3CC0072-26D4-DC13-B5D4-512A8A609AE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07CC5353-F63C-E5F9-5B4C-8B119074874C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9E2A2D41-141E-F2DA-DDBC-E363CA7B6A9E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5846219F-DF96-4076-3CFE-BB770FC1BCD2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0203ACC3-AD57-9238-CBC1-008D46C3451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E7E73683-8D3A-ECA6-79C7-9B63562DD3B9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59CFA1FA-4F90-8E86-796C-BA7FB3E6FB6F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D4298862-2A96-CE2C-132D-3378FEA51EFC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42E94696-DE7A-670A-A728-F563C5113B25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4364CF2F-B765-3F6E-7D39-9DD0179B87E6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32EB42E-AC7E-AA5A-6D4F-B2D8B926C829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A1E2CC5B-E1DC-CE85-22E5-88A2C9A70322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559E1DB4-579F-434D-5B62-F7F68F558083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BAD2A53B-4CC2-9CF8-70A6-597082A4899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7D1E7A70-2462-E90E-5F09-60B3A780A64C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CB43CC3D-1A72-FEC1-9736-8D49826E7253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E7D9AACA-0B21-FF70-5C3E-7457567F612C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24C8675A-B334-DB3B-E301-2F9F540A37F9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30BF2D51-5147-944F-E9B0-74D0920006FB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0C393C8C-D722-D77E-F182-AFCEDB943868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176DC1AC-B68C-6E1F-DA7C-0AC689633C46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B24CF43F-284A-1F84-7A37-36668E5C5B5B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1C5CE4D1-2EEB-A699-7FD9-C95854AC9070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589EB536-B87D-F1AF-FB3C-42CF2062EE3B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BEA59AEF-D6FC-F8D0-04AA-AE0B4409DC7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40A5153-87BE-1FDC-F0D7-76C66FAF0C15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FE95D9-6354-FD3B-F6F7-80239700DC6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9BC9A31-11D7-F028-0E9B-7D0487AC847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D66F70D6-6410-79BA-34E6-D56CFE30B542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3F65FC61-034B-A295-12CE-4F0724A9F0B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F24AD434-C03F-48B7-5175-ACABD2F3B203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75B606-B490-8C99-ED32-4DB5F3B6372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B3599C65-E957-2577-EA07-29D91FCF2E95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01825348-4A28-9C71-4F36-0D4D340B772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1643C171-7E2D-1F7E-03A5-8ADCA77970B2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B06FEFD4-ED55-9195-A4E7-5BAF26E1DA2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069DF191-B72A-563E-1DB9-FAF44AD455FD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6832C3F4-F89F-3267-7D6C-D05975A1C4CE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1F4DA0B5-E93B-511F-AA65-6CC43080E3D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F107635F-DD41-7A80-9793-48F2B1F884AA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A760C85D-F283-734B-9437-8E0FF5564F95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EE4FA3A3-5C99-E792-3EA5-41F494903281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0D909D08-334C-123B-0D62-C7AFFB8BC40C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7EE90F3C-1AB8-0469-628E-47830049FB85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3A58C7F3-038F-65C9-B9FB-BE7664F59D8E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96382FBC-EB7C-30E5-ECAA-09EBD6C69F8E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CC0D07D7-D415-8F32-9B85-D3548E91995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780BB298-47EE-F705-7EE4-7E20FE0585B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4C7151FF-9697-E482-11CD-B42931D77BA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A78B1783-A569-4E4F-1F19-D7427E5D3ADE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152B2976-211D-9D2B-7BBD-7F3BF43966A8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1AE091AB-FE66-D5ED-E6F3-1952F7DF5079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C2442EA-795B-9BB9-1B39-009301E4E24E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E494548A-2BCC-A42B-D39D-44FC9E7B0598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4847DAD5-895D-0FC8-34C5-CF7440318D1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7FACFCDA-9A52-7123-250A-BF9FD65C96C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A6BE1111-E305-B528-E4C8-CAF7CADA2A67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7C877E4E-ACA3-5C13-0E29-60B55A59251D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BB6C13EE-843A-09BD-3040-5FC948761E95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724E19F7-DD09-4DF5-D937-81D2DA88C391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0A919103-8B87-B866-883B-00F4590B48BD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F6CE21D5-F1C3-FB9F-7273-EEC7B76C901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D4C41CE8-321F-3630-32E1-820ED5A88980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0B64202-3027-3162-1E23-5BA3DA7840AC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5FD8379-A450-DBBF-5818-C731C71941E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E01B2E93-AE45-09A8-7F83-90FD9399A749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42F2F904-0E19-EB62-E113-B5EFF4182F22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B70E18FF-538F-4F47-5ED0-5FFF7365D706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DF1F72C1-6E65-981F-BEC9-EAA142E509F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B22D6932-E166-A28E-6447-E4D6AA40B266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55E28F6C-6835-FF96-3476-7E660D9CD945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2FBF5C24-352D-82F2-0170-9235991F8C74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F35DC683-B043-F7A4-70F6-A345468164E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42437ADC-EA6C-A38F-6747-6DB1E9D65033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7BF25E1A-FC77-E3F6-7052-E241C434DB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250E0E7A-A012-F56C-0C79-50B4FB8EA3E9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CA45640E-BDFD-6794-A6AE-BAC96D79A03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E0C02463-DB0B-580C-41E3-C52C26404DB2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EDFE37A3-0255-CEB1-9B86-788BFECF88B3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1B12FA24-9F36-22E2-99B6-0505889F0472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D487EDA3-8B8A-CAF2-43C7-79A85A349499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4E602DC9-3DE6-CABB-C46A-8E2F19414AD3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338FD4B0-5FE3-1BF3-24FB-3FB2CFA9080C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B4238EB5-3142-2276-3EDE-61FDDD075336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429BAC92-6B85-48E4-E5C8-03617B471879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8D1B993E-8132-6E21-9AE9-1964D2E8660E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B0186949-509C-A6A1-6A9E-82023FD2C000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3881A835-8933-4427-5B2C-F2E5D887F48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6840BE-9BFD-50B1-7181-056D2CEAEE8E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CAED344D-95D4-B9DD-71D2-438594856D25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40D8140D-C34A-BCFD-E435-4916AC042369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967486F-0395-4F56-B400-BD0F5715E482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3D5AE4F2-3DE3-50F1-45D4-D8AD776BB0EB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607C8634-20E2-9F00-9088-25B496670DC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54FF4EF2-FB23-27DA-8232-90A4B25C412B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5361CD8-8A4D-BDE8-0A65-266DA52261E3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25C993C-C6D6-BF51-C444-4BEAD1FBC62C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7C959FE4-5E81-2F83-A167-E61B19716E39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2C164613-1C0E-B8BD-2F6E-282DCDFF60DB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19D5025A-6364-D962-37A9-3D292C94A748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75DB3EE3-8884-E12A-76B2-DB7C505FF066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5BFC69A-DCC9-EDA3-5E1A-B7F7592BA0C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7A51F42-6025-D62B-0E21-D9B9A88D830B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D1278153-A7AE-AF7C-EF06-18F5046A805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8E51037C-550B-54AD-B577-C5C701E66173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0E7D071B-DE24-6C0C-85B4-1F8541333A98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E22233F1-A2F8-1615-CD6A-71285F073C3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B1E07EC5-27B4-D0B7-D1C2-0E3B531B4196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E72B777D-33E8-ED47-8220-17CB39587DBE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63A7D598-4491-DDFF-50EB-95AAC86281E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8EC368A1-0D5D-66AB-BC13-B7BC6059AF35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21A3EC8C-DAB6-EE26-7942-28A2E75048F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11A00771-A958-E22C-CF3B-C4EC6D3D110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B0B50EC5-30F7-4C55-994B-39113854EFC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9A6682A1-F3A2-72BA-B019-9C93897B9FAE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727E1C22-1D26-F775-AF68-414F68D8D27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938ED6C8-2B58-B136-455F-0F985C07D97D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FE3671EA-A435-164B-5197-B8C0F28E60C3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207E4FD4-915A-926D-E2A9-DFC81D85D1D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2FA5E809-20B8-7498-C18A-733CA3AE4D0C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23C3C5D-ACE3-A6B9-A3A6-3001132430EC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5B15932F-D1CF-66A6-6AC2-81F1076F0B1B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BF68647F-6115-92B2-0CBF-E0350BD04B3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46DBE754-CD12-BF57-A6AB-E10E21597D80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42BD64F9-D13A-318D-7817-323D6BC8EE16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E7FAC423-5C85-BD61-989F-8B0087D55166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40AF4F43-F47A-D17A-EF1D-25D10EB7B88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8C12F359-62AE-C26B-A25F-EEA9205A31A9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0AF2EFFF-A562-1C5C-279D-49AA82F0FB58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012F2D9F-0A30-07B2-0375-600EF23BA1B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E3EEF728-5FA1-503A-E9A1-4429398B06E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E722657C-6C62-9DF6-DBF9-CAAB28915DA9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69CE62AA-1E98-C0C7-7034-F4CD7789C146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798B2538-25CF-F583-9DC4-0F97AB058CC3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12DBD1CB-A9CA-F33D-B3D9-81B46886F5A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4214EB1D-D63C-52DC-A97E-46175309EBE5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ED2DC696-868F-2E39-4734-ADF433BF5286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FF725A39-4F6C-9581-A106-F62F1BC0A2B1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7A750800-05F0-81D7-3DEC-74821F06763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2103EC3D-F56E-0527-20A6-FBDD20788480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DCC52112-3197-A447-F629-4694B4A59BAD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D4904092-A618-F486-04A7-9534A24F56F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E7589A3-85D6-1494-56FA-934B7423D6F0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E2EA7AA5-12BF-EA74-2751-BCAFDF9580EF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A846BED5-C752-3E44-EB8E-93A6C7B68B9B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FC3BCE4-BA9E-FB05-B39C-DABB1ACFAF61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A814265-19C5-26BC-8CCF-7779E6843CAE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C3F79E3C-5054-91BE-ACEA-6EFAB2BD6A46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B61C3A5-6A66-6FD9-833C-6A24801391B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74EAB387-C9D7-5831-4EDB-0A51B603D646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DAA442A6-E23E-C240-5759-EFE996B5D099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BB077896-E89A-0234-1545-E92345209E48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562084DE-AB94-8CF8-CB96-5A9AAA0C90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FCD144C5-FBB4-8204-25C6-B0C7AA1E7F2D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D400919-93F6-C816-83AF-E7E74AC19609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D142A4E-5225-981A-7354-9033EA48D552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412D273B-3657-54C6-93AB-C68FD28F8E7D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A54C28B-D6CD-A672-0560-7DE0646FCCA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C929F34-DE0C-D2FB-1D61-6D7C42732147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066CA77D-354E-F45A-8038-4786AEAB9916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130A2E2B-7FFA-7FC7-6B32-DCFE9CFB499B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1CD1A63-62D8-556F-F70C-2CD78620A38A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C3FA2CE1-2465-051C-350F-50CCF5E15ED8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0A83EFE-3032-2357-0590-DF5C2959A6C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1C5D79B8-181E-F368-B59F-71504280763D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B6F8CADC-E264-D00E-FE6B-19BD9A6F2872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4F46895F-A400-8895-8203-43FE0178408C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8578E90A-30E5-6934-02A6-CFA40AB90FB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DF840271-D720-3D73-5252-0AA440E600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89358BB6-40FD-DF93-57C8-C9620C961BF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2D95E3B5-90DA-56A9-C4B9-CDD440A2FEF6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1391AE8-4616-5902-9C08-E04697B90F0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73ACE555-CB8B-0B48-40C0-135FD1BF021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6F9B755-9DEA-4ECA-8B27-A653B083F982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B1541490-4F51-392A-444B-B797597B4D6B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421D370A-5721-0B11-DA61-850ADF102EF1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ABD92B2F-4D30-19CA-12EB-99A2E7381C46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C37C8CD9-CB8D-C908-511F-0643F3E13C9B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503D9F93-4A33-E308-E15F-97180BF7C4E1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B53C534-1FB7-76C6-DFF8-4AE0A55D7D60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FFA24855-58A2-D90C-4A1A-52F867C1AFA9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35EFEE8F-8DA1-659A-8A5D-567873F093A9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FF82B995-4C3F-8ADC-FCC1-9F17A93582CA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D9A8B407-1E93-D39A-A2B8-E5C612230823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C104B243-83D4-F2D7-E263-FCFDEA7D553C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DD8368CD-1BAB-653D-E808-31D231A4B05A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5551B83D-42A6-AAA2-A256-EA18263CC61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A33C35C2-A22A-AF37-0650-436D6D3589A5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C577FF71-A405-6761-0277-87D5A9177373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CB5B9AC7-5ECE-A4FE-316A-E0C6031CBC9E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832D0A34-6CD5-F590-8080-416FCC716322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B044E2C9-DAC6-96BD-5CDD-E85A90C5DB1F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1286D0DE-1567-7434-8958-39C0B5B44D54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3C0657B5-AD3E-3BDD-D38F-081A1CA9A89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60CB6F54-6308-7D1F-BE88-495E1B340261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029A6021-F85E-3132-EB82-5B68653E1750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8DAF097A-F92A-223E-6511-65B63B8707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05FD2F98-2C4E-C00F-6A6D-82EC9D17DA7E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5147D8C7-103D-13EB-C3CE-A851F17514AB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A4754401-7EC3-9D65-5666-CC74C77A1CD9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A62D7F78-ABF9-0B48-6D98-384DF704530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F36629B-C56E-DE4B-FBCF-CD5787EB4E0F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B2A597A2-3F29-4ACF-67DD-9E945300FCB4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01E25F85-4FFF-D385-86CF-36EDF8AF17AF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6CE1B98F-96EB-CD4E-CE41-BDA166220DCE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F6950A55-2CDD-4B39-4835-D160A485BDF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5F5B4-E585-843B-3935-B1FA39CAD83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37E79D96-D277-8EE5-3DA8-25D54A388100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F4B3B3CF-1C2B-F69B-6B06-11F7067BA8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B99FF7A4-D4EE-66F2-232F-38704A0643C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AD48E695-F07C-65F8-F9F3-5A5CB03ADAE8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29260C62-D1D7-D8E1-EB17-32A671D5CB58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49B7BCAB-60CB-B485-B6F7-CF14C9E3925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8FE600DF-353D-EAE4-1639-BFDB9A07CF2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979C9F77-01F7-4EC5-0D3C-FC047342AD76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3C6C297-7297-744B-28F7-327A6C06CD41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52340639-DE5F-9264-B3CB-8C16CF4A7770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054575B7-3C9F-A85E-8AE3-A357F3EC0253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67179829-71FB-0FA8-F3A2-55A4830C812C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EA436D37-55DB-C775-3A4F-044AC7B19109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36CEE815-2E5C-B11C-414C-68E95235B384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D082B5A-99AA-9F24-B5E5-9DF40CAED0EC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BE650127-B113-EFF5-1DDF-DD58FB429223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AF5173EC-7B8C-7C16-C5A2-ED810A7BE1C2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8976889-3944-BD34-07F6-1F9A0DB08B52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D625E71D-584A-189A-A2D9-9C7DFD126178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D0B2F9DA-C209-22F8-A4B1-565F66A3FE49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5B304BA2-C293-FB7C-7EDA-F359E532546F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6D3C4EBC-6F63-E6B3-400B-F457087418B2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82DAC39D-3887-9E92-A454-416E573825D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91204D98-A33A-0A1F-8AB3-4182DB620B9F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C13B1-3A97-E74A-E9DE-8F2020DE610B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F2B4772E-3F64-3F03-30CD-6700C9E2DD4F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9B1D09D-1850-08ED-87AC-2E383DC212D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F5EB9880-A8BB-49EB-611E-192727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104F6AAB-48B3-9303-ED5E-B4E53ED6500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52B005A6-218A-734A-F905-C4FFF3479C3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1E89E517-A070-E589-2D05-0BAF2077AD1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E115D63F-B9E0-364B-79F8-ED57AB3A702E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C791962E-C70B-F909-1D22-2756AD81E92F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38DB3850-5C81-D572-6DF1-058A57E22B54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F27E38EF-437D-86A1-BAA4-7BDE67502BD4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0CCB43C8-8C0A-2C47-403D-E28F55C18FCF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5BDDE2F4-45D6-7426-E456-FFAA0DD0D57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E136D06E-24AC-2C43-62E6-FCBFF87714A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2AD4EF4-2DBF-924E-138B-91DDB59B682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C8812A2F-34C6-B6BC-7AB0-E5923ED9E830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6FFF7FF1-ABCA-8D0C-59C3-AE8A11F931DD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4BFA04D5-98D6-DE46-0582-4032AD7D59F5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C6246E32-0A84-C8E8-8168-697508B8DE49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9365664D-8325-B53A-CD21-C32E544A8F9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FF6F94C7-497D-83E8-0E25-02087E4321D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ACE8CC8C-DB7B-9C13-BACF-0CEDFE02F9D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FD69C118-4108-133B-3749-4ADAD856298D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2BC309F4-D424-05E1-04A7-878500F4B91B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F9B81ACF-B965-B2B8-EA45-3371B222DA9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6C2C6C39-DE92-9E69-904A-71C5204B22EA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68B2C797-9EFB-2F18-CDDF-ABA17F43AD71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74A29319-0B66-FF19-2C76-C0A73F59543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67F38448-F87D-2729-7F21-6EF717E81181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82717CE8-DAE8-DE93-80D2-AB9A3CCDE108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BC89403E-AA82-B051-1EC6-1DA07088C51E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27C3FEB-0B37-8B73-B834-9279D9CBFADF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AB5328BB-3675-DBE8-B944-4C6BA94B508C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F11DFED4-C745-A6C4-391E-154C53CA086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E7370628-3F05-D558-B4E3-C39A84C534C3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5FA4A475-4A80-4485-1E2B-1B540ABC2D4A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6BD147D2-2159-AB16-B887-B32DEC0F9DA3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A0E2F6B0-B7D4-5C07-DDCA-54AEC6EAB6B4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65FD2F07-01A1-F9D0-ECFD-38A1C44EFA04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01EE4C64-F88A-8194-7CF8-E67B4EB29E40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727E5C3F-91DD-2205-6DCA-98807EF8542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7B1A63F-FC64-DC4B-0D00-73D2DA95CBD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09D7E641-9BDC-B62A-8B45-480F7D86EBD5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87A9348C-F43A-2B6C-340C-04B64292F17F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74D9A207-2310-4CE6-A4E5-807D3EC3C0D4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F2A2283E-695C-360D-C73A-329F715D64AE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70C277B1-F788-91F2-C949-993AA1C9DACC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1C574B90-4854-D4E2-4A82-D324A9B5A78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73F3B2A4-CB63-B785-A867-269DB8434C5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7F022BCE-9CBA-BD74-776C-55A66F15999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136D91FF-2FF9-5A9F-D371-24BC75D03393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A7BA323E-4D11-1DCC-A2ED-A63D6C0774DF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11E4759E-9B55-62C1-2974-72D39AAF7DF1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F193FD2C-5432-020B-AAD5-64E7821F548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458BDCDE-9498-995C-8AB6-2232AAF3BA8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281308D8-3FE7-B31F-C873-7C0E9251C95E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16975FDA-B08C-FFC1-8D06-FC0CF1B6903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54CBC2D7-6356-6A0E-8D19-6D1EBF645A9F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0230C017-4EE4-13DA-AE28-88EDF4CD58A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32D9A10C-317C-14CA-BA25-69EEFE46F6A3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F45525B3-70F8-7E97-E206-47F4C4DF0E5D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A1EDB044-2FE5-DF7D-BBA5-125E190C0914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F2A666F2-56E3-FCE6-5196-A559B59326C1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3BF8E7A4-0709-BC35-BF7B-07C91291CD79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CABCCC-11DA-7F7F-A391-5D5D2207C1AC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A798EA05-3D21-0A44-FA54-572819D0B500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2166F303-AA94-0760-4FD1-5957E24E6AF1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A58BAB41-AB57-F415-FC1B-296D6EE8D66A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A48F8706-D771-1C9E-5B30-0869EB6AB05B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E26F2612-5E0F-2E70-CCAB-7C3E8DC35FC5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72793F8B-9899-3B10-1694-A142A6B414D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A3327575-8B02-C855-F6F2-2BDB1C80836B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8B11FAA4-892F-4255-AA62-2A0D6C991D41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694A7103-12E3-3267-672F-5285DAEFA781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607CE391-F50F-2A5B-087F-74A48C7FEB2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8E1CC814-6A3C-AE1B-E910-C6F831C9077A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C3A18E88-BE7C-AAE7-6BF7-2CB0645B26BF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CAD8F16B-CC31-113A-226D-6FB88BEA647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8E2F486-C6DD-3766-9F6C-C79391E6D46E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6EE1BC00-5215-A2F8-CA29-7212452E27D7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94FEB7D8-D0AA-7D1A-D886-0F0E846DB6C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F7A8D8F-458B-A14C-A73F-B528301AA45C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067D42A0-3002-55EB-9CFE-9B446E93DF32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8EB8AA5E-7326-D4FC-A25B-001B0E014E7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31712737-BCDF-FCD4-24D1-1250139DAA2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2CF7D72A-4B2F-729C-1ABB-1D1EA86D34F8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3F32466E-54B5-DD8A-7F18-2BFEC506CF0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2B609862-262F-56F7-0F22-D5896FFE225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0CAD2EEE-96DE-2B05-D33D-F66200019279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5DF96809-A7CB-039D-3087-50FE56433B87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F8ED5201-DB5F-322E-FB8A-060719A982FD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5338DB3A-2C19-5C73-0E8B-21005B34E528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0E4AF49-E5ED-D68F-0ED7-948DE7B79B5D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E6EE7345-E1BE-E9A4-E02D-F91E94B3B964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1D21DAB5-9C96-3154-2D42-0548F595A9E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82D1B38D-25A7-4B3B-D12B-72E17EFC3615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E78814D-D8D1-B2F9-6E68-3A2CC731C16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2E2EFEA1-70F5-0A49-1CFB-F8E1948E4C2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2C3F77D4-4C48-9787-8BDA-A5C6F67B515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7D862F46-40F8-23D4-B2F4-47F9D049DE70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CDF41946-2576-B73E-2B4E-D947FB92107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3D45B7AC-B1BC-EAC1-B2B4-6FA1A439D868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7B4B6084-CCFC-04AC-7860-1B34B5B92A9A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D4B5EDBF-00E2-81DC-7BB6-1D31B819321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749E2FD4-AABF-D76C-7503-7F101DD9CC40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8870C3B3-C637-FA03-B54F-E147C16DF47F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7CCE4392-DE8D-2ABB-52CD-827C9DC94C7D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CFACD5C-1A0A-5CC1-EE27-18C8A208433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18A724AC-9FBE-73AF-E905-2C5E3E97427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363B826-3F51-DC33-A692-CFA640A28BF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9B71C4E4-A69C-8117-8A9F-E056221A2022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8ADDFE2D-9D65-3332-2F72-D5B3C82F7F5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C447CFD8-4745-2A2F-3BA8-C79424C16708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C23DB422-5E9F-C2E3-7312-5345C36D3364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8CFAA812-8B8D-99C6-FC3A-DE44799F3E39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E0F34505-1D90-4EBB-6786-088C006AEBFF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ABCF8A04-DB80-C32D-933D-0B03EFC935B1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6C9AA489-F2E9-160E-FC49-BEAE2798241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00315F15-4C3F-BC02-5B94-305077335095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4E8317BA-C25D-BA5D-A34C-7894A0F63D7F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97D78CF3-2B07-A999-B328-95527E5DED92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C11446C7-E159-E88E-5D40-3418AD7523A8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AE1406F6-23E5-4DB9-6FB8-EBC79BB1295B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F101666C-45B5-87ED-C66B-594EE0B5ACE5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66E85A-9330-A143-155C-E6195BDB4448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64E2A72A-13A2-5FE2-9B7A-910D0315D6A9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9C7DFA97-CD60-CBEB-538F-FDC6666C208B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F43C7393-D200-5906-88F8-BD04188FE78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F608DFB1-A00A-A682-10DB-D5566D7A2F0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DAEE8460-1477-60A2-94DA-54D1E5051C2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DE909355-F28F-87D4-94EB-70E90B967914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AB481E10-E156-4236-809D-5191ACC344CA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B0D77BBB-0FC2-5AB2-8287-22E6E4DEE86C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A8C1DF0E-72C3-CEEF-F82F-CB426A9C25F3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53BEC07B-035B-E13F-C198-756C0625C4CC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255AC103-BD7D-A456-6BD3-747D0DAADD7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29A64A38-06C0-2FEA-271F-1D0FD788D3BB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92EF9D24-5286-B193-B3AE-4F69871C086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F4C75638-302B-13D4-7FE7-E7DF76AAC1B9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B2CE3C3F-1145-EB4C-123A-5ABB4392F7CD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7335BA3C-21E7-E90E-6B04-B98F13FDC8F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C56CCDEF-88C3-CEDF-492D-89D15F9F869A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DD9C31B4-981C-0161-3D68-A9A5F4FDDAC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4D847682-4F58-4BE4-BAA2-65CEA4D317B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2581C645-2AE3-6F07-A715-D71048BDF009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FA794DD8-2015-C8EF-65F9-0BB7D2CA16E8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3133FF55-7619-916B-5BC9-78DB1565646D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18336398-5499-A668-DFEA-8646A6C053C3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3728F001-8842-308F-DE88-D8897386FAA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8769424D-30BD-E4FF-2D47-3345ABC0513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647D4A3A-18FC-41E9-3F2A-7CF1B69F0CE1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6AFFF9BF-C828-DD84-D7BB-2BBE3E04170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43E5279E-0510-62A7-FC5D-8E558266B2CC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68F85F44-B602-532A-EEDA-DD98370CA3CF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83C8597D-0900-FBDD-96C6-9E1625049074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C3F98E6C-80B7-926A-260E-B36E57A81E44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F4D79236-482E-F7B9-2702-E8962AB902F5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71FEB8C5-62E7-17F7-482E-3AF5D283EC49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BA1C4E80-749A-A0E5-C582-558393C86B98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5B39CDDF-E9A4-CFE6-C5FB-C8F1BA011625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88A9ED6F-AFA9-27B7-2537-3638B7CE3122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AD6ADD3C-35FF-86E7-A6B3-3C81692E0798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EE25B3DF-38F3-CF6C-5078-BE9767489FCF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63901C7F-C070-68BA-15E9-7800B47F35BE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AD20A79-F5D6-74F6-A2C2-E820739B9B21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E298B6F9-A916-DD90-A236-EE39CED285F3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287374AE-070C-D983-D9C6-0AECAF95E8E0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33C807A-A30B-DEFF-8D26-635B064EEC23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08232D4C-F2A1-D430-AB8F-AFC899731774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F4F10508-E760-AAE2-26F1-F95B8AF17A8A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54B566F8-BC4B-FCEA-B930-8A18D0196F4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CBD88340-7D0B-1139-D227-9BB8F235EE2B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E9AFA8F0-4719-E8D4-0500-AD33121DF36C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20ED5D9-5D6F-5FAE-D7BC-802F860D296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7AEA3943-A62C-5AC8-BDB9-40B08D9DFA00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DE0F8B88-8F5E-43FE-F963-FB4D8D1CD18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2FE95966-D683-002C-DD4D-7A8DB4787711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50EAEA61-370D-303C-6309-8F2C764B655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372372ED-308A-AD22-E312-9D687549438A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58B4FDB7-4A89-6E3F-A8C5-46756A90EBF9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3BB2C6DF-BC6F-3E47-8830-F0D1167D0E13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E8D6D54E-FBF9-BB36-C88D-C37EC6E3A27A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9256007E-AB82-8453-8A0F-924155C55304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CED26128-7552-ACB1-5C6D-CFEC340EFC9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EB2786FE-A07B-037D-1B3A-34B668B5EAC7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1759D464-15C6-39C0-1232-E8522818ECB2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99505203-8572-FE79-375D-3BE0700FA527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0A325FA-21D3-F01C-753F-941947CC5829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5482852B-F17B-465D-0DF4-020F8812046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8632C499-60C8-9C0D-3789-CA0E607CA6E5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4A9ACE11-CF30-136E-674E-EB639279613E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A8E59866-BAF6-8A98-9A4A-ED0C98291ECE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CEB8A614-49B3-832E-EE05-8E3605D3F99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665663E5-97CB-5C1B-0DAD-202D95043C15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D5F15EB2-EC4D-ECC7-031A-18C9B1CF8E1E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01834FE8-5FA5-EC24-6C33-C5EACD44B89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B1A1BD35-0A92-1F02-DF61-B0143FF0DAAD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0B793508-E0C5-0CD3-1B2D-734C5D3FDA8E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0B7371E9-8C95-A1AE-9194-ED98AF408079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AF1B268B-A343-0773-05F8-CC73FE19BD6F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B2844B43-531A-F437-0EAC-6618041F5A4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BFBEA444-1F54-643A-D473-8AD21B739E02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1A07F54F-A51B-932C-369D-7DBF0BEEC3A8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AC1DB80B-5FEA-BFDE-7D6A-9B2FB3E7B2FE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DDF70F25-AF9B-6831-0136-1E9BF6D9C71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5B79EC7-2181-D285-9D94-066F0DD446E2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44125BCE-DAB1-3016-2BAD-C46A9F0596AA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B02C6CA9-FBE7-33D2-CD15-3269F04D8010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ABAF9D4F-1FDC-13D5-7C21-D3F2EB691427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FB326FA4-AE82-EEF0-F674-63B0268DB2D5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C36BFDE7-C74A-92E2-6FE1-4B3C30FABF99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4E38A77F-E4FA-D535-1D54-C1664223848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51B43FC5-C1AC-6223-068B-BA56C0760C2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07D1AC3A-E597-876E-DD8C-A2CA0090967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0B6DB83A-7558-D366-B6E1-CE6DE0E3720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A11D8E52-0826-B905-1563-7FCAEF8CCC7B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D3EFD15-DEB2-E288-CADD-E7097EC13D58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E6A3535B-662B-B090-95A0-B167883616D9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FAFC2F23-C263-7BEF-2E9C-2F6299F55665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784E75A-6B67-95EF-CBCC-919705D80B8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2BF07411-9C48-6DC5-2D31-A5836DEC0E2B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2E108361-1678-35E0-84D9-66073E2E2B7A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46460E03-7B76-1D54-9A16-F48D243AF95D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7D72B8C4-F362-8F76-FAA5-76A1A718BAB3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19AFF54D-2D95-D9E0-ED14-15D8D00CD8A5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6FD9AE95-EB30-0B2E-4A45-83C52895269E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1C3383-7557-53C4-D3F4-FCE55CD1A2E3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84179773-F758-2B95-56BB-E31C602C53A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D289914E-3AF6-120D-C0AF-A0590147D12E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AECED027-0039-4035-81A5-31519BDC833D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0CC67BE8-F06C-4CAE-2E04-A7BC4B266AFB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45FA5B1A-950A-DC2E-3EF3-7495F8BBA1F7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44640674-A0FE-E48B-752E-A5F1718F9547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D1239AF0-14BF-17EC-23ED-13704CCB3A99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C745BBA-D2E3-031A-8656-6282F18DDAA9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BBA358E9-AAC6-26AE-64D8-7AE2D1CA24E4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E4BFEDD6-2712-280A-2C80-655CEEE26977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5C18CB3-D250-8363-203F-B7972A721BA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30192E41-DFC4-A17B-D4C4-7F82BD4FE92A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1CAE1EB-60DD-1491-B66D-1A35AD938A0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238F714F-656E-397A-368A-AA7AF8FFCA3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8EB5415F-2910-54B1-ECA4-E8AD4A82F587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9BB4DC4-DC43-3F2F-AC70-413AB52B5676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02A9C060-4A81-EC97-2569-4CA96B59947A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28365E8A-75B6-A631-D257-9A9548932E13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59EA3135-6BDC-E44E-6E35-F2FD8261030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812C5EF9-FF6F-6126-B7C5-CFE30DBFC79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1FF49BC7-C5F0-F5C0-C378-E0AB314DEF58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6D3DFE2-D5F7-BCDC-F3A9-CA69CBDE2BC5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790AAE02-E1E9-EC56-63FE-7536D7DA36B2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D1AA3176-0A70-850A-A1F1-C023378A2572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8411B3C0-CF53-3671-213B-96BBD114505E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A6BD1B9F-6AE3-1933-93E0-1341D83EE8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DAAC4E2D-8DB7-25A2-0D74-B126694066E4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FDFF5F6A-78DB-13FD-D5BE-267D142C358A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C9FE2359-4CFC-C6A3-B086-C3BD40D3BA67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0705E86C-03EE-5975-38C0-C28615053590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A69C4148-1881-F1CF-88D1-3C561CC6A372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9AD31A2B-7718-650A-F55A-F28670052D29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D43E8CF0-30E7-3C99-CE25-331147F95DDE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F01906C2-7E71-40FB-4D8C-5936715E658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27C8A71D-3A2D-055B-1B5D-5DB08FD652C1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994A58DF-9A7D-E5B1-799B-1DC9D8883862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9EC02CA0-48FB-4E24-1B19-19384BEF7375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3FABDA8B-B2E8-A80D-60FA-90553D785628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7DB65C0F-E52F-6C19-69D0-30C7A88953F6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A94C5C59-4306-3582-4510-92ABC4796438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C32456F5-6880-DD4C-1079-BE10FA5DCC4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5F993DF6-F7F6-CD32-E35E-FF0461A9454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6901FBFA-9A1A-03C8-3682-B867C5F62257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BA1517D4-992B-F6E8-BF51-31FAD9AE2DD2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6805B1C-0853-A0D2-58EC-9397F06C4026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3994125-4EE9-24C5-CB8A-7179B249D70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4A2D05CF-2C1C-AFDF-2B65-B259B19F185F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26AF4229-C9E3-DDFF-E010-FFD17DD2AF62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DF76163E-3B04-A8EE-A226-C79C9F464F19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78695FB0-1325-E634-454B-78311A232B57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EE77FF4-58F4-D843-4672-7D28752AFE6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1D42A818-B8CF-5D6E-4406-85066386289E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894C2B79-BF5C-98AC-AB24-3B005183707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1061EC14-3601-8B02-C985-9BDFCBD3D07D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5449855C-8424-F58E-6F40-39F1E8B7B18A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8FB55239-18E9-9505-92F0-95283F73BFF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35D5AC7F-BA5B-4264-5124-173C04C6DBA1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5524AFD-8C16-40D3-E626-CAE267FD1FF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A719C942-7966-7B32-3989-066CFFB8DC0F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7EEA1DF3-3690-6A83-7966-E50F56454A35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8A7DC7DA-8359-BB28-CCFF-DEA5312920AA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19D93EF3-B4EA-DE22-8BB5-F261783DAD4C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C505D0CF-B2D5-A0E4-FF2D-76C80931FDC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F167450D-EB74-9704-58BF-F00AE8D9319A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65ECAFA-E90F-ED5E-8EEF-B37BBEB7536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86F73B62-F078-49C8-52A0-86AC3EA1E01D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FCB604F6-B9A9-3BE8-E5C7-BA33E536661C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AF4D71F3-B6BB-1377-5926-AD151FD54814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DE17E53-AB5E-8DE6-2762-2A98D720D49D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ABD7569C-197D-2479-99DE-50B5F4F836AB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2D4B8E1B-D47A-669F-8547-7010464BB4D5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EBAD0A2-E270-8952-AA1A-7FBF08F17C41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9EC3498F-1E27-82B9-3E6A-1446AA7AA704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11530D03-F806-C5C6-8681-5B08A11776F6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A8C35F94-FA78-3656-6933-A67EEFF25A51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72AC5098-CB6D-D1FC-EBA3-33E3B692E332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C3F31C7-D58A-44F0-1C9B-DFAE5E46EBBD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937A5A3F-AFCB-0A02-F5F2-5C1C75BB50B3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77148036-2796-B3F8-36BD-ECB89579BA5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3281844B-49DB-7535-5665-C60C34FC3D8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F3DC1045-3335-4EF3-01FE-B6C3CD76347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26BEBC8F-93E9-BF10-E264-4AF6A6F09D6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0AB279F2-F2F7-7A73-DE00-AE049FD56497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3EA2B065-C995-E10E-F912-41D211791FA2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EA3A367A-EA41-7B2C-8D5D-754352D346D3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FC55F680-465C-C342-FF44-9772AE2841CF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A289DE09-6B4E-54A2-B75A-15EC2668ADEA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D6E18118-C7BB-ECF2-5410-2F90B0B7501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A731FCC4-1892-A443-2EC7-E7BA8A26F2A2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3EB5FCCD-D680-B93B-B93B-89683AEDEFBB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804AFEDC-CFE8-27FC-4877-83C56858DFD6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690C15C4-A955-3934-1366-8F2DD44BEC3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EB6761ED-EA45-5FFB-FD68-6E9B84EBB79E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B12F9ACA-C6FE-58C0-5029-D1943C16D662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C560BC69-5B1F-F75A-0DDF-7BEB5251D655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C99B0FC6-38F6-0853-257C-0EE58F66B75B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87DC3B08-52E4-F41A-8CE3-C59A594650F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1E1C3C92-8D7C-B8D7-D30C-DBBC4479C845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C4A3C77A-1740-09AC-BC1D-BB08A87D4C62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E4F78F33-0917-53B7-CBE8-63131489B2B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B468A456-C211-CC4A-AC48-6535F02C5127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D0C2F97C-FBBA-4B5D-3FBE-3855864089CB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2CD4CE0C-CA18-50DF-D443-CF247DBD2417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8D12862B-2242-6ADF-62C0-5901EB7158C5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A98F8F7B-97FB-EC3A-C839-5A2AB2E6C7B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8A63D777-9847-2E39-ACE7-495516178603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64C0F782-EE11-2EF2-2749-062BC99BA18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FB457713-46D9-0C2A-9D60-B7534B8CD3E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2AEEF1C7-D4EE-30A5-B35D-CCA775127E8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C94E626C-87F9-015C-BE59-2A68D9FE847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7E87CFEB-799A-C0BA-8274-FB44D3057E3C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3EE7ED1C-652C-8E90-161C-BB98A1C3304F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61145852-C12E-AAD0-77E9-29D82A3BF7CC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175D0210-FA87-3D1B-4135-399E2360CBFB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933F68D-803C-4189-8FB0-379D8B642982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209C506F-00D5-8CAC-098D-BB29FC4ABF34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082F5827-EAE6-B184-9A11-0488ADC9C36A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2F9E2FAB-68C4-D381-6F6B-090A6FDA61B7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AB46BE89-6003-86A2-A2A0-03C49A80C644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31F27A20-E748-AA6D-CE6B-A6A7F34431CB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298E64BA-C671-32D7-A27D-A0BAE2FF69B2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616C89-27D6-7849-0EA6-A29865D1642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AC543083-606A-C424-4EBD-2363BE22585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93515C58-2061-71C2-85F6-41C7459EB908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C3FCE7E7-2F6F-BDD6-3F3A-8BF4BF70C666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ECF2E08E-B5C5-DC99-CF87-79D7A00E9546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3070CE2A-FCF1-98F7-6842-5C54924D52D9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BA2C1742-85B8-2751-2CE2-02C5CDEAF97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145E1DF9-0EA5-FAF2-2E25-2439AB9EF376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F06E511C-8DFE-AD02-46A8-CEA14FBF0B6E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97CCD96F-6315-1EED-2FE4-D9A1F8418E7E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AF0AF34F-9806-DE70-3017-18ED20D0A41F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4E489C3F-2A42-ACFB-F00A-2D96C98A85B9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A3F274FD-F62E-2277-63A1-6E6D0F220F05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ACCD5849-5218-3AEB-2D2E-A1A8F751DE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4CCC887C-6930-43F3-3C5C-6DA478C5B486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99BFCC6F-EC3E-2E3A-1262-811E8AC31A7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A7AEC3FF-EB2D-9C41-5C15-E5DD581433A5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322B48FC-C9F6-9C9F-C1EE-58A7CD1A1F09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B717AE34-6FBE-3DDF-C8A1-DA5E76DC5F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A4839E6A-8EB6-49A3-790A-052070723D7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B330AEE7-FC91-F699-478F-8F0B543F83C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FC3FDC76-4713-3A7F-47A3-21409F9ACA3B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BE3D025E-5FB7-0B05-63D4-06A61BF33261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089DA003-77E7-3B15-6F27-71D0C1E24787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39B9A647-C1A2-7237-F758-D5A4AF9E740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A1FEBCF0-D955-1E07-5332-ABCCEED5A8C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5D076644-8F48-4ACB-42B6-E7E678E07519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74A41133-1D6B-DABB-AA12-C7D8720928D0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4CAA0C44-8FBA-0BA7-7253-B9B4C47B50A9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FA7613B0-70C2-982F-1667-EA1C1407A057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7DEE1113-9CE0-2D36-4275-84B332D65691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2D863ABF-5D46-4C44-9235-E562B4B80BD5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AAD1F59C-3593-FB8F-33C0-32CA13099D6C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C42E9735-FAE4-E0BE-8E5F-DF8C1AEBE3F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325001AB-0243-8BF8-BC71-00644BC6C7E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EF3BD133-09FE-0B53-659B-D67B8D7B16E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870B17E1-A775-1201-D5C7-C388A484C02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B245D7DD-01D3-C9E1-CF00-C961EECC9963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EBCF007-AA03-7DA6-4779-0C7300F7FEA1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12F7A999-B9A3-DDC8-C4D4-68640A35089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BB6CF451-63C9-BBE1-6B9D-3624D0230E36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BD594CCD-EB04-A573-C906-6D9222B22585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E65554B0-5996-E02C-A555-B43AFB3C3097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8543BCA6-FC62-D988-4B3B-DB28A2878474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A8257E0D-608A-A302-6B22-CBB1B1363AE0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F0523451-EDE9-2E94-76D8-DB5CA8BFF69B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4BE5AB39-C180-C2F7-0BFE-C90A3E7580A0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2FDFE5D6-F16C-E609-C354-BCE43F68D1CA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CE98CEB-EB83-32C7-11E6-A82FBFAFEA9B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CB890D1C-04DD-D84E-5281-B60FEBD39000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46C7B22-03EA-03E3-2C43-B558CB1F1CD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BDEA4B56-5B73-9ED9-A004-27ADED91428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39A06E48-D8DC-3407-FB71-0123515A541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9AFDE2AF-3BC7-E32D-FC4A-C67A5AF6543B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C1966381-08AF-F6D2-AEAA-F6FE990118C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EC86291-A725-6C60-78B8-C2B2AF0F271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4A31A7C-AF70-DB02-40C6-1C8AAD7AB4C9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E3909FE4-6AFA-97C7-AEFE-14FF2E41CE4E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75A63C19-A65D-70E9-38E8-F205BC10E38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A22541DE-2E0B-522F-D1DD-EDF18AFA46D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3668268C-A61A-FA25-DF69-8D462B456F4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B9970B2E-E3CC-E2DC-0EA1-642C4F587730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06EB8E07-F152-2AB7-6F4D-A8F3FAA633D7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0503CF0C-27E3-0355-80CE-26765A6409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9DED6DB-7CE9-A5BF-F210-39E21C6C91C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AB975B83-85D5-4EE6-A9B5-F47D7E0BBE1A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CB0D5810-AED1-6F43-9D4F-B1D624864195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495198-9E6A-921E-7BE1-F38FC5FD546E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2901D3E4-E3F5-7B3F-641B-029448B1A738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88585567-3645-F978-96DA-3CEF2AFA87E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8A5DA573-F712-529F-F9FD-4F7B5A8C2FF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2803F51C-A21E-1A86-7AEB-BB44526A21DE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DDC70B60-FCB9-DBBF-FAE6-02B20A70C59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0B210E99-742D-2286-7840-9D58EE6EAD69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5E6C25D1-450C-7BD7-FCD7-F161F1AC6D16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1261EF4A-F340-3CD1-BF35-03DF456731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E4F90709-D4DF-AE78-C412-C46FF524F8BD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837C6E5-1878-BFF6-B39F-2B9154B9E463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C6438CFD-8252-FEB2-A0FA-FE1C6A787DE8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0C10DCD5-9B3C-B364-482F-BC796EDFB133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166F440-88D9-2D18-9B0D-2180A158903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D123EE52-1BD4-FD72-E635-1F802671E763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1106C0C2-1EC6-158A-8314-DE3F7493940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3741E281-1621-BC5A-B5A8-06012E1A0430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21F04EB8-293D-F992-A7EB-6748E757AF52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48D72BBB-E4F5-3E3B-9C0D-B3B9F41D72C5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1A885C05-8526-F3D3-3D31-B02A18DFF58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B70D9B45-768E-D859-878F-F5EEE3196DE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0685095C-E02C-351B-30D3-EDB10F871EF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4E9BA60-9B75-4428-40A5-50068A792CB7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CA25BCF0-17C3-B44E-E51D-E1174FED973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9ED8C15C-E6AD-5A9D-D988-2EBF25352536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0BB1863-B314-0BE2-622F-397E9619C7E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DE89D8D0-2521-E037-CCAB-AB4573C0CAE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116CE311-E5DD-7A2D-6B80-84B13F498C1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C2A6A6A7-2DB6-A115-DBF0-8BEA51EE0B60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CAA47BB-A835-620E-0378-234C65F8D615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D4749395-1D0C-5C9C-37D4-0E3C490D2CE4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8FF291CF-C00E-4F5C-02C7-CBD875BF708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2E5F3FD9-2CDA-0205-8977-EF00AFB6533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A1041C8E-22FC-4172-8853-EB5205C20A76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EBF386C3-9AC7-CA3E-4A60-A6471B4A1A70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A6098B4A-6B55-472F-8A8A-DBE8E9D5B1B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CD8D1A7E-53F7-D009-951C-A39879696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AE6B412C-75A7-6D0C-D037-A6EC3BBA29DF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D7920312-F1DB-D5E1-313A-3A01C9CDB1A8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A83D8DF-B042-97D7-5574-CBC4016CDDBF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A1574A7-E7BB-D6AA-7C77-C422F8462316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8675E49C-8CA8-16D9-01D4-CB8DA3478383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FCC3EC42-A528-FE70-3F19-30325760A0A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2EA0E77-9028-58E2-4FAB-638AB374AC68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431620-7B98-C77F-BDC1-23A4F00C2CD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E92126F-BCC4-3C3D-2AA0-58F0B3A31EB2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1A896D5E-C859-A0CD-4992-BA5780BC5BD5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480E6940-6673-66C2-D112-9544111987FE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3D91D326-BA1B-C10A-581E-0CF0E9D944A2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83BAA27D-DF6C-C225-323C-4C087FB739F7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8D44A01E-0214-DACF-5497-39D48FB91CAA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E2652D57-DCA4-1999-C79F-EE6F36F40565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DD65E9B0-8BBE-9664-D1BE-5B310DAB0CC8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08B0FED8-1DE6-9C4A-BF48-62E9E759BA7B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4517F738-3BB8-B1AC-E3FF-8CDB08E3A2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E498F1A7-7438-8D6C-03F0-455EE43EEA24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51FA9C53-418E-9EF4-7E55-CCC6D555B7A7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03F5013B-6916-3BBD-7E7B-470A1D0C6407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66D9A0DE-C9D6-11E6-73C2-FD249EFDD3CF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A649F5AE-2511-40AC-1D1A-7771008633D5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84BF53CD-094D-B6C1-2A63-1D9E70B250E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9045224F-1041-2FFC-B9CD-DC3082FEC1D1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AE8CBB8F-602C-2D4A-8D0D-D07E87B281D5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56AD3C53-2B3F-FE0F-2D6A-6B33EC6E73A6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F3428434-1D19-A04A-08B3-6F8EDDFEDF3B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30BF43F0-B9D4-6766-6551-BF3E3DAC801C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69A21F57-169A-4F7C-AE51-C1145AFA772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4592D74C-FDBB-D79D-EF16-5EA601AC817A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F1AF22E1-8C28-8A04-7D5B-71CD9C43856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1B538516-5831-6AAE-E2F4-507174016023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3697A0E5-C635-C5D4-6463-84610DC36CC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BA3C60F3-F820-F6D4-4F43-3AFF046F5877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52AF3B0-9BF7-F94F-E5AE-BB7A7F2FEF13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D59DEAF0-471C-4D33-B23F-CCE5728FBCCA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BEE50BBA-AEC7-85FD-AAA4-CC296B2596C1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4131058C-6E48-1678-D2B9-87C8BA9A67D6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8E1F6370-4CA0-AB64-5BB4-C52F850C47F1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6B0B4BBD-CF02-A2FF-4180-92328E479BBB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03DB92EF-952C-4799-DB64-93A6B1473A24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9F0C5D51-8396-28D8-C5D6-51367B881745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272634C1-6CBC-2451-4D89-BACA5F4C14D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0627B5D1-76AA-36A5-0405-ADCCDEC76A8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DDDB1BB8-A66F-41EA-1F62-CCCEB48EC6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6E39B21E-D042-4921-9A56-AC6E715DF51F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D4BBE212-2279-80FB-CEE9-D93BCD485C58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08E69EC4-385A-BC10-32AE-0CE86434AC6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76FB47C5-6716-0DC0-1F84-91C0386D7E50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1AB3ACBB-6A9A-3F99-DC9F-6C87A265B197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6FED9B0-D364-6FDB-55A8-CB592688A32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A9716A69-658D-6B25-5BC1-270A8E313E7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9B6ED684-9768-BAF4-C7E6-56364E9EECB2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FE1D2B5-20BC-5294-A7F6-71B1192991D7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3EC57FC-E570-35BD-AC04-114490BC89E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C02E3F39-58D9-DB21-4DBE-F5ECE7DEEB0E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94CDACA0-9853-01A8-4280-718EDC6A36E1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B70D6F2E-0B0F-797C-13ED-9EFDACC4B400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7AFE43DD-0E88-12BB-0265-022A823E6446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EA56F1EE-4299-AE74-E254-1B241AB85B65}"/>
              </a:ext>
            </a:extLst>
          </p:cNvPr>
          <p:cNvGrpSpPr/>
          <p:nvPr/>
        </p:nvGrpSpPr>
        <p:grpSpPr>
          <a:xfrm>
            <a:off x="2053094" y="3855509"/>
            <a:ext cx="259292" cy="39158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6C2F8672-424B-D254-F6AF-AB913CFF5046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D3A3B3DB-8D6F-EAFB-BD75-8C32FDD61886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4E031F34-FB34-2D6D-7290-77D04AAC85CE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42A80C1B-6613-8E22-5730-C5A6AFCE17AF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46E02323-0FF8-C410-BAF2-00702896CDEC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7BDFF52-5337-D9B8-8088-B39C4B94FB95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2BB1AAFF-A2FB-6BBA-825A-8266A0DFEBF8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64F1E2BF-0986-F8E7-B333-A8924C8D5697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90B4CD71-3F1C-6892-2C43-3B3CE13FD05C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E2E392E-472D-56A4-7AAE-B7B84631FACB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78D89C79-CDBF-C9AF-6CE0-B2DB2FC94422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51" name="label__3950">
            <a:extLst>
              <a:ext uri="{FF2B5EF4-FFF2-40B4-BE49-F238E27FC236}">
                <a16:creationId xmlns:a16="http://schemas.microsoft.com/office/drawing/2014/main" id="{7A56397E-2AEB-4EE2-C040-F392CA579551}"/>
              </a:ext>
            </a:extLst>
          </p:cNvPr>
          <p:cNvSpPr>
            <a:spLocks noGrp="1"/>
          </p:cNvSpPr>
          <p:nvPr/>
        </p:nvSpPr>
        <p:spPr>
          <a:xfrm>
            <a:off x="2302332" y="39878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18" name="Candidate_B2">
            <a:extLst>
              <a:ext uri="{FF2B5EF4-FFF2-40B4-BE49-F238E27FC236}">
                <a16:creationId xmlns:a16="http://schemas.microsoft.com/office/drawing/2014/main" id="{4CB23180-B747-59C4-C4EB-229892B54127}"/>
              </a:ext>
            </a:extLst>
          </p:cNvPr>
          <p:cNvGrpSpPr/>
          <p:nvPr/>
        </p:nvGrpSpPr>
        <p:grpSpPr>
          <a:xfrm>
            <a:off x="3000302" y="4681009"/>
            <a:ext cx="259292" cy="391583"/>
            <a:chOff x="5805488" y="3743325"/>
            <a:chExt cx="466725" cy="704850"/>
          </a:xfrm>
        </p:grpSpPr>
        <p:sp>
          <p:nvSpPr>
            <p:cNvPr id="3952" name="Candidate_B2__3951">
              <a:extLst>
                <a:ext uri="{FF2B5EF4-FFF2-40B4-BE49-F238E27FC236}">
                  <a16:creationId xmlns:a16="http://schemas.microsoft.com/office/drawing/2014/main" id="{29368BB5-70D4-81D9-4E37-7D9372995C21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53" name="Candidate_B2__3952">
              <a:extLst>
                <a:ext uri="{FF2B5EF4-FFF2-40B4-BE49-F238E27FC236}">
                  <a16:creationId xmlns:a16="http://schemas.microsoft.com/office/drawing/2014/main" id="{C644913F-1C2D-EDFA-4D80-ABA32600805E}"/>
                </a:ext>
              </a:extLst>
            </p:cNvPr>
            <p:cNvSpPr>
              <a:spLocks noGrp="1"/>
            </p:cNvSpPr>
            <p:nvPr/>
          </p:nvSpPr>
          <p:spPr>
            <a:xfrm>
              <a:off x="5830434" y="37516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54" name="Candidate_B2__3953">
              <a:extLst>
                <a:ext uri="{FF2B5EF4-FFF2-40B4-BE49-F238E27FC236}">
                  <a16:creationId xmlns:a16="http://schemas.microsoft.com/office/drawing/2014/main" id="{16B0BD28-B914-6FE5-3209-7884854EAC26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55" name="Candidate_B2__3954">
              <a:extLst>
                <a:ext uri="{FF2B5EF4-FFF2-40B4-BE49-F238E27FC236}">
                  <a16:creationId xmlns:a16="http://schemas.microsoft.com/office/drawing/2014/main" id="{6734B000-C2F5-4A0E-9BD5-BFF6819F6134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57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56" name="Candidate_B2__3955">
              <a:extLst>
                <a:ext uri="{FF2B5EF4-FFF2-40B4-BE49-F238E27FC236}">
                  <a16:creationId xmlns:a16="http://schemas.microsoft.com/office/drawing/2014/main" id="{B2210482-2084-4C4B-4B53-CB850943E6E0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486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57" name="Candidate_B2__3956">
              <a:extLst>
                <a:ext uri="{FF2B5EF4-FFF2-40B4-BE49-F238E27FC236}">
                  <a16:creationId xmlns:a16="http://schemas.microsoft.com/office/drawing/2014/main" id="{BB6E5E18-E9E4-3A51-D819-F7465B14BC4A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537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58" name="Candidate_B2__3957">
              <a:extLst>
                <a:ext uri="{FF2B5EF4-FFF2-40B4-BE49-F238E27FC236}">
                  <a16:creationId xmlns:a16="http://schemas.microsoft.com/office/drawing/2014/main" id="{0FF71950-9222-AD9C-12D3-0AE1B8D27B9F}"/>
                </a:ext>
              </a:extLst>
            </p:cNvPr>
            <p:cNvSpPr>
              <a:spLocks noGrp="1"/>
            </p:cNvSpPr>
            <p:nvPr/>
          </p:nvSpPr>
          <p:spPr>
            <a:xfrm>
              <a:off x="5822446" y="37662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59" name="Candidate_B2__3958">
              <a:extLst>
                <a:ext uri="{FF2B5EF4-FFF2-40B4-BE49-F238E27FC236}">
                  <a16:creationId xmlns:a16="http://schemas.microsoft.com/office/drawing/2014/main" id="{B6845D99-2215-42F3-E147-B43B4F59DF4E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662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60" name="Candidate_B2__3959">
              <a:extLst>
                <a:ext uri="{FF2B5EF4-FFF2-40B4-BE49-F238E27FC236}">
                  <a16:creationId xmlns:a16="http://schemas.microsoft.com/office/drawing/2014/main" id="{8E4DEC27-C3F3-62D3-D7C3-F24303EFE404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896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61" name="Candidate_B2__3960">
              <a:extLst>
                <a:ext uri="{FF2B5EF4-FFF2-40B4-BE49-F238E27FC236}">
                  <a16:creationId xmlns:a16="http://schemas.microsoft.com/office/drawing/2014/main" id="{D11A726E-3A2B-F723-5A0F-D70985E09472}"/>
                </a:ext>
              </a:extLst>
            </p:cNvPr>
            <p:cNvSpPr>
              <a:spLocks noGrp="1"/>
            </p:cNvSpPr>
            <p:nvPr/>
          </p:nvSpPr>
          <p:spPr>
            <a:xfrm>
              <a:off x="5861888" y="38255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62" name="Candidate_B2__3961">
              <a:extLst>
                <a:ext uri="{FF2B5EF4-FFF2-40B4-BE49-F238E27FC236}">
                  <a16:creationId xmlns:a16="http://schemas.microsoft.com/office/drawing/2014/main" id="{608F209C-643A-80F3-B2C1-C77FCA794315}"/>
                </a:ext>
              </a:extLst>
            </p:cNvPr>
            <p:cNvSpPr>
              <a:spLocks noGrp="1"/>
            </p:cNvSpPr>
            <p:nvPr/>
          </p:nvSpPr>
          <p:spPr>
            <a:xfrm>
              <a:off x="5935320" y="38972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63" name="label__3962">
            <a:extLst>
              <a:ext uri="{FF2B5EF4-FFF2-40B4-BE49-F238E27FC236}">
                <a16:creationId xmlns:a16="http://schemas.microsoft.com/office/drawing/2014/main" id="{CB727693-443A-8839-97A3-28C85E3A2354}"/>
              </a:ext>
            </a:extLst>
          </p:cNvPr>
          <p:cNvSpPr>
            <a:spLocks noGrp="1"/>
          </p:cNvSpPr>
          <p:nvPr/>
        </p:nvSpPr>
        <p:spPr>
          <a:xfrm>
            <a:off x="3249540" y="48133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2375886" y="4863572"/>
            <a:ext cx="259292" cy="312208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3974" name="label__3973">
            <a:extLst>
              <a:ext uri="{FF2B5EF4-FFF2-40B4-BE49-F238E27FC236}">
                <a16:creationId xmlns:a16="http://schemas.microsoft.com/office/drawing/2014/main" id="{30C352BF-14E3-1E73-A83D-526AE0DDDAC7}"/>
              </a:ext>
            </a:extLst>
          </p:cNvPr>
          <p:cNvSpPr>
            <a:spLocks noGrp="1"/>
          </p:cNvSpPr>
          <p:nvPr/>
        </p:nvSpPr>
        <p:spPr>
          <a:xfrm>
            <a:off x="2644173" y="4937125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AF9039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AF9039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8788C3EB-92D2-D3AF-0F8F-F6369A5E075D}"/>
              </a:ext>
            </a:extLst>
          </p:cNvPr>
          <p:cNvGrpSpPr/>
          <p:nvPr/>
        </p:nvGrpSpPr>
        <p:grpSpPr>
          <a:xfrm>
            <a:off x="2844198" y="3647893"/>
            <a:ext cx="232833" cy="363719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4168D1E7-F8CC-12B4-5847-672AC0098ED9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CA3D7623-7EF1-75F2-1058-B7898DE88C29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9CD0D20-7B16-6BAA-4C04-8BFAEC68C05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5B68526F-DBE7-A770-726B-8FC74976B0A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8F744E42-3F35-8BA3-7FC4-2868610D83A2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D15F1497-6766-AC94-88BD-14152112AFB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62CDD6A1-9B91-2095-EA1C-5765F87CCDCD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7CFF1DB0-255D-5582-3D26-2D2D08E92C50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8D47C828-14D2-5D2A-6971-F4265997C0C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E14D027-46C1-E1B0-95D8-06EAE7FF51A5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F6E2E9EE-FFD5-5165-FA62-DE60A0CAB45B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3986" name="label__3985">
            <a:extLst>
              <a:ext uri="{FF2B5EF4-FFF2-40B4-BE49-F238E27FC236}">
                <a16:creationId xmlns:a16="http://schemas.microsoft.com/office/drawing/2014/main" id="{55F4B71F-EA8E-4370-B025-F9225EA7A833}"/>
              </a:ext>
            </a:extLst>
          </p:cNvPr>
          <p:cNvSpPr>
            <a:spLocks noGrp="1"/>
          </p:cNvSpPr>
          <p:nvPr/>
        </p:nvSpPr>
        <p:spPr>
          <a:xfrm>
            <a:off x="3075973" y="37465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B45D6E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B45D6E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5E225C6D-7780-7299-6A46-43980B682069}"/>
              </a:ext>
            </a:extLst>
          </p:cNvPr>
          <p:cNvGrpSpPr/>
          <p:nvPr/>
        </p:nvGrpSpPr>
        <p:grpSpPr>
          <a:xfrm>
            <a:off x="1875068" y="4601634"/>
            <a:ext cx="232833" cy="269875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7B526E77-534C-34E6-3B86-D4A5D6C00D57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9921AC66-A12D-51A9-E2A5-7423BC66DD42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1B4FAF2-6EF5-C351-1417-222D8E77391C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64F5749C-3703-7431-7ED1-E7D16C65E30A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164EDA31-4595-076A-AA3E-9596292B54ED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C22A3107-238E-B240-3F08-3D5E2E3E954D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6BC8EB2-52A1-439F-8149-2FAFE6B9CCB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BAD2A07B-14A0-2E5B-4D25-2D09AAD71C47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84867C60-82F1-886A-9A3E-A761972EA5F7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7D60235D-F73E-A058-D353-3487D611A857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sp>
        <p:nvSpPr>
          <p:cNvPr id="3997" name="label__3996">
            <a:extLst>
              <a:ext uri="{FF2B5EF4-FFF2-40B4-BE49-F238E27FC236}">
                <a16:creationId xmlns:a16="http://schemas.microsoft.com/office/drawing/2014/main" id="{C7BEE66F-9CEE-483B-DCDA-902F59C5A73E}"/>
              </a:ext>
            </a:extLst>
          </p:cNvPr>
          <p:cNvSpPr>
            <a:spLocks noGrp="1"/>
          </p:cNvSpPr>
          <p:nvPr/>
        </p:nvSpPr>
        <p:spPr>
          <a:xfrm>
            <a:off x="2118784" y="4786842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F5965"/>
                </a:solidFill>
                <a:latin typeface="Arial"/>
                <a:ea typeface="Arial"/>
                <a:cs typeface="Arial"/>
              </a:defRPr>
            </a:pPr>
            <a:r>
              <a:rPr sz="667" b="1" dirty="0">
                <a:solidFill>
                  <a:srgbClr val="4F5965"/>
                </a:solidFill>
                <a:latin typeface="Arial"/>
                <a:ea typeface="Arial"/>
                <a:cs typeface="Arial"/>
              </a:rPr>
              <a:t>B5</a:t>
            </a:r>
          </a:p>
        </p:txBody>
      </p: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A9A32585-026C-338C-7D2A-764558098EBD}"/>
              </a:ext>
            </a:extLst>
          </p:cNvPr>
          <p:cNvGrpSpPr/>
          <p:nvPr/>
        </p:nvGrpSpPr>
        <p:grpSpPr>
          <a:xfrm>
            <a:off x="3486759" y="4389211"/>
            <a:ext cx="470958" cy="63500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852ABC8F-5864-9807-6159-3BD772DB650D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B3AB4620-E160-2AF2-D1AD-63A5502436F4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4001" name="label__4000">
            <a:extLst>
              <a:ext uri="{FF2B5EF4-FFF2-40B4-BE49-F238E27FC236}">
                <a16:creationId xmlns:a16="http://schemas.microsoft.com/office/drawing/2014/main" id="{BA22BC6C-6038-8943-C882-42E8A0C2C6CC}"/>
              </a:ext>
            </a:extLst>
          </p:cNvPr>
          <p:cNvSpPr>
            <a:spLocks noGrp="1"/>
          </p:cNvSpPr>
          <p:nvPr/>
        </p:nvSpPr>
        <p:spPr>
          <a:xfrm>
            <a:off x="3433842" y="4193419"/>
            <a:ext cx="576792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4004" name="Matching_B1__4003">
            <a:extLst>
              <a:ext uri="{FF2B5EF4-FFF2-40B4-BE49-F238E27FC236}">
                <a16:creationId xmlns:a16="http://schemas.microsoft.com/office/drawing/2014/main" id="{8134BF7D-9F0B-16D3-B55A-A4250E43BB62}"/>
              </a:ext>
            </a:extLst>
          </p:cNvPr>
          <p:cNvSpPr>
            <a:spLocks noGrp="1"/>
          </p:cNvSpPr>
          <p:nvPr/>
        </p:nvSpPr>
        <p:spPr>
          <a:xfrm>
            <a:off x="4449688" y="3717925"/>
            <a:ext cx="703792" cy="555467"/>
          </a:xfrm>
          <a:custGeom>
            <a:avLst/>
            <a:gdLst/>
            <a:ahLst/>
            <a:cxnLst/>
            <a:rect l="0" t="0" r="0" b="0"/>
            <a:pathLst>
              <a:path w="1266825" h="904875">
                <a:moveTo>
                  <a:pt x="0" y="0"/>
                </a:moveTo>
                <a:lnTo>
                  <a:pt x="504825" y="452438"/>
                </a:lnTo>
                <a:lnTo>
                  <a:pt x="1266825" y="904875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5" name="Matching_B4__4004">
            <a:extLst>
              <a:ext uri="{FF2B5EF4-FFF2-40B4-BE49-F238E27FC236}">
                <a16:creationId xmlns:a16="http://schemas.microsoft.com/office/drawing/2014/main" id="{DC8357FE-2B24-C126-4CAE-23FACB1282AC}"/>
              </a:ext>
            </a:extLst>
          </p:cNvPr>
          <p:cNvSpPr>
            <a:spLocks noGrp="1"/>
          </p:cNvSpPr>
          <p:nvPr/>
        </p:nvSpPr>
        <p:spPr>
          <a:xfrm>
            <a:off x="4449688" y="4114800"/>
            <a:ext cx="703792" cy="841216"/>
          </a:xfrm>
          <a:custGeom>
            <a:avLst/>
            <a:gdLst/>
            <a:ahLst/>
            <a:cxnLst/>
            <a:rect l="0" t="0" r="0" b="0"/>
            <a:pathLst>
              <a:path w="1266825" h="1714500">
                <a:moveTo>
                  <a:pt x="0" y="0"/>
                </a:moveTo>
                <a:lnTo>
                  <a:pt x="504825" y="857250"/>
                </a:lnTo>
                <a:lnTo>
                  <a:pt x="1266825" y="1714500"/>
                </a:lnTo>
              </a:path>
            </a:pathLst>
          </a:custGeom>
          <a:noFill/>
          <a:ln w="20955">
            <a:solidFill>
              <a:srgbClr val="E67C8C"/>
            </a:solidFill>
          </a:ln>
        </p:spPr>
      </p:sp>
      <p:sp>
        <p:nvSpPr>
          <p:cNvPr id="4006" name="Matching_B3__4005">
            <a:extLst>
              <a:ext uri="{FF2B5EF4-FFF2-40B4-BE49-F238E27FC236}">
                <a16:creationId xmlns:a16="http://schemas.microsoft.com/office/drawing/2014/main" id="{DB06CE5A-AA9D-EA9B-AB0B-541347F0E9AD}"/>
              </a:ext>
            </a:extLst>
          </p:cNvPr>
          <p:cNvSpPr>
            <a:spLocks noGrp="1"/>
          </p:cNvSpPr>
          <p:nvPr/>
        </p:nvSpPr>
        <p:spPr>
          <a:xfrm>
            <a:off x="4449688" y="3754967"/>
            <a:ext cx="703792" cy="809625"/>
          </a:xfrm>
          <a:custGeom>
            <a:avLst/>
            <a:gdLst/>
            <a:ahLst/>
            <a:cxnLst/>
            <a:rect l="0" t="0" r="0" b="0"/>
            <a:pathLst>
              <a:path w="1266825" h="1457325">
                <a:moveTo>
                  <a:pt x="0" y="1457325"/>
                </a:moveTo>
                <a:lnTo>
                  <a:pt x="504825" y="728663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E1B94E"/>
            </a:solidFill>
          </a:ln>
        </p:spPr>
      </p:sp>
      <p:sp>
        <p:nvSpPr>
          <p:cNvPr id="4007" name="Matching_B2__4006">
            <a:extLst>
              <a:ext uri="{FF2B5EF4-FFF2-40B4-BE49-F238E27FC236}">
                <a16:creationId xmlns:a16="http://schemas.microsoft.com/office/drawing/2014/main" id="{83D5FE21-570C-F11E-EFF9-10A6D5FC8789}"/>
              </a:ext>
            </a:extLst>
          </p:cNvPr>
          <p:cNvSpPr>
            <a:spLocks noGrp="1"/>
          </p:cNvSpPr>
          <p:nvPr/>
        </p:nvSpPr>
        <p:spPr>
          <a:xfrm>
            <a:off x="4449688" y="4273391"/>
            <a:ext cx="703792" cy="740992"/>
          </a:xfrm>
          <a:custGeom>
            <a:avLst/>
            <a:gdLst/>
            <a:ahLst/>
            <a:cxnLst/>
            <a:rect l="0" t="0" r="0" b="0"/>
            <a:pathLst>
              <a:path w="1266825" h="1428750">
                <a:moveTo>
                  <a:pt x="0" y="1428750"/>
                </a:moveTo>
                <a:lnTo>
                  <a:pt x="676275" y="714375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8" name="Matching_B5__4007">
            <a:extLst>
              <a:ext uri="{FF2B5EF4-FFF2-40B4-BE49-F238E27FC236}">
                <a16:creationId xmlns:a16="http://schemas.microsoft.com/office/drawing/2014/main" id="{5ACE9969-F38E-9817-FC52-F0486B377C7E}"/>
              </a:ext>
            </a:extLst>
          </p:cNvPr>
          <p:cNvSpPr>
            <a:spLocks noGrp="1"/>
          </p:cNvSpPr>
          <p:nvPr/>
        </p:nvSpPr>
        <p:spPr>
          <a:xfrm>
            <a:off x="4449688" y="5501217"/>
            <a:ext cx="703792" cy="53"/>
          </a:xfrm>
          <a:custGeom>
            <a:avLst/>
            <a:gdLst/>
            <a:ahLst/>
            <a:cxnLst/>
            <a:rect l="0" t="0" r="0" b="0"/>
            <a:pathLst>
              <a:path w="1266825" h="95">
                <a:moveTo>
                  <a:pt x="0" y="0"/>
                </a:moveTo>
                <a:lnTo>
                  <a:pt x="504825" y="0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707781"/>
            </a:solidFill>
          </a:ln>
        </p:spPr>
      </p: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8209940B-2F6A-70E5-8305-93DC5DFEDE09}"/>
              </a:ext>
            </a:extLst>
          </p:cNvPr>
          <p:cNvGrpSpPr/>
          <p:nvPr/>
        </p:nvGrpSpPr>
        <p:grpSpPr>
          <a:xfrm>
            <a:off x="4224792" y="3572405"/>
            <a:ext cx="195792" cy="291042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B2D1575D-6E4B-0179-6283-542D21EC51A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CE755BAE-2381-4B78-E61E-EC59BD692BB5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AA0386F9-DDE1-0B70-1767-419926257F7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1C640B84-78CC-B532-2598-83C5F94AE1E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785495D5-D8E7-7D54-197D-3340EA388E4E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1D47B23-CAA7-F781-A9EF-469A1AAEC143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A88A0123-60C6-18BF-EBBE-A32A32108D45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4E227BD3-CA92-FCC4-36C5-F56B7C6B72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46490362-5E2F-A349-256F-4AD2994A678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9C9BFFA3-9C63-E83C-E987-49E87D5A6B0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63F788A0-12BF-95DF-E34B-F51C7E71FD4B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20" name="label__4019">
            <a:extLst>
              <a:ext uri="{FF2B5EF4-FFF2-40B4-BE49-F238E27FC236}">
                <a16:creationId xmlns:a16="http://schemas.microsoft.com/office/drawing/2014/main" id="{53BF098D-8703-652B-7DA9-85D27B8C5B3C}"/>
              </a:ext>
            </a:extLst>
          </p:cNvPr>
          <p:cNvSpPr>
            <a:spLocks noGrp="1"/>
          </p:cNvSpPr>
          <p:nvPr/>
        </p:nvSpPr>
        <p:spPr>
          <a:xfrm>
            <a:off x="4063396" y="3654425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>
                <a:solidFill>
                  <a:srgbClr val="687780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0F97FD84-1325-E2C5-5C88-80A81F2FAE71}"/>
              </a:ext>
            </a:extLst>
          </p:cNvPr>
          <p:cNvGrpSpPr/>
          <p:nvPr/>
        </p:nvGrpSpPr>
        <p:grpSpPr>
          <a:xfrm>
            <a:off x="4224792" y="3970400"/>
            <a:ext cx="195792" cy="289921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B19F67B6-4386-B186-DF4C-9ACC6D0BEE3E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838E8E19-653F-F602-8E44-F6F7016112F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CAE5FB47-F2C4-13C7-8DD8-84C4B54CA93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6CCC0454-B0B8-8A0E-4F17-E9D7BEA08ADF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C9D2C5DB-EE21-7A70-EB5A-1C542C98C878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9149B46B-5AEF-70A6-A7F7-D0CDA231D9C1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8F98848D-DF0E-EF37-D4B4-A3C8D15A11EA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777F5EB-5BE9-75A4-784F-562505A59220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5AB2BE91-DD31-84E6-91E1-0717EA64EA0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2189B34-1FC2-DC27-F5FC-6F79DB97BEA3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0B3BFA2E-77F6-298D-2175-80D435DA4DEE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4032" name="label__4031">
            <a:extLst>
              <a:ext uri="{FF2B5EF4-FFF2-40B4-BE49-F238E27FC236}">
                <a16:creationId xmlns:a16="http://schemas.microsoft.com/office/drawing/2014/main" id="{599F6E9C-7B10-FEEE-F12F-020B5F866356}"/>
              </a:ext>
            </a:extLst>
          </p:cNvPr>
          <p:cNvSpPr>
            <a:spLocks noGrp="1"/>
          </p:cNvSpPr>
          <p:nvPr/>
        </p:nvSpPr>
        <p:spPr>
          <a:xfrm>
            <a:off x="4063396" y="4051300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4224792" y="4450821"/>
            <a:ext cx="195792" cy="227542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4043" name="label__4042">
            <a:extLst>
              <a:ext uri="{FF2B5EF4-FFF2-40B4-BE49-F238E27FC236}">
                <a16:creationId xmlns:a16="http://schemas.microsoft.com/office/drawing/2014/main" id="{C0E7006B-0B1C-8BFF-5EEF-ED195F43F60A}"/>
              </a:ext>
            </a:extLst>
          </p:cNvPr>
          <p:cNvSpPr>
            <a:spLocks noGrp="1"/>
          </p:cNvSpPr>
          <p:nvPr/>
        </p:nvSpPr>
        <p:spPr>
          <a:xfrm>
            <a:off x="4063396" y="4501092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50" dirty="0">
                <a:solidFill>
                  <a:srgbClr val="687780"/>
                </a:solidFill>
                <a:latin typeface="Arial"/>
                <a:cs typeface="Arial"/>
              </a:rPr>
              <a:t>B3</a:t>
            </a:r>
          </a:p>
        </p:txBody>
      </p:sp>
      <p:grpSp>
        <p:nvGrpSpPr>
          <p:cNvPr id="6228" name="Match_B2">
            <a:extLst>
              <a:ext uri="{FF2B5EF4-FFF2-40B4-BE49-F238E27FC236}">
                <a16:creationId xmlns:a16="http://schemas.microsoft.com/office/drawing/2014/main" id="{D33BDB89-6DCA-663D-D4BA-36BB243FDBE1}"/>
              </a:ext>
            </a:extLst>
          </p:cNvPr>
          <p:cNvGrpSpPr/>
          <p:nvPr/>
        </p:nvGrpSpPr>
        <p:grpSpPr>
          <a:xfrm>
            <a:off x="4224792" y="4868863"/>
            <a:ext cx="195792" cy="291042"/>
            <a:chOff x="8386763" y="4081463"/>
            <a:chExt cx="352425" cy="523875"/>
          </a:xfrm>
        </p:grpSpPr>
        <p:sp>
          <p:nvSpPr>
            <p:cNvPr id="4044" name="Match_B2__4043">
              <a:extLst>
                <a:ext uri="{FF2B5EF4-FFF2-40B4-BE49-F238E27FC236}">
                  <a16:creationId xmlns:a16="http://schemas.microsoft.com/office/drawing/2014/main" id="{6DD024AB-D1A6-4661-EA25-BBC49B60A5D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45" name="Match_B2__4044">
              <a:extLst>
                <a:ext uri="{FF2B5EF4-FFF2-40B4-BE49-F238E27FC236}">
                  <a16:creationId xmlns:a16="http://schemas.microsoft.com/office/drawing/2014/main" id="{09E9F892-5ABD-8427-B995-66ECCCEFD354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4087674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46" name="Match_B2__4045">
              <a:extLst>
                <a:ext uri="{FF2B5EF4-FFF2-40B4-BE49-F238E27FC236}">
                  <a16:creationId xmlns:a16="http://schemas.microsoft.com/office/drawing/2014/main" id="{A6D2F27A-A87D-E767-3BD1-F0916207151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47" name="Match_B2__4046">
              <a:extLst>
                <a:ext uri="{FF2B5EF4-FFF2-40B4-BE49-F238E27FC236}">
                  <a16:creationId xmlns:a16="http://schemas.microsoft.com/office/drawing/2014/main" id="{6C7D1BC0-7A44-B72E-E08A-BB2BBDDE01D9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3244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48" name="Match_B2__4047">
              <a:extLst>
                <a:ext uri="{FF2B5EF4-FFF2-40B4-BE49-F238E27FC236}">
                  <a16:creationId xmlns:a16="http://schemas.microsoft.com/office/drawing/2014/main" id="{0EFC79B2-0273-EB90-95D1-1FCE136F2A84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5400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49" name="Match_B2__4048">
              <a:extLst>
                <a:ext uri="{FF2B5EF4-FFF2-40B4-BE49-F238E27FC236}">
                  <a16:creationId xmlns:a16="http://schemas.microsoft.com/office/drawing/2014/main" id="{C8634DE4-6940-22DD-C5EF-615D0F372C11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9211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50" name="Match_B2__4049">
              <a:extLst>
                <a:ext uri="{FF2B5EF4-FFF2-40B4-BE49-F238E27FC236}">
                  <a16:creationId xmlns:a16="http://schemas.microsoft.com/office/drawing/2014/main" id="{1FE4625F-E79A-928C-5BB0-CB876DF29782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4098509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51" name="Match_B2__4050">
              <a:extLst>
                <a:ext uri="{FF2B5EF4-FFF2-40B4-BE49-F238E27FC236}">
                  <a16:creationId xmlns:a16="http://schemas.microsoft.com/office/drawing/2014/main" id="{B4AC02B0-A56E-CA87-6EB8-3B0A16231EE5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098509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52" name="Match_B2__4051">
              <a:extLst>
                <a:ext uri="{FF2B5EF4-FFF2-40B4-BE49-F238E27FC236}">
                  <a16:creationId xmlns:a16="http://schemas.microsoft.com/office/drawing/2014/main" id="{64ED86DB-3D3A-AFED-7C8A-CF540635F53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115882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53" name="Match_B2__4052">
              <a:extLst>
                <a:ext uri="{FF2B5EF4-FFF2-40B4-BE49-F238E27FC236}">
                  <a16:creationId xmlns:a16="http://schemas.microsoft.com/office/drawing/2014/main" id="{D2E11F35-E947-64F5-1184-FEB46C1AA683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4142553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54" name="Match_B2__4053">
              <a:extLst>
                <a:ext uri="{FF2B5EF4-FFF2-40B4-BE49-F238E27FC236}">
                  <a16:creationId xmlns:a16="http://schemas.microsoft.com/office/drawing/2014/main" id="{B06443A4-462A-155C-7F8B-585CA0E49366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4195894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55" name="label__4054">
            <a:extLst>
              <a:ext uri="{FF2B5EF4-FFF2-40B4-BE49-F238E27FC236}">
                <a16:creationId xmlns:a16="http://schemas.microsoft.com/office/drawing/2014/main" id="{E577FCB8-707A-7159-76D0-B1E0BA737C71}"/>
              </a:ext>
            </a:extLst>
          </p:cNvPr>
          <p:cNvSpPr>
            <a:spLocks noGrp="1"/>
          </p:cNvSpPr>
          <p:nvPr/>
        </p:nvSpPr>
        <p:spPr>
          <a:xfrm>
            <a:off x="4063396" y="4950883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A963DF5-2F0F-C49C-F58E-185B7C88887D}"/>
              </a:ext>
            </a:extLst>
          </p:cNvPr>
          <p:cNvGrpSpPr/>
          <p:nvPr/>
        </p:nvGrpSpPr>
        <p:grpSpPr>
          <a:xfrm>
            <a:off x="4224792" y="5387446"/>
            <a:ext cx="195792" cy="227542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E00F0C09-33E8-68FA-45D9-AD06A3FF6F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02E7DAA7-D4A1-714F-F67D-FCDFB11079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19ECC3A0-214B-0D76-A6CA-D397AF561FA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6581107E-DA34-9418-8D3E-96F649D8C965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B4CFA6AF-FF39-5CE3-26CC-D41A8A9EE1F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505E9EC4-3C88-B0BF-3FEA-959D3EB9AE0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26D6E6E2-E7D0-2A1F-661A-136EE876F56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03C1690F-CC51-5007-BB72-D8A777262CA6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9518143C-6D18-9991-0CBA-BE06E6EFC81B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29CBEC6C-A903-AB9D-4611-8768B9604F8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30" name="label">
            <a:extLst>
              <a:ext uri="{FF2B5EF4-FFF2-40B4-BE49-F238E27FC236}">
                <a16:creationId xmlns:a16="http://schemas.microsoft.com/office/drawing/2014/main" id="{E63EBB03-4A87-0F3F-FA2C-B7250353EDE3}"/>
              </a:ext>
            </a:extLst>
          </p:cNvPr>
          <p:cNvGrpSpPr/>
          <p:nvPr/>
        </p:nvGrpSpPr>
        <p:grpSpPr>
          <a:xfrm>
            <a:off x="4063396" y="3384550"/>
            <a:ext cx="2135564" cy="2180167"/>
            <a:chOff x="8096250" y="1409700"/>
            <a:chExt cx="3844015" cy="392430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C74191E7-171C-9EBB-8ED2-6B228CA2BCB3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5105400"/>
              <a:ext cx="3048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dirty="0">
                  <a:solidFill>
                    <a:srgbClr val="687780"/>
                  </a:solidFill>
                  <a:latin typeface="Arial"/>
                  <a:cs typeface="Arial"/>
                </a:rPr>
                <a:t>B5</a:t>
              </a:r>
            </a:p>
          </p:txBody>
        </p:sp>
        <p:sp>
          <p:nvSpPr>
            <p:cNvPr id="4067" name="label__4066">
              <a:extLst>
                <a:ext uri="{FF2B5EF4-FFF2-40B4-BE49-F238E27FC236}">
                  <a16:creationId xmlns:a16="http://schemas.microsoft.com/office/drawing/2014/main" id="{7B38EB5C-A5F9-5993-B8B6-6A33DF7598DA}"/>
                </a:ext>
              </a:extLst>
            </p:cNvPr>
            <p:cNvSpPr>
              <a:spLocks noGrp="1"/>
            </p:cNvSpPr>
            <p:nvPr/>
          </p:nvSpPr>
          <p:spPr>
            <a:xfrm>
              <a:off x="9825715" y="1409700"/>
              <a:ext cx="211455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00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SMILES</a:t>
              </a:r>
              <a:endParaRPr sz="1000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231" name="Identity_yellow">
            <a:extLst>
              <a:ext uri="{FF2B5EF4-FFF2-40B4-BE49-F238E27FC236}">
                <a16:creationId xmlns:a16="http://schemas.microsoft.com/office/drawing/2014/main" id="{1E276507-7FAB-38D7-C5F1-2B98A69805AD}"/>
              </a:ext>
            </a:extLst>
          </p:cNvPr>
          <p:cNvGrpSpPr/>
          <p:nvPr/>
        </p:nvGrpSpPr>
        <p:grpSpPr>
          <a:xfrm>
            <a:off x="5276511" y="3639185"/>
            <a:ext cx="655108" cy="297286"/>
            <a:chOff x="10279856" y="1868043"/>
            <a:chExt cx="1179195" cy="535115"/>
          </a:xfrm>
        </p:grpSpPr>
        <p:sp>
          <p:nvSpPr>
            <p:cNvPr id="4068" name="Identity_yellow__4067">
              <a:extLst>
                <a:ext uri="{FF2B5EF4-FFF2-40B4-BE49-F238E27FC236}">
                  <a16:creationId xmlns:a16="http://schemas.microsoft.com/office/drawing/2014/main" id="{C8E78F41-A0C2-9CB8-BBDB-89BDE077516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188405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69" name="Identity_yellow__4068">
              <a:extLst>
                <a:ext uri="{FF2B5EF4-FFF2-40B4-BE49-F238E27FC236}">
                  <a16:creationId xmlns:a16="http://schemas.microsoft.com/office/drawing/2014/main" id="{65105A75-FCFF-84BB-4F88-C38F5E2C6CD7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18880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0" name="Identity_yellow__4069">
              <a:extLst>
                <a:ext uri="{FF2B5EF4-FFF2-40B4-BE49-F238E27FC236}">
                  <a16:creationId xmlns:a16="http://schemas.microsoft.com/office/drawing/2014/main" id="{A1E33692-FB52-4D15-4093-7BE883F709EF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0"/>
                  </a:moveTo>
                  <a:lnTo>
                    <a:pt x="109538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1" name="Identity_yellow__4070">
              <a:extLst>
                <a:ext uri="{FF2B5EF4-FFF2-40B4-BE49-F238E27FC236}">
                  <a16:creationId xmlns:a16="http://schemas.microsoft.com/office/drawing/2014/main" id="{3E6C8710-DA30-6F48-EF61-B08030E8FC5B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0"/>
                  </a:moveTo>
                  <a:lnTo>
                    <a:pt x="0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2" name="Identity_yellow__4071">
              <a:extLst>
                <a:ext uri="{FF2B5EF4-FFF2-40B4-BE49-F238E27FC236}">
                  <a16:creationId xmlns:a16="http://schemas.microsoft.com/office/drawing/2014/main" id="{4D75A15E-3D97-FA72-2FA4-9D9E94BDDB99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264855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3" name="Identity_yellow__4072">
              <a:extLst>
                <a:ext uri="{FF2B5EF4-FFF2-40B4-BE49-F238E27FC236}">
                  <a16:creationId xmlns:a16="http://schemas.microsoft.com/office/drawing/2014/main" id="{E8A6E74B-84D4-B6D3-CFEC-6F5E676E99A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188405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4" name="Identity_yellow__4073">
              <a:extLst>
                <a:ext uri="{FF2B5EF4-FFF2-40B4-BE49-F238E27FC236}">
                  <a16:creationId xmlns:a16="http://schemas.microsoft.com/office/drawing/2014/main" id="{D7081234-1F74-7147-D741-E5359E8E302D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109538"/>
                  </a:moveTo>
                  <a:lnTo>
                    <a:pt x="17526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5" name="Identity_yellow__4074">
              <a:extLst>
                <a:ext uri="{FF2B5EF4-FFF2-40B4-BE49-F238E27FC236}">
                  <a16:creationId xmlns:a16="http://schemas.microsoft.com/office/drawing/2014/main" id="{8AD99EF6-6771-F7B2-936A-57076399F7DE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1966913"/>
              <a:ext cx="186214" cy="109538"/>
            </a:xfrm>
            <a:custGeom>
              <a:avLst/>
              <a:gdLst/>
              <a:ahLst/>
              <a:cxnLst/>
              <a:rect l="0" t="0" r="0" b="0"/>
              <a:pathLst>
                <a:path w="186214" h="109538">
                  <a:moveTo>
                    <a:pt x="0" y="0"/>
                  </a:moveTo>
                  <a:lnTo>
                    <a:pt x="186214" y="109538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6" name="Identity_yellow__4075">
              <a:extLst>
                <a:ext uri="{FF2B5EF4-FFF2-40B4-BE49-F238E27FC236}">
                  <a16:creationId xmlns:a16="http://schemas.microsoft.com/office/drawing/2014/main" id="{C29DE565-4EB1-257A-EE28-E3128E93A965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076450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7" name="Identity_yellow__4076">
              <a:extLst>
                <a:ext uri="{FF2B5EF4-FFF2-40B4-BE49-F238E27FC236}">
                  <a16:creationId xmlns:a16="http://schemas.microsoft.com/office/drawing/2014/main" id="{97891BAC-1007-E549-4E71-B092AD8FB4CB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2295525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186214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8" name="Identity_yellow__4077">
              <a:extLst>
                <a:ext uri="{FF2B5EF4-FFF2-40B4-BE49-F238E27FC236}">
                  <a16:creationId xmlns:a16="http://schemas.microsoft.com/office/drawing/2014/main" id="{518619E3-F859-4BD5-4D44-E1CE92D358B3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264855"/>
              <a:ext cx="284798" cy="118300"/>
            </a:xfrm>
            <a:custGeom>
              <a:avLst/>
              <a:gdLst/>
              <a:ahLst/>
              <a:cxnLst/>
              <a:rect l="0" t="0" r="0" b="0"/>
              <a:pathLst>
                <a:path w="284798" h="118300">
                  <a:moveTo>
                    <a:pt x="284798" y="11830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9" name="Identity_yellow__4078">
              <a:extLst>
                <a:ext uri="{FF2B5EF4-FFF2-40B4-BE49-F238E27FC236}">
                  <a16:creationId xmlns:a16="http://schemas.microsoft.com/office/drawing/2014/main" id="{D085297A-72A0-2312-1221-13738FCD90AD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0" name="Identity_yellow__4079">
              <a:extLst>
                <a:ext uri="{FF2B5EF4-FFF2-40B4-BE49-F238E27FC236}">
                  <a16:creationId xmlns:a16="http://schemas.microsoft.com/office/drawing/2014/main" id="{A5AEF0B5-816C-A5A0-35F1-2C419AACF612}"/>
                </a:ext>
              </a:extLst>
            </p:cNvPr>
            <p:cNvSpPr>
              <a:spLocks noGrp="1"/>
            </p:cNvSpPr>
            <p:nvPr/>
          </p:nvSpPr>
          <p:spPr>
            <a:xfrm>
              <a:off x="10299859" y="1966913"/>
              <a:ext cx="164306" cy="87630"/>
            </a:xfrm>
            <a:custGeom>
              <a:avLst/>
              <a:gdLst/>
              <a:ahLst/>
              <a:cxnLst/>
              <a:rect l="0" t="0" r="0" b="0"/>
              <a:pathLst>
                <a:path w="164306" h="87630">
                  <a:moveTo>
                    <a:pt x="164306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1" name="Identity_yellow__4080">
              <a:extLst>
                <a:ext uri="{FF2B5EF4-FFF2-40B4-BE49-F238E27FC236}">
                  <a16:creationId xmlns:a16="http://schemas.microsoft.com/office/drawing/2014/main" id="{59CC67A7-23B2-B616-43AA-A15F4CEB692C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056448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2" name="Identity_yellow__4081">
              <a:extLst>
                <a:ext uri="{FF2B5EF4-FFF2-40B4-BE49-F238E27FC236}">
                  <a16:creationId xmlns:a16="http://schemas.microsoft.com/office/drawing/2014/main" id="{695BE471-6FD0-7979-C949-3DCA0CFEA56E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3" name="Identity_yellow__4082">
              <a:extLst>
                <a:ext uri="{FF2B5EF4-FFF2-40B4-BE49-F238E27FC236}">
                  <a16:creationId xmlns:a16="http://schemas.microsoft.com/office/drawing/2014/main" id="{C514B270-644C-CF6C-7494-F9AD6DE7A8CD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4" name="Identity_yellow__4083">
              <a:extLst>
                <a:ext uri="{FF2B5EF4-FFF2-40B4-BE49-F238E27FC236}">
                  <a16:creationId xmlns:a16="http://schemas.microsoft.com/office/drawing/2014/main" id="{D4A764F9-D3E8-B745-4829-5992E622EECA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5" name="Identity_yellow__4084">
              <a:extLst>
                <a:ext uri="{FF2B5EF4-FFF2-40B4-BE49-F238E27FC236}">
                  <a16:creationId xmlns:a16="http://schemas.microsoft.com/office/drawing/2014/main" id="{4CD283E5-0D1F-87A5-292A-A624F899715F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244852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6" name="Identity_yellow__4085">
              <a:extLst>
                <a:ext uri="{FF2B5EF4-FFF2-40B4-BE49-F238E27FC236}">
                  <a16:creationId xmlns:a16="http://schemas.microsoft.com/office/drawing/2014/main" id="{E08BFE2F-4E01-34C6-FA1F-D2343471FD18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244852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7" name="Identity_yellow__4086">
              <a:extLst>
                <a:ext uri="{FF2B5EF4-FFF2-40B4-BE49-F238E27FC236}">
                  <a16:creationId xmlns:a16="http://schemas.microsoft.com/office/drawing/2014/main" id="{5FC74ADD-C115-395D-0E29-CBA88E6BB875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194691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8" name="Identity_yellow__4087">
              <a:extLst>
                <a:ext uri="{FF2B5EF4-FFF2-40B4-BE49-F238E27FC236}">
                  <a16:creationId xmlns:a16="http://schemas.microsoft.com/office/drawing/2014/main" id="{E44EBF09-0499-0D07-323A-30C58A71B8E9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9" name="Identity_yellow__4088">
              <a:extLst>
                <a:ext uri="{FF2B5EF4-FFF2-40B4-BE49-F238E27FC236}">
                  <a16:creationId xmlns:a16="http://schemas.microsoft.com/office/drawing/2014/main" id="{D8B1B3EA-76AD-6A38-0315-ACEFCFD7BFFE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27552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0" name="Identity_yellow__4089">
              <a:extLst>
                <a:ext uri="{FF2B5EF4-FFF2-40B4-BE49-F238E27FC236}">
                  <a16:creationId xmlns:a16="http://schemas.microsoft.com/office/drawing/2014/main" id="{AE183CCE-7053-BA75-1219-06D743D94244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236315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1" name="Identity_yellow__4090">
              <a:extLst>
                <a:ext uri="{FF2B5EF4-FFF2-40B4-BE49-F238E27FC236}">
                  <a16:creationId xmlns:a16="http://schemas.microsoft.com/office/drawing/2014/main" id="{BC4E4407-812E-55A2-2CEA-25A0349F19EB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1946910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92" name="Identity_yellow__4091">
              <a:extLst>
                <a:ext uri="{FF2B5EF4-FFF2-40B4-BE49-F238E27FC236}">
                  <a16:creationId xmlns:a16="http://schemas.microsoft.com/office/drawing/2014/main" id="{1A0ED203-4CA2-5B6C-CF4B-810A34223C37}"/>
                </a:ext>
              </a:extLst>
            </p:cNvPr>
            <p:cNvSpPr>
              <a:spLocks noGrp="1"/>
            </p:cNvSpPr>
            <p:nvPr/>
          </p:nvSpPr>
          <p:spPr>
            <a:xfrm>
              <a:off x="10279856" y="203454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2" name="Identity_green">
            <a:extLst>
              <a:ext uri="{FF2B5EF4-FFF2-40B4-BE49-F238E27FC236}">
                <a16:creationId xmlns:a16="http://schemas.microsoft.com/office/drawing/2014/main" id="{413B7E7D-22C2-1E87-861B-8F35D5301DB8}"/>
              </a:ext>
            </a:extLst>
          </p:cNvPr>
          <p:cNvGrpSpPr/>
          <p:nvPr/>
        </p:nvGrpSpPr>
        <p:grpSpPr>
          <a:xfrm>
            <a:off x="5291667" y="4168350"/>
            <a:ext cx="728133" cy="231563"/>
            <a:chOff x="10290810" y="2706243"/>
            <a:chExt cx="1310640" cy="416814"/>
          </a:xfrm>
        </p:grpSpPr>
        <p:sp>
          <p:nvSpPr>
            <p:cNvPr id="4093" name="Identity_green__4092">
              <a:extLst>
                <a:ext uri="{FF2B5EF4-FFF2-40B4-BE49-F238E27FC236}">
                  <a16:creationId xmlns:a16="http://schemas.microsoft.com/office/drawing/2014/main" id="{18CF6C70-FBDD-7008-5A06-7775FC1A52B4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188404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4" name="Identity_green__4093">
              <a:extLst>
                <a:ext uri="{FF2B5EF4-FFF2-40B4-BE49-F238E27FC236}">
                  <a16:creationId xmlns:a16="http://schemas.microsoft.com/office/drawing/2014/main" id="{5E11363B-A240-0BFE-4FB0-8C0AC6B0C1E5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7262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5" name="Identity_green__4094">
              <a:extLst>
                <a:ext uri="{FF2B5EF4-FFF2-40B4-BE49-F238E27FC236}">
                  <a16:creationId xmlns:a16="http://schemas.microsoft.com/office/drawing/2014/main" id="{066B98B9-9FD2-5702-A013-27E9E920AB64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0"/>
                  </a:moveTo>
                  <a:lnTo>
                    <a:pt x="109538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6" name="Identity_green__4095">
              <a:extLst>
                <a:ext uri="{FF2B5EF4-FFF2-40B4-BE49-F238E27FC236}">
                  <a16:creationId xmlns:a16="http://schemas.microsoft.com/office/drawing/2014/main" id="{20FECEBA-442C-E246-C29B-40641AF98F17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0"/>
                  </a:moveTo>
                  <a:lnTo>
                    <a:pt x="0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7" name="Identity_green__4096">
              <a:extLst>
                <a:ext uri="{FF2B5EF4-FFF2-40B4-BE49-F238E27FC236}">
                  <a16:creationId xmlns:a16="http://schemas.microsoft.com/office/drawing/2014/main" id="{F509F3A5-A978-583B-1F00-5BA0196F05CB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3103054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8" name="Identity_green__4097">
              <a:extLst>
                <a:ext uri="{FF2B5EF4-FFF2-40B4-BE49-F238E27FC236}">
                  <a16:creationId xmlns:a16="http://schemas.microsoft.com/office/drawing/2014/main" id="{D3CEDF70-EFCB-0F14-D707-86548D5119F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188404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9" name="Identity_green__4098">
              <a:extLst>
                <a:ext uri="{FF2B5EF4-FFF2-40B4-BE49-F238E27FC236}">
                  <a16:creationId xmlns:a16="http://schemas.microsoft.com/office/drawing/2014/main" id="{C6AC8D7C-EDE2-C1D8-C9C5-6FB619F11B05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2827020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0" y="87630"/>
                  </a:moveTo>
                  <a:lnTo>
                    <a:pt x="186214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0" name="Identity_green__4099">
              <a:extLst>
                <a:ext uri="{FF2B5EF4-FFF2-40B4-BE49-F238E27FC236}">
                  <a16:creationId xmlns:a16="http://schemas.microsoft.com/office/drawing/2014/main" id="{ADBFE56F-0B9F-957B-0A0A-B7C4CF77D5C4}"/>
                </a:ext>
              </a:extLst>
            </p:cNvPr>
            <p:cNvSpPr>
              <a:spLocks noGrp="1"/>
            </p:cNvSpPr>
            <p:nvPr/>
          </p:nvSpPr>
          <p:spPr>
            <a:xfrm>
              <a:off x="11263789" y="282702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0"/>
                  </a:moveTo>
                  <a:lnTo>
                    <a:pt x="17526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1" name="Identity_green__4100">
              <a:extLst>
                <a:ext uri="{FF2B5EF4-FFF2-40B4-BE49-F238E27FC236}">
                  <a16:creationId xmlns:a16="http://schemas.microsoft.com/office/drawing/2014/main" id="{89A4E768-88D9-186C-FFB8-41FBFA215CAF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794159"/>
              <a:ext cx="142399" cy="142399"/>
            </a:xfrm>
            <a:custGeom>
              <a:avLst/>
              <a:gdLst/>
              <a:ahLst/>
              <a:cxnLst/>
              <a:rect l="0" t="0" r="0" b="0"/>
              <a:pathLst>
                <a:path w="142399" h="142399">
                  <a:moveTo>
                    <a:pt x="0" y="142399"/>
                  </a:moveTo>
                  <a:lnTo>
                    <a:pt x="142399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2" name="Identity_green__4101">
              <a:extLst>
                <a:ext uri="{FF2B5EF4-FFF2-40B4-BE49-F238E27FC236}">
                  <a16:creationId xmlns:a16="http://schemas.microsoft.com/office/drawing/2014/main" id="{C75BB4A8-D633-A106-0836-32BF7C97E680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291465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0"/>
                  </a:moveTo>
                  <a:lnTo>
                    <a:pt x="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3" name="Identity_green__4102">
              <a:extLst>
                <a:ext uri="{FF2B5EF4-FFF2-40B4-BE49-F238E27FC236}">
                  <a16:creationId xmlns:a16="http://schemas.microsoft.com/office/drawing/2014/main" id="{9A548DEA-5DD7-BBD7-41B4-1C4B51BE9A1F}"/>
                </a:ext>
              </a:extLst>
            </p:cNvPr>
            <p:cNvSpPr>
              <a:spLocks noGrp="1"/>
            </p:cNvSpPr>
            <p:nvPr/>
          </p:nvSpPr>
          <p:spPr>
            <a:xfrm>
              <a:off x="10310813" y="2936558"/>
              <a:ext cx="153352" cy="87630"/>
            </a:xfrm>
            <a:custGeom>
              <a:avLst/>
              <a:gdLst/>
              <a:ahLst/>
              <a:cxnLst/>
              <a:rect l="0" t="0" r="0" b="0"/>
              <a:pathLst>
                <a:path w="153352" h="87630">
                  <a:moveTo>
                    <a:pt x="153352" y="8763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4" name="Identity_green__4103">
              <a:extLst>
                <a:ext uri="{FF2B5EF4-FFF2-40B4-BE49-F238E27FC236}">
                  <a16:creationId xmlns:a16="http://schemas.microsoft.com/office/drawing/2014/main" id="{4098CD9C-1ED7-38D4-7838-0B4B2401E03B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894648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05" name="Identity_green__4104">
              <a:extLst>
                <a:ext uri="{FF2B5EF4-FFF2-40B4-BE49-F238E27FC236}">
                  <a16:creationId xmlns:a16="http://schemas.microsoft.com/office/drawing/2014/main" id="{46EA30C3-7547-53F7-3B97-AC88C7CC89A7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6" name="Identity_green__4105">
              <a:extLst>
                <a:ext uri="{FF2B5EF4-FFF2-40B4-BE49-F238E27FC236}">
                  <a16:creationId xmlns:a16="http://schemas.microsoft.com/office/drawing/2014/main" id="{650CBCFF-6906-B71D-929F-F0F9F1245169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7" name="Identity_green__4106">
              <a:extLst>
                <a:ext uri="{FF2B5EF4-FFF2-40B4-BE49-F238E27FC236}">
                  <a16:creationId xmlns:a16="http://schemas.microsoft.com/office/drawing/2014/main" id="{3796CA96-E4DF-9EE5-C45F-1AB95310F28B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89464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8" name="Identity_green__4107">
              <a:extLst>
                <a:ext uri="{FF2B5EF4-FFF2-40B4-BE49-F238E27FC236}">
                  <a16:creationId xmlns:a16="http://schemas.microsoft.com/office/drawing/2014/main" id="{3EC85001-A4F3-8250-C433-02E7D57A2E68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3083052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9" name="Identity_green__4108">
              <a:extLst>
                <a:ext uri="{FF2B5EF4-FFF2-40B4-BE49-F238E27FC236}">
                  <a16:creationId xmlns:a16="http://schemas.microsoft.com/office/drawing/2014/main" id="{74773C1B-8DF5-2177-8260-C3289BF43C61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3083052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10" name="Identity_green__4109">
              <a:extLst>
                <a:ext uri="{FF2B5EF4-FFF2-40B4-BE49-F238E27FC236}">
                  <a16:creationId xmlns:a16="http://schemas.microsoft.com/office/drawing/2014/main" id="{FB6ECB5F-E396-F4B7-7022-DB26E28F250F}"/>
                </a:ext>
              </a:extLst>
            </p:cNvPr>
            <p:cNvSpPr>
              <a:spLocks noGrp="1"/>
            </p:cNvSpPr>
            <p:nvPr/>
          </p:nvSpPr>
          <p:spPr>
            <a:xfrm>
              <a:off x="11243786" y="280701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1" name="Identity_green__4110">
              <a:extLst>
                <a:ext uri="{FF2B5EF4-FFF2-40B4-BE49-F238E27FC236}">
                  <a16:creationId xmlns:a16="http://schemas.microsoft.com/office/drawing/2014/main" id="{6E9C2AE4-5E03-9A47-FBCC-C5234D6ACC27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91655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2" name="Identity_green__4111">
              <a:extLst>
                <a:ext uri="{FF2B5EF4-FFF2-40B4-BE49-F238E27FC236}">
                  <a16:creationId xmlns:a16="http://schemas.microsoft.com/office/drawing/2014/main" id="{BF92BE09-CD62-6F1B-6F73-F47D191078FB}"/>
                </a:ext>
              </a:extLst>
            </p:cNvPr>
            <p:cNvSpPr>
              <a:spLocks noGrp="1"/>
            </p:cNvSpPr>
            <p:nvPr/>
          </p:nvSpPr>
          <p:spPr>
            <a:xfrm>
              <a:off x="11561445" y="2774156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3" name="Identity_green__4112">
              <a:extLst>
                <a:ext uri="{FF2B5EF4-FFF2-40B4-BE49-F238E27FC236}">
                  <a16:creationId xmlns:a16="http://schemas.microsoft.com/office/drawing/2014/main" id="{39142CA4-4AE4-C006-28E4-BE12D1AFA6E1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300418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4" name="Identity_green__4113">
              <a:extLst>
                <a:ext uri="{FF2B5EF4-FFF2-40B4-BE49-F238E27FC236}">
                  <a16:creationId xmlns:a16="http://schemas.microsoft.com/office/drawing/2014/main" id="{D7A28039-6D27-4095-EF9F-71E7EFBD0CEB}"/>
                </a:ext>
              </a:extLst>
            </p:cNvPr>
            <p:cNvSpPr>
              <a:spLocks noGrp="1"/>
            </p:cNvSpPr>
            <p:nvPr/>
          </p:nvSpPr>
          <p:spPr>
            <a:xfrm>
              <a:off x="10290810" y="2916555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3" name="Identity_red">
            <a:extLst>
              <a:ext uri="{FF2B5EF4-FFF2-40B4-BE49-F238E27FC236}">
                <a16:creationId xmlns:a16="http://schemas.microsoft.com/office/drawing/2014/main" id="{1A4AD1C5-2575-4A7A-128B-CCF66B7D0344}"/>
              </a:ext>
            </a:extLst>
          </p:cNvPr>
          <p:cNvGrpSpPr/>
          <p:nvPr/>
        </p:nvGrpSpPr>
        <p:grpSpPr>
          <a:xfrm>
            <a:off x="5282594" y="4887647"/>
            <a:ext cx="630767" cy="253471"/>
            <a:chOff x="10268903" y="4221480"/>
            <a:chExt cx="1135380" cy="456248"/>
          </a:xfrm>
        </p:grpSpPr>
        <p:sp>
          <p:nvSpPr>
            <p:cNvPr id="4115" name="Identity_red__4114">
              <a:extLst>
                <a:ext uri="{FF2B5EF4-FFF2-40B4-BE49-F238E27FC236}">
                  <a16:creationId xmlns:a16="http://schemas.microsoft.com/office/drawing/2014/main" id="{4EEA61A2-867E-8A44-1705-51E41912275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26339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0" y="175260"/>
                  </a:moveTo>
                  <a:lnTo>
                    <a:pt x="153352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6" name="Identity_red__4115">
              <a:extLst>
                <a:ext uri="{FF2B5EF4-FFF2-40B4-BE49-F238E27FC236}">
                  <a16:creationId xmlns:a16="http://schemas.microsoft.com/office/drawing/2014/main" id="{1FB6391C-4D30-B4A8-3474-344DF9579503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263390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0" y="0"/>
                  </a:moveTo>
                  <a:lnTo>
                    <a:pt x="197168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7" name="Identity_red__4116">
              <a:extLst>
                <a:ext uri="{FF2B5EF4-FFF2-40B4-BE49-F238E27FC236}">
                  <a16:creationId xmlns:a16="http://schemas.microsoft.com/office/drawing/2014/main" id="{11B5F2B1-ED42-E369-466E-B5184082968D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329113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8" name="Identity_red__4117">
              <a:extLst>
                <a:ext uri="{FF2B5EF4-FFF2-40B4-BE49-F238E27FC236}">
                  <a16:creationId xmlns:a16="http://schemas.microsoft.com/office/drawing/2014/main" id="{4F3C8F16-DB29-3BB8-F60E-4B34937A7D3A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548188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197168" y="0"/>
                  </a:moveTo>
                  <a:lnTo>
                    <a:pt x="0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9" name="Identity_red__4118">
              <a:extLst>
                <a:ext uri="{FF2B5EF4-FFF2-40B4-BE49-F238E27FC236}">
                  <a16:creationId xmlns:a16="http://schemas.microsoft.com/office/drawing/2014/main" id="{2D0C0ACD-DB9A-B05E-6F39-1F38F5B136E0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43865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153352" y="17526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0" name="Identity_red__4119">
              <a:extLst>
                <a:ext uri="{FF2B5EF4-FFF2-40B4-BE49-F238E27FC236}">
                  <a16:creationId xmlns:a16="http://schemas.microsoft.com/office/drawing/2014/main" id="{C21A7B22-3C4D-0A11-64AE-DAEAC4A99E4A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241483"/>
              <a:ext cx="208121" cy="87630"/>
            </a:xfrm>
            <a:custGeom>
              <a:avLst/>
              <a:gdLst/>
              <a:ahLst/>
              <a:cxnLst/>
              <a:rect l="0" t="0" r="0" b="0"/>
              <a:pathLst>
                <a:path w="208121" h="87630">
                  <a:moveTo>
                    <a:pt x="0" y="87630"/>
                  </a:moveTo>
                  <a:lnTo>
                    <a:pt x="208121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1" name="Identity_red__4120">
              <a:extLst>
                <a:ext uri="{FF2B5EF4-FFF2-40B4-BE49-F238E27FC236}">
                  <a16:creationId xmlns:a16="http://schemas.microsoft.com/office/drawing/2014/main" id="{78EC96A5-5F12-4EFB-C2D2-CF86E8D5303E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241483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0" y="0"/>
                  </a:moveTo>
                  <a:lnTo>
                    <a:pt x="186214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2" name="Identity_red__4121">
              <a:extLst>
                <a:ext uri="{FF2B5EF4-FFF2-40B4-BE49-F238E27FC236}">
                  <a16:creationId xmlns:a16="http://schemas.microsoft.com/office/drawing/2014/main" id="{A971A6E5-8A9C-3BB3-04D4-BAF356D1C2EE}"/>
                </a:ext>
              </a:extLst>
            </p:cNvPr>
            <p:cNvSpPr>
              <a:spLocks noGrp="1"/>
            </p:cNvSpPr>
            <p:nvPr/>
          </p:nvSpPr>
          <p:spPr>
            <a:xfrm>
              <a:off x="11384280" y="4340066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3" name="Identity_red__4122">
              <a:extLst>
                <a:ext uri="{FF2B5EF4-FFF2-40B4-BE49-F238E27FC236}">
                  <a16:creationId xmlns:a16="http://schemas.microsoft.com/office/drawing/2014/main" id="{C45BB8A5-D15F-5368-9F80-B0D5E2B46796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559141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186214" y="0"/>
                  </a:moveTo>
                  <a:lnTo>
                    <a:pt x="0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4" name="Identity_red__4123">
              <a:extLst>
                <a:ext uri="{FF2B5EF4-FFF2-40B4-BE49-F238E27FC236}">
                  <a16:creationId xmlns:a16="http://schemas.microsoft.com/office/drawing/2014/main" id="{C9EFBB65-0AC7-9380-1794-BDCEC8533700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548188"/>
              <a:ext cx="208121" cy="109538"/>
            </a:xfrm>
            <a:custGeom>
              <a:avLst/>
              <a:gdLst/>
              <a:ahLst/>
              <a:cxnLst/>
              <a:rect l="0" t="0" r="0" b="0"/>
              <a:pathLst>
                <a:path w="208121" h="109538">
                  <a:moveTo>
                    <a:pt x="208121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5" name="Identity_red__4124">
              <a:extLst>
                <a:ext uri="{FF2B5EF4-FFF2-40B4-BE49-F238E27FC236}">
                  <a16:creationId xmlns:a16="http://schemas.microsoft.com/office/drawing/2014/main" id="{CBE7B1C5-BDC6-649F-B7A4-9AE81CC3A65A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4438650"/>
              <a:ext cx="175260" cy="131445"/>
            </a:xfrm>
            <a:custGeom>
              <a:avLst/>
              <a:gdLst/>
              <a:ahLst/>
              <a:cxnLst/>
              <a:rect l="0" t="0" r="0" b="0"/>
              <a:pathLst>
                <a:path w="175260" h="131445">
                  <a:moveTo>
                    <a:pt x="175260" y="0"/>
                  </a:moveTo>
                  <a:lnTo>
                    <a:pt x="0" y="13144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6" name="Identity_red__4125">
              <a:extLst>
                <a:ext uri="{FF2B5EF4-FFF2-40B4-BE49-F238E27FC236}">
                  <a16:creationId xmlns:a16="http://schemas.microsoft.com/office/drawing/2014/main" id="{E86E951B-83C0-5324-93C4-771DA6AA54DB}"/>
                </a:ext>
              </a:extLst>
            </p:cNvPr>
            <p:cNvSpPr>
              <a:spLocks noGrp="1"/>
            </p:cNvSpPr>
            <p:nvPr/>
          </p:nvSpPr>
          <p:spPr>
            <a:xfrm>
              <a:off x="10288905" y="4460558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7" name="Identity_red__4126">
              <a:extLst>
                <a:ext uri="{FF2B5EF4-FFF2-40B4-BE49-F238E27FC236}">
                  <a16:creationId xmlns:a16="http://schemas.microsoft.com/office/drawing/2014/main" id="{D44FCDDB-521D-0DCE-079E-EE08EE526452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4418648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28" name="Identity_red__4127">
              <a:extLst>
                <a:ext uri="{FF2B5EF4-FFF2-40B4-BE49-F238E27FC236}">
                  <a16:creationId xmlns:a16="http://schemas.microsoft.com/office/drawing/2014/main" id="{DA7415F9-D247-96D9-2F17-F910F7157FA8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24338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29" name="Identity_red__4128">
              <a:extLst>
                <a:ext uri="{FF2B5EF4-FFF2-40B4-BE49-F238E27FC236}">
                  <a16:creationId xmlns:a16="http://schemas.microsoft.com/office/drawing/2014/main" id="{E3025A1E-364E-018D-C919-F8D76C5B3002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309110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0" name="Identity_red__4129">
              <a:extLst>
                <a:ext uri="{FF2B5EF4-FFF2-40B4-BE49-F238E27FC236}">
                  <a16:creationId xmlns:a16="http://schemas.microsoft.com/office/drawing/2014/main" id="{7A10B1C9-B2AE-BB40-D90A-8EA37433B1FF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528185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1" name="Identity_red__4130">
              <a:extLst>
                <a:ext uri="{FF2B5EF4-FFF2-40B4-BE49-F238E27FC236}">
                  <a16:creationId xmlns:a16="http://schemas.microsoft.com/office/drawing/2014/main" id="{3AE0D123-0329-E786-C989-BB9C165CB062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59390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2" name="Identity_red__4131">
              <a:extLst>
                <a:ext uri="{FF2B5EF4-FFF2-40B4-BE49-F238E27FC236}">
                  <a16:creationId xmlns:a16="http://schemas.microsoft.com/office/drawing/2014/main" id="{5A7970EE-E096-A290-BAC1-922DDF422696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221480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33" name="Identity_red__4132">
              <a:extLst>
                <a:ext uri="{FF2B5EF4-FFF2-40B4-BE49-F238E27FC236}">
                  <a16:creationId xmlns:a16="http://schemas.microsoft.com/office/drawing/2014/main" id="{0B9E1BA0-35F2-1EAD-EC8D-3F5E5D05DAA0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320064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4" name="Identity_red__4133">
              <a:extLst>
                <a:ext uri="{FF2B5EF4-FFF2-40B4-BE49-F238E27FC236}">
                  <a16:creationId xmlns:a16="http://schemas.microsoft.com/office/drawing/2014/main" id="{A21BECE4-6E9C-7534-E473-14E369509567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539139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5" name="Identity_red__4134">
              <a:extLst>
                <a:ext uri="{FF2B5EF4-FFF2-40B4-BE49-F238E27FC236}">
                  <a16:creationId xmlns:a16="http://schemas.microsoft.com/office/drawing/2014/main" id="{2F8167F8-6FAA-D252-98CF-05B411A5B17C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63772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6" name="Identity_red__4135">
              <a:extLst>
                <a:ext uri="{FF2B5EF4-FFF2-40B4-BE49-F238E27FC236}">
                  <a16:creationId xmlns:a16="http://schemas.microsoft.com/office/drawing/2014/main" id="{945B7C97-38D5-4C43-5462-956A0DBCB589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455009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7" name="Identity_red__4136">
              <a:extLst>
                <a:ext uri="{FF2B5EF4-FFF2-40B4-BE49-F238E27FC236}">
                  <a16:creationId xmlns:a16="http://schemas.microsoft.com/office/drawing/2014/main" id="{549E3CA6-3388-9EEE-6226-E91C6460FE4D}"/>
                </a:ext>
              </a:extLst>
            </p:cNvPr>
            <p:cNvSpPr>
              <a:spLocks noGrp="1"/>
            </p:cNvSpPr>
            <p:nvPr/>
          </p:nvSpPr>
          <p:spPr>
            <a:xfrm>
              <a:off x="10268903" y="4440555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4" name="label">
            <a:extLst>
              <a:ext uri="{FF2B5EF4-FFF2-40B4-BE49-F238E27FC236}">
                <a16:creationId xmlns:a16="http://schemas.microsoft.com/office/drawing/2014/main" id="{E2C0ED76-F9AA-FC7A-8DCB-8BB02C7B1DDF}"/>
              </a:ext>
            </a:extLst>
          </p:cNvPr>
          <p:cNvGrpSpPr/>
          <p:nvPr/>
        </p:nvGrpSpPr>
        <p:grpSpPr>
          <a:xfrm>
            <a:off x="4983433" y="4450441"/>
            <a:ext cx="1144315" cy="1449685"/>
            <a:chOff x="9752317" y="3328303"/>
            <a:chExt cx="2059767" cy="2609433"/>
          </a:xfrm>
        </p:grpSpPr>
        <p:sp>
          <p:nvSpPr>
            <p:cNvPr id="4138" name="label__4137">
              <a:extLst>
                <a:ext uri="{FF2B5EF4-FFF2-40B4-BE49-F238E27FC236}">
                  <a16:creationId xmlns:a16="http://schemas.microsoft.com/office/drawing/2014/main" id="{DAC5B051-F797-45BE-061C-4AD1A884FEF9}"/>
                </a:ext>
              </a:extLst>
            </p:cNvPr>
            <p:cNvSpPr>
              <a:spLocks noGrp="1"/>
            </p:cNvSpPr>
            <p:nvPr/>
          </p:nvSpPr>
          <p:spPr>
            <a:xfrm>
              <a:off x="10210798" y="3328303"/>
              <a:ext cx="142875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50B98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(</a:t>
              </a:r>
              <a:r>
                <a:rPr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Same identity</a:t>
              </a:r>
              <a:r>
                <a:rPr lang="en-US"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)</a:t>
              </a:r>
              <a:endParaRPr sz="900" dirty="0">
                <a:solidFill>
                  <a:srgbClr val="50B98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39" name="label__4138">
              <a:extLst>
                <a:ext uri="{FF2B5EF4-FFF2-40B4-BE49-F238E27FC236}">
                  <a16:creationId xmlns:a16="http://schemas.microsoft.com/office/drawing/2014/main" id="{32917BDA-EC55-7FFF-453F-B896B6594BC9}"/>
                </a:ext>
              </a:extLst>
            </p:cNvPr>
            <p:cNvSpPr>
              <a:spLocks noGrp="1"/>
            </p:cNvSpPr>
            <p:nvPr/>
          </p:nvSpPr>
          <p:spPr>
            <a:xfrm>
              <a:off x="9752317" y="4501663"/>
              <a:ext cx="1801842" cy="143607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700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sz="15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∅</a:t>
              </a:r>
            </a:p>
          </p:txBody>
        </p:sp>
        <p:sp>
          <p:nvSpPr>
            <p:cNvPr id="4140" name="label__4139">
              <a:extLst>
                <a:ext uri="{FF2B5EF4-FFF2-40B4-BE49-F238E27FC236}">
                  <a16:creationId xmlns:a16="http://schemas.microsoft.com/office/drawing/2014/main" id="{62A7C41A-6FDE-3B36-2613-ECB6192A9EE4}"/>
                </a:ext>
              </a:extLst>
            </p:cNvPr>
            <p:cNvSpPr>
              <a:spLocks noGrp="1"/>
            </p:cNvSpPr>
            <p:nvPr/>
          </p:nvSpPr>
          <p:spPr>
            <a:xfrm>
              <a:off x="10271761" y="5406120"/>
              <a:ext cx="1540323" cy="25717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9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(False positive)</a:t>
              </a:r>
              <a:endParaRPr sz="900" dirty="0">
                <a:solidFill>
                  <a:srgbClr val="5C6570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4145" name="label__4144">
            <a:extLst>
              <a:ext uri="{FF2B5EF4-FFF2-40B4-BE49-F238E27FC236}">
                <a16:creationId xmlns:a16="http://schemas.microsoft.com/office/drawing/2014/main" id="{42B7B582-4E61-94D7-FCAC-3EC648521BF5}"/>
              </a:ext>
            </a:extLst>
          </p:cNvPr>
          <p:cNvSpPr>
            <a:spLocks noGrp="1"/>
          </p:cNvSpPr>
          <p:nvPr/>
        </p:nvSpPr>
        <p:spPr>
          <a:xfrm>
            <a:off x="6172200" y="4188884"/>
            <a:ext cx="423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4146" name="label__4145">
            <a:extLst>
              <a:ext uri="{FF2B5EF4-FFF2-40B4-BE49-F238E27FC236}">
                <a16:creationId xmlns:a16="http://schemas.microsoft.com/office/drawing/2014/main" id="{D4B6AAED-A4D4-E170-17F8-1273924781EF}"/>
              </a:ext>
            </a:extLst>
          </p:cNvPr>
          <p:cNvSpPr>
            <a:spLocks noGrp="1"/>
          </p:cNvSpPr>
          <p:nvPr/>
        </p:nvSpPr>
        <p:spPr>
          <a:xfrm>
            <a:off x="6574970" y="3786717"/>
            <a:ext cx="989542" cy="3545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00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 </a:t>
            </a:r>
          </a:p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00" b="1" dirty="0">
                <a:solidFill>
                  <a:srgbClr val="263442"/>
                </a:solidFill>
                <a:latin typeface="Arial"/>
                <a:cs typeface="Arial"/>
              </a:rPr>
              <a:t>Docking tools</a:t>
            </a:r>
            <a:endParaRPr sz="1000" b="1" dirty="0">
              <a:solidFill>
                <a:srgbClr val="263442"/>
              </a:solidFill>
              <a:latin typeface="Arial"/>
              <a:cs typeface="Arial"/>
            </a:endParaRPr>
          </a:p>
        </p:txBody>
      </p:sp>
      <p:sp>
        <p:nvSpPr>
          <p:cNvPr id="4147" name="Builder_divider__4146">
            <a:extLst>
              <a:ext uri="{FF2B5EF4-FFF2-40B4-BE49-F238E27FC236}">
                <a16:creationId xmlns:a16="http://schemas.microsoft.com/office/drawing/2014/main" id="{8D883126-D6C8-8EB4-50EE-5FA7106EED0A}"/>
              </a:ext>
            </a:extLst>
          </p:cNvPr>
          <p:cNvSpPr>
            <a:spLocks noGrp="1"/>
          </p:cNvSpPr>
          <p:nvPr/>
        </p:nvSpPr>
        <p:spPr>
          <a:xfrm>
            <a:off x="6609744" y="4210050"/>
            <a:ext cx="878417" cy="53"/>
          </a:xfrm>
          <a:custGeom>
            <a:avLst/>
            <a:gdLst/>
            <a:ahLst/>
            <a:cxnLst/>
            <a:rect l="0" t="0" r="0" b="0"/>
            <a:pathLst>
              <a:path w="1581150" h="95">
                <a:moveTo>
                  <a:pt x="0" y="0"/>
                </a:moveTo>
                <a:lnTo>
                  <a:pt x="1581150" y="0"/>
                </a:lnTo>
              </a:path>
            </a:pathLst>
          </a:custGeom>
          <a:noFill/>
          <a:ln w="9525">
            <a:solidFill>
              <a:srgbClr val="D2D9DE"/>
            </a:solidFill>
          </a:ln>
        </p:spPr>
      </p:sp>
      <p:sp>
        <p:nvSpPr>
          <p:cNvPr id="4148" name="label__4147">
            <a:extLst>
              <a:ext uri="{FF2B5EF4-FFF2-40B4-BE49-F238E27FC236}">
                <a16:creationId xmlns:a16="http://schemas.microsoft.com/office/drawing/2014/main" id="{CBB58BC5-8BB4-D2DC-ADDE-05B0EC7ABBB9}"/>
              </a:ext>
            </a:extLst>
          </p:cNvPr>
          <p:cNvSpPr>
            <a:spLocks noGrp="1"/>
          </p:cNvSpPr>
          <p:nvPr/>
        </p:nvSpPr>
        <p:spPr>
          <a:xfrm>
            <a:off x="6546244" y="4152300"/>
            <a:ext cx="1010708" cy="9577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PocketXMol</a:t>
            </a:r>
            <a:endParaRPr sz="900" dirty="0">
              <a:solidFill>
                <a:srgbClr val="687780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Surflex</a:t>
            </a: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-Dock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EMERALD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Vina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grpSp>
        <p:nvGrpSpPr>
          <p:cNvPr id="6239" name="Build：输出背景密度">
            <a:extLst>
              <a:ext uri="{FF2B5EF4-FFF2-40B4-BE49-F238E27FC236}">
                <a16:creationId xmlns:a16="http://schemas.microsoft.com/office/drawing/2014/main" id="{47751F03-6B66-5D17-0890-E7C3C47E0B09}"/>
              </a:ext>
            </a:extLst>
          </p:cNvPr>
          <p:cNvGrpSpPr/>
          <p:nvPr/>
        </p:nvGrpSpPr>
        <p:grpSpPr>
          <a:xfrm>
            <a:off x="7569805" y="3825315"/>
            <a:ext cx="1185333" cy="1409762"/>
            <a:chOff x="14763750" y="2203077"/>
            <a:chExt cx="2133600" cy="2537571"/>
          </a:xfrm>
        </p:grpSpPr>
        <p:sp>
          <p:nvSpPr>
            <p:cNvPr id="4152" name="Output_density__4151">
              <a:extLst>
                <a:ext uri="{FF2B5EF4-FFF2-40B4-BE49-F238E27FC236}">
                  <a16:creationId xmlns:a16="http://schemas.microsoft.com/office/drawing/2014/main" id="{FAFED2E8-E5B1-EFE0-B281-5B6AF64BB25F}"/>
                </a:ext>
              </a:extLst>
            </p:cNvPr>
            <p:cNvSpPr>
              <a:spLocks noGrp="1"/>
            </p:cNvSpPr>
            <p:nvPr/>
          </p:nvSpPr>
          <p:spPr>
            <a:xfrm>
              <a:off x="15779168" y="4413937"/>
              <a:ext cx="64603" cy="34371"/>
            </a:xfrm>
            <a:custGeom>
              <a:avLst/>
              <a:gdLst/>
              <a:ahLst/>
              <a:cxnLst/>
              <a:rect l="0" t="0" r="0" b="0"/>
              <a:pathLst>
                <a:path w="64603" h="34371">
                  <a:moveTo>
                    <a:pt x="0" y="2953"/>
                  </a:moveTo>
                  <a:lnTo>
                    <a:pt x="8841" y="3472"/>
                  </a:lnTo>
                  <a:lnTo>
                    <a:pt x="9876" y="4434"/>
                  </a:lnTo>
                  <a:close/>
                  <a:moveTo>
                    <a:pt x="64603" y="34371"/>
                  </a:moveTo>
                  <a:lnTo>
                    <a:pt x="44771" y="0"/>
                  </a:lnTo>
                  <a:lnTo>
                    <a:pt x="9876" y="443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53" name="Output_density__4152">
              <a:extLst>
                <a:ext uri="{FF2B5EF4-FFF2-40B4-BE49-F238E27FC236}">
                  <a16:creationId xmlns:a16="http://schemas.microsoft.com/office/drawing/2014/main" id="{812F70DF-FEA5-4EFD-9A9B-82F3ACF2613A}"/>
                </a:ext>
              </a:extLst>
            </p:cNvPr>
            <p:cNvSpPr>
              <a:spLocks noGrp="1"/>
            </p:cNvSpPr>
            <p:nvPr/>
          </p:nvSpPr>
          <p:spPr>
            <a:xfrm>
              <a:off x="15717360" y="4374121"/>
              <a:ext cx="70649" cy="43289"/>
            </a:xfrm>
            <a:custGeom>
              <a:avLst/>
              <a:gdLst/>
              <a:ahLst/>
              <a:cxnLst/>
              <a:rect l="0" t="0" r="0" b="0"/>
              <a:pathLst>
                <a:path w="70649" h="43289">
                  <a:moveTo>
                    <a:pt x="0" y="0"/>
                  </a:moveTo>
                  <a:lnTo>
                    <a:pt x="61808" y="42769"/>
                  </a:lnTo>
                  <a:lnTo>
                    <a:pt x="23044" y="37068"/>
                  </a:lnTo>
                  <a:close/>
                  <a:moveTo>
                    <a:pt x="70649" y="43289"/>
                  </a:moveTo>
                  <a:lnTo>
                    <a:pt x="61808" y="42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4" name="Output_density__4153">
              <a:extLst>
                <a:ext uri="{FF2B5EF4-FFF2-40B4-BE49-F238E27FC236}">
                  <a16:creationId xmlns:a16="http://schemas.microsoft.com/office/drawing/2014/main" id="{174AEDCC-FCB9-138C-8079-11F35E51C6BF}"/>
                </a:ext>
              </a:extLst>
            </p:cNvPr>
            <p:cNvSpPr>
              <a:spLocks noGrp="1"/>
            </p:cNvSpPr>
            <p:nvPr/>
          </p:nvSpPr>
          <p:spPr>
            <a:xfrm>
              <a:off x="15870597" y="4270840"/>
              <a:ext cx="44588" cy="54666"/>
            </a:xfrm>
            <a:custGeom>
              <a:avLst/>
              <a:gdLst/>
              <a:ahLst/>
              <a:cxnLst/>
              <a:rect l="0" t="0" r="0" b="0"/>
              <a:pathLst>
                <a:path w="44588" h="54666">
                  <a:moveTo>
                    <a:pt x="44588" y="0"/>
                  </a:moveTo>
                  <a:lnTo>
                    <a:pt x="0" y="54666"/>
                  </a:lnTo>
                  <a:lnTo>
                    <a:pt x="37662" y="4632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5" name="Output_density__4154">
              <a:extLst>
                <a:ext uri="{FF2B5EF4-FFF2-40B4-BE49-F238E27FC236}">
                  <a16:creationId xmlns:a16="http://schemas.microsoft.com/office/drawing/2014/main" id="{710E72BE-01A4-23F5-C30E-AD57834D4AC8}"/>
                </a:ext>
              </a:extLst>
            </p:cNvPr>
            <p:cNvSpPr>
              <a:spLocks noGrp="1"/>
            </p:cNvSpPr>
            <p:nvPr/>
          </p:nvSpPr>
          <p:spPr>
            <a:xfrm>
              <a:off x="15701780" y="4049656"/>
              <a:ext cx="908187" cy="368715"/>
            </a:xfrm>
            <a:custGeom>
              <a:avLst/>
              <a:gdLst/>
              <a:ahLst/>
              <a:cxnLst/>
              <a:rect l="0" t="0" r="0" b="0"/>
              <a:pathLst>
                <a:path w="908187" h="368715">
                  <a:moveTo>
                    <a:pt x="15580" y="324465"/>
                  </a:moveTo>
                  <a:lnTo>
                    <a:pt x="38623" y="361533"/>
                  </a:lnTo>
                  <a:lnTo>
                    <a:pt x="0" y="315697"/>
                  </a:lnTo>
                  <a:close/>
                  <a:moveTo>
                    <a:pt x="106377" y="343140"/>
                  </a:moveTo>
                  <a:lnTo>
                    <a:pt x="77388" y="367234"/>
                  </a:lnTo>
                  <a:lnTo>
                    <a:pt x="87264" y="368715"/>
                  </a:lnTo>
                  <a:close/>
                  <a:moveTo>
                    <a:pt x="77388" y="367234"/>
                  </a:moveTo>
                  <a:lnTo>
                    <a:pt x="106377" y="343140"/>
                  </a:lnTo>
                  <a:lnTo>
                    <a:pt x="38623" y="361533"/>
                  </a:lnTo>
                  <a:close/>
                  <a:moveTo>
                    <a:pt x="908187" y="32668"/>
                  </a:moveTo>
                  <a:lnTo>
                    <a:pt x="852730" y="0"/>
                  </a:lnTo>
                  <a:lnTo>
                    <a:pt x="869592" y="2326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6" name="Output_density__4155">
              <a:extLst>
                <a:ext uri="{FF2B5EF4-FFF2-40B4-BE49-F238E27FC236}">
                  <a16:creationId xmlns:a16="http://schemas.microsoft.com/office/drawing/2014/main" id="{3020CCB5-950B-C2EF-80C5-932744DDAEFD}"/>
                </a:ext>
              </a:extLst>
            </p:cNvPr>
            <p:cNvSpPr>
              <a:spLocks noGrp="1"/>
            </p:cNvSpPr>
            <p:nvPr/>
          </p:nvSpPr>
          <p:spPr>
            <a:xfrm>
              <a:off x="15691457" y="3997247"/>
              <a:ext cx="879821" cy="447086"/>
            </a:xfrm>
            <a:custGeom>
              <a:avLst/>
              <a:gdLst/>
              <a:ahLst/>
              <a:cxnLst/>
              <a:rect l="0" t="0" r="0" b="0"/>
              <a:pathLst>
                <a:path w="879821" h="447086">
                  <a:moveTo>
                    <a:pt x="17680" y="345577"/>
                  </a:moveTo>
                  <a:lnTo>
                    <a:pt x="36409" y="419643"/>
                  </a:lnTo>
                  <a:lnTo>
                    <a:pt x="0" y="405613"/>
                  </a:lnTo>
                  <a:close/>
                  <a:moveTo>
                    <a:pt x="17680" y="345577"/>
                  </a:moveTo>
                  <a:lnTo>
                    <a:pt x="10324" y="368106"/>
                  </a:lnTo>
                  <a:lnTo>
                    <a:pt x="48947" y="413943"/>
                  </a:lnTo>
                  <a:close/>
                  <a:moveTo>
                    <a:pt x="48947" y="413943"/>
                  </a:moveTo>
                  <a:lnTo>
                    <a:pt x="69651" y="356451"/>
                  </a:lnTo>
                  <a:lnTo>
                    <a:pt x="17680" y="345577"/>
                  </a:lnTo>
                  <a:close/>
                  <a:moveTo>
                    <a:pt x="116700" y="395549"/>
                  </a:moveTo>
                  <a:lnTo>
                    <a:pt x="97588" y="421124"/>
                  </a:lnTo>
                  <a:lnTo>
                    <a:pt x="132482" y="416691"/>
                  </a:lnTo>
                  <a:close/>
                  <a:moveTo>
                    <a:pt x="116700" y="395549"/>
                  </a:moveTo>
                  <a:lnTo>
                    <a:pt x="69651" y="356451"/>
                  </a:lnTo>
                  <a:lnTo>
                    <a:pt x="48947" y="413943"/>
                  </a:lnTo>
                  <a:close/>
                  <a:moveTo>
                    <a:pt x="23005" y="316487"/>
                  </a:moveTo>
                  <a:lnTo>
                    <a:pt x="10324" y="368106"/>
                  </a:lnTo>
                  <a:lnTo>
                    <a:pt x="17680" y="345577"/>
                  </a:lnTo>
                  <a:close/>
                  <a:moveTo>
                    <a:pt x="200725" y="373454"/>
                  </a:moveTo>
                  <a:lnTo>
                    <a:pt x="149414" y="377187"/>
                  </a:lnTo>
                  <a:lnTo>
                    <a:pt x="170559" y="447086"/>
                  </a:lnTo>
                  <a:close/>
                  <a:moveTo>
                    <a:pt x="170559" y="447086"/>
                  </a:moveTo>
                  <a:lnTo>
                    <a:pt x="149414" y="377187"/>
                  </a:lnTo>
                  <a:lnTo>
                    <a:pt x="132482" y="416691"/>
                  </a:lnTo>
                  <a:close/>
                  <a:moveTo>
                    <a:pt x="157752" y="376269"/>
                  </a:moveTo>
                  <a:lnTo>
                    <a:pt x="204188" y="375208"/>
                  </a:lnTo>
                  <a:lnTo>
                    <a:pt x="170559" y="447086"/>
                  </a:lnTo>
                  <a:close/>
                  <a:moveTo>
                    <a:pt x="204188" y="375208"/>
                  </a:moveTo>
                  <a:lnTo>
                    <a:pt x="218422" y="395549"/>
                  </a:lnTo>
                  <a:lnTo>
                    <a:pt x="200725" y="373454"/>
                  </a:lnTo>
                  <a:close/>
                  <a:moveTo>
                    <a:pt x="204188" y="375208"/>
                  </a:moveTo>
                  <a:lnTo>
                    <a:pt x="207256" y="371455"/>
                  </a:lnTo>
                  <a:lnTo>
                    <a:pt x="221499" y="394547"/>
                  </a:lnTo>
                  <a:close/>
                  <a:moveTo>
                    <a:pt x="179141" y="328259"/>
                  </a:moveTo>
                  <a:lnTo>
                    <a:pt x="200725" y="373454"/>
                  </a:lnTo>
                  <a:lnTo>
                    <a:pt x="217993" y="387046"/>
                  </a:lnTo>
                  <a:close/>
                  <a:moveTo>
                    <a:pt x="81684" y="268782"/>
                  </a:moveTo>
                  <a:lnTo>
                    <a:pt x="120001" y="275614"/>
                  </a:lnTo>
                  <a:lnTo>
                    <a:pt x="94685" y="275372"/>
                  </a:lnTo>
                  <a:close/>
                  <a:moveTo>
                    <a:pt x="207660" y="253289"/>
                  </a:moveTo>
                  <a:lnTo>
                    <a:pt x="200283" y="244288"/>
                  </a:lnTo>
                  <a:lnTo>
                    <a:pt x="201941" y="246980"/>
                  </a:lnTo>
                  <a:close/>
                  <a:moveTo>
                    <a:pt x="201941" y="246980"/>
                  </a:moveTo>
                  <a:lnTo>
                    <a:pt x="223729" y="273593"/>
                  </a:lnTo>
                  <a:lnTo>
                    <a:pt x="253427" y="295825"/>
                  </a:lnTo>
                  <a:close/>
                  <a:moveTo>
                    <a:pt x="200283" y="244288"/>
                  </a:moveTo>
                  <a:lnTo>
                    <a:pt x="186783" y="196561"/>
                  </a:lnTo>
                  <a:lnTo>
                    <a:pt x="201941" y="246980"/>
                  </a:lnTo>
                  <a:close/>
                  <a:moveTo>
                    <a:pt x="879821" y="75631"/>
                  </a:moveTo>
                  <a:lnTo>
                    <a:pt x="861539" y="46747"/>
                  </a:lnTo>
                  <a:lnTo>
                    <a:pt x="85727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57" name="Output_density__4156">
              <a:extLst>
                <a:ext uri="{FF2B5EF4-FFF2-40B4-BE49-F238E27FC236}">
                  <a16:creationId xmlns:a16="http://schemas.microsoft.com/office/drawing/2014/main" id="{7760E5C1-2908-6AD4-310A-36D714A4ACA5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44226"/>
              <a:ext cx="183776" cy="200106"/>
            </a:xfrm>
            <a:custGeom>
              <a:avLst/>
              <a:gdLst/>
              <a:ahLst/>
              <a:cxnLst/>
              <a:rect l="0" t="0" r="0" b="0"/>
              <a:pathLst>
                <a:path w="183776" h="200106">
                  <a:moveTo>
                    <a:pt x="134537" y="128229"/>
                  </a:moveTo>
                  <a:lnTo>
                    <a:pt x="131074" y="126474"/>
                  </a:lnTo>
                  <a:lnTo>
                    <a:pt x="100908" y="200106"/>
                  </a:lnTo>
                  <a:close/>
                  <a:moveTo>
                    <a:pt x="47050" y="148569"/>
                  </a:moveTo>
                  <a:lnTo>
                    <a:pt x="62832" y="169711"/>
                  </a:lnTo>
                  <a:lnTo>
                    <a:pt x="79763" y="130207"/>
                  </a:lnTo>
                  <a:close/>
                  <a:moveTo>
                    <a:pt x="0" y="109471"/>
                  </a:moveTo>
                  <a:lnTo>
                    <a:pt x="47050" y="148569"/>
                  </a:lnTo>
                  <a:lnTo>
                    <a:pt x="59473" y="72939"/>
                  </a:lnTo>
                  <a:close/>
                  <a:moveTo>
                    <a:pt x="84725" y="116667"/>
                  </a:moveTo>
                  <a:lnTo>
                    <a:pt x="47050" y="148569"/>
                  </a:lnTo>
                  <a:lnTo>
                    <a:pt x="79763" y="130207"/>
                  </a:lnTo>
                  <a:close/>
                  <a:moveTo>
                    <a:pt x="109490" y="81279"/>
                  </a:moveTo>
                  <a:lnTo>
                    <a:pt x="84725" y="116667"/>
                  </a:lnTo>
                  <a:lnTo>
                    <a:pt x="79763" y="130207"/>
                  </a:lnTo>
                  <a:close/>
                  <a:moveTo>
                    <a:pt x="2952" y="91928"/>
                  </a:moveTo>
                  <a:lnTo>
                    <a:pt x="63398" y="36929"/>
                  </a:lnTo>
                  <a:lnTo>
                    <a:pt x="50350" y="28634"/>
                  </a:lnTo>
                  <a:close/>
                  <a:moveTo>
                    <a:pt x="2952" y="91928"/>
                  </a:moveTo>
                  <a:lnTo>
                    <a:pt x="50350" y="28634"/>
                  </a:lnTo>
                  <a:lnTo>
                    <a:pt x="12033" y="21802"/>
                  </a:lnTo>
                  <a:close/>
                  <a:moveTo>
                    <a:pt x="63398" y="36929"/>
                  </a:moveTo>
                  <a:lnTo>
                    <a:pt x="92480" y="72939"/>
                  </a:lnTo>
                  <a:lnTo>
                    <a:pt x="50350" y="28634"/>
                  </a:lnTo>
                  <a:close/>
                  <a:moveTo>
                    <a:pt x="92480" y="72939"/>
                  </a:moveTo>
                  <a:lnTo>
                    <a:pt x="109490" y="81279"/>
                  </a:lnTo>
                  <a:lnTo>
                    <a:pt x="50350" y="28634"/>
                  </a:lnTo>
                  <a:close/>
                  <a:moveTo>
                    <a:pt x="147152" y="72939"/>
                  </a:moveTo>
                  <a:lnTo>
                    <a:pt x="172479" y="100381"/>
                  </a:lnTo>
                  <a:lnTo>
                    <a:pt x="183776" y="48845"/>
                  </a:lnTo>
                  <a:close/>
                  <a:moveTo>
                    <a:pt x="183776" y="48845"/>
                  </a:moveTo>
                  <a:lnTo>
                    <a:pt x="154078" y="26613"/>
                  </a:lnTo>
                  <a:lnTo>
                    <a:pt x="147152" y="72939"/>
                  </a:lnTo>
                  <a:close/>
                  <a:moveTo>
                    <a:pt x="183776" y="48845"/>
                  </a:moveTo>
                  <a:lnTo>
                    <a:pt x="138009" y="6309"/>
                  </a:lnTo>
                  <a:lnTo>
                    <a:pt x="132290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8" name="Output_density__4157">
              <a:extLst>
                <a:ext uri="{FF2B5EF4-FFF2-40B4-BE49-F238E27FC236}">
                  <a16:creationId xmlns:a16="http://schemas.microsoft.com/office/drawing/2014/main" id="{06D9485F-E77E-C6B0-3574-58B438DBFC63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50536"/>
              <a:ext cx="221290" cy="142260"/>
            </a:xfrm>
            <a:custGeom>
              <a:avLst/>
              <a:gdLst/>
              <a:ahLst/>
              <a:cxnLst/>
              <a:rect l="0" t="0" r="0" b="0"/>
              <a:pathLst>
                <a:path w="221290" h="142260">
                  <a:moveTo>
                    <a:pt x="2952" y="85619"/>
                  </a:moveTo>
                  <a:lnTo>
                    <a:pt x="0" y="103162"/>
                  </a:lnTo>
                  <a:lnTo>
                    <a:pt x="59473" y="66630"/>
                  </a:lnTo>
                  <a:close/>
                  <a:moveTo>
                    <a:pt x="59473" y="66630"/>
                  </a:moveTo>
                  <a:lnTo>
                    <a:pt x="47050" y="142260"/>
                  </a:lnTo>
                  <a:lnTo>
                    <a:pt x="84725" y="110358"/>
                  </a:lnTo>
                  <a:close/>
                  <a:moveTo>
                    <a:pt x="92480" y="66630"/>
                  </a:moveTo>
                  <a:lnTo>
                    <a:pt x="84725" y="110358"/>
                  </a:lnTo>
                  <a:lnTo>
                    <a:pt x="109490" y="74970"/>
                  </a:lnTo>
                  <a:close/>
                  <a:moveTo>
                    <a:pt x="109490" y="74970"/>
                  </a:moveTo>
                  <a:lnTo>
                    <a:pt x="79763" y="123898"/>
                  </a:lnTo>
                  <a:lnTo>
                    <a:pt x="131074" y="120165"/>
                  </a:lnTo>
                  <a:close/>
                  <a:moveTo>
                    <a:pt x="59473" y="66630"/>
                  </a:moveTo>
                  <a:lnTo>
                    <a:pt x="63398" y="30619"/>
                  </a:lnTo>
                  <a:lnTo>
                    <a:pt x="2952" y="85619"/>
                  </a:lnTo>
                  <a:close/>
                  <a:moveTo>
                    <a:pt x="134537" y="121919"/>
                  </a:moveTo>
                  <a:lnTo>
                    <a:pt x="164072" y="97447"/>
                  </a:lnTo>
                  <a:lnTo>
                    <a:pt x="137605" y="118166"/>
                  </a:lnTo>
                  <a:close/>
                  <a:moveTo>
                    <a:pt x="147152" y="66630"/>
                  </a:moveTo>
                  <a:lnTo>
                    <a:pt x="137605" y="118166"/>
                  </a:lnTo>
                  <a:lnTo>
                    <a:pt x="172479" y="94072"/>
                  </a:lnTo>
                  <a:close/>
                  <a:moveTo>
                    <a:pt x="63398" y="30619"/>
                  </a:moveTo>
                  <a:lnTo>
                    <a:pt x="117413" y="42535"/>
                  </a:lnTo>
                  <a:lnTo>
                    <a:pt x="92480" y="66630"/>
                  </a:lnTo>
                  <a:close/>
                  <a:moveTo>
                    <a:pt x="183776" y="42535"/>
                  </a:moveTo>
                  <a:lnTo>
                    <a:pt x="221290" y="18442"/>
                  </a:lnTo>
                  <a:lnTo>
                    <a:pt x="13800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59" name="Output_density__4158">
              <a:extLst>
                <a:ext uri="{FF2B5EF4-FFF2-40B4-BE49-F238E27FC236}">
                  <a16:creationId xmlns:a16="http://schemas.microsoft.com/office/drawing/2014/main" id="{19C05739-2FD4-879C-10D1-DC3E2018E028}"/>
                </a:ext>
              </a:extLst>
            </p:cNvPr>
            <p:cNvSpPr>
              <a:spLocks noGrp="1"/>
            </p:cNvSpPr>
            <p:nvPr/>
          </p:nvSpPr>
          <p:spPr>
            <a:xfrm>
              <a:off x="16035208" y="4382688"/>
              <a:ext cx="28774" cy="27319"/>
            </a:xfrm>
            <a:custGeom>
              <a:avLst/>
              <a:gdLst/>
              <a:ahLst/>
              <a:cxnLst/>
              <a:rect l="0" t="0" r="0" b="0"/>
              <a:pathLst>
                <a:path w="28774" h="27319">
                  <a:moveTo>
                    <a:pt x="11632" y="13457"/>
                  </a:moveTo>
                  <a:lnTo>
                    <a:pt x="28774" y="0"/>
                  </a:lnTo>
                  <a:lnTo>
                    <a:pt x="0" y="2731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0" name="Output_density__4159">
              <a:extLst>
                <a:ext uri="{FF2B5EF4-FFF2-40B4-BE49-F238E27FC236}">
                  <a16:creationId xmlns:a16="http://schemas.microsoft.com/office/drawing/2014/main" id="{B3A5AD4D-DB59-D51C-7A52-BD54464334E2}"/>
                </a:ext>
              </a:extLst>
            </p:cNvPr>
            <p:cNvSpPr>
              <a:spLocks noGrp="1"/>
            </p:cNvSpPr>
            <p:nvPr/>
          </p:nvSpPr>
          <p:spPr>
            <a:xfrm>
              <a:off x="15710752" y="4055104"/>
              <a:ext cx="977313" cy="413322"/>
            </a:xfrm>
            <a:custGeom>
              <a:avLst/>
              <a:gdLst/>
              <a:ahLst/>
              <a:cxnLst/>
              <a:rect l="0" t="0" r="0" b="0"/>
              <a:pathLst>
                <a:path w="977313" h="413322">
                  <a:moveTo>
                    <a:pt x="17114" y="361786"/>
                  </a:moveTo>
                  <a:lnTo>
                    <a:pt x="18327" y="337692"/>
                  </a:lnTo>
                  <a:lnTo>
                    <a:pt x="0" y="413322"/>
                  </a:lnTo>
                  <a:close/>
                  <a:moveTo>
                    <a:pt x="309313" y="338064"/>
                  </a:moveTo>
                  <a:lnTo>
                    <a:pt x="284358" y="379660"/>
                  </a:lnTo>
                  <a:lnTo>
                    <a:pt x="353230" y="327584"/>
                  </a:lnTo>
                  <a:close/>
                  <a:moveTo>
                    <a:pt x="336088" y="341041"/>
                  </a:moveTo>
                  <a:lnTo>
                    <a:pt x="359860" y="316947"/>
                  </a:lnTo>
                  <a:lnTo>
                    <a:pt x="353230" y="327584"/>
                  </a:lnTo>
                  <a:close/>
                  <a:moveTo>
                    <a:pt x="392740" y="241316"/>
                  </a:moveTo>
                  <a:lnTo>
                    <a:pt x="370865" y="258619"/>
                  </a:lnTo>
                  <a:lnTo>
                    <a:pt x="359860" y="316947"/>
                  </a:lnTo>
                  <a:close/>
                  <a:moveTo>
                    <a:pt x="370865" y="258619"/>
                  </a:moveTo>
                  <a:lnTo>
                    <a:pt x="392740" y="241316"/>
                  </a:lnTo>
                  <a:lnTo>
                    <a:pt x="448083" y="237747"/>
                  </a:lnTo>
                  <a:close/>
                  <a:moveTo>
                    <a:pt x="467762" y="176425"/>
                  </a:moveTo>
                  <a:lnTo>
                    <a:pt x="460790" y="217222"/>
                  </a:lnTo>
                  <a:lnTo>
                    <a:pt x="478387" y="176374"/>
                  </a:lnTo>
                  <a:close/>
                  <a:moveTo>
                    <a:pt x="942143" y="13044"/>
                  </a:moveTo>
                  <a:lnTo>
                    <a:pt x="977313" y="21122"/>
                  </a:lnTo>
                  <a:lnTo>
                    <a:pt x="928016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1" name="Output_density__4160">
              <a:extLst>
                <a:ext uri="{FF2B5EF4-FFF2-40B4-BE49-F238E27FC236}">
                  <a16:creationId xmlns:a16="http://schemas.microsoft.com/office/drawing/2014/main" id="{66014EC7-4DA4-D8CD-4BF0-9750ADC7B76D}"/>
                </a:ext>
              </a:extLst>
            </p:cNvPr>
            <p:cNvSpPr>
              <a:spLocks noGrp="1"/>
            </p:cNvSpPr>
            <p:nvPr/>
          </p:nvSpPr>
          <p:spPr>
            <a:xfrm>
              <a:off x="15633971" y="3845986"/>
              <a:ext cx="1004797" cy="556874"/>
            </a:xfrm>
            <a:custGeom>
              <a:avLst/>
              <a:gdLst/>
              <a:ahLst/>
              <a:cxnLst/>
              <a:rect l="0" t="0" r="0" b="0"/>
              <a:pathLst>
                <a:path w="1004797" h="556874">
                  <a:moveTo>
                    <a:pt x="70960" y="495273"/>
                  </a:moveTo>
                  <a:lnTo>
                    <a:pt x="75166" y="496838"/>
                  </a:lnTo>
                  <a:lnTo>
                    <a:pt x="33786" y="508040"/>
                  </a:lnTo>
                  <a:close/>
                  <a:moveTo>
                    <a:pt x="75166" y="496838"/>
                  </a:moveTo>
                  <a:lnTo>
                    <a:pt x="57486" y="556874"/>
                  </a:lnTo>
                  <a:lnTo>
                    <a:pt x="33786" y="508040"/>
                  </a:lnTo>
                  <a:close/>
                  <a:moveTo>
                    <a:pt x="11190" y="448124"/>
                  </a:moveTo>
                  <a:lnTo>
                    <a:pt x="70960" y="495273"/>
                  </a:lnTo>
                  <a:lnTo>
                    <a:pt x="24402" y="472957"/>
                  </a:lnTo>
                  <a:close/>
                  <a:moveTo>
                    <a:pt x="75166" y="496838"/>
                  </a:moveTo>
                  <a:lnTo>
                    <a:pt x="70960" y="495273"/>
                  </a:lnTo>
                  <a:lnTo>
                    <a:pt x="11190" y="448124"/>
                  </a:lnTo>
                  <a:close/>
                  <a:moveTo>
                    <a:pt x="70960" y="495273"/>
                  </a:moveTo>
                  <a:lnTo>
                    <a:pt x="77637" y="494829"/>
                  </a:lnTo>
                  <a:lnTo>
                    <a:pt x="24402" y="472957"/>
                  </a:lnTo>
                  <a:close/>
                  <a:moveTo>
                    <a:pt x="24402" y="472957"/>
                  </a:moveTo>
                  <a:lnTo>
                    <a:pt x="77637" y="494829"/>
                  </a:lnTo>
                  <a:lnTo>
                    <a:pt x="95730" y="430063"/>
                  </a:lnTo>
                  <a:close/>
                  <a:moveTo>
                    <a:pt x="24402" y="472957"/>
                  </a:moveTo>
                  <a:lnTo>
                    <a:pt x="95730" y="430063"/>
                  </a:lnTo>
                  <a:lnTo>
                    <a:pt x="48331" y="427522"/>
                  </a:lnTo>
                  <a:close/>
                  <a:moveTo>
                    <a:pt x="136799" y="419643"/>
                  </a:moveTo>
                  <a:lnTo>
                    <a:pt x="95730" y="430063"/>
                  </a:lnTo>
                  <a:lnTo>
                    <a:pt x="139170" y="420043"/>
                  </a:lnTo>
                  <a:close/>
                  <a:moveTo>
                    <a:pt x="139170" y="420043"/>
                  </a:moveTo>
                  <a:lnTo>
                    <a:pt x="95730" y="430063"/>
                  </a:lnTo>
                  <a:lnTo>
                    <a:pt x="77637" y="494829"/>
                  </a:lnTo>
                  <a:close/>
                  <a:moveTo>
                    <a:pt x="139170" y="420043"/>
                  </a:moveTo>
                  <a:lnTo>
                    <a:pt x="77637" y="494829"/>
                  </a:lnTo>
                  <a:lnTo>
                    <a:pt x="130089" y="490169"/>
                  </a:lnTo>
                  <a:close/>
                  <a:moveTo>
                    <a:pt x="40252" y="419643"/>
                  </a:moveTo>
                  <a:lnTo>
                    <a:pt x="0" y="443737"/>
                  </a:lnTo>
                  <a:lnTo>
                    <a:pt x="24402" y="472957"/>
                  </a:lnTo>
                  <a:close/>
                  <a:moveTo>
                    <a:pt x="215862" y="521162"/>
                  </a:moveTo>
                  <a:lnTo>
                    <a:pt x="215238" y="527530"/>
                  </a:lnTo>
                  <a:lnTo>
                    <a:pt x="209080" y="544283"/>
                  </a:lnTo>
                  <a:close/>
                  <a:moveTo>
                    <a:pt x="186610" y="471179"/>
                  </a:moveTo>
                  <a:lnTo>
                    <a:pt x="211862" y="514908"/>
                  </a:lnTo>
                  <a:lnTo>
                    <a:pt x="200937" y="498622"/>
                  </a:lnTo>
                  <a:close/>
                  <a:moveTo>
                    <a:pt x="219341" y="447085"/>
                  </a:moveTo>
                  <a:lnTo>
                    <a:pt x="186610" y="471179"/>
                  </a:lnTo>
                  <a:lnTo>
                    <a:pt x="200937" y="498622"/>
                  </a:lnTo>
                  <a:close/>
                  <a:moveTo>
                    <a:pt x="286983" y="498622"/>
                  </a:moveTo>
                  <a:lnTo>
                    <a:pt x="215862" y="521162"/>
                  </a:lnTo>
                  <a:lnTo>
                    <a:pt x="219617" y="471179"/>
                  </a:lnTo>
                  <a:close/>
                  <a:moveTo>
                    <a:pt x="244550" y="447085"/>
                  </a:moveTo>
                  <a:lnTo>
                    <a:pt x="286983" y="498622"/>
                  </a:lnTo>
                  <a:lnTo>
                    <a:pt x="219617" y="471179"/>
                  </a:lnTo>
                  <a:close/>
                  <a:moveTo>
                    <a:pt x="226964" y="436471"/>
                  </a:moveTo>
                  <a:lnTo>
                    <a:pt x="244550" y="447085"/>
                  </a:lnTo>
                  <a:lnTo>
                    <a:pt x="190535" y="435169"/>
                  </a:lnTo>
                  <a:close/>
                  <a:moveTo>
                    <a:pt x="98815" y="414869"/>
                  </a:moveTo>
                  <a:lnTo>
                    <a:pt x="95730" y="430063"/>
                  </a:lnTo>
                  <a:lnTo>
                    <a:pt x="136799" y="419643"/>
                  </a:lnTo>
                  <a:close/>
                  <a:moveTo>
                    <a:pt x="310913" y="447085"/>
                  </a:moveTo>
                  <a:lnTo>
                    <a:pt x="299616" y="498622"/>
                  </a:lnTo>
                  <a:lnTo>
                    <a:pt x="325498" y="474528"/>
                  </a:lnTo>
                  <a:close/>
                  <a:moveTo>
                    <a:pt x="310913" y="447085"/>
                  </a:moveTo>
                  <a:lnTo>
                    <a:pt x="325498" y="474528"/>
                  </a:lnTo>
                  <a:lnTo>
                    <a:pt x="348427" y="422992"/>
                  </a:lnTo>
                  <a:close/>
                  <a:moveTo>
                    <a:pt x="257770" y="395549"/>
                  </a:moveTo>
                  <a:lnTo>
                    <a:pt x="265146" y="404550"/>
                  </a:lnTo>
                  <a:lnTo>
                    <a:pt x="297369" y="390126"/>
                  </a:lnTo>
                  <a:close/>
                  <a:moveTo>
                    <a:pt x="257770" y="395549"/>
                  </a:moveTo>
                  <a:lnTo>
                    <a:pt x="297369" y="390126"/>
                  </a:lnTo>
                  <a:lnTo>
                    <a:pt x="269453" y="371455"/>
                  </a:lnTo>
                  <a:close/>
                  <a:moveTo>
                    <a:pt x="348427" y="422992"/>
                  </a:moveTo>
                  <a:lnTo>
                    <a:pt x="297369" y="390126"/>
                  </a:lnTo>
                  <a:lnTo>
                    <a:pt x="265146" y="404550"/>
                  </a:lnTo>
                  <a:close/>
                  <a:moveTo>
                    <a:pt x="244183" y="344012"/>
                  </a:moveTo>
                  <a:lnTo>
                    <a:pt x="257770" y="395549"/>
                  </a:lnTo>
                  <a:lnTo>
                    <a:pt x="269453" y="371455"/>
                  </a:lnTo>
                  <a:close/>
                  <a:moveTo>
                    <a:pt x="244183" y="344012"/>
                  </a:moveTo>
                  <a:lnTo>
                    <a:pt x="269453" y="371455"/>
                  </a:lnTo>
                  <a:lnTo>
                    <a:pt x="236202" y="319918"/>
                  </a:lnTo>
                  <a:close/>
                  <a:moveTo>
                    <a:pt x="430341" y="403035"/>
                  </a:moveTo>
                  <a:lnTo>
                    <a:pt x="444431" y="422992"/>
                  </a:lnTo>
                  <a:lnTo>
                    <a:pt x="428666" y="399360"/>
                  </a:lnTo>
                  <a:close/>
                  <a:moveTo>
                    <a:pt x="269453" y="371455"/>
                  </a:moveTo>
                  <a:lnTo>
                    <a:pt x="297369" y="390126"/>
                  </a:lnTo>
                  <a:lnTo>
                    <a:pt x="306138" y="360266"/>
                  </a:lnTo>
                  <a:close/>
                  <a:moveTo>
                    <a:pt x="306138" y="360266"/>
                  </a:moveTo>
                  <a:lnTo>
                    <a:pt x="297369" y="390126"/>
                  </a:lnTo>
                  <a:lnTo>
                    <a:pt x="357702" y="419070"/>
                  </a:lnTo>
                  <a:close/>
                  <a:moveTo>
                    <a:pt x="269453" y="371455"/>
                  </a:moveTo>
                  <a:lnTo>
                    <a:pt x="306138" y="360266"/>
                  </a:lnTo>
                  <a:lnTo>
                    <a:pt x="236202" y="319918"/>
                  </a:lnTo>
                  <a:close/>
                  <a:moveTo>
                    <a:pt x="347080" y="302220"/>
                  </a:moveTo>
                  <a:lnTo>
                    <a:pt x="306138" y="360266"/>
                  </a:lnTo>
                  <a:lnTo>
                    <a:pt x="362827" y="352160"/>
                  </a:lnTo>
                  <a:close/>
                  <a:moveTo>
                    <a:pt x="501700" y="440710"/>
                  </a:moveTo>
                  <a:lnTo>
                    <a:pt x="430341" y="403035"/>
                  </a:lnTo>
                  <a:lnTo>
                    <a:pt x="431077" y="397400"/>
                  </a:lnTo>
                  <a:close/>
                  <a:moveTo>
                    <a:pt x="431077" y="397400"/>
                  </a:moveTo>
                  <a:lnTo>
                    <a:pt x="448755" y="398898"/>
                  </a:lnTo>
                  <a:lnTo>
                    <a:pt x="501700" y="440710"/>
                  </a:lnTo>
                  <a:close/>
                  <a:moveTo>
                    <a:pt x="1004797" y="209118"/>
                  </a:moveTo>
                  <a:lnTo>
                    <a:pt x="964334" y="178704"/>
                  </a:lnTo>
                  <a:lnTo>
                    <a:pt x="920540" y="203670"/>
                  </a:lnTo>
                  <a:close/>
                  <a:moveTo>
                    <a:pt x="914587" y="81961"/>
                  </a:moveTo>
                  <a:lnTo>
                    <a:pt x="945215" y="121247"/>
                  </a:lnTo>
                  <a:lnTo>
                    <a:pt x="942521" y="127167"/>
                  </a:lnTo>
                  <a:close/>
                  <a:moveTo>
                    <a:pt x="942521" y="127167"/>
                  </a:moveTo>
                  <a:lnTo>
                    <a:pt x="945215" y="121247"/>
                  </a:lnTo>
                  <a:lnTo>
                    <a:pt x="914763" y="151261"/>
                  </a:lnTo>
                  <a:close/>
                  <a:moveTo>
                    <a:pt x="914845" y="47479"/>
                  </a:moveTo>
                  <a:lnTo>
                    <a:pt x="914587" y="81961"/>
                  </a:lnTo>
                  <a:lnTo>
                    <a:pt x="913622" y="75631"/>
                  </a:lnTo>
                  <a:close/>
                  <a:moveTo>
                    <a:pt x="920550" y="0"/>
                  </a:moveTo>
                  <a:lnTo>
                    <a:pt x="915752" y="18272"/>
                  </a:lnTo>
                  <a:lnTo>
                    <a:pt x="913622" y="756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62" name="Output_density__4161">
              <a:extLst>
                <a:ext uri="{FF2B5EF4-FFF2-40B4-BE49-F238E27FC236}">
                  <a16:creationId xmlns:a16="http://schemas.microsoft.com/office/drawing/2014/main" id="{BA8A211C-C1CA-5002-C844-70C19EDE043C}"/>
                </a:ext>
              </a:extLst>
            </p:cNvPr>
            <p:cNvSpPr>
              <a:spLocks noGrp="1"/>
            </p:cNvSpPr>
            <p:nvPr/>
          </p:nvSpPr>
          <p:spPr>
            <a:xfrm>
              <a:off x="15698453" y="4052132"/>
              <a:ext cx="997006" cy="364758"/>
            </a:xfrm>
            <a:custGeom>
              <a:avLst/>
              <a:gdLst/>
              <a:ahLst/>
              <a:cxnLst/>
              <a:rect l="0" t="0" r="0" b="0"/>
              <a:pathLst>
                <a:path w="997006" h="364758">
                  <a:moveTo>
                    <a:pt x="30627" y="340664"/>
                  </a:moveTo>
                  <a:lnTo>
                    <a:pt x="29413" y="364758"/>
                  </a:lnTo>
                  <a:lnTo>
                    <a:pt x="10684" y="290692"/>
                  </a:lnTo>
                  <a:close/>
                  <a:moveTo>
                    <a:pt x="29565" y="338085"/>
                  </a:moveTo>
                  <a:lnTo>
                    <a:pt x="6478" y="289127"/>
                  </a:lnTo>
                  <a:lnTo>
                    <a:pt x="0" y="281762"/>
                  </a:lnTo>
                  <a:close/>
                  <a:moveTo>
                    <a:pt x="29565" y="338085"/>
                  </a:moveTo>
                  <a:lnTo>
                    <a:pt x="30627" y="340664"/>
                  </a:lnTo>
                  <a:lnTo>
                    <a:pt x="65607" y="284023"/>
                  </a:lnTo>
                  <a:close/>
                  <a:moveTo>
                    <a:pt x="19675" y="157897"/>
                  </a:moveTo>
                  <a:lnTo>
                    <a:pt x="72317" y="213497"/>
                  </a:lnTo>
                  <a:lnTo>
                    <a:pt x="22993" y="161960"/>
                  </a:lnTo>
                  <a:close/>
                  <a:moveTo>
                    <a:pt x="365859" y="196889"/>
                  </a:moveTo>
                  <a:lnTo>
                    <a:pt x="405039" y="244288"/>
                  </a:lnTo>
                  <a:lnTo>
                    <a:pt x="379949" y="216845"/>
                  </a:lnTo>
                  <a:close/>
                  <a:moveTo>
                    <a:pt x="280042" y="89678"/>
                  </a:moveTo>
                  <a:lnTo>
                    <a:pt x="250725" y="115773"/>
                  </a:lnTo>
                  <a:lnTo>
                    <a:pt x="282598" y="96074"/>
                  </a:lnTo>
                  <a:close/>
                  <a:moveTo>
                    <a:pt x="258752" y="14735"/>
                  </a:moveTo>
                  <a:lnTo>
                    <a:pt x="256408" y="79384"/>
                  </a:lnTo>
                  <a:lnTo>
                    <a:pt x="280042" y="89678"/>
                  </a:lnTo>
                  <a:close/>
                  <a:moveTo>
                    <a:pt x="989613" y="24094"/>
                  </a:moveTo>
                  <a:lnTo>
                    <a:pt x="997006" y="0"/>
                  </a:lnTo>
                  <a:lnTo>
                    <a:pt x="940315" y="297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3" name="Output_density__4162">
              <a:extLst>
                <a:ext uri="{FF2B5EF4-FFF2-40B4-BE49-F238E27FC236}">
                  <a16:creationId xmlns:a16="http://schemas.microsoft.com/office/drawing/2014/main" id="{7D3970F4-9D4D-02A9-E655-2ADD1950470C}"/>
                </a:ext>
              </a:extLst>
            </p:cNvPr>
            <p:cNvSpPr>
              <a:spLocks noGrp="1"/>
            </p:cNvSpPr>
            <p:nvPr/>
          </p:nvSpPr>
          <p:spPr>
            <a:xfrm>
              <a:off x="15595341" y="4043993"/>
              <a:ext cx="1043427" cy="348803"/>
            </a:xfrm>
            <a:custGeom>
              <a:avLst/>
              <a:gdLst/>
              <a:ahLst/>
              <a:cxnLst/>
              <a:rect l="0" t="0" r="0" b="0"/>
              <a:pathLst>
                <a:path w="1043427" h="348803">
                  <a:moveTo>
                    <a:pt x="165767" y="309705"/>
                  </a:moveTo>
                  <a:lnTo>
                    <a:pt x="133739" y="348803"/>
                  </a:lnTo>
                  <a:lnTo>
                    <a:pt x="113796" y="298830"/>
                  </a:lnTo>
                  <a:close/>
                  <a:moveTo>
                    <a:pt x="77258" y="265792"/>
                  </a:moveTo>
                  <a:lnTo>
                    <a:pt x="113796" y="298830"/>
                  </a:lnTo>
                  <a:lnTo>
                    <a:pt x="49820" y="250117"/>
                  </a:lnTo>
                  <a:close/>
                  <a:moveTo>
                    <a:pt x="38630" y="245729"/>
                  </a:moveTo>
                  <a:lnTo>
                    <a:pt x="49820" y="250117"/>
                  </a:lnTo>
                  <a:lnTo>
                    <a:pt x="63032" y="274950"/>
                  </a:lnTo>
                  <a:close/>
                  <a:moveTo>
                    <a:pt x="116267" y="296822"/>
                  </a:moveTo>
                  <a:lnTo>
                    <a:pt x="109590" y="297266"/>
                  </a:lnTo>
                  <a:lnTo>
                    <a:pt x="132677" y="346224"/>
                  </a:lnTo>
                  <a:close/>
                  <a:moveTo>
                    <a:pt x="168719" y="292162"/>
                  </a:moveTo>
                  <a:lnTo>
                    <a:pt x="133739" y="348803"/>
                  </a:lnTo>
                  <a:lnTo>
                    <a:pt x="165767" y="309705"/>
                  </a:lnTo>
                  <a:close/>
                  <a:moveTo>
                    <a:pt x="116267" y="296822"/>
                  </a:moveTo>
                  <a:lnTo>
                    <a:pt x="132677" y="346224"/>
                  </a:lnTo>
                  <a:lnTo>
                    <a:pt x="168719" y="292162"/>
                  </a:lnTo>
                  <a:close/>
                  <a:moveTo>
                    <a:pt x="78881" y="221636"/>
                  </a:moveTo>
                  <a:lnTo>
                    <a:pt x="0" y="189895"/>
                  </a:lnTo>
                  <a:lnTo>
                    <a:pt x="8102" y="194193"/>
                  </a:lnTo>
                  <a:close/>
                  <a:moveTo>
                    <a:pt x="78881" y="221636"/>
                  </a:moveTo>
                  <a:lnTo>
                    <a:pt x="8102" y="194193"/>
                  </a:lnTo>
                  <a:lnTo>
                    <a:pt x="38630" y="245729"/>
                  </a:lnTo>
                  <a:close/>
                  <a:moveTo>
                    <a:pt x="175429" y="221636"/>
                  </a:moveTo>
                  <a:lnTo>
                    <a:pt x="177800" y="222036"/>
                  </a:lnTo>
                  <a:lnTo>
                    <a:pt x="126105" y="170099"/>
                  </a:lnTo>
                  <a:close/>
                  <a:moveTo>
                    <a:pt x="86929" y="219947"/>
                  </a:moveTo>
                  <a:lnTo>
                    <a:pt x="137445" y="216862"/>
                  </a:lnTo>
                  <a:lnTo>
                    <a:pt x="122787" y="166036"/>
                  </a:lnTo>
                  <a:close/>
                  <a:moveTo>
                    <a:pt x="122787" y="166036"/>
                  </a:moveTo>
                  <a:lnTo>
                    <a:pt x="137445" y="216862"/>
                  </a:lnTo>
                  <a:lnTo>
                    <a:pt x="175429" y="221636"/>
                  </a:lnTo>
                  <a:close/>
                  <a:moveTo>
                    <a:pt x="385710" y="104213"/>
                  </a:moveTo>
                  <a:lnTo>
                    <a:pt x="353836" y="123912"/>
                  </a:lnTo>
                  <a:lnTo>
                    <a:pt x="344768" y="162258"/>
                  </a:lnTo>
                  <a:close/>
                  <a:moveTo>
                    <a:pt x="401457" y="154153"/>
                  </a:moveTo>
                  <a:lnTo>
                    <a:pt x="449106" y="153397"/>
                  </a:lnTo>
                  <a:lnTo>
                    <a:pt x="385710" y="104213"/>
                  </a:lnTo>
                  <a:close/>
                  <a:moveTo>
                    <a:pt x="274832" y="121911"/>
                  </a:moveTo>
                  <a:lnTo>
                    <a:pt x="275944" y="117486"/>
                  </a:lnTo>
                  <a:lnTo>
                    <a:pt x="269372" y="60086"/>
                  </a:lnTo>
                  <a:close/>
                  <a:moveTo>
                    <a:pt x="353836" y="123912"/>
                  </a:moveTo>
                  <a:lnTo>
                    <a:pt x="383153" y="97817"/>
                  </a:lnTo>
                  <a:lnTo>
                    <a:pt x="359520" y="87522"/>
                  </a:lnTo>
                  <a:close/>
                  <a:moveTo>
                    <a:pt x="959170" y="5663"/>
                  </a:moveTo>
                  <a:lnTo>
                    <a:pt x="958236" y="5359"/>
                  </a:lnTo>
                  <a:lnTo>
                    <a:pt x="976032" y="28930"/>
                  </a:lnTo>
                  <a:close/>
                  <a:moveTo>
                    <a:pt x="958236" y="5359"/>
                  </a:moveTo>
                  <a:lnTo>
                    <a:pt x="957655" y="0"/>
                  </a:lnTo>
                  <a:lnTo>
                    <a:pt x="975937" y="28884"/>
                  </a:lnTo>
                  <a:close/>
                  <a:moveTo>
                    <a:pt x="1014627" y="38330"/>
                  </a:moveTo>
                  <a:lnTo>
                    <a:pt x="1043427" y="11111"/>
                  </a:lnTo>
                  <a:lnTo>
                    <a:pt x="959170" y="566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4" name="Output_density__4163">
              <a:extLst>
                <a:ext uri="{FF2B5EF4-FFF2-40B4-BE49-F238E27FC236}">
                  <a16:creationId xmlns:a16="http://schemas.microsoft.com/office/drawing/2014/main" id="{CC14450E-E07C-3350-AB53-320DA621DDCD}"/>
                </a:ext>
              </a:extLst>
            </p:cNvPr>
            <p:cNvSpPr>
              <a:spLocks noGrp="1"/>
            </p:cNvSpPr>
            <p:nvPr/>
          </p:nvSpPr>
          <p:spPr>
            <a:xfrm>
              <a:off x="15820580" y="3897522"/>
              <a:ext cx="777725" cy="469626"/>
            </a:xfrm>
            <a:custGeom>
              <a:avLst/>
              <a:gdLst/>
              <a:ahLst/>
              <a:cxnLst/>
              <a:rect l="0" t="0" r="0" b="0"/>
              <a:pathLst>
                <a:path w="777725" h="469626">
                  <a:moveTo>
                    <a:pt x="40354" y="384934"/>
                  </a:moveTo>
                  <a:lnTo>
                    <a:pt x="0" y="419643"/>
                  </a:lnTo>
                  <a:lnTo>
                    <a:pt x="32732" y="395549"/>
                  </a:lnTo>
                  <a:close/>
                  <a:moveTo>
                    <a:pt x="40354" y="384934"/>
                  </a:moveTo>
                  <a:lnTo>
                    <a:pt x="3925" y="383633"/>
                  </a:lnTo>
                  <a:lnTo>
                    <a:pt x="0" y="419643"/>
                  </a:lnTo>
                  <a:close/>
                  <a:moveTo>
                    <a:pt x="33007" y="419643"/>
                  </a:moveTo>
                  <a:lnTo>
                    <a:pt x="29252" y="469626"/>
                  </a:lnTo>
                  <a:lnTo>
                    <a:pt x="25253" y="463371"/>
                  </a:lnTo>
                  <a:close/>
                  <a:moveTo>
                    <a:pt x="171092" y="367534"/>
                  </a:moveTo>
                  <a:lnTo>
                    <a:pt x="110759" y="338590"/>
                  </a:lnTo>
                  <a:lnTo>
                    <a:pt x="161817" y="371455"/>
                  </a:lnTo>
                  <a:close/>
                  <a:moveTo>
                    <a:pt x="176218" y="300624"/>
                  </a:moveTo>
                  <a:lnTo>
                    <a:pt x="119529" y="308729"/>
                  </a:lnTo>
                  <a:lnTo>
                    <a:pt x="171092" y="367534"/>
                  </a:lnTo>
                  <a:close/>
                  <a:moveTo>
                    <a:pt x="171092" y="367534"/>
                  </a:moveTo>
                  <a:lnTo>
                    <a:pt x="242057" y="347824"/>
                  </a:lnTo>
                  <a:lnTo>
                    <a:pt x="223867" y="299868"/>
                  </a:lnTo>
                  <a:close/>
                  <a:moveTo>
                    <a:pt x="171092" y="367534"/>
                  </a:moveTo>
                  <a:lnTo>
                    <a:pt x="223867" y="299868"/>
                  </a:lnTo>
                  <a:lnTo>
                    <a:pt x="176218" y="300624"/>
                  </a:lnTo>
                  <a:close/>
                  <a:moveTo>
                    <a:pt x="243732" y="351499"/>
                  </a:moveTo>
                  <a:lnTo>
                    <a:pt x="248169" y="323267"/>
                  </a:lnTo>
                  <a:lnTo>
                    <a:pt x="244467" y="345864"/>
                  </a:lnTo>
                  <a:close/>
                  <a:moveTo>
                    <a:pt x="262146" y="347361"/>
                  </a:moveTo>
                  <a:lnTo>
                    <a:pt x="244467" y="345864"/>
                  </a:lnTo>
                  <a:lnTo>
                    <a:pt x="231631" y="293556"/>
                  </a:lnTo>
                  <a:close/>
                  <a:moveTo>
                    <a:pt x="231631" y="293556"/>
                  </a:moveTo>
                  <a:lnTo>
                    <a:pt x="244467" y="345864"/>
                  </a:lnTo>
                  <a:lnTo>
                    <a:pt x="203711" y="278273"/>
                  </a:lnTo>
                  <a:close/>
                  <a:moveTo>
                    <a:pt x="501468" y="211727"/>
                  </a:moveTo>
                  <a:lnTo>
                    <a:pt x="471663" y="223543"/>
                  </a:lnTo>
                  <a:lnTo>
                    <a:pt x="512281" y="217321"/>
                  </a:lnTo>
                  <a:close/>
                  <a:moveTo>
                    <a:pt x="733930" y="152134"/>
                  </a:moveTo>
                  <a:lnTo>
                    <a:pt x="732236" y="151261"/>
                  </a:lnTo>
                  <a:lnTo>
                    <a:pt x="732997" y="151830"/>
                  </a:lnTo>
                  <a:close/>
                  <a:moveTo>
                    <a:pt x="732416" y="146471"/>
                  </a:moveTo>
                  <a:lnTo>
                    <a:pt x="732997" y="151830"/>
                  </a:lnTo>
                  <a:lnTo>
                    <a:pt x="732236" y="151261"/>
                  </a:lnTo>
                  <a:close/>
                  <a:moveTo>
                    <a:pt x="732236" y="151261"/>
                  </a:moveTo>
                  <a:lnTo>
                    <a:pt x="733930" y="152134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2236" y="151261"/>
                  </a:lnTo>
                  <a:lnTo>
                    <a:pt x="734340" y="150738"/>
                  </a:lnTo>
                  <a:close/>
                  <a:moveTo>
                    <a:pt x="733930" y="152134"/>
                  </a:moveTo>
                  <a:lnTo>
                    <a:pt x="777725" y="127167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4340" y="150738"/>
                  </a:lnTo>
                  <a:lnTo>
                    <a:pt x="728153" y="99724"/>
                  </a:lnTo>
                  <a:close/>
                  <a:moveTo>
                    <a:pt x="728153" y="99724"/>
                  </a:moveTo>
                  <a:lnTo>
                    <a:pt x="734340" y="150738"/>
                  </a:lnTo>
                  <a:lnTo>
                    <a:pt x="777725" y="127167"/>
                  </a:lnTo>
                  <a:close/>
                  <a:moveTo>
                    <a:pt x="728153" y="99724"/>
                  </a:moveTo>
                  <a:lnTo>
                    <a:pt x="777725" y="127167"/>
                  </a:lnTo>
                  <a:lnTo>
                    <a:pt x="755911" y="75630"/>
                  </a:lnTo>
                  <a:close/>
                  <a:moveTo>
                    <a:pt x="755911" y="75630"/>
                  </a:moveTo>
                  <a:lnTo>
                    <a:pt x="742257" y="48367"/>
                  </a:lnTo>
                  <a:lnTo>
                    <a:pt x="727978" y="30425"/>
                  </a:lnTo>
                  <a:close/>
                  <a:moveTo>
                    <a:pt x="727013" y="24094"/>
                  </a:moveTo>
                  <a:lnTo>
                    <a:pt x="727978" y="30425"/>
                  </a:lnTo>
                  <a:lnTo>
                    <a:pt x="742257" y="48367"/>
                  </a:lnTo>
                  <a:close/>
                  <a:moveTo>
                    <a:pt x="755703" y="0"/>
                  </a:moveTo>
                  <a:lnTo>
                    <a:pt x="727013" y="24094"/>
                  </a:lnTo>
                  <a:lnTo>
                    <a:pt x="742257" y="48367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65" name="Output_density__4164">
              <a:extLst>
                <a:ext uri="{FF2B5EF4-FFF2-40B4-BE49-F238E27FC236}">
                  <a16:creationId xmlns:a16="http://schemas.microsoft.com/office/drawing/2014/main" id="{5879C2C9-A2E4-6F6E-22CE-FE51ED2EFDD9}"/>
                </a:ext>
              </a:extLst>
            </p:cNvPr>
            <p:cNvSpPr>
              <a:spLocks noGrp="1"/>
            </p:cNvSpPr>
            <p:nvPr/>
          </p:nvSpPr>
          <p:spPr>
            <a:xfrm>
              <a:off x="15733887" y="3748173"/>
              <a:ext cx="961572" cy="644995"/>
            </a:xfrm>
            <a:custGeom>
              <a:avLst/>
              <a:gdLst/>
              <a:ahLst/>
              <a:cxnLst/>
              <a:rect l="0" t="0" r="0" b="0"/>
              <a:pathLst>
                <a:path w="961572" h="644995">
                  <a:moveTo>
                    <a:pt x="334935" y="617630"/>
                  </a:moveTo>
                  <a:lnTo>
                    <a:pt x="286179" y="644995"/>
                  </a:lnTo>
                  <a:lnTo>
                    <a:pt x="330095" y="634515"/>
                  </a:lnTo>
                  <a:close/>
                  <a:moveTo>
                    <a:pt x="334935" y="617630"/>
                  </a:moveTo>
                  <a:lnTo>
                    <a:pt x="292849" y="613863"/>
                  </a:lnTo>
                  <a:lnTo>
                    <a:pt x="286179" y="644995"/>
                  </a:lnTo>
                  <a:close/>
                  <a:moveTo>
                    <a:pt x="334935" y="617630"/>
                  </a:moveTo>
                  <a:lnTo>
                    <a:pt x="330095" y="634515"/>
                  </a:lnTo>
                  <a:lnTo>
                    <a:pt x="336725" y="623878"/>
                  </a:lnTo>
                  <a:close/>
                  <a:moveTo>
                    <a:pt x="336725" y="623878"/>
                  </a:moveTo>
                  <a:lnTo>
                    <a:pt x="347730" y="565550"/>
                  </a:lnTo>
                  <a:lnTo>
                    <a:pt x="334935" y="617630"/>
                  </a:lnTo>
                  <a:close/>
                  <a:moveTo>
                    <a:pt x="369605" y="548247"/>
                  </a:moveTo>
                  <a:lnTo>
                    <a:pt x="330425" y="500848"/>
                  </a:lnTo>
                  <a:lnTo>
                    <a:pt x="401784" y="538523"/>
                  </a:lnTo>
                  <a:close/>
                  <a:moveTo>
                    <a:pt x="19710" y="135955"/>
                  </a:moveTo>
                  <a:lnTo>
                    <a:pt x="16712" y="121743"/>
                  </a:lnTo>
                  <a:lnTo>
                    <a:pt x="0" y="138828"/>
                  </a:lnTo>
                  <a:close/>
                  <a:moveTo>
                    <a:pt x="919008" y="319975"/>
                  </a:moveTo>
                  <a:lnTo>
                    <a:pt x="904881" y="306931"/>
                  </a:lnTo>
                  <a:lnTo>
                    <a:pt x="876081" y="334151"/>
                  </a:lnTo>
                  <a:close/>
                  <a:moveTo>
                    <a:pt x="961572" y="303959"/>
                  </a:moveTo>
                  <a:lnTo>
                    <a:pt x="954178" y="328053"/>
                  </a:lnTo>
                  <a:lnTo>
                    <a:pt x="957785" y="330054"/>
                  </a:lnTo>
                  <a:close/>
                  <a:moveTo>
                    <a:pt x="932517" y="149350"/>
                  </a:moveTo>
                  <a:lnTo>
                    <a:pt x="940631" y="125256"/>
                  </a:lnTo>
                  <a:lnTo>
                    <a:pt x="947636" y="200886"/>
                  </a:lnTo>
                  <a:close/>
                  <a:moveTo>
                    <a:pt x="928168" y="0"/>
                  </a:moveTo>
                  <a:lnTo>
                    <a:pt x="941248" y="73719"/>
                  </a:lnTo>
                  <a:lnTo>
                    <a:pt x="928829" y="22183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66" name="Output_density__4165">
              <a:extLst>
                <a:ext uri="{FF2B5EF4-FFF2-40B4-BE49-F238E27FC236}">
                  <a16:creationId xmlns:a16="http://schemas.microsoft.com/office/drawing/2014/main" id="{D213174A-9910-BA05-B4D7-4AA26EB31CF2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5346"/>
              <a:ext cx="81915" cy="23632"/>
            </a:xfrm>
            <a:custGeom>
              <a:avLst/>
              <a:gdLst/>
              <a:ahLst/>
              <a:cxnLst/>
              <a:rect l="0" t="0" r="0" b="0"/>
              <a:pathLst>
                <a:path w="81915" h="23632">
                  <a:moveTo>
                    <a:pt x="0" y="23632"/>
                  </a:moveTo>
                  <a:lnTo>
                    <a:pt x="40100" y="22013"/>
                  </a:lnTo>
                  <a:lnTo>
                    <a:pt x="9275" y="19710"/>
                  </a:lnTo>
                  <a:close/>
                  <a:moveTo>
                    <a:pt x="80240" y="0"/>
                  </a:moveTo>
                  <a:lnTo>
                    <a:pt x="9275" y="19710"/>
                  </a:lnTo>
                  <a:lnTo>
                    <a:pt x="81915" y="3675"/>
                  </a:lnTo>
                  <a:close/>
                  <a:moveTo>
                    <a:pt x="9275" y="19710"/>
                  </a:moveTo>
                  <a:lnTo>
                    <a:pt x="40100" y="22013"/>
                  </a:lnTo>
                  <a:lnTo>
                    <a:pt x="81915" y="367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67" name="Output_density__4166">
              <a:extLst>
                <a:ext uri="{FF2B5EF4-FFF2-40B4-BE49-F238E27FC236}">
                  <a16:creationId xmlns:a16="http://schemas.microsoft.com/office/drawing/2014/main" id="{9C9F4B07-D273-6A1C-5F33-4665E1207E52}"/>
                </a:ext>
              </a:extLst>
            </p:cNvPr>
            <p:cNvSpPr>
              <a:spLocks noGrp="1"/>
            </p:cNvSpPr>
            <p:nvPr/>
          </p:nvSpPr>
          <p:spPr>
            <a:xfrm>
              <a:off x="15539140" y="3564719"/>
              <a:ext cx="1188640" cy="1052081"/>
            </a:xfrm>
            <a:custGeom>
              <a:avLst/>
              <a:gdLst/>
              <a:ahLst/>
              <a:cxnLst/>
              <a:rect l="0" t="0" r="0" b="0"/>
              <a:pathLst>
                <a:path w="1188640" h="1052081">
                  <a:moveTo>
                    <a:pt x="206057" y="1034223"/>
                  </a:moveTo>
                  <a:lnTo>
                    <a:pt x="204946" y="1034911"/>
                  </a:lnTo>
                  <a:lnTo>
                    <a:pt x="218877" y="1052081"/>
                  </a:lnTo>
                  <a:close/>
                  <a:moveTo>
                    <a:pt x="0" y="614135"/>
                  </a:moveTo>
                  <a:lnTo>
                    <a:pt x="44437" y="649373"/>
                  </a:lnTo>
                  <a:lnTo>
                    <a:pt x="31683" y="641343"/>
                  </a:lnTo>
                  <a:close/>
                  <a:moveTo>
                    <a:pt x="347443" y="1010130"/>
                  </a:moveTo>
                  <a:lnTo>
                    <a:pt x="359338" y="951110"/>
                  </a:lnTo>
                  <a:lnTo>
                    <a:pt x="338173" y="934499"/>
                  </a:lnTo>
                  <a:close/>
                  <a:moveTo>
                    <a:pt x="359338" y="951110"/>
                  </a:moveTo>
                  <a:lnTo>
                    <a:pt x="391006" y="958593"/>
                  </a:lnTo>
                  <a:lnTo>
                    <a:pt x="370992" y="901679"/>
                  </a:lnTo>
                  <a:close/>
                  <a:moveTo>
                    <a:pt x="153135" y="628346"/>
                  </a:moveTo>
                  <a:lnTo>
                    <a:pt x="142410" y="625279"/>
                  </a:lnTo>
                  <a:lnTo>
                    <a:pt x="115657" y="645731"/>
                  </a:lnTo>
                  <a:close/>
                  <a:moveTo>
                    <a:pt x="143131" y="699222"/>
                  </a:moveTo>
                  <a:lnTo>
                    <a:pt x="178988" y="645310"/>
                  </a:lnTo>
                  <a:lnTo>
                    <a:pt x="153135" y="628346"/>
                  </a:lnTo>
                  <a:close/>
                  <a:moveTo>
                    <a:pt x="153135" y="628346"/>
                  </a:moveTo>
                  <a:lnTo>
                    <a:pt x="116188" y="607939"/>
                  </a:lnTo>
                  <a:lnTo>
                    <a:pt x="142410" y="625279"/>
                  </a:lnTo>
                  <a:close/>
                  <a:moveTo>
                    <a:pt x="454508" y="882962"/>
                  </a:moveTo>
                  <a:lnTo>
                    <a:pt x="455877" y="858869"/>
                  </a:lnTo>
                  <a:lnTo>
                    <a:pt x="444754" y="867887"/>
                  </a:lnTo>
                  <a:close/>
                  <a:moveTo>
                    <a:pt x="487596" y="797317"/>
                  </a:moveTo>
                  <a:lnTo>
                    <a:pt x="455877" y="858869"/>
                  </a:lnTo>
                  <a:lnTo>
                    <a:pt x="480926" y="828449"/>
                  </a:lnTo>
                  <a:close/>
                  <a:moveTo>
                    <a:pt x="487596" y="797317"/>
                  </a:moveTo>
                  <a:lnTo>
                    <a:pt x="529682" y="801084"/>
                  </a:lnTo>
                  <a:lnTo>
                    <a:pt x="500670" y="767370"/>
                  </a:lnTo>
                  <a:close/>
                  <a:moveTo>
                    <a:pt x="529682" y="801084"/>
                  </a:moveTo>
                  <a:lnTo>
                    <a:pt x="542478" y="749005"/>
                  </a:lnTo>
                  <a:lnTo>
                    <a:pt x="500670" y="767370"/>
                  </a:lnTo>
                  <a:close/>
                  <a:moveTo>
                    <a:pt x="542478" y="749005"/>
                  </a:moveTo>
                  <a:lnTo>
                    <a:pt x="575693" y="738291"/>
                  </a:lnTo>
                  <a:lnTo>
                    <a:pt x="500670" y="767370"/>
                  </a:lnTo>
                  <a:close/>
                  <a:moveTo>
                    <a:pt x="418065" y="502148"/>
                  </a:moveTo>
                  <a:lnTo>
                    <a:pt x="377525" y="521406"/>
                  </a:lnTo>
                  <a:lnTo>
                    <a:pt x="364796" y="570216"/>
                  </a:lnTo>
                  <a:close/>
                  <a:moveTo>
                    <a:pt x="418065" y="502148"/>
                  </a:moveTo>
                  <a:lnTo>
                    <a:pt x="364796" y="570216"/>
                  </a:lnTo>
                  <a:lnTo>
                    <a:pt x="415721" y="566797"/>
                  </a:lnTo>
                  <a:close/>
                  <a:moveTo>
                    <a:pt x="316931" y="525555"/>
                  </a:moveTo>
                  <a:lnTo>
                    <a:pt x="317380" y="508039"/>
                  </a:lnTo>
                  <a:lnTo>
                    <a:pt x="289327" y="468103"/>
                  </a:lnTo>
                  <a:close/>
                  <a:moveTo>
                    <a:pt x="185499" y="319409"/>
                  </a:moveTo>
                  <a:lnTo>
                    <a:pt x="194747" y="322282"/>
                  </a:lnTo>
                  <a:lnTo>
                    <a:pt x="211459" y="305198"/>
                  </a:lnTo>
                  <a:close/>
                  <a:moveTo>
                    <a:pt x="192533" y="314002"/>
                  </a:moveTo>
                  <a:lnTo>
                    <a:pt x="185499" y="319409"/>
                  </a:lnTo>
                  <a:lnTo>
                    <a:pt x="211459" y="305198"/>
                  </a:lnTo>
                  <a:close/>
                  <a:moveTo>
                    <a:pt x="586271" y="692335"/>
                  </a:moveTo>
                  <a:lnTo>
                    <a:pt x="575693" y="738291"/>
                  </a:lnTo>
                  <a:lnTo>
                    <a:pt x="630845" y="694080"/>
                  </a:lnTo>
                  <a:close/>
                  <a:moveTo>
                    <a:pt x="630845" y="694080"/>
                  </a:moveTo>
                  <a:lnTo>
                    <a:pt x="639375" y="666810"/>
                  </a:lnTo>
                  <a:lnTo>
                    <a:pt x="593446" y="669768"/>
                  </a:lnTo>
                  <a:close/>
                  <a:moveTo>
                    <a:pt x="1180866" y="463319"/>
                  </a:moveTo>
                  <a:lnTo>
                    <a:pt x="1156319" y="487413"/>
                  </a:lnTo>
                  <a:lnTo>
                    <a:pt x="1188640" y="513610"/>
                  </a:lnTo>
                  <a:close/>
                  <a:moveTo>
                    <a:pt x="1122915" y="183454"/>
                  </a:moveTo>
                  <a:lnTo>
                    <a:pt x="1129873" y="240540"/>
                  </a:lnTo>
                  <a:lnTo>
                    <a:pt x="1135995" y="257173"/>
                  </a:lnTo>
                  <a:close/>
                  <a:moveTo>
                    <a:pt x="1129960" y="114983"/>
                  </a:moveTo>
                  <a:lnTo>
                    <a:pt x="1128795" y="59836"/>
                  </a:lnTo>
                  <a:lnTo>
                    <a:pt x="1087634" y="80618"/>
                  </a:lnTo>
                  <a:close/>
                  <a:moveTo>
                    <a:pt x="1129139" y="52908"/>
                  </a:moveTo>
                  <a:lnTo>
                    <a:pt x="1087634" y="80618"/>
                  </a:lnTo>
                  <a:lnTo>
                    <a:pt x="1128795" y="59836"/>
                  </a:lnTo>
                  <a:close/>
                  <a:moveTo>
                    <a:pt x="1091068" y="45877"/>
                  </a:moveTo>
                  <a:lnTo>
                    <a:pt x="1129139" y="52908"/>
                  </a:lnTo>
                  <a:lnTo>
                    <a:pt x="1117042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8" name="Output_density__4167">
              <a:extLst>
                <a:ext uri="{FF2B5EF4-FFF2-40B4-BE49-F238E27FC236}">
                  <a16:creationId xmlns:a16="http://schemas.microsoft.com/office/drawing/2014/main" id="{57F90F67-1CAC-124C-D01F-74B69664FF7F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83883"/>
              <a:ext cx="1115651" cy="1015746"/>
            </a:xfrm>
            <a:custGeom>
              <a:avLst/>
              <a:gdLst/>
              <a:ahLst/>
              <a:cxnLst/>
              <a:rect l="0" t="0" r="0" b="0"/>
              <a:pathLst>
                <a:path w="1115651" h="1015746">
                  <a:moveTo>
                    <a:pt x="142523" y="987616"/>
                  </a:moveTo>
                  <a:lnTo>
                    <a:pt x="160509" y="1015746"/>
                  </a:lnTo>
                  <a:lnTo>
                    <a:pt x="161620" y="1015059"/>
                  </a:lnTo>
                  <a:close/>
                  <a:moveTo>
                    <a:pt x="109594" y="922167"/>
                  </a:moveTo>
                  <a:lnTo>
                    <a:pt x="140854" y="942262"/>
                  </a:lnTo>
                  <a:lnTo>
                    <a:pt x="138803" y="963522"/>
                  </a:lnTo>
                  <a:close/>
                  <a:moveTo>
                    <a:pt x="107753" y="911986"/>
                  </a:moveTo>
                  <a:lnTo>
                    <a:pt x="99797" y="867389"/>
                  </a:lnTo>
                  <a:lnTo>
                    <a:pt x="109594" y="922167"/>
                  </a:lnTo>
                  <a:close/>
                  <a:moveTo>
                    <a:pt x="114876" y="750011"/>
                  </a:moveTo>
                  <a:lnTo>
                    <a:pt x="121354" y="757376"/>
                  </a:lnTo>
                  <a:lnTo>
                    <a:pt x="84180" y="770143"/>
                  </a:lnTo>
                  <a:close/>
                  <a:moveTo>
                    <a:pt x="44629" y="662047"/>
                  </a:moveTo>
                  <a:lnTo>
                    <a:pt x="11764" y="650004"/>
                  </a:lnTo>
                  <a:lnTo>
                    <a:pt x="90646" y="681745"/>
                  </a:lnTo>
                  <a:close/>
                  <a:moveTo>
                    <a:pt x="0" y="630209"/>
                  </a:moveTo>
                  <a:lnTo>
                    <a:pt x="11764" y="650004"/>
                  </a:lnTo>
                  <a:lnTo>
                    <a:pt x="44629" y="662047"/>
                  </a:lnTo>
                  <a:close/>
                  <a:moveTo>
                    <a:pt x="248987" y="902074"/>
                  </a:moveTo>
                  <a:lnTo>
                    <a:pt x="233707" y="887892"/>
                  </a:lnTo>
                  <a:lnTo>
                    <a:pt x="287169" y="909932"/>
                  </a:lnTo>
                  <a:close/>
                  <a:moveTo>
                    <a:pt x="248987" y="902074"/>
                  </a:moveTo>
                  <a:lnTo>
                    <a:pt x="287169" y="909932"/>
                  </a:lnTo>
                  <a:lnTo>
                    <a:pt x="314901" y="931945"/>
                  </a:lnTo>
                  <a:close/>
                  <a:moveTo>
                    <a:pt x="314901" y="931945"/>
                  </a:moveTo>
                  <a:lnTo>
                    <a:pt x="326556" y="882515"/>
                  </a:lnTo>
                  <a:lnTo>
                    <a:pt x="305120" y="863798"/>
                  </a:lnTo>
                  <a:close/>
                  <a:moveTo>
                    <a:pt x="44629" y="662047"/>
                  </a:moveTo>
                  <a:lnTo>
                    <a:pt x="90646" y="681745"/>
                  </a:lnTo>
                  <a:lnTo>
                    <a:pt x="71220" y="626566"/>
                  </a:lnTo>
                  <a:close/>
                  <a:moveTo>
                    <a:pt x="71220" y="626566"/>
                  </a:moveTo>
                  <a:lnTo>
                    <a:pt x="90646" y="681745"/>
                  </a:lnTo>
                  <a:lnTo>
                    <a:pt x="108698" y="609181"/>
                  </a:lnTo>
                  <a:close/>
                  <a:moveTo>
                    <a:pt x="108698" y="609181"/>
                  </a:moveTo>
                  <a:lnTo>
                    <a:pt x="90646" y="681745"/>
                  </a:lnTo>
                  <a:lnTo>
                    <a:pt x="98694" y="680057"/>
                  </a:lnTo>
                  <a:close/>
                  <a:moveTo>
                    <a:pt x="149209" y="676971"/>
                  </a:moveTo>
                  <a:lnTo>
                    <a:pt x="98725" y="689625"/>
                  </a:lnTo>
                  <a:lnTo>
                    <a:pt x="146124" y="692165"/>
                  </a:lnTo>
                  <a:close/>
                  <a:moveTo>
                    <a:pt x="400318" y="848722"/>
                  </a:moveTo>
                  <a:lnTo>
                    <a:pt x="380653" y="839704"/>
                  </a:lnTo>
                  <a:lnTo>
                    <a:pt x="326556" y="882515"/>
                  </a:lnTo>
                  <a:close/>
                  <a:moveTo>
                    <a:pt x="379173" y="904566"/>
                  </a:moveTo>
                  <a:lnTo>
                    <a:pt x="400318" y="848722"/>
                  </a:lnTo>
                  <a:lnTo>
                    <a:pt x="326556" y="882515"/>
                  </a:lnTo>
                  <a:close/>
                  <a:moveTo>
                    <a:pt x="290814" y="788167"/>
                  </a:moveTo>
                  <a:lnTo>
                    <a:pt x="248802" y="759472"/>
                  </a:lnTo>
                  <a:lnTo>
                    <a:pt x="251331" y="760725"/>
                  </a:lnTo>
                  <a:close/>
                  <a:moveTo>
                    <a:pt x="401887" y="836467"/>
                  </a:moveTo>
                  <a:lnTo>
                    <a:pt x="400318" y="848722"/>
                  </a:lnTo>
                  <a:lnTo>
                    <a:pt x="411440" y="839704"/>
                  </a:lnTo>
                  <a:close/>
                  <a:moveTo>
                    <a:pt x="401887" y="836467"/>
                  </a:moveTo>
                  <a:lnTo>
                    <a:pt x="411440" y="839704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401887" y="836467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371939" y="742618"/>
                  </a:lnTo>
                  <a:lnTo>
                    <a:pt x="358327" y="771155"/>
                  </a:lnTo>
                  <a:close/>
                  <a:moveTo>
                    <a:pt x="443159" y="778153"/>
                  </a:moveTo>
                  <a:lnTo>
                    <a:pt x="456233" y="748205"/>
                  </a:lnTo>
                  <a:lnTo>
                    <a:pt x="400627" y="774748"/>
                  </a:lnTo>
                  <a:close/>
                  <a:moveTo>
                    <a:pt x="400627" y="774748"/>
                  </a:moveTo>
                  <a:lnTo>
                    <a:pt x="456233" y="748205"/>
                  </a:lnTo>
                  <a:lnTo>
                    <a:pt x="375892" y="736631"/>
                  </a:lnTo>
                  <a:close/>
                  <a:moveTo>
                    <a:pt x="375892" y="736631"/>
                  </a:moveTo>
                  <a:lnTo>
                    <a:pt x="371939" y="742618"/>
                  </a:lnTo>
                  <a:lnTo>
                    <a:pt x="400627" y="774748"/>
                  </a:lnTo>
                  <a:close/>
                  <a:moveTo>
                    <a:pt x="300391" y="557927"/>
                  </a:moveTo>
                  <a:lnTo>
                    <a:pt x="272494" y="506390"/>
                  </a:lnTo>
                  <a:lnTo>
                    <a:pt x="281136" y="520196"/>
                  </a:lnTo>
                  <a:close/>
                  <a:moveTo>
                    <a:pt x="531256" y="719126"/>
                  </a:moveTo>
                  <a:lnTo>
                    <a:pt x="490673" y="688443"/>
                  </a:lnTo>
                  <a:lnTo>
                    <a:pt x="456233" y="748205"/>
                  </a:lnTo>
                  <a:close/>
                  <a:moveTo>
                    <a:pt x="272494" y="506390"/>
                  </a:moveTo>
                  <a:lnTo>
                    <a:pt x="320359" y="551051"/>
                  </a:lnTo>
                  <a:lnTo>
                    <a:pt x="282452" y="487598"/>
                  </a:lnTo>
                  <a:close/>
                  <a:moveTo>
                    <a:pt x="541834" y="673171"/>
                  </a:moveTo>
                  <a:lnTo>
                    <a:pt x="586408" y="674915"/>
                  </a:lnTo>
                  <a:lnTo>
                    <a:pt x="549010" y="650603"/>
                  </a:lnTo>
                  <a:close/>
                  <a:moveTo>
                    <a:pt x="485173" y="636906"/>
                  </a:moveTo>
                  <a:lnTo>
                    <a:pt x="511673" y="612812"/>
                  </a:lnTo>
                  <a:lnTo>
                    <a:pt x="451981" y="597408"/>
                  </a:lnTo>
                  <a:close/>
                  <a:moveTo>
                    <a:pt x="488592" y="599390"/>
                  </a:moveTo>
                  <a:lnTo>
                    <a:pt x="436195" y="585369"/>
                  </a:lnTo>
                  <a:lnTo>
                    <a:pt x="451981" y="597408"/>
                  </a:lnTo>
                  <a:close/>
                  <a:moveTo>
                    <a:pt x="1111882" y="468249"/>
                  </a:moveTo>
                  <a:lnTo>
                    <a:pt x="1081927" y="436280"/>
                  </a:lnTo>
                  <a:lnTo>
                    <a:pt x="1055191" y="471220"/>
                  </a:lnTo>
                  <a:close/>
                  <a:moveTo>
                    <a:pt x="1097946" y="365175"/>
                  </a:moveTo>
                  <a:lnTo>
                    <a:pt x="1090811" y="342491"/>
                  </a:lnTo>
                  <a:lnTo>
                    <a:pt x="1115651" y="387693"/>
                  </a:lnTo>
                  <a:close/>
                  <a:moveTo>
                    <a:pt x="1090941" y="289545"/>
                  </a:moveTo>
                  <a:lnTo>
                    <a:pt x="1089881" y="331118"/>
                  </a:lnTo>
                  <a:lnTo>
                    <a:pt x="1097946" y="365175"/>
                  </a:lnTo>
                  <a:close/>
                  <a:moveTo>
                    <a:pt x="1021324" y="235516"/>
                  </a:moveTo>
                  <a:lnTo>
                    <a:pt x="1100711" y="236711"/>
                  </a:lnTo>
                  <a:lnTo>
                    <a:pt x="1085436" y="221376"/>
                  </a:lnTo>
                  <a:close/>
                  <a:moveTo>
                    <a:pt x="1021324" y="235516"/>
                  </a:moveTo>
                  <a:lnTo>
                    <a:pt x="1085436" y="221376"/>
                  </a:lnTo>
                  <a:lnTo>
                    <a:pt x="1078478" y="164289"/>
                  </a:lnTo>
                  <a:close/>
                  <a:moveTo>
                    <a:pt x="1078478" y="164289"/>
                  </a:moveTo>
                  <a:lnTo>
                    <a:pt x="1078824" y="154880"/>
                  </a:lnTo>
                  <a:lnTo>
                    <a:pt x="1031484" y="152562"/>
                  </a:lnTo>
                  <a:close/>
                  <a:moveTo>
                    <a:pt x="959068" y="83399"/>
                  </a:moveTo>
                  <a:lnTo>
                    <a:pt x="966630" y="134935"/>
                  </a:lnTo>
                  <a:lnTo>
                    <a:pt x="993971" y="110841"/>
                  </a:lnTo>
                  <a:close/>
                  <a:moveTo>
                    <a:pt x="943960" y="0"/>
                  </a:moveTo>
                  <a:lnTo>
                    <a:pt x="970186" y="26118"/>
                  </a:lnTo>
                  <a:lnTo>
                    <a:pt x="944290" y="9188"/>
                  </a:lnTo>
                  <a:close/>
                  <a:moveTo>
                    <a:pt x="1085524" y="95819"/>
                  </a:moveTo>
                  <a:lnTo>
                    <a:pt x="1031484" y="152562"/>
                  </a:lnTo>
                  <a:lnTo>
                    <a:pt x="1078824" y="15488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9" name="Output_density__4168">
              <a:extLst>
                <a:ext uri="{FF2B5EF4-FFF2-40B4-BE49-F238E27FC236}">
                  <a16:creationId xmlns:a16="http://schemas.microsoft.com/office/drawing/2014/main" id="{C058ECDB-1DB7-4A9C-A6E2-D7E0DCE21AF7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74301"/>
              <a:ext cx="1129586" cy="1124641"/>
            </a:xfrm>
            <a:custGeom>
              <a:avLst/>
              <a:gdLst/>
              <a:ahLst/>
              <a:cxnLst/>
              <a:rect l="0" t="0" r="0" b="0"/>
              <a:pathLst>
                <a:path w="1129586" h="1124641">
                  <a:moveTo>
                    <a:pt x="131960" y="1073104"/>
                  </a:moveTo>
                  <a:lnTo>
                    <a:pt x="135680" y="1097198"/>
                  </a:lnTo>
                  <a:lnTo>
                    <a:pt x="154778" y="1124641"/>
                  </a:lnTo>
                  <a:close/>
                  <a:moveTo>
                    <a:pt x="100911" y="1021568"/>
                  </a:moveTo>
                  <a:lnTo>
                    <a:pt x="102752" y="1031749"/>
                  </a:lnTo>
                  <a:lnTo>
                    <a:pt x="126470" y="1063423"/>
                  </a:lnTo>
                  <a:close/>
                  <a:moveTo>
                    <a:pt x="72001" y="918494"/>
                  </a:moveTo>
                  <a:lnTo>
                    <a:pt x="94382" y="970031"/>
                  </a:lnTo>
                  <a:lnTo>
                    <a:pt x="96967" y="945937"/>
                  </a:lnTo>
                  <a:close/>
                  <a:moveTo>
                    <a:pt x="83803" y="791327"/>
                  </a:moveTo>
                  <a:lnTo>
                    <a:pt x="67954" y="844642"/>
                  </a:lnTo>
                  <a:lnTo>
                    <a:pt x="91883" y="799207"/>
                  </a:lnTo>
                  <a:close/>
                  <a:moveTo>
                    <a:pt x="262028" y="997474"/>
                  </a:moveTo>
                  <a:lnTo>
                    <a:pt x="242144" y="1011656"/>
                  </a:lnTo>
                  <a:lnTo>
                    <a:pt x="308059" y="1041527"/>
                  </a:lnTo>
                  <a:close/>
                  <a:moveTo>
                    <a:pt x="298278" y="973380"/>
                  </a:moveTo>
                  <a:lnTo>
                    <a:pt x="262028" y="997474"/>
                  </a:lnTo>
                  <a:lnTo>
                    <a:pt x="308059" y="1041527"/>
                  </a:lnTo>
                  <a:close/>
                  <a:moveTo>
                    <a:pt x="252684" y="921843"/>
                  </a:moveTo>
                  <a:lnTo>
                    <a:pt x="253720" y="922236"/>
                  </a:lnTo>
                  <a:lnTo>
                    <a:pt x="254499" y="922950"/>
                  </a:lnTo>
                  <a:close/>
                  <a:moveTo>
                    <a:pt x="254499" y="922950"/>
                  </a:moveTo>
                  <a:lnTo>
                    <a:pt x="253720" y="922236"/>
                  </a:lnTo>
                  <a:lnTo>
                    <a:pt x="298278" y="973380"/>
                  </a:lnTo>
                  <a:close/>
                  <a:moveTo>
                    <a:pt x="298278" y="973380"/>
                  </a:moveTo>
                  <a:lnTo>
                    <a:pt x="253720" y="922236"/>
                  </a:lnTo>
                  <a:lnTo>
                    <a:pt x="249112" y="945937"/>
                  </a:lnTo>
                  <a:close/>
                  <a:moveTo>
                    <a:pt x="298278" y="973380"/>
                  </a:moveTo>
                  <a:lnTo>
                    <a:pt x="249112" y="945937"/>
                  </a:lnTo>
                  <a:lnTo>
                    <a:pt x="262028" y="997474"/>
                  </a:lnTo>
                  <a:close/>
                  <a:moveTo>
                    <a:pt x="252631" y="915967"/>
                  </a:moveTo>
                  <a:lnTo>
                    <a:pt x="253720" y="922236"/>
                  </a:lnTo>
                  <a:lnTo>
                    <a:pt x="252684" y="921843"/>
                  </a:lnTo>
                  <a:close/>
                  <a:moveTo>
                    <a:pt x="252631" y="915967"/>
                  </a:moveTo>
                  <a:lnTo>
                    <a:pt x="258790" y="899214"/>
                  </a:lnTo>
                  <a:lnTo>
                    <a:pt x="253720" y="922236"/>
                  </a:lnTo>
                  <a:close/>
                  <a:moveTo>
                    <a:pt x="253720" y="922236"/>
                  </a:moveTo>
                  <a:lnTo>
                    <a:pt x="258790" y="899214"/>
                  </a:lnTo>
                  <a:lnTo>
                    <a:pt x="249112" y="945937"/>
                  </a:lnTo>
                  <a:close/>
                  <a:moveTo>
                    <a:pt x="91883" y="799207"/>
                  </a:moveTo>
                  <a:lnTo>
                    <a:pt x="91851" y="789639"/>
                  </a:lnTo>
                  <a:lnTo>
                    <a:pt x="83803" y="791327"/>
                  </a:lnTo>
                  <a:close/>
                  <a:moveTo>
                    <a:pt x="91851" y="789639"/>
                  </a:moveTo>
                  <a:lnTo>
                    <a:pt x="91883" y="799207"/>
                  </a:lnTo>
                  <a:lnTo>
                    <a:pt x="142367" y="786553"/>
                  </a:lnTo>
                  <a:close/>
                  <a:moveTo>
                    <a:pt x="298278" y="973380"/>
                  </a:moveTo>
                  <a:lnTo>
                    <a:pt x="319713" y="992097"/>
                  </a:lnTo>
                  <a:lnTo>
                    <a:pt x="331374" y="959830"/>
                  </a:lnTo>
                  <a:close/>
                  <a:moveTo>
                    <a:pt x="369049" y="846213"/>
                  </a:moveTo>
                  <a:lnTo>
                    <a:pt x="449391" y="857787"/>
                  </a:lnTo>
                  <a:lnTo>
                    <a:pt x="413710" y="822119"/>
                  </a:lnTo>
                  <a:close/>
                  <a:moveTo>
                    <a:pt x="308782" y="681428"/>
                  </a:moveTo>
                  <a:lnTo>
                    <a:pt x="349690" y="731950"/>
                  </a:lnTo>
                  <a:lnTo>
                    <a:pt x="358758" y="693604"/>
                  </a:lnTo>
                  <a:close/>
                  <a:moveTo>
                    <a:pt x="279753" y="691603"/>
                  </a:moveTo>
                  <a:lnTo>
                    <a:pt x="349690" y="731950"/>
                  </a:lnTo>
                  <a:lnTo>
                    <a:pt x="308782" y="681428"/>
                  </a:lnTo>
                  <a:close/>
                  <a:moveTo>
                    <a:pt x="280865" y="687178"/>
                  </a:moveTo>
                  <a:lnTo>
                    <a:pt x="279753" y="691603"/>
                  </a:lnTo>
                  <a:lnTo>
                    <a:pt x="308782" y="681428"/>
                  </a:lnTo>
                  <a:close/>
                  <a:moveTo>
                    <a:pt x="26369" y="459139"/>
                  </a:moveTo>
                  <a:lnTo>
                    <a:pt x="0" y="485457"/>
                  </a:lnTo>
                  <a:lnTo>
                    <a:pt x="39911" y="480169"/>
                  </a:lnTo>
                  <a:close/>
                  <a:moveTo>
                    <a:pt x="39911" y="480169"/>
                  </a:moveTo>
                  <a:lnTo>
                    <a:pt x="45335" y="485457"/>
                  </a:lnTo>
                  <a:lnTo>
                    <a:pt x="26369" y="459139"/>
                  </a:lnTo>
                  <a:close/>
                  <a:moveTo>
                    <a:pt x="293549" y="667509"/>
                  </a:moveTo>
                  <a:lnTo>
                    <a:pt x="280865" y="687178"/>
                  </a:lnTo>
                  <a:lnTo>
                    <a:pt x="308782" y="681428"/>
                  </a:lnTo>
                  <a:close/>
                  <a:moveTo>
                    <a:pt x="293549" y="667509"/>
                  </a:moveTo>
                  <a:lnTo>
                    <a:pt x="274293" y="629778"/>
                  </a:lnTo>
                  <a:lnTo>
                    <a:pt x="280865" y="687178"/>
                  </a:lnTo>
                  <a:close/>
                  <a:moveTo>
                    <a:pt x="293549" y="667509"/>
                  </a:moveTo>
                  <a:lnTo>
                    <a:pt x="308782" y="681428"/>
                  </a:lnTo>
                  <a:lnTo>
                    <a:pt x="313517" y="660633"/>
                  </a:lnTo>
                  <a:close/>
                  <a:moveTo>
                    <a:pt x="293549" y="667509"/>
                  </a:moveTo>
                  <a:lnTo>
                    <a:pt x="313517" y="660633"/>
                  </a:lnTo>
                  <a:lnTo>
                    <a:pt x="265652" y="615972"/>
                  </a:lnTo>
                  <a:close/>
                  <a:moveTo>
                    <a:pt x="364441" y="657214"/>
                  </a:moveTo>
                  <a:lnTo>
                    <a:pt x="308782" y="681428"/>
                  </a:lnTo>
                  <a:lnTo>
                    <a:pt x="358758" y="693604"/>
                  </a:lnTo>
                  <a:close/>
                  <a:moveTo>
                    <a:pt x="364441" y="657214"/>
                  </a:moveTo>
                  <a:lnTo>
                    <a:pt x="313517" y="660633"/>
                  </a:lnTo>
                  <a:lnTo>
                    <a:pt x="308782" y="681428"/>
                  </a:lnTo>
                  <a:close/>
                  <a:moveTo>
                    <a:pt x="439533" y="686032"/>
                  </a:moveTo>
                  <a:lnTo>
                    <a:pt x="433872" y="701493"/>
                  </a:lnTo>
                  <a:lnTo>
                    <a:pt x="429353" y="694951"/>
                  </a:lnTo>
                  <a:close/>
                  <a:moveTo>
                    <a:pt x="433872" y="701493"/>
                  </a:moveTo>
                  <a:lnTo>
                    <a:pt x="478330" y="746488"/>
                  </a:lnTo>
                  <a:lnTo>
                    <a:pt x="445139" y="706990"/>
                  </a:lnTo>
                  <a:close/>
                  <a:moveTo>
                    <a:pt x="429353" y="694951"/>
                  </a:moveTo>
                  <a:lnTo>
                    <a:pt x="433872" y="701493"/>
                  </a:lnTo>
                  <a:lnTo>
                    <a:pt x="445139" y="706990"/>
                  </a:lnTo>
                  <a:close/>
                  <a:moveTo>
                    <a:pt x="524413" y="828708"/>
                  </a:moveTo>
                  <a:lnTo>
                    <a:pt x="534992" y="782753"/>
                  </a:lnTo>
                  <a:lnTo>
                    <a:pt x="483831" y="798025"/>
                  </a:lnTo>
                  <a:close/>
                  <a:moveTo>
                    <a:pt x="478330" y="746488"/>
                  </a:moveTo>
                  <a:lnTo>
                    <a:pt x="483831" y="798025"/>
                  </a:lnTo>
                  <a:lnTo>
                    <a:pt x="504831" y="722394"/>
                  </a:lnTo>
                  <a:close/>
                  <a:moveTo>
                    <a:pt x="201032" y="437268"/>
                  </a:moveTo>
                  <a:lnTo>
                    <a:pt x="226872" y="361638"/>
                  </a:lnTo>
                  <a:lnTo>
                    <a:pt x="179616" y="385732"/>
                  </a:lnTo>
                  <a:close/>
                  <a:moveTo>
                    <a:pt x="219824" y="310101"/>
                  </a:moveTo>
                  <a:lnTo>
                    <a:pt x="223462" y="319406"/>
                  </a:lnTo>
                  <a:lnTo>
                    <a:pt x="179616" y="385732"/>
                  </a:lnTo>
                  <a:close/>
                  <a:moveTo>
                    <a:pt x="727693" y="660010"/>
                  </a:moveTo>
                  <a:lnTo>
                    <a:pt x="746545" y="661968"/>
                  </a:lnTo>
                  <a:lnTo>
                    <a:pt x="805488" y="641294"/>
                  </a:lnTo>
                  <a:close/>
                  <a:moveTo>
                    <a:pt x="1059299" y="526294"/>
                  </a:moveTo>
                  <a:lnTo>
                    <a:pt x="1048349" y="580803"/>
                  </a:lnTo>
                  <a:lnTo>
                    <a:pt x="1075084" y="545862"/>
                  </a:lnTo>
                  <a:close/>
                  <a:moveTo>
                    <a:pt x="1059299" y="526294"/>
                  </a:moveTo>
                  <a:lnTo>
                    <a:pt x="1007886" y="550388"/>
                  </a:lnTo>
                  <a:lnTo>
                    <a:pt x="1048349" y="580803"/>
                  </a:lnTo>
                  <a:close/>
                  <a:moveTo>
                    <a:pt x="1105039" y="577831"/>
                  </a:moveTo>
                  <a:lnTo>
                    <a:pt x="1129586" y="553737"/>
                  </a:lnTo>
                  <a:lnTo>
                    <a:pt x="1075084" y="545862"/>
                  </a:lnTo>
                  <a:close/>
                  <a:moveTo>
                    <a:pt x="1108808" y="497275"/>
                  </a:moveTo>
                  <a:lnTo>
                    <a:pt x="1083969" y="452073"/>
                  </a:lnTo>
                  <a:lnTo>
                    <a:pt x="1088500" y="461122"/>
                  </a:lnTo>
                  <a:close/>
                  <a:moveTo>
                    <a:pt x="1000652" y="442251"/>
                  </a:moveTo>
                  <a:lnTo>
                    <a:pt x="1028202" y="474757"/>
                  </a:lnTo>
                  <a:lnTo>
                    <a:pt x="1061358" y="399127"/>
                  </a:lnTo>
                  <a:close/>
                  <a:moveTo>
                    <a:pt x="1061358" y="399127"/>
                  </a:moveTo>
                  <a:lnTo>
                    <a:pt x="1028202" y="474757"/>
                  </a:lnTo>
                  <a:lnTo>
                    <a:pt x="1083038" y="440700"/>
                  </a:lnTo>
                  <a:close/>
                  <a:moveTo>
                    <a:pt x="1091104" y="474757"/>
                  </a:moveTo>
                  <a:lnTo>
                    <a:pt x="1083038" y="440700"/>
                  </a:lnTo>
                  <a:lnTo>
                    <a:pt x="1083969" y="452073"/>
                  </a:lnTo>
                  <a:close/>
                  <a:moveTo>
                    <a:pt x="975496" y="296054"/>
                  </a:moveTo>
                  <a:lnTo>
                    <a:pt x="959787" y="244517"/>
                  </a:lnTo>
                  <a:lnTo>
                    <a:pt x="952418" y="320148"/>
                  </a:lnTo>
                  <a:close/>
                  <a:moveTo>
                    <a:pt x="1061358" y="399127"/>
                  </a:moveTo>
                  <a:lnTo>
                    <a:pt x="1093868" y="346293"/>
                  </a:lnTo>
                  <a:lnTo>
                    <a:pt x="1014481" y="345098"/>
                  </a:lnTo>
                  <a:close/>
                  <a:moveTo>
                    <a:pt x="1061358" y="399127"/>
                  </a:moveTo>
                  <a:lnTo>
                    <a:pt x="1014481" y="345098"/>
                  </a:lnTo>
                  <a:lnTo>
                    <a:pt x="1012342" y="351057"/>
                  </a:lnTo>
                  <a:close/>
                  <a:moveTo>
                    <a:pt x="1087242" y="449412"/>
                  </a:moveTo>
                  <a:lnTo>
                    <a:pt x="1083038" y="440700"/>
                  </a:lnTo>
                  <a:lnTo>
                    <a:pt x="1084099" y="399127"/>
                  </a:lnTo>
                  <a:close/>
                  <a:moveTo>
                    <a:pt x="1014481" y="345098"/>
                  </a:moveTo>
                  <a:lnTo>
                    <a:pt x="1071636" y="273871"/>
                  </a:lnTo>
                  <a:lnTo>
                    <a:pt x="1020881" y="277152"/>
                  </a:lnTo>
                  <a:close/>
                  <a:moveTo>
                    <a:pt x="1020881" y="277152"/>
                  </a:moveTo>
                  <a:lnTo>
                    <a:pt x="1071636" y="273871"/>
                  </a:lnTo>
                  <a:lnTo>
                    <a:pt x="1024642" y="262144"/>
                  </a:lnTo>
                  <a:close/>
                  <a:moveTo>
                    <a:pt x="952225" y="192981"/>
                  </a:moveTo>
                  <a:lnTo>
                    <a:pt x="987129" y="220423"/>
                  </a:lnTo>
                  <a:lnTo>
                    <a:pt x="972638" y="168887"/>
                  </a:lnTo>
                  <a:close/>
                  <a:moveTo>
                    <a:pt x="937447" y="118770"/>
                  </a:moveTo>
                  <a:lnTo>
                    <a:pt x="964523" y="172271"/>
                  </a:lnTo>
                  <a:lnTo>
                    <a:pt x="972638" y="168887"/>
                  </a:lnTo>
                  <a:close/>
                  <a:moveTo>
                    <a:pt x="972302" y="66454"/>
                  </a:moveTo>
                  <a:lnTo>
                    <a:pt x="937117" y="109582"/>
                  </a:lnTo>
                  <a:lnTo>
                    <a:pt x="980801" y="93256"/>
                  </a:lnTo>
                  <a:close/>
                  <a:moveTo>
                    <a:pt x="946348" y="48792"/>
                  </a:moveTo>
                  <a:lnTo>
                    <a:pt x="972459" y="65547"/>
                  </a:lnTo>
                  <a:lnTo>
                    <a:pt x="980801" y="93256"/>
                  </a:lnTo>
                  <a:close/>
                  <a:moveTo>
                    <a:pt x="949836" y="22234"/>
                  </a:moveTo>
                  <a:lnTo>
                    <a:pt x="972459" y="65547"/>
                  </a:lnTo>
                  <a:lnTo>
                    <a:pt x="946348" y="48792"/>
                  </a:lnTo>
                  <a:close/>
                  <a:moveTo>
                    <a:pt x="949836" y="22234"/>
                  </a:moveTo>
                  <a:lnTo>
                    <a:pt x="965549" y="33182"/>
                  </a:lnTo>
                  <a:lnTo>
                    <a:pt x="99060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0" name="Output_density__4169">
              <a:extLst>
                <a:ext uri="{FF2B5EF4-FFF2-40B4-BE49-F238E27FC236}">
                  <a16:creationId xmlns:a16="http://schemas.microsoft.com/office/drawing/2014/main" id="{BB4F461B-4375-1256-BAAC-7E9583585FDA}"/>
                </a:ext>
              </a:extLst>
            </p:cNvPr>
            <p:cNvSpPr>
              <a:spLocks noGrp="1"/>
            </p:cNvSpPr>
            <p:nvPr/>
          </p:nvSpPr>
          <p:spPr>
            <a:xfrm>
              <a:off x="15504659" y="3617627"/>
              <a:ext cx="1256156" cy="1006948"/>
            </a:xfrm>
            <a:custGeom>
              <a:avLst/>
              <a:gdLst/>
              <a:ahLst/>
              <a:cxnLst/>
              <a:rect l="0" t="0" r="0" b="0"/>
              <a:pathLst>
                <a:path w="1256156" h="1006948">
                  <a:moveTo>
                    <a:pt x="328898" y="1006948"/>
                  </a:moveTo>
                  <a:lnTo>
                    <a:pt x="281751" y="1005351"/>
                  </a:lnTo>
                  <a:lnTo>
                    <a:pt x="253357" y="999173"/>
                  </a:lnTo>
                  <a:close/>
                  <a:moveTo>
                    <a:pt x="66164" y="588434"/>
                  </a:moveTo>
                  <a:lnTo>
                    <a:pt x="0" y="551276"/>
                  </a:lnTo>
                  <a:lnTo>
                    <a:pt x="34480" y="561226"/>
                  </a:lnTo>
                  <a:close/>
                  <a:moveTo>
                    <a:pt x="392542" y="935327"/>
                  </a:moveTo>
                  <a:lnTo>
                    <a:pt x="393818" y="898202"/>
                  </a:lnTo>
                  <a:lnTo>
                    <a:pt x="381923" y="957221"/>
                  </a:lnTo>
                  <a:close/>
                  <a:moveTo>
                    <a:pt x="405473" y="848771"/>
                  </a:moveTo>
                  <a:lnTo>
                    <a:pt x="425486" y="905685"/>
                  </a:lnTo>
                  <a:lnTo>
                    <a:pt x="430831" y="903807"/>
                  </a:lnTo>
                  <a:close/>
                  <a:moveTo>
                    <a:pt x="405473" y="848771"/>
                  </a:moveTo>
                  <a:lnTo>
                    <a:pt x="430831" y="903807"/>
                  </a:lnTo>
                  <a:lnTo>
                    <a:pt x="458090" y="870823"/>
                  </a:lnTo>
                  <a:close/>
                  <a:moveTo>
                    <a:pt x="488989" y="830054"/>
                  </a:moveTo>
                  <a:lnTo>
                    <a:pt x="479235" y="814979"/>
                  </a:lnTo>
                  <a:lnTo>
                    <a:pt x="458090" y="870823"/>
                  </a:lnTo>
                  <a:close/>
                  <a:moveTo>
                    <a:pt x="490357" y="805960"/>
                  </a:moveTo>
                  <a:lnTo>
                    <a:pt x="488989" y="830054"/>
                  </a:lnTo>
                  <a:lnTo>
                    <a:pt x="515406" y="775541"/>
                  </a:lnTo>
                  <a:close/>
                  <a:moveTo>
                    <a:pt x="610173" y="685382"/>
                  </a:moveTo>
                  <a:lnTo>
                    <a:pt x="576958" y="696096"/>
                  </a:lnTo>
                  <a:lnTo>
                    <a:pt x="654176" y="675224"/>
                  </a:lnTo>
                  <a:close/>
                  <a:moveTo>
                    <a:pt x="452971" y="448553"/>
                  </a:moveTo>
                  <a:lnTo>
                    <a:pt x="412005" y="468498"/>
                  </a:lnTo>
                  <a:lnTo>
                    <a:pt x="452545" y="449240"/>
                  </a:lnTo>
                  <a:close/>
                  <a:moveTo>
                    <a:pt x="412005" y="468498"/>
                  </a:moveTo>
                  <a:lnTo>
                    <a:pt x="452971" y="448553"/>
                  </a:lnTo>
                  <a:lnTo>
                    <a:pt x="424357" y="434174"/>
                  </a:lnTo>
                  <a:close/>
                  <a:moveTo>
                    <a:pt x="831173" y="582935"/>
                  </a:moveTo>
                  <a:lnTo>
                    <a:pt x="879999" y="590810"/>
                  </a:lnTo>
                  <a:lnTo>
                    <a:pt x="910881" y="571373"/>
                  </a:lnTo>
                  <a:close/>
                  <a:moveTo>
                    <a:pt x="910881" y="571373"/>
                  </a:moveTo>
                  <a:lnTo>
                    <a:pt x="879999" y="590810"/>
                  </a:lnTo>
                  <a:lnTo>
                    <a:pt x="962734" y="590569"/>
                  </a:lnTo>
                  <a:close/>
                  <a:moveTo>
                    <a:pt x="1190799" y="434505"/>
                  </a:moveTo>
                  <a:lnTo>
                    <a:pt x="1187012" y="460600"/>
                  </a:lnTo>
                  <a:lnTo>
                    <a:pt x="1223120" y="460701"/>
                  </a:lnTo>
                  <a:close/>
                  <a:moveTo>
                    <a:pt x="1215346" y="410411"/>
                  </a:moveTo>
                  <a:lnTo>
                    <a:pt x="1223120" y="460701"/>
                  </a:lnTo>
                  <a:lnTo>
                    <a:pt x="1256156" y="449318"/>
                  </a:lnTo>
                  <a:close/>
                  <a:moveTo>
                    <a:pt x="1158056" y="152728"/>
                  </a:moveTo>
                  <a:lnTo>
                    <a:pt x="1157741" y="121136"/>
                  </a:lnTo>
                  <a:lnTo>
                    <a:pt x="1157395" y="130546"/>
                  </a:lnTo>
                  <a:close/>
                  <a:moveTo>
                    <a:pt x="1164441" y="62075"/>
                  </a:moveTo>
                  <a:lnTo>
                    <a:pt x="1157741" y="121136"/>
                  </a:lnTo>
                  <a:lnTo>
                    <a:pt x="1162383" y="77098"/>
                  </a:lnTo>
                  <a:close/>
                  <a:moveTo>
                    <a:pt x="1162383" y="77098"/>
                  </a:moveTo>
                  <a:lnTo>
                    <a:pt x="1163275" y="6927"/>
                  </a:lnTo>
                  <a:lnTo>
                    <a:pt x="1164441" y="62075"/>
                  </a:lnTo>
                  <a:close/>
                  <a:moveTo>
                    <a:pt x="1163519" y="1467"/>
                  </a:moveTo>
                  <a:lnTo>
                    <a:pt x="1163275" y="6927"/>
                  </a:lnTo>
                  <a:lnTo>
                    <a:pt x="1162383" y="77098"/>
                  </a:lnTo>
                  <a:close/>
                  <a:moveTo>
                    <a:pt x="1163619" y="0"/>
                  </a:moveTo>
                  <a:lnTo>
                    <a:pt x="1163275" y="6927"/>
                  </a:lnTo>
                  <a:lnTo>
                    <a:pt x="1163519" y="146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1" name="Output_density__4170">
              <a:extLst>
                <a:ext uri="{FF2B5EF4-FFF2-40B4-BE49-F238E27FC236}">
                  <a16:creationId xmlns:a16="http://schemas.microsoft.com/office/drawing/2014/main" id="{37E3076F-FEA8-17AD-94AF-5FDAF8B11D3B}"/>
                </a:ext>
              </a:extLst>
            </p:cNvPr>
            <p:cNvSpPr>
              <a:spLocks noGrp="1"/>
            </p:cNvSpPr>
            <p:nvPr/>
          </p:nvSpPr>
          <p:spPr>
            <a:xfrm>
              <a:off x="15833557" y="3811845"/>
              <a:ext cx="423905" cy="812729"/>
            </a:xfrm>
            <a:custGeom>
              <a:avLst/>
              <a:gdLst/>
              <a:ahLst/>
              <a:cxnLst/>
              <a:rect l="0" t="0" r="0" b="0"/>
              <a:pathLst>
                <a:path w="423905" h="812729">
                  <a:moveTo>
                    <a:pt x="27547" y="780822"/>
                  </a:moveTo>
                  <a:lnTo>
                    <a:pt x="51305" y="777795"/>
                  </a:lnTo>
                  <a:lnTo>
                    <a:pt x="53025" y="763003"/>
                  </a:lnTo>
                  <a:close/>
                  <a:moveTo>
                    <a:pt x="0" y="812729"/>
                  </a:moveTo>
                  <a:lnTo>
                    <a:pt x="41091" y="791684"/>
                  </a:lnTo>
                  <a:lnTo>
                    <a:pt x="27547" y="780822"/>
                  </a:lnTo>
                  <a:close/>
                  <a:moveTo>
                    <a:pt x="53025" y="763003"/>
                  </a:moveTo>
                  <a:lnTo>
                    <a:pt x="51305" y="777795"/>
                  </a:lnTo>
                  <a:lnTo>
                    <a:pt x="63645" y="741109"/>
                  </a:lnTo>
                  <a:close/>
                  <a:moveTo>
                    <a:pt x="64921" y="703983"/>
                  </a:moveTo>
                  <a:lnTo>
                    <a:pt x="63645" y="741109"/>
                  </a:lnTo>
                  <a:lnTo>
                    <a:pt x="96588" y="711466"/>
                  </a:lnTo>
                  <a:close/>
                  <a:moveTo>
                    <a:pt x="336428" y="446953"/>
                  </a:moveTo>
                  <a:lnTo>
                    <a:pt x="281275" y="491164"/>
                  </a:lnTo>
                  <a:lnTo>
                    <a:pt x="325278" y="481006"/>
                  </a:lnTo>
                  <a:close/>
                  <a:moveTo>
                    <a:pt x="336428" y="446953"/>
                  </a:moveTo>
                  <a:lnTo>
                    <a:pt x="325278" y="481006"/>
                  </a:lnTo>
                  <a:lnTo>
                    <a:pt x="337985" y="460481"/>
                  </a:lnTo>
                  <a:close/>
                  <a:moveTo>
                    <a:pt x="336428" y="446953"/>
                  </a:moveTo>
                  <a:lnTo>
                    <a:pt x="337985" y="460481"/>
                  </a:lnTo>
                  <a:lnTo>
                    <a:pt x="344957" y="419683"/>
                  </a:lnTo>
                  <a:close/>
                  <a:moveTo>
                    <a:pt x="344957" y="419683"/>
                  </a:moveTo>
                  <a:lnTo>
                    <a:pt x="387299" y="403314"/>
                  </a:lnTo>
                  <a:lnTo>
                    <a:pt x="423905" y="405280"/>
                  </a:lnTo>
                  <a:close/>
                  <a:moveTo>
                    <a:pt x="377400" y="406083"/>
                  </a:moveTo>
                  <a:lnTo>
                    <a:pt x="344957" y="419683"/>
                  </a:lnTo>
                  <a:lnTo>
                    <a:pt x="423905" y="405280"/>
                  </a:lnTo>
                  <a:close/>
                  <a:moveTo>
                    <a:pt x="98020" y="0"/>
                  </a:moveTo>
                  <a:lnTo>
                    <a:pt x="86302" y="16424"/>
                  </a:lnTo>
                  <a:lnTo>
                    <a:pt x="80507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72" name="Output_density__4171">
              <a:extLst>
                <a:ext uri="{FF2B5EF4-FFF2-40B4-BE49-F238E27FC236}">
                  <a16:creationId xmlns:a16="http://schemas.microsoft.com/office/drawing/2014/main" id="{7AB13904-D828-DD8D-1A61-5794BF092783}"/>
                </a:ext>
              </a:extLst>
            </p:cNvPr>
            <p:cNvSpPr>
              <a:spLocks noGrp="1"/>
            </p:cNvSpPr>
            <p:nvPr/>
          </p:nvSpPr>
          <p:spPr>
            <a:xfrm>
              <a:off x="15573165" y="3496535"/>
              <a:ext cx="1111123" cy="835553"/>
            </a:xfrm>
            <a:custGeom>
              <a:avLst/>
              <a:gdLst/>
              <a:ahLst/>
              <a:cxnLst/>
              <a:rect l="0" t="0" r="0" b="0"/>
              <a:pathLst>
                <a:path w="1111123" h="835553">
                  <a:moveTo>
                    <a:pt x="7201" y="475407"/>
                  </a:moveTo>
                  <a:lnTo>
                    <a:pt x="17254" y="463223"/>
                  </a:lnTo>
                  <a:lnTo>
                    <a:pt x="0" y="487316"/>
                  </a:lnTo>
                  <a:close/>
                  <a:moveTo>
                    <a:pt x="386303" y="823979"/>
                  </a:moveTo>
                  <a:lnTo>
                    <a:pt x="430964" y="799885"/>
                  </a:lnTo>
                  <a:lnTo>
                    <a:pt x="409232" y="772442"/>
                  </a:lnTo>
                  <a:close/>
                  <a:moveTo>
                    <a:pt x="430964" y="799885"/>
                  </a:moveTo>
                  <a:lnTo>
                    <a:pt x="466645" y="835553"/>
                  </a:lnTo>
                  <a:lnTo>
                    <a:pt x="481747" y="779851"/>
                  </a:lnTo>
                  <a:close/>
                  <a:moveTo>
                    <a:pt x="466645" y="835553"/>
                  </a:moveTo>
                  <a:lnTo>
                    <a:pt x="501084" y="775791"/>
                  </a:lnTo>
                  <a:lnTo>
                    <a:pt x="481747" y="779851"/>
                  </a:lnTo>
                  <a:close/>
                  <a:moveTo>
                    <a:pt x="491147" y="752486"/>
                  </a:moveTo>
                  <a:lnTo>
                    <a:pt x="481747" y="779851"/>
                  </a:lnTo>
                  <a:lnTo>
                    <a:pt x="495584" y="724254"/>
                  </a:lnTo>
                  <a:close/>
                  <a:moveTo>
                    <a:pt x="495584" y="724254"/>
                  </a:moveTo>
                  <a:lnTo>
                    <a:pt x="481747" y="779851"/>
                  </a:lnTo>
                  <a:lnTo>
                    <a:pt x="501084" y="775791"/>
                  </a:lnTo>
                  <a:close/>
                  <a:moveTo>
                    <a:pt x="491882" y="746851"/>
                  </a:moveTo>
                  <a:lnTo>
                    <a:pt x="495584" y="724254"/>
                  </a:lnTo>
                  <a:lnTo>
                    <a:pt x="451126" y="679259"/>
                  </a:lnTo>
                  <a:close/>
                  <a:moveTo>
                    <a:pt x="244126" y="339404"/>
                  </a:moveTo>
                  <a:lnTo>
                    <a:pt x="237077" y="287867"/>
                  </a:lnTo>
                  <a:lnTo>
                    <a:pt x="196870" y="363498"/>
                  </a:lnTo>
                  <a:close/>
                  <a:moveTo>
                    <a:pt x="744947" y="637776"/>
                  </a:moveTo>
                  <a:lnTo>
                    <a:pt x="786004" y="616603"/>
                  </a:lnTo>
                  <a:lnTo>
                    <a:pt x="707361" y="632148"/>
                  </a:lnTo>
                  <a:close/>
                  <a:moveTo>
                    <a:pt x="822742" y="619060"/>
                  </a:moveTo>
                  <a:lnTo>
                    <a:pt x="763798" y="639734"/>
                  </a:lnTo>
                  <a:lnTo>
                    <a:pt x="809091" y="627878"/>
                  </a:lnTo>
                  <a:close/>
                  <a:moveTo>
                    <a:pt x="786004" y="616603"/>
                  </a:moveTo>
                  <a:lnTo>
                    <a:pt x="744947" y="637776"/>
                  </a:lnTo>
                  <a:lnTo>
                    <a:pt x="822742" y="619060"/>
                  </a:lnTo>
                  <a:close/>
                  <a:moveTo>
                    <a:pt x="861053" y="587620"/>
                  </a:moveTo>
                  <a:lnTo>
                    <a:pt x="786004" y="616603"/>
                  </a:lnTo>
                  <a:lnTo>
                    <a:pt x="822742" y="619060"/>
                  </a:lnTo>
                  <a:close/>
                  <a:moveTo>
                    <a:pt x="847213" y="575653"/>
                  </a:moveTo>
                  <a:lnTo>
                    <a:pt x="861053" y="587620"/>
                  </a:lnTo>
                  <a:lnTo>
                    <a:pt x="822742" y="619060"/>
                  </a:lnTo>
                  <a:close/>
                  <a:moveTo>
                    <a:pt x="1003326" y="476617"/>
                  </a:moveTo>
                  <a:lnTo>
                    <a:pt x="1025140" y="528154"/>
                  </a:lnTo>
                  <a:lnTo>
                    <a:pt x="1076553" y="504060"/>
                  </a:lnTo>
                  <a:close/>
                  <a:moveTo>
                    <a:pt x="1003326" y="476617"/>
                  </a:moveTo>
                  <a:lnTo>
                    <a:pt x="1076553" y="504060"/>
                  </a:lnTo>
                  <a:lnTo>
                    <a:pt x="1045456" y="452523"/>
                  </a:lnTo>
                  <a:close/>
                  <a:moveTo>
                    <a:pt x="1003326" y="476617"/>
                  </a:moveTo>
                  <a:lnTo>
                    <a:pt x="1045456" y="452523"/>
                  </a:lnTo>
                  <a:lnTo>
                    <a:pt x="989672" y="449353"/>
                  </a:lnTo>
                  <a:close/>
                  <a:moveTo>
                    <a:pt x="1045456" y="452523"/>
                  </a:moveTo>
                  <a:lnTo>
                    <a:pt x="1017906" y="420017"/>
                  </a:lnTo>
                  <a:lnTo>
                    <a:pt x="989672" y="449353"/>
                  </a:lnTo>
                  <a:close/>
                  <a:moveTo>
                    <a:pt x="1003118" y="400987"/>
                  </a:moveTo>
                  <a:lnTo>
                    <a:pt x="989672" y="449353"/>
                  </a:lnTo>
                  <a:lnTo>
                    <a:pt x="1017906" y="420017"/>
                  </a:lnTo>
                  <a:close/>
                  <a:moveTo>
                    <a:pt x="1003118" y="400987"/>
                  </a:moveTo>
                  <a:lnTo>
                    <a:pt x="981355" y="349450"/>
                  </a:lnTo>
                  <a:lnTo>
                    <a:pt x="974428" y="425081"/>
                  </a:lnTo>
                  <a:close/>
                  <a:moveTo>
                    <a:pt x="1111123" y="479966"/>
                  </a:moveTo>
                  <a:lnTo>
                    <a:pt x="1076553" y="504060"/>
                  </a:lnTo>
                  <a:lnTo>
                    <a:pt x="1092338" y="523628"/>
                  </a:lnTo>
                  <a:close/>
                  <a:moveTo>
                    <a:pt x="1045456" y="452523"/>
                  </a:moveTo>
                  <a:lnTo>
                    <a:pt x="1105754" y="438888"/>
                  </a:lnTo>
                  <a:lnTo>
                    <a:pt x="1101223" y="429839"/>
                  </a:lnTo>
                  <a:close/>
                  <a:moveTo>
                    <a:pt x="1111123" y="479966"/>
                  </a:moveTo>
                  <a:lnTo>
                    <a:pt x="1105754" y="438888"/>
                  </a:lnTo>
                  <a:lnTo>
                    <a:pt x="1045456" y="452523"/>
                  </a:lnTo>
                  <a:close/>
                  <a:moveTo>
                    <a:pt x="1076553" y="504060"/>
                  </a:moveTo>
                  <a:lnTo>
                    <a:pt x="1111123" y="479966"/>
                  </a:lnTo>
                  <a:lnTo>
                    <a:pt x="1045456" y="452523"/>
                  </a:lnTo>
                  <a:close/>
                  <a:moveTo>
                    <a:pt x="1021959" y="393554"/>
                  </a:moveTo>
                  <a:lnTo>
                    <a:pt x="1017906" y="420017"/>
                  </a:lnTo>
                  <a:lnTo>
                    <a:pt x="1078612" y="376893"/>
                  </a:lnTo>
                  <a:close/>
                  <a:moveTo>
                    <a:pt x="1100292" y="418466"/>
                  </a:moveTo>
                  <a:lnTo>
                    <a:pt x="1045456" y="452523"/>
                  </a:lnTo>
                  <a:lnTo>
                    <a:pt x="1101223" y="429839"/>
                  </a:lnTo>
                  <a:close/>
                  <a:moveTo>
                    <a:pt x="1003118" y="400987"/>
                  </a:moveTo>
                  <a:lnTo>
                    <a:pt x="1017906" y="420017"/>
                  </a:lnTo>
                  <a:lnTo>
                    <a:pt x="1021959" y="393554"/>
                  </a:lnTo>
                  <a:close/>
                  <a:moveTo>
                    <a:pt x="1026911" y="325356"/>
                  </a:moveTo>
                  <a:lnTo>
                    <a:pt x="1021959" y="393554"/>
                  </a:lnTo>
                  <a:lnTo>
                    <a:pt x="1029596" y="328823"/>
                  </a:lnTo>
                  <a:close/>
                  <a:moveTo>
                    <a:pt x="1003118" y="400987"/>
                  </a:moveTo>
                  <a:lnTo>
                    <a:pt x="1021959" y="393554"/>
                  </a:lnTo>
                  <a:lnTo>
                    <a:pt x="1026911" y="325356"/>
                  </a:lnTo>
                  <a:close/>
                  <a:moveTo>
                    <a:pt x="981355" y="349450"/>
                  </a:moveTo>
                  <a:lnTo>
                    <a:pt x="1003118" y="400987"/>
                  </a:lnTo>
                  <a:lnTo>
                    <a:pt x="1026911" y="325356"/>
                  </a:lnTo>
                  <a:close/>
                  <a:moveTo>
                    <a:pt x="1021959" y="393554"/>
                  </a:moveTo>
                  <a:lnTo>
                    <a:pt x="1078612" y="376893"/>
                  </a:lnTo>
                  <a:lnTo>
                    <a:pt x="1029596" y="328823"/>
                  </a:lnTo>
                  <a:close/>
                  <a:moveTo>
                    <a:pt x="969672" y="297914"/>
                  </a:moveTo>
                  <a:lnTo>
                    <a:pt x="981355" y="349450"/>
                  </a:lnTo>
                  <a:lnTo>
                    <a:pt x="1026911" y="325356"/>
                  </a:lnTo>
                  <a:close/>
                  <a:moveTo>
                    <a:pt x="969672" y="297914"/>
                  </a:moveTo>
                  <a:lnTo>
                    <a:pt x="1026911" y="325356"/>
                  </a:lnTo>
                  <a:lnTo>
                    <a:pt x="992749" y="273820"/>
                  </a:lnTo>
                  <a:close/>
                  <a:moveTo>
                    <a:pt x="1026911" y="325356"/>
                  </a:moveTo>
                  <a:lnTo>
                    <a:pt x="1029596" y="328823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1735" y="322864"/>
                  </a:lnTo>
                  <a:lnTo>
                    <a:pt x="1038135" y="254918"/>
                  </a:lnTo>
                  <a:close/>
                  <a:moveTo>
                    <a:pt x="992749" y="273820"/>
                  </a:moveTo>
                  <a:lnTo>
                    <a:pt x="1026911" y="325356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8135" y="254918"/>
                  </a:lnTo>
                  <a:lnTo>
                    <a:pt x="1004382" y="198189"/>
                  </a:lnTo>
                  <a:close/>
                  <a:moveTo>
                    <a:pt x="977041" y="222283"/>
                  </a:moveTo>
                  <a:lnTo>
                    <a:pt x="992749" y="273820"/>
                  </a:lnTo>
                  <a:lnTo>
                    <a:pt x="1004382" y="198189"/>
                  </a:lnTo>
                  <a:close/>
                  <a:moveTo>
                    <a:pt x="989892" y="146653"/>
                  </a:moveTo>
                  <a:lnTo>
                    <a:pt x="957028" y="97280"/>
                  </a:lnTo>
                  <a:lnTo>
                    <a:pt x="954701" y="96536"/>
                  </a:lnTo>
                  <a:close/>
                  <a:moveTo>
                    <a:pt x="955077" y="95116"/>
                  </a:moveTo>
                  <a:lnTo>
                    <a:pt x="954701" y="96536"/>
                  </a:lnTo>
                  <a:lnTo>
                    <a:pt x="957028" y="97280"/>
                  </a:lnTo>
                  <a:close/>
                  <a:moveTo>
                    <a:pt x="954371" y="87348"/>
                  </a:moveTo>
                  <a:lnTo>
                    <a:pt x="954701" y="96536"/>
                  </a:lnTo>
                  <a:lnTo>
                    <a:pt x="955077" y="95116"/>
                  </a:lnTo>
                  <a:close/>
                  <a:moveTo>
                    <a:pt x="958726" y="93264"/>
                  </a:moveTo>
                  <a:lnTo>
                    <a:pt x="957028" y="97280"/>
                  </a:lnTo>
                  <a:lnTo>
                    <a:pt x="998055" y="71022"/>
                  </a:lnTo>
                  <a:close/>
                  <a:moveTo>
                    <a:pt x="998055" y="71022"/>
                  </a:moveTo>
                  <a:lnTo>
                    <a:pt x="957028" y="97280"/>
                  </a:lnTo>
                  <a:lnTo>
                    <a:pt x="989892" y="146653"/>
                  </a:lnTo>
                  <a:close/>
                  <a:moveTo>
                    <a:pt x="955077" y="95116"/>
                  </a:moveTo>
                  <a:lnTo>
                    <a:pt x="957028" y="97280"/>
                  </a:lnTo>
                  <a:lnTo>
                    <a:pt x="958726" y="93264"/>
                  </a:lnTo>
                  <a:close/>
                  <a:moveTo>
                    <a:pt x="955077" y="95116"/>
                  </a:moveTo>
                  <a:lnTo>
                    <a:pt x="958726" y="93264"/>
                  </a:lnTo>
                  <a:lnTo>
                    <a:pt x="954371" y="87348"/>
                  </a:lnTo>
                  <a:close/>
                  <a:moveTo>
                    <a:pt x="998055" y="71022"/>
                  </a:moveTo>
                  <a:lnTo>
                    <a:pt x="954371" y="87348"/>
                  </a:lnTo>
                  <a:lnTo>
                    <a:pt x="958726" y="93264"/>
                  </a:lnTo>
                  <a:close/>
                  <a:moveTo>
                    <a:pt x="967089" y="0"/>
                  </a:moveTo>
                  <a:lnTo>
                    <a:pt x="963601" y="26558"/>
                  </a:lnTo>
                  <a:lnTo>
                    <a:pt x="969769" y="1948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3" name="Output_density__4172">
              <a:extLst>
                <a:ext uri="{FF2B5EF4-FFF2-40B4-BE49-F238E27FC236}">
                  <a16:creationId xmlns:a16="http://schemas.microsoft.com/office/drawing/2014/main" id="{A2EC0B52-7FBE-BB6D-C672-16C4CDECB145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9021"/>
              <a:ext cx="81915" cy="47399"/>
            </a:xfrm>
            <a:custGeom>
              <a:avLst/>
              <a:gdLst/>
              <a:ahLst/>
              <a:cxnLst/>
              <a:rect l="0" t="0" r="0" b="0"/>
              <a:pathLst>
                <a:path w="81915" h="47399">
                  <a:moveTo>
                    <a:pt x="21732" y="47399"/>
                  </a:moveTo>
                  <a:lnTo>
                    <a:pt x="40100" y="18338"/>
                  </a:lnTo>
                  <a:lnTo>
                    <a:pt x="0" y="19956"/>
                  </a:lnTo>
                  <a:close/>
                  <a:moveTo>
                    <a:pt x="40100" y="18338"/>
                  </a:moveTo>
                  <a:lnTo>
                    <a:pt x="21732" y="47399"/>
                  </a:lnTo>
                  <a:lnTo>
                    <a:pt x="72515" y="27365"/>
                  </a:lnTo>
                  <a:close/>
                  <a:moveTo>
                    <a:pt x="40100" y="18338"/>
                  </a:moveTo>
                  <a:lnTo>
                    <a:pt x="72515" y="2736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74" name="Output_density__4173">
              <a:extLst>
                <a:ext uri="{FF2B5EF4-FFF2-40B4-BE49-F238E27FC236}">
                  <a16:creationId xmlns:a16="http://schemas.microsoft.com/office/drawing/2014/main" id="{2DF5F190-9A94-C900-309D-3AF2AAC90116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24816"/>
              <a:ext cx="1155122" cy="1174126"/>
            </a:xfrm>
            <a:custGeom>
              <a:avLst/>
              <a:gdLst/>
              <a:ahLst/>
              <a:cxnLst/>
              <a:rect l="0" t="0" r="0" b="0"/>
              <a:pathLst>
                <a:path w="1155122" h="1174126">
                  <a:moveTo>
                    <a:pt x="131960" y="1122589"/>
                  </a:moveTo>
                  <a:lnTo>
                    <a:pt x="126470" y="1112908"/>
                  </a:lnTo>
                  <a:lnTo>
                    <a:pt x="102752" y="1081234"/>
                  </a:lnTo>
                  <a:close/>
                  <a:moveTo>
                    <a:pt x="160405" y="1098495"/>
                  </a:moveTo>
                  <a:lnTo>
                    <a:pt x="212836" y="1155206"/>
                  </a:lnTo>
                  <a:lnTo>
                    <a:pt x="217008" y="1141836"/>
                  </a:lnTo>
                  <a:close/>
                  <a:moveTo>
                    <a:pt x="154778" y="1174126"/>
                  </a:moveTo>
                  <a:lnTo>
                    <a:pt x="212836" y="1155206"/>
                  </a:lnTo>
                  <a:lnTo>
                    <a:pt x="160405" y="1098495"/>
                  </a:lnTo>
                  <a:close/>
                  <a:moveTo>
                    <a:pt x="131960" y="1122589"/>
                  </a:moveTo>
                  <a:lnTo>
                    <a:pt x="154778" y="1174126"/>
                  </a:lnTo>
                  <a:lnTo>
                    <a:pt x="160405" y="1098495"/>
                  </a:lnTo>
                  <a:close/>
                  <a:moveTo>
                    <a:pt x="212836" y="1155206"/>
                  </a:moveTo>
                  <a:lnTo>
                    <a:pt x="231337" y="1150032"/>
                  </a:lnTo>
                  <a:lnTo>
                    <a:pt x="217008" y="1141836"/>
                  </a:lnTo>
                  <a:close/>
                  <a:moveTo>
                    <a:pt x="131960" y="1122589"/>
                  </a:moveTo>
                  <a:lnTo>
                    <a:pt x="160405" y="1098495"/>
                  </a:lnTo>
                  <a:lnTo>
                    <a:pt x="126470" y="1112908"/>
                  </a:lnTo>
                  <a:close/>
                  <a:moveTo>
                    <a:pt x="160405" y="1098495"/>
                  </a:moveTo>
                  <a:lnTo>
                    <a:pt x="158209" y="1096677"/>
                  </a:lnTo>
                  <a:lnTo>
                    <a:pt x="126470" y="1112908"/>
                  </a:lnTo>
                  <a:close/>
                  <a:moveTo>
                    <a:pt x="94382" y="1019516"/>
                  </a:moveTo>
                  <a:lnTo>
                    <a:pt x="100911" y="1071053"/>
                  </a:lnTo>
                  <a:lnTo>
                    <a:pt x="124447" y="1046959"/>
                  </a:lnTo>
                  <a:close/>
                  <a:moveTo>
                    <a:pt x="94382" y="1019516"/>
                  </a:moveTo>
                  <a:lnTo>
                    <a:pt x="124447" y="1046959"/>
                  </a:lnTo>
                  <a:lnTo>
                    <a:pt x="96967" y="995422"/>
                  </a:lnTo>
                  <a:close/>
                  <a:moveTo>
                    <a:pt x="72001" y="967979"/>
                  </a:moveTo>
                  <a:lnTo>
                    <a:pt x="96967" y="995422"/>
                  </a:lnTo>
                  <a:lnTo>
                    <a:pt x="92037" y="943885"/>
                  </a:lnTo>
                  <a:close/>
                  <a:moveTo>
                    <a:pt x="265206" y="1074401"/>
                  </a:moveTo>
                  <a:lnTo>
                    <a:pt x="231337" y="1150032"/>
                  </a:lnTo>
                  <a:lnTo>
                    <a:pt x="291746" y="1125938"/>
                  </a:lnTo>
                  <a:close/>
                  <a:moveTo>
                    <a:pt x="160405" y="1098495"/>
                  </a:moveTo>
                  <a:lnTo>
                    <a:pt x="217008" y="1141836"/>
                  </a:lnTo>
                  <a:lnTo>
                    <a:pt x="230160" y="1078378"/>
                  </a:lnTo>
                  <a:close/>
                  <a:moveTo>
                    <a:pt x="230160" y="1078378"/>
                  </a:moveTo>
                  <a:lnTo>
                    <a:pt x="265206" y="1074401"/>
                  </a:lnTo>
                  <a:lnTo>
                    <a:pt x="280327" y="1068999"/>
                  </a:lnTo>
                  <a:close/>
                  <a:moveTo>
                    <a:pt x="191857" y="984032"/>
                  </a:moveTo>
                  <a:lnTo>
                    <a:pt x="168260" y="999356"/>
                  </a:lnTo>
                  <a:lnTo>
                    <a:pt x="167662" y="1028463"/>
                  </a:lnTo>
                  <a:close/>
                  <a:moveTo>
                    <a:pt x="149058" y="971328"/>
                  </a:moveTo>
                  <a:lnTo>
                    <a:pt x="96582" y="922782"/>
                  </a:lnTo>
                  <a:lnTo>
                    <a:pt x="92037" y="943885"/>
                  </a:lnTo>
                  <a:close/>
                  <a:moveTo>
                    <a:pt x="149058" y="971328"/>
                  </a:moveTo>
                  <a:lnTo>
                    <a:pt x="92037" y="943885"/>
                  </a:lnTo>
                  <a:lnTo>
                    <a:pt x="96967" y="995422"/>
                  </a:lnTo>
                  <a:close/>
                  <a:moveTo>
                    <a:pt x="97222" y="919792"/>
                  </a:moveTo>
                  <a:lnTo>
                    <a:pt x="72030" y="868255"/>
                  </a:lnTo>
                  <a:lnTo>
                    <a:pt x="66961" y="884120"/>
                  </a:lnTo>
                  <a:close/>
                  <a:moveTo>
                    <a:pt x="280327" y="1068999"/>
                  </a:moveTo>
                  <a:lnTo>
                    <a:pt x="265206" y="1074401"/>
                  </a:lnTo>
                  <a:lnTo>
                    <a:pt x="307940" y="1037341"/>
                  </a:lnTo>
                  <a:close/>
                  <a:moveTo>
                    <a:pt x="275844" y="953734"/>
                  </a:moveTo>
                  <a:lnTo>
                    <a:pt x="254499" y="972435"/>
                  </a:lnTo>
                  <a:lnTo>
                    <a:pt x="283972" y="947234"/>
                  </a:lnTo>
                  <a:close/>
                  <a:moveTo>
                    <a:pt x="254499" y="972435"/>
                  </a:moveTo>
                  <a:lnTo>
                    <a:pt x="298278" y="1022865"/>
                  </a:lnTo>
                  <a:lnTo>
                    <a:pt x="283972" y="947234"/>
                  </a:lnTo>
                  <a:close/>
                  <a:moveTo>
                    <a:pt x="283972" y="947234"/>
                  </a:moveTo>
                  <a:lnTo>
                    <a:pt x="298278" y="1022865"/>
                  </a:lnTo>
                  <a:lnTo>
                    <a:pt x="342572" y="992148"/>
                  </a:lnTo>
                  <a:close/>
                  <a:moveTo>
                    <a:pt x="342572" y="992148"/>
                  </a:moveTo>
                  <a:lnTo>
                    <a:pt x="298278" y="1022865"/>
                  </a:lnTo>
                  <a:lnTo>
                    <a:pt x="331374" y="1009315"/>
                  </a:lnTo>
                  <a:close/>
                  <a:moveTo>
                    <a:pt x="331374" y="1009315"/>
                  </a:moveTo>
                  <a:lnTo>
                    <a:pt x="373810" y="998771"/>
                  </a:lnTo>
                  <a:lnTo>
                    <a:pt x="342572" y="992148"/>
                  </a:lnTo>
                  <a:close/>
                  <a:moveTo>
                    <a:pt x="252684" y="971328"/>
                  </a:moveTo>
                  <a:lnTo>
                    <a:pt x="254499" y="972435"/>
                  </a:lnTo>
                  <a:lnTo>
                    <a:pt x="275844" y="953734"/>
                  </a:lnTo>
                  <a:close/>
                  <a:moveTo>
                    <a:pt x="252684" y="971328"/>
                  </a:moveTo>
                  <a:lnTo>
                    <a:pt x="275844" y="953734"/>
                  </a:lnTo>
                  <a:lnTo>
                    <a:pt x="252631" y="965452"/>
                  </a:lnTo>
                  <a:close/>
                  <a:moveTo>
                    <a:pt x="241959" y="918539"/>
                  </a:moveTo>
                  <a:lnTo>
                    <a:pt x="283804" y="947100"/>
                  </a:lnTo>
                  <a:lnTo>
                    <a:pt x="227655" y="895698"/>
                  </a:lnTo>
                  <a:close/>
                  <a:moveTo>
                    <a:pt x="283804" y="947100"/>
                  </a:moveTo>
                  <a:lnTo>
                    <a:pt x="241959" y="918539"/>
                  </a:lnTo>
                  <a:lnTo>
                    <a:pt x="283972" y="947234"/>
                  </a:lnTo>
                  <a:close/>
                  <a:moveTo>
                    <a:pt x="252631" y="965452"/>
                  </a:moveTo>
                  <a:lnTo>
                    <a:pt x="275844" y="953734"/>
                  </a:lnTo>
                  <a:lnTo>
                    <a:pt x="283972" y="947234"/>
                  </a:lnTo>
                  <a:close/>
                  <a:moveTo>
                    <a:pt x="244488" y="919792"/>
                  </a:moveTo>
                  <a:lnTo>
                    <a:pt x="252631" y="965452"/>
                  </a:lnTo>
                  <a:lnTo>
                    <a:pt x="283972" y="947234"/>
                  </a:lnTo>
                  <a:close/>
                  <a:moveTo>
                    <a:pt x="395044" y="995534"/>
                  </a:moveTo>
                  <a:lnTo>
                    <a:pt x="342572" y="992148"/>
                  </a:lnTo>
                  <a:lnTo>
                    <a:pt x="373810" y="998771"/>
                  </a:lnTo>
                  <a:close/>
                  <a:moveTo>
                    <a:pt x="351485" y="930222"/>
                  </a:moveTo>
                  <a:lnTo>
                    <a:pt x="342572" y="992148"/>
                  </a:lnTo>
                  <a:lnTo>
                    <a:pt x="395044" y="995534"/>
                  </a:lnTo>
                  <a:close/>
                  <a:moveTo>
                    <a:pt x="393785" y="933815"/>
                  </a:moveTo>
                  <a:lnTo>
                    <a:pt x="351485" y="930222"/>
                  </a:lnTo>
                  <a:lnTo>
                    <a:pt x="395044" y="995534"/>
                  </a:lnTo>
                  <a:close/>
                  <a:moveTo>
                    <a:pt x="283972" y="947234"/>
                  </a:moveTo>
                  <a:lnTo>
                    <a:pt x="342572" y="992148"/>
                  </a:lnTo>
                  <a:lnTo>
                    <a:pt x="351485" y="930222"/>
                  </a:lnTo>
                  <a:close/>
                  <a:moveTo>
                    <a:pt x="283972" y="947234"/>
                  </a:moveTo>
                  <a:lnTo>
                    <a:pt x="351485" y="930222"/>
                  </a:lnTo>
                  <a:lnTo>
                    <a:pt x="283804" y="947100"/>
                  </a:lnTo>
                  <a:close/>
                  <a:moveTo>
                    <a:pt x="283804" y="947100"/>
                  </a:moveTo>
                  <a:lnTo>
                    <a:pt x="351485" y="930222"/>
                  </a:lnTo>
                  <a:lnTo>
                    <a:pt x="347780" y="876718"/>
                  </a:lnTo>
                  <a:close/>
                  <a:moveTo>
                    <a:pt x="275498" y="871604"/>
                  </a:moveTo>
                  <a:lnTo>
                    <a:pt x="227655" y="895698"/>
                  </a:lnTo>
                  <a:lnTo>
                    <a:pt x="283804" y="947100"/>
                  </a:lnTo>
                  <a:close/>
                  <a:moveTo>
                    <a:pt x="275498" y="871604"/>
                  </a:moveTo>
                  <a:lnTo>
                    <a:pt x="223803" y="844161"/>
                  </a:lnTo>
                  <a:lnTo>
                    <a:pt x="227655" y="895698"/>
                  </a:lnTo>
                  <a:close/>
                  <a:moveTo>
                    <a:pt x="39911" y="529654"/>
                  </a:moveTo>
                  <a:lnTo>
                    <a:pt x="0" y="534942"/>
                  </a:lnTo>
                  <a:lnTo>
                    <a:pt x="73466" y="549811"/>
                  </a:lnTo>
                  <a:close/>
                  <a:moveTo>
                    <a:pt x="483831" y="847510"/>
                  </a:moveTo>
                  <a:lnTo>
                    <a:pt x="534992" y="832238"/>
                  </a:lnTo>
                  <a:lnTo>
                    <a:pt x="504831" y="771879"/>
                  </a:lnTo>
                  <a:close/>
                  <a:moveTo>
                    <a:pt x="481750" y="758457"/>
                  </a:moveTo>
                  <a:lnTo>
                    <a:pt x="502121" y="699724"/>
                  </a:lnTo>
                  <a:lnTo>
                    <a:pt x="438123" y="709540"/>
                  </a:lnTo>
                  <a:close/>
                  <a:moveTo>
                    <a:pt x="438123" y="709540"/>
                  </a:moveTo>
                  <a:lnTo>
                    <a:pt x="502121" y="699724"/>
                  </a:lnTo>
                  <a:lnTo>
                    <a:pt x="497680" y="696249"/>
                  </a:lnTo>
                  <a:close/>
                  <a:moveTo>
                    <a:pt x="558892" y="747785"/>
                  </a:moveTo>
                  <a:lnTo>
                    <a:pt x="504831" y="771879"/>
                  </a:lnTo>
                  <a:lnTo>
                    <a:pt x="542167" y="809670"/>
                  </a:lnTo>
                  <a:close/>
                  <a:moveTo>
                    <a:pt x="559987" y="686431"/>
                  </a:moveTo>
                  <a:lnTo>
                    <a:pt x="538314" y="660364"/>
                  </a:lnTo>
                  <a:lnTo>
                    <a:pt x="537681" y="672155"/>
                  </a:lnTo>
                  <a:close/>
                  <a:moveTo>
                    <a:pt x="538314" y="660364"/>
                  </a:moveTo>
                  <a:lnTo>
                    <a:pt x="559987" y="686431"/>
                  </a:lnTo>
                  <a:lnTo>
                    <a:pt x="620564" y="658308"/>
                  </a:lnTo>
                  <a:close/>
                  <a:moveTo>
                    <a:pt x="335270" y="378719"/>
                  </a:moveTo>
                  <a:lnTo>
                    <a:pt x="302715" y="311399"/>
                  </a:lnTo>
                  <a:lnTo>
                    <a:pt x="289388" y="315295"/>
                  </a:lnTo>
                  <a:close/>
                  <a:moveTo>
                    <a:pt x="358061" y="287305"/>
                  </a:moveTo>
                  <a:lnTo>
                    <a:pt x="346663" y="332943"/>
                  </a:lnTo>
                  <a:lnTo>
                    <a:pt x="373741" y="299287"/>
                  </a:lnTo>
                  <a:close/>
                  <a:moveTo>
                    <a:pt x="358061" y="287305"/>
                  </a:moveTo>
                  <a:lnTo>
                    <a:pt x="302715" y="311399"/>
                  </a:lnTo>
                  <a:lnTo>
                    <a:pt x="346663" y="332943"/>
                  </a:lnTo>
                  <a:close/>
                  <a:moveTo>
                    <a:pt x="834134" y="740969"/>
                  </a:moveTo>
                  <a:lnTo>
                    <a:pt x="848473" y="716592"/>
                  </a:lnTo>
                  <a:lnTo>
                    <a:pt x="790496" y="738464"/>
                  </a:lnTo>
                  <a:close/>
                  <a:moveTo>
                    <a:pt x="790496" y="738464"/>
                  </a:moveTo>
                  <a:lnTo>
                    <a:pt x="848473" y="716592"/>
                  </a:lnTo>
                  <a:lnTo>
                    <a:pt x="791837" y="699597"/>
                  </a:lnTo>
                  <a:close/>
                  <a:moveTo>
                    <a:pt x="857462" y="727040"/>
                  </a:moveTo>
                  <a:lnTo>
                    <a:pt x="834134" y="740969"/>
                  </a:lnTo>
                  <a:lnTo>
                    <a:pt x="825122" y="764184"/>
                  </a:lnTo>
                  <a:close/>
                  <a:moveTo>
                    <a:pt x="857462" y="727040"/>
                  </a:moveTo>
                  <a:lnTo>
                    <a:pt x="919218" y="702946"/>
                  </a:lnTo>
                  <a:lnTo>
                    <a:pt x="848473" y="716592"/>
                  </a:lnTo>
                  <a:close/>
                  <a:moveTo>
                    <a:pt x="848045" y="580092"/>
                  </a:moveTo>
                  <a:lnTo>
                    <a:pt x="838113" y="612249"/>
                  </a:lnTo>
                  <a:lnTo>
                    <a:pt x="839183" y="599873"/>
                  </a:lnTo>
                  <a:close/>
                  <a:moveTo>
                    <a:pt x="1129586" y="603222"/>
                  </a:moveTo>
                  <a:lnTo>
                    <a:pt x="1103816" y="567869"/>
                  </a:lnTo>
                  <a:lnTo>
                    <a:pt x="1075084" y="595347"/>
                  </a:lnTo>
                  <a:close/>
                  <a:moveTo>
                    <a:pt x="1129586" y="603222"/>
                  </a:moveTo>
                  <a:lnTo>
                    <a:pt x="1155122" y="579128"/>
                  </a:lnTo>
                  <a:lnTo>
                    <a:pt x="1103816" y="567869"/>
                  </a:lnTo>
                  <a:close/>
                  <a:moveTo>
                    <a:pt x="1087242" y="498897"/>
                  </a:moveTo>
                  <a:lnTo>
                    <a:pt x="1088500" y="510607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8500" y="510607"/>
                  </a:lnTo>
                  <a:lnTo>
                    <a:pt x="1110848" y="527591"/>
                  </a:lnTo>
                  <a:close/>
                  <a:moveTo>
                    <a:pt x="1061358" y="448612"/>
                  </a:moveTo>
                  <a:lnTo>
                    <a:pt x="1083038" y="490185"/>
                  </a:lnTo>
                  <a:lnTo>
                    <a:pt x="1063856" y="424518"/>
                  </a:lnTo>
                  <a:close/>
                  <a:moveTo>
                    <a:pt x="1063856" y="424518"/>
                  </a:moveTo>
                  <a:lnTo>
                    <a:pt x="1083038" y="490185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3038" y="490185"/>
                  </a:lnTo>
                  <a:lnTo>
                    <a:pt x="1087242" y="498897"/>
                  </a:lnTo>
                  <a:close/>
                  <a:moveTo>
                    <a:pt x="1017445" y="194278"/>
                  </a:moveTo>
                  <a:lnTo>
                    <a:pt x="1036608" y="251108"/>
                  </a:lnTo>
                  <a:lnTo>
                    <a:pt x="1036354" y="220521"/>
                  </a:lnTo>
                  <a:close/>
                  <a:moveTo>
                    <a:pt x="980801" y="142741"/>
                  </a:moveTo>
                  <a:lnTo>
                    <a:pt x="1039788" y="185780"/>
                  </a:lnTo>
                  <a:lnTo>
                    <a:pt x="1038321" y="124229"/>
                  </a:lnTo>
                  <a:close/>
                  <a:moveTo>
                    <a:pt x="1041740" y="105758"/>
                  </a:moveTo>
                  <a:lnTo>
                    <a:pt x="980801" y="142741"/>
                  </a:lnTo>
                  <a:lnTo>
                    <a:pt x="1038321" y="124229"/>
                  </a:lnTo>
                  <a:close/>
                  <a:moveTo>
                    <a:pt x="1022918" y="43016"/>
                  </a:moveTo>
                  <a:lnTo>
                    <a:pt x="990252" y="67110"/>
                  </a:lnTo>
                  <a:lnTo>
                    <a:pt x="1041740" y="105758"/>
                  </a:lnTo>
                  <a:close/>
                  <a:moveTo>
                    <a:pt x="1022918" y="43016"/>
                  </a:moveTo>
                  <a:lnTo>
                    <a:pt x="990056" y="0"/>
                  </a:lnTo>
                  <a:lnTo>
                    <a:pt x="989848" y="15574"/>
                  </a:lnTo>
                  <a:close/>
                  <a:moveTo>
                    <a:pt x="1022918" y="43016"/>
                  </a:moveTo>
                  <a:lnTo>
                    <a:pt x="989848" y="15574"/>
                  </a:lnTo>
                  <a:lnTo>
                    <a:pt x="990252" y="671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5" name="Output_density__4174">
              <a:extLst>
                <a:ext uri="{FF2B5EF4-FFF2-40B4-BE49-F238E27FC236}">
                  <a16:creationId xmlns:a16="http://schemas.microsoft.com/office/drawing/2014/main" id="{252BBEC2-DD35-DDE8-6D6A-9EAB79C487E4}"/>
                </a:ext>
              </a:extLst>
            </p:cNvPr>
            <p:cNvSpPr>
              <a:spLocks noGrp="1"/>
            </p:cNvSpPr>
            <p:nvPr/>
          </p:nvSpPr>
          <p:spPr>
            <a:xfrm>
              <a:off x="15424217" y="3490171"/>
              <a:ext cx="1421812" cy="1132807"/>
            </a:xfrm>
            <a:custGeom>
              <a:avLst/>
              <a:gdLst/>
              <a:ahLst/>
              <a:cxnLst/>
              <a:rect l="0" t="0" r="0" b="0"/>
              <a:pathLst>
                <a:path w="1421812" h="1132807">
                  <a:moveTo>
                    <a:pt x="320980" y="1108771"/>
                  </a:moveTo>
                  <a:lnTo>
                    <a:pt x="333799" y="1126629"/>
                  </a:lnTo>
                  <a:lnTo>
                    <a:pt x="362194" y="1132807"/>
                  </a:lnTo>
                  <a:close/>
                  <a:moveTo>
                    <a:pt x="436887" y="1102497"/>
                  </a:moveTo>
                  <a:lnTo>
                    <a:pt x="397539" y="1084678"/>
                  </a:lnTo>
                  <a:lnTo>
                    <a:pt x="362194" y="1132807"/>
                  </a:lnTo>
                  <a:close/>
                  <a:moveTo>
                    <a:pt x="0" y="643405"/>
                  </a:moveTo>
                  <a:lnTo>
                    <a:pt x="62856" y="672385"/>
                  </a:lnTo>
                  <a:lnTo>
                    <a:pt x="37792" y="658410"/>
                  </a:lnTo>
                  <a:close/>
                  <a:moveTo>
                    <a:pt x="0" y="643405"/>
                  </a:moveTo>
                  <a:lnTo>
                    <a:pt x="80442" y="678732"/>
                  </a:lnTo>
                  <a:lnTo>
                    <a:pt x="62856" y="672385"/>
                  </a:lnTo>
                  <a:close/>
                  <a:moveTo>
                    <a:pt x="62856" y="672385"/>
                  </a:moveTo>
                  <a:lnTo>
                    <a:pt x="80442" y="678732"/>
                  </a:lnTo>
                  <a:lnTo>
                    <a:pt x="92486" y="688222"/>
                  </a:lnTo>
                  <a:close/>
                  <a:moveTo>
                    <a:pt x="146606" y="715891"/>
                  </a:moveTo>
                  <a:lnTo>
                    <a:pt x="92486" y="688222"/>
                  </a:lnTo>
                  <a:lnTo>
                    <a:pt x="80442" y="678732"/>
                  </a:lnTo>
                  <a:close/>
                  <a:moveTo>
                    <a:pt x="397539" y="1084678"/>
                  </a:moveTo>
                  <a:lnTo>
                    <a:pt x="436887" y="1102497"/>
                  </a:lnTo>
                  <a:lnTo>
                    <a:pt x="455968" y="1112120"/>
                  </a:lnTo>
                  <a:close/>
                  <a:moveTo>
                    <a:pt x="159359" y="723921"/>
                  </a:moveTo>
                  <a:lnTo>
                    <a:pt x="211358" y="699827"/>
                  </a:lnTo>
                  <a:lnTo>
                    <a:pt x="146606" y="715891"/>
                  </a:lnTo>
                  <a:close/>
                  <a:moveTo>
                    <a:pt x="211358" y="699827"/>
                  </a:moveTo>
                  <a:lnTo>
                    <a:pt x="172256" y="676894"/>
                  </a:lnTo>
                  <a:lnTo>
                    <a:pt x="146606" y="715891"/>
                  </a:lnTo>
                  <a:close/>
                  <a:moveTo>
                    <a:pt x="92486" y="688222"/>
                  </a:moveTo>
                  <a:lnTo>
                    <a:pt x="62224" y="655561"/>
                  </a:lnTo>
                  <a:lnTo>
                    <a:pt x="62856" y="672385"/>
                  </a:lnTo>
                  <a:close/>
                  <a:moveTo>
                    <a:pt x="37792" y="658410"/>
                  </a:moveTo>
                  <a:lnTo>
                    <a:pt x="62856" y="672385"/>
                  </a:lnTo>
                  <a:lnTo>
                    <a:pt x="62224" y="655561"/>
                  </a:lnTo>
                  <a:close/>
                  <a:moveTo>
                    <a:pt x="92486" y="688222"/>
                  </a:moveTo>
                  <a:lnTo>
                    <a:pt x="146606" y="715891"/>
                  </a:lnTo>
                  <a:lnTo>
                    <a:pt x="172256" y="676894"/>
                  </a:lnTo>
                  <a:close/>
                  <a:moveTo>
                    <a:pt x="124881" y="674441"/>
                  </a:moveTo>
                  <a:lnTo>
                    <a:pt x="92486" y="688222"/>
                  </a:lnTo>
                  <a:lnTo>
                    <a:pt x="172256" y="676894"/>
                  </a:lnTo>
                  <a:close/>
                  <a:moveTo>
                    <a:pt x="344220" y="854437"/>
                  </a:moveTo>
                  <a:lnTo>
                    <a:pt x="330384" y="783856"/>
                  </a:lnTo>
                  <a:lnTo>
                    <a:pt x="335942" y="835933"/>
                  </a:lnTo>
                  <a:close/>
                  <a:moveTo>
                    <a:pt x="211358" y="699827"/>
                  </a:moveTo>
                  <a:lnTo>
                    <a:pt x="223769" y="675733"/>
                  </a:lnTo>
                  <a:lnTo>
                    <a:pt x="172256" y="676894"/>
                  </a:lnTo>
                  <a:close/>
                  <a:moveTo>
                    <a:pt x="249236" y="742956"/>
                  </a:moveTo>
                  <a:lnTo>
                    <a:pt x="230580" y="720279"/>
                  </a:lnTo>
                  <a:lnTo>
                    <a:pt x="257332" y="699827"/>
                  </a:lnTo>
                  <a:close/>
                  <a:moveTo>
                    <a:pt x="517821" y="806249"/>
                  </a:moveTo>
                  <a:lnTo>
                    <a:pt x="484335" y="766497"/>
                  </a:lnTo>
                  <a:lnTo>
                    <a:pt x="509256" y="793697"/>
                  </a:lnTo>
                  <a:close/>
                  <a:moveTo>
                    <a:pt x="515464" y="803932"/>
                  </a:moveTo>
                  <a:lnTo>
                    <a:pt x="509256" y="793697"/>
                  </a:lnTo>
                  <a:lnTo>
                    <a:pt x="475951" y="735330"/>
                  </a:lnTo>
                  <a:close/>
                  <a:moveTo>
                    <a:pt x="515464" y="803932"/>
                  </a:moveTo>
                  <a:lnTo>
                    <a:pt x="513982" y="811364"/>
                  </a:lnTo>
                  <a:lnTo>
                    <a:pt x="517821" y="806249"/>
                  </a:lnTo>
                  <a:close/>
                  <a:moveTo>
                    <a:pt x="515464" y="803932"/>
                  </a:moveTo>
                  <a:lnTo>
                    <a:pt x="517821" y="806249"/>
                  </a:lnTo>
                  <a:lnTo>
                    <a:pt x="509256" y="793697"/>
                  </a:lnTo>
                  <a:close/>
                  <a:moveTo>
                    <a:pt x="432302" y="582587"/>
                  </a:moveTo>
                  <a:lnTo>
                    <a:pt x="431854" y="600103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32302" y="582587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04249" y="542651"/>
                  </a:lnTo>
                  <a:lnTo>
                    <a:pt x="432302" y="582587"/>
                  </a:lnTo>
                  <a:close/>
                  <a:moveTo>
                    <a:pt x="425786" y="576009"/>
                  </a:moveTo>
                  <a:lnTo>
                    <a:pt x="441812" y="581310"/>
                  </a:lnTo>
                  <a:lnTo>
                    <a:pt x="448209" y="569656"/>
                  </a:lnTo>
                  <a:close/>
                  <a:moveTo>
                    <a:pt x="504800" y="561630"/>
                  </a:moveTo>
                  <a:lnTo>
                    <a:pt x="441812" y="581310"/>
                  </a:lnTo>
                  <a:lnTo>
                    <a:pt x="492448" y="595954"/>
                  </a:lnTo>
                  <a:close/>
                  <a:moveTo>
                    <a:pt x="504800" y="561630"/>
                  </a:moveTo>
                  <a:lnTo>
                    <a:pt x="448209" y="569656"/>
                  </a:lnTo>
                  <a:lnTo>
                    <a:pt x="441812" y="581310"/>
                  </a:lnTo>
                  <a:close/>
                  <a:moveTo>
                    <a:pt x="708369" y="744316"/>
                  </a:moveTo>
                  <a:lnTo>
                    <a:pt x="754297" y="741358"/>
                  </a:lnTo>
                  <a:lnTo>
                    <a:pt x="786741" y="727758"/>
                  </a:lnTo>
                  <a:close/>
                  <a:moveTo>
                    <a:pt x="703883" y="606801"/>
                  </a:moveTo>
                  <a:lnTo>
                    <a:pt x="704516" y="595010"/>
                  </a:lnTo>
                  <a:lnTo>
                    <a:pt x="697064" y="579358"/>
                  </a:lnTo>
                  <a:close/>
                  <a:moveTo>
                    <a:pt x="703883" y="606801"/>
                  </a:moveTo>
                  <a:lnTo>
                    <a:pt x="697064" y="579358"/>
                  </a:lnTo>
                  <a:lnTo>
                    <a:pt x="711648" y="555264"/>
                  </a:lnTo>
                  <a:close/>
                  <a:moveTo>
                    <a:pt x="1000336" y="675615"/>
                  </a:moveTo>
                  <a:lnTo>
                    <a:pt x="952964" y="730088"/>
                  </a:lnTo>
                  <a:lnTo>
                    <a:pt x="991324" y="698830"/>
                  </a:lnTo>
                  <a:close/>
                  <a:moveTo>
                    <a:pt x="1000336" y="675615"/>
                  </a:moveTo>
                  <a:lnTo>
                    <a:pt x="956698" y="673110"/>
                  </a:lnTo>
                  <a:lnTo>
                    <a:pt x="952964" y="730088"/>
                  </a:lnTo>
                  <a:close/>
                  <a:moveTo>
                    <a:pt x="1064838" y="713222"/>
                  </a:moveTo>
                  <a:lnTo>
                    <a:pt x="1066076" y="722894"/>
                  </a:lnTo>
                  <a:lnTo>
                    <a:pt x="1080931" y="724280"/>
                  </a:lnTo>
                  <a:close/>
                  <a:moveTo>
                    <a:pt x="1124294" y="561961"/>
                  </a:moveTo>
                  <a:lnTo>
                    <a:pt x="1112118" y="534519"/>
                  </a:lnTo>
                  <a:lnTo>
                    <a:pt x="1129075" y="510425"/>
                  </a:lnTo>
                  <a:close/>
                  <a:moveTo>
                    <a:pt x="1321324" y="513773"/>
                  </a:moveTo>
                  <a:lnTo>
                    <a:pt x="1336599" y="576774"/>
                  </a:lnTo>
                  <a:lnTo>
                    <a:pt x="1366767" y="554667"/>
                  </a:lnTo>
                  <a:close/>
                  <a:moveTo>
                    <a:pt x="1421812" y="498113"/>
                  </a:moveTo>
                  <a:lnTo>
                    <a:pt x="1379672" y="494389"/>
                  </a:lnTo>
                  <a:lnTo>
                    <a:pt x="1366767" y="554667"/>
                  </a:lnTo>
                  <a:close/>
                  <a:moveTo>
                    <a:pt x="1409241" y="445590"/>
                  </a:moveTo>
                  <a:lnTo>
                    <a:pt x="1383102" y="480842"/>
                  </a:lnTo>
                  <a:lnTo>
                    <a:pt x="1379672" y="494389"/>
                  </a:lnTo>
                  <a:close/>
                  <a:moveTo>
                    <a:pt x="1207942" y="40403"/>
                  </a:moveTo>
                  <a:lnTo>
                    <a:pt x="1204523" y="58875"/>
                  </a:lnTo>
                  <a:lnTo>
                    <a:pt x="1227790" y="1756"/>
                  </a:lnTo>
                  <a:close/>
                  <a:moveTo>
                    <a:pt x="1227790" y="1756"/>
                  </a:moveTo>
                  <a:lnTo>
                    <a:pt x="1233217" y="0"/>
                  </a:lnTo>
                  <a:lnTo>
                    <a:pt x="1207942" y="4040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76" name="Output_density__4175">
              <a:extLst>
                <a:ext uri="{FF2B5EF4-FFF2-40B4-BE49-F238E27FC236}">
                  <a16:creationId xmlns:a16="http://schemas.microsoft.com/office/drawing/2014/main" id="{C1F8987B-3A81-8C55-55AE-D212414B5E21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49046"/>
              <a:ext cx="1177239" cy="1073932"/>
            </a:xfrm>
            <a:custGeom>
              <a:avLst/>
              <a:gdLst/>
              <a:ahLst/>
              <a:cxnLst/>
              <a:rect l="0" t="0" r="0" b="0"/>
              <a:pathLst>
                <a:path w="1177239" h="1073932">
                  <a:moveTo>
                    <a:pt x="161620" y="1049896"/>
                  </a:moveTo>
                  <a:lnTo>
                    <a:pt x="202834" y="1073932"/>
                  </a:lnTo>
                  <a:lnTo>
                    <a:pt x="219678" y="1030976"/>
                  </a:lnTo>
                  <a:close/>
                  <a:moveTo>
                    <a:pt x="202834" y="1073932"/>
                  </a:moveTo>
                  <a:lnTo>
                    <a:pt x="238180" y="1025803"/>
                  </a:lnTo>
                  <a:lnTo>
                    <a:pt x="219678" y="1030976"/>
                  </a:lnTo>
                  <a:close/>
                  <a:moveTo>
                    <a:pt x="287169" y="944770"/>
                  </a:moveTo>
                  <a:lnTo>
                    <a:pt x="233707" y="922729"/>
                  </a:lnTo>
                  <a:lnTo>
                    <a:pt x="237003" y="954149"/>
                  </a:lnTo>
                  <a:close/>
                  <a:moveTo>
                    <a:pt x="237003" y="954149"/>
                  </a:moveTo>
                  <a:lnTo>
                    <a:pt x="233707" y="922729"/>
                  </a:lnTo>
                  <a:lnTo>
                    <a:pt x="225276" y="900940"/>
                  </a:lnTo>
                  <a:close/>
                  <a:moveTo>
                    <a:pt x="314901" y="966783"/>
                  </a:moveTo>
                  <a:lnTo>
                    <a:pt x="287169" y="944770"/>
                  </a:lnTo>
                  <a:lnTo>
                    <a:pt x="293736" y="950172"/>
                  </a:lnTo>
                  <a:close/>
                  <a:moveTo>
                    <a:pt x="185467" y="847099"/>
                  </a:moveTo>
                  <a:lnTo>
                    <a:pt x="175103" y="875127"/>
                  </a:lnTo>
                  <a:lnTo>
                    <a:pt x="198700" y="859803"/>
                  </a:lnTo>
                  <a:close/>
                  <a:moveTo>
                    <a:pt x="198700" y="859803"/>
                  </a:moveTo>
                  <a:lnTo>
                    <a:pt x="174504" y="904234"/>
                  </a:lnTo>
                  <a:lnTo>
                    <a:pt x="225276" y="900940"/>
                  </a:lnTo>
                  <a:close/>
                  <a:moveTo>
                    <a:pt x="233707" y="922729"/>
                  </a:moveTo>
                  <a:lnTo>
                    <a:pt x="198700" y="859803"/>
                  </a:lnTo>
                  <a:lnTo>
                    <a:pt x="225276" y="900940"/>
                  </a:lnTo>
                  <a:close/>
                  <a:moveTo>
                    <a:pt x="198700" y="859803"/>
                  </a:moveTo>
                  <a:lnTo>
                    <a:pt x="180135" y="854163"/>
                  </a:lnTo>
                  <a:lnTo>
                    <a:pt x="185467" y="847099"/>
                  </a:lnTo>
                  <a:close/>
                  <a:moveTo>
                    <a:pt x="51999" y="640952"/>
                  </a:moveTo>
                  <a:lnTo>
                    <a:pt x="44629" y="696885"/>
                  </a:lnTo>
                  <a:lnTo>
                    <a:pt x="71220" y="661404"/>
                  </a:lnTo>
                  <a:close/>
                  <a:moveTo>
                    <a:pt x="51999" y="640952"/>
                  </a:moveTo>
                  <a:lnTo>
                    <a:pt x="0" y="665046"/>
                  </a:lnTo>
                  <a:lnTo>
                    <a:pt x="44629" y="696885"/>
                  </a:lnTo>
                  <a:close/>
                  <a:moveTo>
                    <a:pt x="326556" y="917352"/>
                  </a:moveTo>
                  <a:lnTo>
                    <a:pt x="380653" y="874541"/>
                  </a:lnTo>
                  <a:lnTo>
                    <a:pt x="338216" y="885086"/>
                  </a:lnTo>
                  <a:close/>
                  <a:moveTo>
                    <a:pt x="176583" y="777058"/>
                  </a:moveTo>
                  <a:lnTo>
                    <a:pt x="185467" y="847099"/>
                  </a:lnTo>
                  <a:lnTo>
                    <a:pt x="184861" y="795562"/>
                  </a:lnTo>
                  <a:close/>
                  <a:moveTo>
                    <a:pt x="51999" y="640952"/>
                  </a:moveTo>
                  <a:lnTo>
                    <a:pt x="71220" y="661404"/>
                  </a:lnTo>
                  <a:lnTo>
                    <a:pt x="79818" y="668395"/>
                  </a:lnTo>
                  <a:close/>
                  <a:moveTo>
                    <a:pt x="380653" y="874541"/>
                  </a:moveTo>
                  <a:lnTo>
                    <a:pt x="400318" y="883560"/>
                  </a:lnTo>
                  <a:lnTo>
                    <a:pt x="401887" y="871305"/>
                  </a:lnTo>
                  <a:close/>
                  <a:moveTo>
                    <a:pt x="290646" y="822871"/>
                  </a:moveTo>
                  <a:lnTo>
                    <a:pt x="354622" y="752489"/>
                  </a:lnTo>
                  <a:lnTo>
                    <a:pt x="311930" y="767547"/>
                  </a:lnTo>
                  <a:close/>
                  <a:moveTo>
                    <a:pt x="358327" y="805993"/>
                  </a:moveTo>
                  <a:lnTo>
                    <a:pt x="371939" y="777456"/>
                  </a:lnTo>
                  <a:lnTo>
                    <a:pt x="358461" y="747374"/>
                  </a:lnTo>
                  <a:close/>
                  <a:moveTo>
                    <a:pt x="354622" y="752489"/>
                  </a:moveTo>
                  <a:lnTo>
                    <a:pt x="358327" y="805993"/>
                  </a:lnTo>
                  <a:lnTo>
                    <a:pt x="358461" y="747374"/>
                  </a:lnTo>
                  <a:close/>
                  <a:moveTo>
                    <a:pt x="356105" y="745057"/>
                  </a:moveTo>
                  <a:lnTo>
                    <a:pt x="311930" y="767547"/>
                  </a:lnTo>
                  <a:lnTo>
                    <a:pt x="354622" y="752489"/>
                  </a:lnTo>
                  <a:close/>
                  <a:moveTo>
                    <a:pt x="282452" y="522435"/>
                  </a:moveTo>
                  <a:lnTo>
                    <a:pt x="320359" y="585889"/>
                  </a:lnTo>
                  <a:lnTo>
                    <a:pt x="333088" y="537079"/>
                  </a:lnTo>
                  <a:close/>
                  <a:moveTo>
                    <a:pt x="266427" y="517134"/>
                  </a:moveTo>
                  <a:lnTo>
                    <a:pt x="234204" y="465597"/>
                  </a:lnTo>
                  <a:lnTo>
                    <a:pt x="244890" y="483776"/>
                  </a:lnTo>
                  <a:close/>
                  <a:moveTo>
                    <a:pt x="511673" y="647650"/>
                  </a:moveTo>
                  <a:lnTo>
                    <a:pt x="541834" y="708008"/>
                  </a:lnTo>
                  <a:lnTo>
                    <a:pt x="549010" y="685441"/>
                  </a:lnTo>
                  <a:close/>
                  <a:moveTo>
                    <a:pt x="511673" y="647650"/>
                  </a:moveTo>
                  <a:lnTo>
                    <a:pt x="488592" y="634228"/>
                  </a:lnTo>
                  <a:lnTo>
                    <a:pt x="451981" y="632246"/>
                  </a:lnTo>
                  <a:close/>
                  <a:moveTo>
                    <a:pt x="234204" y="465597"/>
                  </a:moveTo>
                  <a:lnTo>
                    <a:pt x="288849" y="510781"/>
                  </a:lnTo>
                  <a:lnTo>
                    <a:pt x="253076" y="452379"/>
                  </a:lnTo>
                  <a:close/>
                  <a:moveTo>
                    <a:pt x="266427" y="517134"/>
                  </a:moveTo>
                  <a:lnTo>
                    <a:pt x="288849" y="510781"/>
                  </a:lnTo>
                  <a:lnTo>
                    <a:pt x="234204" y="465597"/>
                  </a:lnTo>
                  <a:close/>
                  <a:moveTo>
                    <a:pt x="234204" y="465597"/>
                  </a:moveTo>
                  <a:lnTo>
                    <a:pt x="237804" y="451555"/>
                  </a:lnTo>
                  <a:lnTo>
                    <a:pt x="214871" y="407456"/>
                  </a:lnTo>
                  <a:close/>
                  <a:moveTo>
                    <a:pt x="477690" y="647650"/>
                  </a:moveTo>
                  <a:lnTo>
                    <a:pt x="488592" y="634228"/>
                  </a:lnTo>
                  <a:lnTo>
                    <a:pt x="444966" y="585311"/>
                  </a:lnTo>
                  <a:close/>
                  <a:moveTo>
                    <a:pt x="511673" y="647650"/>
                  </a:moveTo>
                  <a:lnTo>
                    <a:pt x="565734" y="623556"/>
                  </a:lnTo>
                  <a:lnTo>
                    <a:pt x="488592" y="634228"/>
                  </a:lnTo>
                  <a:close/>
                  <a:moveTo>
                    <a:pt x="565734" y="623556"/>
                  </a:moveTo>
                  <a:lnTo>
                    <a:pt x="508964" y="575495"/>
                  </a:lnTo>
                  <a:lnTo>
                    <a:pt x="488592" y="634228"/>
                  </a:lnTo>
                  <a:close/>
                  <a:moveTo>
                    <a:pt x="570304" y="630160"/>
                  </a:moveTo>
                  <a:lnTo>
                    <a:pt x="549010" y="685441"/>
                  </a:lnTo>
                  <a:lnTo>
                    <a:pt x="627381" y="668883"/>
                  </a:lnTo>
                  <a:close/>
                  <a:moveTo>
                    <a:pt x="627381" y="668883"/>
                  </a:moveTo>
                  <a:lnTo>
                    <a:pt x="604803" y="624243"/>
                  </a:lnTo>
                  <a:lnTo>
                    <a:pt x="570304" y="630160"/>
                  </a:lnTo>
                  <a:close/>
                  <a:moveTo>
                    <a:pt x="353505" y="208714"/>
                  </a:moveTo>
                  <a:lnTo>
                    <a:pt x="309558" y="187169"/>
                  </a:lnTo>
                  <a:lnTo>
                    <a:pt x="342112" y="254490"/>
                  </a:lnTo>
                  <a:close/>
                  <a:moveTo>
                    <a:pt x="342112" y="254490"/>
                  </a:moveTo>
                  <a:lnTo>
                    <a:pt x="296230" y="191066"/>
                  </a:lnTo>
                  <a:lnTo>
                    <a:pt x="312106" y="240902"/>
                  </a:lnTo>
                  <a:close/>
                  <a:moveTo>
                    <a:pt x="734536" y="585265"/>
                  </a:moveTo>
                  <a:lnTo>
                    <a:pt x="760718" y="575368"/>
                  </a:lnTo>
                  <a:lnTo>
                    <a:pt x="753387" y="587223"/>
                  </a:lnTo>
                  <a:close/>
                  <a:moveTo>
                    <a:pt x="753387" y="587223"/>
                  </a:moveTo>
                  <a:lnTo>
                    <a:pt x="774567" y="600034"/>
                  </a:lnTo>
                  <a:lnTo>
                    <a:pt x="798679" y="575368"/>
                  </a:lnTo>
                  <a:close/>
                  <a:moveTo>
                    <a:pt x="864305" y="602811"/>
                  </a:moveTo>
                  <a:lnTo>
                    <a:pt x="906717" y="664019"/>
                  </a:lnTo>
                  <a:lnTo>
                    <a:pt x="905478" y="654347"/>
                  </a:lnTo>
                  <a:close/>
                  <a:moveTo>
                    <a:pt x="831964" y="639955"/>
                  </a:moveTo>
                  <a:lnTo>
                    <a:pt x="906717" y="664019"/>
                  </a:lnTo>
                  <a:lnTo>
                    <a:pt x="864305" y="602811"/>
                  </a:lnTo>
                  <a:close/>
                  <a:moveTo>
                    <a:pt x="864305" y="602811"/>
                  </a:moveTo>
                  <a:lnTo>
                    <a:pt x="905478" y="654347"/>
                  </a:lnTo>
                  <a:lnTo>
                    <a:pt x="926060" y="578717"/>
                  </a:lnTo>
                  <a:close/>
                  <a:moveTo>
                    <a:pt x="1161965" y="454898"/>
                  </a:moveTo>
                  <a:lnTo>
                    <a:pt x="1136429" y="478992"/>
                  </a:lnTo>
                  <a:lnTo>
                    <a:pt x="1177239" y="517899"/>
                  </a:lnTo>
                  <a:close/>
                  <a:moveTo>
                    <a:pt x="1070699" y="300288"/>
                  </a:moveTo>
                  <a:lnTo>
                    <a:pt x="1069011" y="357070"/>
                  </a:lnTo>
                  <a:lnTo>
                    <a:pt x="1065360" y="314057"/>
                  </a:lnTo>
                  <a:close/>
                  <a:moveTo>
                    <a:pt x="1070699" y="300288"/>
                  </a:moveTo>
                  <a:lnTo>
                    <a:pt x="1100711" y="271549"/>
                  </a:lnTo>
                  <a:lnTo>
                    <a:pt x="1068201" y="324383"/>
                  </a:lnTo>
                  <a:close/>
                  <a:moveTo>
                    <a:pt x="1085524" y="130656"/>
                  </a:moveTo>
                  <a:lnTo>
                    <a:pt x="1043450" y="126879"/>
                  </a:lnTo>
                  <a:lnTo>
                    <a:pt x="1031484" y="187400"/>
                  </a:lnTo>
                  <a:close/>
                  <a:moveTo>
                    <a:pt x="1043450" y="126879"/>
                  </a:moveTo>
                  <a:lnTo>
                    <a:pt x="1085524" y="130656"/>
                  </a:lnTo>
                  <a:lnTo>
                    <a:pt x="1043197" y="96291"/>
                  </a:lnTo>
                  <a:close/>
                  <a:moveTo>
                    <a:pt x="1084702" y="68581"/>
                  </a:moveTo>
                  <a:lnTo>
                    <a:pt x="1046631" y="61550"/>
                  </a:lnTo>
                  <a:lnTo>
                    <a:pt x="1043197" y="96291"/>
                  </a:lnTo>
                  <a:close/>
                  <a:moveTo>
                    <a:pt x="1046631" y="61550"/>
                  </a:moveTo>
                  <a:lnTo>
                    <a:pt x="1072605" y="15673"/>
                  </a:lnTo>
                  <a:lnTo>
                    <a:pt x="10451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77" name="Output_density__4176">
              <a:extLst>
                <a:ext uri="{FF2B5EF4-FFF2-40B4-BE49-F238E27FC236}">
                  <a16:creationId xmlns:a16="http://schemas.microsoft.com/office/drawing/2014/main" id="{97C6AE0E-AECB-2C7A-65B7-208EA3BE26F8}"/>
                </a:ext>
              </a:extLst>
            </p:cNvPr>
            <p:cNvSpPr>
              <a:spLocks noGrp="1"/>
            </p:cNvSpPr>
            <p:nvPr/>
          </p:nvSpPr>
          <p:spPr>
            <a:xfrm>
              <a:off x="15754601" y="3757759"/>
              <a:ext cx="1091428" cy="866815"/>
            </a:xfrm>
            <a:custGeom>
              <a:avLst/>
              <a:gdLst/>
              <a:ahLst/>
              <a:cxnLst/>
              <a:rect l="0" t="0" r="0" b="0"/>
              <a:pathLst>
                <a:path w="1091428" h="866815">
                  <a:moveTo>
                    <a:pt x="78956" y="866815"/>
                  </a:moveTo>
                  <a:lnTo>
                    <a:pt x="106503" y="834908"/>
                  </a:lnTo>
                  <a:lnTo>
                    <a:pt x="31809" y="865218"/>
                  </a:lnTo>
                  <a:close/>
                  <a:moveTo>
                    <a:pt x="3142" y="511218"/>
                  </a:moveTo>
                  <a:lnTo>
                    <a:pt x="0" y="516267"/>
                  </a:lnTo>
                  <a:lnTo>
                    <a:pt x="13836" y="586849"/>
                  </a:lnTo>
                  <a:close/>
                  <a:moveTo>
                    <a:pt x="317567" y="425514"/>
                  </a:moveTo>
                  <a:lnTo>
                    <a:pt x="306665" y="438936"/>
                  </a:lnTo>
                  <a:lnTo>
                    <a:pt x="254691" y="454990"/>
                  </a:lnTo>
                  <a:close/>
                  <a:moveTo>
                    <a:pt x="166245" y="237941"/>
                  </a:moveTo>
                  <a:lnTo>
                    <a:pt x="133182" y="260160"/>
                  </a:lnTo>
                  <a:lnTo>
                    <a:pt x="117824" y="302067"/>
                  </a:lnTo>
                  <a:close/>
                  <a:moveTo>
                    <a:pt x="166245" y="237941"/>
                  </a:moveTo>
                  <a:lnTo>
                    <a:pt x="117824" y="302067"/>
                  </a:lnTo>
                  <a:lnTo>
                    <a:pt x="174415" y="294041"/>
                  </a:lnTo>
                  <a:close/>
                  <a:moveTo>
                    <a:pt x="176975" y="54086"/>
                  </a:moveTo>
                  <a:lnTo>
                    <a:pt x="182480" y="0"/>
                  </a:lnTo>
                  <a:lnTo>
                    <a:pt x="171087" y="45776"/>
                  </a:lnTo>
                  <a:close/>
                  <a:moveTo>
                    <a:pt x="712792" y="450436"/>
                  </a:moveTo>
                  <a:lnTo>
                    <a:pt x="735692" y="455305"/>
                  </a:lnTo>
                  <a:lnTo>
                    <a:pt x="660939" y="431241"/>
                  </a:lnTo>
                  <a:close/>
                  <a:moveTo>
                    <a:pt x="797797" y="458678"/>
                  </a:moveTo>
                  <a:lnTo>
                    <a:pt x="750546" y="456691"/>
                  </a:lnTo>
                  <a:lnTo>
                    <a:pt x="735692" y="455305"/>
                  </a:lnTo>
                  <a:close/>
                  <a:moveTo>
                    <a:pt x="1083472" y="170554"/>
                  </a:moveTo>
                  <a:lnTo>
                    <a:pt x="1052717" y="213253"/>
                  </a:lnTo>
                  <a:lnTo>
                    <a:pt x="1078857" y="178001"/>
                  </a:lnTo>
                  <a:close/>
                  <a:moveTo>
                    <a:pt x="1078857" y="178001"/>
                  </a:moveTo>
                  <a:lnTo>
                    <a:pt x="1049288" y="226801"/>
                  </a:lnTo>
                  <a:lnTo>
                    <a:pt x="1091428" y="23052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8" name="Output_density__4177">
              <a:extLst>
                <a:ext uri="{FF2B5EF4-FFF2-40B4-BE49-F238E27FC236}">
                  <a16:creationId xmlns:a16="http://schemas.microsoft.com/office/drawing/2014/main" id="{1B2A4602-EAF2-5DE6-0D51-32F33ACFE5F3}"/>
                </a:ext>
              </a:extLst>
            </p:cNvPr>
            <p:cNvSpPr>
              <a:spLocks noGrp="1"/>
            </p:cNvSpPr>
            <p:nvPr/>
          </p:nvSpPr>
          <p:spPr>
            <a:xfrm>
              <a:off x="15580366" y="3440390"/>
              <a:ext cx="1165175" cy="1134458"/>
            </a:xfrm>
            <a:custGeom>
              <a:avLst/>
              <a:gdLst/>
              <a:ahLst/>
              <a:cxnLst/>
              <a:rect l="0" t="0" r="0" b="0"/>
              <a:pathLst>
                <a:path w="1165175" h="1134458">
                  <a:moveTo>
                    <a:pt x="134500" y="1031385"/>
                  </a:moveTo>
                  <a:lnTo>
                    <a:pt x="136523" y="1097334"/>
                  </a:lnTo>
                  <a:lnTo>
                    <a:pt x="168262" y="1081103"/>
                  </a:lnTo>
                  <a:close/>
                  <a:moveTo>
                    <a:pt x="134500" y="1031385"/>
                  </a:moveTo>
                  <a:lnTo>
                    <a:pt x="110963" y="1055479"/>
                  </a:lnTo>
                  <a:lnTo>
                    <a:pt x="136523" y="1097334"/>
                  </a:lnTo>
                  <a:close/>
                  <a:moveTo>
                    <a:pt x="240213" y="1062804"/>
                  </a:moveTo>
                  <a:lnTo>
                    <a:pt x="227060" y="1126262"/>
                  </a:lnTo>
                  <a:lnTo>
                    <a:pt x="275258" y="1058827"/>
                  </a:lnTo>
                  <a:close/>
                  <a:moveTo>
                    <a:pt x="275258" y="1058827"/>
                  </a:moveTo>
                  <a:lnTo>
                    <a:pt x="227060" y="1126262"/>
                  </a:lnTo>
                  <a:lnTo>
                    <a:pt x="241390" y="1134458"/>
                  </a:lnTo>
                  <a:close/>
                  <a:moveTo>
                    <a:pt x="107019" y="979848"/>
                  </a:moveTo>
                  <a:lnTo>
                    <a:pt x="134500" y="1031385"/>
                  </a:lnTo>
                  <a:lnTo>
                    <a:pt x="159111" y="955754"/>
                  </a:lnTo>
                  <a:close/>
                  <a:moveTo>
                    <a:pt x="83518" y="534237"/>
                  </a:moveTo>
                  <a:lnTo>
                    <a:pt x="10053" y="519368"/>
                  </a:lnTo>
                  <a:lnTo>
                    <a:pt x="0" y="531552"/>
                  </a:lnTo>
                  <a:close/>
                  <a:moveTo>
                    <a:pt x="414199" y="721589"/>
                  </a:moveTo>
                  <a:lnTo>
                    <a:pt x="398207" y="742298"/>
                  </a:lnTo>
                  <a:lnTo>
                    <a:pt x="418630" y="704768"/>
                  </a:lnTo>
                  <a:close/>
                  <a:moveTo>
                    <a:pt x="418630" y="704768"/>
                  </a:moveTo>
                  <a:lnTo>
                    <a:pt x="409756" y="662458"/>
                  </a:lnTo>
                  <a:lnTo>
                    <a:pt x="414199" y="721589"/>
                  </a:lnTo>
                  <a:close/>
                  <a:moveTo>
                    <a:pt x="418630" y="704768"/>
                  </a:moveTo>
                  <a:lnTo>
                    <a:pt x="407152" y="653232"/>
                  </a:lnTo>
                  <a:lnTo>
                    <a:pt x="409756" y="662458"/>
                  </a:lnTo>
                  <a:close/>
                  <a:moveTo>
                    <a:pt x="568945" y="732211"/>
                  </a:moveTo>
                  <a:lnTo>
                    <a:pt x="552220" y="794096"/>
                  </a:lnTo>
                  <a:lnTo>
                    <a:pt x="573515" y="738816"/>
                  </a:lnTo>
                  <a:close/>
                  <a:moveTo>
                    <a:pt x="418630" y="704768"/>
                  </a:moveTo>
                  <a:lnTo>
                    <a:pt x="448176" y="693966"/>
                  </a:lnTo>
                  <a:lnTo>
                    <a:pt x="407152" y="653232"/>
                  </a:lnTo>
                  <a:close/>
                  <a:moveTo>
                    <a:pt x="226957" y="316478"/>
                  </a:moveTo>
                  <a:lnTo>
                    <a:pt x="229876" y="344012"/>
                  </a:lnTo>
                  <a:lnTo>
                    <a:pt x="223426" y="323537"/>
                  </a:lnTo>
                  <a:close/>
                  <a:moveTo>
                    <a:pt x="226957" y="316478"/>
                  </a:moveTo>
                  <a:lnTo>
                    <a:pt x="223426" y="323537"/>
                  </a:lnTo>
                  <a:lnTo>
                    <a:pt x="223364" y="319918"/>
                  </a:lnTo>
                  <a:close/>
                  <a:moveTo>
                    <a:pt x="592152" y="708117"/>
                  </a:moveTo>
                  <a:lnTo>
                    <a:pt x="568945" y="732211"/>
                  </a:lnTo>
                  <a:lnTo>
                    <a:pt x="573515" y="738816"/>
                  </a:lnTo>
                  <a:close/>
                  <a:moveTo>
                    <a:pt x="568945" y="732211"/>
                  </a:moveTo>
                  <a:lnTo>
                    <a:pt x="592152" y="708117"/>
                  </a:lnTo>
                  <a:lnTo>
                    <a:pt x="570040" y="670857"/>
                  </a:lnTo>
                  <a:close/>
                  <a:moveTo>
                    <a:pt x="512174" y="684150"/>
                  </a:moveTo>
                  <a:lnTo>
                    <a:pt x="568945" y="732211"/>
                  </a:lnTo>
                  <a:lnTo>
                    <a:pt x="570040" y="670857"/>
                  </a:lnTo>
                  <a:close/>
                  <a:moveTo>
                    <a:pt x="630617" y="642734"/>
                  </a:moveTo>
                  <a:lnTo>
                    <a:pt x="570040" y="670857"/>
                  </a:lnTo>
                  <a:lnTo>
                    <a:pt x="609802" y="656581"/>
                  </a:lnTo>
                  <a:close/>
                  <a:moveTo>
                    <a:pt x="570040" y="670857"/>
                  </a:moveTo>
                  <a:lnTo>
                    <a:pt x="597708" y="694369"/>
                  </a:lnTo>
                  <a:lnTo>
                    <a:pt x="609802" y="656581"/>
                  </a:lnTo>
                  <a:close/>
                  <a:moveTo>
                    <a:pt x="231896" y="316651"/>
                  </a:moveTo>
                  <a:lnTo>
                    <a:pt x="315316" y="349557"/>
                  </a:lnTo>
                  <a:lnTo>
                    <a:pt x="299440" y="299721"/>
                  </a:lnTo>
                  <a:close/>
                  <a:moveTo>
                    <a:pt x="226957" y="316478"/>
                  </a:moveTo>
                  <a:lnTo>
                    <a:pt x="223364" y="319918"/>
                  </a:lnTo>
                  <a:lnTo>
                    <a:pt x="231896" y="316651"/>
                  </a:lnTo>
                  <a:close/>
                  <a:moveTo>
                    <a:pt x="231896" y="316651"/>
                  </a:moveTo>
                  <a:lnTo>
                    <a:pt x="268466" y="296996"/>
                  </a:lnTo>
                  <a:lnTo>
                    <a:pt x="226957" y="316478"/>
                  </a:lnTo>
                  <a:close/>
                  <a:moveTo>
                    <a:pt x="231896" y="316651"/>
                  </a:moveTo>
                  <a:lnTo>
                    <a:pt x="299440" y="299721"/>
                  </a:lnTo>
                  <a:lnTo>
                    <a:pt x="268466" y="296996"/>
                  </a:lnTo>
                  <a:close/>
                  <a:moveTo>
                    <a:pt x="346639" y="279694"/>
                  </a:moveTo>
                  <a:lnTo>
                    <a:pt x="299440" y="299721"/>
                  </a:lnTo>
                  <a:lnTo>
                    <a:pt x="312768" y="295825"/>
                  </a:lnTo>
                  <a:close/>
                  <a:moveTo>
                    <a:pt x="268466" y="296996"/>
                  </a:moveTo>
                  <a:lnTo>
                    <a:pt x="299440" y="299721"/>
                  </a:lnTo>
                  <a:lnTo>
                    <a:pt x="346639" y="279694"/>
                  </a:lnTo>
                  <a:close/>
                  <a:moveTo>
                    <a:pt x="379482" y="267592"/>
                  </a:moveTo>
                  <a:lnTo>
                    <a:pt x="346639" y="279694"/>
                  </a:lnTo>
                  <a:lnTo>
                    <a:pt x="312768" y="295825"/>
                  </a:lnTo>
                  <a:close/>
                  <a:moveTo>
                    <a:pt x="801889" y="684023"/>
                  </a:moveTo>
                  <a:lnTo>
                    <a:pt x="858526" y="701018"/>
                  </a:lnTo>
                  <a:lnTo>
                    <a:pt x="831518" y="659930"/>
                  </a:lnTo>
                  <a:close/>
                  <a:moveTo>
                    <a:pt x="844187" y="725395"/>
                  </a:moveTo>
                  <a:lnTo>
                    <a:pt x="867515" y="711466"/>
                  </a:lnTo>
                  <a:lnTo>
                    <a:pt x="858526" y="701018"/>
                  </a:lnTo>
                  <a:close/>
                  <a:moveTo>
                    <a:pt x="840012" y="631798"/>
                  </a:moveTo>
                  <a:lnTo>
                    <a:pt x="815541" y="675205"/>
                  </a:lnTo>
                  <a:lnTo>
                    <a:pt x="801889" y="684023"/>
                  </a:lnTo>
                  <a:close/>
                  <a:moveTo>
                    <a:pt x="831518" y="659930"/>
                  </a:moveTo>
                  <a:lnTo>
                    <a:pt x="848166" y="596675"/>
                  </a:lnTo>
                  <a:lnTo>
                    <a:pt x="840012" y="631798"/>
                  </a:lnTo>
                  <a:close/>
                  <a:moveTo>
                    <a:pt x="849236" y="584299"/>
                  </a:moveTo>
                  <a:lnTo>
                    <a:pt x="848166" y="596675"/>
                  </a:lnTo>
                  <a:lnTo>
                    <a:pt x="831518" y="659930"/>
                  </a:lnTo>
                  <a:close/>
                  <a:moveTo>
                    <a:pt x="1103922" y="536111"/>
                  </a:moveTo>
                  <a:lnTo>
                    <a:pt x="1085137" y="579773"/>
                  </a:lnTo>
                  <a:lnTo>
                    <a:pt x="1113868" y="552295"/>
                  </a:lnTo>
                  <a:close/>
                  <a:moveTo>
                    <a:pt x="1165175" y="563554"/>
                  </a:moveTo>
                  <a:lnTo>
                    <a:pt x="1149258" y="5497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113868" y="552295"/>
                  </a:lnTo>
                  <a:lnTo>
                    <a:pt x="1149258" y="549711"/>
                  </a:lnTo>
                  <a:close/>
                  <a:moveTo>
                    <a:pt x="1120901" y="512017"/>
                  </a:moveTo>
                  <a:lnTo>
                    <a:pt x="1103922" y="5361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098553" y="495033"/>
                  </a:lnTo>
                  <a:lnTo>
                    <a:pt x="1103922" y="536111"/>
                  </a:lnTo>
                  <a:close/>
                  <a:moveTo>
                    <a:pt x="997181" y="254334"/>
                  </a:moveTo>
                  <a:lnTo>
                    <a:pt x="1030933" y="311063"/>
                  </a:lnTo>
                  <a:lnTo>
                    <a:pt x="1034695" y="296055"/>
                  </a:lnTo>
                  <a:close/>
                  <a:moveTo>
                    <a:pt x="997181" y="254334"/>
                  </a:moveTo>
                  <a:lnTo>
                    <a:pt x="1034695" y="296055"/>
                  </a:lnTo>
                  <a:lnTo>
                    <a:pt x="1046660" y="235534"/>
                  </a:lnTo>
                  <a:close/>
                  <a:moveTo>
                    <a:pt x="997181" y="254334"/>
                  </a:moveTo>
                  <a:lnTo>
                    <a:pt x="1046660" y="235534"/>
                  </a:lnTo>
                  <a:lnTo>
                    <a:pt x="1027497" y="178704"/>
                  </a:lnTo>
                  <a:close/>
                  <a:moveTo>
                    <a:pt x="982690" y="202798"/>
                  </a:moveTo>
                  <a:lnTo>
                    <a:pt x="997181" y="254334"/>
                  </a:lnTo>
                  <a:lnTo>
                    <a:pt x="1027497" y="178704"/>
                  </a:lnTo>
                  <a:close/>
                  <a:moveTo>
                    <a:pt x="990854" y="127167"/>
                  </a:moveTo>
                  <a:lnTo>
                    <a:pt x="982690" y="202798"/>
                  </a:lnTo>
                  <a:lnTo>
                    <a:pt x="1027497" y="178704"/>
                  </a:lnTo>
                  <a:close/>
                  <a:moveTo>
                    <a:pt x="956400" y="82703"/>
                  </a:moveTo>
                  <a:lnTo>
                    <a:pt x="967349" y="84038"/>
                  </a:lnTo>
                  <a:lnTo>
                    <a:pt x="962568" y="75630"/>
                  </a:lnTo>
                  <a:close/>
                  <a:moveTo>
                    <a:pt x="990854" y="127167"/>
                  </a:moveTo>
                  <a:lnTo>
                    <a:pt x="967349" y="84038"/>
                  </a:lnTo>
                  <a:lnTo>
                    <a:pt x="956400" y="82703"/>
                  </a:lnTo>
                  <a:close/>
                  <a:moveTo>
                    <a:pt x="1027497" y="178704"/>
                  </a:moveTo>
                  <a:lnTo>
                    <a:pt x="1046407" y="204947"/>
                  </a:lnTo>
                  <a:lnTo>
                    <a:pt x="1049841" y="170206"/>
                  </a:lnTo>
                  <a:close/>
                  <a:moveTo>
                    <a:pt x="990854" y="127167"/>
                  </a:moveTo>
                  <a:lnTo>
                    <a:pt x="1027497" y="178704"/>
                  </a:lnTo>
                  <a:lnTo>
                    <a:pt x="1049841" y="170206"/>
                  </a:lnTo>
                  <a:close/>
                  <a:moveTo>
                    <a:pt x="975602" y="67093"/>
                  </a:moveTo>
                  <a:lnTo>
                    <a:pt x="967349" y="84038"/>
                  </a:lnTo>
                  <a:lnTo>
                    <a:pt x="1000304" y="51536"/>
                  </a:lnTo>
                  <a:close/>
                  <a:moveTo>
                    <a:pt x="967349" y="84038"/>
                  </a:moveTo>
                  <a:lnTo>
                    <a:pt x="990854" y="127167"/>
                  </a:lnTo>
                  <a:lnTo>
                    <a:pt x="1000304" y="51536"/>
                  </a:lnTo>
                  <a:close/>
                  <a:moveTo>
                    <a:pt x="1000304" y="51536"/>
                  </a:moveTo>
                  <a:lnTo>
                    <a:pt x="990854" y="127167"/>
                  </a:lnTo>
                  <a:lnTo>
                    <a:pt x="1051793" y="90184"/>
                  </a:lnTo>
                  <a:close/>
                  <a:moveTo>
                    <a:pt x="962568" y="75630"/>
                  </a:moveTo>
                  <a:lnTo>
                    <a:pt x="967349" y="84038"/>
                  </a:lnTo>
                  <a:lnTo>
                    <a:pt x="975602" y="67093"/>
                  </a:lnTo>
                  <a:close/>
                  <a:moveTo>
                    <a:pt x="959888" y="56145"/>
                  </a:moveTo>
                  <a:lnTo>
                    <a:pt x="962568" y="75630"/>
                  </a:lnTo>
                  <a:lnTo>
                    <a:pt x="975602" y="67093"/>
                  </a:lnTo>
                  <a:close/>
                  <a:moveTo>
                    <a:pt x="999901" y="0"/>
                  </a:moveTo>
                  <a:lnTo>
                    <a:pt x="975602" y="67093"/>
                  </a:lnTo>
                  <a:lnTo>
                    <a:pt x="1000304" y="51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9" name="Output_density__4178">
              <a:extLst>
                <a:ext uri="{FF2B5EF4-FFF2-40B4-BE49-F238E27FC236}">
                  <a16:creationId xmlns:a16="http://schemas.microsoft.com/office/drawing/2014/main" id="{207E768F-E81E-B26B-04E7-5FC24533B59B}"/>
                </a:ext>
              </a:extLst>
            </p:cNvPr>
            <p:cNvSpPr>
              <a:spLocks noGrp="1"/>
            </p:cNvSpPr>
            <p:nvPr/>
          </p:nvSpPr>
          <p:spPr>
            <a:xfrm>
              <a:off x="15861104" y="3603108"/>
              <a:ext cx="984925" cy="1005777"/>
            </a:xfrm>
            <a:custGeom>
              <a:avLst/>
              <a:gdLst/>
              <a:ahLst/>
              <a:cxnLst/>
              <a:rect l="0" t="0" r="0" b="0"/>
              <a:pathLst>
                <a:path w="984925" h="1005777">
                  <a:moveTo>
                    <a:pt x="25479" y="971740"/>
                  </a:moveTo>
                  <a:lnTo>
                    <a:pt x="30544" y="1005777"/>
                  </a:lnTo>
                  <a:lnTo>
                    <a:pt x="0" y="989560"/>
                  </a:lnTo>
                  <a:close/>
                  <a:moveTo>
                    <a:pt x="64585" y="200427"/>
                  </a:moveTo>
                  <a:lnTo>
                    <a:pt x="58756" y="225161"/>
                  </a:lnTo>
                  <a:lnTo>
                    <a:pt x="70473" y="208737"/>
                  </a:lnTo>
                  <a:close/>
                  <a:moveTo>
                    <a:pt x="516077" y="617151"/>
                  </a:moveTo>
                  <a:lnTo>
                    <a:pt x="474728" y="597454"/>
                  </a:lnTo>
                  <a:lnTo>
                    <a:pt x="554437" y="585892"/>
                  </a:lnTo>
                  <a:close/>
                  <a:moveTo>
                    <a:pt x="449699" y="4053"/>
                  </a:moveTo>
                  <a:lnTo>
                    <a:pt x="417636" y="19075"/>
                  </a:lnTo>
                  <a:lnTo>
                    <a:pt x="495335" y="0"/>
                  </a:lnTo>
                  <a:close/>
                  <a:moveTo>
                    <a:pt x="929880" y="441729"/>
                  </a:moveTo>
                  <a:lnTo>
                    <a:pt x="899712" y="463837"/>
                  </a:lnTo>
                  <a:lnTo>
                    <a:pt x="972454" y="426230"/>
                  </a:lnTo>
                  <a:close/>
                  <a:moveTo>
                    <a:pt x="984925" y="385175"/>
                  </a:moveTo>
                  <a:lnTo>
                    <a:pt x="929880" y="441729"/>
                  </a:lnTo>
                  <a:lnTo>
                    <a:pt x="972454" y="42623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0" name="Output_density__4179">
              <a:extLst>
                <a:ext uri="{FF2B5EF4-FFF2-40B4-BE49-F238E27FC236}">
                  <a16:creationId xmlns:a16="http://schemas.microsoft.com/office/drawing/2014/main" id="{016DED40-B872-573A-EDF5-3613796F720F}"/>
                </a:ext>
              </a:extLst>
            </p:cNvPr>
            <p:cNvSpPr>
              <a:spLocks noGrp="1"/>
            </p:cNvSpPr>
            <p:nvPr/>
          </p:nvSpPr>
          <p:spPr>
            <a:xfrm>
              <a:off x="16382256" y="4072188"/>
              <a:ext cx="38122" cy="52226"/>
            </a:xfrm>
            <a:custGeom>
              <a:avLst/>
              <a:gdLst/>
              <a:ahLst/>
              <a:cxnLst/>
              <a:rect l="0" t="0" r="0" b="0"/>
              <a:pathLst>
                <a:path w="38122" h="52226">
                  <a:moveTo>
                    <a:pt x="38122" y="0"/>
                  </a:moveTo>
                  <a:lnTo>
                    <a:pt x="0" y="52226"/>
                  </a:lnTo>
                  <a:lnTo>
                    <a:pt x="29629" y="281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81" name="Output_density__4180">
              <a:extLst>
                <a:ext uri="{FF2B5EF4-FFF2-40B4-BE49-F238E27FC236}">
                  <a16:creationId xmlns:a16="http://schemas.microsoft.com/office/drawing/2014/main" id="{092717B9-DA4F-8F5B-316B-E273960EFD89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88559"/>
              <a:ext cx="1462394" cy="1213731"/>
            </a:xfrm>
            <a:custGeom>
              <a:avLst/>
              <a:gdLst/>
              <a:ahLst/>
              <a:cxnLst/>
              <a:rect l="0" t="0" r="0" b="0"/>
              <a:pathLst>
                <a:path w="1462394" h="1213731">
                  <a:moveTo>
                    <a:pt x="506486" y="1162195"/>
                  </a:moveTo>
                  <a:lnTo>
                    <a:pt x="446077" y="1186289"/>
                  </a:lnTo>
                  <a:lnTo>
                    <a:pt x="504505" y="1213731"/>
                  </a:lnTo>
                  <a:close/>
                  <a:moveTo>
                    <a:pt x="122174" y="759135"/>
                  </a:moveTo>
                  <a:lnTo>
                    <a:pt x="110762" y="757172"/>
                  </a:lnTo>
                  <a:lnTo>
                    <a:pt x="141023" y="789834"/>
                  </a:lnTo>
                  <a:close/>
                  <a:moveTo>
                    <a:pt x="34700" y="718284"/>
                  </a:moveTo>
                  <a:lnTo>
                    <a:pt x="108538" y="749902"/>
                  </a:lnTo>
                  <a:lnTo>
                    <a:pt x="66917" y="727216"/>
                  </a:lnTo>
                  <a:close/>
                  <a:moveTo>
                    <a:pt x="34700" y="718284"/>
                  </a:moveTo>
                  <a:lnTo>
                    <a:pt x="110762" y="757172"/>
                  </a:lnTo>
                  <a:lnTo>
                    <a:pt x="108538" y="749902"/>
                  </a:lnTo>
                  <a:close/>
                  <a:moveTo>
                    <a:pt x="35174" y="722460"/>
                  </a:moveTo>
                  <a:lnTo>
                    <a:pt x="110762" y="757172"/>
                  </a:lnTo>
                  <a:lnTo>
                    <a:pt x="34700" y="718284"/>
                  </a:lnTo>
                  <a:close/>
                  <a:moveTo>
                    <a:pt x="108538" y="749902"/>
                  </a:moveTo>
                  <a:lnTo>
                    <a:pt x="110762" y="757172"/>
                  </a:lnTo>
                  <a:lnTo>
                    <a:pt x="122174" y="759135"/>
                  </a:lnTo>
                  <a:close/>
                  <a:moveTo>
                    <a:pt x="66917" y="727216"/>
                  </a:moveTo>
                  <a:lnTo>
                    <a:pt x="0" y="708513"/>
                  </a:lnTo>
                  <a:lnTo>
                    <a:pt x="34700" y="718284"/>
                  </a:lnTo>
                  <a:close/>
                  <a:moveTo>
                    <a:pt x="504505" y="1213731"/>
                  </a:moveTo>
                  <a:lnTo>
                    <a:pt x="493420" y="1200674"/>
                  </a:lnTo>
                  <a:lnTo>
                    <a:pt x="478596" y="1149983"/>
                  </a:lnTo>
                  <a:close/>
                  <a:moveTo>
                    <a:pt x="506486" y="1162195"/>
                  </a:moveTo>
                  <a:lnTo>
                    <a:pt x="478596" y="1149983"/>
                  </a:lnTo>
                  <a:lnTo>
                    <a:pt x="452767" y="1108240"/>
                  </a:lnTo>
                  <a:close/>
                  <a:moveTo>
                    <a:pt x="452690" y="1045559"/>
                  </a:moveTo>
                  <a:lnTo>
                    <a:pt x="479945" y="1110658"/>
                  </a:lnTo>
                  <a:lnTo>
                    <a:pt x="452767" y="1108240"/>
                  </a:lnTo>
                  <a:close/>
                  <a:moveTo>
                    <a:pt x="296053" y="880418"/>
                  </a:moveTo>
                  <a:lnTo>
                    <a:pt x="320428" y="951635"/>
                  </a:lnTo>
                  <a:lnTo>
                    <a:pt x="339556" y="912961"/>
                  </a:lnTo>
                  <a:close/>
                  <a:moveTo>
                    <a:pt x="384480" y="937544"/>
                  </a:moveTo>
                  <a:lnTo>
                    <a:pt x="378922" y="885467"/>
                  </a:lnTo>
                  <a:lnTo>
                    <a:pt x="339556" y="912961"/>
                  </a:lnTo>
                  <a:close/>
                  <a:moveTo>
                    <a:pt x="272307" y="777345"/>
                  </a:moveTo>
                  <a:lnTo>
                    <a:pt x="259896" y="801438"/>
                  </a:lnTo>
                  <a:lnTo>
                    <a:pt x="287715" y="828881"/>
                  </a:lnTo>
                  <a:close/>
                  <a:moveTo>
                    <a:pt x="272307" y="777345"/>
                  </a:moveTo>
                  <a:lnTo>
                    <a:pt x="245045" y="734277"/>
                  </a:lnTo>
                  <a:lnTo>
                    <a:pt x="220794" y="778505"/>
                  </a:lnTo>
                  <a:close/>
                  <a:moveTo>
                    <a:pt x="108538" y="749902"/>
                  </a:moveTo>
                  <a:lnTo>
                    <a:pt x="122174" y="759135"/>
                  </a:lnTo>
                  <a:lnTo>
                    <a:pt x="123556" y="746771"/>
                  </a:lnTo>
                  <a:close/>
                  <a:moveTo>
                    <a:pt x="108538" y="749902"/>
                  </a:moveTo>
                  <a:lnTo>
                    <a:pt x="123556" y="746771"/>
                  </a:lnTo>
                  <a:lnTo>
                    <a:pt x="66917" y="727216"/>
                  </a:lnTo>
                  <a:close/>
                  <a:moveTo>
                    <a:pt x="187434" y="732821"/>
                  </a:moveTo>
                  <a:lnTo>
                    <a:pt x="122174" y="759135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123556" y="746771"/>
                  </a:lnTo>
                  <a:lnTo>
                    <a:pt x="122174" y="759135"/>
                  </a:lnTo>
                  <a:close/>
                  <a:moveTo>
                    <a:pt x="123556" y="746771"/>
                  </a:moveTo>
                  <a:lnTo>
                    <a:pt x="187434" y="732821"/>
                  </a:lnTo>
                  <a:lnTo>
                    <a:pt x="142920" y="701803"/>
                  </a:lnTo>
                  <a:close/>
                  <a:moveTo>
                    <a:pt x="187434" y="732821"/>
                  </a:moveTo>
                  <a:lnTo>
                    <a:pt x="191801" y="709885"/>
                  </a:lnTo>
                  <a:lnTo>
                    <a:pt x="142920" y="701803"/>
                  </a:lnTo>
                  <a:close/>
                  <a:moveTo>
                    <a:pt x="173418" y="776052"/>
                  </a:moveTo>
                  <a:lnTo>
                    <a:pt x="230811" y="725808"/>
                  </a:lnTo>
                  <a:lnTo>
                    <a:pt x="187434" y="732821"/>
                  </a:lnTo>
                  <a:close/>
                  <a:moveTo>
                    <a:pt x="245045" y="734277"/>
                  </a:moveTo>
                  <a:lnTo>
                    <a:pt x="230811" y="725808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230811" y="725808"/>
                  </a:lnTo>
                  <a:lnTo>
                    <a:pt x="191801" y="709885"/>
                  </a:lnTo>
                  <a:close/>
                  <a:moveTo>
                    <a:pt x="475484" y="1138101"/>
                  </a:moveTo>
                  <a:lnTo>
                    <a:pt x="452767" y="1108240"/>
                  </a:lnTo>
                  <a:lnTo>
                    <a:pt x="478596" y="1149983"/>
                  </a:lnTo>
                  <a:close/>
                  <a:moveTo>
                    <a:pt x="452767" y="1108240"/>
                  </a:moveTo>
                  <a:lnTo>
                    <a:pt x="448860" y="1086565"/>
                  </a:lnTo>
                  <a:lnTo>
                    <a:pt x="399105" y="1051141"/>
                  </a:lnTo>
                  <a:close/>
                  <a:moveTo>
                    <a:pt x="452690" y="1045559"/>
                  </a:moveTo>
                  <a:lnTo>
                    <a:pt x="452767" y="1108240"/>
                  </a:lnTo>
                  <a:lnTo>
                    <a:pt x="399105" y="1051141"/>
                  </a:lnTo>
                  <a:close/>
                  <a:moveTo>
                    <a:pt x="463186" y="890941"/>
                  </a:moveTo>
                  <a:lnTo>
                    <a:pt x="430384" y="875465"/>
                  </a:lnTo>
                  <a:lnTo>
                    <a:pt x="490238" y="907861"/>
                  </a:lnTo>
                  <a:close/>
                  <a:moveTo>
                    <a:pt x="341350" y="871883"/>
                  </a:moveTo>
                  <a:lnTo>
                    <a:pt x="339556" y="912961"/>
                  </a:lnTo>
                  <a:lnTo>
                    <a:pt x="379602" y="878767"/>
                  </a:lnTo>
                  <a:close/>
                  <a:moveTo>
                    <a:pt x="419930" y="856324"/>
                  </a:moveTo>
                  <a:lnTo>
                    <a:pt x="430384" y="875465"/>
                  </a:lnTo>
                  <a:lnTo>
                    <a:pt x="463186" y="890941"/>
                  </a:lnTo>
                  <a:close/>
                  <a:moveTo>
                    <a:pt x="309426" y="804787"/>
                  </a:moveTo>
                  <a:lnTo>
                    <a:pt x="272307" y="777345"/>
                  </a:lnTo>
                  <a:lnTo>
                    <a:pt x="287715" y="828881"/>
                  </a:lnTo>
                  <a:close/>
                  <a:moveTo>
                    <a:pt x="245045" y="734277"/>
                  </a:moveTo>
                  <a:lnTo>
                    <a:pt x="272307" y="777345"/>
                  </a:lnTo>
                  <a:lnTo>
                    <a:pt x="280195" y="758134"/>
                  </a:lnTo>
                  <a:close/>
                  <a:moveTo>
                    <a:pt x="463186" y="890941"/>
                  </a:moveTo>
                  <a:lnTo>
                    <a:pt x="490238" y="907861"/>
                  </a:lnTo>
                  <a:lnTo>
                    <a:pt x="490974" y="859934"/>
                  </a:lnTo>
                  <a:close/>
                  <a:moveTo>
                    <a:pt x="524489" y="836941"/>
                  </a:moveTo>
                  <a:lnTo>
                    <a:pt x="490238" y="907861"/>
                  </a:lnTo>
                  <a:lnTo>
                    <a:pt x="526504" y="898046"/>
                  </a:lnTo>
                  <a:close/>
                  <a:moveTo>
                    <a:pt x="564002" y="905543"/>
                  </a:moveTo>
                  <a:lnTo>
                    <a:pt x="526504" y="898046"/>
                  </a:lnTo>
                  <a:lnTo>
                    <a:pt x="519827" y="928033"/>
                  </a:lnTo>
                  <a:close/>
                  <a:moveTo>
                    <a:pt x="437931" y="832230"/>
                  </a:moveTo>
                  <a:lnTo>
                    <a:pt x="410666" y="804787"/>
                  </a:lnTo>
                  <a:lnTo>
                    <a:pt x="419930" y="856324"/>
                  </a:lnTo>
                  <a:close/>
                  <a:moveTo>
                    <a:pt x="445701" y="612041"/>
                  </a:moveTo>
                  <a:lnTo>
                    <a:pt x="442102" y="626084"/>
                  </a:lnTo>
                  <a:lnTo>
                    <a:pt x="460973" y="612865"/>
                  </a:lnTo>
                  <a:close/>
                  <a:moveTo>
                    <a:pt x="445701" y="612041"/>
                  </a:moveTo>
                  <a:lnTo>
                    <a:pt x="460973" y="612865"/>
                  </a:lnTo>
                  <a:lnTo>
                    <a:pt x="440478" y="601990"/>
                  </a:lnTo>
                  <a:close/>
                  <a:moveTo>
                    <a:pt x="440478" y="601990"/>
                  </a:moveTo>
                  <a:lnTo>
                    <a:pt x="422768" y="567942"/>
                  </a:lnTo>
                  <a:lnTo>
                    <a:pt x="445701" y="612041"/>
                  </a:lnTo>
                  <a:close/>
                  <a:moveTo>
                    <a:pt x="440478" y="601990"/>
                  </a:moveTo>
                  <a:lnTo>
                    <a:pt x="398394" y="550453"/>
                  </a:lnTo>
                  <a:lnTo>
                    <a:pt x="422768" y="567942"/>
                  </a:lnTo>
                  <a:close/>
                  <a:moveTo>
                    <a:pt x="692050" y="784042"/>
                  </a:moveTo>
                  <a:lnTo>
                    <a:pt x="685587" y="808136"/>
                  </a:lnTo>
                  <a:lnTo>
                    <a:pt x="652863" y="745797"/>
                  </a:lnTo>
                  <a:close/>
                  <a:moveTo>
                    <a:pt x="608068" y="681489"/>
                  </a:moveTo>
                  <a:lnTo>
                    <a:pt x="611838" y="705063"/>
                  </a:lnTo>
                  <a:lnTo>
                    <a:pt x="609093" y="682410"/>
                  </a:lnTo>
                  <a:close/>
                  <a:moveTo>
                    <a:pt x="440478" y="601990"/>
                  </a:moveTo>
                  <a:lnTo>
                    <a:pt x="460973" y="612865"/>
                  </a:lnTo>
                  <a:lnTo>
                    <a:pt x="476933" y="586650"/>
                  </a:lnTo>
                  <a:close/>
                  <a:moveTo>
                    <a:pt x="440478" y="601990"/>
                  </a:moveTo>
                  <a:lnTo>
                    <a:pt x="476933" y="586650"/>
                  </a:lnTo>
                  <a:lnTo>
                    <a:pt x="398394" y="550453"/>
                  </a:lnTo>
                  <a:close/>
                  <a:moveTo>
                    <a:pt x="398248" y="549894"/>
                  </a:moveTo>
                  <a:lnTo>
                    <a:pt x="398394" y="550453"/>
                  </a:lnTo>
                  <a:lnTo>
                    <a:pt x="432579" y="546483"/>
                  </a:lnTo>
                  <a:close/>
                  <a:moveTo>
                    <a:pt x="516010" y="577896"/>
                  </a:moveTo>
                  <a:lnTo>
                    <a:pt x="546448" y="630860"/>
                  </a:lnTo>
                  <a:lnTo>
                    <a:pt x="546664" y="629433"/>
                  </a:lnTo>
                  <a:close/>
                  <a:moveTo>
                    <a:pt x="460973" y="612865"/>
                  </a:moveTo>
                  <a:lnTo>
                    <a:pt x="546448" y="630860"/>
                  </a:lnTo>
                  <a:lnTo>
                    <a:pt x="516010" y="577896"/>
                  </a:lnTo>
                  <a:close/>
                  <a:moveTo>
                    <a:pt x="516010" y="577896"/>
                  </a:moveTo>
                  <a:lnTo>
                    <a:pt x="476933" y="586650"/>
                  </a:lnTo>
                  <a:lnTo>
                    <a:pt x="460973" y="612865"/>
                  </a:lnTo>
                  <a:close/>
                  <a:moveTo>
                    <a:pt x="476933" y="586650"/>
                  </a:moveTo>
                  <a:lnTo>
                    <a:pt x="516010" y="577896"/>
                  </a:lnTo>
                  <a:lnTo>
                    <a:pt x="486114" y="571962"/>
                  </a:lnTo>
                  <a:close/>
                  <a:moveTo>
                    <a:pt x="398394" y="550453"/>
                  </a:moveTo>
                  <a:lnTo>
                    <a:pt x="398248" y="549894"/>
                  </a:lnTo>
                  <a:lnTo>
                    <a:pt x="386341" y="496832"/>
                  </a:lnTo>
                  <a:close/>
                  <a:moveTo>
                    <a:pt x="606378" y="680969"/>
                  </a:moveTo>
                  <a:lnTo>
                    <a:pt x="608068" y="681489"/>
                  </a:lnTo>
                  <a:lnTo>
                    <a:pt x="609093" y="682410"/>
                  </a:lnTo>
                  <a:close/>
                  <a:moveTo>
                    <a:pt x="546448" y="630860"/>
                  </a:moveTo>
                  <a:lnTo>
                    <a:pt x="606378" y="680969"/>
                  </a:lnTo>
                  <a:lnTo>
                    <a:pt x="549187" y="633105"/>
                  </a:lnTo>
                  <a:close/>
                  <a:moveTo>
                    <a:pt x="608068" y="681489"/>
                  </a:moveTo>
                  <a:lnTo>
                    <a:pt x="606378" y="680969"/>
                  </a:lnTo>
                  <a:lnTo>
                    <a:pt x="546448" y="630860"/>
                  </a:lnTo>
                  <a:close/>
                  <a:moveTo>
                    <a:pt x="386501" y="526359"/>
                  </a:moveTo>
                  <a:lnTo>
                    <a:pt x="386341" y="496832"/>
                  </a:lnTo>
                  <a:lnTo>
                    <a:pt x="398248" y="549894"/>
                  </a:lnTo>
                  <a:close/>
                  <a:moveTo>
                    <a:pt x="743174" y="708412"/>
                  </a:moveTo>
                  <a:lnTo>
                    <a:pt x="716861" y="735981"/>
                  </a:lnTo>
                  <a:lnTo>
                    <a:pt x="747004" y="713783"/>
                  </a:lnTo>
                  <a:close/>
                  <a:moveTo>
                    <a:pt x="712420" y="732506"/>
                  </a:moveTo>
                  <a:lnTo>
                    <a:pt x="716861" y="735981"/>
                  </a:lnTo>
                  <a:lnTo>
                    <a:pt x="743174" y="708412"/>
                  </a:lnTo>
                  <a:close/>
                  <a:moveTo>
                    <a:pt x="696872" y="656875"/>
                  </a:moveTo>
                  <a:lnTo>
                    <a:pt x="712420" y="732506"/>
                  </a:lnTo>
                  <a:lnTo>
                    <a:pt x="743174" y="708412"/>
                  </a:lnTo>
                  <a:close/>
                  <a:moveTo>
                    <a:pt x="606378" y="680969"/>
                  </a:moveTo>
                  <a:lnTo>
                    <a:pt x="609093" y="682410"/>
                  </a:lnTo>
                  <a:lnTo>
                    <a:pt x="612034" y="678266"/>
                  </a:lnTo>
                  <a:close/>
                  <a:moveTo>
                    <a:pt x="606378" y="680969"/>
                  </a:moveTo>
                  <a:lnTo>
                    <a:pt x="612034" y="678266"/>
                  </a:lnTo>
                  <a:lnTo>
                    <a:pt x="549187" y="633105"/>
                  </a:lnTo>
                  <a:close/>
                  <a:moveTo>
                    <a:pt x="679252" y="661600"/>
                  </a:moveTo>
                  <a:lnTo>
                    <a:pt x="612034" y="678266"/>
                  </a:lnTo>
                  <a:lnTo>
                    <a:pt x="609093" y="682410"/>
                  </a:lnTo>
                  <a:close/>
                  <a:moveTo>
                    <a:pt x="612034" y="678266"/>
                  </a:moveTo>
                  <a:lnTo>
                    <a:pt x="679252" y="661600"/>
                  </a:lnTo>
                  <a:lnTo>
                    <a:pt x="636929" y="651580"/>
                  </a:lnTo>
                  <a:close/>
                  <a:moveTo>
                    <a:pt x="695358" y="623746"/>
                  </a:moveTo>
                  <a:lnTo>
                    <a:pt x="681102" y="642059"/>
                  </a:lnTo>
                  <a:lnTo>
                    <a:pt x="679252" y="661600"/>
                  </a:lnTo>
                  <a:close/>
                  <a:moveTo>
                    <a:pt x="696872" y="656875"/>
                  </a:moveTo>
                  <a:lnTo>
                    <a:pt x="723859" y="627246"/>
                  </a:lnTo>
                  <a:lnTo>
                    <a:pt x="695358" y="623746"/>
                  </a:lnTo>
                  <a:close/>
                  <a:moveTo>
                    <a:pt x="679252" y="661600"/>
                  </a:moveTo>
                  <a:lnTo>
                    <a:pt x="696872" y="656875"/>
                  </a:lnTo>
                  <a:lnTo>
                    <a:pt x="695358" y="623746"/>
                  </a:lnTo>
                  <a:close/>
                  <a:moveTo>
                    <a:pt x="812700" y="784730"/>
                  </a:moveTo>
                  <a:lnTo>
                    <a:pt x="827909" y="811485"/>
                  </a:lnTo>
                  <a:lnTo>
                    <a:pt x="823900" y="808197"/>
                  </a:lnTo>
                  <a:close/>
                  <a:moveTo>
                    <a:pt x="747004" y="713783"/>
                  </a:moveTo>
                  <a:lnTo>
                    <a:pt x="752420" y="708412"/>
                  </a:lnTo>
                  <a:lnTo>
                    <a:pt x="780610" y="742666"/>
                  </a:lnTo>
                  <a:close/>
                  <a:moveTo>
                    <a:pt x="780610" y="742666"/>
                  </a:moveTo>
                  <a:lnTo>
                    <a:pt x="752420" y="708412"/>
                  </a:lnTo>
                  <a:lnTo>
                    <a:pt x="803619" y="699199"/>
                  </a:lnTo>
                  <a:close/>
                  <a:moveTo>
                    <a:pt x="752534" y="640005"/>
                  </a:moveTo>
                  <a:lnTo>
                    <a:pt x="760185" y="656875"/>
                  </a:lnTo>
                  <a:lnTo>
                    <a:pt x="723859" y="627246"/>
                  </a:lnTo>
                  <a:close/>
                  <a:moveTo>
                    <a:pt x="1113375" y="814833"/>
                  </a:moveTo>
                  <a:lnTo>
                    <a:pt x="1129468" y="825891"/>
                  </a:lnTo>
                  <a:lnTo>
                    <a:pt x="1153717" y="792716"/>
                  </a:lnTo>
                  <a:close/>
                  <a:moveTo>
                    <a:pt x="1113375" y="814833"/>
                  </a:moveTo>
                  <a:lnTo>
                    <a:pt x="1153717" y="792716"/>
                  </a:lnTo>
                  <a:lnTo>
                    <a:pt x="1133957" y="739203"/>
                  </a:lnTo>
                  <a:close/>
                  <a:moveTo>
                    <a:pt x="1210885" y="820719"/>
                  </a:moveTo>
                  <a:lnTo>
                    <a:pt x="1163689" y="784609"/>
                  </a:lnTo>
                  <a:lnTo>
                    <a:pt x="1157530" y="790740"/>
                  </a:lnTo>
                  <a:close/>
                  <a:moveTo>
                    <a:pt x="1186852" y="770640"/>
                  </a:moveTo>
                  <a:lnTo>
                    <a:pt x="1163689" y="784609"/>
                  </a:lnTo>
                  <a:lnTo>
                    <a:pt x="1210885" y="820719"/>
                  </a:lnTo>
                  <a:close/>
                  <a:moveTo>
                    <a:pt x="1139177" y="715109"/>
                  </a:moveTo>
                  <a:lnTo>
                    <a:pt x="1133957" y="739203"/>
                  </a:lnTo>
                  <a:lnTo>
                    <a:pt x="1181653" y="766646"/>
                  </a:lnTo>
                  <a:close/>
                  <a:moveTo>
                    <a:pt x="1142257" y="663573"/>
                  </a:moveTo>
                  <a:lnTo>
                    <a:pt x="1133957" y="739203"/>
                  </a:lnTo>
                  <a:lnTo>
                    <a:pt x="1139177" y="715109"/>
                  </a:lnTo>
                  <a:close/>
                  <a:moveTo>
                    <a:pt x="1107257" y="647722"/>
                  </a:moveTo>
                  <a:lnTo>
                    <a:pt x="1142257" y="663573"/>
                  </a:lnTo>
                  <a:lnTo>
                    <a:pt x="1156686" y="587942"/>
                  </a:lnTo>
                  <a:close/>
                  <a:moveTo>
                    <a:pt x="1156686" y="587942"/>
                  </a:moveTo>
                  <a:lnTo>
                    <a:pt x="1142257" y="663573"/>
                  </a:lnTo>
                  <a:lnTo>
                    <a:pt x="1175782" y="594352"/>
                  </a:lnTo>
                  <a:close/>
                  <a:moveTo>
                    <a:pt x="1175782" y="594352"/>
                  </a:moveTo>
                  <a:lnTo>
                    <a:pt x="1142257" y="663573"/>
                  </a:lnTo>
                  <a:lnTo>
                    <a:pt x="1166408" y="656913"/>
                  </a:lnTo>
                  <a:close/>
                  <a:moveTo>
                    <a:pt x="1172832" y="663573"/>
                  </a:moveTo>
                  <a:lnTo>
                    <a:pt x="1175782" y="594352"/>
                  </a:lnTo>
                  <a:lnTo>
                    <a:pt x="1166408" y="656913"/>
                  </a:lnTo>
                  <a:close/>
                  <a:moveTo>
                    <a:pt x="1274977" y="512311"/>
                  </a:moveTo>
                  <a:lnTo>
                    <a:pt x="1276908" y="517556"/>
                  </a:lnTo>
                  <a:lnTo>
                    <a:pt x="1285539" y="520461"/>
                  </a:lnTo>
                  <a:close/>
                  <a:moveTo>
                    <a:pt x="1273258" y="474543"/>
                  </a:moveTo>
                  <a:lnTo>
                    <a:pt x="1276908" y="517556"/>
                  </a:lnTo>
                  <a:lnTo>
                    <a:pt x="1274977" y="512311"/>
                  </a:lnTo>
                  <a:close/>
                  <a:moveTo>
                    <a:pt x="1369862" y="615385"/>
                  </a:moveTo>
                  <a:lnTo>
                    <a:pt x="1415304" y="656278"/>
                  </a:lnTo>
                  <a:lnTo>
                    <a:pt x="1428210" y="596001"/>
                  </a:lnTo>
                  <a:close/>
                  <a:moveTo>
                    <a:pt x="1274977" y="512311"/>
                  </a:moveTo>
                  <a:lnTo>
                    <a:pt x="1273032" y="457965"/>
                  </a:lnTo>
                  <a:lnTo>
                    <a:pt x="1273258" y="474543"/>
                  </a:lnTo>
                  <a:close/>
                  <a:moveTo>
                    <a:pt x="1421334" y="464124"/>
                  </a:moveTo>
                  <a:lnTo>
                    <a:pt x="1399654" y="502640"/>
                  </a:lnTo>
                  <a:lnTo>
                    <a:pt x="1430552" y="468611"/>
                  </a:lnTo>
                  <a:close/>
                  <a:moveTo>
                    <a:pt x="1430552" y="468611"/>
                  </a:moveTo>
                  <a:lnTo>
                    <a:pt x="1399654" y="502640"/>
                  </a:lnTo>
                  <a:lnTo>
                    <a:pt x="1393217" y="523724"/>
                  </a:lnTo>
                  <a:close/>
                  <a:moveTo>
                    <a:pt x="1441907" y="515660"/>
                  </a:moveTo>
                  <a:lnTo>
                    <a:pt x="1448054" y="508923"/>
                  </a:lnTo>
                  <a:lnTo>
                    <a:pt x="1430552" y="468611"/>
                  </a:lnTo>
                  <a:close/>
                  <a:moveTo>
                    <a:pt x="1393217" y="523724"/>
                  </a:moveTo>
                  <a:lnTo>
                    <a:pt x="1441907" y="515660"/>
                  </a:lnTo>
                  <a:lnTo>
                    <a:pt x="1430552" y="468611"/>
                  </a:lnTo>
                  <a:close/>
                  <a:moveTo>
                    <a:pt x="1462394" y="539754"/>
                  </a:moveTo>
                  <a:lnTo>
                    <a:pt x="1452212" y="524469"/>
                  </a:lnTo>
                  <a:lnTo>
                    <a:pt x="1431639" y="582453"/>
                  </a:lnTo>
                  <a:close/>
                  <a:moveTo>
                    <a:pt x="1462394" y="539754"/>
                  </a:moveTo>
                  <a:lnTo>
                    <a:pt x="1452895" y="515660"/>
                  </a:lnTo>
                  <a:lnTo>
                    <a:pt x="1452212" y="524469"/>
                  </a:lnTo>
                  <a:close/>
                  <a:moveTo>
                    <a:pt x="1452895" y="515660"/>
                  </a:moveTo>
                  <a:lnTo>
                    <a:pt x="1430552" y="468611"/>
                  </a:lnTo>
                  <a:lnTo>
                    <a:pt x="1448054" y="508923"/>
                  </a:lnTo>
                  <a:close/>
                  <a:moveTo>
                    <a:pt x="1298840" y="412587"/>
                  </a:moveTo>
                  <a:lnTo>
                    <a:pt x="1270460" y="385145"/>
                  </a:lnTo>
                  <a:lnTo>
                    <a:pt x="1282795" y="436681"/>
                  </a:lnTo>
                  <a:close/>
                  <a:moveTo>
                    <a:pt x="1397961" y="394382"/>
                  </a:moveTo>
                  <a:lnTo>
                    <a:pt x="1421334" y="464124"/>
                  </a:lnTo>
                  <a:lnTo>
                    <a:pt x="1405378" y="412587"/>
                  </a:lnTo>
                  <a:close/>
                  <a:moveTo>
                    <a:pt x="1237657" y="79273"/>
                  </a:moveTo>
                  <a:lnTo>
                    <a:pt x="1256480" y="142015"/>
                  </a:lnTo>
                  <a:lnTo>
                    <a:pt x="1281754" y="101611"/>
                  </a:lnTo>
                  <a:close/>
                  <a:moveTo>
                    <a:pt x="1281173" y="55180"/>
                  </a:moveTo>
                  <a:lnTo>
                    <a:pt x="1281754" y="101611"/>
                  </a:lnTo>
                  <a:lnTo>
                    <a:pt x="1313816" y="86584"/>
                  </a:lnTo>
                  <a:close/>
                  <a:moveTo>
                    <a:pt x="1281173" y="55180"/>
                  </a:moveTo>
                  <a:lnTo>
                    <a:pt x="1237657" y="79273"/>
                  </a:lnTo>
                  <a:lnTo>
                    <a:pt x="1281754" y="101611"/>
                  </a:lnTo>
                  <a:close/>
                  <a:moveTo>
                    <a:pt x="1339750" y="31086"/>
                  </a:moveTo>
                  <a:lnTo>
                    <a:pt x="1354817" y="53000"/>
                  </a:lnTo>
                  <a:lnTo>
                    <a:pt x="1296113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2" name="Output_density__4181">
              <a:extLst>
                <a:ext uri="{FF2B5EF4-FFF2-40B4-BE49-F238E27FC236}">
                  <a16:creationId xmlns:a16="http://schemas.microsoft.com/office/drawing/2014/main" id="{FCF3A6DB-061A-370B-02CE-AB5C260CEC39}"/>
                </a:ext>
              </a:extLst>
            </p:cNvPr>
            <p:cNvSpPr>
              <a:spLocks noGrp="1"/>
            </p:cNvSpPr>
            <p:nvPr/>
          </p:nvSpPr>
          <p:spPr>
            <a:xfrm>
              <a:off x="15567481" y="3387959"/>
              <a:ext cx="1261093" cy="1162795"/>
            </a:xfrm>
            <a:custGeom>
              <a:avLst/>
              <a:gdLst/>
              <a:ahLst/>
              <a:cxnLst/>
              <a:rect l="0" t="0" r="0" b="0"/>
              <a:pathLst>
                <a:path w="1261093" h="1162795">
                  <a:moveTo>
                    <a:pt x="253099" y="1115236"/>
                  </a:moveTo>
                  <a:lnTo>
                    <a:pt x="181148" y="1133535"/>
                  </a:lnTo>
                  <a:lnTo>
                    <a:pt x="183343" y="1135353"/>
                  </a:lnTo>
                  <a:close/>
                  <a:moveTo>
                    <a:pt x="190600" y="1065321"/>
                  </a:moveTo>
                  <a:lnTo>
                    <a:pt x="181148" y="1133535"/>
                  </a:lnTo>
                  <a:lnTo>
                    <a:pt x="253099" y="1115236"/>
                  </a:lnTo>
                  <a:close/>
                  <a:moveTo>
                    <a:pt x="241372" y="1062027"/>
                  </a:moveTo>
                  <a:lnTo>
                    <a:pt x="190600" y="1065321"/>
                  </a:lnTo>
                  <a:lnTo>
                    <a:pt x="253099" y="1115236"/>
                  </a:lnTo>
                  <a:close/>
                  <a:moveTo>
                    <a:pt x="171997" y="1008185"/>
                  </a:moveTo>
                  <a:lnTo>
                    <a:pt x="190600" y="1065321"/>
                  </a:lnTo>
                  <a:lnTo>
                    <a:pt x="191199" y="1036213"/>
                  </a:lnTo>
                  <a:close/>
                  <a:moveTo>
                    <a:pt x="147385" y="1083816"/>
                  </a:moveTo>
                  <a:lnTo>
                    <a:pt x="190600" y="1065321"/>
                  </a:lnTo>
                  <a:lnTo>
                    <a:pt x="171997" y="1008185"/>
                  </a:lnTo>
                  <a:close/>
                  <a:moveTo>
                    <a:pt x="124624" y="961977"/>
                  </a:moveTo>
                  <a:lnTo>
                    <a:pt x="119521" y="959639"/>
                  </a:lnTo>
                  <a:lnTo>
                    <a:pt x="171997" y="1008185"/>
                  </a:lnTo>
                  <a:close/>
                  <a:moveTo>
                    <a:pt x="120160" y="956649"/>
                  </a:moveTo>
                  <a:lnTo>
                    <a:pt x="119521" y="959639"/>
                  </a:lnTo>
                  <a:lnTo>
                    <a:pt x="124624" y="961977"/>
                  </a:lnTo>
                  <a:close/>
                  <a:moveTo>
                    <a:pt x="120160" y="956649"/>
                  </a:moveTo>
                  <a:lnTo>
                    <a:pt x="89899" y="920978"/>
                  </a:lnTo>
                  <a:lnTo>
                    <a:pt x="119521" y="959639"/>
                  </a:lnTo>
                  <a:close/>
                  <a:moveTo>
                    <a:pt x="288144" y="1111259"/>
                  </a:moveTo>
                  <a:lnTo>
                    <a:pt x="314684" y="1162795"/>
                  </a:lnTo>
                  <a:lnTo>
                    <a:pt x="260965" y="1108840"/>
                  </a:lnTo>
                  <a:close/>
                  <a:moveTo>
                    <a:pt x="171997" y="1008185"/>
                  </a:moveTo>
                  <a:lnTo>
                    <a:pt x="191199" y="1036213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24624" y="961977"/>
                  </a:lnTo>
                  <a:lnTo>
                    <a:pt x="171997" y="1008185"/>
                  </a:lnTo>
                  <a:close/>
                  <a:moveTo>
                    <a:pt x="128627" y="952236"/>
                  </a:moveTo>
                  <a:lnTo>
                    <a:pt x="124624" y="961977"/>
                  </a:lnTo>
                  <a:lnTo>
                    <a:pt x="195156" y="998874"/>
                  </a:lnTo>
                  <a:close/>
                  <a:moveTo>
                    <a:pt x="192679" y="938145"/>
                  </a:moveTo>
                  <a:lnTo>
                    <a:pt x="128627" y="952236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91199" y="1036213"/>
                  </a:lnTo>
                  <a:lnTo>
                    <a:pt x="201563" y="1008185"/>
                  </a:lnTo>
                  <a:close/>
                  <a:moveTo>
                    <a:pt x="192679" y="938145"/>
                  </a:moveTo>
                  <a:lnTo>
                    <a:pt x="195156" y="998874"/>
                  </a:lnTo>
                  <a:lnTo>
                    <a:pt x="201563" y="1008185"/>
                  </a:lnTo>
                  <a:close/>
                  <a:moveTo>
                    <a:pt x="120160" y="956649"/>
                  </a:moveTo>
                  <a:lnTo>
                    <a:pt x="124624" y="961977"/>
                  </a:lnTo>
                  <a:lnTo>
                    <a:pt x="128627" y="952236"/>
                  </a:lnTo>
                  <a:close/>
                  <a:moveTo>
                    <a:pt x="120160" y="956649"/>
                  </a:moveTo>
                  <a:lnTo>
                    <a:pt x="128627" y="952236"/>
                  </a:lnTo>
                  <a:lnTo>
                    <a:pt x="104252" y="881018"/>
                  </a:lnTo>
                  <a:close/>
                  <a:moveTo>
                    <a:pt x="94968" y="905112"/>
                  </a:moveTo>
                  <a:lnTo>
                    <a:pt x="120160" y="956649"/>
                  </a:lnTo>
                  <a:lnTo>
                    <a:pt x="104252" y="881018"/>
                  </a:lnTo>
                  <a:close/>
                  <a:moveTo>
                    <a:pt x="128627" y="952236"/>
                  </a:moveTo>
                  <a:lnTo>
                    <a:pt x="192679" y="938145"/>
                  </a:lnTo>
                  <a:lnTo>
                    <a:pt x="147755" y="913561"/>
                  </a:lnTo>
                  <a:close/>
                  <a:moveTo>
                    <a:pt x="104252" y="881018"/>
                  </a:moveTo>
                  <a:lnTo>
                    <a:pt x="95913" y="829482"/>
                  </a:lnTo>
                  <a:lnTo>
                    <a:pt x="94968" y="905112"/>
                  </a:lnTo>
                  <a:close/>
                  <a:moveTo>
                    <a:pt x="298437" y="908461"/>
                  </a:moveTo>
                  <a:lnTo>
                    <a:pt x="306742" y="983958"/>
                  </a:lnTo>
                  <a:lnTo>
                    <a:pt x="328026" y="928634"/>
                  </a:lnTo>
                  <a:close/>
                  <a:moveTo>
                    <a:pt x="39010" y="726409"/>
                  </a:moveTo>
                  <a:lnTo>
                    <a:pt x="53244" y="734877"/>
                  </a:lnTo>
                  <a:lnTo>
                    <a:pt x="44781" y="702315"/>
                  </a:lnTo>
                  <a:close/>
                  <a:moveTo>
                    <a:pt x="39010" y="726409"/>
                  </a:moveTo>
                  <a:lnTo>
                    <a:pt x="44781" y="702315"/>
                  </a:lnTo>
                  <a:lnTo>
                    <a:pt x="0" y="710485"/>
                  </a:lnTo>
                  <a:close/>
                  <a:moveTo>
                    <a:pt x="298437" y="908461"/>
                  </a:moveTo>
                  <a:lnTo>
                    <a:pt x="328026" y="928634"/>
                  </a:lnTo>
                  <a:lnTo>
                    <a:pt x="334703" y="898646"/>
                  </a:lnTo>
                  <a:close/>
                  <a:moveTo>
                    <a:pt x="246130" y="832831"/>
                  </a:moveTo>
                  <a:lnTo>
                    <a:pt x="228129" y="856924"/>
                  </a:lnTo>
                  <a:lnTo>
                    <a:pt x="271385" y="891541"/>
                  </a:lnTo>
                  <a:close/>
                  <a:moveTo>
                    <a:pt x="488263" y="773681"/>
                  </a:moveTo>
                  <a:lnTo>
                    <a:pt x="431516" y="757200"/>
                  </a:lnTo>
                  <a:lnTo>
                    <a:pt x="411092" y="794729"/>
                  </a:lnTo>
                  <a:close/>
                  <a:moveTo>
                    <a:pt x="461062" y="746397"/>
                  </a:moveTo>
                  <a:lnTo>
                    <a:pt x="488263" y="773681"/>
                  </a:lnTo>
                  <a:lnTo>
                    <a:pt x="500249" y="784643"/>
                  </a:lnTo>
                  <a:close/>
                  <a:moveTo>
                    <a:pt x="417292" y="683010"/>
                  </a:moveTo>
                  <a:lnTo>
                    <a:pt x="461062" y="746397"/>
                  </a:lnTo>
                  <a:lnTo>
                    <a:pt x="472029" y="712983"/>
                  </a:lnTo>
                  <a:close/>
                  <a:moveTo>
                    <a:pt x="420037" y="705663"/>
                  </a:moveTo>
                  <a:lnTo>
                    <a:pt x="461062" y="746397"/>
                  </a:lnTo>
                  <a:lnTo>
                    <a:pt x="417292" y="683010"/>
                  </a:lnTo>
                  <a:close/>
                  <a:moveTo>
                    <a:pt x="605038" y="760549"/>
                  </a:moveTo>
                  <a:lnTo>
                    <a:pt x="586400" y="791247"/>
                  </a:lnTo>
                  <a:lnTo>
                    <a:pt x="620899" y="785330"/>
                  </a:lnTo>
                  <a:close/>
                  <a:moveTo>
                    <a:pt x="582926" y="723288"/>
                  </a:moveTo>
                  <a:lnTo>
                    <a:pt x="560619" y="709012"/>
                  </a:lnTo>
                  <a:lnTo>
                    <a:pt x="555203" y="714384"/>
                  </a:lnTo>
                  <a:close/>
                  <a:moveTo>
                    <a:pt x="555203" y="714384"/>
                  </a:moveTo>
                  <a:lnTo>
                    <a:pt x="525060" y="736582"/>
                  </a:lnTo>
                  <a:lnTo>
                    <a:pt x="582926" y="723288"/>
                  </a:lnTo>
                  <a:close/>
                  <a:moveTo>
                    <a:pt x="487451" y="662201"/>
                  </a:moveTo>
                  <a:lnTo>
                    <a:pt x="472029" y="712983"/>
                  </a:lnTo>
                  <a:lnTo>
                    <a:pt x="505070" y="657475"/>
                  </a:lnTo>
                  <a:close/>
                  <a:moveTo>
                    <a:pt x="505070" y="657475"/>
                  </a:moveTo>
                  <a:lnTo>
                    <a:pt x="472029" y="712983"/>
                  </a:lnTo>
                  <a:lnTo>
                    <a:pt x="520619" y="733106"/>
                  </a:lnTo>
                  <a:close/>
                  <a:moveTo>
                    <a:pt x="487451" y="662201"/>
                  </a:moveTo>
                  <a:lnTo>
                    <a:pt x="417292" y="683010"/>
                  </a:lnTo>
                  <a:lnTo>
                    <a:pt x="472029" y="712983"/>
                  </a:lnTo>
                  <a:close/>
                  <a:moveTo>
                    <a:pt x="487451" y="662201"/>
                  </a:moveTo>
                  <a:lnTo>
                    <a:pt x="489300" y="642660"/>
                  </a:lnTo>
                  <a:lnTo>
                    <a:pt x="445127" y="652181"/>
                  </a:lnTo>
                  <a:close/>
                  <a:moveTo>
                    <a:pt x="605038" y="760549"/>
                  </a:moveTo>
                  <a:lnTo>
                    <a:pt x="632099" y="808797"/>
                  </a:lnTo>
                  <a:lnTo>
                    <a:pt x="588809" y="743266"/>
                  </a:lnTo>
                  <a:close/>
                  <a:moveTo>
                    <a:pt x="620899" y="785330"/>
                  </a:moveTo>
                  <a:lnTo>
                    <a:pt x="632099" y="808797"/>
                  </a:lnTo>
                  <a:lnTo>
                    <a:pt x="605038" y="760549"/>
                  </a:lnTo>
                  <a:close/>
                  <a:moveTo>
                    <a:pt x="610593" y="746801"/>
                  </a:moveTo>
                  <a:lnTo>
                    <a:pt x="605038" y="760549"/>
                  </a:lnTo>
                  <a:lnTo>
                    <a:pt x="588809" y="743266"/>
                  </a:lnTo>
                  <a:close/>
                  <a:moveTo>
                    <a:pt x="551373" y="709012"/>
                  </a:moveTo>
                  <a:lnTo>
                    <a:pt x="571178" y="684918"/>
                  </a:lnTo>
                  <a:lnTo>
                    <a:pt x="505070" y="657475"/>
                  </a:lnTo>
                  <a:close/>
                  <a:moveTo>
                    <a:pt x="575865" y="656736"/>
                  </a:moveTo>
                  <a:lnTo>
                    <a:pt x="568384" y="657475"/>
                  </a:lnTo>
                  <a:lnTo>
                    <a:pt x="560733" y="640606"/>
                  </a:lnTo>
                  <a:close/>
                  <a:moveTo>
                    <a:pt x="560733" y="640606"/>
                  </a:moveTo>
                  <a:lnTo>
                    <a:pt x="532058" y="627846"/>
                  </a:lnTo>
                  <a:lnTo>
                    <a:pt x="505070" y="657475"/>
                  </a:lnTo>
                  <a:close/>
                  <a:moveTo>
                    <a:pt x="392368" y="320023"/>
                  </a:moveTo>
                  <a:lnTo>
                    <a:pt x="380999" y="324162"/>
                  </a:lnTo>
                  <a:lnTo>
                    <a:pt x="416762" y="305230"/>
                  </a:lnTo>
                  <a:close/>
                  <a:moveTo>
                    <a:pt x="942156" y="739804"/>
                  </a:moveTo>
                  <a:lnTo>
                    <a:pt x="961915" y="793316"/>
                  </a:lnTo>
                  <a:lnTo>
                    <a:pt x="962497" y="784426"/>
                  </a:lnTo>
                  <a:close/>
                  <a:moveTo>
                    <a:pt x="937667" y="826492"/>
                  </a:moveTo>
                  <a:lnTo>
                    <a:pt x="965729" y="791340"/>
                  </a:lnTo>
                  <a:lnTo>
                    <a:pt x="961915" y="793316"/>
                  </a:lnTo>
                  <a:close/>
                  <a:moveTo>
                    <a:pt x="942156" y="739804"/>
                  </a:moveTo>
                  <a:lnTo>
                    <a:pt x="891355" y="693116"/>
                  </a:lnTo>
                  <a:lnTo>
                    <a:pt x="871411" y="753449"/>
                  </a:lnTo>
                  <a:close/>
                  <a:moveTo>
                    <a:pt x="989851" y="767246"/>
                  </a:moveTo>
                  <a:lnTo>
                    <a:pt x="962497" y="784426"/>
                  </a:lnTo>
                  <a:lnTo>
                    <a:pt x="971887" y="785209"/>
                  </a:lnTo>
                  <a:close/>
                  <a:moveTo>
                    <a:pt x="942156" y="739804"/>
                  </a:moveTo>
                  <a:lnTo>
                    <a:pt x="962497" y="784426"/>
                  </a:lnTo>
                  <a:lnTo>
                    <a:pt x="989851" y="767246"/>
                  </a:lnTo>
                  <a:close/>
                  <a:moveTo>
                    <a:pt x="950455" y="664173"/>
                  </a:moveTo>
                  <a:lnTo>
                    <a:pt x="891355" y="693116"/>
                  </a:lnTo>
                  <a:lnTo>
                    <a:pt x="942156" y="739804"/>
                  </a:lnTo>
                  <a:close/>
                  <a:moveTo>
                    <a:pt x="876495" y="612637"/>
                  </a:moveTo>
                  <a:lnTo>
                    <a:pt x="886861" y="688267"/>
                  </a:lnTo>
                  <a:lnTo>
                    <a:pt x="915455" y="648323"/>
                  </a:lnTo>
                  <a:close/>
                  <a:moveTo>
                    <a:pt x="893578" y="685405"/>
                  </a:moveTo>
                  <a:lnTo>
                    <a:pt x="950455" y="664173"/>
                  </a:lnTo>
                  <a:lnTo>
                    <a:pt x="915455" y="648323"/>
                  </a:lnTo>
                  <a:close/>
                  <a:moveTo>
                    <a:pt x="876495" y="612637"/>
                  </a:moveTo>
                  <a:lnTo>
                    <a:pt x="866862" y="561100"/>
                  </a:lnTo>
                  <a:lnTo>
                    <a:pt x="862121" y="636730"/>
                  </a:lnTo>
                  <a:close/>
                  <a:moveTo>
                    <a:pt x="1047255" y="656848"/>
                  </a:moveTo>
                  <a:lnTo>
                    <a:pt x="981030" y="664173"/>
                  </a:lnTo>
                  <a:lnTo>
                    <a:pt x="1007338" y="693646"/>
                  </a:lnTo>
                  <a:close/>
                  <a:moveTo>
                    <a:pt x="1133787" y="564448"/>
                  </a:moveTo>
                  <a:lnTo>
                    <a:pt x="1093738" y="521062"/>
                  </a:lnTo>
                  <a:lnTo>
                    <a:pt x="1085107" y="518157"/>
                  </a:lnTo>
                  <a:close/>
                  <a:moveTo>
                    <a:pt x="1178060" y="615985"/>
                  </a:moveTo>
                  <a:lnTo>
                    <a:pt x="1236409" y="596601"/>
                  </a:lnTo>
                  <a:lnTo>
                    <a:pt x="1162144" y="602143"/>
                  </a:lnTo>
                  <a:close/>
                  <a:moveTo>
                    <a:pt x="1162144" y="602143"/>
                  </a:moveTo>
                  <a:lnTo>
                    <a:pt x="1236409" y="596601"/>
                  </a:lnTo>
                  <a:lnTo>
                    <a:pt x="1239838" y="583053"/>
                  </a:lnTo>
                  <a:close/>
                  <a:moveTo>
                    <a:pt x="1162144" y="602143"/>
                  </a:moveTo>
                  <a:lnTo>
                    <a:pt x="1239838" y="58305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62144" y="60214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33787" y="564448"/>
                  </a:lnTo>
                  <a:lnTo>
                    <a:pt x="1162144" y="602143"/>
                  </a:lnTo>
                  <a:close/>
                  <a:moveTo>
                    <a:pt x="1133787" y="564448"/>
                  </a:moveTo>
                  <a:lnTo>
                    <a:pt x="1170814" y="540355"/>
                  </a:lnTo>
                  <a:lnTo>
                    <a:pt x="1093738" y="521062"/>
                  </a:lnTo>
                  <a:close/>
                  <a:moveTo>
                    <a:pt x="1170814" y="540355"/>
                  </a:moveTo>
                  <a:lnTo>
                    <a:pt x="1123753" y="498386"/>
                  </a:lnTo>
                  <a:lnTo>
                    <a:pt x="1093738" y="521062"/>
                  </a:lnTo>
                  <a:close/>
                  <a:moveTo>
                    <a:pt x="1109000" y="488818"/>
                  </a:moveTo>
                  <a:lnTo>
                    <a:pt x="1093738" y="521062"/>
                  </a:lnTo>
                  <a:lnTo>
                    <a:pt x="1123753" y="498386"/>
                  </a:lnTo>
                  <a:close/>
                  <a:moveTo>
                    <a:pt x="1109000" y="488818"/>
                  </a:moveTo>
                  <a:lnTo>
                    <a:pt x="1083176" y="512912"/>
                  </a:lnTo>
                  <a:lnTo>
                    <a:pt x="1093738" y="521062"/>
                  </a:lnTo>
                  <a:close/>
                  <a:moveTo>
                    <a:pt x="1090993" y="437281"/>
                  </a:moveTo>
                  <a:lnTo>
                    <a:pt x="1081230" y="458565"/>
                  </a:lnTo>
                  <a:lnTo>
                    <a:pt x="1083176" y="512912"/>
                  </a:lnTo>
                  <a:close/>
                  <a:moveTo>
                    <a:pt x="1109000" y="488818"/>
                  </a:moveTo>
                  <a:lnTo>
                    <a:pt x="1090993" y="437281"/>
                  </a:lnTo>
                  <a:lnTo>
                    <a:pt x="1083176" y="512912"/>
                  </a:lnTo>
                  <a:close/>
                  <a:moveTo>
                    <a:pt x="1090993" y="437281"/>
                  </a:moveTo>
                  <a:lnTo>
                    <a:pt x="1079557" y="397183"/>
                  </a:lnTo>
                  <a:lnTo>
                    <a:pt x="1081230" y="458565"/>
                  </a:lnTo>
                  <a:close/>
                  <a:moveTo>
                    <a:pt x="1170814" y="540355"/>
                  </a:moveTo>
                  <a:lnTo>
                    <a:pt x="1185466" y="554442"/>
                  </a:lnTo>
                  <a:lnTo>
                    <a:pt x="1201415" y="524325"/>
                  </a:lnTo>
                  <a:close/>
                  <a:moveTo>
                    <a:pt x="1170814" y="540355"/>
                  </a:moveTo>
                  <a:lnTo>
                    <a:pt x="1201415" y="524325"/>
                  </a:lnTo>
                  <a:lnTo>
                    <a:pt x="1123753" y="498386"/>
                  </a:lnTo>
                  <a:close/>
                  <a:moveTo>
                    <a:pt x="1185466" y="554442"/>
                  </a:moveTo>
                  <a:lnTo>
                    <a:pt x="1250106" y="516261"/>
                  </a:lnTo>
                  <a:lnTo>
                    <a:pt x="1201415" y="524325"/>
                  </a:lnTo>
                  <a:close/>
                  <a:moveTo>
                    <a:pt x="1260410" y="525070"/>
                  </a:moveTo>
                  <a:lnTo>
                    <a:pt x="1250106" y="516261"/>
                  </a:lnTo>
                  <a:lnTo>
                    <a:pt x="1185466" y="554442"/>
                  </a:lnTo>
                  <a:close/>
                  <a:moveTo>
                    <a:pt x="1239838" y="583053"/>
                  </a:moveTo>
                  <a:lnTo>
                    <a:pt x="1260410" y="525070"/>
                  </a:lnTo>
                  <a:lnTo>
                    <a:pt x="1185466" y="554442"/>
                  </a:lnTo>
                  <a:close/>
                  <a:moveTo>
                    <a:pt x="1250106" y="516261"/>
                  </a:moveTo>
                  <a:lnTo>
                    <a:pt x="1260410" y="525070"/>
                  </a:lnTo>
                  <a:lnTo>
                    <a:pt x="1260551" y="514231"/>
                  </a:lnTo>
                  <a:close/>
                  <a:moveTo>
                    <a:pt x="1260551" y="514231"/>
                  </a:moveTo>
                  <a:lnTo>
                    <a:pt x="1256252" y="509523"/>
                  </a:lnTo>
                  <a:lnTo>
                    <a:pt x="1250106" y="516261"/>
                  </a:lnTo>
                  <a:close/>
                  <a:moveTo>
                    <a:pt x="1260551" y="514231"/>
                  </a:moveTo>
                  <a:lnTo>
                    <a:pt x="1260410" y="525070"/>
                  </a:lnTo>
                  <a:lnTo>
                    <a:pt x="1261093" y="516261"/>
                  </a:lnTo>
                  <a:close/>
                  <a:moveTo>
                    <a:pt x="1260551" y="514231"/>
                  </a:moveTo>
                  <a:lnTo>
                    <a:pt x="1261093" y="516261"/>
                  </a:lnTo>
                  <a:lnTo>
                    <a:pt x="1256252" y="509523"/>
                  </a:lnTo>
                  <a:close/>
                  <a:moveTo>
                    <a:pt x="1045856" y="79874"/>
                  </a:moveTo>
                  <a:lnTo>
                    <a:pt x="1089371" y="55780"/>
                  </a:lnTo>
                  <a:lnTo>
                    <a:pt x="1028689" y="47834"/>
                  </a:lnTo>
                  <a:close/>
                  <a:moveTo>
                    <a:pt x="1058330" y="0"/>
                  </a:moveTo>
                  <a:lnTo>
                    <a:pt x="1141974" y="26910"/>
                  </a:lnTo>
                  <a:lnTo>
                    <a:pt x="1104312" y="600"/>
                  </a:lnTo>
                  <a:close/>
                  <a:moveTo>
                    <a:pt x="1058330" y="0"/>
                  </a:moveTo>
                  <a:lnTo>
                    <a:pt x="1098926" y="862"/>
                  </a:lnTo>
                  <a:lnTo>
                    <a:pt x="1052234" y="963"/>
                  </a:lnTo>
                  <a:close/>
                  <a:moveTo>
                    <a:pt x="1058330" y="0"/>
                  </a:moveTo>
                  <a:lnTo>
                    <a:pt x="1104312" y="600"/>
                  </a:lnTo>
                  <a:lnTo>
                    <a:pt x="1098926" y="86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3" name="Output_density__4182">
              <a:extLst>
                <a:ext uri="{FF2B5EF4-FFF2-40B4-BE49-F238E27FC236}">
                  <a16:creationId xmlns:a16="http://schemas.microsoft.com/office/drawing/2014/main" id="{DF76DC75-72C3-89CE-E12E-80C264E388A3}"/>
                </a:ext>
              </a:extLst>
            </p:cNvPr>
            <p:cNvSpPr>
              <a:spLocks noGrp="1"/>
            </p:cNvSpPr>
            <p:nvPr/>
          </p:nvSpPr>
          <p:spPr>
            <a:xfrm>
              <a:off x="15714866" y="3388821"/>
              <a:ext cx="951541" cy="1132673"/>
            </a:xfrm>
            <a:custGeom>
              <a:avLst/>
              <a:gdLst/>
              <a:ahLst/>
              <a:cxnLst/>
              <a:rect l="0" t="0" r="0" b="0"/>
              <a:pathLst>
                <a:path w="951541" h="1132673">
                  <a:moveTo>
                    <a:pt x="0" y="1082954"/>
                  </a:moveTo>
                  <a:lnTo>
                    <a:pt x="33762" y="1132673"/>
                  </a:lnTo>
                  <a:lnTo>
                    <a:pt x="43215" y="1064459"/>
                  </a:lnTo>
                  <a:close/>
                  <a:moveTo>
                    <a:pt x="313676" y="745536"/>
                  </a:moveTo>
                  <a:lnTo>
                    <a:pt x="284131" y="756338"/>
                  </a:lnTo>
                  <a:lnTo>
                    <a:pt x="340878" y="772820"/>
                  </a:lnTo>
                  <a:close/>
                  <a:moveTo>
                    <a:pt x="313676" y="745536"/>
                  </a:moveTo>
                  <a:lnTo>
                    <a:pt x="373233" y="732244"/>
                  </a:lnTo>
                  <a:lnTo>
                    <a:pt x="324643" y="712122"/>
                  </a:lnTo>
                  <a:close/>
                  <a:moveTo>
                    <a:pt x="485049" y="827598"/>
                  </a:moveTo>
                  <a:lnTo>
                    <a:pt x="457120" y="858078"/>
                  </a:lnTo>
                  <a:lnTo>
                    <a:pt x="445164" y="853155"/>
                  </a:lnTo>
                  <a:close/>
                  <a:moveTo>
                    <a:pt x="435540" y="722427"/>
                  </a:moveTo>
                  <a:lnTo>
                    <a:pt x="457652" y="759687"/>
                  </a:lnTo>
                  <a:lnTo>
                    <a:pt x="463208" y="745939"/>
                  </a:lnTo>
                  <a:close/>
                  <a:moveTo>
                    <a:pt x="357685" y="656614"/>
                  </a:moveTo>
                  <a:lnTo>
                    <a:pt x="428480" y="655875"/>
                  </a:lnTo>
                  <a:lnTo>
                    <a:pt x="413348" y="639744"/>
                  </a:lnTo>
                  <a:close/>
                  <a:moveTo>
                    <a:pt x="244982" y="319161"/>
                  </a:moveTo>
                  <a:lnTo>
                    <a:pt x="178268" y="347394"/>
                  </a:lnTo>
                  <a:lnTo>
                    <a:pt x="233614" y="323300"/>
                  </a:lnTo>
                  <a:close/>
                  <a:moveTo>
                    <a:pt x="814530" y="792455"/>
                  </a:moveTo>
                  <a:lnTo>
                    <a:pt x="818344" y="790479"/>
                  </a:lnTo>
                  <a:lnTo>
                    <a:pt x="815111" y="783565"/>
                  </a:lnTo>
                  <a:close/>
                  <a:moveTo>
                    <a:pt x="739476" y="687406"/>
                  </a:moveTo>
                  <a:lnTo>
                    <a:pt x="724026" y="752587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697019" y="711499"/>
                  </a:lnTo>
                  <a:lnTo>
                    <a:pt x="724026" y="752587"/>
                  </a:lnTo>
                  <a:close/>
                  <a:moveTo>
                    <a:pt x="739476" y="687406"/>
                  </a:moveTo>
                  <a:lnTo>
                    <a:pt x="714736" y="635869"/>
                  </a:lnTo>
                  <a:lnTo>
                    <a:pt x="697019" y="711499"/>
                  </a:lnTo>
                  <a:close/>
                  <a:moveTo>
                    <a:pt x="815111" y="783565"/>
                  </a:moveTo>
                  <a:lnTo>
                    <a:pt x="818344" y="790479"/>
                  </a:lnTo>
                  <a:lnTo>
                    <a:pt x="824502" y="784347"/>
                  </a:lnTo>
                  <a:close/>
                  <a:moveTo>
                    <a:pt x="746193" y="684543"/>
                  </a:moveTo>
                  <a:lnTo>
                    <a:pt x="743969" y="692254"/>
                  </a:lnTo>
                  <a:lnTo>
                    <a:pt x="803070" y="663311"/>
                  </a:lnTo>
                  <a:close/>
                  <a:moveTo>
                    <a:pt x="746193" y="684543"/>
                  </a:moveTo>
                  <a:lnTo>
                    <a:pt x="739476" y="687406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746193" y="684543"/>
                  </a:lnTo>
                  <a:lnTo>
                    <a:pt x="768070" y="647461"/>
                  </a:lnTo>
                  <a:close/>
                  <a:moveTo>
                    <a:pt x="714736" y="635869"/>
                  </a:moveTo>
                  <a:lnTo>
                    <a:pt x="739476" y="687406"/>
                  </a:lnTo>
                  <a:lnTo>
                    <a:pt x="729109" y="611775"/>
                  </a:lnTo>
                  <a:close/>
                  <a:moveTo>
                    <a:pt x="803070" y="663311"/>
                  </a:moveTo>
                  <a:lnTo>
                    <a:pt x="859952" y="692784"/>
                  </a:lnTo>
                  <a:lnTo>
                    <a:pt x="827221" y="656651"/>
                  </a:lnTo>
                  <a:close/>
                  <a:moveTo>
                    <a:pt x="859952" y="692784"/>
                  </a:moveTo>
                  <a:lnTo>
                    <a:pt x="833645" y="663311"/>
                  </a:lnTo>
                  <a:lnTo>
                    <a:pt x="827221" y="656651"/>
                  </a:lnTo>
                  <a:close/>
                  <a:moveTo>
                    <a:pt x="881304" y="46972"/>
                  </a:moveTo>
                  <a:lnTo>
                    <a:pt x="865609" y="35996"/>
                  </a:lnTo>
                  <a:lnTo>
                    <a:pt x="898470" y="79012"/>
                  </a:lnTo>
                  <a:close/>
                  <a:moveTo>
                    <a:pt x="870531" y="27476"/>
                  </a:moveTo>
                  <a:lnTo>
                    <a:pt x="865609" y="35996"/>
                  </a:lnTo>
                  <a:lnTo>
                    <a:pt x="881304" y="46972"/>
                  </a:lnTo>
                  <a:close/>
                  <a:moveTo>
                    <a:pt x="875200" y="24153"/>
                  </a:moveTo>
                  <a:lnTo>
                    <a:pt x="865609" y="35996"/>
                  </a:lnTo>
                  <a:lnTo>
                    <a:pt x="870531" y="27476"/>
                  </a:lnTo>
                  <a:close/>
                  <a:moveTo>
                    <a:pt x="941986" y="54918"/>
                  </a:moveTo>
                  <a:lnTo>
                    <a:pt x="908597" y="14117"/>
                  </a:lnTo>
                  <a:lnTo>
                    <a:pt x="881304" y="46972"/>
                  </a:lnTo>
                  <a:close/>
                  <a:moveTo>
                    <a:pt x="908597" y="14117"/>
                  </a:moveTo>
                  <a:lnTo>
                    <a:pt x="870531" y="27476"/>
                  </a:lnTo>
                  <a:lnTo>
                    <a:pt x="881304" y="46972"/>
                  </a:lnTo>
                  <a:close/>
                  <a:moveTo>
                    <a:pt x="951541" y="0"/>
                  </a:moveTo>
                  <a:lnTo>
                    <a:pt x="875200" y="24153"/>
                  </a:lnTo>
                  <a:lnTo>
                    <a:pt x="904848" y="10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84" name="Output_density__4183">
              <a:extLst>
                <a:ext uri="{FF2B5EF4-FFF2-40B4-BE49-F238E27FC236}">
                  <a16:creationId xmlns:a16="http://schemas.microsoft.com/office/drawing/2014/main" id="{EAB82193-A21A-9700-8B95-5509D3210E31}"/>
                </a:ext>
              </a:extLst>
            </p:cNvPr>
            <p:cNvSpPr>
              <a:spLocks noGrp="1"/>
            </p:cNvSpPr>
            <p:nvPr/>
          </p:nvSpPr>
          <p:spPr>
            <a:xfrm>
              <a:off x="15410854" y="3424620"/>
              <a:ext cx="1417720" cy="876900"/>
            </a:xfrm>
            <a:custGeom>
              <a:avLst/>
              <a:gdLst/>
              <a:ahLst/>
              <a:cxnLst/>
              <a:rect l="0" t="0" r="0" b="0"/>
              <a:pathLst>
                <a:path w="1417720" h="876900">
                  <a:moveTo>
                    <a:pt x="138244" y="739992"/>
                  </a:moveTo>
                  <a:lnTo>
                    <a:pt x="86999" y="723075"/>
                  </a:lnTo>
                  <a:lnTo>
                    <a:pt x="105849" y="753773"/>
                  </a:lnTo>
                  <a:close/>
                  <a:moveTo>
                    <a:pt x="51156" y="723961"/>
                  </a:moveTo>
                  <a:lnTo>
                    <a:pt x="75587" y="721112"/>
                  </a:lnTo>
                  <a:lnTo>
                    <a:pt x="0" y="686399"/>
                  </a:lnTo>
                  <a:close/>
                  <a:moveTo>
                    <a:pt x="185620" y="742445"/>
                  </a:moveTo>
                  <a:lnTo>
                    <a:pt x="209871" y="698217"/>
                  </a:lnTo>
                  <a:lnTo>
                    <a:pt x="138244" y="739992"/>
                  </a:lnTo>
                  <a:close/>
                  <a:moveTo>
                    <a:pt x="344428" y="842707"/>
                  </a:moveTo>
                  <a:lnTo>
                    <a:pt x="304382" y="876900"/>
                  </a:lnTo>
                  <a:lnTo>
                    <a:pt x="343747" y="849406"/>
                  </a:lnTo>
                  <a:close/>
                  <a:moveTo>
                    <a:pt x="343747" y="849406"/>
                  </a:moveTo>
                  <a:lnTo>
                    <a:pt x="346889" y="844358"/>
                  </a:lnTo>
                  <a:lnTo>
                    <a:pt x="344428" y="842707"/>
                  </a:lnTo>
                  <a:close/>
                  <a:moveTo>
                    <a:pt x="455800" y="823874"/>
                  </a:moveTo>
                  <a:lnTo>
                    <a:pt x="455063" y="871800"/>
                  </a:lnTo>
                  <a:lnTo>
                    <a:pt x="489314" y="800881"/>
                  </a:lnTo>
                  <a:close/>
                  <a:moveTo>
                    <a:pt x="489314" y="800881"/>
                  </a:moveTo>
                  <a:lnTo>
                    <a:pt x="484270" y="796170"/>
                  </a:lnTo>
                  <a:lnTo>
                    <a:pt x="455800" y="823874"/>
                  </a:lnTo>
                  <a:close/>
                  <a:moveTo>
                    <a:pt x="491330" y="861986"/>
                  </a:moveTo>
                  <a:lnTo>
                    <a:pt x="528827" y="869483"/>
                  </a:lnTo>
                  <a:lnTo>
                    <a:pt x="489314" y="800881"/>
                  </a:lnTo>
                  <a:close/>
                  <a:moveTo>
                    <a:pt x="425799" y="576805"/>
                  </a:moveTo>
                  <a:lnTo>
                    <a:pt x="461572" y="635207"/>
                  </a:lnTo>
                  <a:lnTo>
                    <a:pt x="476930" y="593299"/>
                  </a:lnTo>
                  <a:close/>
                  <a:moveTo>
                    <a:pt x="476930" y="593299"/>
                  </a:moveTo>
                  <a:lnTo>
                    <a:pt x="511274" y="594800"/>
                  </a:lnTo>
                  <a:lnTo>
                    <a:pt x="425799" y="576805"/>
                  </a:lnTo>
                  <a:close/>
                  <a:moveTo>
                    <a:pt x="540432" y="609077"/>
                  </a:moveTo>
                  <a:lnTo>
                    <a:pt x="572894" y="645429"/>
                  </a:lnTo>
                  <a:lnTo>
                    <a:pt x="511274" y="594800"/>
                  </a:lnTo>
                  <a:close/>
                  <a:moveTo>
                    <a:pt x="660928" y="569278"/>
                  </a:moveTo>
                  <a:lnTo>
                    <a:pt x="645927" y="605999"/>
                  </a:lnTo>
                  <a:lnTo>
                    <a:pt x="660183" y="587686"/>
                  </a:lnTo>
                  <a:close/>
                  <a:moveTo>
                    <a:pt x="645927" y="605999"/>
                  </a:moveTo>
                  <a:lnTo>
                    <a:pt x="660928" y="569278"/>
                  </a:lnTo>
                  <a:lnTo>
                    <a:pt x="653294" y="555305"/>
                  </a:lnTo>
                  <a:close/>
                  <a:moveTo>
                    <a:pt x="1175710" y="784658"/>
                  </a:moveTo>
                  <a:lnTo>
                    <a:pt x="1122356" y="754679"/>
                  </a:lnTo>
                  <a:lnTo>
                    <a:pt x="1094294" y="789831"/>
                  </a:lnTo>
                  <a:close/>
                  <a:moveTo>
                    <a:pt x="1142291" y="551882"/>
                  </a:moveTo>
                  <a:lnTo>
                    <a:pt x="1140608" y="558292"/>
                  </a:lnTo>
                  <a:lnTo>
                    <a:pt x="1137657" y="627512"/>
                  </a:lnTo>
                  <a:close/>
                  <a:moveTo>
                    <a:pt x="1142438" y="575976"/>
                  </a:moveTo>
                  <a:lnTo>
                    <a:pt x="1142291" y="551882"/>
                  </a:lnTo>
                  <a:lnTo>
                    <a:pt x="1137657" y="627512"/>
                  </a:lnTo>
                  <a:close/>
                  <a:moveTo>
                    <a:pt x="1142159" y="549227"/>
                  </a:moveTo>
                  <a:lnTo>
                    <a:pt x="1140608" y="558292"/>
                  </a:lnTo>
                  <a:lnTo>
                    <a:pt x="1142291" y="551882"/>
                  </a:lnTo>
                  <a:close/>
                  <a:moveTo>
                    <a:pt x="1405159" y="452157"/>
                  </a:moveTo>
                  <a:lnTo>
                    <a:pt x="1395378" y="432550"/>
                  </a:lnTo>
                  <a:lnTo>
                    <a:pt x="1417720" y="479600"/>
                  </a:lnTo>
                  <a:close/>
                  <a:moveTo>
                    <a:pt x="1395378" y="432550"/>
                  </a:moveTo>
                  <a:lnTo>
                    <a:pt x="1369549" y="390806"/>
                  </a:lnTo>
                  <a:lnTo>
                    <a:pt x="1386159" y="428063"/>
                  </a:lnTo>
                  <a:close/>
                  <a:moveTo>
                    <a:pt x="1369549" y="390806"/>
                  </a:moveTo>
                  <a:lnTo>
                    <a:pt x="1370203" y="376527"/>
                  </a:lnTo>
                  <a:lnTo>
                    <a:pt x="1386159" y="428063"/>
                  </a:lnTo>
                  <a:close/>
                  <a:moveTo>
                    <a:pt x="1331957" y="320642"/>
                  </a:moveTo>
                  <a:lnTo>
                    <a:pt x="1362786" y="358322"/>
                  </a:lnTo>
                  <a:lnTo>
                    <a:pt x="1370203" y="376527"/>
                  </a:lnTo>
                  <a:close/>
                  <a:moveTo>
                    <a:pt x="1278641" y="50523"/>
                  </a:moveTo>
                  <a:lnTo>
                    <a:pt x="1246580" y="65551"/>
                  </a:lnTo>
                  <a:lnTo>
                    <a:pt x="1320804" y="33488"/>
                  </a:lnTo>
                  <a:close/>
                  <a:moveTo>
                    <a:pt x="1278641" y="50523"/>
                  </a:moveTo>
                  <a:lnTo>
                    <a:pt x="1320804" y="33488"/>
                  </a:lnTo>
                  <a:lnTo>
                    <a:pt x="130120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85" name="Output_density__4184">
              <a:extLst>
                <a:ext uri="{FF2B5EF4-FFF2-40B4-BE49-F238E27FC236}">
                  <a16:creationId xmlns:a16="http://schemas.microsoft.com/office/drawing/2014/main" id="{DBB96772-9C3C-7FB5-EDC8-DD10B35FDF2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30" y="3424620"/>
              <a:ext cx="1014629" cy="842707"/>
            </a:xfrm>
            <a:custGeom>
              <a:avLst/>
              <a:gdLst/>
              <a:ahLst/>
              <a:cxnLst/>
              <a:rect l="0" t="0" r="0" b="0"/>
              <a:pathLst>
                <a:path w="1014629" h="842707">
                  <a:moveTo>
                    <a:pt x="31251" y="785656"/>
                  </a:moveTo>
                  <a:lnTo>
                    <a:pt x="11162" y="790442"/>
                  </a:lnTo>
                  <a:lnTo>
                    <a:pt x="0" y="835823"/>
                  </a:lnTo>
                  <a:close/>
                  <a:moveTo>
                    <a:pt x="31251" y="785656"/>
                  </a:moveTo>
                  <a:lnTo>
                    <a:pt x="0" y="835823"/>
                  </a:lnTo>
                  <a:lnTo>
                    <a:pt x="38252" y="842707"/>
                  </a:lnTo>
                  <a:close/>
                  <a:moveTo>
                    <a:pt x="350700" y="747982"/>
                  </a:moveTo>
                  <a:lnTo>
                    <a:pt x="385405" y="799519"/>
                  </a:lnTo>
                  <a:lnTo>
                    <a:pt x="344237" y="772076"/>
                  </a:lnTo>
                  <a:close/>
                  <a:moveTo>
                    <a:pt x="170754" y="593299"/>
                  </a:moveTo>
                  <a:lnTo>
                    <a:pt x="200516" y="565929"/>
                  </a:lnTo>
                  <a:lnTo>
                    <a:pt x="205098" y="594800"/>
                  </a:lnTo>
                  <a:close/>
                  <a:moveTo>
                    <a:pt x="302406" y="314944"/>
                  </a:moveTo>
                  <a:lnTo>
                    <a:pt x="274988" y="324991"/>
                  </a:lnTo>
                  <a:lnTo>
                    <a:pt x="274990" y="268743"/>
                  </a:lnTo>
                  <a:close/>
                  <a:moveTo>
                    <a:pt x="903880" y="778171"/>
                  </a:moveTo>
                  <a:lnTo>
                    <a:pt x="845502" y="734580"/>
                  </a:lnTo>
                  <a:lnTo>
                    <a:pt x="869535" y="784658"/>
                  </a:lnTo>
                  <a:close/>
                  <a:moveTo>
                    <a:pt x="938137" y="731573"/>
                  </a:moveTo>
                  <a:lnTo>
                    <a:pt x="931622" y="746993"/>
                  </a:lnTo>
                  <a:lnTo>
                    <a:pt x="903880" y="778171"/>
                  </a:lnTo>
                  <a:close/>
                  <a:moveTo>
                    <a:pt x="852954" y="500345"/>
                  </a:moveTo>
                  <a:lnTo>
                    <a:pt x="856468" y="476251"/>
                  </a:lnTo>
                  <a:lnTo>
                    <a:pt x="836115" y="551882"/>
                  </a:lnTo>
                  <a:close/>
                  <a:moveTo>
                    <a:pt x="593774" y="182541"/>
                  </a:moveTo>
                  <a:lnTo>
                    <a:pt x="619195" y="167031"/>
                  </a:lnTo>
                  <a:lnTo>
                    <a:pt x="578771" y="166225"/>
                  </a:lnTo>
                  <a:close/>
                  <a:moveTo>
                    <a:pt x="593774" y="182541"/>
                  </a:moveTo>
                  <a:lnTo>
                    <a:pt x="578771" y="166225"/>
                  </a:lnTo>
                  <a:lnTo>
                    <a:pt x="547689" y="184915"/>
                  </a:lnTo>
                  <a:close/>
                  <a:moveTo>
                    <a:pt x="1014629" y="33488"/>
                  </a:moveTo>
                  <a:lnTo>
                    <a:pt x="1013467" y="16939"/>
                  </a:lnTo>
                  <a:lnTo>
                    <a:pt x="99503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86" name="Output_density__4185">
              <a:extLst>
                <a:ext uri="{FF2B5EF4-FFF2-40B4-BE49-F238E27FC236}">
                  <a16:creationId xmlns:a16="http://schemas.microsoft.com/office/drawing/2014/main" id="{B381CA54-9790-95AA-774F-D8AB09CDBB2E}"/>
                </a:ext>
              </a:extLst>
            </p:cNvPr>
            <p:cNvSpPr>
              <a:spLocks noGrp="1"/>
            </p:cNvSpPr>
            <p:nvPr/>
          </p:nvSpPr>
          <p:spPr>
            <a:xfrm>
              <a:off x="16231326" y="3583346"/>
              <a:ext cx="191989" cy="36238"/>
            </a:xfrm>
            <a:custGeom>
              <a:avLst/>
              <a:gdLst/>
              <a:ahLst/>
              <a:cxnLst/>
              <a:rect l="0" t="0" r="0" b="0"/>
              <a:pathLst>
                <a:path w="191989" h="36238">
                  <a:moveTo>
                    <a:pt x="33393" y="26189"/>
                  </a:moveTo>
                  <a:lnTo>
                    <a:pt x="0" y="36238"/>
                  </a:lnTo>
                  <a:lnTo>
                    <a:pt x="79478" y="23815"/>
                  </a:lnTo>
                  <a:close/>
                  <a:moveTo>
                    <a:pt x="110255" y="9244"/>
                  </a:moveTo>
                  <a:lnTo>
                    <a:pt x="104899" y="8305"/>
                  </a:lnTo>
                  <a:lnTo>
                    <a:pt x="79478" y="23815"/>
                  </a:lnTo>
                  <a:close/>
                  <a:moveTo>
                    <a:pt x="113016" y="8305"/>
                  </a:moveTo>
                  <a:lnTo>
                    <a:pt x="110255" y="9244"/>
                  </a:lnTo>
                  <a:lnTo>
                    <a:pt x="156429" y="1947"/>
                  </a:lnTo>
                  <a:close/>
                  <a:moveTo>
                    <a:pt x="156429" y="1947"/>
                  </a:moveTo>
                  <a:lnTo>
                    <a:pt x="110255" y="9244"/>
                  </a:lnTo>
                  <a:lnTo>
                    <a:pt x="79478" y="23815"/>
                  </a:lnTo>
                  <a:close/>
                  <a:moveTo>
                    <a:pt x="156429" y="1947"/>
                  </a:moveTo>
                  <a:lnTo>
                    <a:pt x="79478" y="23815"/>
                  </a:lnTo>
                  <a:lnTo>
                    <a:pt x="125113" y="19762"/>
                  </a:lnTo>
                  <a:close/>
                  <a:moveTo>
                    <a:pt x="104899" y="8305"/>
                  </a:moveTo>
                  <a:lnTo>
                    <a:pt x="110255" y="9244"/>
                  </a:lnTo>
                  <a:lnTo>
                    <a:pt x="111459" y="8487"/>
                  </a:lnTo>
                  <a:close/>
                  <a:moveTo>
                    <a:pt x="113016" y="8305"/>
                  </a:moveTo>
                  <a:lnTo>
                    <a:pt x="111459" y="8487"/>
                  </a:lnTo>
                  <a:lnTo>
                    <a:pt x="110255" y="9244"/>
                  </a:lnTo>
                  <a:close/>
                  <a:moveTo>
                    <a:pt x="191989" y="0"/>
                  </a:moveTo>
                  <a:lnTo>
                    <a:pt x="113016" y="8305"/>
                  </a:lnTo>
                  <a:lnTo>
                    <a:pt x="163192" y="4190"/>
                  </a:lnTo>
                  <a:close/>
                  <a:moveTo>
                    <a:pt x="163192" y="4190"/>
                  </a:moveTo>
                  <a:lnTo>
                    <a:pt x="113016" y="8305"/>
                  </a:lnTo>
                  <a:lnTo>
                    <a:pt x="156429" y="194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7" name="Output_density__4186">
              <a:extLst>
                <a:ext uri="{FF2B5EF4-FFF2-40B4-BE49-F238E27FC236}">
                  <a16:creationId xmlns:a16="http://schemas.microsoft.com/office/drawing/2014/main" id="{89DD7FC6-ACB2-8491-9D2A-E013D447D2C5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68109"/>
              <a:ext cx="1413907" cy="1221125"/>
            </a:xfrm>
            <a:custGeom>
              <a:avLst/>
              <a:gdLst/>
              <a:ahLst/>
              <a:cxnLst/>
              <a:rect l="0" t="0" r="0" b="0"/>
              <a:pathLst>
                <a:path w="1413907" h="1221125">
                  <a:moveTo>
                    <a:pt x="3581" y="718816"/>
                  </a:moveTo>
                  <a:lnTo>
                    <a:pt x="0" y="728963"/>
                  </a:lnTo>
                  <a:lnTo>
                    <a:pt x="18047" y="739626"/>
                  </a:lnTo>
                  <a:close/>
                  <a:moveTo>
                    <a:pt x="3528" y="685340"/>
                  </a:moveTo>
                  <a:lnTo>
                    <a:pt x="0" y="728963"/>
                  </a:lnTo>
                  <a:lnTo>
                    <a:pt x="3581" y="718816"/>
                  </a:lnTo>
                  <a:close/>
                  <a:moveTo>
                    <a:pt x="24394" y="694722"/>
                  </a:moveTo>
                  <a:lnTo>
                    <a:pt x="3581" y="718816"/>
                  </a:lnTo>
                  <a:lnTo>
                    <a:pt x="18047" y="739626"/>
                  </a:lnTo>
                  <a:close/>
                  <a:moveTo>
                    <a:pt x="3581" y="718816"/>
                  </a:moveTo>
                  <a:lnTo>
                    <a:pt x="1966" y="664623"/>
                  </a:lnTo>
                  <a:lnTo>
                    <a:pt x="3528" y="685340"/>
                  </a:lnTo>
                  <a:close/>
                  <a:moveTo>
                    <a:pt x="2458" y="667280"/>
                  </a:moveTo>
                  <a:lnTo>
                    <a:pt x="3528" y="685340"/>
                  </a:lnTo>
                  <a:lnTo>
                    <a:pt x="1966" y="664623"/>
                  </a:lnTo>
                  <a:close/>
                  <a:moveTo>
                    <a:pt x="498041" y="1210088"/>
                  </a:moveTo>
                  <a:lnTo>
                    <a:pt x="478596" y="1170434"/>
                  </a:lnTo>
                  <a:lnTo>
                    <a:pt x="493420" y="1221125"/>
                  </a:lnTo>
                  <a:close/>
                  <a:moveTo>
                    <a:pt x="498041" y="1210088"/>
                  </a:moveTo>
                  <a:lnTo>
                    <a:pt x="475484" y="1158551"/>
                  </a:lnTo>
                  <a:lnTo>
                    <a:pt x="478596" y="1170434"/>
                  </a:lnTo>
                  <a:close/>
                  <a:moveTo>
                    <a:pt x="475484" y="1158551"/>
                  </a:moveTo>
                  <a:lnTo>
                    <a:pt x="498041" y="1210088"/>
                  </a:lnTo>
                  <a:lnTo>
                    <a:pt x="533889" y="1185994"/>
                  </a:lnTo>
                  <a:close/>
                  <a:moveTo>
                    <a:pt x="497459" y="1134458"/>
                  </a:moveTo>
                  <a:lnTo>
                    <a:pt x="452930" y="1090575"/>
                  </a:lnTo>
                  <a:lnTo>
                    <a:pt x="448860" y="1107015"/>
                  </a:lnTo>
                  <a:close/>
                  <a:moveTo>
                    <a:pt x="497459" y="1134458"/>
                  </a:moveTo>
                  <a:lnTo>
                    <a:pt x="448860" y="1107015"/>
                  </a:lnTo>
                  <a:lnTo>
                    <a:pt x="475484" y="1158551"/>
                  </a:lnTo>
                  <a:close/>
                  <a:moveTo>
                    <a:pt x="236583" y="722165"/>
                  </a:moveTo>
                  <a:lnTo>
                    <a:pt x="225513" y="785058"/>
                  </a:lnTo>
                  <a:lnTo>
                    <a:pt x="229861" y="737734"/>
                  </a:lnTo>
                  <a:close/>
                  <a:moveTo>
                    <a:pt x="142920" y="722254"/>
                  </a:moveTo>
                  <a:lnTo>
                    <a:pt x="197649" y="670628"/>
                  </a:lnTo>
                  <a:lnTo>
                    <a:pt x="147184" y="685270"/>
                  </a:lnTo>
                  <a:close/>
                  <a:moveTo>
                    <a:pt x="191801" y="730335"/>
                  </a:moveTo>
                  <a:lnTo>
                    <a:pt x="219917" y="700554"/>
                  </a:lnTo>
                  <a:lnTo>
                    <a:pt x="142920" y="722254"/>
                  </a:lnTo>
                  <a:close/>
                  <a:moveTo>
                    <a:pt x="592443" y="1115861"/>
                  </a:moveTo>
                  <a:lnTo>
                    <a:pt x="556606" y="1085995"/>
                  </a:lnTo>
                  <a:lnTo>
                    <a:pt x="537133" y="1060102"/>
                  </a:lnTo>
                  <a:close/>
                  <a:moveTo>
                    <a:pt x="556606" y="1085995"/>
                  </a:moveTo>
                  <a:lnTo>
                    <a:pt x="592443" y="1115861"/>
                  </a:lnTo>
                  <a:lnTo>
                    <a:pt x="644710" y="1105824"/>
                  </a:lnTo>
                  <a:close/>
                  <a:moveTo>
                    <a:pt x="290853" y="769919"/>
                  </a:moveTo>
                  <a:lnTo>
                    <a:pt x="291088" y="791975"/>
                  </a:lnTo>
                  <a:lnTo>
                    <a:pt x="338419" y="749608"/>
                  </a:lnTo>
                  <a:close/>
                  <a:moveTo>
                    <a:pt x="257158" y="759331"/>
                  </a:moveTo>
                  <a:lnTo>
                    <a:pt x="309221" y="724872"/>
                  </a:lnTo>
                  <a:lnTo>
                    <a:pt x="236583" y="722165"/>
                  </a:lnTo>
                  <a:close/>
                  <a:moveTo>
                    <a:pt x="236583" y="722165"/>
                  </a:moveTo>
                  <a:lnTo>
                    <a:pt x="309221" y="724872"/>
                  </a:lnTo>
                  <a:lnTo>
                    <a:pt x="282809" y="698071"/>
                  </a:lnTo>
                  <a:close/>
                  <a:moveTo>
                    <a:pt x="290853" y="769919"/>
                  </a:moveTo>
                  <a:lnTo>
                    <a:pt x="338419" y="749608"/>
                  </a:lnTo>
                  <a:lnTo>
                    <a:pt x="309221" y="724872"/>
                  </a:lnTo>
                  <a:close/>
                  <a:moveTo>
                    <a:pt x="282809" y="698071"/>
                  </a:moveTo>
                  <a:lnTo>
                    <a:pt x="249408" y="675916"/>
                  </a:lnTo>
                  <a:lnTo>
                    <a:pt x="219917" y="700554"/>
                  </a:lnTo>
                  <a:close/>
                  <a:moveTo>
                    <a:pt x="211148" y="646534"/>
                  </a:moveTo>
                  <a:lnTo>
                    <a:pt x="219917" y="700554"/>
                  </a:lnTo>
                  <a:lnTo>
                    <a:pt x="249408" y="675916"/>
                  </a:lnTo>
                  <a:close/>
                  <a:moveTo>
                    <a:pt x="437931" y="852681"/>
                  </a:moveTo>
                  <a:lnTo>
                    <a:pt x="500749" y="838710"/>
                  </a:lnTo>
                  <a:lnTo>
                    <a:pt x="436410" y="851056"/>
                  </a:lnTo>
                  <a:close/>
                  <a:moveTo>
                    <a:pt x="766653" y="942595"/>
                  </a:moveTo>
                  <a:lnTo>
                    <a:pt x="761744" y="959103"/>
                  </a:lnTo>
                  <a:lnTo>
                    <a:pt x="776847" y="883472"/>
                  </a:lnTo>
                  <a:close/>
                  <a:moveTo>
                    <a:pt x="776847" y="883472"/>
                  </a:moveTo>
                  <a:lnTo>
                    <a:pt x="761744" y="959103"/>
                  </a:lnTo>
                  <a:lnTo>
                    <a:pt x="773729" y="935009"/>
                  </a:lnTo>
                  <a:close/>
                  <a:moveTo>
                    <a:pt x="823900" y="828648"/>
                  </a:moveTo>
                  <a:lnTo>
                    <a:pt x="860835" y="850250"/>
                  </a:lnTo>
                  <a:lnTo>
                    <a:pt x="825499" y="807842"/>
                  </a:lnTo>
                  <a:close/>
                  <a:moveTo>
                    <a:pt x="780610" y="763116"/>
                  </a:moveTo>
                  <a:lnTo>
                    <a:pt x="825499" y="807842"/>
                  </a:lnTo>
                  <a:lnTo>
                    <a:pt x="791721" y="766523"/>
                  </a:lnTo>
                  <a:close/>
                  <a:moveTo>
                    <a:pt x="780610" y="763116"/>
                  </a:moveTo>
                  <a:lnTo>
                    <a:pt x="823900" y="828648"/>
                  </a:lnTo>
                  <a:lnTo>
                    <a:pt x="825499" y="807842"/>
                  </a:lnTo>
                  <a:close/>
                  <a:moveTo>
                    <a:pt x="762980" y="704768"/>
                  </a:moveTo>
                  <a:lnTo>
                    <a:pt x="767667" y="676587"/>
                  </a:lnTo>
                  <a:lnTo>
                    <a:pt x="696872" y="677326"/>
                  </a:lnTo>
                  <a:close/>
                  <a:moveTo>
                    <a:pt x="782129" y="756305"/>
                  </a:moveTo>
                  <a:lnTo>
                    <a:pt x="780610" y="763116"/>
                  </a:lnTo>
                  <a:lnTo>
                    <a:pt x="791721" y="766523"/>
                  </a:lnTo>
                  <a:close/>
                  <a:moveTo>
                    <a:pt x="825499" y="807842"/>
                  </a:moveTo>
                  <a:lnTo>
                    <a:pt x="872651" y="783748"/>
                  </a:lnTo>
                  <a:lnTo>
                    <a:pt x="791721" y="766523"/>
                  </a:lnTo>
                  <a:close/>
                  <a:moveTo>
                    <a:pt x="761140" y="680674"/>
                  </a:moveTo>
                  <a:lnTo>
                    <a:pt x="767667" y="676587"/>
                  </a:lnTo>
                  <a:lnTo>
                    <a:pt x="762980" y="704768"/>
                  </a:lnTo>
                  <a:close/>
                  <a:moveTo>
                    <a:pt x="884735" y="779190"/>
                  </a:moveTo>
                  <a:lnTo>
                    <a:pt x="935222" y="776127"/>
                  </a:lnTo>
                  <a:lnTo>
                    <a:pt x="924528" y="722079"/>
                  </a:lnTo>
                  <a:close/>
                  <a:moveTo>
                    <a:pt x="1181653" y="787097"/>
                  </a:moveTo>
                  <a:lnTo>
                    <a:pt x="1163689" y="805059"/>
                  </a:lnTo>
                  <a:lnTo>
                    <a:pt x="1186852" y="791091"/>
                  </a:lnTo>
                  <a:close/>
                  <a:moveTo>
                    <a:pt x="1181653" y="787097"/>
                  </a:moveTo>
                  <a:lnTo>
                    <a:pt x="1186852" y="791091"/>
                  </a:lnTo>
                  <a:lnTo>
                    <a:pt x="1192443" y="781683"/>
                  </a:lnTo>
                  <a:close/>
                  <a:moveTo>
                    <a:pt x="1139177" y="735560"/>
                  </a:moveTo>
                  <a:lnTo>
                    <a:pt x="1192443" y="781683"/>
                  </a:lnTo>
                  <a:lnTo>
                    <a:pt x="1199139" y="713496"/>
                  </a:lnTo>
                  <a:close/>
                  <a:moveTo>
                    <a:pt x="1186852" y="791091"/>
                  </a:moveTo>
                  <a:lnTo>
                    <a:pt x="1226164" y="763003"/>
                  </a:lnTo>
                  <a:lnTo>
                    <a:pt x="1192443" y="781683"/>
                  </a:lnTo>
                  <a:close/>
                  <a:moveTo>
                    <a:pt x="1272972" y="803504"/>
                  </a:moveTo>
                  <a:lnTo>
                    <a:pt x="1226164" y="763003"/>
                  </a:lnTo>
                  <a:lnTo>
                    <a:pt x="1186852" y="791091"/>
                  </a:lnTo>
                  <a:close/>
                  <a:moveTo>
                    <a:pt x="1142257" y="684023"/>
                  </a:moveTo>
                  <a:lnTo>
                    <a:pt x="1139177" y="735560"/>
                  </a:lnTo>
                  <a:lnTo>
                    <a:pt x="1199139" y="713496"/>
                  </a:lnTo>
                  <a:close/>
                  <a:moveTo>
                    <a:pt x="1068296" y="632487"/>
                  </a:moveTo>
                  <a:lnTo>
                    <a:pt x="1107257" y="668173"/>
                  </a:lnTo>
                  <a:lnTo>
                    <a:pt x="1123604" y="611437"/>
                  </a:lnTo>
                  <a:close/>
                  <a:moveTo>
                    <a:pt x="1067078" y="556856"/>
                  </a:moveTo>
                  <a:lnTo>
                    <a:pt x="1068296" y="632487"/>
                  </a:lnTo>
                  <a:lnTo>
                    <a:pt x="1125449" y="601291"/>
                  </a:lnTo>
                  <a:close/>
                  <a:moveTo>
                    <a:pt x="1058664" y="580950"/>
                  </a:moveTo>
                  <a:lnTo>
                    <a:pt x="1068296" y="632487"/>
                  </a:lnTo>
                  <a:lnTo>
                    <a:pt x="1067078" y="556856"/>
                  </a:lnTo>
                  <a:close/>
                  <a:moveTo>
                    <a:pt x="755185" y="196100"/>
                  </a:moveTo>
                  <a:lnTo>
                    <a:pt x="766661" y="209771"/>
                  </a:lnTo>
                  <a:lnTo>
                    <a:pt x="790805" y="223498"/>
                  </a:lnTo>
                  <a:close/>
                  <a:moveTo>
                    <a:pt x="1067078" y="556856"/>
                  </a:moveTo>
                  <a:lnTo>
                    <a:pt x="1125449" y="601291"/>
                  </a:lnTo>
                  <a:lnTo>
                    <a:pt x="1124654" y="532762"/>
                  </a:lnTo>
                  <a:close/>
                  <a:moveTo>
                    <a:pt x="1089619" y="505319"/>
                  </a:moveTo>
                  <a:lnTo>
                    <a:pt x="1067078" y="556856"/>
                  </a:lnTo>
                  <a:lnTo>
                    <a:pt x="1124654" y="532762"/>
                  </a:lnTo>
                  <a:close/>
                  <a:moveTo>
                    <a:pt x="776632" y="170506"/>
                  </a:moveTo>
                  <a:lnTo>
                    <a:pt x="797926" y="184353"/>
                  </a:lnTo>
                  <a:lnTo>
                    <a:pt x="822990" y="169154"/>
                  </a:lnTo>
                  <a:close/>
                  <a:moveTo>
                    <a:pt x="845126" y="120469"/>
                  </a:moveTo>
                  <a:lnTo>
                    <a:pt x="797926" y="184353"/>
                  </a:lnTo>
                  <a:lnTo>
                    <a:pt x="822995" y="172006"/>
                  </a:lnTo>
                  <a:close/>
                  <a:moveTo>
                    <a:pt x="1216780" y="687372"/>
                  </a:moveTo>
                  <a:lnTo>
                    <a:pt x="1201335" y="648967"/>
                  </a:lnTo>
                  <a:lnTo>
                    <a:pt x="1205304" y="708484"/>
                  </a:lnTo>
                  <a:close/>
                  <a:moveTo>
                    <a:pt x="1315555" y="518236"/>
                  </a:moveTo>
                  <a:lnTo>
                    <a:pt x="1399654" y="523091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15555" y="518236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00801" y="508668"/>
                  </a:lnTo>
                  <a:lnTo>
                    <a:pt x="1315555" y="518236"/>
                  </a:lnTo>
                  <a:close/>
                  <a:moveTo>
                    <a:pt x="1282795" y="457132"/>
                  </a:moveTo>
                  <a:lnTo>
                    <a:pt x="1341652" y="484574"/>
                  </a:lnTo>
                  <a:lnTo>
                    <a:pt x="1298840" y="433038"/>
                  </a:lnTo>
                  <a:close/>
                  <a:moveTo>
                    <a:pt x="1298840" y="433038"/>
                  </a:moveTo>
                  <a:lnTo>
                    <a:pt x="1344245" y="483263"/>
                  </a:lnTo>
                  <a:lnTo>
                    <a:pt x="1349171" y="416516"/>
                  </a:lnTo>
                  <a:close/>
                  <a:moveTo>
                    <a:pt x="1298840" y="433038"/>
                  </a:moveTo>
                  <a:lnTo>
                    <a:pt x="1341652" y="484574"/>
                  </a:lnTo>
                  <a:lnTo>
                    <a:pt x="1344245" y="483263"/>
                  </a:lnTo>
                  <a:close/>
                  <a:moveTo>
                    <a:pt x="1413907" y="464611"/>
                  </a:moveTo>
                  <a:lnTo>
                    <a:pt x="1343385" y="487388"/>
                  </a:lnTo>
                  <a:lnTo>
                    <a:pt x="1399654" y="523091"/>
                  </a:lnTo>
                  <a:close/>
                  <a:moveTo>
                    <a:pt x="1344245" y="483263"/>
                  </a:moveTo>
                  <a:lnTo>
                    <a:pt x="1413907" y="464611"/>
                  </a:lnTo>
                  <a:lnTo>
                    <a:pt x="1397961" y="414833"/>
                  </a:lnTo>
                  <a:close/>
                  <a:moveTo>
                    <a:pt x="1344245" y="483263"/>
                  </a:moveTo>
                  <a:lnTo>
                    <a:pt x="1397961" y="414833"/>
                  </a:lnTo>
                  <a:lnTo>
                    <a:pt x="1349171" y="416516"/>
                  </a:lnTo>
                  <a:close/>
                  <a:moveTo>
                    <a:pt x="1294082" y="360577"/>
                  </a:moveTo>
                  <a:lnTo>
                    <a:pt x="1276660" y="412593"/>
                  </a:lnTo>
                  <a:lnTo>
                    <a:pt x="1349171" y="416516"/>
                  </a:lnTo>
                  <a:close/>
                  <a:moveTo>
                    <a:pt x="1340607" y="360735"/>
                  </a:moveTo>
                  <a:lnTo>
                    <a:pt x="1294082" y="360577"/>
                  </a:lnTo>
                  <a:lnTo>
                    <a:pt x="1349171" y="416516"/>
                  </a:lnTo>
                  <a:close/>
                  <a:moveTo>
                    <a:pt x="1209316" y="329965"/>
                  </a:moveTo>
                  <a:lnTo>
                    <a:pt x="1247868" y="305871"/>
                  </a:lnTo>
                  <a:lnTo>
                    <a:pt x="1206375" y="324486"/>
                  </a:lnTo>
                  <a:close/>
                  <a:moveTo>
                    <a:pt x="1197463" y="254334"/>
                  </a:moveTo>
                  <a:lnTo>
                    <a:pt x="1179245" y="278428"/>
                  </a:lnTo>
                  <a:lnTo>
                    <a:pt x="1206375" y="324486"/>
                  </a:lnTo>
                  <a:close/>
                  <a:moveTo>
                    <a:pt x="1330057" y="51536"/>
                  </a:moveTo>
                  <a:lnTo>
                    <a:pt x="1313816" y="107034"/>
                  </a:lnTo>
                  <a:lnTo>
                    <a:pt x="1336383" y="56511"/>
                  </a:lnTo>
                  <a:close/>
                  <a:moveTo>
                    <a:pt x="1330057" y="51536"/>
                  </a:moveTo>
                  <a:lnTo>
                    <a:pt x="1333775" y="46760"/>
                  </a:lnTo>
                  <a:lnTo>
                    <a:pt x="1281173" y="75630"/>
                  </a:lnTo>
                  <a:close/>
                  <a:moveTo>
                    <a:pt x="1281173" y="75630"/>
                  </a:moveTo>
                  <a:lnTo>
                    <a:pt x="1333775" y="46760"/>
                  </a:lnTo>
                  <a:lnTo>
                    <a:pt x="1250132" y="19850"/>
                  </a:lnTo>
                  <a:close/>
                  <a:moveTo>
                    <a:pt x="1281173" y="75630"/>
                  </a:moveTo>
                  <a:lnTo>
                    <a:pt x="1250132" y="19850"/>
                  </a:lnTo>
                  <a:lnTo>
                    <a:pt x="1247784" y="34829"/>
                  </a:lnTo>
                  <a:close/>
                  <a:moveTo>
                    <a:pt x="1333775" y="46760"/>
                  </a:moveTo>
                  <a:lnTo>
                    <a:pt x="1339750" y="51536"/>
                  </a:lnTo>
                  <a:lnTo>
                    <a:pt x="1296113" y="20451"/>
                  </a:lnTo>
                  <a:close/>
                  <a:moveTo>
                    <a:pt x="1244035" y="20813"/>
                  </a:moveTo>
                  <a:lnTo>
                    <a:pt x="1236045" y="0"/>
                  </a:lnTo>
                  <a:lnTo>
                    <a:pt x="1250132" y="19850"/>
                  </a:lnTo>
                  <a:close/>
                  <a:moveTo>
                    <a:pt x="1330057" y="51536"/>
                  </a:moveTo>
                  <a:lnTo>
                    <a:pt x="1336383" y="56511"/>
                  </a:lnTo>
                  <a:lnTo>
                    <a:pt x="1339742" y="47724"/>
                  </a:lnTo>
                  <a:close/>
                  <a:moveTo>
                    <a:pt x="1333775" y="46760"/>
                  </a:moveTo>
                  <a:lnTo>
                    <a:pt x="1330057" y="51536"/>
                  </a:lnTo>
                  <a:lnTo>
                    <a:pt x="1339742" y="47724"/>
                  </a:lnTo>
                  <a:close/>
                  <a:moveTo>
                    <a:pt x="1339742" y="47724"/>
                  </a:moveTo>
                  <a:lnTo>
                    <a:pt x="1336383" y="56511"/>
                  </a:lnTo>
                  <a:lnTo>
                    <a:pt x="1339750" y="51536"/>
                  </a:lnTo>
                  <a:close/>
                  <a:moveTo>
                    <a:pt x="1339742" y="47724"/>
                  </a:moveTo>
                  <a:lnTo>
                    <a:pt x="1339750" y="51536"/>
                  </a:lnTo>
                  <a:lnTo>
                    <a:pt x="1333775" y="4676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8" name="Output_density__4187">
              <a:extLst>
                <a:ext uri="{FF2B5EF4-FFF2-40B4-BE49-F238E27FC236}">
                  <a16:creationId xmlns:a16="http://schemas.microsoft.com/office/drawing/2014/main" id="{BBCA59FF-20F1-D028-81CF-48A002CCAD87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419645"/>
              <a:ext cx="1421334" cy="1206528"/>
            </a:xfrm>
            <a:custGeom>
              <a:avLst/>
              <a:gdLst/>
              <a:ahLst/>
              <a:cxnLst/>
              <a:rect l="0" t="0" r="0" b="0"/>
              <a:pathLst>
                <a:path w="1421334" h="1206528">
                  <a:moveTo>
                    <a:pt x="66917" y="696131"/>
                  </a:moveTo>
                  <a:lnTo>
                    <a:pt x="18047" y="688090"/>
                  </a:lnTo>
                  <a:lnTo>
                    <a:pt x="0" y="677427"/>
                  </a:lnTo>
                  <a:close/>
                  <a:moveTo>
                    <a:pt x="512598" y="1179497"/>
                  </a:moveTo>
                  <a:lnTo>
                    <a:pt x="493420" y="1169589"/>
                  </a:lnTo>
                  <a:lnTo>
                    <a:pt x="528302" y="1198435"/>
                  </a:lnTo>
                  <a:close/>
                  <a:moveTo>
                    <a:pt x="411809" y="977342"/>
                  </a:moveTo>
                  <a:lnTo>
                    <a:pt x="399105" y="1020055"/>
                  </a:lnTo>
                  <a:lnTo>
                    <a:pt x="405865" y="1003942"/>
                  </a:lnTo>
                  <a:close/>
                  <a:moveTo>
                    <a:pt x="66917" y="696131"/>
                  </a:moveTo>
                  <a:lnTo>
                    <a:pt x="123556" y="715685"/>
                  </a:lnTo>
                  <a:lnTo>
                    <a:pt x="142920" y="670717"/>
                  </a:lnTo>
                  <a:close/>
                  <a:moveTo>
                    <a:pt x="18047" y="688090"/>
                  </a:moveTo>
                  <a:lnTo>
                    <a:pt x="66917" y="696131"/>
                  </a:lnTo>
                  <a:lnTo>
                    <a:pt x="97426" y="675299"/>
                  </a:lnTo>
                  <a:close/>
                  <a:moveTo>
                    <a:pt x="47459" y="663154"/>
                  </a:moveTo>
                  <a:lnTo>
                    <a:pt x="18047" y="688090"/>
                  </a:lnTo>
                  <a:lnTo>
                    <a:pt x="97426" y="675299"/>
                  </a:lnTo>
                  <a:close/>
                  <a:moveTo>
                    <a:pt x="475484" y="1107015"/>
                  </a:moveTo>
                  <a:lnTo>
                    <a:pt x="448860" y="1055479"/>
                  </a:lnTo>
                  <a:lnTo>
                    <a:pt x="452767" y="1077154"/>
                  </a:lnTo>
                  <a:close/>
                  <a:moveTo>
                    <a:pt x="399105" y="1020055"/>
                  </a:moveTo>
                  <a:lnTo>
                    <a:pt x="448860" y="1055479"/>
                  </a:lnTo>
                  <a:lnTo>
                    <a:pt x="424493" y="1024765"/>
                  </a:lnTo>
                  <a:close/>
                  <a:moveTo>
                    <a:pt x="405865" y="1003942"/>
                  </a:moveTo>
                  <a:lnTo>
                    <a:pt x="399105" y="1020055"/>
                  </a:lnTo>
                  <a:lnTo>
                    <a:pt x="424493" y="1024765"/>
                  </a:lnTo>
                  <a:close/>
                  <a:moveTo>
                    <a:pt x="512598" y="1179497"/>
                  </a:moveTo>
                  <a:lnTo>
                    <a:pt x="566548" y="1206528"/>
                  </a:lnTo>
                  <a:lnTo>
                    <a:pt x="590887" y="1162628"/>
                  </a:lnTo>
                  <a:close/>
                  <a:moveTo>
                    <a:pt x="424493" y="1024765"/>
                  </a:moveTo>
                  <a:lnTo>
                    <a:pt x="448860" y="1055479"/>
                  </a:lnTo>
                  <a:lnTo>
                    <a:pt x="452930" y="1039039"/>
                  </a:lnTo>
                  <a:close/>
                  <a:moveTo>
                    <a:pt x="405865" y="1003942"/>
                  </a:moveTo>
                  <a:lnTo>
                    <a:pt x="452930" y="1039039"/>
                  </a:lnTo>
                  <a:lnTo>
                    <a:pt x="399686" y="981600"/>
                  </a:lnTo>
                  <a:close/>
                  <a:moveTo>
                    <a:pt x="424493" y="1024765"/>
                  </a:moveTo>
                  <a:lnTo>
                    <a:pt x="452930" y="1039039"/>
                  </a:lnTo>
                  <a:lnTo>
                    <a:pt x="405865" y="1003942"/>
                  </a:lnTo>
                  <a:close/>
                  <a:moveTo>
                    <a:pt x="339556" y="881875"/>
                  </a:moveTo>
                  <a:lnTo>
                    <a:pt x="341350" y="840798"/>
                  </a:lnTo>
                  <a:lnTo>
                    <a:pt x="296053" y="849332"/>
                  </a:lnTo>
                  <a:close/>
                  <a:moveTo>
                    <a:pt x="287715" y="797796"/>
                  </a:moveTo>
                  <a:lnTo>
                    <a:pt x="296053" y="849332"/>
                  </a:lnTo>
                  <a:lnTo>
                    <a:pt x="309426" y="773702"/>
                  </a:lnTo>
                  <a:close/>
                  <a:moveTo>
                    <a:pt x="291088" y="740439"/>
                  </a:moveTo>
                  <a:lnTo>
                    <a:pt x="280195" y="727048"/>
                  </a:lnTo>
                  <a:lnTo>
                    <a:pt x="309426" y="773702"/>
                  </a:lnTo>
                  <a:close/>
                  <a:moveTo>
                    <a:pt x="309426" y="773702"/>
                  </a:moveTo>
                  <a:lnTo>
                    <a:pt x="280195" y="727048"/>
                  </a:lnTo>
                  <a:lnTo>
                    <a:pt x="272307" y="746259"/>
                  </a:lnTo>
                  <a:close/>
                  <a:moveTo>
                    <a:pt x="236583" y="670629"/>
                  </a:moveTo>
                  <a:lnTo>
                    <a:pt x="245045" y="703191"/>
                  </a:lnTo>
                  <a:lnTo>
                    <a:pt x="225513" y="733521"/>
                  </a:lnTo>
                  <a:close/>
                  <a:moveTo>
                    <a:pt x="225513" y="733521"/>
                  </a:moveTo>
                  <a:lnTo>
                    <a:pt x="245045" y="703191"/>
                  </a:lnTo>
                  <a:lnTo>
                    <a:pt x="280195" y="727048"/>
                  </a:lnTo>
                  <a:close/>
                  <a:moveTo>
                    <a:pt x="147184" y="633733"/>
                  </a:moveTo>
                  <a:lnTo>
                    <a:pt x="97426" y="675299"/>
                  </a:lnTo>
                  <a:lnTo>
                    <a:pt x="142920" y="670717"/>
                  </a:lnTo>
                  <a:close/>
                  <a:moveTo>
                    <a:pt x="197649" y="619092"/>
                  </a:moveTo>
                  <a:lnTo>
                    <a:pt x="174008" y="567556"/>
                  </a:lnTo>
                  <a:lnTo>
                    <a:pt x="147184" y="633733"/>
                  </a:lnTo>
                  <a:close/>
                  <a:moveTo>
                    <a:pt x="174008" y="567556"/>
                  </a:moveTo>
                  <a:lnTo>
                    <a:pt x="148500" y="569921"/>
                  </a:lnTo>
                  <a:lnTo>
                    <a:pt x="147184" y="633733"/>
                  </a:lnTo>
                  <a:close/>
                  <a:moveTo>
                    <a:pt x="108931" y="543637"/>
                  </a:moveTo>
                  <a:lnTo>
                    <a:pt x="141080" y="567556"/>
                  </a:lnTo>
                  <a:lnTo>
                    <a:pt x="148500" y="569921"/>
                  </a:lnTo>
                  <a:close/>
                  <a:moveTo>
                    <a:pt x="96992" y="538777"/>
                  </a:moveTo>
                  <a:lnTo>
                    <a:pt x="141080" y="567556"/>
                  </a:lnTo>
                  <a:lnTo>
                    <a:pt x="108931" y="543637"/>
                  </a:lnTo>
                  <a:close/>
                  <a:moveTo>
                    <a:pt x="537133" y="1008566"/>
                  </a:moveTo>
                  <a:lnTo>
                    <a:pt x="556606" y="1034459"/>
                  </a:lnTo>
                  <a:lnTo>
                    <a:pt x="553077" y="1031385"/>
                  </a:lnTo>
                  <a:close/>
                  <a:moveTo>
                    <a:pt x="515024" y="963797"/>
                  </a:moveTo>
                  <a:lnTo>
                    <a:pt x="537133" y="1008566"/>
                  </a:lnTo>
                  <a:lnTo>
                    <a:pt x="553077" y="1031385"/>
                  </a:lnTo>
                  <a:close/>
                  <a:moveTo>
                    <a:pt x="437931" y="801145"/>
                  </a:moveTo>
                  <a:lnTo>
                    <a:pt x="463186" y="859855"/>
                  </a:lnTo>
                  <a:lnTo>
                    <a:pt x="490974" y="828849"/>
                  </a:lnTo>
                  <a:close/>
                  <a:moveTo>
                    <a:pt x="257158" y="707794"/>
                  </a:moveTo>
                  <a:lnTo>
                    <a:pt x="291088" y="740439"/>
                  </a:lnTo>
                  <a:lnTo>
                    <a:pt x="290853" y="718383"/>
                  </a:lnTo>
                  <a:close/>
                  <a:moveTo>
                    <a:pt x="338419" y="698071"/>
                  </a:moveTo>
                  <a:lnTo>
                    <a:pt x="291088" y="740439"/>
                  </a:lnTo>
                  <a:lnTo>
                    <a:pt x="309426" y="773702"/>
                  </a:lnTo>
                  <a:close/>
                  <a:moveTo>
                    <a:pt x="290853" y="718383"/>
                  </a:moveTo>
                  <a:lnTo>
                    <a:pt x="309221" y="673336"/>
                  </a:lnTo>
                  <a:lnTo>
                    <a:pt x="257158" y="707794"/>
                  </a:lnTo>
                  <a:close/>
                  <a:moveTo>
                    <a:pt x="211148" y="594998"/>
                  </a:moveTo>
                  <a:lnTo>
                    <a:pt x="174008" y="567556"/>
                  </a:lnTo>
                  <a:lnTo>
                    <a:pt x="197649" y="619092"/>
                  </a:lnTo>
                  <a:close/>
                  <a:moveTo>
                    <a:pt x="182482" y="548830"/>
                  </a:moveTo>
                  <a:lnTo>
                    <a:pt x="141080" y="567556"/>
                  </a:lnTo>
                  <a:lnTo>
                    <a:pt x="168385" y="553755"/>
                  </a:lnTo>
                  <a:close/>
                  <a:moveTo>
                    <a:pt x="168385" y="553755"/>
                  </a:moveTo>
                  <a:lnTo>
                    <a:pt x="141080" y="567556"/>
                  </a:lnTo>
                  <a:lnTo>
                    <a:pt x="146109" y="509122"/>
                  </a:lnTo>
                  <a:close/>
                  <a:moveTo>
                    <a:pt x="437931" y="801145"/>
                  </a:moveTo>
                  <a:lnTo>
                    <a:pt x="490974" y="828849"/>
                  </a:lnTo>
                  <a:lnTo>
                    <a:pt x="500749" y="787174"/>
                  </a:lnTo>
                  <a:close/>
                  <a:moveTo>
                    <a:pt x="436410" y="799519"/>
                  </a:moveTo>
                  <a:lnTo>
                    <a:pt x="500749" y="787174"/>
                  </a:lnTo>
                  <a:lnTo>
                    <a:pt x="501707" y="734078"/>
                  </a:lnTo>
                  <a:close/>
                  <a:moveTo>
                    <a:pt x="346347" y="570904"/>
                  </a:moveTo>
                  <a:lnTo>
                    <a:pt x="330349" y="617429"/>
                  </a:lnTo>
                  <a:lnTo>
                    <a:pt x="353228" y="580169"/>
                  </a:lnTo>
                  <a:close/>
                  <a:moveTo>
                    <a:pt x="336241" y="622441"/>
                  </a:moveTo>
                  <a:lnTo>
                    <a:pt x="370024" y="591089"/>
                  </a:lnTo>
                  <a:lnTo>
                    <a:pt x="353228" y="580169"/>
                  </a:lnTo>
                  <a:close/>
                  <a:moveTo>
                    <a:pt x="432579" y="515398"/>
                  </a:moveTo>
                  <a:lnTo>
                    <a:pt x="476933" y="555565"/>
                  </a:lnTo>
                  <a:lnTo>
                    <a:pt x="486114" y="540876"/>
                  </a:lnTo>
                  <a:close/>
                  <a:moveTo>
                    <a:pt x="398394" y="519368"/>
                  </a:moveTo>
                  <a:lnTo>
                    <a:pt x="476933" y="555565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98248" y="518808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75504" y="443737"/>
                  </a:lnTo>
                  <a:lnTo>
                    <a:pt x="386341" y="465746"/>
                  </a:lnTo>
                  <a:close/>
                  <a:moveTo>
                    <a:pt x="720308" y="848108"/>
                  </a:moveTo>
                  <a:lnTo>
                    <a:pt x="718262" y="884810"/>
                  </a:lnTo>
                  <a:lnTo>
                    <a:pt x="743503" y="856030"/>
                  </a:lnTo>
                  <a:close/>
                  <a:moveTo>
                    <a:pt x="714251" y="790290"/>
                  </a:moveTo>
                  <a:lnTo>
                    <a:pt x="743503" y="856030"/>
                  </a:lnTo>
                  <a:lnTo>
                    <a:pt x="726756" y="804493"/>
                  </a:lnTo>
                  <a:close/>
                  <a:moveTo>
                    <a:pt x="720308" y="848108"/>
                  </a:moveTo>
                  <a:lnTo>
                    <a:pt x="743503" y="856030"/>
                  </a:lnTo>
                  <a:lnTo>
                    <a:pt x="714251" y="790290"/>
                  </a:lnTo>
                  <a:close/>
                  <a:moveTo>
                    <a:pt x="720308" y="848108"/>
                  </a:moveTo>
                  <a:lnTo>
                    <a:pt x="714251" y="790290"/>
                  </a:lnTo>
                  <a:lnTo>
                    <a:pt x="712306" y="831936"/>
                  </a:lnTo>
                  <a:close/>
                  <a:moveTo>
                    <a:pt x="664313" y="730163"/>
                  </a:moveTo>
                  <a:lnTo>
                    <a:pt x="714251" y="790290"/>
                  </a:lnTo>
                  <a:lnTo>
                    <a:pt x="687574" y="749235"/>
                  </a:lnTo>
                  <a:close/>
                  <a:moveTo>
                    <a:pt x="664313" y="730163"/>
                  </a:moveTo>
                  <a:lnTo>
                    <a:pt x="687574" y="749235"/>
                  </a:lnTo>
                  <a:lnTo>
                    <a:pt x="680065" y="741995"/>
                  </a:lnTo>
                  <a:close/>
                  <a:moveTo>
                    <a:pt x="549187" y="602020"/>
                  </a:moveTo>
                  <a:lnTo>
                    <a:pt x="612034" y="647180"/>
                  </a:lnTo>
                  <a:lnTo>
                    <a:pt x="636929" y="620495"/>
                  </a:lnTo>
                  <a:close/>
                  <a:moveTo>
                    <a:pt x="549187" y="602020"/>
                  </a:moveTo>
                  <a:lnTo>
                    <a:pt x="636929" y="620495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9187" y="602020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6664" y="598347"/>
                  </a:lnTo>
                  <a:lnTo>
                    <a:pt x="549187" y="602020"/>
                  </a:lnTo>
                  <a:close/>
                  <a:moveTo>
                    <a:pt x="516010" y="546810"/>
                  </a:moveTo>
                  <a:lnTo>
                    <a:pt x="546664" y="598347"/>
                  </a:lnTo>
                  <a:lnTo>
                    <a:pt x="545012" y="574253"/>
                  </a:lnTo>
                  <a:close/>
                  <a:moveTo>
                    <a:pt x="516010" y="546810"/>
                  </a:moveTo>
                  <a:lnTo>
                    <a:pt x="545012" y="574253"/>
                  </a:lnTo>
                  <a:lnTo>
                    <a:pt x="522262" y="522716"/>
                  </a:lnTo>
                  <a:close/>
                  <a:moveTo>
                    <a:pt x="516010" y="546810"/>
                  </a:moveTo>
                  <a:lnTo>
                    <a:pt x="522262" y="522716"/>
                  </a:lnTo>
                  <a:lnTo>
                    <a:pt x="486114" y="540876"/>
                  </a:lnTo>
                  <a:close/>
                  <a:moveTo>
                    <a:pt x="522262" y="522716"/>
                  </a:moveTo>
                  <a:lnTo>
                    <a:pt x="511778" y="501930"/>
                  </a:lnTo>
                  <a:lnTo>
                    <a:pt x="486114" y="540876"/>
                  </a:lnTo>
                  <a:close/>
                  <a:moveTo>
                    <a:pt x="437615" y="471180"/>
                  </a:moveTo>
                  <a:lnTo>
                    <a:pt x="386501" y="495274"/>
                  </a:lnTo>
                  <a:lnTo>
                    <a:pt x="432579" y="515398"/>
                  </a:lnTo>
                  <a:close/>
                  <a:moveTo>
                    <a:pt x="437615" y="471180"/>
                  </a:moveTo>
                  <a:lnTo>
                    <a:pt x="375504" y="443737"/>
                  </a:lnTo>
                  <a:lnTo>
                    <a:pt x="386501" y="495274"/>
                  </a:lnTo>
                  <a:close/>
                  <a:moveTo>
                    <a:pt x="432579" y="515398"/>
                  </a:moveTo>
                  <a:lnTo>
                    <a:pt x="486114" y="540876"/>
                  </a:lnTo>
                  <a:lnTo>
                    <a:pt x="511778" y="501930"/>
                  </a:lnTo>
                  <a:close/>
                  <a:moveTo>
                    <a:pt x="869303" y="830375"/>
                  </a:moveTo>
                  <a:lnTo>
                    <a:pt x="874022" y="831936"/>
                  </a:lnTo>
                  <a:lnTo>
                    <a:pt x="851775" y="817192"/>
                  </a:lnTo>
                  <a:close/>
                  <a:moveTo>
                    <a:pt x="869303" y="830375"/>
                  </a:moveTo>
                  <a:lnTo>
                    <a:pt x="873409" y="807842"/>
                  </a:lnTo>
                  <a:lnTo>
                    <a:pt x="882261" y="830390"/>
                  </a:lnTo>
                  <a:close/>
                  <a:moveTo>
                    <a:pt x="860835" y="798714"/>
                  </a:moveTo>
                  <a:lnTo>
                    <a:pt x="882261" y="830390"/>
                  </a:lnTo>
                  <a:lnTo>
                    <a:pt x="873409" y="807842"/>
                  </a:lnTo>
                  <a:close/>
                  <a:moveTo>
                    <a:pt x="823900" y="777111"/>
                  </a:moveTo>
                  <a:lnTo>
                    <a:pt x="882261" y="830390"/>
                  </a:lnTo>
                  <a:lnTo>
                    <a:pt x="860835" y="798714"/>
                  </a:lnTo>
                  <a:close/>
                  <a:moveTo>
                    <a:pt x="851775" y="817192"/>
                  </a:moveTo>
                  <a:lnTo>
                    <a:pt x="874022" y="831936"/>
                  </a:lnTo>
                  <a:lnTo>
                    <a:pt x="824236" y="796774"/>
                  </a:lnTo>
                  <a:close/>
                  <a:moveTo>
                    <a:pt x="782129" y="704769"/>
                  </a:moveTo>
                  <a:lnTo>
                    <a:pt x="747004" y="682698"/>
                  </a:lnTo>
                  <a:lnTo>
                    <a:pt x="780610" y="711580"/>
                  </a:lnTo>
                  <a:close/>
                  <a:moveTo>
                    <a:pt x="743174" y="677326"/>
                  </a:moveTo>
                  <a:lnTo>
                    <a:pt x="747004" y="682698"/>
                  </a:lnTo>
                  <a:lnTo>
                    <a:pt x="782129" y="704769"/>
                  </a:lnTo>
                  <a:close/>
                  <a:moveTo>
                    <a:pt x="762980" y="653232"/>
                  </a:moveTo>
                  <a:lnTo>
                    <a:pt x="743174" y="677326"/>
                  </a:lnTo>
                  <a:lnTo>
                    <a:pt x="782129" y="704769"/>
                  </a:lnTo>
                  <a:close/>
                  <a:moveTo>
                    <a:pt x="636929" y="620495"/>
                  </a:moveTo>
                  <a:lnTo>
                    <a:pt x="681102" y="610974"/>
                  </a:lnTo>
                  <a:lnTo>
                    <a:pt x="655173" y="553808"/>
                  </a:lnTo>
                  <a:close/>
                  <a:moveTo>
                    <a:pt x="511778" y="501930"/>
                  </a:moveTo>
                  <a:lnTo>
                    <a:pt x="522262" y="522716"/>
                  </a:lnTo>
                  <a:lnTo>
                    <a:pt x="519533" y="520931"/>
                  </a:lnTo>
                  <a:close/>
                  <a:moveTo>
                    <a:pt x="564020" y="397260"/>
                  </a:moveTo>
                  <a:lnTo>
                    <a:pt x="523003" y="369224"/>
                  </a:lnTo>
                  <a:lnTo>
                    <a:pt x="559640" y="395549"/>
                  </a:lnTo>
                  <a:close/>
                  <a:moveTo>
                    <a:pt x="567983" y="402499"/>
                  </a:moveTo>
                  <a:lnTo>
                    <a:pt x="564020" y="397260"/>
                  </a:lnTo>
                  <a:lnTo>
                    <a:pt x="559640" y="395549"/>
                  </a:lnTo>
                  <a:close/>
                  <a:moveTo>
                    <a:pt x="935222" y="724591"/>
                  </a:moveTo>
                  <a:lnTo>
                    <a:pt x="998999" y="710723"/>
                  </a:lnTo>
                  <a:lnTo>
                    <a:pt x="924528" y="670542"/>
                  </a:lnTo>
                  <a:close/>
                  <a:moveTo>
                    <a:pt x="998999" y="710723"/>
                  </a:moveTo>
                  <a:lnTo>
                    <a:pt x="1007095" y="732211"/>
                  </a:lnTo>
                  <a:lnTo>
                    <a:pt x="965883" y="707217"/>
                  </a:lnTo>
                  <a:close/>
                  <a:moveTo>
                    <a:pt x="1139177" y="684024"/>
                  </a:moveTo>
                  <a:lnTo>
                    <a:pt x="1181653" y="735560"/>
                  </a:lnTo>
                  <a:lnTo>
                    <a:pt x="1192443" y="730146"/>
                  </a:lnTo>
                  <a:close/>
                  <a:moveTo>
                    <a:pt x="1245231" y="783146"/>
                  </a:moveTo>
                  <a:lnTo>
                    <a:pt x="1272972" y="751967"/>
                  </a:lnTo>
                  <a:lnTo>
                    <a:pt x="1186852" y="739555"/>
                  </a:lnTo>
                  <a:close/>
                  <a:moveTo>
                    <a:pt x="1123604" y="559901"/>
                  </a:moveTo>
                  <a:lnTo>
                    <a:pt x="1107257" y="616637"/>
                  </a:lnTo>
                  <a:lnTo>
                    <a:pt x="1156686" y="556857"/>
                  </a:lnTo>
                  <a:close/>
                  <a:moveTo>
                    <a:pt x="1068296" y="580951"/>
                  </a:moveTo>
                  <a:lnTo>
                    <a:pt x="1123604" y="559901"/>
                  </a:lnTo>
                  <a:lnTo>
                    <a:pt x="1125449" y="549754"/>
                  </a:lnTo>
                  <a:close/>
                  <a:moveTo>
                    <a:pt x="1124654" y="481226"/>
                  </a:moveTo>
                  <a:lnTo>
                    <a:pt x="1125449" y="549754"/>
                  </a:lnTo>
                  <a:lnTo>
                    <a:pt x="1147476" y="497212"/>
                  </a:lnTo>
                  <a:close/>
                  <a:moveTo>
                    <a:pt x="1118603" y="556857"/>
                  </a:moveTo>
                  <a:lnTo>
                    <a:pt x="1066943" y="505690"/>
                  </a:lnTo>
                  <a:lnTo>
                    <a:pt x="1101320" y="540034"/>
                  </a:lnTo>
                  <a:close/>
                  <a:moveTo>
                    <a:pt x="1089619" y="453783"/>
                  </a:moveTo>
                  <a:lnTo>
                    <a:pt x="1124654" y="481226"/>
                  </a:lnTo>
                  <a:lnTo>
                    <a:pt x="1089374" y="429689"/>
                  </a:lnTo>
                  <a:close/>
                  <a:moveTo>
                    <a:pt x="836702" y="168885"/>
                  </a:moveTo>
                  <a:lnTo>
                    <a:pt x="869858" y="157950"/>
                  </a:lnTo>
                  <a:lnTo>
                    <a:pt x="790805" y="171962"/>
                  </a:lnTo>
                  <a:close/>
                  <a:moveTo>
                    <a:pt x="1152920" y="473324"/>
                  </a:moveTo>
                  <a:lnTo>
                    <a:pt x="1147476" y="497212"/>
                  </a:lnTo>
                  <a:lnTo>
                    <a:pt x="1197356" y="475180"/>
                  </a:lnTo>
                  <a:close/>
                  <a:moveTo>
                    <a:pt x="958471" y="147912"/>
                  </a:moveTo>
                  <a:lnTo>
                    <a:pt x="948434" y="142156"/>
                  </a:lnTo>
                  <a:lnTo>
                    <a:pt x="920121" y="171200"/>
                  </a:lnTo>
                  <a:close/>
                  <a:moveTo>
                    <a:pt x="869858" y="157950"/>
                  </a:moveTo>
                  <a:lnTo>
                    <a:pt x="920121" y="171200"/>
                  </a:lnTo>
                  <a:lnTo>
                    <a:pt x="948434" y="142156"/>
                  </a:lnTo>
                  <a:close/>
                  <a:moveTo>
                    <a:pt x="1315555" y="466700"/>
                  </a:moveTo>
                  <a:lnTo>
                    <a:pt x="1393217" y="492639"/>
                  </a:lnTo>
                  <a:lnTo>
                    <a:pt x="1399654" y="471555"/>
                  </a:lnTo>
                  <a:close/>
                  <a:moveTo>
                    <a:pt x="1298840" y="381501"/>
                  </a:moveTo>
                  <a:lnTo>
                    <a:pt x="1253723" y="341852"/>
                  </a:lnTo>
                  <a:lnTo>
                    <a:pt x="1270460" y="354059"/>
                  </a:lnTo>
                  <a:close/>
                  <a:moveTo>
                    <a:pt x="1180229" y="238133"/>
                  </a:moveTo>
                  <a:lnTo>
                    <a:pt x="1209316" y="278428"/>
                  </a:lnTo>
                  <a:lnTo>
                    <a:pt x="1206375" y="272949"/>
                  </a:lnTo>
                  <a:close/>
                  <a:moveTo>
                    <a:pt x="1179245" y="226892"/>
                  </a:moveTo>
                  <a:lnTo>
                    <a:pt x="1180229" y="238133"/>
                  </a:lnTo>
                  <a:lnTo>
                    <a:pt x="1206375" y="272949"/>
                  </a:lnTo>
                  <a:close/>
                  <a:moveTo>
                    <a:pt x="1399654" y="471555"/>
                  </a:moveTo>
                  <a:lnTo>
                    <a:pt x="1421334" y="433038"/>
                  </a:lnTo>
                  <a:lnTo>
                    <a:pt x="1413907" y="413075"/>
                  </a:lnTo>
                  <a:close/>
                  <a:moveTo>
                    <a:pt x="1397961" y="363296"/>
                  </a:moveTo>
                  <a:lnTo>
                    <a:pt x="1413907" y="413075"/>
                  </a:lnTo>
                  <a:lnTo>
                    <a:pt x="1421334" y="433038"/>
                  </a:lnTo>
                  <a:close/>
                  <a:moveTo>
                    <a:pt x="1349171" y="364979"/>
                  </a:moveTo>
                  <a:lnTo>
                    <a:pt x="1276660" y="361057"/>
                  </a:lnTo>
                  <a:lnTo>
                    <a:pt x="1298840" y="381501"/>
                  </a:lnTo>
                  <a:close/>
                  <a:moveTo>
                    <a:pt x="1349171" y="364979"/>
                  </a:moveTo>
                  <a:lnTo>
                    <a:pt x="1397961" y="363296"/>
                  </a:lnTo>
                  <a:lnTo>
                    <a:pt x="1367132" y="325617"/>
                  </a:lnTo>
                  <a:close/>
                  <a:moveTo>
                    <a:pt x="1349171" y="364979"/>
                  </a:moveTo>
                  <a:lnTo>
                    <a:pt x="1367132" y="325617"/>
                  </a:lnTo>
                  <a:lnTo>
                    <a:pt x="1340607" y="309199"/>
                  </a:lnTo>
                  <a:close/>
                  <a:moveTo>
                    <a:pt x="1323599" y="260283"/>
                  </a:moveTo>
                  <a:lnTo>
                    <a:pt x="1296035" y="298595"/>
                  </a:lnTo>
                  <a:lnTo>
                    <a:pt x="1294082" y="309041"/>
                  </a:lnTo>
                  <a:close/>
                  <a:moveTo>
                    <a:pt x="1197463" y="202798"/>
                  </a:moveTo>
                  <a:lnTo>
                    <a:pt x="1137821" y="171885"/>
                  </a:lnTo>
                  <a:lnTo>
                    <a:pt x="1147447" y="175355"/>
                  </a:lnTo>
                  <a:close/>
                  <a:moveTo>
                    <a:pt x="1197463" y="202798"/>
                  </a:moveTo>
                  <a:lnTo>
                    <a:pt x="1147447" y="175355"/>
                  </a:lnTo>
                  <a:lnTo>
                    <a:pt x="1179245" y="226892"/>
                  </a:lnTo>
                  <a:close/>
                  <a:moveTo>
                    <a:pt x="1330057" y="0"/>
                  </a:moveTo>
                  <a:lnTo>
                    <a:pt x="1281173" y="24094"/>
                  </a:lnTo>
                  <a:lnTo>
                    <a:pt x="1313816" y="55498"/>
                  </a:lnTo>
                  <a:close/>
                  <a:moveTo>
                    <a:pt x="1336383" y="4975"/>
                  </a:moveTo>
                  <a:lnTo>
                    <a:pt x="1354817" y="21914"/>
                  </a:lnTo>
                  <a:lnTo>
                    <a:pt x="133975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9" name="Output_density__4188">
              <a:extLst>
                <a:ext uri="{FF2B5EF4-FFF2-40B4-BE49-F238E27FC236}">
                  <a16:creationId xmlns:a16="http://schemas.microsoft.com/office/drawing/2014/main" id="{10904A33-906D-E138-E501-C952764F5796}"/>
                </a:ext>
              </a:extLst>
            </p:cNvPr>
            <p:cNvSpPr>
              <a:spLocks noGrp="1"/>
            </p:cNvSpPr>
            <p:nvPr/>
          </p:nvSpPr>
          <p:spPr>
            <a:xfrm>
              <a:off x="15442597" y="3567557"/>
              <a:ext cx="1300215" cy="1058616"/>
            </a:xfrm>
            <a:custGeom>
              <a:avLst/>
              <a:gdLst/>
              <a:ahLst/>
              <a:cxnLst/>
              <a:rect l="0" t="0" r="0" b="0"/>
              <a:pathLst>
                <a:path w="1300215" h="1058616">
                  <a:moveTo>
                    <a:pt x="499630" y="1058616"/>
                  </a:moveTo>
                  <a:lnTo>
                    <a:pt x="445681" y="1031584"/>
                  </a:lnTo>
                  <a:lnTo>
                    <a:pt x="461385" y="1050523"/>
                  </a:lnTo>
                  <a:close/>
                  <a:moveTo>
                    <a:pt x="0" y="548219"/>
                  </a:moveTo>
                  <a:lnTo>
                    <a:pt x="76003" y="522805"/>
                  </a:lnTo>
                  <a:lnTo>
                    <a:pt x="30509" y="527386"/>
                  </a:lnTo>
                  <a:close/>
                  <a:moveTo>
                    <a:pt x="523969" y="1014716"/>
                  </a:moveTo>
                  <a:lnTo>
                    <a:pt x="499630" y="1058616"/>
                  </a:lnTo>
                  <a:lnTo>
                    <a:pt x="573920" y="1026797"/>
                  </a:lnTo>
                  <a:close/>
                  <a:moveTo>
                    <a:pt x="229136" y="701420"/>
                  </a:moveTo>
                  <a:lnTo>
                    <a:pt x="274433" y="692886"/>
                  </a:lnTo>
                  <a:lnTo>
                    <a:pt x="285595" y="647504"/>
                  </a:lnTo>
                  <a:close/>
                  <a:moveTo>
                    <a:pt x="242509" y="625789"/>
                  </a:moveTo>
                  <a:lnTo>
                    <a:pt x="229136" y="701420"/>
                  </a:lnTo>
                  <a:lnTo>
                    <a:pt x="285595" y="647504"/>
                  </a:lnTo>
                  <a:close/>
                  <a:moveTo>
                    <a:pt x="42963" y="478166"/>
                  </a:moveTo>
                  <a:lnTo>
                    <a:pt x="30509" y="527386"/>
                  </a:lnTo>
                  <a:lnTo>
                    <a:pt x="80267" y="485821"/>
                  </a:lnTo>
                  <a:close/>
                  <a:moveTo>
                    <a:pt x="74163" y="419643"/>
                  </a:moveTo>
                  <a:lnTo>
                    <a:pt x="46798" y="453389"/>
                  </a:lnTo>
                  <a:lnTo>
                    <a:pt x="81583" y="422008"/>
                  </a:lnTo>
                  <a:close/>
                  <a:moveTo>
                    <a:pt x="81583" y="422008"/>
                  </a:moveTo>
                  <a:lnTo>
                    <a:pt x="42963" y="478166"/>
                  </a:lnTo>
                  <a:lnTo>
                    <a:pt x="80267" y="485821"/>
                  </a:lnTo>
                  <a:close/>
                  <a:moveTo>
                    <a:pt x="213277" y="579136"/>
                  </a:moveTo>
                  <a:lnTo>
                    <a:pt x="224171" y="592526"/>
                  </a:lnTo>
                  <a:lnTo>
                    <a:pt x="175524" y="634589"/>
                  </a:lnTo>
                  <a:close/>
                  <a:moveTo>
                    <a:pt x="573920" y="1026797"/>
                  </a:moveTo>
                  <a:lnTo>
                    <a:pt x="603361" y="1001970"/>
                  </a:lnTo>
                  <a:lnTo>
                    <a:pt x="523969" y="1014716"/>
                  </a:lnTo>
                  <a:close/>
                  <a:moveTo>
                    <a:pt x="242509" y="625789"/>
                  </a:moveTo>
                  <a:lnTo>
                    <a:pt x="285595" y="647504"/>
                  </a:lnTo>
                  <a:lnTo>
                    <a:pt x="315797" y="625525"/>
                  </a:lnTo>
                  <a:close/>
                  <a:moveTo>
                    <a:pt x="369493" y="651607"/>
                  </a:moveTo>
                  <a:lnTo>
                    <a:pt x="331853" y="621443"/>
                  </a:lnTo>
                  <a:lnTo>
                    <a:pt x="371014" y="653232"/>
                  </a:lnTo>
                  <a:close/>
                  <a:moveTo>
                    <a:pt x="315797" y="625525"/>
                  </a:moveTo>
                  <a:lnTo>
                    <a:pt x="285595" y="647504"/>
                  </a:lnTo>
                  <a:lnTo>
                    <a:pt x="369493" y="651607"/>
                  </a:lnTo>
                  <a:close/>
                  <a:moveTo>
                    <a:pt x="144231" y="447086"/>
                  </a:moveTo>
                  <a:lnTo>
                    <a:pt x="101468" y="405842"/>
                  </a:lnTo>
                  <a:lnTo>
                    <a:pt x="107091" y="419643"/>
                  </a:lnTo>
                  <a:close/>
                  <a:moveTo>
                    <a:pt x="369493" y="651607"/>
                  </a:moveTo>
                  <a:lnTo>
                    <a:pt x="434790" y="586166"/>
                  </a:lnTo>
                  <a:lnTo>
                    <a:pt x="396472" y="617579"/>
                  </a:lnTo>
                  <a:close/>
                  <a:moveTo>
                    <a:pt x="424057" y="680936"/>
                  </a:moveTo>
                  <a:lnTo>
                    <a:pt x="452527" y="653232"/>
                  </a:lnTo>
                  <a:lnTo>
                    <a:pt x="433832" y="639261"/>
                  </a:lnTo>
                  <a:close/>
                  <a:moveTo>
                    <a:pt x="452527" y="653232"/>
                  </a:moveTo>
                  <a:lnTo>
                    <a:pt x="434790" y="586166"/>
                  </a:lnTo>
                  <a:lnTo>
                    <a:pt x="433832" y="639261"/>
                  </a:lnTo>
                  <a:close/>
                  <a:moveTo>
                    <a:pt x="396472" y="617579"/>
                  </a:moveTo>
                  <a:lnTo>
                    <a:pt x="315797" y="625525"/>
                  </a:lnTo>
                  <a:lnTo>
                    <a:pt x="369493" y="651607"/>
                  </a:lnTo>
                  <a:close/>
                  <a:moveTo>
                    <a:pt x="256275" y="355951"/>
                  </a:moveTo>
                  <a:lnTo>
                    <a:pt x="279430" y="422992"/>
                  </a:lnTo>
                  <a:lnTo>
                    <a:pt x="264413" y="371455"/>
                  </a:lnTo>
                  <a:close/>
                  <a:moveTo>
                    <a:pt x="651345" y="736897"/>
                  </a:moveTo>
                  <a:lnTo>
                    <a:pt x="653391" y="700196"/>
                  </a:lnTo>
                  <a:lnTo>
                    <a:pt x="649844" y="759654"/>
                  </a:lnTo>
                  <a:close/>
                  <a:moveTo>
                    <a:pt x="620657" y="601323"/>
                  </a:moveTo>
                  <a:lnTo>
                    <a:pt x="647334" y="642377"/>
                  </a:lnTo>
                  <a:lnTo>
                    <a:pt x="659838" y="656581"/>
                  </a:lnTo>
                  <a:close/>
                  <a:moveTo>
                    <a:pt x="370698" y="323267"/>
                  </a:moveTo>
                  <a:lnTo>
                    <a:pt x="310373" y="287209"/>
                  </a:lnTo>
                  <a:lnTo>
                    <a:pt x="308587" y="295825"/>
                  </a:lnTo>
                  <a:close/>
                  <a:moveTo>
                    <a:pt x="393218" y="335611"/>
                  </a:moveTo>
                  <a:lnTo>
                    <a:pt x="365662" y="367485"/>
                  </a:lnTo>
                  <a:lnTo>
                    <a:pt x="444861" y="354017"/>
                  </a:lnTo>
                  <a:close/>
                  <a:moveTo>
                    <a:pt x="519222" y="457367"/>
                  </a:moveTo>
                  <a:lnTo>
                    <a:pt x="570011" y="472582"/>
                  </a:lnTo>
                  <a:lnTo>
                    <a:pt x="588256" y="405896"/>
                  </a:lnTo>
                  <a:close/>
                  <a:moveTo>
                    <a:pt x="614185" y="463061"/>
                  </a:moveTo>
                  <a:lnTo>
                    <a:pt x="621551" y="412367"/>
                  </a:lnTo>
                  <a:lnTo>
                    <a:pt x="588256" y="405896"/>
                  </a:lnTo>
                  <a:close/>
                  <a:moveTo>
                    <a:pt x="497103" y="249348"/>
                  </a:moveTo>
                  <a:lnTo>
                    <a:pt x="501066" y="254586"/>
                  </a:lnTo>
                  <a:lnTo>
                    <a:pt x="529189" y="299174"/>
                  </a:lnTo>
                  <a:close/>
                  <a:moveTo>
                    <a:pt x="549209" y="332472"/>
                  </a:moveTo>
                  <a:lnTo>
                    <a:pt x="582518" y="384442"/>
                  </a:lnTo>
                  <a:lnTo>
                    <a:pt x="567257" y="350710"/>
                  </a:lnTo>
                  <a:close/>
                  <a:moveTo>
                    <a:pt x="513966" y="275079"/>
                  </a:moveTo>
                  <a:lnTo>
                    <a:pt x="501066" y="254586"/>
                  </a:lnTo>
                  <a:lnTo>
                    <a:pt x="492723" y="247637"/>
                  </a:lnTo>
                  <a:close/>
                  <a:moveTo>
                    <a:pt x="549423" y="125805"/>
                  </a:moveTo>
                  <a:lnTo>
                    <a:pt x="549421" y="182053"/>
                  </a:lnTo>
                  <a:lnTo>
                    <a:pt x="545026" y="172006"/>
                  </a:lnTo>
                  <a:close/>
                  <a:moveTo>
                    <a:pt x="932082" y="562811"/>
                  </a:moveTo>
                  <a:lnTo>
                    <a:pt x="960695" y="635835"/>
                  </a:lnTo>
                  <a:lnTo>
                    <a:pt x="940178" y="584299"/>
                  </a:lnTo>
                  <a:close/>
                  <a:moveTo>
                    <a:pt x="868305" y="576679"/>
                  </a:moveTo>
                  <a:lnTo>
                    <a:pt x="936413" y="622032"/>
                  </a:lnTo>
                  <a:lnTo>
                    <a:pt x="932082" y="562811"/>
                  </a:lnTo>
                  <a:close/>
                  <a:moveTo>
                    <a:pt x="857610" y="522630"/>
                  </a:moveTo>
                  <a:lnTo>
                    <a:pt x="898966" y="559305"/>
                  </a:lnTo>
                  <a:lnTo>
                    <a:pt x="868425" y="532763"/>
                  </a:lnTo>
                  <a:close/>
                  <a:moveTo>
                    <a:pt x="932082" y="562811"/>
                  </a:moveTo>
                  <a:lnTo>
                    <a:pt x="898966" y="559305"/>
                  </a:lnTo>
                  <a:lnTo>
                    <a:pt x="857610" y="522630"/>
                  </a:lnTo>
                  <a:close/>
                  <a:moveTo>
                    <a:pt x="826265" y="510131"/>
                  </a:moveTo>
                  <a:lnTo>
                    <a:pt x="838636" y="508419"/>
                  </a:lnTo>
                  <a:lnTo>
                    <a:pt x="829775" y="457132"/>
                  </a:lnTo>
                  <a:close/>
                  <a:moveTo>
                    <a:pt x="857610" y="522630"/>
                  </a:moveTo>
                  <a:lnTo>
                    <a:pt x="838636" y="508419"/>
                  </a:lnTo>
                  <a:lnTo>
                    <a:pt x="826265" y="510131"/>
                  </a:lnTo>
                  <a:close/>
                  <a:moveTo>
                    <a:pt x="549423" y="125805"/>
                  </a:moveTo>
                  <a:lnTo>
                    <a:pt x="545026" y="172006"/>
                  </a:lnTo>
                  <a:lnTo>
                    <a:pt x="573043" y="162850"/>
                  </a:lnTo>
                  <a:close/>
                  <a:moveTo>
                    <a:pt x="1056687" y="411988"/>
                  </a:moveTo>
                  <a:lnTo>
                    <a:pt x="1089769" y="408944"/>
                  </a:lnTo>
                  <a:lnTo>
                    <a:pt x="1058532" y="401842"/>
                  </a:lnTo>
                  <a:close/>
                  <a:moveTo>
                    <a:pt x="723888" y="24050"/>
                  </a:moveTo>
                  <a:lnTo>
                    <a:pt x="699744" y="10323"/>
                  </a:lnTo>
                  <a:lnTo>
                    <a:pt x="741716" y="50929"/>
                  </a:lnTo>
                  <a:close/>
                  <a:moveTo>
                    <a:pt x="769785" y="20972"/>
                  </a:moveTo>
                  <a:lnTo>
                    <a:pt x="723888" y="24050"/>
                  </a:lnTo>
                  <a:lnTo>
                    <a:pt x="741716" y="50929"/>
                  </a:lnTo>
                  <a:close/>
                  <a:moveTo>
                    <a:pt x="1229529" y="615090"/>
                  </a:moveTo>
                  <a:lnTo>
                    <a:pt x="1246410" y="590996"/>
                  </a:lnTo>
                  <a:lnTo>
                    <a:pt x="1206055" y="604055"/>
                  </a:lnTo>
                  <a:close/>
                  <a:moveTo>
                    <a:pt x="1089769" y="408944"/>
                  </a:moveTo>
                  <a:lnTo>
                    <a:pt x="1108865" y="415354"/>
                  </a:lnTo>
                  <a:lnTo>
                    <a:pt x="1110416" y="406289"/>
                  </a:lnTo>
                  <a:close/>
                  <a:moveTo>
                    <a:pt x="1089769" y="408944"/>
                  </a:moveTo>
                  <a:lnTo>
                    <a:pt x="1110416" y="406289"/>
                  </a:lnTo>
                  <a:lnTo>
                    <a:pt x="1058532" y="401842"/>
                  </a:lnTo>
                  <a:close/>
                  <a:moveTo>
                    <a:pt x="1058532" y="401842"/>
                  </a:moveTo>
                  <a:lnTo>
                    <a:pt x="1110416" y="406289"/>
                  </a:lnTo>
                  <a:lnTo>
                    <a:pt x="1125984" y="344458"/>
                  </a:lnTo>
                  <a:close/>
                  <a:moveTo>
                    <a:pt x="1058532" y="401842"/>
                  </a:moveTo>
                  <a:lnTo>
                    <a:pt x="1125984" y="344458"/>
                  </a:lnTo>
                  <a:lnTo>
                    <a:pt x="1080559" y="349300"/>
                  </a:lnTo>
                  <a:close/>
                  <a:moveTo>
                    <a:pt x="1110548" y="408944"/>
                  </a:moveTo>
                  <a:lnTo>
                    <a:pt x="1125984" y="344458"/>
                  </a:lnTo>
                  <a:lnTo>
                    <a:pt x="1110416" y="406289"/>
                  </a:lnTo>
                  <a:close/>
                  <a:moveTo>
                    <a:pt x="1130901" y="333313"/>
                  </a:moveTo>
                  <a:lnTo>
                    <a:pt x="1125984" y="344458"/>
                  </a:lnTo>
                  <a:lnTo>
                    <a:pt x="1110548" y="408944"/>
                  </a:lnTo>
                  <a:close/>
                  <a:moveTo>
                    <a:pt x="802941" y="10038"/>
                  </a:moveTo>
                  <a:lnTo>
                    <a:pt x="769785" y="20972"/>
                  </a:lnTo>
                  <a:lnTo>
                    <a:pt x="853204" y="23288"/>
                  </a:lnTo>
                  <a:close/>
                  <a:moveTo>
                    <a:pt x="1130439" y="327268"/>
                  </a:moveTo>
                  <a:lnTo>
                    <a:pt x="1080559" y="349300"/>
                  </a:lnTo>
                  <a:lnTo>
                    <a:pt x="1125984" y="344458"/>
                  </a:lnTo>
                  <a:close/>
                  <a:moveTo>
                    <a:pt x="1136043" y="257683"/>
                  </a:moveTo>
                  <a:lnTo>
                    <a:pt x="1100415" y="288637"/>
                  </a:lnTo>
                  <a:lnTo>
                    <a:pt x="1135987" y="260014"/>
                  </a:lnTo>
                  <a:close/>
                  <a:moveTo>
                    <a:pt x="1135987" y="260014"/>
                  </a:moveTo>
                  <a:lnTo>
                    <a:pt x="1086003" y="325412"/>
                  </a:lnTo>
                  <a:lnTo>
                    <a:pt x="1130439" y="327268"/>
                  </a:lnTo>
                  <a:close/>
                  <a:moveTo>
                    <a:pt x="1130439" y="327268"/>
                  </a:moveTo>
                  <a:lnTo>
                    <a:pt x="1125984" y="344458"/>
                  </a:lnTo>
                  <a:lnTo>
                    <a:pt x="1130901" y="333313"/>
                  </a:lnTo>
                  <a:close/>
                  <a:moveTo>
                    <a:pt x="891554" y="0"/>
                  </a:moveTo>
                  <a:lnTo>
                    <a:pt x="900188" y="24275"/>
                  </a:lnTo>
                  <a:lnTo>
                    <a:pt x="935235" y="20413"/>
                  </a:lnTo>
                  <a:close/>
                  <a:moveTo>
                    <a:pt x="893628" y="24094"/>
                  </a:moveTo>
                  <a:lnTo>
                    <a:pt x="891554" y="0"/>
                  </a:lnTo>
                  <a:lnTo>
                    <a:pt x="853204" y="23288"/>
                  </a:lnTo>
                  <a:close/>
                  <a:moveTo>
                    <a:pt x="1209743" y="213145"/>
                  </a:moveTo>
                  <a:lnTo>
                    <a:pt x="1186806" y="193939"/>
                  </a:lnTo>
                  <a:lnTo>
                    <a:pt x="1231923" y="233589"/>
                  </a:lnTo>
                  <a:close/>
                  <a:moveTo>
                    <a:pt x="1160348" y="182052"/>
                  </a:moveTo>
                  <a:lnTo>
                    <a:pt x="1209743" y="213145"/>
                  </a:lnTo>
                  <a:lnTo>
                    <a:pt x="1227165" y="161128"/>
                  </a:lnTo>
                  <a:close/>
                  <a:moveTo>
                    <a:pt x="1254758" y="106422"/>
                  </a:moveTo>
                  <a:lnTo>
                    <a:pt x="1229118" y="150683"/>
                  </a:lnTo>
                  <a:lnTo>
                    <a:pt x="1256682" y="112370"/>
                  </a:lnTo>
                  <a:close/>
                  <a:moveTo>
                    <a:pt x="1256682" y="112370"/>
                  </a:moveTo>
                  <a:lnTo>
                    <a:pt x="1227165" y="161128"/>
                  </a:lnTo>
                  <a:lnTo>
                    <a:pt x="1273690" y="161286"/>
                  </a:lnTo>
                  <a:close/>
                  <a:moveTo>
                    <a:pt x="1273690" y="161286"/>
                  </a:moveTo>
                  <a:lnTo>
                    <a:pt x="1300215" y="177705"/>
                  </a:lnTo>
                  <a:lnTo>
                    <a:pt x="1256682" y="11237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0" name="Output_density__4189">
              <a:extLst>
                <a:ext uri="{FF2B5EF4-FFF2-40B4-BE49-F238E27FC236}">
                  <a16:creationId xmlns:a16="http://schemas.microsoft.com/office/drawing/2014/main" id="{687D0894-5CF4-C748-2A41-077FE032782D}"/>
                </a:ext>
              </a:extLst>
            </p:cNvPr>
            <p:cNvSpPr>
              <a:spLocks noGrp="1"/>
            </p:cNvSpPr>
            <p:nvPr/>
          </p:nvSpPr>
          <p:spPr>
            <a:xfrm>
              <a:off x="15377645" y="3538615"/>
              <a:ext cx="1411941" cy="1060527"/>
            </a:xfrm>
            <a:custGeom>
              <a:avLst/>
              <a:gdLst/>
              <a:ahLst/>
              <a:cxnLst/>
              <a:rect l="0" t="0" r="0" b="0"/>
              <a:pathLst>
                <a:path w="1411941" h="1060527">
                  <a:moveTo>
                    <a:pt x="7678" y="472680"/>
                  </a:moveTo>
                  <a:lnTo>
                    <a:pt x="0" y="494116"/>
                  </a:lnTo>
                  <a:lnTo>
                    <a:pt x="1615" y="548310"/>
                  </a:lnTo>
                  <a:close/>
                  <a:moveTo>
                    <a:pt x="491455" y="1050619"/>
                  </a:moveTo>
                  <a:lnTo>
                    <a:pt x="510632" y="1060527"/>
                  </a:lnTo>
                  <a:lnTo>
                    <a:pt x="496075" y="1039582"/>
                  </a:lnTo>
                  <a:close/>
                  <a:moveTo>
                    <a:pt x="20101" y="449246"/>
                  </a:moveTo>
                  <a:lnTo>
                    <a:pt x="0" y="494116"/>
                  </a:lnTo>
                  <a:lnTo>
                    <a:pt x="7678" y="472680"/>
                  </a:lnTo>
                  <a:close/>
                  <a:moveTo>
                    <a:pt x="496075" y="1039582"/>
                  </a:moveTo>
                  <a:lnTo>
                    <a:pt x="510632" y="1060527"/>
                  </a:lnTo>
                  <a:lnTo>
                    <a:pt x="536036" y="1020605"/>
                  </a:lnTo>
                  <a:close/>
                  <a:moveTo>
                    <a:pt x="234617" y="551659"/>
                  </a:moveTo>
                  <a:lnTo>
                    <a:pt x="217951" y="530047"/>
                  </a:lnTo>
                  <a:lnTo>
                    <a:pt x="189836" y="559829"/>
                  </a:lnTo>
                  <a:close/>
                  <a:moveTo>
                    <a:pt x="217951" y="530047"/>
                  </a:moveTo>
                  <a:lnTo>
                    <a:pt x="195683" y="500122"/>
                  </a:lnTo>
                  <a:lnTo>
                    <a:pt x="140955" y="551747"/>
                  </a:lnTo>
                  <a:close/>
                  <a:moveTo>
                    <a:pt x="642744" y="935317"/>
                  </a:moveTo>
                  <a:lnTo>
                    <a:pt x="590477" y="945354"/>
                  </a:lnTo>
                  <a:lnTo>
                    <a:pt x="637665" y="939857"/>
                  </a:lnTo>
                  <a:close/>
                  <a:moveTo>
                    <a:pt x="234617" y="551659"/>
                  </a:moveTo>
                  <a:lnTo>
                    <a:pt x="227896" y="567227"/>
                  </a:lnTo>
                  <a:lnTo>
                    <a:pt x="255192" y="588824"/>
                  </a:lnTo>
                  <a:close/>
                  <a:moveTo>
                    <a:pt x="234617" y="551659"/>
                  </a:moveTo>
                  <a:lnTo>
                    <a:pt x="280844" y="527565"/>
                  </a:lnTo>
                  <a:lnTo>
                    <a:pt x="217951" y="530047"/>
                  </a:lnTo>
                  <a:close/>
                  <a:moveTo>
                    <a:pt x="209182" y="476028"/>
                  </a:moveTo>
                  <a:lnTo>
                    <a:pt x="195683" y="500122"/>
                  </a:lnTo>
                  <a:lnTo>
                    <a:pt x="217951" y="530047"/>
                  </a:lnTo>
                  <a:close/>
                  <a:moveTo>
                    <a:pt x="764687" y="772089"/>
                  </a:moveTo>
                  <a:lnTo>
                    <a:pt x="774881" y="712966"/>
                  </a:lnTo>
                  <a:lnTo>
                    <a:pt x="767976" y="726769"/>
                  </a:lnTo>
                  <a:close/>
                  <a:moveTo>
                    <a:pt x="767976" y="726769"/>
                  </a:moveTo>
                  <a:lnTo>
                    <a:pt x="774881" y="712966"/>
                  </a:lnTo>
                  <a:lnTo>
                    <a:pt x="782386" y="703360"/>
                  </a:lnTo>
                  <a:close/>
                  <a:moveTo>
                    <a:pt x="782386" y="703360"/>
                  </a:moveTo>
                  <a:lnTo>
                    <a:pt x="774881" y="712966"/>
                  </a:lnTo>
                  <a:lnTo>
                    <a:pt x="793488" y="706029"/>
                  </a:lnTo>
                  <a:close/>
                  <a:moveTo>
                    <a:pt x="793488" y="706029"/>
                  </a:moveTo>
                  <a:lnTo>
                    <a:pt x="822270" y="677804"/>
                  </a:lnTo>
                  <a:lnTo>
                    <a:pt x="782386" y="703360"/>
                  </a:lnTo>
                  <a:close/>
                  <a:moveTo>
                    <a:pt x="849809" y="698222"/>
                  </a:moveTo>
                  <a:lnTo>
                    <a:pt x="822270" y="677804"/>
                  </a:lnTo>
                  <a:lnTo>
                    <a:pt x="793488" y="706029"/>
                  </a:lnTo>
                  <a:close/>
                  <a:moveTo>
                    <a:pt x="870685" y="613241"/>
                  </a:moveTo>
                  <a:lnTo>
                    <a:pt x="823533" y="637335"/>
                  </a:lnTo>
                  <a:lnTo>
                    <a:pt x="858869" y="679744"/>
                  </a:lnTo>
                  <a:close/>
                  <a:moveTo>
                    <a:pt x="1224199" y="592496"/>
                  </a:moveTo>
                  <a:lnTo>
                    <a:pt x="1202846" y="540960"/>
                  </a:lnTo>
                  <a:lnTo>
                    <a:pt x="1190477" y="611176"/>
                  </a:lnTo>
                  <a:close/>
                  <a:moveTo>
                    <a:pt x="1202846" y="540960"/>
                  </a:moveTo>
                  <a:lnTo>
                    <a:pt x="1197173" y="542990"/>
                  </a:lnTo>
                  <a:lnTo>
                    <a:pt x="1190477" y="611176"/>
                  </a:lnTo>
                  <a:close/>
                  <a:moveTo>
                    <a:pt x="1197173" y="542990"/>
                  </a:moveTo>
                  <a:lnTo>
                    <a:pt x="1202846" y="540960"/>
                  </a:lnTo>
                  <a:lnTo>
                    <a:pt x="1237091" y="506192"/>
                  </a:lnTo>
                  <a:close/>
                  <a:moveTo>
                    <a:pt x="1250283" y="568402"/>
                  </a:moveTo>
                  <a:lnTo>
                    <a:pt x="1202846" y="540960"/>
                  </a:lnTo>
                  <a:lnTo>
                    <a:pt x="1224199" y="592496"/>
                  </a:lnTo>
                  <a:close/>
                  <a:moveTo>
                    <a:pt x="1252208" y="473487"/>
                  </a:moveTo>
                  <a:lnTo>
                    <a:pt x="1202846" y="540960"/>
                  </a:lnTo>
                  <a:lnTo>
                    <a:pt x="1203338" y="537978"/>
                  </a:lnTo>
                  <a:close/>
                  <a:moveTo>
                    <a:pt x="753219" y="25594"/>
                  </a:moveTo>
                  <a:lnTo>
                    <a:pt x="788840" y="52992"/>
                  </a:lnTo>
                  <a:lnTo>
                    <a:pt x="795961" y="13846"/>
                  </a:lnTo>
                  <a:close/>
                  <a:moveTo>
                    <a:pt x="774666" y="0"/>
                  </a:moveTo>
                  <a:lnTo>
                    <a:pt x="753219" y="25594"/>
                  </a:lnTo>
                  <a:lnTo>
                    <a:pt x="795961" y="13846"/>
                  </a:lnTo>
                  <a:close/>
                  <a:moveTo>
                    <a:pt x="788840" y="52992"/>
                  </a:moveTo>
                  <a:lnTo>
                    <a:pt x="821029" y="1500"/>
                  </a:lnTo>
                  <a:lnTo>
                    <a:pt x="795961" y="13846"/>
                  </a:lnTo>
                  <a:close/>
                  <a:moveTo>
                    <a:pt x="1280829" y="286625"/>
                  </a:moveTo>
                  <a:lnTo>
                    <a:pt x="1298836" y="338162"/>
                  </a:lnTo>
                  <a:lnTo>
                    <a:pt x="1339686" y="314068"/>
                  </a:lnTo>
                  <a:close/>
                  <a:moveTo>
                    <a:pt x="1339686" y="314068"/>
                  </a:moveTo>
                  <a:lnTo>
                    <a:pt x="1341419" y="316882"/>
                  </a:lnTo>
                  <a:lnTo>
                    <a:pt x="1342280" y="312757"/>
                  </a:lnTo>
                  <a:close/>
                  <a:moveTo>
                    <a:pt x="1411941" y="294105"/>
                  </a:moveTo>
                  <a:lnTo>
                    <a:pt x="1342280" y="312757"/>
                  </a:lnTo>
                  <a:lnTo>
                    <a:pt x="1341419" y="31688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1" name="Output_density__4190">
              <a:extLst>
                <a:ext uri="{FF2B5EF4-FFF2-40B4-BE49-F238E27FC236}">
                  <a16:creationId xmlns:a16="http://schemas.microsoft.com/office/drawing/2014/main" id="{28FF0390-56CA-2282-6DEC-4DD3081B28AE}"/>
                </a:ext>
              </a:extLst>
            </p:cNvPr>
            <p:cNvSpPr>
              <a:spLocks noGrp="1"/>
            </p:cNvSpPr>
            <p:nvPr/>
          </p:nvSpPr>
          <p:spPr>
            <a:xfrm>
              <a:off x="15942227" y="3551451"/>
              <a:ext cx="793323" cy="1074722"/>
            </a:xfrm>
            <a:custGeom>
              <a:avLst/>
              <a:gdLst/>
              <a:ahLst/>
              <a:cxnLst/>
              <a:rect l="0" t="0" r="0" b="0"/>
              <a:pathLst>
                <a:path w="793323" h="1074722">
                  <a:moveTo>
                    <a:pt x="0" y="1074722"/>
                  </a:moveTo>
                  <a:lnTo>
                    <a:pt x="44119" y="1064997"/>
                  </a:lnTo>
                  <a:lnTo>
                    <a:pt x="74290" y="1042903"/>
                  </a:lnTo>
                  <a:close/>
                  <a:moveTo>
                    <a:pt x="85291" y="859470"/>
                  </a:moveTo>
                  <a:lnTo>
                    <a:pt x="135888" y="828731"/>
                  </a:lnTo>
                  <a:lnTo>
                    <a:pt x="111190" y="851391"/>
                  </a:lnTo>
                  <a:close/>
                  <a:moveTo>
                    <a:pt x="111190" y="851391"/>
                  </a:moveTo>
                  <a:lnTo>
                    <a:pt x="135888" y="828731"/>
                  </a:lnTo>
                  <a:lnTo>
                    <a:pt x="116220" y="834325"/>
                  </a:lnTo>
                  <a:close/>
                  <a:moveTo>
                    <a:pt x="151714" y="753003"/>
                  </a:moveTo>
                  <a:lnTo>
                    <a:pt x="149922" y="782165"/>
                  </a:lnTo>
                  <a:lnTo>
                    <a:pt x="169250" y="799854"/>
                  </a:lnTo>
                  <a:close/>
                  <a:moveTo>
                    <a:pt x="77209" y="188112"/>
                  </a:moveTo>
                  <a:lnTo>
                    <a:pt x="65743" y="201548"/>
                  </a:lnTo>
                  <a:lnTo>
                    <a:pt x="49791" y="198159"/>
                  </a:lnTo>
                  <a:close/>
                  <a:moveTo>
                    <a:pt x="73412" y="178955"/>
                  </a:moveTo>
                  <a:lnTo>
                    <a:pt x="65743" y="201548"/>
                  </a:lnTo>
                  <a:lnTo>
                    <a:pt x="77209" y="188112"/>
                  </a:lnTo>
                  <a:close/>
                  <a:moveTo>
                    <a:pt x="793323" y="635484"/>
                  </a:moveTo>
                  <a:lnTo>
                    <a:pt x="746780" y="607102"/>
                  </a:lnTo>
                  <a:lnTo>
                    <a:pt x="758516" y="640244"/>
                  </a:lnTo>
                  <a:close/>
                  <a:moveTo>
                    <a:pt x="400557" y="40381"/>
                  </a:moveTo>
                  <a:lnTo>
                    <a:pt x="402115" y="40200"/>
                  </a:lnTo>
                  <a:lnTo>
                    <a:pt x="481087" y="31894"/>
                  </a:lnTo>
                  <a:close/>
                  <a:moveTo>
                    <a:pt x="494629" y="16106"/>
                  </a:moveTo>
                  <a:lnTo>
                    <a:pt x="508638" y="0"/>
                  </a:lnTo>
                  <a:lnTo>
                    <a:pt x="481087" y="3189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2" name="Output_density__4191">
              <a:extLst>
                <a:ext uri="{FF2B5EF4-FFF2-40B4-BE49-F238E27FC236}">
                  <a16:creationId xmlns:a16="http://schemas.microsoft.com/office/drawing/2014/main" id="{5F1B7487-0DC1-07AB-1763-288D307CBA2F}"/>
                </a:ext>
              </a:extLst>
            </p:cNvPr>
            <p:cNvSpPr>
              <a:spLocks noGrp="1"/>
            </p:cNvSpPr>
            <p:nvPr/>
          </p:nvSpPr>
          <p:spPr>
            <a:xfrm>
              <a:off x="15485560" y="3551451"/>
              <a:ext cx="1215183" cy="1042903"/>
            </a:xfrm>
            <a:custGeom>
              <a:avLst/>
              <a:gdLst/>
              <a:ahLst/>
              <a:cxnLst/>
              <a:rect l="0" t="0" r="0" b="0"/>
              <a:pathLst>
                <a:path w="1215183" h="1042903">
                  <a:moveTo>
                    <a:pt x="38620" y="438114"/>
                  </a:moveTo>
                  <a:lnTo>
                    <a:pt x="3835" y="469495"/>
                  </a:lnTo>
                  <a:lnTo>
                    <a:pt x="0" y="494272"/>
                  </a:lnTo>
                  <a:close/>
                  <a:moveTo>
                    <a:pt x="574915" y="1032576"/>
                  </a:moveTo>
                  <a:lnTo>
                    <a:pt x="560398" y="1018076"/>
                  </a:lnTo>
                  <a:lnTo>
                    <a:pt x="530957" y="1042903"/>
                  </a:lnTo>
                  <a:close/>
                  <a:moveTo>
                    <a:pt x="242633" y="663610"/>
                  </a:moveTo>
                  <a:lnTo>
                    <a:pt x="273508" y="641895"/>
                  </a:lnTo>
                  <a:lnTo>
                    <a:pt x="326530" y="667713"/>
                  </a:lnTo>
                  <a:close/>
                  <a:moveTo>
                    <a:pt x="395695" y="593707"/>
                  </a:moveTo>
                  <a:lnTo>
                    <a:pt x="391827" y="602272"/>
                  </a:lnTo>
                  <a:lnTo>
                    <a:pt x="409564" y="669338"/>
                  </a:lnTo>
                  <a:close/>
                  <a:moveTo>
                    <a:pt x="580397" y="823050"/>
                  </a:moveTo>
                  <a:lnTo>
                    <a:pt x="592556" y="828731"/>
                  </a:lnTo>
                  <a:lnTo>
                    <a:pt x="606590" y="782165"/>
                  </a:lnTo>
                  <a:close/>
                  <a:moveTo>
                    <a:pt x="608382" y="753003"/>
                  </a:moveTo>
                  <a:lnTo>
                    <a:pt x="625695" y="777956"/>
                  </a:lnTo>
                  <a:lnTo>
                    <a:pt x="633623" y="724223"/>
                  </a:lnTo>
                  <a:close/>
                  <a:moveTo>
                    <a:pt x="606881" y="775760"/>
                  </a:moveTo>
                  <a:lnTo>
                    <a:pt x="606590" y="782165"/>
                  </a:lnTo>
                  <a:lnTo>
                    <a:pt x="608382" y="753003"/>
                  </a:lnTo>
                  <a:close/>
                  <a:moveTo>
                    <a:pt x="395517" y="588845"/>
                  </a:moveTo>
                  <a:lnTo>
                    <a:pt x="387551" y="586283"/>
                  </a:lnTo>
                  <a:lnTo>
                    <a:pt x="392673" y="569613"/>
                  </a:lnTo>
                  <a:close/>
                  <a:moveTo>
                    <a:pt x="204835" y="316205"/>
                  </a:moveTo>
                  <a:lnTo>
                    <a:pt x="213312" y="372057"/>
                  </a:lnTo>
                  <a:lnTo>
                    <a:pt x="221450" y="387561"/>
                  </a:lnTo>
                  <a:close/>
                  <a:moveTo>
                    <a:pt x="776954" y="751666"/>
                  </a:moveTo>
                  <a:lnTo>
                    <a:pt x="764142" y="700129"/>
                  </a:lnTo>
                  <a:lnTo>
                    <a:pt x="759423" y="698569"/>
                  </a:lnTo>
                  <a:close/>
                  <a:moveTo>
                    <a:pt x="808893" y="731643"/>
                  </a:moveTo>
                  <a:lnTo>
                    <a:pt x="776954" y="751666"/>
                  </a:lnTo>
                  <a:lnTo>
                    <a:pt x="759423" y="698569"/>
                  </a:lnTo>
                  <a:close/>
                  <a:moveTo>
                    <a:pt x="772381" y="698584"/>
                  </a:moveTo>
                  <a:lnTo>
                    <a:pt x="808893" y="731643"/>
                  </a:lnTo>
                  <a:lnTo>
                    <a:pt x="759423" y="698569"/>
                  </a:lnTo>
                  <a:close/>
                  <a:moveTo>
                    <a:pt x="545293" y="422002"/>
                  </a:moveTo>
                  <a:lnTo>
                    <a:pt x="578588" y="428473"/>
                  </a:lnTo>
                  <a:lnTo>
                    <a:pt x="552701" y="418352"/>
                  </a:lnTo>
                  <a:close/>
                  <a:moveTo>
                    <a:pt x="539555" y="400548"/>
                  </a:moveTo>
                  <a:lnTo>
                    <a:pt x="552701" y="418352"/>
                  </a:lnTo>
                  <a:lnTo>
                    <a:pt x="524381" y="371817"/>
                  </a:lnTo>
                  <a:close/>
                  <a:moveTo>
                    <a:pt x="552701" y="418352"/>
                  </a:moveTo>
                  <a:lnTo>
                    <a:pt x="578588" y="428473"/>
                  </a:lnTo>
                  <a:lnTo>
                    <a:pt x="524381" y="371817"/>
                  </a:lnTo>
                  <a:close/>
                  <a:moveTo>
                    <a:pt x="545293" y="422002"/>
                  </a:moveTo>
                  <a:lnTo>
                    <a:pt x="552701" y="418352"/>
                  </a:lnTo>
                  <a:lnTo>
                    <a:pt x="555367" y="409369"/>
                  </a:lnTo>
                  <a:close/>
                  <a:moveTo>
                    <a:pt x="555367" y="409369"/>
                  </a:moveTo>
                  <a:lnTo>
                    <a:pt x="552701" y="418352"/>
                  </a:lnTo>
                  <a:lnTo>
                    <a:pt x="539555" y="400548"/>
                  </a:lnTo>
                  <a:close/>
                  <a:moveTo>
                    <a:pt x="502063" y="188112"/>
                  </a:moveTo>
                  <a:lnTo>
                    <a:pt x="506458" y="198159"/>
                  </a:lnTo>
                  <a:lnTo>
                    <a:pt x="522410" y="201548"/>
                  </a:lnTo>
                  <a:close/>
                  <a:moveTo>
                    <a:pt x="502063" y="188112"/>
                  </a:moveTo>
                  <a:lnTo>
                    <a:pt x="522410" y="201548"/>
                  </a:lnTo>
                  <a:lnTo>
                    <a:pt x="530080" y="178955"/>
                  </a:lnTo>
                  <a:close/>
                  <a:moveTo>
                    <a:pt x="530080" y="178955"/>
                  </a:moveTo>
                  <a:lnTo>
                    <a:pt x="533876" y="188112"/>
                  </a:lnTo>
                  <a:lnTo>
                    <a:pt x="506460" y="141911"/>
                  </a:lnTo>
                  <a:close/>
                  <a:moveTo>
                    <a:pt x="1169607" y="604742"/>
                  </a:moveTo>
                  <a:lnTo>
                    <a:pt x="1186567" y="631196"/>
                  </a:lnTo>
                  <a:lnTo>
                    <a:pt x="1163092" y="620161"/>
                  </a:lnTo>
                  <a:close/>
                  <a:moveTo>
                    <a:pt x="1215183" y="640244"/>
                  </a:moveTo>
                  <a:lnTo>
                    <a:pt x="1203447" y="607102"/>
                  </a:lnTo>
                  <a:lnTo>
                    <a:pt x="1186567" y="631196"/>
                  </a:lnTo>
                  <a:close/>
                  <a:moveTo>
                    <a:pt x="726822" y="37078"/>
                  </a:moveTo>
                  <a:lnTo>
                    <a:pt x="779159" y="58083"/>
                  </a:lnTo>
                  <a:lnTo>
                    <a:pt x="810241" y="39394"/>
                  </a:lnTo>
                  <a:close/>
                  <a:moveTo>
                    <a:pt x="1093024" y="276120"/>
                  </a:moveTo>
                  <a:lnTo>
                    <a:pt x="1087476" y="343374"/>
                  </a:lnTo>
                  <a:lnTo>
                    <a:pt x="1087938" y="349419"/>
                  </a:lnTo>
                  <a:close/>
                  <a:moveTo>
                    <a:pt x="848591" y="16106"/>
                  </a:moveTo>
                  <a:lnTo>
                    <a:pt x="850665" y="40200"/>
                  </a:lnTo>
                  <a:lnTo>
                    <a:pt x="857225" y="40381"/>
                  </a:lnTo>
                  <a:close/>
                  <a:moveTo>
                    <a:pt x="892273" y="36519"/>
                  </a:moveTo>
                  <a:lnTo>
                    <a:pt x="857225" y="40381"/>
                  </a:lnTo>
                  <a:lnTo>
                    <a:pt x="937755" y="31894"/>
                  </a:lnTo>
                  <a:close/>
                  <a:moveTo>
                    <a:pt x="937755" y="31894"/>
                  </a:moveTo>
                  <a:lnTo>
                    <a:pt x="965305" y="0"/>
                  </a:lnTo>
                  <a:lnTo>
                    <a:pt x="892273" y="36519"/>
                  </a:lnTo>
                  <a:close/>
                  <a:moveTo>
                    <a:pt x="1117385" y="198158"/>
                  </a:moveTo>
                  <a:lnTo>
                    <a:pt x="1143843" y="210045"/>
                  </a:lnTo>
                  <a:lnTo>
                    <a:pt x="1166780" y="2292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93" name="Output_density__4192">
              <a:extLst>
                <a:ext uri="{FF2B5EF4-FFF2-40B4-BE49-F238E27FC236}">
                  <a16:creationId xmlns:a16="http://schemas.microsoft.com/office/drawing/2014/main" id="{BE2ABAE7-3D5F-00C8-DFF9-E06F1968788D}"/>
                </a:ext>
              </a:extLst>
            </p:cNvPr>
            <p:cNvSpPr>
              <a:spLocks noGrp="1"/>
            </p:cNvSpPr>
            <p:nvPr/>
          </p:nvSpPr>
          <p:spPr>
            <a:xfrm>
              <a:off x="16171133" y="4076593"/>
              <a:ext cx="456795" cy="173427"/>
            </a:xfrm>
            <a:custGeom>
              <a:avLst/>
              <a:gdLst/>
              <a:ahLst/>
              <a:cxnLst/>
              <a:rect l="0" t="0" r="0" b="0"/>
              <a:pathLst>
                <a:path w="456795" h="173427">
                  <a:moveTo>
                    <a:pt x="56321" y="160244"/>
                  </a:moveTo>
                  <a:lnTo>
                    <a:pt x="0" y="168051"/>
                  </a:lnTo>
                  <a:lnTo>
                    <a:pt x="73850" y="173427"/>
                  </a:lnTo>
                  <a:close/>
                  <a:moveTo>
                    <a:pt x="456795" y="30424"/>
                  </a:moveTo>
                  <a:lnTo>
                    <a:pt x="409850" y="0"/>
                  </a:lnTo>
                  <a:lnTo>
                    <a:pt x="409358" y="29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94" name="Output_density__4193">
              <a:extLst>
                <a:ext uri="{FF2B5EF4-FFF2-40B4-BE49-F238E27FC236}">
                  <a16:creationId xmlns:a16="http://schemas.microsoft.com/office/drawing/2014/main" id="{1BD2E2E6-22A8-A4A4-314B-43DE977B6BB4}"/>
                </a:ext>
              </a:extLst>
            </p:cNvPr>
            <p:cNvSpPr>
              <a:spLocks noGrp="1"/>
            </p:cNvSpPr>
            <p:nvPr/>
          </p:nvSpPr>
          <p:spPr>
            <a:xfrm>
              <a:off x="15385323" y="3419987"/>
              <a:ext cx="1381863" cy="1179155"/>
            </a:xfrm>
            <a:custGeom>
              <a:avLst/>
              <a:gdLst/>
              <a:ahLst/>
              <a:cxnLst/>
              <a:rect l="0" t="0" r="0" b="0"/>
              <a:pathLst>
                <a:path w="1381863" h="1179155">
                  <a:moveTo>
                    <a:pt x="14751" y="642844"/>
                  </a:moveTo>
                  <a:lnTo>
                    <a:pt x="8404" y="687748"/>
                  </a:lnTo>
                  <a:lnTo>
                    <a:pt x="37815" y="662813"/>
                  </a:lnTo>
                  <a:close/>
                  <a:moveTo>
                    <a:pt x="465840" y="1106673"/>
                  </a:moveTo>
                  <a:lnTo>
                    <a:pt x="524245" y="1134116"/>
                  </a:lnTo>
                  <a:lnTo>
                    <a:pt x="487816" y="1082580"/>
                  </a:lnTo>
                  <a:close/>
                  <a:moveTo>
                    <a:pt x="528358" y="1139233"/>
                  </a:moveTo>
                  <a:lnTo>
                    <a:pt x="502955" y="1179155"/>
                  </a:lnTo>
                  <a:lnTo>
                    <a:pt x="581243" y="1162286"/>
                  </a:lnTo>
                  <a:close/>
                  <a:moveTo>
                    <a:pt x="456535" y="1045376"/>
                  </a:moveTo>
                  <a:lnTo>
                    <a:pt x="443287" y="1038697"/>
                  </a:lnTo>
                  <a:lnTo>
                    <a:pt x="487816" y="1082580"/>
                  </a:lnTo>
                  <a:close/>
                  <a:moveTo>
                    <a:pt x="390043" y="981258"/>
                  </a:moveTo>
                  <a:lnTo>
                    <a:pt x="441857" y="1031043"/>
                  </a:lnTo>
                  <a:lnTo>
                    <a:pt x="393324" y="983717"/>
                  </a:lnTo>
                  <a:close/>
                  <a:moveTo>
                    <a:pt x="390043" y="981258"/>
                  </a:moveTo>
                  <a:lnTo>
                    <a:pt x="443287" y="1038697"/>
                  </a:lnTo>
                  <a:lnTo>
                    <a:pt x="441857" y="1031043"/>
                  </a:lnTo>
                  <a:close/>
                  <a:moveTo>
                    <a:pt x="0" y="591308"/>
                  </a:moveTo>
                  <a:lnTo>
                    <a:pt x="14751" y="642844"/>
                  </a:lnTo>
                  <a:lnTo>
                    <a:pt x="30257" y="618750"/>
                  </a:lnTo>
                  <a:close/>
                  <a:moveTo>
                    <a:pt x="441857" y="1031043"/>
                  </a:moveTo>
                  <a:lnTo>
                    <a:pt x="443287" y="1038697"/>
                  </a:lnTo>
                  <a:lnTo>
                    <a:pt x="456535" y="1045376"/>
                  </a:lnTo>
                  <a:close/>
                  <a:moveTo>
                    <a:pt x="389370" y="979506"/>
                  </a:moveTo>
                  <a:lnTo>
                    <a:pt x="390043" y="981258"/>
                  </a:lnTo>
                  <a:lnTo>
                    <a:pt x="393324" y="983717"/>
                  </a:lnTo>
                  <a:close/>
                  <a:moveTo>
                    <a:pt x="660635" y="1149541"/>
                  </a:moveTo>
                  <a:lnTo>
                    <a:pt x="617766" y="1110022"/>
                  </a:lnTo>
                  <a:lnTo>
                    <a:pt x="581243" y="1162286"/>
                  </a:lnTo>
                  <a:close/>
                  <a:moveTo>
                    <a:pt x="527687" y="1070806"/>
                  </a:moveTo>
                  <a:lnTo>
                    <a:pt x="456535" y="1045376"/>
                  </a:lnTo>
                  <a:lnTo>
                    <a:pt x="487816" y="1082580"/>
                  </a:lnTo>
                  <a:close/>
                  <a:moveTo>
                    <a:pt x="460770" y="1024484"/>
                  </a:moveTo>
                  <a:lnTo>
                    <a:pt x="456535" y="1045376"/>
                  </a:lnTo>
                  <a:lnTo>
                    <a:pt x="527687" y="1070806"/>
                  </a:lnTo>
                  <a:close/>
                  <a:moveTo>
                    <a:pt x="527490" y="1008224"/>
                  </a:moveTo>
                  <a:lnTo>
                    <a:pt x="460770" y="1024484"/>
                  </a:lnTo>
                  <a:lnTo>
                    <a:pt x="527687" y="1070806"/>
                  </a:lnTo>
                  <a:close/>
                  <a:moveTo>
                    <a:pt x="441857" y="1031043"/>
                  </a:moveTo>
                  <a:lnTo>
                    <a:pt x="456535" y="1045376"/>
                  </a:lnTo>
                  <a:lnTo>
                    <a:pt x="460770" y="1024484"/>
                  </a:lnTo>
                  <a:close/>
                  <a:moveTo>
                    <a:pt x="395584" y="976753"/>
                  </a:moveTo>
                  <a:lnTo>
                    <a:pt x="393324" y="983717"/>
                  </a:lnTo>
                  <a:lnTo>
                    <a:pt x="466234" y="955413"/>
                  </a:lnTo>
                  <a:close/>
                  <a:moveTo>
                    <a:pt x="393324" y="983717"/>
                  </a:moveTo>
                  <a:lnTo>
                    <a:pt x="441857" y="1031043"/>
                  </a:lnTo>
                  <a:lnTo>
                    <a:pt x="466234" y="955413"/>
                  </a:lnTo>
                  <a:close/>
                  <a:moveTo>
                    <a:pt x="466234" y="955413"/>
                  </a:moveTo>
                  <a:lnTo>
                    <a:pt x="441857" y="1031043"/>
                  </a:lnTo>
                  <a:lnTo>
                    <a:pt x="469142" y="957613"/>
                  </a:lnTo>
                  <a:close/>
                  <a:moveTo>
                    <a:pt x="469142" y="957613"/>
                  </a:moveTo>
                  <a:lnTo>
                    <a:pt x="441857" y="1031043"/>
                  </a:lnTo>
                  <a:lnTo>
                    <a:pt x="460770" y="1024484"/>
                  </a:lnTo>
                  <a:close/>
                  <a:moveTo>
                    <a:pt x="389370" y="979506"/>
                  </a:moveTo>
                  <a:lnTo>
                    <a:pt x="393324" y="983717"/>
                  </a:lnTo>
                  <a:lnTo>
                    <a:pt x="395584" y="976753"/>
                  </a:lnTo>
                  <a:close/>
                  <a:moveTo>
                    <a:pt x="401641" y="903876"/>
                  </a:moveTo>
                  <a:lnTo>
                    <a:pt x="395584" y="976753"/>
                  </a:lnTo>
                  <a:lnTo>
                    <a:pt x="408705" y="906326"/>
                  </a:lnTo>
                  <a:close/>
                  <a:moveTo>
                    <a:pt x="389370" y="979506"/>
                  </a:moveTo>
                  <a:lnTo>
                    <a:pt x="395584" y="976753"/>
                  </a:lnTo>
                  <a:lnTo>
                    <a:pt x="401641" y="903876"/>
                  </a:lnTo>
                  <a:close/>
                  <a:moveTo>
                    <a:pt x="220218" y="685856"/>
                  </a:moveTo>
                  <a:lnTo>
                    <a:pt x="249728" y="697729"/>
                  </a:lnTo>
                  <a:lnTo>
                    <a:pt x="247515" y="707452"/>
                  </a:lnTo>
                  <a:close/>
                  <a:moveTo>
                    <a:pt x="617766" y="1110022"/>
                  </a:moveTo>
                  <a:lnTo>
                    <a:pt x="676283" y="1151450"/>
                  </a:lnTo>
                  <a:lnTo>
                    <a:pt x="611998" y="1102988"/>
                  </a:lnTo>
                  <a:close/>
                  <a:moveTo>
                    <a:pt x="466234" y="955413"/>
                  </a:moveTo>
                  <a:lnTo>
                    <a:pt x="469142" y="957613"/>
                  </a:lnTo>
                  <a:lnTo>
                    <a:pt x="469284" y="954819"/>
                  </a:lnTo>
                  <a:close/>
                  <a:moveTo>
                    <a:pt x="469284" y="954819"/>
                  </a:moveTo>
                  <a:lnTo>
                    <a:pt x="460717" y="926111"/>
                  </a:lnTo>
                  <a:lnTo>
                    <a:pt x="466234" y="955413"/>
                  </a:lnTo>
                  <a:close/>
                  <a:moveTo>
                    <a:pt x="408705" y="906326"/>
                  </a:moveTo>
                  <a:lnTo>
                    <a:pt x="434086" y="903876"/>
                  </a:lnTo>
                  <a:lnTo>
                    <a:pt x="408615" y="903416"/>
                  </a:lnTo>
                  <a:close/>
                  <a:moveTo>
                    <a:pt x="469284" y="954819"/>
                  </a:moveTo>
                  <a:lnTo>
                    <a:pt x="469142" y="957613"/>
                  </a:lnTo>
                  <a:lnTo>
                    <a:pt x="471226" y="955413"/>
                  </a:lnTo>
                  <a:close/>
                  <a:moveTo>
                    <a:pt x="469284" y="954819"/>
                  </a:moveTo>
                  <a:lnTo>
                    <a:pt x="471226" y="955413"/>
                  </a:lnTo>
                  <a:lnTo>
                    <a:pt x="460717" y="926111"/>
                  </a:lnTo>
                  <a:close/>
                  <a:moveTo>
                    <a:pt x="401641" y="903876"/>
                  </a:moveTo>
                  <a:lnTo>
                    <a:pt x="408705" y="906326"/>
                  </a:lnTo>
                  <a:lnTo>
                    <a:pt x="408615" y="903416"/>
                  </a:lnTo>
                  <a:close/>
                  <a:moveTo>
                    <a:pt x="320095" y="686429"/>
                  </a:moveTo>
                  <a:lnTo>
                    <a:pt x="324141" y="629930"/>
                  </a:lnTo>
                  <a:lnTo>
                    <a:pt x="328776" y="697729"/>
                  </a:lnTo>
                  <a:close/>
                  <a:moveTo>
                    <a:pt x="328776" y="697729"/>
                  </a:moveTo>
                  <a:lnTo>
                    <a:pt x="324141" y="629930"/>
                  </a:lnTo>
                  <a:lnTo>
                    <a:pt x="326598" y="622099"/>
                  </a:lnTo>
                  <a:close/>
                  <a:moveTo>
                    <a:pt x="317374" y="625898"/>
                  </a:moveTo>
                  <a:lnTo>
                    <a:pt x="299578" y="672994"/>
                  </a:lnTo>
                  <a:lnTo>
                    <a:pt x="328776" y="697729"/>
                  </a:lnTo>
                  <a:close/>
                  <a:moveTo>
                    <a:pt x="326598" y="622099"/>
                  </a:moveTo>
                  <a:lnTo>
                    <a:pt x="317374" y="625898"/>
                  </a:lnTo>
                  <a:lnTo>
                    <a:pt x="328776" y="697729"/>
                  </a:lnTo>
                  <a:close/>
                  <a:moveTo>
                    <a:pt x="273166" y="646193"/>
                  </a:moveTo>
                  <a:lnTo>
                    <a:pt x="299578" y="672994"/>
                  </a:lnTo>
                  <a:lnTo>
                    <a:pt x="317374" y="625898"/>
                  </a:lnTo>
                  <a:close/>
                  <a:moveTo>
                    <a:pt x="324141" y="629930"/>
                  </a:moveTo>
                  <a:lnTo>
                    <a:pt x="320095" y="686429"/>
                  </a:lnTo>
                  <a:lnTo>
                    <a:pt x="314798" y="673635"/>
                  </a:lnTo>
                  <a:close/>
                  <a:moveTo>
                    <a:pt x="273166" y="646193"/>
                  </a:moveTo>
                  <a:lnTo>
                    <a:pt x="317374" y="625898"/>
                  </a:lnTo>
                  <a:lnTo>
                    <a:pt x="239765" y="624038"/>
                  </a:lnTo>
                  <a:close/>
                  <a:moveTo>
                    <a:pt x="239765" y="624038"/>
                  </a:moveTo>
                  <a:lnTo>
                    <a:pt x="317374" y="625898"/>
                  </a:lnTo>
                  <a:lnTo>
                    <a:pt x="320706" y="617087"/>
                  </a:lnTo>
                  <a:close/>
                  <a:moveTo>
                    <a:pt x="317374" y="625898"/>
                  </a:moveTo>
                  <a:lnTo>
                    <a:pt x="326598" y="622099"/>
                  </a:lnTo>
                  <a:lnTo>
                    <a:pt x="343585" y="579828"/>
                  </a:lnTo>
                  <a:close/>
                  <a:moveTo>
                    <a:pt x="324141" y="629930"/>
                  </a:moveTo>
                  <a:lnTo>
                    <a:pt x="314798" y="673635"/>
                  </a:lnTo>
                  <a:lnTo>
                    <a:pt x="324189" y="620357"/>
                  </a:lnTo>
                  <a:close/>
                  <a:moveTo>
                    <a:pt x="326598" y="622099"/>
                  </a:moveTo>
                  <a:lnTo>
                    <a:pt x="324141" y="629930"/>
                  </a:lnTo>
                  <a:lnTo>
                    <a:pt x="324189" y="620357"/>
                  </a:lnTo>
                  <a:close/>
                  <a:moveTo>
                    <a:pt x="360381" y="590747"/>
                  </a:moveTo>
                  <a:lnTo>
                    <a:pt x="326598" y="622099"/>
                  </a:lnTo>
                  <a:lnTo>
                    <a:pt x="324189" y="620357"/>
                  </a:lnTo>
                  <a:close/>
                  <a:moveTo>
                    <a:pt x="764086" y="883131"/>
                  </a:moveTo>
                  <a:lnTo>
                    <a:pt x="777945" y="859037"/>
                  </a:lnTo>
                  <a:lnTo>
                    <a:pt x="767204" y="831594"/>
                  </a:lnTo>
                  <a:close/>
                  <a:moveTo>
                    <a:pt x="379480" y="395207"/>
                  </a:moveTo>
                  <a:lnTo>
                    <a:pt x="333787" y="361583"/>
                  </a:lnTo>
                  <a:lnTo>
                    <a:pt x="328607" y="367765"/>
                  </a:lnTo>
                  <a:close/>
                  <a:moveTo>
                    <a:pt x="379480" y="395207"/>
                  </a:moveTo>
                  <a:lnTo>
                    <a:pt x="328607" y="367765"/>
                  </a:lnTo>
                  <a:lnTo>
                    <a:pt x="344814" y="419301"/>
                  </a:lnTo>
                  <a:close/>
                  <a:moveTo>
                    <a:pt x="863008" y="731870"/>
                  </a:moveTo>
                  <a:lnTo>
                    <a:pt x="814635" y="701469"/>
                  </a:lnTo>
                  <a:lnTo>
                    <a:pt x="782078" y="714645"/>
                  </a:lnTo>
                  <a:close/>
                  <a:moveTo>
                    <a:pt x="790318" y="680333"/>
                  </a:moveTo>
                  <a:lnTo>
                    <a:pt x="782078" y="714645"/>
                  </a:lnTo>
                  <a:lnTo>
                    <a:pt x="814635" y="701469"/>
                  </a:lnTo>
                  <a:close/>
                  <a:moveTo>
                    <a:pt x="790318" y="680333"/>
                  </a:moveTo>
                  <a:lnTo>
                    <a:pt x="772486" y="704427"/>
                  </a:lnTo>
                  <a:lnTo>
                    <a:pt x="782078" y="714645"/>
                  </a:lnTo>
                  <a:close/>
                  <a:moveTo>
                    <a:pt x="753336" y="652890"/>
                  </a:moveTo>
                  <a:lnTo>
                    <a:pt x="772486" y="704427"/>
                  </a:lnTo>
                  <a:lnTo>
                    <a:pt x="790318" y="680333"/>
                  </a:lnTo>
                  <a:close/>
                  <a:moveTo>
                    <a:pt x="753336" y="652890"/>
                  </a:moveTo>
                  <a:lnTo>
                    <a:pt x="790318" y="680333"/>
                  </a:lnTo>
                  <a:lnTo>
                    <a:pt x="751497" y="628796"/>
                  </a:lnTo>
                  <a:close/>
                  <a:moveTo>
                    <a:pt x="956884" y="749060"/>
                  </a:moveTo>
                  <a:lnTo>
                    <a:pt x="973892" y="759312"/>
                  </a:lnTo>
                  <a:lnTo>
                    <a:pt x="925579" y="724249"/>
                  </a:lnTo>
                  <a:close/>
                  <a:moveTo>
                    <a:pt x="883539" y="657702"/>
                  </a:moveTo>
                  <a:lnTo>
                    <a:pt x="863008" y="731870"/>
                  </a:lnTo>
                  <a:lnTo>
                    <a:pt x="875091" y="727312"/>
                  </a:lnTo>
                  <a:close/>
                  <a:moveTo>
                    <a:pt x="820644" y="656239"/>
                  </a:moveTo>
                  <a:lnTo>
                    <a:pt x="790318" y="680333"/>
                  </a:lnTo>
                  <a:lnTo>
                    <a:pt x="814635" y="701469"/>
                  </a:lnTo>
                  <a:close/>
                  <a:moveTo>
                    <a:pt x="820644" y="656239"/>
                  </a:moveTo>
                  <a:lnTo>
                    <a:pt x="751497" y="628796"/>
                  </a:lnTo>
                  <a:lnTo>
                    <a:pt x="790318" y="680333"/>
                  </a:lnTo>
                  <a:close/>
                  <a:moveTo>
                    <a:pt x="969093" y="683682"/>
                  </a:moveTo>
                  <a:lnTo>
                    <a:pt x="960582" y="632145"/>
                  </a:lnTo>
                  <a:lnTo>
                    <a:pt x="960949" y="632751"/>
                  </a:lnTo>
                  <a:close/>
                  <a:moveTo>
                    <a:pt x="1242606" y="687030"/>
                  </a:moveTo>
                  <a:lnTo>
                    <a:pt x="1263329" y="751625"/>
                  </a:lnTo>
                  <a:lnTo>
                    <a:pt x="1294498" y="733261"/>
                  </a:lnTo>
                  <a:close/>
                  <a:moveTo>
                    <a:pt x="1242606" y="687030"/>
                  </a:moveTo>
                  <a:lnTo>
                    <a:pt x="1216521" y="711124"/>
                  </a:lnTo>
                  <a:lnTo>
                    <a:pt x="1263329" y="751625"/>
                  </a:lnTo>
                  <a:close/>
                  <a:moveTo>
                    <a:pt x="1091932" y="532421"/>
                  </a:moveTo>
                  <a:lnTo>
                    <a:pt x="1057300" y="505348"/>
                  </a:lnTo>
                  <a:lnTo>
                    <a:pt x="1056074" y="504978"/>
                  </a:lnTo>
                  <a:close/>
                  <a:moveTo>
                    <a:pt x="860215" y="157608"/>
                  </a:moveTo>
                  <a:lnTo>
                    <a:pt x="813352" y="120128"/>
                  </a:lnTo>
                  <a:lnTo>
                    <a:pt x="781162" y="171620"/>
                  </a:lnTo>
                  <a:close/>
                  <a:moveTo>
                    <a:pt x="1303684" y="738567"/>
                  </a:moveTo>
                  <a:lnTo>
                    <a:pt x="1345088" y="714473"/>
                  </a:lnTo>
                  <a:lnTo>
                    <a:pt x="1294498" y="733261"/>
                  </a:lnTo>
                  <a:close/>
                  <a:moveTo>
                    <a:pt x="1294498" y="733261"/>
                  </a:moveTo>
                  <a:lnTo>
                    <a:pt x="1287409" y="662937"/>
                  </a:lnTo>
                  <a:lnTo>
                    <a:pt x="1242606" y="687030"/>
                  </a:lnTo>
                  <a:close/>
                  <a:moveTo>
                    <a:pt x="1232186" y="674962"/>
                  </a:moveTo>
                  <a:lnTo>
                    <a:pt x="1197274" y="617313"/>
                  </a:lnTo>
                  <a:lnTo>
                    <a:pt x="1207137" y="635494"/>
                  </a:lnTo>
                  <a:close/>
                  <a:moveTo>
                    <a:pt x="1118753" y="405254"/>
                  </a:moveTo>
                  <a:lnTo>
                    <a:pt x="1143277" y="472982"/>
                  </a:lnTo>
                  <a:lnTo>
                    <a:pt x="1157689" y="436207"/>
                  </a:lnTo>
                  <a:close/>
                  <a:moveTo>
                    <a:pt x="1115010" y="480884"/>
                  </a:moveTo>
                  <a:lnTo>
                    <a:pt x="1143277" y="472982"/>
                  </a:lnTo>
                  <a:lnTo>
                    <a:pt x="1118753" y="405254"/>
                  </a:lnTo>
                  <a:close/>
                  <a:moveTo>
                    <a:pt x="862049" y="96034"/>
                  </a:moveTo>
                  <a:lnTo>
                    <a:pt x="860215" y="157608"/>
                  </a:lnTo>
                  <a:lnTo>
                    <a:pt x="880426" y="98274"/>
                  </a:lnTo>
                  <a:close/>
                  <a:moveTo>
                    <a:pt x="862049" y="96034"/>
                  </a:moveTo>
                  <a:lnTo>
                    <a:pt x="813352" y="120128"/>
                  </a:lnTo>
                  <a:lnTo>
                    <a:pt x="860215" y="157608"/>
                  </a:lnTo>
                  <a:close/>
                  <a:moveTo>
                    <a:pt x="862049" y="96034"/>
                  </a:moveTo>
                  <a:lnTo>
                    <a:pt x="835482" y="68591"/>
                  </a:lnTo>
                  <a:lnTo>
                    <a:pt x="813352" y="120128"/>
                  </a:lnTo>
                  <a:close/>
                  <a:moveTo>
                    <a:pt x="880426" y="98274"/>
                  </a:moveTo>
                  <a:lnTo>
                    <a:pt x="860215" y="157608"/>
                  </a:lnTo>
                  <a:lnTo>
                    <a:pt x="938791" y="141814"/>
                  </a:lnTo>
                  <a:close/>
                  <a:moveTo>
                    <a:pt x="1381863" y="615426"/>
                  </a:moveTo>
                  <a:lnTo>
                    <a:pt x="1333596" y="611400"/>
                  </a:lnTo>
                  <a:lnTo>
                    <a:pt x="1335228" y="643865"/>
                  </a:lnTo>
                  <a:close/>
                  <a:moveTo>
                    <a:pt x="1157331" y="381160"/>
                  </a:moveTo>
                  <a:lnTo>
                    <a:pt x="1118753" y="405254"/>
                  </a:lnTo>
                  <a:lnTo>
                    <a:pt x="1157689" y="436207"/>
                  </a:lnTo>
                  <a:close/>
                  <a:moveTo>
                    <a:pt x="948828" y="147571"/>
                  </a:moveTo>
                  <a:lnTo>
                    <a:pt x="1013318" y="126215"/>
                  </a:lnTo>
                  <a:lnTo>
                    <a:pt x="938791" y="141814"/>
                  </a:lnTo>
                  <a:close/>
                  <a:moveTo>
                    <a:pt x="938791" y="141814"/>
                  </a:moveTo>
                  <a:lnTo>
                    <a:pt x="1013318" y="126215"/>
                  </a:lnTo>
                  <a:lnTo>
                    <a:pt x="1015876" y="120449"/>
                  </a:lnTo>
                  <a:close/>
                  <a:moveTo>
                    <a:pt x="938791" y="141814"/>
                  </a:moveTo>
                  <a:lnTo>
                    <a:pt x="1015876" y="120449"/>
                  </a:lnTo>
                  <a:lnTo>
                    <a:pt x="958350" y="80043"/>
                  </a:lnTo>
                  <a:close/>
                  <a:moveTo>
                    <a:pt x="882370" y="93966"/>
                  </a:moveTo>
                  <a:lnTo>
                    <a:pt x="862049" y="96034"/>
                  </a:lnTo>
                  <a:lnTo>
                    <a:pt x="880426" y="98274"/>
                  </a:lnTo>
                  <a:close/>
                  <a:moveTo>
                    <a:pt x="880426" y="98274"/>
                  </a:moveTo>
                  <a:lnTo>
                    <a:pt x="945082" y="71940"/>
                  </a:lnTo>
                  <a:lnTo>
                    <a:pt x="882370" y="93966"/>
                  </a:lnTo>
                  <a:close/>
                  <a:moveTo>
                    <a:pt x="938791" y="141814"/>
                  </a:moveTo>
                  <a:lnTo>
                    <a:pt x="958350" y="80043"/>
                  </a:lnTo>
                  <a:lnTo>
                    <a:pt x="880426" y="98274"/>
                  </a:lnTo>
                  <a:close/>
                  <a:moveTo>
                    <a:pt x="1238225" y="253993"/>
                  </a:moveTo>
                  <a:lnTo>
                    <a:pt x="1284439" y="308699"/>
                  </a:lnTo>
                  <a:lnTo>
                    <a:pt x="1286392" y="298253"/>
                  </a:lnTo>
                  <a:close/>
                  <a:moveTo>
                    <a:pt x="1238225" y="253993"/>
                  </a:moveTo>
                  <a:lnTo>
                    <a:pt x="1225376" y="244802"/>
                  </a:lnTo>
                  <a:lnTo>
                    <a:pt x="1196732" y="272607"/>
                  </a:lnTo>
                  <a:close/>
                  <a:moveTo>
                    <a:pt x="1187820" y="202456"/>
                  </a:moveTo>
                  <a:lnTo>
                    <a:pt x="1196732" y="272607"/>
                  </a:lnTo>
                  <a:lnTo>
                    <a:pt x="1225376" y="244802"/>
                  </a:lnTo>
                  <a:close/>
                  <a:moveTo>
                    <a:pt x="1158416" y="169125"/>
                  </a:moveTo>
                  <a:lnTo>
                    <a:pt x="1128178" y="171543"/>
                  </a:lnTo>
                  <a:lnTo>
                    <a:pt x="1187820" y="202456"/>
                  </a:lnTo>
                  <a:close/>
                  <a:moveTo>
                    <a:pt x="1065994" y="47846"/>
                  </a:moveTo>
                  <a:lnTo>
                    <a:pt x="1015876" y="120449"/>
                  </a:lnTo>
                  <a:lnTo>
                    <a:pt x="1033129" y="123477"/>
                  </a:lnTo>
                  <a:close/>
                  <a:moveTo>
                    <a:pt x="1065994" y="47846"/>
                  </a:moveTo>
                  <a:lnTo>
                    <a:pt x="1033129" y="123477"/>
                  </a:lnTo>
                  <a:lnTo>
                    <a:pt x="1070197" y="99382"/>
                  </a:lnTo>
                  <a:close/>
                  <a:moveTo>
                    <a:pt x="963219" y="66220"/>
                  </a:moveTo>
                  <a:lnTo>
                    <a:pt x="903703" y="50404"/>
                  </a:lnTo>
                  <a:lnTo>
                    <a:pt x="945082" y="71940"/>
                  </a:lnTo>
                  <a:close/>
                  <a:moveTo>
                    <a:pt x="963219" y="66220"/>
                  </a:moveTo>
                  <a:lnTo>
                    <a:pt x="1000528" y="11127"/>
                  </a:lnTo>
                  <a:lnTo>
                    <a:pt x="961714" y="4700"/>
                  </a:lnTo>
                  <a:close/>
                  <a:moveTo>
                    <a:pt x="961714" y="4700"/>
                  </a:moveTo>
                  <a:lnTo>
                    <a:pt x="983661" y="0"/>
                  </a:lnTo>
                  <a:lnTo>
                    <a:pt x="938370" y="5341"/>
                  </a:lnTo>
                  <a:close/>
                  <a:moveTo>
                    <a:pt x="961714" y="4700"/>
                  </a:moveTo>
                  <a:lnTo>
                    <a:pt x="1000528" y="11127"/>
                  </a:lnTo>
                  <a:lnTo>
                    <a:pt x="983661" y="0"/>
                  </a:lnTo>
                  <a:close/>
                  <a:moveTo>
                    <a:pt x="1238225" y="253993"/>
                  </a:moveTo>
                  <a:lnTo>
                    <a:pt x="1286392" y="298253"/>
                  </a:lnTo>
                  <a:lnTo>
                    <a:pt x="1303300" y="230622"/>
                  </a:lnTo>
                  <a:close/>
                  <a:moveTo>
                    <a:pt x="1241087" y="180475"/>
                  </a:moveTo>
                  <a:lnTo>
                    <a:pt x="1225376" y="244802"/>
                  </a:lnTo>
                  <a:lnTo>
                    <a:pt x="1273934" y="178362"/>
                  </a:lnTo>
                  <a:close/>
                  <a:moveTo>
                    <a:pt x="1225376" y="244802"/>
                  </a:moveTo>
                  <a:lnTo>
                    <a:pt x="1238225" y="253993"/>
                  </a:lnTo>
                  <a:lnTo>
                    <a:pt x="1273934" y="178362"/>
                  </a:lnTo>
                  <a:close/>
                  <a:moveTo>
                    <a:pt x="1273934" y="178362"/>
                  </a:moveTo>
                  <a:lnTo>
                    <a:pt x="1238225" y="253993"/>
                  </a:lnTo>
                  <a:lnTo>
                    <a:pt x="1299922" y="213943"/>
                  </a:lnTo>
                  <a:close/>
                  <a:moveTo>
                    <a:pt x="1187820" y="202456"/>
                  </a:moveTo>
                  <a:lnTo>
                    <a:pt x="1225376" y="244802"/>
                  </a:lnTo>
                  <a:lnTo>
                    <a:pt x="1241087" y="180475"/>
                  </a:lnTo>
                  <a:close/>
                  <a:moveTo>
                    <a:pt x="1179896" y="129497"/>
                  </a:moveTo>
                  <a:lnTo>
                    <a:pt x="1158416" y="169125"/>
                  </a:lnTo>
                  <a:lnTo>
                    <a:pt x="1192815" y="126825"/>
                  </a:lnTo>
                  <a:close/>
                  <a:moveTo>
                    <a:pt x="1158416" y="169125"/>
                  </a:moveTo>
                  <a:lnTo>
                    <a:pt x="1187820" y="202456"/>
                  </a:lnTo>
                  <a:lnTo>
                    <a:pt x="1192815" y="126825"/>
                  </a:lnTo>
                  <a:close/>
                  <a:moveTo>
                    <a:pt x="1192815" y="126825"/>
                  </a:moveTo>
                  <a:lnTo>
                    <a:pt x="1187820" y="202456"/>
                  </a:lnTo>
                  <a:lnTo>
                    <a:pt x="1239284" y="161904"/>
                  </a:lnTo>
                  <a:close/>
                  <a:moveTo>
                    <a:pt x="1239284" y="161904"/>
                  </a:moveTo>
                  <a:lnTo>
                    <a:pt x="1187820" y="202456"/>
                  </a:lnTo>
                  <a:lnTo>
                    <a:pt x="1241087" y="180475"/>
                  </a:lnTo>
                  <a:close/>
                  <a:moveTo>
                    <a:pt x="1137494" y="150919"/>
                  </a:moveTo>
                  <a:lnTo>
                    <a:pt x="1158416" y="169125"/>
                  </a:lnTo>
                  <a:lnTo>
                    <a:pt x="1179896" y="129497"/>
                  </a:lnTo>
                  <a:close/>
                  <a:moveTo>
                    <a:pt x="1137494" y="150919"/>
                  </a:moveTo>
                  <a:lnTo>
                    <a:pt x="1179896" y="129497"/>
                  </a:lnTo>
                  <a:lnTo>
                    <a:pt x="1098612" y="120206"/>
                  </a:lnTo>
                  <a:close/>
                  <a:moveTo>
                    <a:pt x="1098612" y="120206"/>
                  </a:moveTo>
                  <a:lnTo>
                    <a:pt x="1179896" y="129497"/>
                  </a:lnTo>
                  <a:lnTo>
                    <a:pt x="1182515" y="12432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95" name="Output_density__4194">
              <a:extLst>
                <a:ext uri="{FF2B5EF4-FFF2-40B4-BE49-F238E27FC236}">
                  <a16:creationId xmlns:a16="http://schemas.microsoft.com/office/drawing/2014/main" id="{57AF6C02-2502-324A-478A-06B7B9B64249}"/>
                </a:ext>
              </a:extLst>
            </p:cNvPr>
            <p:cNvSpPr>
              <a:spLocks noGrp="1"/>
            </p:cNvSpPr>
            <p:nvPr/>
          </p:nvSpPr>
          <p:spPr>
            <a:xfrm>
              <a:off x="15379260" y="3420567"/>
              <a:ext cx="1351150" cy="1161706"/>
            </a:xfrm>
            <a:custGeom>
              <a:avLst/>
              <a:gdLst/>
              <a:ahLst/>
              <a:cxnLst/>
              <a:rect l="0" t="0" r="0" b="0"/>
              <a:pathLst>
                <a:path w="1351150" h="1161706">
                  <a:moveTo>
                    <a:pt x="20813" y="642264"/>
                  </a:moveTo>
                  <a:lnTo>
                    <a:pt x="6062" y="590728"/>
                  </a:lnTo>
                  <a:lnTo>
                    <a:pt x="0" y="666358"/>
                  </a:lnTo>
                  <a:close/>
                  <a:moveTo>
                    <a:pt x="494460" y="1157630"/>
                  </a:moveTo>
                  <a:lnTo>
                    <a:pt x="534421" y="1138653"/>
                  </a:lnTo>
                  <a:lnTo>
                    <a:pt x="530308" y="1133536"/>
                  </a:lnTo>
                  <a:close/>
                  <a:moveTo>
                    <a:pt x="6062" y="590728"/>
                  </a:moveTo>
                  <a:lnTo>
                    <a:pt x="36320" y="618170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6062" y="590728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18485" y="567294"/>
                  </a:lnTo>
                  <a:lnTo>
                    <a:pt x="6062" y="590728"/>
                  </a:lnTo>
                  <a:close/>
                  <a:moveTo>
                    <a:pt x="530308" y="1133536"/>
                  </a:moveTo>
                  <a:lnTo>
                    <a:pt x="534421" y="1138653"/>
                  </a:lnTo>
                  <a:lnTo>
                    <a:pt x="535070" y="1131896"/>
                  </a:lnTo>
                  <a:close/>
                  <a:moveTo>
                    <a:pt x="493879" y="1081999"/>
                  </a:moveTo>
                  <a:lnTo>
                    <a:pt x="535070" y="1131896"/>
                  </a:lnTo>
                  <a:lnTo>
                    <a:pt x="533749" y="1070226"/>
                  </a:lnTo>
                  <a:close/>
                  <a:moveTo>
                    <a:pt x="493879" y="1081999"/>
                  </a:moveTo>
                  <a:lnTo>
                    <a:pt x="530308" y="1133536"/>
                  </a:lnTo>
                  <a:lnTo>
                    <a:pt x="535070" y="1131896"/>
                  </a:lnTo>
                  <a:close/>
                  <a:moveTo>
                    <a:pt x="600821" y="1116423"/>
                  </a:moveTo>
                  <a:lnTo>
                    <a:pt x="534421" y="1138653"/>
                  </a:lnTo>
                  <a:lnTo>
                    <a:pt x="587306" y="1161706"/>
                  </a:lnTo>
                  <a:close/>
                  <a:moveTo>
                    <a:pt x="600821" y="1116423"/>
                  </a:moveTo>
                  <a:lnTo>
                    <a:pt x="535070" y="1131896"/>
                  </a:lnTo>
                  <a:lnTo>
                    <a:pt x="534421" y="1138653"/>
                  </a:lnTo>
                  <a:close/>
                  <a:moveTo>
                    <a:pt x="535070" y="1131896"/>
                  </a:moveTo>
                  <a:lnTo>
                    <a:pt x="600821" y="1116423"/>
                  </a:lnTo>
                  <a:lnTo>
                    <a:pt x="588862" y="1063402"/>
                  </a:lnTo>
                  <a:close/>
                  <a:moveTo>
                    <a:pt x="535070" y="1131896"/>
                  </a:moveTo>
                  <a:lnTo>
                    <a:pt x="588862" y="1063402"/>
                  </a:lnTo>
                  <a:lnTo>
                    <a:pt x="533749" y="1070226"/>
                  </a:lnTo>
                  <a:close/>
                  <a:moveTo>
                    <a:pt x="587306" y="1161706"/>
                  </a:moveTo>
                  <a:lnTo>
                    <a:pt x="623829" y="1109442"/>
                  </a:lnTo>
                  <a:lnTo>
                    <a:pt x="600821" y="1116423"/>
                  </a:lnTo>
                  <a:close/>
                  <a:moveTo>
                    <a:pt x="623829" y="1109442"/>
                  </a:moveTo>
                  <a:lnTo>
                    <a:pt x="636050" y="1057905"/>
                  </a:lnTo>
                  <a:lnTo>
                    <a:pt x="600821" y="1116423"/>
                  </a:lnTo>
                  <a:close/>
                  <a:moveTo>
                    <a:pt x="636050" y="1057905"/>
                  </a:moveTo>
                  <a:lnTo>
                    <a:pt x="588862" y="1063402"/>
                  </a:lnTo>
                  <a:lnTo>
                    <a:pt x="600821" y="1116423"/>
                  </a:lnTo>
                  <a:close/>
                  <a:moveTo>
                    <a:pt x="533749" y="1070226"/>
                  </a:moveTo>
                  <a:lnTo>
                    <a:pt x="588862" y="1063402"/>
                  </a:lnTo>
                  <a:lnTo>
                    <a:pt x="533552" y="1007643"/>
                  </a:lnTo>
                  <a:close/>
                  <a:moveTo>
                    <a:pt x="70093" y="490447"/>
                  </a:moveTo>
                  <a:lnTo>
                    <a:pt x="69045" y="491976"/>
                  </a:lnTo>
                  <a:lnTo>
                    <a:pt x="69732" y="491003"/>
                  </a:lnTo>
                  <a:close/>
                  <a:moveTo>
                    <a:pt x="70093" y="490447"/>
                  </a:moveTo>
                  <a:lnTo>
                    <a:pt x="73813" y="491003"/>
                  </a:lnTo>
                  <a:lnTo>
                    <a:pt x="69045" y="491976"/>
                  </a:lnTo>
                  <a:close/>
                  <a:moveTo>
                    <a:pt x="623829" y="1109442"/>
                  </a:moveTo>
                  <a:lnTo>
                    <a:pt x="618060" y="1102408"/>
                  </a:lnTo>
                  <a:lnTo>
                    <a:pt x="636050" y="1057905"/>
                  </a:lnTo>
                  <a:close/>
                  <a:moveTo>
                    <a:pt x="131206" y="466909"/>
                  </a:moveTo>
                  <a:lnTo>
                    <a:pt x="130154" y="480278"/>
                  </a:lnTo>
                  <a:lnTo>
                    <a:pt x="122227" y="510691"/>
                  </a:lnTo>
                  <a:close/>
                  <a:moveTo>
                    <a:pt x="71178" y="490242"/>
                  </a:moveTo>
                  <a:lnTo>
                    <a:pt x="73813" y="491003"/>
                  </a:lnTo>
                  <a:lnTo>
                    <a:pt x="70093" y="490447"/>
                  </a:lnTo>
                  <a:close/>
                  <a:moveTo>
                    <a:pt x="773266" y="831014"/>
                  </a:moveTo>
                  <a:lnTo>
                    <a:pt x="817931" y="825445"/>
                  </a:lnTo>
                  <a:lnTo>
                    <a:pt x="791873" y="824077"/>
                  </a:lnTo>
                  <a:close/>
                  <a:moveTo>
                    <a:pt x="791873" y="824077"/>
                  </a:moveTo>
                  <a:lnTo>
                    <a:pt x="817931" y="825445"/>
                  </a:lnTo>
                  <a:lnTo>
                    <a:pt x="865723" y="829453"/>
                  </a:lnTo>
                  <a:close/>
                  <a:moveTo>
                    <a:pt x="894773" y="803167"/>
                  </a:moveTo>
                  <a:lnTo>
                    <a:pt x="865723" y="829453"/>
                  </a:lnTo>
                  <a:lnTo>
                    <a:pt x="817931" y="825445"/>
                  </a:lnTo>
                  <a:close/>
                  <a:moveTo>
                    <a:pt x="865723" y="829453"/>
                  </a:moveTo>
                  <a:lnTo>
                    <a:pt x="894773" y="803167"/>
                  </a:lnTo>
                  <a:lnTo>
                    <a:pt x="869829" y="806920"/>
                  </a:lnTo>
                  <a:close/>
                  <a:moveTo>
                    <a:pt x="894773" y="803167"/>
                  </a:moveTo>
                  <a:lnTo>
                    <a:pt x="896387" y="782826"/>
                  </a:lnTo>
                  <a:lnTo>
                    <a:pt x="869829" y="806920"/>
                  </a:lnTo>
                  <a:close/>
                  <a:moveTo>
                    <a:pt x="869829" y="806920"/>
                  </a:moveTo>
                  <a:lnTo>
                    <a:pt x="896387" y="782826"/>
                  </a:lnTo>
                  <a:lnTo>
                    <a:pt x="857254" y="797792"/>
                  </a:lnTo>
                  <a:close/>
                  <a:moveTo>
                    <a:pt x="896387" y="782826"/>
                  </a:moveTo>
                  <a:lnTo>
                    <a:pt x="882228" y="756266"/>
                  </a:lnTo>
                  <a:lnTo>
                    <a:pt x="857254" y="797792"/>
                  </a:lnTo>
                  <a:close/>
                  <a:moveTo>
                    <a:pt x="869070" y="731289"/>
                  </a:moveTo>
                  <a:lnTo>
                    <a:pt x="857254" y="797792"/>
                  </a:lnTo>
                  <a:lnTo>
                    <a:pt x="882228" y="756266"/>
                  </a:lnTo>
                  <a:close/>
                  <a:moveTo>
                    <a:pt x="894773" y="803167"/>
                  </a:moveTo>
                  <a:lnTo>
                    <a:pt x="923863" y="817496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6673" y="810269"/>
                  </a:lnTo>
                  <a:lnTo>
                    <a:pt x="941057" y="758732"/>
                  </a:lnTo>
                  <a:close/>
                  <a:moveTo>
                    <a:pt x="941057" y="758732"/>
                  </a:moveTo>
                  <a:lnTo>
                    <a:pt x="962946" y="748480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2946" y="748480"/>
                  </a:lnTo>
                  <a:lnTo>
                    <a:pt x="881154" y="726732"/>
                  </a:lnTo>
                  <a:close/>
                  <a:moveTo>
                    <a:pt x="881154" y="726732"/>
                  </a:moveTo>
                  <a:lnTo>
                    <a:pt x="962946" y="748480"/>
                  </a:lnTo>
                  <a:lnTo>
                    <a:pt x="931641" y="723669"/>
                  </a:lnTo>
                  <a:close/>
                  <a:moveTo>
                    <a:pt x="896387" y="782826"/>
                  </a:moveTo>
                  <a:lnTo>
                    <a:pt x="881154" y="726732"/>
                  </a:lnTo>
                  <a:lnTo>
                    <a:pt x="882228" y="756266"/>
                  </a:lnTo>
                  <a:close/>
                  <a:moveTo>
                    <a:pt x="869070" y="731289"/>
                  </a:moveTo>
                  <a:lnTo>
                    <a:pt x="882228" y="756266"/>
                  </a:lnTo>
                  <a:lnTo>
                    <a:pt x="881154" y="726732"/>
                  </a:lnTo>
                  <a:close/>
                  <a:moveTo>
                    <a:pt x="967354" y="630062"/>
                  </a:moveTo>
                  <a:lnTo>
                    <a:pt x="967012" y="632170"/>
                  </a:lnTo>
                  <a:lnTo>
                    <a:pt x="966644" y="631565"/>
                  </a:lnTo>
                  <a:close/>
                  <a:moveTo>
                    <a:pt x="1238248" y="674381"/>
                  </a:moveTo>
                  <a:lnTo>
                    <a:pt x="1201723" y="656026"/>
                  </a:lnTo>
                  <a:lnTo>
                    <a:pt x="1248668" y="686450"/>
                  </a:lnTo>
                  <a:close/>
                  <a:moveTo>
                    <a:pt x="1213200" y="634914"/>
                  </a:moveTo>
                  <a:lnTo>
                    <a:pt x="1201723" y="656026"/>
                  </a:lnTo>
                  <a:lnTo>
                    <a:pt x="1238248" y="674381"/>
                  </a:lnTo>
                  <a:close/>
                  <a:moveTo>
                    <a:pt x="1351150" y="713893"/>
                  </a:moveTo>
                  <a:lnTo>
                    <a:pt x="1326604" y="695156"/>
                  </a:lnTo>
                  <a:lnTo>
                    <a:pt x="1300560" y="732681"/>
                  </a:lnTo>
                  <a:close/>
                  <a:moveTo>
                    <a:pt x="1326604" y="695156"/>
                  </a:moveTo>
                  <a:lnTo>
                    <a:pt x="1293471" y="662356"/>
                  </a:lnTo>
                  <a:lnTo>
                    <a:pt x="1300560" y="732681"/>
                  </a:lnTo>
                  <a:close/>
                  <a:moveTo>
                    <a:pt x="1248668" y="686450"/>
                  </a:moveTo>
                  <a:lnTo>
                    <a:pt x="1293471" y="662356"/>
                  </a:lnTo>
                  <a:lnTo>
                    <a:pt x="1238248" y="674381"/>
                  </a:lnTo>
                  <a:close/>
                  <a:moveTo>
                    <a:pt x="964412" y="79463"/>
                  </a:moveTo>
                  <a:lnTo>
                    <a:pt x="951145" y="71360"/>
                  </a:lnTo>
                  <a:lnTo>
                    <a:pt x="886488" y="97693"/>
                  </a:lnTo>
                  <a:close/>
                  <a:moveTo>
                    <a:pt x="1033143" y="51703"/>
                  </a:moveTo>
                  <a:lnTo>
                    <a:pt x="1021939" y="119869"/>
                  </a:lnTo>
                  <a:lnTo>
                    <a:pt x="1072056" y="47266"/>
                  </a:lnTo>
                  <a:close/>
                  <a:moveTo>
                    <a:pt x="951145" y="71360"/>
                  </a:moveTo>
                  <a:lnTo>
                    <a:pt x="964412" y="79463"/>
                  </a:lnTo>
                  <a:lnTo>
                    <a:pt x="969281" y="65640"/>
                  </a:lnTo>
                  <a:close/>
                  <a:moveTo>
                    <a:pt x="1033143" y="51703"/>
                  </a:moveTo>
                  <a:lnTo>
                    <a:pt x="964412" y="79463"/>
                  </a:lnTo>
                  <a:lnTo>
                    <a:pt x="1021939" y="119869"/>
                  </a:lnTo>
                  <a:close/>
                  <a:moveTo>
                    <a:pt x="1033143" y="51703"/>
                  </a:moveTo>
                  <a:lnTo>
                    <a:pt x="969281" y="65640"/>
                  </a:lnTo>
                  <a:lnTo>
                    <a:pt x="964412" y="79463"/>
                  </a:lnTo>
                  <a:close/>
                  <a:moveTo>
                    <a:pt x="969281" y="65640"/>
                  </a:moveTo>
                  <a:lnTo>
                    <a:pt x="1033143" y="51703"/>
                  </a:lnTo>
                  <a:lnTo>
                    <a:pt x="1006591" y="10547"/>
                  </a:lnTo>
                  <a:close/>
                  <a:moveTo>
                    <a:pt x="1033143" y="51703"/>
                  </a:moveTo>
                  <a:lnTo>
                    <a:pt x="1079317" y="24821"/>
                  </a:lnTo>
                  <a:lnTo>
                    <a:pt x="1056989" y="7556"/>
                  </a:lnTo>
                  <a:close/>
                  <a:moveTo>
                    <a:pt x="1033143" y="51703"/>
                  </a:moveTo>
                  <a:lnTo>
                    <a:pt x="1056989" y="7556"/>
                  </a:lnTo>
                  <a:lnTo>
                    <a:pt x="1006591" y="10547"/>
                  </a:lnTo>
                  <a:close/>
                  <a:moveTo>
                    <a:pt x="1079317" y="24821"/>
                  </a:moveTo>
                  <a:lnTo>
                    <a:pt x="1072056" y="47266"/>
                  </a:lnTo>
                  <a:lnTo>
                    <a:pt x="1062040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6" name="Output_density__4195">
              <a:extLst>
                <a:ext uri="{FF2B5EF4-FFF2-40B4-BE49-F238E27FC236}">
                  <a16:creationId xmlns:a16="http://schemas.microsoft.com/office/drawing/2014/main" id="{F08682DE-5C25-C8C4-E078-2BDDB1F63E4F}"/>
                </a:ext>
              </a:extLst>
            </p:cNvPr>
            <p:cNvSpPr>
              <a:spLocks noGrp="1"/>
            </p:cNvSpPr>
            <p:nvPr/>
          </p:nvSpPr>
          <p:spPr>
            <a:xfrm>
              <a:off x="15415580" y="3346649"/>
              <a:ext cx="1254181" cy="1056193"/>
            </a:xfrm>
            <a:custGeom>
              <a:avLst/>
              <a:gdLst/>
              <a:ahLst/>
              <a:cxnLst/>
              <a:rect l="0" t="0" r="0" b="0"/>
              <a:pathLst>
                <a:path w="1254181" h="1056193">
                  <a:moveTo>
                    <a:pt x="0" y="692088"/>
                  </a:moveTo>
                  <a:lnTo>
                    <a:pt x="7558" y="736151"/>
                  </a:lnTo>
                  <a:lnTo>
                    <a:pt x="40126" y="723017"/>
                  </a:lnTo>
                  <a:close/>
                  <a:moveTo>
                    <a:pt x="371384" y="977214"/>
                  </a:moveTo>
                  <a:lnTo>
                    <a:pt x="292621" y="945732"/>
                  </a:lnTo>
                  <a:lnTo>
                    <a:pt x="317684" y="949771"/>
                  </a:lnTo>
                  <a:close/>
                  <a:moveTo>
                    <a:pt x="371384" y="977214"/>
                  </a:moveTo>
                  <a:lnTo>
                    <a:pt x="317684" y="949771"/>
                  </a:lnTo>
                  <a:lnTo>
                    <a:pt x="314153" y="1001308"/>
                  </a:lnTo>
                  <a:close/>
                  <a:moveTo>
                    <a:pt x="292621" y="945732"/>
                  </a:moveTo>
                  <a:lnTo>
                    <a:pt x="292354" y="925677"/>
                  </a:lnTo>
                  <a:lnTo>
                    <a:pt x="285198" y="940594"/>
                  </a:lnTo>
                  <a:close/>
                  <a:moveTo>
                    <a:pt x="142581" y="621826"/>
                  </a:moveTo>
                  <a:lnTo>
                    <a:pt x="73815" y="674298"/>
                  </a:lnTo>
                  <a:lnTo>
                    <a:pt x="101179" y="640552"/>
                  </a:lnTo>
                  <a:close/>
                  <a:moveTo>
                    <a:pt x="195833" y="643900"/>
                  </a:moveTo>
                  <a:lnTo>
                    <a:pt x="209507" y="697376"/>
                  </a:lnTo>
                  <a:lnTo>
                    <a:pt x="237798" y="668249"/>
                  </a:lnTo>
                  <a:close/>
                  <a:moveTo>
                    <a:pt x="171248" y="667994"/>
                  </a:moveTo>
                  <a:lnTo>
                    <a:pt x="195833" y="643900"/>
                  </a:lnTo>
                  <a:lnTo>
                    <a:pt x="142581" y="621826"/>
                  </a:lnTo>
                  <a:close/>
                  <a:moveTo>
                    <a:pt x="195833" y="643900"/>
                  </a:moveTo>
                  <a:lnTo>
                    <a:pt x="181892" y="633903"/>
                  </a:lnTo>
                  <a:lnTo>
                    <a:pt x="142581" y="621826"/>
                  </a:lnTo>
                  <a:close/>
                  <a:moveTo>
                    <a:pt x="606819" y="1056193"/>
                  </a:moveTo>
                  <a:lnTo>
                    <a:pt x="642867" y="1039128"/>
                  </a:lnTo>
                  <a:lnTo>
                    <a:pt x="566412" y="1023499"/>
                  </a:lnTo>
                  <a:close/>
                  <a:moveTo>
                    <a:pt x="566412" y="1023499"/>
                  </a:moveTo>
                  <a:lnTo>
                    <a:pt x="642867" y="1039128"/>
                  </a:lnTo>
                  <a:lnTo>
                    <a:pt x="650377" y="1027853"/>
                  </a:lnTo>
                  <a:close/>
                  <a:moveTo>
                    <a:pt x="566412" y="1023499"/>
                  </a:moveTo>
                  <a:lnTo>
                    <a:pt x="650377" y="1027853"/>
                  </a:lnTo>
                  <a:lnTo>
                    <a:pt x="602897" y="1025009"/>
                  </a:lnTo>
                  <a:close/>
                  <a:moveTo>
                    <a:pt x="602897" y="1025009"/>
                  </a:moveTo>
                  <a:lnTo>
                    <a:pt x="522373" y="1004657"/>
                  </a:lnTo>
                  <a:lnTo>
                    <a:pt x="566412" y="1023499"/>
                  </a:lnTo>
                  <a:close/>
                  <a:moveTo>
                    <a:pt x="283292" y="576860"/>
                  </a:moveTo>
                  <a:lnTo>
                    <a:pt x="274815" y="521008"/>
                  </a:lnTo>
                  <a:lnTo>
                    <a:pt x="262264" y="568270"/>
                  </a:lnTo>
                  <a:close/>
                  <a:moveTo>
                    <a:pt x="676860" y="980563"/>
                  </a:moveTo>
                  <a:lnTo>
                    <a:pt x="668753" y="961660"/>
                  </a:lnTo>
                  <a:lnTo>
                    <a:pt x="650377" y="1027853"/>
                  </a:lnTo>
                  <a:close/>
                  <a:moveTo>
                    <a:pt x="676860" y="980563"/>
                  </a:moveTo>
                  <a:lnTo>
                    <a:pt x="673344" y="956469"/>
                  </a:lnTo>
                  <a:lnTo>
                    <a:pt x="668753" y="961660"/>
                  </a:lnTo>
                  <a:close/>
                  <a:moveTo>
                    <a:pt x="676860" y="980563"/>
                  </a:moveTo>
                  <a:lnTo>
                    <a:pt x="680408" y="921104"/>
                  </a:lnTo>
                  <a:lnTo>
                    <a:pt x="672406" y="904932"/>
                  </a:lnTo>
                  <a:close/>
                  <a:moveTo>
                    <a:pt x="676860" y="980563"/>
                  </a:moveTo>
                  <a:lnTo>
                    <a:pt x="672406" y="904932"/>
                  </a:lnTo>
                  <a:lnTo>
                    <a:pt x="673344" y="956469"/>
                  </a:lnTo>
                  <a:close/>
                  <a:moveTo>
                    <a:pt x="468803" y="752978"/>
                  </a:moveTo>
                  <a:lnTo>
                    <a:pt x="447592" y="793705"/>
                  </a:lnTo>
                  <a:lnTo>
                    <a:pt x="462652" y="774416"/>
                  </a:lnTo>
                  <a:close/>
                  <a:moveTo>
                    <a:pt x="447539" y="707522"/>
                  </a:moveTo>
                  <a:lnTo>
                    <a:pt x="462652" y="774416"/>
                  </a:lnTo>
                  <a:lnTo>
                    <a:pt x="460903" y="722880"/>
                  </a:lnTo>
                  <a:close/>
                  <a:moveTo>
                    <a:pt x="447539" y="707522"/>
                  </a:moveTo>
                  <a:lnTo>
                    <a:pt x="468803" y="752978"/>
                  </a:lnTo>
                  <a:lnTo>
                    <a:pt x="462652" y="774416"/>
                  </a:lnTo>
                  <a:close/>
                  <a:moveTo>
                    <a:pt x="397715" y="544176"/>
                  </a:moveTo>
                  <a:lnTo>
                    <a:pt x="392679" y="588394"/>
                  </a:lnTo>
                  <a:lnTo>
                    <a:pt x="420234" y="556520"/>
                  </a:lnTo>
                  <a:close/>
                  <a:moveTo>
                    <a:pt x="364478" y="522730"/>
                  </a:moveTo>
                  <a:lnTo>
                    <a:pt x="337390" y="508118"/>
                  </a:lnTo>
                  <a:lnTo>
                    <a:pt x="397715" y="544176"/>
                  </a:lnTo>
                  <a:close/>
                  <a:moveTo>
                    <a:pt x="314557" y="492639"/>
                  </a:moveTo>
                  <a:lnTo>
                    <a:pt x="337390" y="508118"/>
                  </a:lnTo>
                  <a:lnTo>
                    <a:pt x="364478" y="522730"/>
                  </a:lnTo>
                  <a:close/>
                  <a:moveTo>
                    <a:pt x="314557" y="492639"/>
                  </a:moveTo>
                  <a:lnTo>
                    <a:pt x="314831" y="463716"/>
                  </a:lnTo>
                  <a:lnTo>
                    <a:pt x="337390" y="508118"/>
                  </a:lnTo>
                  <a:close/>
                  <a:moveTo>
                    <a:pt x="647501" y="847132"/>
                  </a:moveTo>
                  <a:lnTo>
                    <a:pt x="628921" y="812734"/>
                  </a:lnTo>
                  <a:lnTo>
                    <a:pt x="599270" y="785617"/>
                  </a:lnTo>
                  <a:close/>
                  <a:moveTo>
                    <a:pt x="574345" y="648460"/>
                  </a:moveTo>
                  <a:lnTo>
                    <a:pt x="546239" y="678276"/>
                  </a:lnTo>
                  <a:lnTo>
                    <a:pt x="615272" y="626804"/>
                  </a:lnTo>
                  <a:close/>
                  <a:moveTo>
                    <a:pt x="397715" y="544176"/>
                  </a:moveTo>
                  <a:lnTo>
                    <a:pt x="444075" y="584853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44075" y="584853"/>
                  </a:lnTo>
                  <a:lnTo>
                    <a:pt x="397715" y="544176"/>
                  </a:lnTo>
                  <a:close/>
                  <a:moveTo>
                    <a:pt x="364478" y="522730"/>
                  </a:moveTo>
                  <a:lnTo>
                    <a:pt x="397715" y="544176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71877" y="574926"/>
                  </a:lnTo>
                  <a:lnTo>
                    <a:pt x="444075" y="584853"/>
                  </a:lnTo>
                  <a:close/>
                  <a:moveTo>
                    <a:pt x="471877" y="574926"/>
                  </a:moveTo>
                  <a:lnTo>
                    <a:pt x="479632" y="593928"/>
                  </a:lnTo>
                  <a:lnTo>
                    <a:pt x="444075" y="584853"/>
                  </a:lnTo>
                  <a:close/>
                  <a:moveTo>
                    <a:pt x="518829" y="615570"/>
                  </a:moveTo>
                  <a:lnTo>
                    <a:pt x="444075" y="584853"/>
                  </a:lnTo>
                  <a:lnTo>
                    <a:pt x="479632" y="593928"/>
                  </a:lnTo>
                  <a:close/>
                  <a:moveTo>
                    <a:pt x="625346" y="614172"/>
                  </a:moveTo>
                  <a:lnTo>
                    <a:pt x="590241" y="604730"/>
                  </a:lnTo>
                  <a:lnTo>
                    <a:pt x="574345" y="648460"/>
                  </a:lnTo>
                  <a:close/>
                  <a:moveTo>
                    <a:pt x="590241" y="604730"/>
                  </a:moveTo>
                  <a:lnTo>
                    <a:pt x="625346" y="614172"/>
                  </a:lnTo>
                  <a:lnTo>
                    <a:pt x="576226" y="553381"/>
                  </a:lnTo>
                  <a:close/>
                  <a:moveTo>
                    <a:pt x="576226" y="553381"/>
                  </a:moveTo>
                  <a:lnTo>
                    <a:pt x="551894" y="510419"/>
                  </a:lnTo>
                  <a:lnTo>
                    <a:pt x="560162" y="547525"/>
                  </a:lnTo>
                  <a:close/>
                  <a:moveTo>
                    <a:pt x="945956" y="894667"/>
                  </a:moveTo>
                  <a:lnTo>
                    <a:pt x="968169" y="901831"/>
                  </a:lnTo>
                  <a:lnTo>
                    <a:pt x="949312" y="884187"/>
                  </a:lnTo>
                  <a:close/>
                  <a:moveTo>
                    <a:pt x="963430" y="842941"/>
                  </a:moveTo>
                  <a:lnTo>
                    <a:pt x="943635" y="832650"/>
                  </a:lnTo>
                  <a:lnTo>
                    <a:pt x="949312" y="884187"/>
                  </a:lnTo>
                  <a:close/>
                  <a:moveTo>
                    <a:pt x="853282" y="731040"/>
                  </a:moveTo>
                  <a:lnTo>
                    <a:pt x="849961" y="729577"/>
                  </a:lnTo>
                  <a:lnTo>
                    <a:pt x="815402" y="755904"/>
                  </a:lnTo>
                  <a:close/>
                  <a:moveTo>
                    <a:pt x="852027" y="718161"/>
                  </a:moveTo>
                  <a:lnTo>
                    <a:pt x="853282" y="731040"/>
                  </a:lnTo>
                  <a:lnTo>
                    <a:pt x="856792" y="678041"/>
                  </a:lnTo>
                  <a:close/>
                  <a:moveTo>
                    <a:pt x="849961" y="729577"/>
                  </a:moveTo>
                  <a:lnTo>
                    <a:pt x="853282" y="731040"/>
                  </a:lnTo>
                  <a:lnTo>
                    <a:pt x="852027" y="718161"/>
                  </a:lnTo>
                  <a:close/>
                  <a:moveTo>
                    <a:pt x="943635" y="832650"/>
                  </a:moveTo>
                  <a:lnTo>
                    <a:pt x="926626" y="822398"/>
                  </a:lnTo>
                  <a:lnTo>
                    <a:pt x="986128" y="824488"/>
                  </a:lnTo>
                  <a:close/>
                  <a:moveTo>
                    <a:pt x="849740" y="671176"/>
                  </a:moveTo>
                  <a:lnTo>
                    <a:pt x="849961" y="729577"/>
                  </a:lnTo>
                  <a:lnTo>
                    <a:pt x="852027" y="718161"/>
                  </a:lnTo>
                  <a:close/>
                  <a:moveTo>
                    <a:pt x="821198" y="719141"/>
                  </a:moveTo>
                  <a:lnTo>
                    <a:pt x="849961" y="729577"/>
                  </a:lnTo>
                  <a:lnTo>
                    <a:pt x="849740" y="671176"/>
                  </a:lnTo>
                  <a:close/>
                  <a:moveTo>
                    <a:pt x="1076151" y="726540"/>
                  </a:moveTo>
                  <a:lnTo>
                    <a:pt x="1102767" y="784463"/>
                  </a:lnTo>
                  <a:lnTo>
                    <a:pt x="1086201" y="732926"/>
                  </a:lnTo>
                  <a:close/>
                  <a:moveTo>
                    <a:pt x="1082816" y="658378"/>
                  </a:moveTo>
                  <a:lnTo>
                    <a:pt x="1086201" y="732926"/>
                  </a:lnTo>
                  <a:lnTo>
                    <a:pt x="1081517" y="681389"/>
                  </a:lnTo>
                  <a:close/>
                  <a:moveTo>
                    <a:pt x="1163059" y="478592"/>
                  </a:moveTo>
                  <a:lnTo>
                    <a:pt x="1158289" y="490017"/>
                  </a:lnTo>
                  <a:lnTo>
                    <a:pt x="1127431" y="509545"/>
                  </a:lnTo>
                  <a:close/>
                  <a:moveTo>
                    <a:pt x="1035285" y="204803"/>
                  </a:moveTo>
                  <a:lnTo>
                    <a:pt x="1002872" y="196815"/>
                  </a:lnTo>
                  <a:lnTo>
                    <a:pt x="962252" y="241322"/>
                  </a:lnTo>
                  <a:close/>
                  <a:moveTo>
                    <a:pt x="1187364" y="402961"/>
                  </a:moveTo>
                  <a:lnTo>
                    <a:pt x="1254181" y="382037"/>
                  </a:lnTo>
                  <a:lnTo>
                    <a:pt x="1207968" y="327331"/>
                  </a:lnTo>
                  <a:close/>
                  <a:moveTo>
                    <a:pt x="1068354" y="193544"/>
                  </a:moveTo>
                  <a:lnTo>
                    <a:pt x="1062491" y="196815"/>
                  </a:lnTo>
                  <a:lnTo>
                    <a:pt x="1097920" y="244882"/>
                  </a:lnTo>
                  <a:close/>
                  <a:moveTo>
                    <a:pt x="1203776" y="134062"/>
                  </a:moveTo>
                  <a:lnTo>
                    <a:pt x="1215516" y="187260"/>
                  </a:lnTo>
                  <a:lnTo>
                    <a:pt x="1212589" y="200164"/>
                  </a:lnTo>
                  <a:close/>
                  <a:moveTo>
                    <a:pt x="1190196" y="19617"/>
                  </a:moveTo>
                  <a:lnTo>
                    <a:pt x="1222095" y="72996"/>
                  </a:lnTo>
                  <a:lnTo>
                    <a:pt x="1196144" y="21460"/>
                  </a:lnTo>
                  <a:close/>
                  <a:moveTo>
                    <a:pt x="1190196" y="19617"/>
                  </a:moveTo>
                  <a:lnTo>
                    <a:pt x="1213522" y="63396"/>
                  </a:lnTo>
                  <a:lnTo>
                    <a:pt x="1222095" y="72996"/>
                  </a:lnTo>
                  <a:close/>
                  <a:moveTo>
                    <a:pt x="1167606" y="0"/>
                  </a:moveTo>
                  <a:lnTo>
                    <a:pt x="1213522" y="63396"/>
                  </a:lnTo>
                  <a:lnTo>
                    <a:pt x="1190196" y="1961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7" name="Output_density__4196">
              <a:extLst>
                <a:ext uri="{FF2B5EF4-FFF2-40B4-BE49-F238E27FC236}">
                  <a16:creationId xmlns:a16="http://schemas.microsoft.com/office/drawing/2014/main" id="{57D20C9F-54A2-3F98-41C2-7768987A4F6A}"/>
                </a:ext>
              </a:extLst>
            </p:cNvPr>
            <p:cNvSpPr>
              <a:spLocks noGrp="1"/>
            </p:cNvSpPr>
            <p:nvPr/>
          </p:nvSpPr>
          <p:spPr>
            <a:xfrm>
              <a:off x="15400074" y="3418218"/>
              <a:ext cx="1320477" cy="1153219"/>
            </a:xfrm>
            <a:custGeom>
              <a:avLst/>
              <a:gdLst/>
              <a:ahLst/>
              <a:cxnLst/>
              <a:rect l="0" t="0" r="0" b="0"/>
              <a:pathLst>
                <a:path w="1320477" h="1153219">
                  <a:moveTo>
                    <a:pt x="15506" y="620519"/>
                  </a:moveTo>
                  <a:lnTo>
                    <a:pt x="0" y="644613"/>
                  </a:lnTo>
                  <a:lnTo>
                    <a:pt x="23064" y="664581"/>
                  </a:lnTo>
                  <a:close/>
                  <a:moveTo>
                    <a:pt x="374619" y="981275"/>
                  </a:moveTo>
                  <a:lnTo>
                    <a:pt x="347222" y="943105"/>
                  </a:lnTo>
                  <a:lnTo>
                    <a:pt x="375292" y="983027"/>
                  </a:lnTo>
                  <a:close/>
                  <a:moveTo>
                    <a:pt x="374619" y="981275"/>
                  </a:moveTo>
                  <a:lnTo>
                    <a:pt x="329659" y="929739"/>
                  </a:lnTo>
                  <a:lnTo>
                    <a:pt x="347222" y="943105"/>
                  </a:lnTo>
                  <a:close/>
                  <a:moveTo>
                    <a:pt x="456475" y="957181"/>
                  </a:moveTo>
                  <a:lnTo>
                    <a:pt x="454391" y="959382"/>
                  </a:lnTo>
                  <a:lnTo>
                    <a:pt x="490630" y="965224"/>
                  </a:lnTo>
                  <a:close/>
                  <a:moveTo>
                    <a:pt x="490630" y="965224"/>
                  </a:moveTo>
                  <a:lnTo>
                    <a:pt x="454391" y="959382"/>
                  </a:lnTo>
                  <a:lnTo>
                    <a:pt x="446019" y="1026253"/>
                  </a:lnTo>
                  <a:close/>
                  <a:moveTo>
                    <a:pt x="490630" y="965224"/>
                  </a:moveTo>
                  <a:lnTo>
                    <a:pt x="446019" y="1026253"/>
                  </a:lnTo>
                  <a:lnTo>
                    <a:pt x="512739" y="1009993"/>
                  </a:lnTo>
                  <a:close/>
                  <a:moveTo>
                    <a:pt x="329659" y="929739"/>
                  </a:moveTo>
                  <a:lnTo>
                    <a:pt x="374619" y="981275"/>
                  </a:lnTo>
                  <a:lnTo>
                    <a:pt x="386890" y="905645"/>
                  </a:lnTo>
                  <a:close/>
                  <a:moveTo>
                    <a:pt x="419335" y="905645"/>
                  </a:moveTo>
                  <a:lnTo>
                    <a:pt x="393954" y="908094"/>
                  </a:lnTo>
                  <a:lnTo>
                    <a:pt x="438478" y="906897"/>
                  </a:lnTo>
                  <a:close/>
                  <a:moveTo>
                    <a:pt x="438478" y="906897"/>
                  </a:moveTo>
                  <a:lnTo>
                    <a:pt x="393954" y="908094"/>
                  </a:lnTo>
                  <a:lnTo>
                    <a:pt x="380833" y="978522"/>
                  </a:lnTo>
                  <a:close/>
                  <a:moveTo>
                    <a:pt x="451483" y="957181"/>
                  </a:moveTo>
                  <a:lnTo>
                    <a:pt x="445966" y="927880"/>
                  </a:lnTo>
                  <a:lnTo>
                    <a:pt x="438478" y="906897"/>
                  </a:lnTo>
                  <a:close/>
                  <a:moveTo>
                    <a:pt x="380833" y="978522"/>
                  </a:moveTo>
                  <a:lnTo>
                    <a:pt x="451483" y="957181"/>
                  </a:lnTo>
                  <a:lnTo>
                    <a:pt x="438478" y="906897"/>
                  </a:lnTo>
                  <a:close/>
                  <a:moveTo>
                    <a:pt x="445966" y="927880"/>
                  </a:moveTo>
                  <a:lnTo>
                    <a:pt x="456475" y="957181"/>
                  </a:lnTo>
                  <a:lnTo>
                    <a:pt x="438478" y="906897"/>
                  </a:lnTo>
                  <a:close/>
                  <a:moveTo>
                    <a:pt x="456475" y="957181"/>
                  </a:moveTo>
                  <a:lnTo>
                    <a:pt x="490630" y="965224"/>
                  </a:lnTo>
                  <a:lnTo>
                    <a:pt x="438478" y="906897"/>
                  </a:lnTo>
                  <a:close/>
                  <a:moveTo>
                    <a:pt x="342250" y="889455"/>
                  </a:moveTo>
                  <a:lnTo>
                    <a:pt x="308127" y="874163"/>
                  </a:lnTo>
                  <a:lnTo>
                    <a:pt x="386890" y="905645"/>
                  </a:lnTo>
                  <a:close/>
                  <a:moveTo>
                    <a:pt x="158087" y="550257"/>
                  </a:moveTo>
                  <a:lnTo>
                    <a:pt x="143991" y="555182"/>
                  </a:lnTo>
                  <a:lnTo>
                    <a:pt x="186754" y="596425"/>
                  </a:lnTo>
                  <a:close/>
                  <a:moveTo>
                    <a:pt x="597247" y="1104757"/>
                  </a:moveTo>
                  <a:lnTo>
                    <a:pt x="661532" y="1153219"/>
                  </a:lnTo>
                  <a:lnTo>
                    <a:pt x="647393" y="1139234"/>
                  </a:lnTo>
                  <a:close/>
                  <a:moveTo>
                    <a:pt x="645884" y="1151309"/>
                  </a:moveTo>
                  <a:lnTo>
                    <a:pt x="661532" y="1153219"/>
                  </a:lnTo>
                  <a:lnTo>
                    <a:pt x="603015" y="1111791"/>
                  </a:lnTo>
                  <a:close/>
                  <a:moveTo>
                    <a:pt x="387681" y="847469"/>
                  </a:moveTo>
                  <a:lnTo>
                    <a:pt x="393864" y="905185"/>
                  </a:lnTo>
                  <a:lnTo>
                    <a:pt x="419335" y="905645"/>
                  </a:lnTo>
                  <a:close/>
                  <a:moveTo>
                    <a:pt x="225014" y="625807"/>
                  </a:moveTo>
                  <a:lnTo>
                    <a:pt x="305955" y="618856"/>
                  </a:lnTo>
                  <a:lnTo>
                    <a:pt x="253304" y="596680"/>
                  </a:lnTo>
                  <a:close/>
                  <a:moveTo>
                    <a:pt x="328834" y="581596"/>
                  </a:moveTo>
                  <a:lnTo>
                    <a:pt x="305955" y="618856"/>
                  </a:lnTo>
                  <a:lnTo>
                    <a:pt x="302623" y="627667"/>
                  </a:lnTo>
                  <a:close/>
                  <a:moveTo>
                    <a:pt x="211339" y="572331"/>
                  </a:moveTo>
                  <a:lnTo>
                    <a:pt x="186754" y="596425"/>
                  </a:lnTo>
                  <a:lnTo>
                    <a:pt x="225014" y="625807"/>
                  </a:lnTo>
                  <a:close/>
                  <a:moveTo>
                    <a:pt x="305955" y="618856"/>
                  </a:moveTo>
                  <a:lnTo>
                    <a:pt x="321953" y="572331"/>
                  </a:lnTo>
                  <a:lnTo>
                    <a:pt x="319697" y="551043"/>
                  </a:lnTo>
                  <a:close/>
                  <a:moveTo>
                    <a:pt x="324348" y="552723"/>
                  </a:moveTo>
                  <a:lnTo>
                    <a:pt x="345630" y="592516"/>
                  </a:lnTo>
                  <a:lnTo>
                    <a:pt x="309438" y="622126"/>
                  </a:lnTo>
                  <a:close/>
                  <a:moveTo>
                    <a:pt x="253304" y="596680"/>
                  </a:moveTo>
                  <a:lnTo>
                    <a:pt x="305955" y="618856"/>
                  </a:lnTo>
                  <a:lnTo>
                    <a:pt x="301498" y="548237"/>
                  </a:lnTo>
                  <a:close/>
                  <a:moveTo>
                    <a:pt x="301498" y="548237"/>
                  </a:moveTo>
                  <a:lnTo>
                    <a:pt x="305955" y="618856"/>
                  </a:lnTo>
                  <a:lnTo>
                    <a:pt x="319697" y="551043"/>
                  </a:lnTo>
                  <a:close/>
                  <a:moveTo>
                    <a:pt x="298798" y="505290"/>
                  </a:moveTo>
                  <a:lnTo>
                    <a:pt x="319697" y="551043"/>
                  </a:lnTo>
                  <a:lnTo>
                    <a:pt x="321953" y="572331"/>
                  </a:lnTo>
                  <a:close/>
                  <a:moveTo>
                    <a:pt x="319697" y="551043"/>
                  </a:moveTo>
                  <a:lnTo>
                    <a:pt x="298798" y="505290"/>
                  </a:lnTo>
                  <a:lnTo>
                    <a:pt x="301498" y="548237"/>
                  </a:lnTo>
                  <a:close/>
                  <a:moveTo>
                    <a:pt x="298798" y="505290"/>
                  </a:moveTo>
                  <a:lnTo>
                    <a:pt x="277770" y="496701"/>
                  </a:lnTo>
                  <a:lnTo>
                    <a:pt x="301498" y="548237"/>
                  </a:lnTo>
                  <a:close/>
                  <a:moveTo>
                    <a:pt x="749335" y="884900"/>
                  </a:moveTo>
                  <a:lnTo>
                    <a:pt x="737350" y="908994"/>
                  </a:lnTo>
                  <a:lnTo>
                    <a:pt x="773750" y="936436"/>
                  </a:lnTo>
                  <a:close/>
                  <a:moveTo>
                    <a:pt x="689857" y="791717"/>
                  </a:moveTo>
                  <a:lnTo>
                    <a:pt x="666477" y="781826"/>
                  </a:lnTo>
                  <a:lnTo>
                    <a:pt x="687912" y="833363"/>
                  </a:lnTo>
                  <a:close/>
                  <a:moveTo>
                    <a:pt x="644428" y="741165"/>
                  </a:moveTo>
                  <a:lnTo>
                    <a:pt x="666477" y="781826"/>
                  </a:lnTo>
                  <a:lnTo>
                    <a:pt x="639919" y="731590"/>
                  </a:lnTo>
                  <a:close/>
                  <a:moveTo>
                    <a:pt x="639919" y="731590"/>
                  </a:moveTo>
                  <a:lnTo>
                    <a:pt x="666477" y="781826"/>
                  </a:lnTo>
                  <a:lnTo>
                    <a:pt x="689857" y="791717"/>
                  </a:lnTo>
                  <a:close/>
                  <a:moveTo>
                    <a:pt x="644428" y="741165"/>
                  </a:moveTo>
                  <a:lnTo>
                    <a:pt x="639919" y="731590"/>
                  </a:lnTo>
                  <a:lnTo>
                    <a:pt x="638958" y="730290"/>
                  </a:lnTo>
                  <a:close/>
                  <a:moveTo>
                    <a:pt x="304900" y="369534"/>
                  </a:moveTo>
                  <a:lnTo>
                    <a:pt x="305456" y="421070"/>
                  </a:lnTo>
                  <a:lnTo>
                    <a:pt x="274780" y="393628"/>
                  </a:lnTo>
                  <a:close/>
                  <a:moveTo>
                    <a:pt x="330063" y="421070"/>
                  </a:moveTo>
                  <a:lnTo>
                    <a:pt x="313856" y="369534"/>
                  </a:lnTo>
                  <a:lnTo>
                    <a:pt x="330337" y="392146"/>
                  </a:lnTo>
                  <a:close/>
                  <a:moveTo>
                    <a:pt x="686620" y="819109"/>
                  </a:moveTo>
                  <a:lnTo>
                    <a:pt x="688851" y="884900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87912" y="833363"/>
                  </a:lnTo>
                  <a:lnTo>
                    <a:pt x="666477" y="781826"/>
                  </a:lnTo>
                  <a:close/>
                  <a:moveTo>
                    <a:pt x="663007" y="775563"/>
                  </a:moveTo>
                  <a:lnTo>
                    <a:pt x="686620" y="819109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66477" y="781826"/>
                  </a:lnTo>
                  <a:lnTo>
                    <a:pt x="644428" y="741165"/>
                  </a:lnTo>
                  <a:close/>
                  <a:moveTo>
                    <a:pt x="545127" y="551586"/>
                  </a:moveTo>
                  <a:lnTo>
                    <a:pt x="561745" y="606706"/>
                  </a:lnTo>
                  <a:lnTo>
                    <a:pt x="589851" y="576891"/>
                  </a:lnTo>
                  <a:close/>
                  <a:moveTo>
                    <a:pt x="545127" y="551586"/>
                  </a:moveTo>
                  <a:lnTo>
                    <a:pt x="520618" y="575680"/>
                  </a:lnTo>
                  <a:lnTo>
                    <a:pt x="561745" y="606706"/>
                  </a:lnTo>
                  <a:close/>
                  <a:moveTo>
                    <a:pt x="534335" y="544001"/>
                  </a:moveTo>
                  <a:lnTo>
                    <a:pt x="495139" y="522358"/>
                  </a:lnTo>
                  <a:lnTo>
                    <a:pt x="545127" y="551586"/>
                  </a:lnTo>
                  <a:close/>
                  <a:moveTo>
                    <a:pt x="545127" y="551586"/>
                  </a:moveTo>
                  <a:lnTo>
                    <a:pt x="495139" y="522358"/>
                  </a:lnTo>
                  <a:lnTo>
                    <a:pt x="497868" y="524144"/>
                  </a:lnTo>
                  <a:close/>
                  <a:moveTo>
                    <a:pt x="545127" y="551586"/>
                  </a:moveTo>
                  <a:lnTo>
                    <a:pt x="497868" y="524144"/>
                  </a:lnTo>
                  <a:lnTo>
                    <a:pt x="520618" y="575680"/>
                  </a:lnTo>
                  <a:close/>
                  <a:moveTo>
                    <a:pt x="545127" y="551586"/>
                  </a:moveTo>
                  <a:lnTo>
                    <a:pt x="589851" y="576891"/>
                  </a:lnTo>
                  <a:lnTo>
                    <a:pt x="605747" y="533160"/>
                  </a:lnTo>
                  <a:close/>
                  <a:moveTo>
                    <a:pt x="591732" y="481812"/>
                  </a:moveTo>
                  <a:lnTo>
                    <a:pt x="545127" y="551586"/>
                  </a:lnTo>
                  <a:lnTo>
                    <a:pt x="605747" y="533160"/>
                  </a:lnTo>
                  <a:close/>
                  <a:moveTo>
                    <a:pt x="910828" y="726018"/>
                  </a:moveTo>
                  <a:lnTo>
                    <a:pt x="959141" y="761081"/>
                  </a:lnTo>
                  <a:lnTo>
                    <a:pt x="978936" y="771372"/>
                  </a:lnTo>
                  <a:close/>
                  <a:moveTo>
                    <a:pt x="799884" y="703238"/>
                  </a:moveTo>
                  <a:lnTo>
                    <a:pt x="848257" y="733638"/>
                  </a:lnTo>
                  <a:lnTo>
                    <a:pt x="830908" y="684335"/>
                  </a:lnTo>
                  <a:close/>
                  <a:moveTo>
                    <a:pt x="830908" y="684335"/>
                  </a:moveTo>
                  <a:lnTo>
                    <a:pt x="848257" y="733638"/>
                  </a:lnTo>
                  <a:lnTo>
                    <a:pt x="868788" y="659471"/>
                  </a:lnTo>
                  <a:close/>
                  <a:moveTo>
                    <a:pt x="860340" y="729081"/>
                  </a:moveTo>
                  <a:lnTo>
                    <a:pt x="900133" y="671969"/>
                  </a:lnTo>
                  <a:lnTo>
                    <a:pt x="868788" y="659471"/>
                  </a:lnTo>
                  <a:close/>
                  <a:moveTo>
                    <a:pt x="805893" y="658008"/>
                  </a:moveTo>
                  <a:lnTo>
                    <a:pt x="736751" y="628107"/>
                  </a:lnTo>
                  <a:lnTo>
                    <a:pt x="736746" y="630565"/>
                  </a:lnTo>
                  <a:close/>
                  <a:moveTo>
                    <a:pt x="720435" y="580870"/>
                  </a:moveTo>
                  <a:lnTo>
                    <a:pt x="736746" y="630565"/>
                  </a:lnTo>
                  <a:lnTo>
                    <a:pt x="736751" y="628107"/>
                  </a:lnTo>
                  <a:close/>
                  <a:moveTo>
                    <a:pt x="739540" y="606471"/>
                  </a:moveTo>
                  <a:lnTo>
                    <a:pt x="720435" y="580870"/>
                  </a:lnTo>
                  <a:lnTo>
                    <a:pt x="736751" y="628107"/>
                  </a:lnTo>
                  <a:close/>
                  <a:moveTo>
                    <a:pt x="959141" y="761081"/>
                  </a:moveTo>
                  <a:lnTo>
                    <a:pt x="961757" y="810099"/>
                  </a:lnTo>
                  <a:lnTo>
                    <a:pt x="964819" y="812618"/>
                  </a:lnTo>
                  <a:close/>
                  <a:moveTo>
                    <a:pt x="1031156" y="774096"/>
                  </a:moveTo>
                  <a:lnTo>
                    <a:pt x="961757" y="810099"/>
                  </a:lnTo>
                  <a:lnTo>
                    <a:pt x="959141" y="761081"/>
                  </a:lnTo>
                  <a:close/>
                  <a:moveTo>
                    <a:pt x="1288933" y="740336"/>
                  </a:moveTo>
                  <a:lnTo>
                    <a:pt x="1279747" y="735030"/>
                  </a:lnTo>
                  <a:lnTo>
                    <a:pt x="1248578" y="753394"/>
                  </a:lnTo>
                  <a:close/>
                  <a:moveTo>
                    <a:pt x="1098323" y="586809"/>
                  </a:moveTo>
                  <a:lnTo>
                    <a:pt x="1091657" y="654971"/>
                  </a:lnTo>
                  <a:lnTo>
                    <a:pt x="1101707" y="661357"/>
                  </a:lnTo>
                  <a:close/>
                  <a:moveTo>
                    <a:pt x="1077181" y="534190"/>
                  </a:moveTo>
                  <a:lnTo>
                    <a:pt x="1041323" y="506747"/>
                  </a:lnTo>
                  <a:lnTo>
                    <a:pt x="1059919" y="482653"/>
                  </a:lnTo>
                  <a:close/>
                  <a:moveTo>
                    <a:pt x="1192386" y="637263"/>
                  </a:moveTo>
                  <a:lnTo>
                    <a:pt x="1182523" y="619081"/>
                  </a:lnTo>
                  <a:lnTo>
                    <a:pt x="1155300" y="578470"/>
                  </a:lnTo>
                  <a:close/>
                  <a:moveTo>
                    <a:pt x="1100259" y="482653"/>
                  </a:moveTo>
                  <a:lnTo>
                    <a:pt x="1123082" y="498639"/>
                  </a:lnTo>
                  <a:lnTo>
                    <a:pt x="1128526" y="474751"/>
                  </a:lnTo>
                  <a:close/>
                  <a:moveTo>
                    <a:pt x="1064980" y="431116"/>
                  </a:moveTo>
                  <a:lnTo>
                    <a:pt x="1100259" y="482653"/>
                  </a:lnTo>
                  <a:lnTo>
                    <a:pt x="1104002" y="407023"/>
                  </a:lnTo>
                  <a:close/>
                  <a:moveTo>
                    <a:pt x="1178510" y="409354"/>
                  </a:moveTo>
                  <a:lnTo>
                    <a:pt x="1142938" y="437976"/>
                  </a:lnTo>
                  <a:lnTo>
                    <a:pt x="1128526" y="474751"/>
                  </a:lnTo>
                  <a:close/>
                  <a:moveTo>
                    <a:pt x="1123482" y="365232"/>
                  </a:moveTo>
                  <a:lnTo>
                    <a:pt x="1064980" y="431116"/>
                  </a:lnTo>
                  <a:lnTo>
                    <a:pt x="1104002" y="407023"/>
                  </a:lnTo>
                  <a:close/>
                  <a:moveTo>
                    <a:pt x="1320477" y="645634"/>
                  </a:moveTo>
                  <a:lnTo>
                    <a:pt x="1318845" y="613169"/>
                  </a:lnTo>
                  <a:lnTo>
                    <a:pt x="1303610" y="596604"/>
                  </a:lnTo>
                  <a:close/>
                  <a:moveTo>
                    <a:pt x="1107520" y="331392"/>
                  </a:moveTo>
                  <a:lnTo>
                    <a:pt x="1127298" y="350264"/>
                  </a:lnTo>
                  <a:lnTo>
                    <a:pt x="1104002" y="407023"/>
                  </a:lnTo>
                  <a:close/>
                  <a:moveTo>
                    <a:pt x="934077" y="149339"/>
                  </a:moveTo>
                  <a:lnTo>
                    <a:pt x="977759" y="169753"/>
                  </a:lnTo>
                  <a:lnTo>
                    <a:pt x="998567" y="127984"/>
                  </a:lnTo>
                  <a:close/>
                  <a:moveTo>
                    <a:pt x="977759" y="169753"/>
                  </a:moveTo>
                  <a:lnTo>
                    <a:pt x="1018378" y="125245"/>
                  </a:lnTo>
                  <a:lnTo>
                    <a:pt x="998567" y="127984"/>
                  </a:lnTo>
                  <a:close/>
                  <a:moveTo>
                    <a:pt x="998567" y="127984"/>
                  </a:moveTo>
                  <a:lnTo>
                    <a:pt x="1018378" y="125245"/>
                  </a:lnTo>
                  <a:lnTo>
                    <a:pt x="1001125" y="122218"/>
                  </a:lnTo>
                  <a:close/>
                  <a:moveTo>
                    <a:pt x="847298" y="97803"/>
                  </a:moveTo>
                  <a:lnTo>
                    <a:pt x="867619" y="95735"/>
                  </a:lnTo>
                  <a:lnTo>
                    <a:pt x="888952" y="52173"/>
                  </a:lnTo>
                  <a:close/>
                  <a:moveTo>
                    <a:pt x="867619" y="95735"/>
                  </a:moveTo>
                  <a:lnTo>
                    <a:pt x="930331" y="73709"/>
                  </a:lnTo>
                  <a:lnTo>
                    <a:pt x="888952" y="52173"/>
                  </a:lnTo>
                  <a:close/>
                  <a:moveTo>
                    <a:pt x="1184922" y="279855"/>
                  </a:moveTo>
                  <a:lnTo>
                    <a:pt x="1202871" y="331392"/>
                  </a:lnTo>
                  <a:lnTo>
                    <a:pt x="1223474" y="255761"/>
                  </a:lnTo>
                  <a:close/>
                  <a:moveTo>
                    <a:pt x="1055446" y="101151"/>
                  </a:moveTo>
                  <a:lnTo>
                    <a:pt x="1050791" y="133234"/>
                  </a:lnTo>
                  <a:lnTo>
                    <a:pt x="1083861" y="121975"/>
                  </a:lnTo>
                  <a:close/>
                  <a:moveTo>
                    <a:pt x="1055446" y="101151"/>
                  </a:moveTo>
                  <a:lnTo>
                    <a:pt x="1018378" y="125245"/>
                  </a:lnTo>
                  <a:lnTo>
                    <a:pt x="1050791" y="133234"/>
                  </a:lnTo>
                  <a:close/>
                  <a:moveTo>
                    <a:pt x="1122743" y="152688"/>
                  </a:moveTo>
                  <a:lnTo>
                    <a:pt x="1083861" y="121975"/>
                  </a:lnTo>
                  <a:lnTo>
                    <a:pt x="1113427" y="173312"/>
                  </a:lnTo>
                  <a:close/>
                  <a:moveTo>
                    <a:pt x="908201" y="0"/>
                  </a:moveTo>
                  <a:lnTo>
                    <a:pt x="946963" y="6469"/>
                  </a:lnTo>
                  <a:lnTo>
                    <a:pt x="923619" y="7110"/>
                  </a:lnTo>
                  <a:close/>
                  <a:moveTo>
                    <a:pt x="1122743" y="152688"/>
                  </a:moveTo>
                  <a:lnTo>
                    <a:pt x="1113427" y="173312"/>
                  </a:lnTo>
                  <a:lnTo>
                    <a:pt x="1143665" y="170894"/>
                  </a:lnTo>
                  <a:close/>
                  <a:moveTo>
                    <a:pt x="1285171" y="215712"/>
                  </a:moveTo>
                  <a:lnTo>
                    <a:pt x="1223474" y="255761"/>
                  </a:lnTo>
                  <a:lnTo>
                    <a:pt x="1288549" y="232390"/>
                  </a:lnTo>
                  <a:close/>
                  <a:moveTo>
                    <a:pt x="1288549" y="232390"/>
                  </a:moveTo>
                  <a:lnTo>
                    <a:pt x="1271641" y="300022"/>
                  </a:lnTo>
                  <a:lnTo>
                    <a:pt x="1297281" y="255761"/>
                  </a:lnTo>
                  <a:close/>
                  <a:moveTo>
                    <a:pt x="1297281" y="255761"/>
                  </a:moveTo>
                  <a:lnTo>
                    <a:pt x="1285171" y="215712"/>
                  </a:lnTo>
                  <a:lnTo>
                    <a:pt x="1288549" y="232390"/>
                  </a:lnTo>
                  <a:close/>
                  <a:moveTo>
                    <a:pt x="1278304" y="180131"/>
                  </a:moveTo>
                  <a:lnTo>
                    <a:pt x="1285171" y="215712"/>
                  </a:lnTo>
                  <a:lnTo>
                    <a:pt x="1297281" y="255761"/>
                  </a:lnTo>
                  <a:close/>
                  <a:moveTo>
                    <a:pt x="1228095" y="128594"/>
                  </a:moveTo>
                  <a:lnTo>
                    <a:pt x="1224533" y="163673"/>
                  </a:lnTo>
                  <a:lnTo>
                    <a:pt x="1239837" y="146507"/>
                  </a:lnTo>
                  <a:close/>
                  <a:moveTo>
                    <a:pt x="1239837" y="146507"/>
                  </a:moveTo>
                  <a:lnTo>
                    <a:pt x="1224533" y="163673"/>
                  </a:lnTo>
                  <a:lnTo>
                    <a:pt x="1226336" y="182244"/>
                  </a:lnTo>
                  <a:close/>
                  <a:moveTo>
                    <a:pt x="1259183" y="180131"/>
                  </a:moveTo>
                  <a:lnTo>
                    <a:pt x="1274425" y="175535"/>
                  </a:lnTo>
                  <a:lnTo>
                    <a:pt x="1239837" y="146507"/>
                  </a:lnTo>
                  <a:close/>
                  <a:moveTo>
                    <a:pt x="1226336" y="182244"/>
                  </a:moveTo>
                  <a:lnTo>
                    <a:pt x="1259183" y="180131"/>
                  </a:lnTo>
                  <a:lnTo>
                    <a:pt x="1239837" y="146507"/>
                  </a:lnTo>
                  <a:close/>
                  <a:moveTo>
                    <a:pt x="1259183" y="180131"/>
                  </a:moveTo>
                  <a:lnTo>
                    <a:pt x="1285171" y="215712"/>
                  </a:lnTo>
                  <a:lnTo>
                    <a:pt x="1277913" y="178295"/>
                  </a:lnTo>
                  <a:close/>
                  <a:moveTo>
                    <a:pt x="1277913" y="178295"/>
                  </a:moveTo>
                  <a:lnTo>
                    <a:pt x="1274425" y="175535"/>
                  </a:lnTo>
                  <a:lnTo>
                    <a:pt x="1259183" y="180131"/>
                  </a:lnTo>
                  <a:close/>
                  <a:moveTo>
                    <a:pt x="1224533" y="163673"/>
                  </a:moveTo>
                  <a:lnTo>
                    <a:pt x="1228095" y="128594"/>
                  </a:lnTo>
                  <a:lnTo>
                    <a:pt x="1231023" y="115691"/>
                  </a:lnTo>
                  <a:close/>
                  <a:moveTo>
                    <a:pt x="1277913" y="178295"/>
                  </a:moveTo>
                  <a:lnTo>
                    <a:pt x="1285171" y="215712"/>
                  </a:lnTo>
                  <a:lnTo>
                    <a:pt x="1278304" y="180131"/>
                  </a:lnTo>
                  <a:close/>
                  <a:moveTo>
                    <a:pt x="1277913" y="178295"/>
                  </a:moveTo>
                  <a:lnTo>
                    <a:pt x="1278304" y="180131"/>
                  </a:lnTo>
                  <a:lnTo>
                    <a:pt x="1274425" y="175535"/>
                  </a:lnTo>
                  <a:close/>
                  <a:moveTo>
                    <a:pt x="1178064" y="128594"/>
                  </a:moveTo>
                  <a:lnTo>
                    <a:pt x="1224533" y="163673"/>
                  </a:lnTo>
                  <a:lnTo>
                    <a:pt x="1231023" y="11569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98" name="Output_density__4197">
              <a:extLst>
                <a:ext uri="{FF2B5EF4-FFF2-40B4-BE49-F238E27FC236}">
                  <a16:creationId xmlns:a16="http://schemas.microsoft.com/office/drawing/2014/main" id="{08D5518B-2795-393A-CB63-75B0A7012AD7}"/>
                </a:ext>
              </a:extLst>
            </p:cNvPr>
            <p:cNvSpPr>
              <a:spLocks noGrp="1"/>
            </p:cNvSpPr>
            <p:nvPr/>
          </p:nvSpPr>
          <p:spPr>
            <a:xfrm>
              <a:off x="15473105" y="3419645"/>
              <a:ext cx="1164570" cy="794901"/>
            </a:xfrm>
            <a:custGeom>
              <a:avLst/>
              <a:gdLst/>
              <a:ahLst/>
              <a:cxnLst/>
              <a:rect l="0" t="0" r="0" b="0"/>
              <a:pathLst>
                <a:path w="1164570" h="794901">
                  <a:moveTo>
                    <a:pt x="0" y="675299"/>
                  </a:moveTo>
                  <a:lnTo>
                    <a:pt x="12454" y="626079"/>
                  </a:lnTo>
                  <a:lnTo>
                    <a:pt x="3055" y="619092"/>
                  </a:lnTo>
                  <a:close/>
                  <a:moveTo>
                    <a:pt x="327110" y="794901"/>
                  </a:moveTo>
                  <a:lnTo>
                    <a:pt x="309694" y="787328"/>
                  </a:lnTo>
                  <a:lnTo>
                    <a:pt x="342090" y="777051"/>
                  </a:lnTo>
                  <a:close/>
                  <a:moveTo>
                    <a:pt x="342090" y="777051"/>
                  </a:moveTo>
                  <a:lnTo>
                    <a:pt x="309694" y="787328"/>
                  </a:lnTo>
                  <a:lnTo>
                    <a:pt x="365964" y="765492"/>
                  </a:lnTo>
                  <a:close/>
                  <a:moveTo>
                    <a:pt x="217290" y="448012"/>
                  </a:moveTo>
                  <a:lnTo>
                    <a:pt x="219915" y="443737"/>
                  </a:lnTo>
                  <a:lnTo>
                    <a:pt x="204738" y="495274"/>
                  </a:lnTo>
                  <a:close/>
                  <a:moveTo>
                    <a:pt x="1019437" y="735560"/>
                  </a:moveTo>
                  <a:lnTo>
                    <a:pt x="1045242" y="711466"/>
                  </a:lnTo>
                  <a:lnTo>
                    <a:pt x="1031252" y="736506"/>
                  </a:lnTo>
                  <a:close/>
                  <a:moveTo>
                    <a:pt x="1150506" y="75631"/>
                  </a:moveTo>
                  <a:lnTo>
                    <a:pt x="1148800" y="17247"/>
                  </a:lnTo>
                  <a:lnTo>
                    <a:pt x="1146251" y="61065"/>
                  </a:lnTo>
                  <a:close/>
                  <a:moveTo>
                    <a:pt x="1164570" y="0"/>
                  </a:moveTo>
                  <a:lnTo>
                    <a:pt x="1148800" y="17247"/>
                  </a:lnTo>
                  <a:lnTo>
                    <a:pt x="1150506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9" name="Output_density__4198">
              <a:extLst>
                <a:ext uri="{FF2B5EF4-FFF2-40B4-BE49-F238E27FC236}">
                  <a16:creationId xmlns:a16="http://schemas.microsoft.com/office/drawing/2014/main" id="{FE406506-32D7-C0FB-0E9A-292963DE4399}"/>
                </a:ext>
              </a:extLst>
            </p:cNvPr>
            <p:cNvSpPr>
              <a:spLocks noGrp="1"/>
            </p:cNvSpPr>
            <p:nvPr/>
          </p:nvSpPr>
          <p:spPr>
            <a:xfrm>
              <a:off x="15423138" y="3410044"/>
              <a:ext cx="1214537" cy="1171501"/>
            </a:xfrm>
            <a:custGeom>
              <a:avLst/>
              <a:gdLst/>
              <a:ahLst/>
              <a:cxnLst/>
              <a:rect l="0" t="0" r="0" b="0"/>
              <a:pathLst>
                <a:path w="1214537" h="1171501">
                  <a:moveTo>
                    <a:pt x="0" y="672755"/>
                  </a:moveTo>
                  <a:lnTo>
                    <a:pt x="49967" y="684899"/>
                  </a:lnTo>
                  <a:lnTo>
                    <a:pt x="32568" y="659622"/>
                  </a:lnTo>
                  <a:close/>
                  <a:moveTo>
                    <a:pt x="277640" y="877199"/>
                  </a:moveTo>
                  <a:lnTo>
                    <a:pt x="259833" y="850397"/>
                  </a:lnTo>
                  <a:lnTo>
                    <a:pt x="221943" y="843634"/>
                  </a:lnTo>
                  <a:close/>
                  <a:moveTo>
                    <a:pt x="622819" y="1159483"/>
                  </a:moveTo>
                  <a:lnTo>
                    <a:pt x="663550" y="1171501"/>
                  </a:lnTo>
                  <a:lnTo>
                    <a:pt x="638468" y="1161393"/>
                  </a:lnTo>
                  <a:close/>
                  <a:moveTo>
                    <a:pt x="364617" y="855643"/>
                  </a:moveTo>
                  <a:lnTo>
                    <a:pt x="396271" y="913818"/>
                  </a:lnTo>
                  <a:lnTo>
                    <a:pt x="367674" y="862282"/>
                  </a:lnTo>
                  <a:close/>
                  <a:moveTo>
                    <a:pt x="642819" y="964458"/>
                  </a:moveTo>
                  <a:lnTo>
                    <a:pt x="669011" y="923572"/>
                  </a:lnTo>
                  <a:lnTo>
                    <a:pt x="669302" y="917167"/>
                  </a:lnTo>
                  <a:close/>
                  <a:moveTo>
                    <a:pt x="635309" y="975732"/>
                  </a:moveTo>
                  <a:lnTo>
                    <a:pt x="654977" y="970139"/>
                  </a:lnTo>
                  <a:lnTo>
                    <a:pt x="642819" y="964458"/>
                  </a:lnTo>
                  <a:close/>
                  <a:moveTo>
                    <a:pt x="394943" y="736398"/>
                  </a:moveTo>
                  <a:lnTo>
                    <a:pt x="392058" y="786651"/>
                  </a:lnTo>
                  <a:lnTo>
                    <a:pt x="415931" y="775093"/>
                  </a:lnTo>
                  <a:close/>
                  <a:moveTo>
                    <a:pt x="394943" y="736398"/>
                  </a:moveTo>
                  <a:lnTo>
                    <a:pt x="415931" y="775093"/>
                  </a:lnTo>
                  <a:lnTo>
                    <a:pt x="440034" y="730309"/>
                  </a:lnTo>
                  <a:close/>
                  <a:moveTo>
                    <a:pt x="440034" y="730309"/>
                  </a:moveTo>
                  <a:lnTo>
                    <a:pt x="457939" y="730252"/>
                  </a:lnTo>
                  <a:lnTo>
                    <a:pt x="455094" y="711021"/>
                  </a:lnTo>
                  <a:close/>
                  <a:moveTo>
                    <a:pt x="454249" y="743679"/>
                  </a:moveTo>
                  <a:lnTo>
                    <a:pt x="457939" y="730252"/>
                  </a:lnTo>
                  <a:lnTo>
                    <a:pt x="440034" y="730309"/>
                  </a:lnTo>
                  <a:close/>
                  <a:moveTo>
                    <a:pt x="415931" y="775093"/>
                  </a:moveTo>
                  <a:lnTo>
                    <a:pt x="454249" y="743679"/>
                  </a:lnTo>
                  <a:lnTo>
                    <a:pt x="440034" y="730309"/>
                  </a:lnTo>
                  <a:close/>
                  <a:moveTo>
                    <a:pt x="282391" y="429244"/>
                  </a:moveTo>
                  <a:lnTo>
                    <a:pt x="269883" y="453338"/>
                  </a:lnTo>
                  <a:lnTo>
                    <a:pt x="251716" y="401801"/>
                  </a:lnTo>
                  <a:close/>
                  <a:moveTo>
                    <a:pt x="617788" y="550776"/>
                  </a:moveTo>
                  <a:lnTo>
                    <a:pt x="566787" y="585065"/>
                  </a:lnTo>
                  <a:lnTo>
                    <a:pt x="607714" y="563409"/>
                  </a:lnTo>
                  <a:close/>
                  <a:moveTo>
                    <a:pt x="617788" y="550776"/>
                  </a:moveTo>
                  <a:lnTo>
                    <a:pt x="601976" y="541955"/>
                  </a:lnTo>
                  <a:lnTo>
                    <a:pt x="568668" y="489985"/>
                  </a:lnTo>
                  <a:close/>
                  <a:moveTo>
                    <a:pt x="938398" y="831271"/>
                  </a:moveTo>
                  <a:lnTo>
                    <a:pt x="955013" y="853616"/>
                  </a:lnTo>
                  <a:lnTo>
                    <a:pt x="960611" y="838435"/>
                  </a:lnTo>
                  <a:close/>
                  <a:moveTo>
                    <a:pt x="936384" y="882893"/>
                  </a:moveTo>
                  <a:lnTo>
                    <a:pt x="955013" y="853616"/>
                  </a:lnTo>
                  <a:lnTo>
                    <a:pt x="938398" y="831271"/>
                  </a:lnTo>
                  <a:close/>
                  <a:moveTo>
                    <a:pt x="960611" y="838435"/>
                  </a:moveTo>
                  <a:lnTo>
                    <a:pt x="955872" y="779545"/>
                  </a:lnTo>
                  <a:lnTo>
                    <a:pt x="941754" y="820792"/>
                  </a:lnTo>
                  <a:close/>
                  <a:moveTo>
                    <a:pt x="810159" y="595833"/>
                  </a:moveTo>
                  <a:lnTo>
                    <a:pt x="842182" y="607780"/>
                  </a:lnTo>
                  <a:lnTo>
                    <a:pt x="825549" y="558560"/>
                  </a:lnTo>
                  <a:close/>
                  <a:moveTo>
                    <a:pt x="844469" y="654765"/>
                  </a:moveTo>
                  <a:lnTo>
                    <a:pt x="849234" y="614645"/>
                  </a:lnTo>
                  <a:lnTo>
                    <a:pt x="842182" y="607780"/>
                  </a:lnTo>
                  <a:close/>
                  <a:moveTo>
                    <a:pt x="1078643" y="669530"/>
                  </a:moveTo>
                  <a:lnTo>
                    <a:pt x="1095209" y="721067"/>
                  </a:lnTo>
                  <a:lnTo>
                    <a:pt x="1069216" y="693624"/>
                  </a:lnTo>
                  <a:close/>
                  <a:moveTo>
                    <a:pt x="1053862" y="549635"/>
                  </a:moveTo>
                  <a:lnTo>
                    <a:pt x="1075258" y="594983"/>
                  </a:lnTo>
                  <a:lnTo>
                    <a:pt x="1073959" y="617994"/>
                  </a:lnTo>
                  <a:close/>
                  <a:moveTo>
                    <a:pt x="791409" y="91462"/>
                  </a:moveTo>
                  <a:lnTo>
                    <a:pt x="824233" y="105976"/>
                  </a:lnTo>
                  <a:lnTo>
                    <a:pt x="865888" y="60347"/>
                  </a:lnTo>
                  <a:close/>
                  <a:moveTo>
                    <a:pt x="1027727" y="141407"/>
                  </a:moveTo>
                  <a:lnTo>
                    <a:pt x="1054933" y="133419"/>
                  </a:lnTo>
                  <a:lnTo>
                    <a:pt x="1060796" y="130149"/>
                  </a:lnTo>
                  <a:close/>
                  <a:moveTo>
                    <a:pt x="1196218" y="70666"/>
                  </a:moveTo>
                  <a:lnTo>
                    <a:pt x="1205030" y="136768"/>
                  </a:lnTo>
                  <a:lnTo>
                    <a:pt x="1200474" y="85231"/>
                  </a:lnTo>
                  <a:close/>
                  <a:moveTo>
                    <a:pt x="1196218" y="70666"/>
                  </a:moveTo>
                  <a:lnTo>
                    <a:pt x="1198768" y="26848"/>
                  </a:lnTo>
                  <a:lnTo>
                    <a:pt x="1159296" y="53944"/>
                  </a:lnTo>
                  <a:close/>
                  <a:moveTo>
                    <a:pt x="1205964" y="0"/>
                  </a:moveTo>
                  <a:lnTo>
                    <a:pt x="1198768" y="26848"/>
                  </a:lnTo>
                  <a:lnTo>
                    <a:pt x="1214537" y="960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0" name="Output_density__4199">
              <a:extLst>
                <a:ext uri="{FF2B5EF4-FFF2-40B4-BE49-F238E27FC236}">
                  <a16:creationId xmlns:a16="http://schemas.microsoft.com/office/drawing/2014/main" id="{2A0AB0BC-DCCB-F84C-8AEF-3D7404392226}"/>
                </a:ext>
              </a:extLst>
            </p:cNvPr>
            <p:cNvSpPr>
              <a:spLocks noGrp="1"/>
            </p:cNvSpPr>
            <p:nvPr/>
          </p:nvSpPr>
          <p:spPr>
            <a:xfrm>
              <a:off x="16412404" y="3445388"/>
              <a:ext cx="46174" cy="26882"/>
            </a:xfrm>
            <a:custGeom>
              <a:avLst/>
              <a:gdLst/>
              <a:ahLst/>
              <a:cxnLst/>
              <a:rect l="0" t="0" r="0" b="0"/>
              <a:pathLst>
                <a:path w="46174" h="26882">
                  <a:moveTo>
                    <a:pt x="38913" y="22445"/>
                  </a:moveTo>
                  <a:lnTo>
                    <a:pt x="46174" y="0"/>
                  </a:lnTo>
                  <a:lnTo>
                    <a:pt x="0" y="268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1" name="Output_density__4200">
              <a:extLst>
                <a:ext uri="{FF2B5EF4-FFF2-40B4-BE49-F238E27FC236}">
                  <a16:creationId xmlns:a16="http://schemas.microsoft.com/office/drawing/2014/main" id="{096F1D52-EE09-1399-C28C-9DED041FFB00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153354"/>
              <a:ext cx="1309036" cy="1572364"/>
            </a:xfrm>
            <a:custGeom>
              <a:avLst/>
              <a:gdLst/>
              <a:ahLst/>
              <a:cxnLst/>
              <a:rect l="0" t="0" r="0" b="0"/>
              <a:pathLst>
                <a:path w="1309036" h="1572364">
                  <a:moveTo>
                    <a:pt x="381098" y="1572364"/>
                  </a:moveTo>
                  <a:lnTo>
                    <a:pt x="350713" y="1534304"/>
                  </a:lnTo>
                  <a:lnTo>
                    <a:pt x="357073" y="1552010"/>
                  </a:lnTo>
                  <a:close/>
                  <a:moveTo>
                    <a:pt x="362227" y="1541585"/>
                  </a:moveTo>
                  <a:lnTo>
                    <a:pt x="350713" y="1534304"/>
                  </a:lnTo>
                  <a:lnTo>
                    <a:pt x="381098" y="1572364"/>
                  </a:lnTo>
                  <a:close/>
                  <a:moveTo>
                    <a:pt x="357073" y="1552010"/>
                  </a:moveTo>
                  <a:lnTo>
                    <a:pt x="350713" y="1534304"/>
                  </a:lnTo>
                  <a:lnTo>
                    <a:pt x="322054" y="1494861"/>
                  </a:lnTo>
                  <a:close/>
                  <a:moveTo>
                    <a:pt x="348999" y="1527916"/>
                  </a:moveTo>
                  <a:lnTo>
                    <a:pt x="322054" y="1494861"/>
                  </a:lnTo>
                  <a:lnTo>
                    <a:pt x="350713" y="1534304"/>
                  </a:lnTo>
                  <a:close/>
                  <a:moveTo>
                    <a:pt x="348999" y="1527916"/>
                  </a:moveTo>
                  <a:lnTo>
                    <a:pt x="305936" y="1476379"/>
                  </a:lnTo>
                  <a:lnTo>
                    <a:pt x="322054" y="1494861"/>
                  </a:lnTo>
                  <a:close/>
                  <a:moveTo>
                    <a:pt x="330809" y="1154319"/>
                  </a:moveTo>
                  <a:lnTo>
                    <a:pt x="296419" y="1118972"/>
                  </a:lnTo>
                  <a:lnTo>
                    <a:pt x="296686" y="1139027"/>
                  </a:lnTo>
                  <a:close/>
                  <a:moveTo>
                    <a:pt x="218745" y="1067435"/>
                  </a:moveTo>
                  <a:lnTo>
                    <a:pt x="213124" y="1063669"/>
                  </a:lnTo>
                  <a:lnTo>
                    <a:pt x="178739" y="1070010"/>
                  </a:lnTo>
                  <a:close/>
                  <a:moveTo>
                    <a:pt x="4065" y="885383"/>
                  </a:moveTo>
                  <a:lnTo>
                    <a:pt x="54228" y="933241"/>
                  </a:lnTo>
                  <a:lnTo>
                    <a:pt x="0" y="876602"/>
                  </a:lnTo>
                  <a:close/>
                  <a:moveTo>
                    <a:pt x="585806" y="1369621"/>
                  </a:moveTo>
                  <a:lnTo>
                    <a:pt x="635952" y="1404098"/>
                  </a:lnTo>
                  <a:lnTo>
                    <a:pt x="618367" y="1395845"/>
                  </a:lnTo>
                  <a:close/>
                  <a:moveTo>
                    <a:pt x="296419" y="1118972"/>
                  </a:moveTo>
                  <a:lnTo>
                    <a:pt x="330809" y="1154319"/>
                  </a:lnTo>
                  <a:lnTo>
                    <a:pt x="333060" y="1109456"/>
                  </a:lnTo>
                  <a:close/>
                  <a:moveTo>
                    <a:pt x="333060" y="1109456"/>
                  </a:moveTo>
                  <a:lnTo>
                    <a:pt x="330809" y="1154319"/>
                  </a:lnTo>
                  <a:lnTo>
                    <a:pt x="382423" y="1170049"/>
                  </a:lnTo>
                  <a:close/>
                  <a:moveTo>
                    <a:pt x="218745" y="1067435"/>
                  </a:moveTo>
                  <a:lnTo>
                    <a:pt x="271456" y="1107088"/>
                  </a:lnTo>
                  <a:lnTo>
                    <a:pt x="260446" y="1043341"/>
                  </a:lnTo>
                  <a:close/>
                  <a:moveTo>
                    <a:pt x="296419" y="1118972"/>
                  </a:moveTo>
                  <a:lnTo>
                    <a:pt x="333060" y="1109456"/>
                  </a:lnTo>
                  <a:lnTo>
                    <a:pt x="271456" y="1107088"/>
                  </a:lnTo>
                  <a:close/>
                  <a:moveTo>
                    <a:pt x="574195" y="1352561"/>
                  </a:moveTo>
                  <a:lnTo>
                    <a:pt x="585806" y="1369621"/>
                  </a:lnTo>
                  <a:lnTo>
                    <a:pt x="618367" y="1395845"/>
                  </a:lnTo>
                  <a:close/>
                  <a:moveTo>
                    <a:pt x="618367" y="1395845"/>
                  </a:moveTo>
                  <a:lnTo>
                    <a:pt x="635952" y="1404098"/>
                  </a:lnTo>
                  <a:lnTo>
                    <a:pt x="633960" y="1393215"/>
                  </a:lnTo>
                  <a:close/>
                  <a:moveTo>
                    <a:pt x="618367" y="1395845"/>
                  </a:moveTo>
                  <a:lnTo>
                    <a:pt x="633960" y="1393215"/>
                  </a:lnTo>
                  <a:lnTo>
                    <a:pt x="574195" y="1352561"/>
                  </a:lnTo>
                  <a:close/>
                  <a:moveTo>
                    <a:pt x="233944" y="925842"/>
                  </a:moveTo>
                  <a:lnTo>
                    <a:pt x="237523" y="940268"/>
                  </a:lnTo>
                  <a:lnTo>
                    <a:pt x="210350" y="918398"/>
                  </a:lnTo>
                  <a:close/>
                  <a:moveTo>
                    <a:pt x="297997" y="886990"/>
                  </a:moveTo>
                  <a:lnTo>
                    <a:pt x="288606" y="940268"/>
                  </a:lnTo>
                  <a:lnTo>
                    <a:pt x="289037" y="919035"/>
                  </a:lnTo>
                  <a:close/>
                  <a:moveTo>
                    <a:pt x="297997" y="886990"/>
                  </a:moveTo>
                  <a:lnTo>
                    <a:pt x="289037" y="919035"/>
                  </a:lnTo>
                  <a:lnTo>
                    <a:pt x="259940" y="879947"/>
                  </a:lnTo>
                  <a:close/>
                  <a:moveTo>
                    <a:pt x="185957" y="827198"/>
                  </a:moveTo>
                  <a:lnTo>
                    <a:pt x="197013" y="813101"/>
                  </a:lnTo>
                  <a:lnTo>
                    <a:pt x="162529" y="779381"/>
                  </a:lnTo>
                  <a:close/>
                  <a:moveTo>
                    <a:pt x="520473" y="1196525"/>
                  </a:moveTo>
                  <a:lnTo>
                    <a:pt x="503547" y="1181005"/>
                  </a:lnTo>
                  <a:lnTo>
                    <a:pt x="504683" y="1173857"/>
                  </a:lnTo>
                  <a:close/>
                  <a:moveTo>
                    <a:pt x="466827" y="1139413"/>
                  </a:moveTo>
                  <a:lnTo>
                    <a:pt x="504683" y="1173857"/>
                  </a:lnTo>
                  <a:lnTo>
                    <a:pt x="500792" y="1170705"/>
                  </a:lnTo>
                  <a:close/>
                  <a:moveTo>
                    <a:pt x="645780" y="1258120"/>
                  </a:moveTo>
                  <a:lnTo>
                    <a:pt x="676747" y="1270926"/>
                  </a:lnTo>
                  <a:lnTo>
                    <a:pt x="661555" y="1247741"/>
                  </a:lnTo>
                  <a:close/>
                  <a:moveTo>
                    <a:pt x="580542" y="1159301"/>
                  </a:moveTo>
                  <a:lnTo>
                    <a:pt x="606962" y="1218304"/>
                  </a:lnTo>
                  <a:lnTo>
                    <a:pt x="621750" y="1152170"/>
                  </a:lnTo>
                  <a:close/>
                  <a:moveTo>
                    <a:pt x="606962" y="1218304"/>
                  </a:moveTo>
                  <a:lnTo>
                    <a:pt x="651663" y="1149763"/>
                  </a:lnTo>
                  <a:lnTo>
                    <a:pt x="621750" y="1152170"/>
                  </a:lnTo>
                  <a:close/>
                  <a:moveTo>
                    <a:pt x="416816" y="953860"/>
                  </a:moveTo>
                  <a:lnTo>
                    <a:pt x="365444" y="1014017"/>
                  </a:lnTo>
                  <a:lnTo>
                    <a:pt x="406566" y="993088"/>
                  </a:lnTo>
                  <a:close/>
                  <a:moveTo>
                    <a:pt x="406566" y="993088"/>
                  </a:moveTo>
                  <a:lnTo>
                    <a:pt x="472868" y="946273"/>
                  </a:lnTo>
                  <a:lnTo>
                    <a:pt x="416816" y="953860"/>
                  </a:lnTo>
                  <a:close/>
                  <a:moveTo>
                    <a:pt x="416816" y="953860"/>
                  </a:moveTo>
                  <a:lnTo>
                    <a:pt x="472868" y="946273"/>
                  </a:lnTo>
                  <a:lnTo>
                    <a:pt x="451605" y="900817"/>
                  </a:lnTo>
                  <a:close/>
                  <a:moveTo>
                    <a:pt x="414105" y="893322"/>
                  </a:moveTo>
                  <a:lnTo>
                    <a:pt x="451605" y="900817"/>
                  </a:lnTo>
                  <a:lnTo>
                    <a:pt x="373778" y="863364"/>
                  </a:lnTo>
                  <a:close/>
                  <a:moveTo>
                    <a:pt x="414105" y="893322"/>
                  </a:moveTo>
                  <a:lnTo>
                    <a:pt x="373778" y="863364"/>
                  </a:lnTo>
                  <a:lnTo>
                    <a:pt x="400723" y="892080"/>
                  </a:lnTo>
                  <a:close/>
                  <a:moveTo>
                    <a:pt x="651663" y="1149763"/>
                  </a:moveTo>
                  <a:lnTo>
                    <a:pt x="672818" y="1154954"/>
                  </a:lnTo>
                  <a:lnTo>
                    <a:pt x="675040" y="1146829"/>
                  </a:lnTo>
                  <a:close/>
                  <a:moveTo>
                    <a:pt x="672818" y="1154954"/>
                  </a:moveTo>
                  <a:lnTo>
                    <a:pt x="677410" y="1149763"/>
                  </a:lnTo>
                  <a:lnTo>
                    <a:pt x="675040" y="1146829"/>
                  </a:lnTo>
                  <a:close/>
                  <a:moveTo>
                    <a:pt x="675179" y="1083972"/>
                  </a:moveTo>
                  <a:lnTo>
                    <a:pt x="675040" y="1146829"/>
                  </a:lnTo>
                  <a:lnTo>
                    <a:pt x="677410" y="1149763"/>
                  </a:lnTo>
                  <a:close/>
                  <a:moveTo>
                    <a:pt x="581725" y="1028824"/>
                  </a:moveTo>
                  <a:lnTo>
                    <a:pt x="604211" y="1073119"/>
                  </a:lnTo>
                  <a:lnTo>
                    <a:pt x="604477" y="1040727"/>
                  </a:lnTo>
                  <a:close/>
                  <a:moveTo>
                    <a:pt x="564708" y="1097819"/>
                  </a:moveTo>
                  <a:lnTo>
                    <a:pt x="604211" y="1073119"/>
                  </a:lnTo>
                  <a:lnTo>
                    <a:pt x="581725" y="1028824"/>
                  </a:lnTo>
                  <a:close/>
                  <a:moveTo>
                    <a:pt x="604477" y="1040727"/>
                  </a:moveTo>
                  <a:lnTo>
                    <a:pt x="604211" y="1073119"/>
                  </a:lnTo>
                  <a:lnTo>
                    <a:pt x="675179" y="1083972"/>
                  </a:lnTo>
                  <a:close/>
                  <a:moveTo>
                    <a:pt x="651566" y="1040427"/>
                  </a:moveTo>
                  <a:lnTo>
                    <a:pt x="604477" y="1040727"/>
                  </a:lnTo>
                  <a:lnTo>
                    <a:pt x="675179" y="1083972"/>
                  </a:lnTo>
                  <a:close/>
                  <a:moveTo>
                    <a:pt x="254804" y="685934"/>
                  </a:moveTo>
                  <a:lnTo>
                    <a:pt x="310119" y="713666"/>
                  </a:lnTo>
                  <a:lnTo>
                    <a:pt x="272419" y="681574"/>
                  </a:lnTo>
                  <a:close/>
                  <a:moveTo>
                    <a:pt x="272419" y="681574"/>
                  </a:moveTo>
                  <a:lnTo>
                    <a:pt x="283917" y="737470"/>
                  </a:lnTo>
                  <a:lnTo>
                    <a:pt x="294015" y="685934"/>
                  </a:lnTo>
                  <a:close/>
                  <a:moveTo>
                    <a:pt x="318622" y="685934"/>
                  </a:moveTo>
                  <a:lnTo>
                    <a:pt x="368543" y="716025"/>
                  </a:lnTo>
                  <a:lnTo>
                    <a:pt x="381086" y="713377"/>
                  </a:lnTo>
                  <a:close/>
                  <a:moveTo>
                    <a:pt x="353288" y="661840"/>
                  </a:moveTo>
                  <a:lnTo>
                    <a:pt x="318622" y="685934"/>
                  </a:lnTo>
                  <a:lnTo>
                    <a:pt x="381086" y="713377"/>
                  </a:lnTo>
                  <a:close/>
                  <a:moveTo>
                    <a:pt x="335267" y="631389"/>
                  </a:moveTo>
                  <a:lnTo>
                    <a:pt x="307595" y="628215"/>
                  </a:lnTo>
                  <a:lnTo>
                    <a:pt x="353288" y="661840"/>
                  </a:lnTo>
                  <a:close/>
                  <a:moveTo>
                    <a:pt x="279049" y="613441"/>
                  </a:moveTo>
                  <a:lnTo>
                    <a:pt x="293459" y="634397"/>
                  </a:lnTo>
                  <a:lnTo>
                    <a:pt x="253252" y="571670"/>
                  </a:lnTo>
                  <a:close/>
                  <a:moveTo>
                    <a:pt x="218952" y="561573"/>
                  </a:moveTo>
                  <a:lnTo>
                    <a:pt x="279049" y="613441"/>
                  </a:lnTo>
                  <a:lnTo>
                    <a:pt x="253252" y="571670"/>
                  </a:lnTo>
                  <a:close/>
                  <a:moveTo>
                    <a:pt x="381086" y="713377"/>
                  </a:moveTo>
                  <a:lnTo>
                    <a:pt x="383111" y="730291"/>
                  </a:lnTo>
                  <a:lnTo>
                    <a:pt x="413023" y="747429"/>
                  </a:lnTo>
                  <a:close/>
                  <a:moveTo>
                    <a:pt x="748860" y="1124797"/>
                  </a:moveTo>
                  <a:lnTo>
                    <a:pt x="760944" y="1174864"/>
                  </a:lnTo>
                  <a:lnTo>
                    <a:pt x="723491" y="1107439"/>
                  </a:lnTo>
                  <a:close/>
                  <a:moveTo>
                    <a:pt x="460214" y="740819"/>
                  </a:moveTo>
                  <a:lnTo>
                    <a:pt x="432139" y="764913"/>
                  </a:lnTo>
                  <a:lnTo>
                    <a:pt x="478043" y="815853"/>
                  </a:lnTo>
                  <a:close/>
                  <a:moveTo>
                    <a:pt x="432139" y="764913"/>
                  </a:moveTo>
                  <a:lnTo>
                    <a:pt x="460214" y="740819"/>
                  </a:lnTo>
                  <a:lnTo>
                    <a:pt x="413023" y="747429"/>
                  </a:lnTo>
                  <a:close/>
                  <a:moveTo>
                    <a:pt x="353288" y="661840"/>
                  </a:moveTo>
                  <a:lnTo>
                    <a:pt x="381086" y="713377"/>
                  </a:lnTo>
                  <a:lnTo>
                    <a:pt x="352048" y="654818"/>
                  </a:lnTo>
                  <a:close/>
                  <a:moveTo>
                    <a:pt x="335267" y="631389"/>
                  </a:moveTo>
                  <a:lnTo>
                    <a:pt x="353288" y="661840"/>
                  </a:lnTo>
                  <a:lnTo>
                    <a:pt x="352048" y="654818"/>
                  </a:lnTo>
                  <a:close/>
                  <a:moveTo>
                    <a:pt x="794452" y="922872"/>
                  </a:moveTo>
                  <a:lnTo>
                    <a:pt x="788443" y="968102"/>
                  </a:lnTo>
                  <a:lnTo>
                    <a:pt x="819467" y="949198"/>
                  </a:lnTo>
                  <a:close/>
                  <a:moveTo>
                    <a:pt x="757463" y="892049"/>
                  </a:moveTo>
                  <a:lnTo>
                    <a:pt x="725310" y="892970"/>
                  </a:lnTo>
                  <a:lnTo>
                    <a:pt x="794452" y="922872"/>
                  </a:lnTo>
                  <a:close/>
                  <a:moveTo>
                    <a:pt x="696674" y="819798"/>
                  </a:moveTo>
                  <a:lnTo>
                    <a:pt x="708367" y="843892"/>
                  </a:lnTo>
                  <a:lnTo>
                    <a:pt x="728099" y="871335"/>
                  </a:lnTo>
                  <a:close/>
                  <a:moveTo>
                    <a:pt x="569347" y="665189"/>
                  </a:moveTo>
                  <a:lnTo>
                    <a:pt x="561240" y="682434"/>
                  </a:lnTo>
                  <a:lnTo>
                    <a:pt x="564227" y="740819"/>
                  </a:lnTo>
                  <a:close/>
                  <a:moveTo>
                    <a:pt x="569347" y="665189"/>
                  </a:moveTo>
                  <a:lnTo>
                    <a:pt x="522232" y="630409"/>
                  </a:lnTo>
                  <a:lnTo>
                    <a:pt x="552873" y="651151"/>
                  </a:lnTo>
                  <a:close/>
                  <a:moveTo>
                    <a:pt x="493798" y="615542"/>
                  </a:moveTo>
                  <a:lnTo>
                    <a:pt x="506430" y="652189"/>
                  </a:lnTo>
                  <a:lnTo>
                    <a:pt x="552873" y="651151"/>
                  </a:lnTo>
                  <a:close/>
                  <a:moveTo>
                    <a:pt x="426584" y="528331"/>
                  </a:moveTo>
                  <a:lnTo>
                    <a:pt x="464382" y="562116"/>
                  </a:lnTo>
                  <a:lnTo>
                    <a:pt x="409802" y="520362"/>
                  </a:lnTo>
                  <a:close/>
                  <a:moveTo>
                    <a:pt x="728099" y="871335"/>
                  </a:moveTo>
                  <a:lnTo>
                    <a:pt x="725310" y="892970"/>
                  </a:lnTo>
                  <a:lnTo>
                    <a:pt x="757463" y="892049"/>
                  </a:lnTo>
                  <a:close/>
                  <a:moveTo>
                    <a:pt x="757463" y="892049"/>
                  </a:moveTo>
                  <a:lnTo>
                    <a:pt x="794452" y="922872"/>
                  </a:lnTo>
                  <a:lnTo>
                    <a:pt x="784368" y="857744"/>
                  </a:lnTo>
                  <a:close/>
                  <a:moveTo>
                    <a:pt x="784368" y="857744"/>
                  </a:moveTo>
                  <a:lnTo>
                    <a:pt x="794452" y="922872"/>
                  </a:lnTo>
                  <a:lnTo>
                    <a:pt x="821782" y="852523"/>
                  </a:lnTo>
                  <a:close/>
                  <a:moveTo>
                    <a:pt x="821782" y="852523"/>
                  </a:moveTo>
                  <a:lnTo>
                    <a:pt x="794452" y="922872"/>
                  </a:lnTo>
                  <a:lnTo>
                    <a:pt x="825264" y="912435"/>
                  </a:lnTo>
                  <a:close/>
                  <a:moveTo>
                    <a:pt x="825264" y="912435"/>
                  </a:moveTo>
                  <a:lnTo>
                    <a:pt x="819467" y="949198"/>
                  </a:lnTo>
                  <a:lnTo>
                    <a:pt x="854027" y="922872"/>
                  </a:lnTo>
                  <a:close/>
                  <a:moveTo>
                    <a:pt x="769347" y="847241"/>
                  </a:moveTo>
                  <a:lnTo>
                    <a:pt x="728099" y="871335"/>
                  </a:lnTo>
                  <a:lnTo>
                    <a:pt x="757463" y="892049"/>
                  </a:lnTo>
                  <a:close/>
                  <a:moveTo>
                    <a:pt x="769347" y="847241"/>
                  </a:moveTo>
                  <a:lnTo>
                    <a:pt x="696674" y="819798"/>
                  </a:lnTo>
                  <a:lnTo>
                    <a:pt x="728099" y="871335"/>
                  </a:lnTo>
                  <a:close/>
                  <a:moveTo>
                    <a:pt x="561874" y="660923"/>
                  </a:moveTo>
                  <a:lnTo>
                    <a:pt x="561240" y="682434"/>
                  </a:lnTo>
                  <a:lnTo>
                    <a:pt x="569347" y="665189"/>
                  </a:lnTo>
                  <a:close/>
                  <a:moveTo>
                    <a:pt x="561874" y="660923"/>
                  </a:moveTo>
                  <a:lnTo>
                    <a:pt x="569347" y="665189"/>
                  </a:lnTo>
                  <a:lnTo>
                    <a:pt x="552873" y="651151"/>
                  </a:lnTo>
                  <a:close/>
                  <a:moveTo>
                    <a:pt x="1034955" y="918649"/>
                  </a:moveTo>
                  <a:lnTo>
                    <a:pt x="1080216" y="919835"/>
                  </a:lnTo>
                  <a:lnTo>
                    <a:pt x="1086882" y="851673"/>
                  </a:lnTo>
                  <a:close/>
                  <a:moveTo>
                    <a:pt x="1034955" y="918649"/>
                  </a:moveTo>
                  <a:lnTo>
                    <a:pt x="1086882" y="851673"/>
                  </a:lnTo>
                  <a:lnTo>
                    <a:pt x="1032509" y="857895"/>
                  </a:lnTo>
                  <a:close/>
                  <a:moveTo>
                    <a:pt x="984166" y="859215"/>
                  </a:moveTo>
                  <a:lnTo>
                    <a:pt x="1034955" y="918649"/>
                  </a:lnTo>
                  <a:lnTo>
                    <a:pt x="1032509" y="857895"/>
                  </a:lnTo>
                  <a:close/>
                  <a:moveTo>
                    <a:pt x="974443" y="804376"/>
                  </a:moveTo>
                  <a:lnTo>
                    <a:pt x="991402" y="837979"/>
                  </a:lnTo>
                  <a:lnTo>
                    <a:pt x="913961" y="823147"/>
                  </a:lnTo>
                  <a:close/>
                  <a:moveTo>
                    <a:pt x="1037222" y="834617"/>
                  </a:moveTo>
                  <a:lnTo>
                    <a:pt x="991402" y="837979"/>
                  </a:lnTo>
                  <a:lnTo>
                    <a:pt x="963806" y="823147"/>
                  </a:lnTo>
                  <a:close/>
                  <a:moveTo>
                    <a:pt x="984166" y="859215"/>
                  </a:moveTo>
                  <a:lnTo>
                    <a:pt x="1032509" y="857895"/>
                  </a:lnTo>
                  <a:lnTo>
                    <a:pt x="963806" y="823147"/>
                  </a:lnTo>
                  <a:close/>
                  <a:moveTo>
                    <a:pt x="1065485" y="806325"/>
                  </a:moveTo>
                  <a:lnTo>
                    <a:pt x="1032509" y="857895"/>
                  </a:lnTo>
                  <a:lnTo>
                    <a:pt x="1086882" y="851673"/>
                  </a:lnTo>
                  <a:close/>
                  <a:moveTo>
                    <a:pt x="1051938" y="779357"/>
                  </a:moveTo>
                  <a:lnTo>
                    <a:pt x="991402" y="837979"/>
                  </a:lnTo>
                  <a:lnTo>
                    <a:pt x="1037222" y="834617"/>
                  </a:lnTo>
                  <a:close/>
                  <a:moveTo>
                    <a:pt x="1051938" y="779357"/>
                  </a:moveTo>
                  <a:lnTo>
                    <a:pt x="1037222" y="834617"/>
                  </a:lnTo>
                  <a:lnTo>
                    <a:pt x="1065740" y="799053"/>
                  </a:lnTo>
                  <a:close/>
                  <a:moveTo>
                    <a:pt x="1167727" y="878032"/>
                  </a:moveTo>
                  <a:lnTo>
                    <a:pt x="1143859" y="843334"/>
                  </a:lnTo>
                  <a:lnTo>
                    <a:pt x="1171082" y="883945"/>
                  </a:lnTo>
                  <a:close/>
                  <a:moveTo>
                    <a:pt x="1292169" y="861467"/>
                  </a:moveTo>
                  <a:lnTo>
                    <a:pt x="1251489" y="856558"/>
                  </a:lnTo>
                  <a:lnTo>
                    <a:pt x="1309036" y="910498"/>
                  </a:lnTo>
                  <a:close/>
                  <a:moveTo>
                    <a:pt x="1251489" y="856558"/>
                  </a:moveTo>
                  <a:lnTo>
                    <a:pt x="1183789" y="898351"/>
                  </a:lnTo>
                  <a:lnTo>
                    <a:pt x="1233093" y="908016"/>
                  </a:lnTo>
                  <a:close/>
                  <a:moveTo>
                    <a:pt x="1251489" y="856558"/>
                  </a:moveTo>
                  <a:lnTo>
                    <a:pt x="1189513" y="868961"/>
                  </a:lnTo>
                  <a:lnTo>
                    <a:pt x="1183789" y="898351"/>
                  </a:lnTo>
                  <a:close/>
                  <a:moveTo>
                    <a:pt x="1189513" y="868961"/>
                  </a:moveTo>
                  <a:lnTo>
                    <a:pt x="1251489" y="856558"/>
                  </a:lnTo>
                  <a:lnTo>
                    <a:pt x="1203184" y="835966"/>
                  </a:lnTo>
                  <a:close/>
                  <a:moveTo>
                    <a:pt x="1251489" y="856558"/>
                  </a:moveTo>
                  <a:lnTo>
                    <a:pt x="1252365" y="845167"/>
                  </a:lnTo>
                  <a:lnTo>
                    <a:pt x="1203184" y="835966"/>
                  </a:lnTo>
                  <a:close/>
                  <a:moveTo>
                    <a:pt x="1156797" y="802402"/>
                  </a:moveTo>
                  <a:lnTo>
                    <a:pt x="1122806" y="759724"/>
                  </a:lnTo>
                  <a:lnTo>
                    <a:pt x="1134831" y="774959"/>
                  </a:lnTo>
                  <a:close/>
                  <a:moveTo>
                    <a:pt x="1156797" y="802402"/>
                  </a:moveTo>
                  <a:lnTo>
                    <a:pt x="1134831" y="774959"/>
                  </a:lnTo>
                  <a:lnTo>
                    <a:pt x="1141858" y="826496"/>
                  </a:lnTo>
                  <a:close/>
                  <a:moveTo>
                    <a:pt x="1131139" y="647792"/>
                  </a:moveTo>
                  <a:lnTo>
                    <a:pt x="1131497" y="702840"/>
                  </a:lnTo>
                  <a:lnTo>
                    <a:pt x="1162354" y="683312"/>
                  </a:lnTo>
                  <a:close/>
                  <a:moveTo>
                    <a:pt x="681702" y="132426"/>
                  </a:moveTo>
                  <a:lnTo>
                    <a:pt x="662922" y="90052"/>
                  </a:lnTo>
                  <a:lnTo>
                    <a:pt x="683346" y="136190"/>
                  </a:lnTo>
                  <a:close/>
                  <a:moveTo>
                    <a:pt x="1252365" y="845167"/>
                  </a:moveTo>
                  <a:lnTo>
                    <a:pt x="1248943" y="795884"/>
                  </a:lnTo>
                  <a:lnTo>
                    <a:pt x="1203184" y="835966"/>
                  </a:lnTo>
                  <a:close/>
                  <a:moveTo>
                    <a:pt x="1131139" y="647792"/>
                  </a:moveTo>
                  <a:lnTo>
                    <a:pt x="1162354" y="683312"/>
                  </a:lnTo>
                  <a:lnTo>
                    <a:pt x="1148181" y="623698"/>
                  </a:lnTo>
                  <a:close/>
                  <a:moveTo>
                    <a:pt x="896760" y="264864"/>
                  </a:moveTo>
                  <a:lnTo>
                    <a:pt x="877511" y="317037"/>
                  </a:lnTo>
                  <a:lnTo>
                    <a:pt x="937027" y="332853"/>
                  </a:lnTo>
                  <a:close/>
                  <a:moveTo>
                    <a:pt x="842223" y="224877"/>
                  </a:moveTo>
                  <a:lnTo>
                    <a:pt x="894619" y="262942"/>
                  </a:lnTo>
                  <a:lnTo>
                    <a:pt x="824304" y="223043"/>
                  </a:lnTo>
                  <a:close/>
                  <a:moveTo>
                    <a:pt x="894619" y="262942"/>
                  </a:moveTo>
                  <a:lnTo>
                    <a:pt x="896760" y="264864"/>
                  </a:lnTo>
                  <a:lnTo>
                    <a:pt x="824304" y="223043"/>
                  </a:lnTo>
                  <a:close/>
                  <a:moveTo>
                    <a:pt x="842223" y="224877"/>
                  </a:moveTo>
                  <a:lnTo>
                    <a:pt x="824304" y="223043"/>
                  </a:lnTo>
                  <a:lnTo>
                    <a:pt x="820175" y="211405"/>
                  </a:lnTo>
                  <a:close/>
                  <a:moveTo>
                    <a:pt x="689369" y="108332"/>
                  </a:moveTo>
                  <a:lnTo>
                    <a:pt x="656489" y="80890"/>
                  </a:lnTo>
                  <a:lnTo>
                    <a:pt x="681702" y="132426"/>
                  </a:lnTo>
                  <a:close/>
                  <a:moveTo>
                    <a:pt x="1058393" y="341921"/>
                  </a:moveTo>
                  <a:lnTo>
                    <a:pt x="1044005" y="366015"/>
                  </a:lnTo>
                  <a:lnTo>
                    <a:pt x="1072420" y="386839"/>
                  </a:lnTo>
                  <a:close/>
                  <a:moveTo>
                    <a:pt x="849952" y="32702"/>
                  </a:moveTo>
                  <a:lnTo>
                    <a:pt x="789952" y="0"/>
                  </a:lnTo>
                  <a:lnTo>
                    <a:pt x="822825" y="17452"/>
                  </a:lnTo>
                  <a:close/>
                  <a:moveTo>
                    <a:pt x="1219582" y="380554"/>
                  </a:moveTo>
                  <a:lnTo>
                    <a:pt x="1156323" y="390962"/>
                  </a:lnTo>
                  <a:lnTo>
                    <a:pt x="1166623" y="393458"/>
                  </a:lnTo>
                  <a:close/>
                  <a:moveTo>
                    <a:pt x="1171535" y="318891"/>
                  </a:moveTo>
                  <a:lnTo>
                    <a:pt x="1156323" y="390962"/>
                  </a:lnTo>
                  <a:lnTo>
                    <a:pt x="1219582" y="380554"/>
                  </a:lnTo>
                  <a:close/>
                  <a:moveTo>
                    <a:pt x="1156323" y="390962"/>
                  </a:moveTo>
                  <a:lnTo>
                    <a:pt x="1171535" y="318891"/>
                  </a:lnTo>
                  <a:lnTo>
                    <a:pt x="1128169" y="325475"/>
                  </a:lnTo>
                  <a:close/>
                  <a:moveTo>
                    <a:pt x="1101548" y="360844"/>
                  </a:moveTo>
                  <a:lnTo>
                    <a:pt x="1156323" y="390962"/>
                  </a:lnTo>
                  <a:lnTo>
                    <a:pt x="1128169" y="325475"/>
                  </a:lnTo>
                  <a:close/>
                  <a:moveTo>
                    <a:pt x="1157529" y="317828"/>
                  </a:moveTo>
                  <a:lnTo>
                    <a:pt x="1171535" y="318891"/>
                  </a:lnTo>
                  <a:lnTo>
                    <a:pt x="1170919" y="310634"/>
                  </a:lnTo>
                  <a:close/>
                  <a:moveTo>
                    <a:pt x="837041" y="24460"/>
                  </a:moveTo>
                  <a:lnTo>
                    <a:pt x="852019" y="84239"/>
                  </a:lnTo>
                  <a:lnTo>
                    <a:pt x="849952" y="32702"/>
                  </a:lnTo>
                  <a:close/>
                  <a:moveTo>
                    <a:pt x="837041" y="24460"/>
                  </a:moveTo>
                  <a:lnTo>
                    <a:pt x="845446" y="80370"/>
                  </a:lnTo>
                  <a:lnTo>
                    <a:pt x="852019" y="84239"/>
                  </a:lnTo>
                  <a:close/>
                  <a:moveTo>
                    <a:pt x="788922" y="25598"/>
                  </a:moveTo>
                  <a:lnTo>
                    <a:pt x="822825" y="17452"/>
                  </a:lnTo>
                  <a:lnTo>
                    <a:pt x="777078" y="21090"/>
                  </a:lnTo>
                  <a:close/>
                  <a:moveTo>
                    <a:pt x="788922" y="25598"/>
                  </a:moveTo>
                  <a:lnTo>
                    <a:pt x="837041" y="24460"/>
                  </a:lnTo>
                  <a:lnTo>
                    <a:pt x="822825" y="1745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2" name="Output_density__4201">
              <a:extLst>
                <a:ext uri="{FF2B5EF4-FFF2-40B4-BE49-F238E27FC236}">
                  <a16:creationId xmlns:a16="http://schemas.microsoft.com/office/drawing/2014/main" id="{8958E534-9425-E136-4CFD-F784AF554FA2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8" y="2594157"/>
              <a:ext cx="1320362" cy="2134573"/>
            </a:xfrm>
            <a:custGeom>
              <a:avLst/>
              <a:gdLst/>
              <a:ahLst/>
              <a:cxnLst/>
              <a:rect l="0" t="0" r="0" b="0"/>
              <a:pathLst>
                <a:path w="1320362" h="2134573">
                  <a:moveTo>
                    <a:pt x="252373" y="2134056"/>
                  </a:moveTo>
                  <a:lnTo>
                    <a:pt x="196754" y="2100782"/>
                  </a:lnTo>
                  <a:lnTo>
                    <a:pt x="215625" y="2131561"/>
                  </a:lnTo>
                  <a:close/>
                  <a:moveTo>
                    <a:pt x="299230" y="2134573"/>
                  </a:moveTo>
                  <a:lnTo>
                    <a:pt x="319375" y="2114555"/>
                  </a:lnTo>
                  <a:lnTo>
                    <a:pt x="276365" y="2088860"/>
                  </a:lnTo>
                  <a:close/>
                  <a:moveTo>
                    <a:pt x="299230" y="2134573"/>
                  </a:moveTo>
                  <a:lnTo>
                    <a:pt x="276365" y="2088860"/>
                  </a:lnTo>
                  <a:lnTo>
                    <a:pt x="252373" y="2134056"/>
                  </a:lnTo>
                  <a:close/>
                  <a:moveTo>
                    <a:pt x="319375" y="2114555"/>
                  </a:moveTo>
                  <a:lnTo>
                    <a:pt x="308576" y="2131938"/>
                  </a:lnTo>
                  <a:lnTo>
                    <a:pt x="332808" y="2125214"/>
                  </a:lnTo>
                  <a:close/>
                  <a:moveTo>
                    <a:pt x="68094" y="1659521"/>
                  </a:moveTo>
                  <a:lnTo>
                    <a:pt x="53272" y="1626632"/>
                  </a:lnTo>
                  <a:lnTo>
                    <a:pt x="56758" y="1650726"/>
                  </a:lnTo>
                  <a:close/>
                  <a:moveTo>
                    <a:pt x="105983" y="1666285"/>
                  </a:moveTo>
                  <a:lnTo>
                    <a:pt x="53272" y="1626632"/>
                  </a:lnTo>
                  <a:lnTo>
                    <a:pt x="68094" y="1659521"/>
                  </a:lnTo>
                  <a:close/>
                  <a:moveTo>
                    <a:pt x="56758" y="1650726"/>
                  </a:moveTo>
                  <a:lnTo>
                    <a:pt x="53272" y="1626632"/>
                  </a:lnTo>
                  <a:lnTo>
                    <a:pt x="13266" y="1629207"/>
                  </a:lnTo>
                  <a:close/>
                  <a:moveTo>
                    <a:pt x="123790" y="1693086"/>
                  </a:moveTo>
                  <a:lnTo>
                    <a:pt x="130946" y="1678169"/>
                  </a:lnTo>
                  <a:lnTo>
                    <a:pt x="105983" y="1666285"/>
                  </a:lnTo>
                  <a:close/>
                  <a:moveTo>
                    <a:pt x="210767" y="1671530"/>
                  </a:moveTo>
                  <a:lnTo>
                    <a:pt x="167587" y="1668653"/>
                  </a:lnTo>
                  <a:lnTo>
                    <a:pt x="216950" y="1729246"/>
                  </a:lnTo>
                  <a:close/>
                  <a:moveTo>
                    <a:pt x="105983" y="1666285"/>
                  </a:moveTo>
                  <a:lnTo>
                    <a:pt x="167587" y="1668653"/>
                  </a:lnTo>
                  <a:lnTo>
                    <a:pt x="176789" y="1621439"/>
                  </a:lnTo>
                  <a:close/>
                  <a:moveTo>
                    <a:pt x="105983" y="1666285"/>
                  </a:moveTo>
                  <a:lnTo>
                    <a:pt x="176789" y="1621439"/>
                  </a:lnTo>
                  <a:lnTo>
                    <a:pt x="131456" y="1626622"/>
                  </a:lnTo>
                  <a:close/>
                  <a:moveTo>
                    <a:pt x="470479" y="1963295"/>
                  </a:moveTo>
                  <a:lnTo>
                    <a:pt x="484618" y="1977280"/>
                  </a:lnTo>
                  <a:lnTo>
                    <a:pt x="506420" y="1980489"/>
                  </a:lnTo>
                  <a:close/>
                  <a:moveTo>
                    <a:pt x="408721" y="1911758"/>
                  </a:moveTo>
                  <a:lnTo>
                    <a:pt x="468487" y="1952412"/>
                  </a:lnTo>
                  <a:lnTo>
                    <a:pt x="403297" y="1904685"/>
                  </a:lnTo>
                  <a:close/>
                  <a:moveTo>
                    <a:pt x="233073" y="1590653"/>
                  </a:moveTo>
                  <a:lnTo>
                    <a:pt x="241093" y="1552285"/>
                  </a:lnTo>
                  <a:lnTo>
                    <a:pt x="199971" y="1573214"/>
                  </a:lnTo>
                  <a:close/>
                  <a:moveTo>
                    <a:pt x="94467" y="1439144"/>
                  </a:moveTo>
                  <a:lnTo>
                    <a:pt x="118057" y="1475371"/>
                  </a:lnTo>
                  <a:lnTo>
                    <a:pt x="83287" y="1423835"/>
                  </a:lnTo>
                  <a:close/>
                  <a:moveTo>
                    <a:pt x="123564" y="1478232"/>
                  </a:moveTo>
                  <a:lnTo>
                    <a:pt x="118057" y="1475371"/>
                  </a:lnTo>
                  <a:lnTo>
                    <a:pt x="94467" y="1439144"/>
                  </a:lnTo>
                  <a:close/>
                  <a:moveTo>
                    <a:pt x="11318" y="1396392"/>
                  </a:moveTo>
                  <a:lnTo>
                    <a:pt x="0" y="1377237"/>
                  </a:lnTo>
                  <a:lnTo>
                    <a:pt x="8581" y="1447929"/>
                  </a:lnTo>
                  <a:close/>
                  <a:moveTo>
                    <a:pt x="0" y="1377237"/>
                  </a:moveTo>
                  <a:lnTo>
                    <a:pt x="11318" y="1396392"/>
                  </a:lnTo>
                  <a:lnTo>
                    <a:pt x="20484" y="1386395"/>
                  </a:lnTo>
                  <a:close/>
                  <a:moveTo>
                    <a:pt x="76390" y="1420741"/>
                  </a:moveTo>
                  <a:lnTo>
                    <a:pt x="94467" y="1439144"/>
                  </a:lnTo>
                  <a:lnTo>
                    <a:pt x="34425" y="1396392"/>
                  </a:lnTo>
                  <a:close/>
                  <a:moveTo>
                    <a:pt x="480307" y="1817317"/>
                  </a:moveTo>
                  <a:lnTo>
                    <a:pt x="496082" y="1806938"/>
                  </a:lnTo>
                  <a:lnTo>
                    <a:pt x="445988" y="1794324"/>
                  </a:lnTo>
                  <a:close/>
                  <a:moveTo>
                    <a:pt x="399654" y="1782161"/>
                  </a:moveTo>
                  <a:lnTo>
                    <a:pt x="441489" y="1777501"/>
                  </a:lnTo>
                  <a:lnTo>
                    <a:pt x="415069" y="1718497"/>
                  </a:lnTo>
                  <a:close/>
                  <a:moveTo>
                    <a:pt x="507345" y="1714151"/>
                  </a:moveTo>
                  <a:lnTo>
                    <a:pt x="486190" y="1708960"/>
                  </a:lnTo>
                  <a:lnTo>
                    <a:pt x="441489" y="1777501"/>
                  </a:lnTo>
                  <a:close/>
                  <a:moveTo>
                    <a:pt x="488969" y="1780345"/>
                  </a:moveTo>
                  <a:lnTo>
                    <a:pt x="507345" y="1714151"/>
                  </a:lnTo>
                  <a:lnTo>
                    <a:pt x="441489" y="1777501"/>
                  </a:lnTo>
                  <a:close/>
                  <a:moveTo>
                    <a:pt x="286184" y="1546196"/>
                  </a:moveTo>
                  <a:lnTo>
                    <a:pt x="307395" y="1505470"/>
                  </a:lnTo>
                  <a:lnTo>
                    <a:pt x="241093" y="1552285"/>
                  </a:lnTo>
                  <a:close/>
                  <a:moveTo>
                    <a:pt x="208304" y="1422561"/>
                  </a:moveTo>
                  <a:lnTo>
                    <a:pt x="205876" y="1399741"/>
                  </a:lnTo>
                  <a:lnTo>
                    <a:pt x="235250" y="1451277"/>
                  </a:lnTo>
                  <a:close/>
                  <a:moveTo>
                    <a:pt x="128542" y="1245131"/>
                  </a:moveTo>
                  <a:lnTo>
                    <a:pt x="118443" y="1296667"/>
                  </a:lnTo>
                  <a:lnTo>
                    <a:pt x="116033" y="1269225"/>
                  </a:lnTo>
                  <a:close/>
                  <a:moveTo>
                    <a:pt x="416252" y="1588021"/>
                  </a:moveTo>
                  <a:lnTo>
                    <a:pt x="439003" y="1599924"/>
                  </a:lnTo>
                  <a:lnTo>
                    <a:pt x="422406" y="1581793"/>
                  </a:lnTo>
                  <a:close/>
                  <a:moveTo>
                    <a:pt x="439003" y="1599924"/>
                  </a:moveTo>
                  <a:lnTo>
                    <a:pt x="486093" y="1599624"/>
                  </a:lnTo>
                  <a:lnTo>
                    <a:pt x="437862" y="1538109"/>
                  </a:lnTo>
                  <a:close/>
                  <a:moveTo>
                    <a:pt x="217638" y="1289488"/>
                  </a:moveTo>
                  <a:lnTo>
                    <a:pt x="266666" y="1324110"/>
                  </a:lnTo>
                  <a:lnTo>
                    <a:pt x="247550" y="1306626"/>
                  </a:lnTo>
                  <a:close/>
                  <a:moveTo>
                    <a:pt x="217638" y="1289488"/>
                  </a:moveTo>
                  <a:lnTo>
                    <a:pt x="282667" y="1337344"/>
                  </a:lnTo>
                  <a:lnTo>
                    <a:pt x="266666" y="1324110"/>
                  </a:lnTo>
                  <a:close/>
                  <a:moveTo>
                    <a:pt x="215613" y="1272574"/>
                  </a:moveTo>
                  <a:lnTo>
                    <a:pt x="203070" y="1275222"/>
                  </a:lnTo>
                  <a:lnTo>
                    <a:pt x="217638" y="1289488"/>
                  </a:lnTo>
                  <a:close/>
                  <a:moveTo>
                    <a:pt x="266666" y="1324110"/>
                  </a:moveTo>
                  <a:lnTo>
                    <a:pt x="282667" y="1337344"/>
                  </a:lnTo>
                  <a:lnTo>
                    <a:pt x="312570" y="1375050"/>
                  </a:lnTo>
                  <a:close/>
                  <a:moveTo>
                    <a:pt x="357421" y="1368061"/>
                  </a:moveTo>
                  <a:lnTo>
                    <a:pt x="312570" y="1375050"/>
                  </a:lnTo>
                  <a:lnTo>
                    <a:pt x="282667" y="1337344"/>
                  </a:lnTo>
                  <a:close/>
                  <a:moveTo>
                    <a:pt x="357421" y="1368061"/>
                  </a:moveTo>
                  <a:lnTo>
                    <a:pt x="368213" y="1375647"/>
                  </a:lnTo>
                  <a:lnTo>
                    <a:pt x="379598" y="1316078"/>
                  </a:lnTo>
                  <a:close/>
                  <a:moveTo>
                    <a:pt x="379598" y="1316078"/>
                  </a:moveTo>
                  <a:lnTo>
                    <a:pt x="368213" y="1375647"/>
                  </a:lnTo>
                  <a:lnTo>
                    <a:pt x="414818" y="1305872"/>
                  </a:lnTo>
                  <a:close/>
                  <a:moveTo>
                    <a:pt x="414818" y="1305872"/>
                  </a:moveTo>
                  <a:lnTo>
                    <a:pt x="398754" y="1300016"/>
                  </a:lnTo>
                  <a:lnTo>
                    <a:pt x="379598" y="1316078"/>
                  </a:lnTo>
                  <a:close/>
                  <a:moveTo>
                    <a:pt x="312570" y="1375050"/>
                  </a:moveTo>
                  <a:lnTo>
                    <a:pt x="357421" y="1368061"/>
                  </a:lnTo>
                  <a:lnTo>
                    <a:pt x="379598" y="1316078"/>
                  </a:lnTo>
                  <a:close/>
                  <a:moveTo>
                    <a:pt x="336398" y="1329236"/>
                  </a:moveTo>
                  <a:lnTo>
                    <a:pt x="312570" y="1375050"/>
                  </a:lnTo>
                  <a:lnTo>
                    <a:pt x="379598" y="1316078"/>
                  </a:lnTo>
                  <a:close/>
                  <a:moveTo>
                    <a:pt x="784548" y="1647158"/>
                  </a:moveTo>
                  <a:lnTo>
                    <a:pt x="768945" y="1636679"/>
                  </a:lnTo>
                  <a:lnTo>
                    <a:pt x="782534" y="1698780"/>
                  </a:lnTo>
                  <a:close/>
                  <a:moveTo>
                    <a:pt x="782534" y="1698780"/>
                  </a:moveTo>
                  <a:lnTo>
                    <a:pt x="768945" y="1636679"/>
                  </a:lnTo>
                  <a:lnTo>
                    <a:pt x="726136" y="1643906"/>
                  </a:lnTo>
                  <a:close/>
                  <a:moveTo>
                    <a:pt x="726136" y="1643906"/>
                  </a:moveTo>
                  <a:lnTo>
                    <a:pt x="724760" y="1636679"/>
                  </a:lnTo>
                  <a:lnTo>
                    <a:pt x="748138" y="1688215"/>
                  </a:lnTo>
                  <a:close/>
                  <a:moveTo>
                    <a:pt x="394562" y="1284359"/>
                  </a:moveTo>
                  <a:lnTo>
                    <a:pt x="336398" y="1329236"/>
                  </a:lnTo>
                  <a:lnTo>
                    <a:pt x="379598" y="1316078"/>
                  </a:lnTo>
                  <a:close/>
                  <a:moveTo>
                    <a:pt x="394562" y="1284359"/>
                  </a:moveTo>
                  <a:lnTo>
                    <a:pt x="379598" y="1316078"/>
                  </a:lnTo>
                  <a:lnTo>
                    <a:pt x="398754" y="1300016"/>
                  </a:lnTo>
                  <a:close/>
                  <a:moveTo>
                    <a:pt x="398754" y="1300016"/>
                  </a:moveTo>
                  <a:lnTo>
                    <a:pt x="395767" y="1241631"/>
                  </a:lnTo>
                  <a:lnTo>
                    <a:pt x="394562" y="1284359"/>
                  </a:lnTo>
                  <a:close/>
                  <a:moveTo>
                    <a:pt x="379575" y="1248480"/>
                  </a:moveTo>
                  <a:lnTo>
                    <a:pt x="403874" y="1224386"/>
                  </a:lnTo>
                  <a:lnTo>
                    <a:pt x="398754" y="1300016"/>
                  </a:lnTo>
                  <a:close/>
                  <a:moveTo>
                    <a:pt x="359946" y="1196943"/>
                  </a:moveTo>
                  <a:lnTo>
                    <a:pt x="356759" y="1189606"/>
                  </a:lnTo>
                  <a:lnTo>
                    <a:pt x="403874" y="1224386"/>
                  </a:lnTo>
                  <a:close/>
                  <a:moveTo>
                    <a:pt x="356759" y="1189606"/>
                  </a:moveTo>
                  <a:lnTo>
                    <a:pt x="328325" y="1174739"/>
                  </a:lnTo>
                  <a:lnTo>
                    <a:pt x="387400" y="1210348"/>
                  </a:lnTo>
                  <a:close/>
                  <a:moveTo>
                    <a:pt x="755042" y="1576619"/>
                  </a:moveTo>
                  <a:lnTo>
                    <a:pt x="784843" y="1634159"/>
                  </a:lnTo>
                  <a:lnTo>
                    <a:pt x="802426" y="1579103"/>
                  </a:lnTo>
                  <a:close/>
                  <a:moveTo>
                    <a:pt x="802426" y="1579103"/>
                  </a:moveTo>
                  <a:lnTo>
                    <a:pt x="784843" y="1634159"/>
                  </a:lnTo>
                  <a:lnTo>
                    <a:pt x="854242" y="1598157"/>
                  </a:lnTo>
                  <a:close/>
                  <a:moveTo>
                    <a:pt x="656309" y="1411720"/>
                  </a:moveTo>
                  <a:lnTo>
                    <a:pt x="638020" y="1406438"/>
                  </a:lnTo>
                  <a:lnTo>
                    <a:pt x="618895" y="1416941"/>
                  </a:lnTo>
                  <a:close/>
                  <a:moveTo>
                    <a:pt x="656309" y="1411720"/>
                  </a:moveTo>
                  <a:lnTo>
                    <a:pt x="659790" y="1471632"/>
                  </a:lnTo>
                  <a:lnTo>
                    <a:pt x="688332" y="1423668"/>
                  </a:lnTo>
                  <a:close/>
                  <a:moveTo>
                    <a:pt x="603874" y="1406438"/>
                  </a:moveTo>
                  <a:lnTo>
                    <a:pt x="531279" y="1374660"/>
                  </a:lnTo>
                  <a:lnTo>
                    <a:pt x="531201" y="1378995"/>
                  </a:lnTo>
                  <a:close/>
                  <a:moveTo>
                    <a:pt x="656309" y="1411720"/>
                  </a:moveTo>
                  <a:lnTo>
                    <a:pt x="640678" y="1361684"/>
                  </a:lnTo>
                  <a:lnTo>
                    <a:pt x="638020" y="1406438"/>
                  </a:lnTo>
                  <a:close/>
                  <a:moveTo>
                    <a:pt x="624838" y="1399323"/>
                  </a:moveTo>
                  <a:lnTo>
                    <a:pt x="638020" y="1406438"/>
                  </a:lnTo>
                  <a:lnTo>
                    <a:pt x="638756" y="1354902"/>
                  </a:lnTo>
                  <a:close/>
                  <a:moveTo>
                    <a:pt x="626031" y="1335610"/>
                  </a:moveTo>
                  <a:lnTo>
                    <a:pt x="638756" y="1354902"/>
                  </a:lnTo>
                  <a:lnTo>
                    <a:pt x="601541" y="1292777"/>
                  </a:lnTo>
                  <a:close/>
                  <a:moveTo>
                    <a:pt x="888751" y="1524924"/>
                  </a:moveTo>
                  <a:lnTo>
                    <a:pt x="930127" y="1529268"/>
                  </a:lnTo>
                  <a:lnTo>
                    <a:pt x="914743" y="1479032"/>
                  </a:lnTo>
                  <a:close/>
                  <a:moveTo>
                    <a:pt x="888751" y="1524924"/>
                  </a:moveTo>
                  <a:lnTo>
                    <a:pt x="914743" y="1479032"/>
                  </a:lnTo>
                  <a:lnTo>
                    <a:pt x="869482" y="1477846"/>
                  </a:lnTo>
                  <a:close/>
                  <a:moveTo>
                    <a:pt x="914743" y="1479032"/>
                  </a:moveTo>
                  <a:lnTo>
                    <a:pt x="930127" y="1529268"/>
                  </a:lnTo>
                  <a:lnTo>
                    <a:pt x="941359" y="1536954"/>
                  </a:lnTo>
                  <a:close/>
                  <a:moveTo>
                    <a:pt x="818693" y="1418412"/>
                  </a:moveTo>
                  <a:lnTo>
                    <a:pt x="865580" y="1461323"/>
                  </a:lnTo>
                  <a:lnTo>
                    <a:pt x="869482" y="1477846"/>
                  </a:lnTo>
                  <a:close/>
                  <a:moveTo>
                    <a:pt x="900266" y="1358250"/>
                  </a:moveTo>
                  <a:lnTo>
                    <a:pt x="871749" y="1393814"/>
                  </a:lnTo>
                  <a:lnTo>
                    <a:pt x="900012" y="1365522"/>
                  </a:lnTo>
                  <a:close/>
                  <a:moveTo>
                    <a:pt x="900012" y="1365522"/>
                  </a:moveTo>
                  <a:lnTo>
                    <a:pt x="871749" y="1393814"/>
                  </a:lnTo>
                  <a:lnTo>
                    <a:pt x="867036" y="1417092"/>
                  </a:lnTo>
                  <a:close/>
                  <a:moveTo>
                    <a:pt x="900266" y="1358250"/>
                  </a:moveTo>
                  <a:lnTo>
                    <a:pt x="882309" y="1298395"/>
                  </a:lnTo>
                  <a:lnTo>
                    <a:pt x="886465" y="1338554"/>
                  </a:lnTo>
                  <a:close/>
                  <a:moveTo>
                    <a:pt x="881706" y="1282620"/>
                  </a:moveTo>
                  <a:lnTo>
                    <a:pt x="882309" y="1298395"/>
                  </a:lnTo>
                  <a:lnTo>
                    <a:pt x="900266" y="1358250"/>
                  </a:lnTo>
                  <a:close/>
                  <a:moveTo>
                    <a:pt x="1089011" y="1361599"/>
                  </a:moveTo>
                  <a:lnTo>
                    <a:pt x="1086891" y="1404364"/>
                  </a:lnTo>
                  <a:lnTo>
                    <a:pt x="1096123" y="1382777"/>
                  </a:lnTo>
                  <a:close/>
                  <a:moveTo>
                    <a:pt x="1096123" y="1382777"/>
                  </a:moveTo>
                  <a:lnTo>
                    <a:pt x="1086891" y="1404364"/>
                  </a:lnTo>
                  <a:lnTo>
                    <a:pt x="1086016" y="1415755"/>
                  </a:lnTo>
                  <a:close/>
                  <a:moveTo>
                    <a:pt x="1096123" y="1382777"/>
                  </a:moveTo>
                  <a:lnTo>
                    <a:pt x="1086016" y="1415755"/>
                  </a:lnTo>
                  <a:lnTo>
                    <a:pt x="1126696" y="1420664"/>
                  </a:lnTo>
                  <a:close/>
                  <a:moveTo>
                    <a:pt x="882309" y="1298395"/>
                  </a:moveTo>
                  <a:lnTo>
                    <a:pt x="881706" y="1282620"/>
                  </a:lnTo>
                  <a:lnTo>
                    <a:pt x="888601" y="1274074"/>
                  </a:lnTo>
                  <a:close/>
                  <a:moveTo>
                    <a:pt x="1040492" y="1289296"/>
                  </a:moveTo>
                  <a:lnTo>
                    <a:pt x="1066921" y="1329701"/>
                  </a:lnTo>
                  <a:lnTo>
                    <a:pt x="1051980" y="1310062"/>
                  </a:lnTo>
                  <a:close/>
                  <a:moveTo>
                    <a:pt x="1083470" y="1355081"/>
                  </a:moveTo>
                  <a:lnTo>
                    <a:pt x="1066921" y="1329701"/>
                  </a:lnTo>
                  <a:lnTo>
                    <a:pt x="1040492" y="1289296"/>
                  </a:lnTo>
                  <a:close/>
                  <a:moveTo>
                    <a:pt x="1083470" y="1355081"/>
                  </a:moveTo>
                  <a:lnTo>
                    <a:pt x="1086891" y="1404364"/>
                  </a:lnTo>
                  <a:lnTo>
                    <a:pt x="1089011" y="1361599"/>
                  </a:lnTo>
                  <a:close/>
                  <a:moveTo>
                    <a:pt x="1083470" y="1355081"/>
                  </a:moveTo>
                  <a:lnTo>
                    <a:pt x="1089011" y="1361599"/>
                  </a:lnTo>
                  <a:lnTo>
                    <a:pt x="1066921" y="1329701"/>
                  </a:lnTo>
                  <a:close/>
                  <a:moveTo>
                    <a:pt x="902829" y="1105317"/>
                  </a:moveTo>
                  <a:lnTo>
                    <a:pt x="890577" y="1103916"/>
                  </a:lnTo>
                  <a:lnTo>
                    <a:pt x="934729" y="1149069"/>
                  </a:lnTo>
                  <a:close/>
                  <a:moveTo>
                    <a:pt x="690991" y="897770"/>
                  </a:moveTo>
                  <a:lnTo>
                    <a:pt x="731287" y="824061"/>
                  </a:lnTo>
                  <a:lnTo>
                    <a:pt x="729146" y="822139"/>
                  </a:lnTo>
                  <a:close/>
                  <a:moveTo>
                    <a:pt x="42899" y="0"/>
                  </a:moveTo>
                  <a:lnTo>
                    <a:pt x="55865" y="52202"/>
                  </a:lnTo>
                  <a:lnTo>
                    <a:pt x="72308" y="14073"/>
                  </a:lnTo>
                  <a:close/>
                  <a:moveTo>
                    <a:pt x="1297771" y="1420291"/>
                  </a:moveTo>
                  <a:lnTo>
                    <a:pt x="1314181" y="1469693"/>
                  </a:lnTo>
                  <a:lnTo>
                    <a:pt x="1320362" y="1492115"/>
                  </a:lnTo>
                  <a:close/>
                  <a:moveTo>
                    <a:pt x="892920" y="901118"/>
                  </a:moveTo>
                  <a:lnTo>
                    <a:pt x="906946" y="946036"/>
                  </a:lnTo>
                  <a:lnTo>
                    <a:pt x="936075" y="920041"/>
                  </a:lnTo>
                  <a:close/>
                  <a:moveTo>
                    <a:pt x="881462" y="890529"/>
                  </a:moveTo>
                  <a:lnTo>
                    <a:pt x="853187" y="863665"/>
                  </a:lnTo>
                  <a:lnTo>
                    <a:pt x="892920" y="901118"/>
                  </a:lnTo>
                  <a:close/>
                  <a:moveTo>
                    <a:pt x="1042369" y="886553"/>
                  </a:moveTo>
                  <a:lnTo>
                    <a:pt x="1006062" y="878088"/>
                  </a:lnTo>
                  <a:lnTo>
                    <a:pt x="1054109" y="939751"/>
                  </a:lnTo>
                  <a:close/>
                  <a:moveTo>
                    <a:pt x="962696" y="884672"/>
                  </a:moveTo>
                  <a:lnTo>
                    <a:pt x="1006062" y="878088"/>
                  </a:lnTo>
                  <a:lnTo>
                    <a:pt x="992056" y="877024"/>
                  </a:lnTo>
                  <a:close/>
                  <a:moveTo>
                    <a:pt x="1006062" y="878088"/>
                  </a:moveTo>
                  <a:lnTo>
                    <a:pt x="1042369" y="886553"/>
                  </a:lnTo>
                  <a:lnTo>
                    <a:pt x="1005446" y="869831"/>
                  </a:lnTo>
                  <a:close/>
                  <a:moveTo>
                    <a:pt x="679973" y="639567"/>
                  </a:moveTo>
                  <a:lnTo>
                    <a:pt x="676872" y="649634"/>
                  </a:lnTo>
                  <a:lnTo>
                    <a:pt x="686546" y="64343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03" name="Output_density__4202">
              <a:extLst>
                <a:ext uri="{FF2B5EF4-FFF2-40B4-BE49-F238E27FC236}">
                  <a16:creationId xmlns:a16="http://schemas.microsoft.com/office/drawing/2014/main" id="{524DF03E-CECD-8193-9F59-8C1AADA296A8}"/>
                </a:ext>
              </a:extLst>
            </p:cNvPr>
            <p:cNvSpPr>
              <a:spLocks noGrp="1"/>
            </p:cNvSpPr>
            <p:nvPr/>
          </p:nvSpPr>
          <p:spPr>
            <a:xfrm>
              <a:off x="15597472" y="2770414"/>
              <a:ext cx="1299878" cy="1958316"/>
            </a:xfrm>
            <a:custGeom>
              <a:avLst/>
              <a:gdLst/>
              <a:ahLst/>
              <a:cxnLst/>
              <a:rect l="0" t="0" r="0" b="0"/>
              <a:pathLst>
                <a:path w="1299878" h="1958316">
                  <a:moveTo>
                    <a:pt x="231888" y="1957799"/>
                  </a:moveTo>
                  <a:lnTo>
                    <a:pt x="195141" y="1955304"/>
                  </a:lnTo>
                  <a:lnTo>
                    <a:pt x="278746" y="1958316"/>
                  </a:lnTo>
                  <a:close/>
                  <a:moveTo>
                    <a:pt x="288092" y="1955680"/>
                  </a:moveTo>
                  <a:lnTo>
                    <a:pt x="298891" y="1938298"/>
                  </a:lnTo>
                  <a:lnTo>
                    <a:pt x="278746" y="1958316"/>
                  </a:lnTo>
                  <a:close/>
                  <a:moveTo>
                    <a:pt x="361337" y="1957531"/>
                  </a:moveTo>
                  <a:lnTo>
                    <a:pt x="312324" y="1948957"/>
                  </a:lnTo>
                  <a:lnTo>
                    <a:pt x="288092" y="1955680"/>
                  </a:lnTo>
                  <a:close/>
                  <a:moveTo>
                    <a:pt x="94945" y="1525345"/>
                  </a:moveTo>
                  <a:lnTo>
                    <a:pt x="134969" y="1553448"/>
                  </a:lnTo>
                  <a:lnTo>
                    <a:pt x="69145" y="1563782"/>
                  </a:lnTo>
                  <a:close/>
                  <a:moveTo>
                    <a:pt x="156305" y="1445182"/>
                  </a:moveTo>
                  <a:lnTo>
                    <a:pt x="147103" y="1492395"/>
                  </a:lnTo>
                  <a:lnTo>
                    <a:pt x="138464" y="1450375"/>
                  </a:lnTo>
                  <a:close/>
                  <a:moveTo>
                    <a:pt x="524145" y="1812193"/>
                  </a:moveTo>
                  <a:lnTo>
                    <a:pt x="449995" y="1787037"/>
                  </a:lnTo>
                  <a:lnTo>
                    <a:pt x="485935" y="1804232"/>
                  </a:lnTo>
                  <a:close/>
                  <a:moveTo>
                    <a:pt x="156305" y="1445182"/>
                  </a:moveTo>
                  <a:lnTo>
                    <a:pt x="212589" y="1414396"/>
                  </a:lnTo>
                  <a:lnTo>
                    <a:pt x="179287" y="1403487"/>
                  </a:lnTo>
                  <a:close/>
                  <a:moveTo>
                    <a:pt x="212589" y="1414396"/>
                  </a:moveTo>
                  <a:lnTo>
                    <a:pt x="217724" y="1426281"/>
                  </a:lnTo>
                  <a:lnTo>
                    <a:pt x="220609" y="1376028"/>
                  </a:lnTo>
                  <a:close/>
                  <a:moveTo>
                    <a:pt x="20812" y="1205389"/>
                  </a:moveTo>
                  <a:lnTo>
                    <a:pt x="11056" y="1196041"/>
                  </a:lnTo>
                  <a:lnTo>
                    <a:pt x="0" y="1210138"/>
                  </a:lnTo>
                  <a:close/>
                  <a:moveTo>
                    <a:pt x="13941" y="1220134"/>
                  </a:moveTo>
                  <a:lnTo>
                    <a:pt x="73983" y="1262887"/>
                  </a:lnTo>
                  <a:lnTo>
                    <a:pt x="20812" y="1205389"/>
                  </a:lnTo>
                  <a:close/>
                  <a:moveTo>
                    <a:pt x="0" y="1210138"/>
                  </a:moveTo>
                  <a:lnTo>
                    <a:pt x="13941" y="1220134"/>
                  </a:lnTo>
                  <a:lnTo>
                    <a:pt x="20812" y="1205389"/>
                  </a:lnTo>
                  <a:close/>
                  <a:moveTo>
                    <a:pt x="418519" y="1423667"/>
                  </a:moveTo>
                  <a:lnTo>
                    <a:pt x="417378" y="1361852"/>
                  </a:lnTo>
                  <a:lnTo>
                    <a:pt x="401922" y="1405536"/>
                  </a:lnTo>
                  <a:close/>
                  <a:moveTo>
                    <a:pt x="762050" y="1522522"/>
                  </a:moveTo>
                  <a:lnTo>
                    <a:pt x="705651" y="1467648"/>
                  </a:lnTo>
                  <a:lnTo>
                    <a:pt x="727098" y="1512956"/>
                  </a:lnTo>
                  <a:close/>
                  <a:moveTo>
                    <a:pt x="359090" y="1072222"/>
                  </a:moveTo>
                  <a:lnTo>
                    <a:pt x="339462" y="1020686"/>
                  </a:lnTo>
                  <a:lnTo>
                    <a:pt x="383390" y="1048129"/>
                  </a:lnTo>
                  <a:close/>
                  <a:moveTo>
                    <a:pt x="620194" y="1185427"/>
                  </a:moveTo>
                  <a:lnTo>
                    <a:pt x="618272" y="1178644"/>
                  </a:lnTo>
                  <a:lnTo>
                    <a:pt x="617536" y="1230181"/>
                  </a:lnTo>
                  <a:close/>
                  <a:moveTo>
                    <a:pt x="781942" y="1402846"/>
                  </a:moveTo>
                  <a:lnTo>
                    <a:pt x="833758" y="1421900"/>
                  </a:lnTo>
                  <a:lnTo>
                    <a:pt x="864225" y="1400911"/>
                  </a:lnTo>
                  <a:close/>
                  <a:moveTo>
                    <a:pt x="864225" y="1400911"/>
                  </a:moveTo>
                  <a:lnTo>
                    <a:pt x="833758" y="1421900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4225" y="1400911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8266" y="1348667"/>
                  </a:lnTo>
                  <a:lnTo>
                    <a:pt x="864225" y="1400911"/>
                  </a:lnTo>
                  <a:close/>
                  <a:moveTo>
                    <a:pt x="909643" y="1353011"/>
                  </a:moveTo>
                  <a:lnTo>
                    <a:pt x="906886" y="1385736"/>
                  </a:lnTo>
                  <a:lnTo>
                    <a:pt x="920875" y="1360697"/>
                  </a:lnTo>
                  <a:close/>
                  <a:moveTo>
                    <a:pt x="862521" y="1130456"/>
                  </a:moveTo>
                  <a:lnTo>
                    <a:pt x="861222" y="1106362"/>
                  </a:lnTo>
                  <a:lnTo>
                    <a:pt x="879782" y="1181993"/>
                  </a:lnTo>
                  <a:close/>
                  <a:moveTo>
                    <a:pt x="865585" y="1054826"/>
                  </a:moveTo>
                  <a:lnTo>
                    <a:pt x="861222" y="1106362"/>
                  </a:lnTo>
                  <a:lnTo>
                    <a:pt x="851804" y="1078920"/>
                  </a:lnTo>
                  <a:close/>
                  <a:moveTo>
                    <a:pt x="865430" y="1037259"/>
                  </a:moveTo>
                  <a:lnTo>
                    <a:pt x="861222" y="1106362"/>
                  </a:lnTo>
                  <a:lnTo>
                    <a:pt x="865585" y="1054826"/>
                  </a:lnTo>
                  <a:close/>
                  <a:moveTo>
                    <a:pt x="865430" y="1037259"/>
                  </a:moveTo>
                  <a:lnTo>
                    <a:pt x="868117" y="1097816"/>
                  </a:lnTo>
                  <a:lnTo>
                    <a:pt x="861222" y="1106362"/>
                  </a:lnTo>
                  <a:close/>
                  <a:moveTo>
                    <a:pt x="854722" y="983221"/>
                  </a:moveTo>
                  <a:lnTo>
                    <a:pt x="865430" y="1037259"/>
                  </a:lnTo>
                  <a:lnTo>
                    <a:pt x="865585" y="1054826"/>
                  </a:lnTo>
                  <a:close/>
                  <a:moveTo>
                    <a:pt x="854238" y="979195"/>
                  </a:moveTo>
                  <a:lnTo>
                    <a:pt x="854722" y="983221"/>
                  </a:lnTo>
                  <a:lnTo>
                    <a:pt x="856729" y="968187"/>
                  </a:lnTo>
                  <a:close/>
                  <a:moveTo>
                    <a:pt x="40428" y="75630"/>
                  </a:moveTo>
                  <a:lnTo>
                    <a:pt x="63454" y="0"/>
                  </a:lnTo>
                  <a:lnTo>
                    <a:pt x="67674" y="51536"/>
                  </a:lnTo>
                  <a:close/>
                  <a:moveTo>
                    <a:pt x="691554" y="699976"/>
                  </a:moveTo>
                  <a:lnTo>
                    <a:pt x="710803" y="647803"/>
                  </a:lnTo>
                  <a:lnTo>
                    <a:pt x="670507" y="721512"/>
                  </a:lnTo>
                  <a:close/>
                  <a:moveTo>
                    <a:pt x="670507" y="721512"/>
                  </a:moveTo>
                  <a:lnTo>
                    <a:pt x="708662" y="645882"/>
                  </a:lnTo>
                  <a:lnTo>
                    <a:pt x="690104" y="697418"/>
                  </a:lnTo>
                  <a:close/>
                  <a:moveTo>
                    <a:pt x="1293696" y="1293436"/>
                  </a:moveTo>
                  <a:lnTo>
                    <a:pt x="1289380" y="1367394"/>
                  </a:lnTo>
                  <a:lnTo>
                    <a:pt x="1299878" y="1315858"/>
                  </a:lnTo>
                  <a:close/>
                  <a:moveTo>
                    <a:pt x="1025575" y="1006638"/>
                  </a:moveTo>
                  <a:lnTo>
                    <a:pt x="1035855" y="982544"/>
                  </a:lnTo>
                  <a:lnTo>
                    <a:pt x="1012129" y="1058175"/>
                  </a:lnTo>
                  <a:close/>
                  <a:moveTo>
                    <a:pt x="1035855" y="982544"/>
                  </a:moveTo>
                  <a:lnTo>
                    <a:pt x="1025575" y="1006638"/>
                  </a:lnTo>
                  <a:lnTo>
                    <a:pt x="1012444" y="955101"/>
                  </a:lnTo>
                  <a:close/>
                  <a:moveTo>
                    <a:pt x="611484" y="480163"/>
                  </a:moveTo>
                  <a:lnTo>
                    <a:pt x="625701" y="542809"/>
                  </a:lnTo>
                  <a:lnTo>
                    <a:pt x="637535" y="537788"/>
                  </a:lnTo>
                  <a:close/>
                  <a:moveTo>
                    <a:pt x="661119" y="491272"/>
                  </a:moveTo>
                  <a:lnTo>
                    <a:pt x="666062" y="467178"/>
                  </a:lnTo>
                  <a:lnTo>
                    <a:pt x="656388" y="473377"/>
                  </a:lnTo>
                  <a:close/>
                  <a:moveTo>
                    <a:pt x="663995" y="415641"/>
                  </a:moveTo>
                  <a:lnTo>
                    <a:pt x="666062" y="467178"/>
                  </a:lnTo>
                  <a:lnTo>
                    <a:pt x="653588" y="439735"/>
                  </a:lnTo>
                  <a:close/>
                  <a:moveTo>
                    <a:pt x="915590" y="743783"/>
                  </a:moveTo>
                  <a:lnTo>
                    <a:pt x="889596" y="703897"/>
                  </a:lnTo>
                  <a:lnTo>
                    <a:pt x="872436" y="724861"/>
                  </a:lnTo>
                  <a:close/>
                  <a:moveTo>
                    <a:pt x="984962" y="693574"/>
                  </a:moveTo>
                  <a:lnTo>
                    <a:pt x="1024434" y="666478"/>
                  </a:lnTo>
                  <a:lnTo>
                    <a:pt x="1011606" y="6582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4" name="Output_density__4203">
              <a:extLst>
                <a:ext uri="{FF2B5EF4-FFF2-40B4-BE49-F238E27FC236}">
                  <a16:creationId xmlns:a16="http://schemas.microsoft.com/office/drawing/2014/main" id="{46B4DC94-465B-FD96-E42D-C0F0C639DCF7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2578104"/>
              <a:ext cx="1355671" cy="1851548"/>
            </a:xfrm>
            <a:custGeom>
              <a:avLst/>
              <a:gdLst/>
              <a:ahLst/>
              <a:cxnLst/>
              <a:rect l="0" t="0" r="0" b="0"/>
              <a:pathLst>
                <a:path w="1355671" h="1851548">
                  <a:moveTo>
                    <a:pt x="0" y="1451852"/>
                  </a:moveTo>
                  <a:lnTo>
                    <a:pt x="54228" y="1508490"/>
                  </a:lnTo>
                  <a:lnTo>
                    <a:pt x="36607" y="1488075"/>
                  </a:lnTo>
                  <a:close/>
                  <a:moveTo>
                    <a:pt x="382423" y="1745298"/>
                  </a:moveTo>
                  <a:lnTo>
                    <a:pt x="330809" y="1729568"/>
                  </a:lnTo>
                  <a:lnTo>
                    <a:pt x="375449" y="1745758"/>
                  </a:lnTo>
                  <a:close/>
                  <a:moveTo>
                    <a:pt x="271260" y="1546702"/>
                  </a:moveTo>
                  <a:lnTo>
                    <a:pt x="288606" y="1515518"/>
                  </a:lnTo>
                  <a:lnTo>
                    <a:pt x="293903" y="1528311"/>
                  </a:lnTo>
                  <a:close/>
                  <a:moveTo>
                    <a:pt x="292506" y="1554207"/>
                  </a:moveTo>
                  <a:lnTo>
                    <a:pt x="271260" y="1546702"/>
                  </a:lnTo>
                  <a:lnTo>
                    <a:pt x="237523" y="1515518"/>
                  </a:lnTo>
                  <a:close/>
                  <a:moveTo>
                    <a:pt x="339845" y="1542960"/>
                  </a:moveTo>
                  <a:lnTo>
                    <a:pt x="289037" y="1494285"/>
                  </a:lnTo>
                  <a:lnTo>
                    <a:pt x="288606" y="1515518"/>
                  </a:lnTo>
                  <a:close/>
                  <a:moveTo>
                    <a:pt x="288606" y="1515518"/>
                  </a:moveTo>
                  <a:lnTo>
                    <a:pt x="271260" y="1546702"/>
                  </a:lnTo>
                  <a:lnTo>
                    <a:pt x="339845" y="1542960"/>
                  </a:lnTo>
                  <a:close/>
                  <a:moveTo>
                    <a:pt x="676747" y="1846176"/>
                  </a:moveTo>
                  <a:lnTo>
                    <a:pt x="645780" y="1833369"/>
                  </a:lnTo>
                  <a:lnTo>
                    <a:pt x="705274" y="1851548"/>
                  </a:lnTo>
                  <a:close/>
                  <a:moveTo>
                    <a:pt x="651663" y="1725013"/>
                  </a:moveTo>
                  <a:lnTo>
                    <a:pt x="629726" y="1673476"/>
                  </a:lnTo>
                  <a:lnTo>
                    <a:pt x="621750" y="1727420"/>
                  </a:lnTo>
                  <a:close/>
                  <a:moveTo>
                    <a:pt x="629726" y="1673476"/>
                  </a:moveTo>
                  <a:lnTo>
                    <a:pt x="601376" y="1681240"/>
                  </a:lnTo>
                  <a:lnTo>
                    <a:pt x="621750" y="1727420"/>
                  </a:lnTo>
                  <a:close/>
                  <a:moveTo>
                    <a:pt x="621750" y="1727420"/>
                  </a:moveTo>
                  <a:lnTo>
                    <a:pt x="601376" y="1681240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567690" y="1673476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629726" y="1673476"/>
                  </a:lnTo>
                  <a:lnTo>
                    <a:pt x="604211" y="1648369"/>
                  </a:lnTo>
                  <a:close/>
                  <a:moveTo>
                    <a:pt x="567690" y="1673476"/>
                  </a:moveTo>
                  <a:lnTo>
                    <a:pt x="601376" y="1681240"/>
                  </a:lnTo>
                  <a:lnTo>
                    <a:pt x="604211" y="1648369"/>
                  </a:lnTo>
                  <a:close/>
                  <a:moveTo>
                    <a:pt x="414105" y="1468571"/>
                  </a:moveTo>
                  <a:lnTo>
                    <a:pt x="357677" y="1539207"/>
                  </a:lnTo>
                  <a:lnTo>
                    <a:pt x="416816" y="1529110"/>
                  </a:lnTo>
                  <a:close/>
                  <a:moveTo>
                    <a:pt x="416816" y="1529110"/>
                  </a:moveTo>
                  <a:lnTo>
                    <a:pt x="451605" y="1476066"/>
                  </a:lnTo>
                  <a:lnTo>
                    <a:pt x="414105" y="1468571"/>
                  </a:lnTo>
                  <a:close/>
                  <a:moveTo>
                    <a:pt x="747780" y="1835796"/>
                  </a:moveTo>
                  <a:lnTo>
                    <a:pt x="771620" y="1803992"/>
                  </a:lnTo>
                  <a:lnTo>
                    <a:pt x="761931" y="1814906"/>
                  </a:lnTo>
                  <a:close/>
                  <a:moveTo>
                    <a:pt x="629726" y="1673476"/>
                  </a:moveTo>
                  <a:lnTo>
                    <a:pt x="675040" y="1722078"/>
                  </a:lnTo>
                  <a:lnTo>
                    <a:pt x="675179" y="1659222"/>
                  </a:lnTo>
                  <a:close/>
                  <a:moveTo>
                    <a:pt x="629726" y="1673476"/>
                  </a:moveTo>
                  <a:lnTo>
                    <a:pt x="651663" y="1725013"/>
                  </a:lnTo>
                  <a:lnTo>
                    <a:pt x="675040" y="1722078"/>
                  </a:lnTo>
                  <a:close/>
                  <a:moveTo>
                    <a:pt x="760944" y="1750113"/>
                  </a:moveTo>
                  <a:lnTo>
                    <a:pt x="761365" y="1752623"/>
                  </a:lnTo>
                  <a:lnTo>
                    <a:pt x="761317" y="1752456"/>
                  </a:lnTo>
                  <a:close/>
                  <a:moveTo>
                    <a:pt x="567690" y="1673476"/>
                  </a:moveTo>
                  <a:lnTo>
                    <a:pt x="604211" y="1648369"/>
                  </a:lnTo>
                  <a:lnTo>
                    <a:pt x="564708" y="1673069"/>
                  </a:lnTo>
                  <a:close/>
                  <a:moveTo>
                    <a:pt x="675179" y="1659222"/>
                  </a:moveTo>
                  <a:lnTo>
                    <a:pt x="604211" y="1648369"/>
                  </a:lnTo>
                  <a:lnTo>
                    <a:pt x="629726" y="1673476"/>
                  </a:lnTo>
                  <a:close/>
                  <a:moveTo>
                    <a:pt x="279049" y="1188690"/>
                  </a:moveTo>
                  <a:lnTo>
                    <a:pt x="254804" y="1261183"/>
                  </a:lnTo>
                  <a:lnTo>
                    <a:pt x="272419" y="1256823"/>
                  </a:lnTo>
                  <a:close/>
                  <a:moveTo>
                    <a:pt x="294015" y="1261183"/>
                  </a:moveTo>
                  <a:lnTo>
                    <a:pt x="279049" y="1188690"/>
                  </a:lnTo>
                  <a:lnTo>
                    <a:pt x="272419" y="1256823"/>
                  </a:lnTo>
                  <a:close/>
                  <a:moveTo>
                    <a:pt x="293459" y="1209647"/>
                  </a:moveTo>
                  <a:lnTo>
                    <a:pt x="279049" y="1188690"/>
                  </a:lnTo>
                  <a:lnTo>
                    <a:pt x="294015" y="1261183"/>
                  </a:lnTo>
                  <a:close/>
                  <a:moveTo>
                    <a:pt x="294177" y="1185553"/>
                  </a:moveTo>
                  <a:lnTo>
                    <a:pt x="307595" y="1203465"/>
                  </a:lnTo>
                  <a:lnTo>
                    <a:pt x="335267" y="1206639"/>
                  </a:lnTo>
                  <a:close/>
                  <a:moveTo>
                    <a:pt x="307595" y="1203465"/>
                  </a:moveTo>
                  <a:lnTo>
                    <a:pt x="294177" y="1185553"/>
                  </a:lnTo>
                  <a:lnTo>
                    <a:pt x="322577" y="1159191"/>
                  </a:lnTo>
                  <a:close/>
                  <a:moveTo>
                    <a:pt x="218952" y="1136823"/>
                  </a:moveTo>
                  <a:lnTo>
                    <a:pt x="274398" y="1185553"/>
                  </a:lnTo>
                  <a:lnTo>
                    <a:pt x="279049" y="1188690"/>
                  </a:lnTo>
                  <a:close/>
                  <a:moveTo>
                    <a:pt x="771620" y="1803992"/>
                  </a:moveTo>
                  <a:lnTo>
                    <a:pt x="761365" y="1752623"/>
                  </a:lnTo>
                  <a:lnTo>
                    <a:pt x="761931" y="1814906"/>
                  </a:lnTo>
                  <a:close/>
                  <a:moveTo>
                    <a:pt x="771620" y="1803992"/>
                  </a:moveTo>
                  <a:lnTo>
                    <a:pt x="761317" y="1752456"/>
                  </a:lnTo>
                  <a:lnTo>
                    <a:pt x="761365" y="1752623"/>
                  </a:lnTo>
                  <a:close/>
                  <a:moveTo>
                    <a:pt x="294177" y="1185553"/>
                  </a:moveTo>
                  <a:lnTo>
                    <a:pt x="336115" y="1117536"/>
                  </a:lnTo>
                  <a:lnTo>
                    <a:pt x="322577" y="1159191"/>
                  </a:lnTo>
                  <a:close/>
                  <a:moveTo>
                    <a:pt x="862518" y="1645629"/>
                  </a:moveTo>
                  <a:lnTo>
                    <a:pt x="890233" y="1652731"/>
                  </a:lnTo>
                  <a:lnTo>
                    <a:pt x="891609" y="1659958"/>
                  </a:lnTo>
                  <a:close/>
                  <a:moveTo>
                    <a:pt x="847804" y="1630392"/>
                  </a:moveTo>
                  <a:lnTo>
                    <a:pt x="890233" y="1652731"/>
                  </a:lnTo>
                  <a:lnTo>
                    <a:pt x="862518" y="1645629"/>
                  </a:lnTo>
                  <a:close/>
                  <a:moveTo>
                    <a:pt x="864133" y="1625288"/>
                  </a:moveTo>
                  <a:lnTo>
                    <a:pt x="891609" y="1659958"/>
                  </a:lnTo>
                  <a:lnTo>
                    <a:pt x="934418" y="1652731"/>
                  </a:lnTo>
                  <a:close/>
                  <a:moveTo>
                    <a:pt x="409802" y="1095612"/>
                  </a:moveTo>
                  <a:lnTo>
                    <a:pt x="349974" y="1106269"/>
                  </a:lnTo>
                  <a:lnTo>
                    <a:pt x="426584" y="1103581"/>
                  </a:lnTo>
                  <a:close/>
                  <a:moveTo>
                    <a:pt x="934418" y="1652731"/>
                  </a:moveTo>
                  <a:lnTo>
                    <a:pt x="950021" y="1663211"/>
                  </a:lnTo>
                  <a:lnTo>
                    <a:pt x="950316" y="1650212"/>
                  </a:lnTo>
                  <a:close/>
                  <a:moveTo>
                    <a:pt x="908802" y="1601195"/>
                  </a:moveTo>
                  <a:lnTo>
                    <a:pt x="950316" y="1650212"/>
                  </a:lnTo>
                  <a:lnTo>
                    <a:pt x="920515" y="1592671"/>
                  </a:lnTo>
                  <a:close/>
                  <a:moveTo>
                    <a:pt x="934418" y="1652731"/>
                  </a:moveTo>
                  <a:lnTo>
                    <a:pt x="950316" y="1650212"/>
                  </a:lnTo>
                  <a:lnTo>
                    <a:pt x="908802" y="1601195"/>
                  </a:lnTo>
                  <a:close/>
                  <a:moveTo>
                    <a:pt x="950316" y="1650212"/>
                  </a:moveTo>
                  <a:lnTo>
                    <a:pt x="950021" y="1663211"/>
                  </a:lnTo>
                  <a:lnTo>
                    <a:pt x="953378" y="1652731"/>
                  </a:lnTo>
                  <a:close/>
                  <a:moveTo>
                    <a:pt x="898569" y="1591557"/>
                  </a:moveTo>
                  <a:lnTo>
                    <a:pt x="930692" y="1590942"/>
                  </a:lnTo>
                  <a:lnTo>
                    <a:pt x="908802" y="1601195"/>
                  </a:lnTo>
                  <a:close/>
                  <a:moveTo>
                    <a:pt x="794452" y="1498122"/>
                  </a:moveTo>
                  <a:lnTo>
                    <a:pt x="819467" y="1524448"/>
                  </a:lnTo>
                  <a:lnTo>
                    <a:pt x="825264" y="1487685"/>
                  </a:lnTo>
                  <a:close/>
                  <a:moveTo>
                    <a:pt x="510536" y="1239927"/>
                  </a:moveTo>
                  <a:lnTo>
                    <a:pt x="561874" y="1236173"/>
                  </a:lnTo>
                  <a:lnTo>
                    <a:pt x="552873" y="1226400"/>
                  </a:lnTo>
                  <a:close/>
                  <a:moveTo>
                    <a:pt x="935100" y="1472524"/>
                  </a:moveTo>
                  <a:lnTo>
                    <a:pt x="934390" y="1474028"/>
                  </a:lnTo>
                  <a:lnTo>
                    <a:pt x="963189" y="1442644"/>
                  </a:lnTo>
                  <a:close/>
                  <a:moveTo>
                    <a:pt x="963806" y="1398397"/>
                  </a:moveTo>
                  <a:lnTo>
                    <a:pt x="991402" y="1413229"/>
                  </a:lnTo>
                  <a:lnTo>
                    <a:pt x="974443" y="1379626"/>
                  </a:lnTo>
                  <a:close/>
                  <a:moveTo>
                    <a:pt x="1032509" y="1433145"/>
                  </a:moveTo>
                  <a:lnTo>
                    <a:pt x="1037222" y="1409866"/>
                  </a:lnTo>
                  <a:lnTo>
                    <a:pt x="963806" y="1398397"/>
                  </a:lnTo>
                  <a:close/>
                  <a:moveTo>
                    <a:pt x="963806" y="1398397"/>
                  </a:moveTo>
                  <a:lnTo>
                    <a:pt x="974443" y="1379626"/>
                  </a:lnTo>
                  <a:lnTo>
                    <a:pt x="954336" y="1333230"/>
                  </a:lnTo>
                  <a:close/>
                  <a:moveTo>
                    <a:pt x="1183789" y="1473600"/>
                  </a:moveTo>
                  <a:lnTo>
                    <a:pt x="1171082" y="1459195"/>
                  </a:lnTo>
                  <a:lnTo>
                    <a:pt x="1205994" y="1516844"/>
                  </a:lnTo>
                  <a:close/>
                  <a:moveTo>
                    <a:pt x="1233093" y="1483266"/>
                  </a:moveTo>
                  <a:lnTo>
                    <a:pt x="1183789" y="1473600"/>
                  </a:lnTo>
                  <a:lnTo>
                    <a:pt x="1205994" y="1516844"/>
                  </a:lnTo>
                  <a:close/>
                  <a:moveTo>
                    <a:pt x="1167727" y="1453282"/>
                  </a:moveTo>
                  <a:lnTo>
                    <a:pt x="1171082" y="1459195"/>
                  </a:lnTo>
                  <a:lnTo>
                    <a:pt x="1183789" y="1473600"/>
                  </a:lnTo>
                  <a:close/>
                  <a:moveTo>
                    <a:pt x="1167727" y="1453282"/>
                  </a:moveTo>
                  <a:lnTo>
                    <a:pt x="1141858" y="1401746"/>
                  </a:lnTo>
                  <a:lnTo>
                    <a:pt x="1143859" y="1418584"/>
                  </a:lnTo>
                  <a:close/>
                  <a:moveTo>
                    <a:pt x="1336251" y="1559380"/>
                  </a:moveTo>
                  <a:lnTo>
                    <a:pt x="1302489" y="1568047"/>
                  </a:lnTo>
                  <a:lnTo>
                    <a:pt x="1311976" y="1532261"/>
                  </a:lnTo>
                  <a:close/>
                  <a:moveTo>
                    <a:pt x="1302489" y="1568047"/>
                  </a:moveTo>
                  <a:lnTo>
                    <a:pt x="1336251" y="1559380"/>
                  </a:lnTo>
                  <a:lnTo>
                    <a:pt x="1318896" y="1556355"/>
                  </a:lnTo>
                  <a:close/>
                  <a:moveTo>
                    <a:pt x="1336251" y="1559380"/>
                  </a:moveTo>
                  <a:lnTo>
                    <a:pt x="1338523" y="1532261"/>
                  </a:lnTo>
                  <a:lnTo>
                    <a:pt x="1318896" y="1556355"/>
                  </a:lnTo>
                  <a:close/>
                  <a:moveTo>
                    <a:pt x="1251489" y="1431808"/>
                  </a:moveTo>
                  <a:lnTo>
                    <a:pt x="1233093" y="1483266"/>
                  </a:lnTo>
                  <a:lnTo>
                    <a:pt x="1309036" y="1485747"/>
                  </a:lnTo>
                  <a:close/>
                  <a:moveTo>
                    <a:pt x="1309036" y="1485747"/>
                  </a:moveTo>
                  <a:lnTo>
                    <a:pt x="1323741" y="1480725"/>
                  </a:lnTo>
                  <a:lnTo>
                    <a:pt x="1355671" y="1457309"/>
                  </a:lnTo>
                  <a:close/>
                  <a:moveTo>
                    <a:pt x="1167727" y="1453282"/>
                  </a:moveTo>
                  <a:lnTo>
                    <a:pt x="1183789" y="1473600"/>
                  </a:lnTo>
                  <a:lnTo>
                    <a:pt x="1189513" y="1444211"/>
                  </a:lnTo>
                  <a:close/>
                  <a:moveTo>
                    <a:pt x="1141858" y="1401746"/>
                  </a:moveTo>
                  <a:lnTo>
                    <a:pt x="1167727" y="1453282"/>
                  </a:lnTo>
                  <a:lnTo>
                    <a:pt x="1156797" y="1377652"/>
                  </a:lnTo>
                  <a:close/>
                  <a:moveTo>
                    <a:pt x="1131139" y="1223042"/>
                  </a:moveTo>
                  <a:lnTo>
                    <a:pt x="1096079" y="1171505"/>
                  </a:lnTo>
                  <a:lnTo>
                    <a:pt x="1092561" y="1247136"/>
                  </a:lnTo>
                  <a:close/>
                  <a:moveTo>
                    <a:pt x="742324" y="910875"/>
                  </a:moveTo>
                  <a:lnTo>
                    <a:pt x="750146" y="883344"/>
                  </a:lnTo>
                  <a:lnTo>
                    <a:pt x="747990" y="892284"/>
                  </a:lnTo>
                  <a:close/>
                  <a:moveTo>
                    <a:pt x="697433" y="759213"/>
                  </a:moveTo>
                  <a:lnTo>
                    <a:pt x="683346" y="711440"/>
                  </a:lnTo>
                  <a:lnTo>
                    <a:pt x="698572" y="761804"/>
                  </a:lnTo>
                  <a:close/>
                  <a:moveTo>
                    <a:pt x="697433" y="759213"/>
                  </a:moveTo>
                  <a:lnTo>
                    <a:pt x="681702" y="707676"/>
                  </a:lnTo>
                  <a:lnTo>
                    <a:pt x="683346" y="711440"/>
                  </a:lnTo>
                  <a:close/>
                  <a:moveTo>
                    <a:pt x="1313666" y="1419241"/>
                  </a:moveTo>
                  <a:lnTo>
                    <a:pt x="1323741" y="1480725"/>
                  </a:lnTo>
                  <a:lnTo>
                    <a:pt x="1319075" y="1477586"/>
                  </a:lnTo>
                  <a:close/>
                  <a:moveTo>
                    <a:pt x="1126686" y="1164979"/>
                  </a:moveTo>
                  <a:lnTo>
                    <a:pt x="1100202" y="1165122"/>
                  </a:lnTo>
                  <a:lnTo>
                    <a:pt x="1148181" y="1198948"/>
                  </a:lnTo>
                  <a:close/>
                  <a:moveTo>
                    <a:pt x="1148181" y="1198948"/>
                  </a:moveTo>
                  <a:lnTo>
                    <a:pt x="1100202" y="1165122"/>
                  </a:lnTo>
                  <a:lnTo>
                    <a:pt x="1096079" y="1171505"/>
                  </a:lnTo>
                  <a:close/>
                  <a:moveTo>
                    <a:pt x="1148181" y="1198948"/>
                  </a:moveTo>
                  <a:lnTo>
                    <a:pt x="1096079" y="1171505"/>
                  </a:lnTo>
                  <a:lnTo>
                    <a:pt x="1131139" y="1223042"/>
                  </a:lnTo>
                  <a:close/>
                  <a:moveTo>
                    <a:pt x="935522" y="846582"/>
                  </a:moveTo>
                  <a:lnTo>
                    <a:pt x="896760" y="840113"/>
                  </a:lnTo>
                  <a:lnTo>
                    <a:pt x="937027" y="908102"/>
                  </a:lnTo>
                  <a:close/>
                  <a:moveTo>
                    <a:pt x="656489" y="656139"/>
                  </a:moveTo>
                  <a:lnTo>
                    <a:pt x="653608" y="618961"/>
                  </a:lnTo>
                  <a:lnTo>
                    <a:pt x="673231" y="580509"/>
                  </a:lnTo>
                  <a:close/>
                  <a:moveTo>
                    <a:pt x="656489" y="656139"/>
                  </a:moveTo>
                  <a:lnTo>
                    <a:pt x="673231" y="580509"/>
                  </a:lnTo>
                  <a:lnTo>
                    <a:pt x="651839" y="604603"/>
                  </a:lnTo>
                  <a:close/>
                  <a:moveTo>
                    <a:pt x="158229" y="18836"/>
                  </a:moveTo>
                  <a:lnTo>
                    <a:pt x="208372" y="16053"/>
                  </a:lnTo>
                  <a:lnTo>
                    <a:pt x="171661" y="0"/>
                  </a:lnTo>
                  <a:close/>
                  <a:moveTo>
                    <a:pt x="1107158" y="1147411"/>
                  </a:moveTo>
                  <a:lnTo>
                    <a:pt x="1100202" y="1165122"/>
                  </a:lnTo>
                  <a:lnTo>
                    <a:pt x="1126686" y="1164979"/>
                  </a:lnTo>
                  <a:close/>
                  <a:moveTo>
                    <a:pt x="1072420" y="962088"/>
                  </a:moveTo>
                  <a:lnTo>
                    <a:pt x="1156323" y="966211"/>
                  </a:lnTo>
                  <a:lnTo>
                    <a:pt x="1101548" y="936093"/>
                  </a:lnTo>
                  <a:close/>
                  <a:moveTo>
                    <a:pt x="1153704" y="971380"/>
                  </a:moveTo>
                  <a:lnTo>
                    <a:pt x="1166623" y="968708"/>
                  </a:lnTo>
                  <a:lnTo>
                    <a:pt x="1156323" y="966211"/>
                  </a:lnTo>
                  <a:close/>
                  <a:moveTo>
                    <a:pt x="1058393" y="917171"/>
                  </a:moveTo>
                  <a:lnTo>
                    <a:pt x="1018660" y="879718"/>
                  </a:lnTo>
                  <a:lnTo>
                    <a:pt x="1039802" y="889728"/>
                  </a:lnTo>
                  <a:close/>
                  <a:moveTo>
                    <a:pt x="1058393" y="917171"/>
                  </a:moveTo>
                  <a:lnTo>
                    <a:pt x="1039802" y="889728"/>
                  </a:lnTo>
                  <a:lnTo>
                    <a:pt x="1044005" y="941265"/>
                  </a:lnTo>
                  <a:close/>
                  <a:moveTo>
                    <a:pt x="752667" y="567580"/>
                  </a:moveTo>
                  <a:lnTo>
                    <a:pt x="705104" y="568265"/>
                  </a:lnTo>
                  <a:lnTo>
                    <a:pt x="777078" y="596340"/>
                  </a:lnTo>
                  <a:close/>
                  <a:moveTo>
                    <a:pt x="789952" y="575250"/>
                  </a:moveTo>
                  <a:lnTo>
                    <a:pt x="752667" y="567580"/>
                  </a:lnTo>
                  <a:lnTo>
                    <a:pt x="822825" y="592702"/>
                  </a:lnTo>
                  <a:close/>
                  <a:moveTo>
                    <a:pt x="752667" y="567580"/>
                  </a:moveTo>
                  <a:lnTo>
                    <a:pt x="777078" y="596340"/>
                  </a:lnTo>
                  <a:lnTo>
                    <a:pt x="822825" y="592702"/>
                  </a:lnTo>
                  <a:close/>
                  <a:moveTo>
                    <a:pt x="984114" y="846382"/>
                  </a:moveTo>
                  <a:lnTo>
                    <a:pt x="1018660" y="879718"/>
                  </a:lnTo>
                  <a:lnTo>
                    <a:pt x="976903" y="875683"/>
                  </a:lnTo>
                  <a:close/>
                  <a:moveTo>
                    <a:pt x="837041" y="599710"/>
                  </a:moveTo>
                  <a:lnTo>
                    <a:pt x="849952" y="607951"/>
                  </a:lnTo>
                  <a:lnTo>
                    <a:pt x="822825" y="592702"/>
                  </a:lnTo>
                  <a:close/>
                  <a:moveTo>
                    <a:pt x="1152081" y="855229"/>
                  </a:moveTo>
                  <a:lnTo>
                    <a:pt x="1157529" y="893077"/>
                  </a:lnTo>
                  <a:lnTo>
                    <a:pt x="1170919" y="885884"/>
                  </a:lnTo>
                  <a:close/>
                  <a:moveTo>
                    <a:pt x="1123987" y="769328"/>
                  </a:moveTo>
                  <a:lnTo>
                    <a:pt x="1171671" y="768544"/>
                  </a:lnTo>
                  <a:lnTo>
                    <a:pt x="1139867" y="769784"/>
                  </a:lnTo>
                  <a:close/>
                  <a:moveTo>
                    <a:pt x="1171671" y="768544"/>
                  </a:moveTo>
                  <a:lnTo>
                    <a:pt x="1123987" y="769328"/>
                  </a:lnTo>
                  <a:lnTo>
                    <a:pt x="1178631" y="77981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05" name="Output_density__4204">
              <a:extLst>
                <a:ext uri="{FF2B5EF4-FFF2-40B4-BE49-F238E27FC236}">
                  <a16:creationId xmlns:a16="http://schemas.microsoft.com/office/drawing/2014/main" id="{7C328B9B-DE9D-72B2-5053-B18A86EA80AA}"/>
                </a:ext>
              </a:extLst>
            </p:cNvPr>
            <p:cNvSpPr>
              <a:spLocks noGrp="1"/>
            </p:cNvSpPr>
            <p:nvPr/>
          </p:nvSpPr>
          <p:spPr>
            <a:xfrm>
              <a:off x="15403458" y="3139662"/>
              <a:ext cx="1368326" cy="994797"/>
            </a:xfrm>
            <a:custGeom>
              <a:avLst/>
              <a:gdLst/>
              <a:ahLst/>
              <a:cxnLst/>
              <a:rect l="0" t="0" r="0" b="0"/>
              <a:pathLst>
                <a:path w="1368326" h="994797">
                  <a:moveTo>
                    <a:pt x="0" y="847538"/>
                  </a:moveTo>
                  <a:lnTo>
                    <a:pt x="12122" y="899075"/>
                  </a:lnTo>
                  <a:lnTo>
                    <a:pt x="12134" y="824235"/>
                  </a:lnTo>
                  <a:close/>
                  <a:moveTo>
                    <a:pt x="12122" y="899075"/>
                  </a:moveTo>
                  <a:lnTo>
                    <a:pt x="8056" y="890294"/>
                  </a:lnTo>
                  <a:lnTo>
                    <a:pt x="12134" y="824235"/>
                  </a:lnTo>
                  <a:close/>
                  <a:moveTo>
                    <a:pt x="45534" y="771907"/>
                  </a:moveTo>
                  <a:lnTo>
                    <a:pt x="44847" y="772880"/>
                  </a:lnTo>
                  <a:lnTo>
                    <a:pt x="12925" y="822759"/>
                  </a:lnTo>
                  <a:close/>
                  <a:moveTo>
                    <a:pt x="44847" y="772880"/>
                  </a:moveTo>
                  <a:lnTo>
                    <a:pt x="20070" y="809698"/>
                  </a:lnTo>
                  <a:lnTo>
                    <a:pt x="12925" y="822759"/>
                  </a:lnTo>
                  <a:close/>
                  <a:moveTo>
                    <a:pt x="12925" y="822759"/>
                  </a:moveTo>
                  <a:lnTo>
                    <a:pt x="20070" y="809698"/>
                  </a:lnTo>
                  <a:lnTo>
                    <a:pt x="12134" y="824235"/>
                  </a:lnTo>
                  <a:close/>
                  <a:moveTo>
                    <a:pt x="12134" y="824235"/>
                  </a:moveTo>
                  <a:lnTo>
                    <a:pt x="20070" y="809698"/>
                  </a:lnTo>
                  <a:lnTo>
                    <a:pt x="0" y="847538"/>
                  </a:lnTo>
                  <a:close/>
                  <a:moveTo>
                    <a:pt x="98029" y="791596"/>
                  </a:moveTo>
                  <a:lnTo>
                    <a:pt x="46980" y="771146"/>
                  </a:lnTo>
                  <a:lnTo>
                    <a:pt x="85143" y="783192"/>
                  </a:lnTo>
                  <a:close/>
                  <a:moveTo>
                    <a:pt x="85143" y="783192"/>
                  </a:moveTo>
                  <a:lnTo>
                    <a:pt x="107008" y="747813"/>
                  </a:lnTo>
                  <a:lnTo>
                    <a:pt x="98029" y="791596"/>
                  </a:lnTo>
                  <a:close/>
                  <a:moveTo>
                    <a:pt x="45895" y="771351"/>
                  </a:moveTo>
                  <a:lnTo>
                    <a:pt x="45534" y="771907"/>
                  </a:lnTo>
                  <a:lnTo>
                    <a:pt x="46980" y="771146"/>
                  </a:lnTo>
                  <a:close/>
                  <a:moveTo>
                    <a:pt x="279316" y="985144"/>
                  </a:moveTo>
                  <a:lnTo>
                    <a:pt x="300562" y="992649"/>
                  </a:lnTo>
                  <a:lnTo>
                    <a:pt x="347902" y="981402"/>
                  </a:lnTo>
                  <a:close/>
                  <a:moveTo>
                    <a:pt x="115896" y="723499"/>
                  </a:moveTo>
                  <a:lnTo>
                    <a:pt x="137485" y="735549"/>
                  </a:lnTo>
                  <a:lnTo>
                    <a:pt x="132038" y="696277"/>
                  </a:lnTo>
                  <a:close/>
                  <a:moveTo>
                    <a:pt x="132038" y="696277"/>
                  </a:moveTo>
                  <a:lnTo>
                    <a:pt x="137485" y="735549"/>
                  </a:lnTo>
                  <a:lnTo>
                    <a:pt x="161347" y="723719"/>
                  </a:lnTo>
                  <a:close/>
                  <a:moveTo>
                    <a:pt x="132038" y="696277"/>
                  </a:moveTo>
                  <a:lnTo>
                    <a:pt x="161347" y="723719"/>
                  </a:lnTo>
                  <a:lnTo>
                    <a:pt x="139462" y="672183"/>
                  </a:lnTo>
                  <a:close/>
                  <a:moveTo>
                    <a:pt x="262860" y="699625"/>
                  </a:moveTo>
                  <a:lnTo>
                    <a:pt x="219722" y="706674"/>
                  </a:lnTo>
                  <a:lnTo>
                    <a:pt x="240349" y="752648"/>
                  </a:lnTo>
                  <a:close/>
                  <a:moveTo>
                    <a:pt x="219722" y="706674"/>
                  </a:moveTo>
                  <a:lnTo>
                    <a:pt x="262860" y="699625"/>
                  </a:lnTo>
                  <a:lnTo>
                    <a:pt x="225522" y="688897"/>
                  </a:lnTo>
                  <a:close/>
                  <a:moveTo>
                    <a:pt x="161803" y="620646"/>
                  </a:moveTo>
                  <a:lnTo>
                    <a:pt x="139462" y="672183"/>
                  </a:lnTo>
                  <a:lnTo>
                    <a:pt x="178588" y="648089"/>
                  </a:lnTo>
                  <a:close/>
                  <a:moveTo>
                    <a:pt x="161803" y="620646"/>
                  </a:moveTo>
                  <a:lnTo>
                    <a:pt x="178588" y="648089"/>
                  </a:lnTo>
                  <a:lnTo>
                    <a:pt x="172280" y="596552"/>
                  </a:lnTo>
                  <a:close/>
                  <a:moveTo>
                    <a:pt x="191110" y="560234"/>
                  </a:moveTo>
                  <a:lnTo>
                    <a:pt x="172280" y="596552"/>
                  </a:lnTo>
                  <a:lnTo>
                    <a:pt x="227008" y="575265"/>
                  </a:lnTo>
                  <a:close/>
                  <a:moveTo>
                    <a:pt x="343097" y="548364"/>
                  </a:moveTo>
                  <a:lnTo>
                    <a:pt x="344171" y="555978"/>
                  </a:lnTo>
                  <a:lnTo>
                    <a:pt x="302234" y="623995"/>
                  </a:lnTo>
                  <a:close/>
                  <a:moveTo>
                    <a:pt x="1269273" y="943261"/>
                  </a:moveTo>
                  <a:lnTo>
                    <a:pt x="1241149" y="921708"/>
                  </a:lnTo>
                  <a:lnTo>
                    <a:pt x="1214050" y="955286"/>
                  </a:lnTo>
                  <a:close/>
                  <a:moveTo>
                    <a:pt x="1269273" y="943261"/>
                  </a:moveTo>
                  <a:lnTo>
                    <a:pt x="1302406" y="976060"/>
                  </a:lnTo>
                  <a:lnTo>
                    <a:pt x="1317092" y="924189"/>
                  </a:lnTo>
                  <a:close/>
                  <a:moveTo>
                    <a:pt x="1317092" y="924189"/>
                  </a:moveTo>
                  <a:lnTo>
                    <a:pt x="1302406" y="976060"/>
                  </a:lnTo>
                  <a:lnTo>
                    <a:pt x="1331797" y="919167"/>
                  </a:lnTo>
                  <a:close/>
                  <a:moveTo>
                    <a:pt x="1331797" y="919167"/>
                  </a:moveTo>
                  <a:lnTo>
                    <a:pt x="1302406" y="976060"/>
                  </a:lnTo>
                  <a:lnTo>
                    <a:pt x="1326952" y="994797"/>
                  </a:lnTo>
                  <a:close/>
                  <a:moveTo>
                    <a:pt x="1331797" y="919167"/>
                  </a:moveTo>
                  <a:lnTo>
                    <a:pt x="1326952" y="994797"/>
                  </a:lnTo>
                  <a:lnTo>
                    <a:pt x="1346579" y="970703"/>
                  </a:lnTo>
                  <a:close/>
                  <a:moveTo>
                    <a:pt x="1317092" y="924189"/>
                  </a:moveTo>
                  <a:lnTo>
                    <a:pt x="1241149" y="921708"/>
                  </a:lnTo>
                  <a:lnTo>
                    <a:pt x="1269273" y="943261"/>
                  </a:lnTo>
                  <a:close/>
                  <a:moveTo>
                    <a:pt x="1368326" y="946610"/>
                  </a:moveTo>
                  <a:lnTo>
                    <a:pt x="1327131" y="916028"/>
                  </a:lnTo>
                  <a:lnTo>
                    <a:pt x="1331797" y="919167"/>
                  </a:lnTo>
                  <a:close/>
                  <a:moveTo>
                    <a:pt x="693609" y="2159"/>
                  </a:moveTo>
                  <a:lnTo>
                    <a:pt x="659895" y="43045"/>
                  </a:lnTo>
                  <a:lnTo>
                    <a:pt x="681287" y="18951"/>
                  </a:lnTo>
                  <a:close/>
                  <a:moveTo>
                    <a:pt x="1037841" y="280904"/>
                  </a:moveTo>
                  <a:lnTo>
                    <a:pt x="1047858" y="328170"/>
                  </a:lnTo>
                  <a:lnTo>
                    <a:pt x="1026716" y="318160"/>
                  </a:lnTo>
                  <a:close/>
                  <a:moveTo>
                    <a:pt x="713160" y="6707"/>
                  </a:moveTo>
                  <a:lnTo>
                    <a:pt x="739751" y="0"/>
                  </a:lnTo>
                  <a:lnTo>
                    <a:pt x="693609" y="2159"/>
                  </a:lnTo>
                  <a:close/>
                  <a:moveTo>
                    <a:pt x="713160" y="6707"/>
                  </a:moveTo>
                  <a:lnTo>
                    <a:pt x="760723" y="6022"/>
                  </a:lnTo>
                  <a:lnTo>
                    <a:pt x="739751" y="0"/>
                  </a:lnTo>
                  <a:close/>
                  <a:moveTo>
                    <a:pt x="992170" y="284824"/>
                  </a:moveTo>
                  <a:lnTo>
                    <a:pt x="1037841" y="280904"/>
                  </a:lnTo>
                  <a:lnTo>
                    <a:pt x="1026716" y="318160"/>
                  </a:lnTo>
                  <a:close/>
                  <a:moveTo>
                    <a:pt x="1097057" y="228446"/>
                  </a:moveTo>
                  <a:lnTo>
                    <a:pt x="1094430" y="238349"/>
                  </a:lnTo>
                  <a:lnTo>
                    <a:pt x="1065339" y="248814"/>
                  </a:lnTo>
                  <a:close/>
                  <a:moveTo>
                    <a:pt x="1065339" y="248814"/>
                  </a:moveTo>
                  <a:lnTo>
                    <a:pt x="1094430" y="238349"/>
                  </a:lnTo>
                  <a:lnTo>
                    <a:pt x="1079245" y="261030"/>
                  </a:lnTo>
                  <a:close/>
                  <a:moveTo>
                    <a:pt x="1105064" y="222660"/>
                  </a:moveTo>
                  <a:lnTo>
                    <a:pt x="1094430" y="238349"/>
                  </a:lnTo>
                  <a:lnTo>
                    <a:pt x="1097057" y="228446"/>
                  </a:lnTo>
                  <a:close/>
                  <a:moveTo>
                    <a:pt x="1105064" y="222660"/>
                  </a:moveTo>
                  <a:lnTo>
                    <a:pt x="1097057" y="228446"/>
                  </a:lnTo>
                  <a:lnTo>
                    <a:pt x="1132043" y="207770"/>
                  </a:lnTo>
                  <a:close/>
                  <a:moveTo>
                    <a:pt x="1132043" y="207770"/>
                  </a:moveTo>
                  <a:lnTo>
                    <a:pt x="1147923" y="208226"/>
                  </a:lnTo>
                  <a:lnTo>
                    <a:pt x="1105064" y="222660"/>
                  </a:lnTo>
                  <a:close/>
                  <a:moveTo>
                    <a:pt x="1132043" y="207770"/>
                  </a:moveTo>
                  <a:lnTo>
                    <a:pt x="1136924" y="206881"/>
                  </a:lnTo>
                  <a:lnTo>
                    <a:pt x="1186687" y="218259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06" name="Output_density__4205">
              <a:extLst>
                <a:ext uri="{FF2B5EF4-FFF2-40B4-BE49-F238E27FC236}">
                  <a16:creationId xmlns:a16="http://schemas.microsoft.com/office/drawing/2014/main" id="{ADA7456F-0562-DE21-F306-704EB25196BD}"/>
                </a:ext>
              </a:extLst>
            </p:cNvPr>
            <p:cNvSpPr>
              <a:spLocks noGrp="1"/>
            </p:cNvSpPr>
            <p:nvPr/>
          </p:nvSpPr>
          <p:spPr>
            <a:xfrm>
              <a:off x="15415593" y="3141821"/>
              <a:ext cx="1124790" cy="822077"/>
            </a:xfrm>
            <a:custGeom>
              <a:avLst/>
              <a:gdLst/>
              <a:ahLst/>
              <a:cxnLst/>
              <a:rect l="0" t="0" r="0" b="0"/>
              <a:pathLst>
                <a:path w="1124790" h="822077">
                  <a:moveTo>
                    <a:pt x="790" y="820600"/>
                  </a:moveTo>
                  <a:lnTo>
                    <a:pt x="0" y="822077"/>
                  </a:lnTo>
                  <a:lnTo>
                    <a:pt x="502" y="821285"/>
                  </a:lnTo>
                  <a:close/>
                  <a:moveTo>
                    <a:pt x="790" y="820600"/>
                  </a:moveTo>
                  <a:lnTo>
                    <a:pt x="502" y="821285"/>
                  </a:lnTo>
                  <a:lnTo>
                    <a:pt x="1741" y="820662"/>
                  </a:lnTo>
                  <a:close/>
                  <a:moveTo>
                    <a:pt x="34845" y="768987"/>
                  </a:moveTo>
                  <a:lnTo>
                    <a:pt x="33399" y="769748"/>
                  </a:lnTo>
                  <a:lnTo>
                    <a:pt x="73008" y="781034"/>
                  </a:lnTo>
                  <a:close/>
                  <a:moveTo>
                    <a:pt x="33399" y="769748"/>
                  </a:moveTo>
                  <a:lnTo>
                    <a:pt x="790" y="820600"/>
                  </a:lnTo>
                  <a:lnTo>
                    <a:pt x="73008" y="781034"/>
                  </a:lnTo>
                  <a:close/>
                  <a:moveTo>
                    <a:pt x="103762" y="721341"/>
                  </a:moveTo>
                  <a:lnTo>
                    <a:pt x="93821" y="759023"/>
                  </a:lnTo>
                  <a:lnTo>
                    <a:pt x="94874" y="745655"/>
                  </a:lnTo>
                  <a:close/>
                  <a:moveTo>
                    <a:pt x="125350" y="733390"/>
                  </a:moveTo>
                  <a:lnTo>
                    <a:pt x="94874" y="745655"/>
                  </a:lnTo>
                  <a:lnTo>
                    <a:pt x="148800" y="754831"/>
                  </a:lnTo>
                  <a:close/>
                  <a:moveTo>
                    <a:pt x="94874" y="745655"/>
                  </a:moveTo>
                  <a:lnTo>
                    <a:pt x="73008" y="781034"/>
                  </a:lnTo>
                  <a:lnTo>
                    <a:pt x="148800" y="754831"/>
                  </a:lnTo>
                  <a:close/>
                  <a:moveTo>
                    <a:pt x="103762" y="721341"/>
                  </a:moveTo>
                  <a:lnTo>
                    <a:pt x="94874" y="745655"/>
                  </a:lnTo>
                  <a:lnTo>
                    <a:pt x="125350" y="733390"/>
                  </a:lnTo>
                  <a:close/>
                  <a:moveTo>
                    <a:pt x="125350" y="733390"/>
                  </a:moveTo>
                  <a:lnTo>
                    <a:pt x="148800" y="754831"/>
                  </a:lnTo>
                  <a:lnTo>
                    <a:pt x="149213" y="721561"/>
                  </a:lnTo>
                  <a:close/>
                  <a:moveTo>
                    <a:pt x="149213" y="721561"/>
                  </a:moveTo>
                  <a:lnTo>
                    <a:pt x="207587" y="704515"/>
                  </a:lnTo>
                  <a:lnTo>
                    <a:pt x="166454" y="645930"/>
                  </a:lnTo>
                  <a:close/>
                  <a:moveTo>
                    <a:pt x="127328" y="670024"/>
                  </a:moveTo>
                  <a:lnTo>
                    <a:pt x="149213" y="721561"/>
                  </a:lnTo>
                  <a:lnTo>
                    <a:pt x="166454" y="645930"/>
                  </a:lnTo>
                  <a:close/>
                  <a:moveTo>
                    <a:pt x="681474" y="0"/>
                  </a:moveTo>
                  <a:lnTo>
                    <a:pt x="669153" y="16792"/>
                  </a:lnTo>
                  <a:lnTo>
                    <a:pt x="701026" y="4549"/>
                  </a:lnTo>
                  <a:close/>
                  <a:moveTo>
                    <a:pt x="1119909" y="205611"/>
                  </a:moveTo>
                  <a:lnTo>
                    <a:pt x="1084923" y="226287"/>
                  </a:lnTo>
                  <a:lnTo>
                    <a:pt x="1124790" y="204723"/>
                  </a:lnTo>
                  <a:close/>
                  <a:moveTo>
                    <a:pt x="1084923" y="226287"/>
                  </a:moveTo>
                  <a:lnTo>
                    <a:pt x="1053205" y="246655"/>
                  </a:lnTo>
                  <a:lnTo>
                    <a:pt x="1124790" y="20472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7" name="Output_density__4206">
              <a:extLst>
                <a:ext uri="{FF2B5EF4-FFF2-40B4-BE49-F238E27FC236}">
                  <a16:creationId xmlns:a16="http://schemas.microsoft.com/office/drawing/2014/main" id="{D1C42F07-1479-40A7-7F73-D812EF615685}"/>
                </a:ext>
              </a:extLst>
            </p:cNvPr>
            <p:cNvSpPr>
              <a:spLocks noGrp="1"/>
            </p:cNvSpPr>
            <p:nvPr/>
          </p:nvSpPr>
          <p:spPr>
            <a:xfrm>
              <a:off x="15753777" y="3243791"/>
              <a:ext cx="1137828" cy="1338816"/>
            </a:xfrm>
            <a:custGeom>
              <a:avLst/>
              <a:gdLst/>
              <a:ahLst/>
              <a:cxnLst/>
              <a:rect l="0" t="0" r="0" b="0"/>
              <a:pathLst>
                <a:path w="1137828" h="1338816">
                  <a:moveTo>
                    <a:pt x="367840" y="1338816"/>
                  </a:moveTo>
                  <a:lnTo>
                    <a:pt x="329631" y="1330855"/>
                  </a:lnTo>
                  <a:lnTo>
                    <a:pt x="411783" y="1328434"/>
                  </a:lnTo>
                  <a:close/>
                  <a:moveTo>
                    <a:pt x="46439" y="970755"/>
                  </a:moveTo>
                  <a:lnTo>
                    <a:pt x="56284" y="941019"/>
                  </a:lnTo>
                  <a:lnTo>
                    <a:pt x="0" y="971805"/>
                  </a:lnTo>
                  <a:close/>
                  <a:moveTo>
                    <a:pt x="56284" y="941019"/>
                  </a:moveTo>
                  <a:lnTo>
                    <a:pt x="46439" y="970755"/>
                  </a:lnTo>
                  <a:lnTo>
                    <a:pt x="61419" y="952904"/>
                  </a:lnTo>
                  <a:close/>
                  <a:moveTo>
                    <a:pt x="440267" y="1300031"/>
                  </a:moveTo>
                  <a:lnTo>
                    <a:pt x="367840" y="1338816"/>
                  </a:lnTo>
                  <a:lnTo>
                    <a:pt x="411783" y="1328434"/>
                  </a:lnTo>
                  <a:close/>
                  <a:moveTo>
                    <a:pt x="677453" y="948523"/>
                  </a:moveTo>
                  <a:lnTo>
                    <a:pt x="722510" y="942306"/>
                  </a:lnTo>
                  <a:lnTo>
                    <a:pt x="750581" y="912359"/>
                  </a:lnTo>
                  <a:close/>
                  <a:moveTo>
                    <a:pt x="1056381" y="952288"/>
                  </a:moveTo>
                  <a:lnTo>
                    <a:pt x="1100159" y="941292"/>
                  </a:lnTo>
                  <a:lnTo>
                    <a:pt x="1126660" y="905476"/>
                  </a:lnTo>
                  <a:close/>
                  <a:moveTo>
                    <a:pt x="1111832" y="918111"/>
                  </a:moveTo>
                  <a:lnTo>
                    <a:pt x="1133075" y="894017"/>
                  </a:lnTo>
                  <a:lnTo>
                    <a:pt x="1126660" y="905476"/>
                  </a:lnTo>
                  <a:close/>
                  <a:moveTo>
                    <a:pt x="855824" y="584798"/>
                  </a:moveTo>
                  <a:lnTo>
                    <a:pt x="850757" y="587445"/>
                  </a:lnTo>
                  <a:lnTo>
                    <a:pt x="851843" y="557355"/>
                  </a:lnTo>
                  <a:close/>
                  <a:moveTo>
                    <a:pt x="869270" y="533261"/>
                  </a:moveTo>
                  <a:lnTo>
                    <a:pt x="855824" y="584798"/>
                  </a:lnTo>
                  <a:lnTo>
                    <a:pt x="851843" y="557355"/>
                  </a:lnTo>
                  <a:close/>
                  <a:moveTo>
                    <a:pt x="1137828" y="882447"/>
                  </a:moveTo>
                  <a:lnTo>
                    <a:pt x="1126660" y="905476"/>
                  </a:lnTo>
                  <a:lnTo>
                    <a:pt x="1133075" y="894017"/>
                  </a:lnTo>
                  <a:close/>
                  <a:moveTo>
                    <a:pt x="504814" y="17895"/>
                  </a:moveTo>
                  <a:lnTo>
                    <a:pt x="500083" y="0"/>
                  </a:lnTo>
                  <a:lnTo>
                    <a:pt x="481230" y="6441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08" name="Output_density__4207">
              <a:extLst>
                <a:ext uri="{FF2B5EF4-FFF2-40B4-BE49-F238E27FC236}">
                  <a16:creationId xmlns:a16="http://schemas.microsoft.com/office/drawing/2014/main" id="{AA0BE097-2223-714C-371C-CB2E38FF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83229" y="2636791"/>
              <a:ext cx="1307940" cy="2091422"/>
            </a:xfrm>
            <a:custGeom>
              <a:avLst/>
              <a:gdLst/>
              <a:ahLst/>
              <a:cxnLst/>
              <a:rect l="0" t="0" r="0" b="0"/>
              <a:pathLst>
                <a:path w="1307940" h="2091422">
                  <a:moveTo>
                    <a:pt x="177285" y="2044479"/>
                  </a:moveTo>
                  <a:lnTo>
                    <a:pt x="178999" y="2050867"/>
                  </a:lnTo>
                  <a:lnTo>
                    <a:pt x="190513" y="2058148"/>
                  </a:lnTo>
                  <a:close/>
                  <a:moveTo>
                    <a:pt x="197945" y="2020385"/>
                  </a:moveTo>
                  <a:lnTo>
                    <a:pt x="190513" y="2058148"/>
                  </a:lnTo>
                  <a:lnTo>
                    <a:pt x="220187" y="2034195"/>
                  </a:lnTo>
                  <a:close/>
                  <a:moveTo>
                    <a:pt x="197945" y="2020385"/>
                  </a:moveTo>
                  <a:lnTo>
                    <a:pt x="177285" y="2044479"/>
                  </a:lnTo>
                  <a:lnTo>
                    <a:pt x="190513" y="2058148"/>
                  </a:lnTo>
                  <a:close/>
                  <a:moveTo>
                    <a:pt x="163683" y="1997616"/>
                  </a:moveTo>
                  <a:lnTo>
                    <a:pt x="133086" y="1987468"/>
                  </a:lnTo>
                  <a:lnTo>
                    <a:pt x="197945" y="2020385"/>
                  </a:lnTo>
                  <a:close/>
                  <a:moveTo>
                    <a:pt x="197945" y="2020385"/>
                  </a:moveTo>
                  <a:lnTo>
                    <a:pt x="133086" y="1987468"/>
                  </a:lnTo>
                  <a:lnTo>
                    <a:pt x="134222" y="1992942"/>
                  </a:lnTo>
                  <a:close/>
                  <a:moveTo>
                    <a:pt x="197945" y="2020385"/>
                  </a:moveTo>
                  <a:lnTo>
                    <a:pt x="134222" y="1992942"/>
                  </a:lnTo>
                  <a:lnTo>
                    <a:pt x="177285" y="2044479"/>
                  </a:lnTo>
                  <a:close/>
                  <a:moveTo>
                    <a:pt x="190513" y="2058148"/>
                  </a:moveTo>
                  <a:lnTo>
                    <a:pt x="246132" y="2091422"/>
                  </a:lnTo>
                  <a:lnTo>
                    <a:pt x="270124" y="2046226"/>
                  </a:lnTo>
                  <a:close/>
                  <a:moveTo>
                    <a:pt x="220187" y="2034195"/>
                  </a:moveTo>
                  <a:lnTo>
                    <a:pt x="190513" y="2058148"/>
                  </a:lnTo>
                  <a:lnTo>
                    <a:pt x="270124" y="2046226"/>
                  </a:lnTo>
                  <a:close/>
                  <a:moveTo>
                    <a:pt x="118030" y="1961824"/>
                  </a:moveTo>
                  <a:lnTo>
                    <a:pt x="134222" y="1992942"/>
                  </a:lnTo>
                  <a:lnTo>
                    <a:pt x="133086" y="1987468"/>
                  </a:lnTo>
                  <a:close/>
                  <a:moveTo>
                    <a:pt x="85549" y="1925390"/>
                  </a:moveTo>
                  <a:lnTo>
                    <a:pt x="133086" y="1987468"/>
                  </a:lnTo>
                  <a:lnTo>
                    <a:pt x="130677" y="1968848"/>
                  </a:lnTo>
                  <a:close/>
                  <a:moveTo>
                    <a:pt x="104199" y="1941406"/>
                  </a:moveTo>
                  <a:lnTo>
                    <a:pt x="133086" y="1987468"/>
                  </a:lnTo>
                  <a:lnTo>
                    <a:pt x="85549" y="1925390"/>
                  </a:lnTo>
                  <a:close/>
                  <a:moveTo>
                    <a:pt x="336484" y="2047828"/>
                  </a:moveTo>
                  <a:lnTo>
                    <a:pt x="326567" y="2082580"/>
                  </a:lnTo>
                  <a:lnTo>
                    <a:pt x="360042" y="2072837"/>
                  </a:lnTo>
                  <a:close/>
                  <a:moveTo>
                    <a:pt x="336484" y="2047828"/>
                  </a:moveTo>
                  <a:lnTo>
                    <a:pt x="313134" y="2071921"/>
                  </a:lnTo>
                  <a:lnTo>
                    <a:pt x="326567" y="2082580"/>
                  </a:lnTo>
                  <a:close/>
                  <a:moveTo>
                    <a:pt x="290784" y="1997969"/>
                  </a:moveTo>
                  <a:lnTo>
                    <a:pt x="270124" y="2046226"/>
                  </a:lnTo>
                  <a:lnTo>
                    <a:pt x="296968" y="1996291"/>
                  </a:lnTo>
                  <a:close/>
                  <a:moveTo>
                    <a:pt x="296968" y="1996291"/>
                  </a:moveTo>
                  <a:lnTo>
                    <a:pt x="270124" y="2046226"/>
                  </a:lnTo>
                  <a:lnTo>
                    <a:pt x="313134" y="2071921"/>
                  </a:lnTo>
                  <a:close/>
                  <a:moveTo>
                    <a:pt x="296968" y="1996291"/>
                  </a:moveTo>
                  <a:lnTo>
                    <a:pt x="313134" y="2071921"/>
                  </a:lnTo>
                  <a:lnTo>
                    <a:pt x="336484" y="2047828"/>
                  </a:lnTo>
                  <a:close/>
                  <a:moveTo>
                    <a:pt x="270124" y="2046226"/>
                  </a:moveTo>
                  <a:lnTo>
                    <a:pt x="290784" y="1997969"/>
                  </a:lnTo>
                  <a:lnTo>
                    <a:pt x="246646" y="1998221"/>
                  </a:lnTo>
                  <a:close/>
                  <a:moveTo>
                    <a:pt x="220187" y="2034195"/>
                  </a:moveTo>
                  <a:lnTo>
                    <a:pt x="270124" y="2046226"/>
                  </a:lnTo>
                  <a:lnTo>
                    <a:pt x="246646" y="1998221"/>
                  </a:lnTo>
                  <a:close/>
                  <a:moveTo>
                    <a:pt x="296968" y="1996291"/>
                  </a:moveTo>
                  <a:lnTo>
                    <a:pt x="334682" y="1978022"/>
                  </a:lnTo>
                  <a:lnTo>
                    <a:pt x="290784" y="1997969"/>
                  </a:lnTo>
                  <a:close/>
                  <a:moveTo>
                    <a:pt x="290784" y="1997969"/>
                  </a:moveTo>
                  <a:lnTo>
                    <a:pt x="275299" y="1947816"/>
                  </a:lnTo>
                  <a:lnTo>
                    <a:pt x="267962" y="1996291"/>
                  </a:lnTo>
                  <a:close/>
                  <a:moveTo>
                    <a:pt x="275299" y="1947816"/>
                  </a:moveTo>
                  <a:lnTo>
                    <a:pt x="267093" y="1944754"/>
                  </a:lnTo>
                  <a:lnTo>
                    <a:pt x="267962" y="1996291"/>
                  </a:lnTo>
                  <a:close/>
                  <a:moveTo>
                    <a:pt x="219239" y="1895751"/>
                  </a:moveTo>
                  <a:lnTo>
                    <a:pt x="267093" y="1944754"/>
                  </a:lnTo>
                  <a:lnTo>
                    <a:pt x="218043" y="1893639"/>
                  </a:lnTo>
                  <a:close/>
                  <a:moveTo>
                    <a:pt x="267093" y="1944754"/>
                  </a:moveTo>
                  <a:lnTo>
                    <a:pt x="275299" y="1947816"/>
                  </a:lnTo>
                  <a:lnTo>
                    <a:pt x="218043" y="1893639"/>
                  </a:lnTo>
                  <a:close/>
                  <a:moveTo>
                    <a:pt x="219239" y="1895751"/>
                  </a:moveTo>
                  <a:lnTo>
                    <a:pt x="218043" y="1893639"/>
                  </a:lnTo>
                  <a:lnTo>
                    <a:pt x="217332" y="1893218"/>
                  </a:lnTo>
                  <a:close/>
                  <a:moveTo>
                    <a:pt x="296968" y="1996291"/>
                  </a:moveTo>
                  <a:lnTo>
                    <a:pt x="336484" y="2047828"/>
                  </a:lnTo>
                  <a:lnTo>
                    <a:pt x="294336" y="1995082"/>
                  </a:lnTo>
                  <a:close/>
                  <a:moveTo>
                    <a:pt x="109188" y="1658968"/>
                  </a:moveTo>
                  <a:lnTo>
                    <a:pt x="97366" y="1654544"/>
                  </a:lnTo>
                  <a:lnTo>
                    <a:pt x="145137" y="1658475"/>
                  </a:lnTo>
                  <a:close/>
                  <a:moveTo>
                    <a:pt x="88732" y="1559904"/>
                  </a:moveTo>
                  <a:lnTo>
                    <a:pt x="99742" y="1623650"/>
                  </a:lnTo>
                  <a:lnTo>
                    <a:pt x="125215" y="1583988"/>
                  </a:lnTo>
                  <a:close/>
                  <a:moveTo>
                    <a:pt x="397056" y="1862051"/>
                  </a:moveTo>
                  <a:lnTo>
                    <a:pt x="469172" y="1896566"/>
                  </a:lnTo>
                  <a:lnTo>
                    <a:pt x="425286" y="1872297"/>
                  </a:lnTo>
                  <a:close/>
                  <a:moveTo>
                    <a:pt x="397056" y="1862051"/>
                  </a:moveTo>
                  <a:lnTo>
                    <a:pt x="462246" y="1909778"/>
                  </a:lnTo>
                  <a:lnTo>
                    <a:pt x="469172" y="1896566"/>
                  </a:lnTo>
                  <a:close/>
                  <a:moveTo>
                    <a:pt x="311980" y="1798020"/>
                  </a:moveTo>
                  <a:lnTo>
                    <a:pt x="298176" y="1803732"/>
                  </a:lnTo>
                  <a:lnTo>
                    <a:pt x="333623" y="1839162"/>
                  </a:lnTo>
                  <a:close/>
                  <a:moveTo>
                    <a:pt x="369017" y="1836594"/>
                  </a:moveTo>
                  <a:lnTo>
                    <a:pt x="311980" y="1798020"/>
                  </a:lnTo>
                  <a:lnTo>
                    <a:pt x="333623" y="1839162"/>
                  </a:lnTo>
                  <a:close/>
                  <a:moveTo>
                    <a:pt x="382547" y="1847403"/>
                  </a:moveTo>
                  <a:lnTo>
                    <a:pt x="382809" y="1845030"/>
                  </a:lnTo>
                  <a:lnTo>
                    <a:pt x="369017" y="1836594"/>
                  </a:lnTo>
                  <a:close/>
                  <a:moveTo>
                    <a:pt x="193730" y="1530579"/>
                  </a:moveTo>
                  <a:lnTo>
                    <a:pt x="168131" y="1484274"/>
                  </a:lnTo>
                  <a:lnTo>
                    <a:pt x="193531" y="1537110"/>
                  </a:lnTo>
                  <a:close/>
                  <a:moveTo>
                    <a:pt x="142117" y="1512284"/>
                  </a:moveTo>
                  <a:lnTo>
                    <a:pt x="192776" y="1535810"/>
                  </a:lnTo>
                  <a:lnTo>
                    <a:pt x="193531" y="1537110"/>
                  </a:lnTo>
                  <a:close/>
                  <a:moveTo>
                    <a:pt x="117323" y="1435598"/>
                  </a:moveTo>
                  <a:lnTo>
                    <a:pt x="123472" y="1442571"/>
                  </a:lnTo>
                  <a:lnTo>
                    <a:pt x="111816" y="1432737"/>
                  </a:lnTo>
                  <a:close/>
                  <a:moveTo>
                    <a:pt x="123472" y="1442571"/>
                  </a:moveTo>
                  <a:lnTo>
                    <a:pt x="117323" y="1435598"/>
                  </a:lnTo>
                  <a:lnTo>
                    <a:pt x="168131" y="1484274"/>
                  </a:lnTo>
                  <a:close/>
                  <a:moveTo>
                    <a:pt x="62230" y="1442405"/>
                  </a:moveTo>
                  <a:lnTo>
                    <a:pt x="38636" y="1434960"/>
                  </a:lnTo>
                  <a:lnTo>
                    <a:pt x="0" y="1392272"/>
                  </a:lnTo>
                  <a:close/>
                  <a:moveTo>
                    <a:pt x="14280" y="1443405"/>
                  </a:moveTo>
                  <a:lnTo>
                    <a:pt x="62230" y="1442405"/>
                  </a:lnTo>
                  <a:lnTo>
                    <a:pt x="0" y="1392272"/>
                  </a:lnTo>
                  <a:close/>
                  <a:moveTo>
                    <a:pt x="382809" y="1845030"/>
                  </a:moveTo>
                  <a:lnTo>
                    <a:pt x="397056" y="1862051"/>
                  </a:lnTo>
                  <a:lnTo>
                    <a:pt x="425286" y="1872297"/>
                  </a:lnTo>
                  <a:close/>
                  <a:moveTo>
                    <a:pt x="381910" y="1773639"/>
                  </a:moveTo>
                  <a:lnTo>
                    <a:pt x="432958" y="1770120"/>
                  </a:lnTo>
                  <a:lnTo>
                    <a:pt x="393413" y="1739527"/>
                  </a:lnTo>
                  <a:close/>
                  <a:moveTo>
                    <a:pt x="381910" y="1773639"/>
                  </a:moveTo>
                  <a:lnTo>
                    <a:pt x="393413" y="1739527"/>
                  </a:lnTo>
                  <a:lnTo>
                    <a:pt x="359763" y="1728902"/>
                  </a:lnTo>
                  <a:close/>
                  <a:moveTo>
                    <a:pt x="432958" y="1770120"/>
                  </a:moveTo>
                  <a:lnTo>
                    <a:pt x="474066" y="1774682"/>
                  </a:lnTo>
                  <a:lnTo>
                    <a:pt x="393413" y="1739527"/>
                  </a:lnTo>
                  <a:close/>
                  <a:moveTo>
                    <a:pt x="332969" y="1690420"/>
                  </a:moveTo>
                  <a:lnTo>
                    <a:pt x="331833" y="1697568"/>
                  </a:lnTo>
                  <a:lnTo>
                    <a:pt x="359763" y="1728902"/>
                  </a:lnTo>
                  <a:close/>
                  <a:moveTo>
                    <a:pt x="359763" y="1728902"/>
                  </a:moveTo>
                  <a:lnTo>
                    <a:pt x="393413" y="1739527"/>
                  </a:lnTo>
                  <a:lnTo>
                    <a:pt x="332969" y="1690420"/>
                  </a:lnTo>
                  <a:close/>
                  <a:moveTo>
                    <a:pt x="329078" y="1687268"/>
                  </a:moveTo>
                  <a:lnTo>
                    <a:pt x="332969" y="1690420"/>
                  </a:lnTo>
                  <a:lnTo>
                    <a:pt x="337540" y="1684226"/>
                  </a:lnTo>
                  <a:close/>
                  <a:moveTo>
                    <a:pt x="337540" y="1684226"/>
                  </a:moveTo>
                  <a:lnTo>
                    <a:pt x="347807" y="1666326"/>
                  </a:lnTo>
                  <a:lnTo>
                    <a:pt x="329078" y="1687268"/>
                  </a:lnTo>
                  <a:close/>
                  <a:moveTo>
                    <a:pt x="329078" y="1687268"/>
                  </a:moveTo>
                  <a:lnTo>
                    <a:pt x="347807" y="1666326"/>
                  </a:lnTo>
                  <a:lnTo>
                    <a:pt x="305774" y="1639917"/>
                  </a:lnTo>
                  <a:close/>
                  <a:moveTo>
                    <a:pt x="123472" y="1442571"/>
                  </a:moveTo>
                  <a:lnTo>
                    <a:pt x="185963" y="1480520"/>
                  </a:lnTo>
                  <a:lnTo>
                    <a:pt x="199421" y="1416955"/>
                  </a:lnTo>
                  <a:close/>
                  <a:moveTo>
                    <a:pt x="185963" y="1480520"/>
                  </a:moveTo>
                  <a:lnTo>
                    <a:pt x="193730" y="1530579"/>
                  </a:lnTo>
                  <a:lnTo>
                    <a:pt x="245102" y="1470423"/>
                  </a:lnTo>
                  <a:close/>
                  <a:moveTo>
                    <a:pt x="229009" y="1408643"/>
                  </a:moveTo>
                  <a:lnTo>
                    <a:pt x="199421" y="1416955"/>
                  </a:lnTo>
                  <a:lnTo>
                    <a:pt x="242390" y="1409884"/>
                  </a:lnTo>
                  <a:close/>
                  <a:moveTo>
                    <a:pt x="77046" y="1381201"/>
                  </a:moveTo>
                  <a:lnTo>
                    <a:pt x="111816" y="1432737"/>
                  </a:lnTo>
                  <a:lnTo>
                    <a:pt x="74282" y="1369864"/>
                  </a:lnTo>
                  <a:close/>
                  <a:moveTo>
                    <a:pt x="313621" y="1602947"/>
                  </a:moveTo>
                  <a:lnTo>
                    <a:pt x="356340" y="160619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96690" y="153915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38214" y="1558192"/>
                  </a:lnTo>
                  <a:lnTo>
                    <a:pt x="356340" y="1606199"/>
                  </a:lnTo>
                  <a:close/>
                  <a:moveTo>
                    <a:pt x="338214" y="1558192"/>
                  </a:moveTo>
                  <a:lnTo>
                    <a:pt x="356871" y="1521384"/>
                  </a:lnTo>
                  <a:lnTo>
                    <a:pt x="301157" y="1511716"/>
                  </a:lnTo>
                  <a:close/>
                  <a:moveTo>
                    <a:pt x="309533" y="1543527"/>
                  </a:moveTo>
                  <a:lnTo>
                    <a:pt x="338214" y="1558192"/>
                  </a:lnTo>
                  <a:lnTo>
                    <a:pt x="301157" y="1511716"/>
                  </a:lnTo>
                  <a:close/>
                  <a:moveTo>
                    <a:pt x="338214" y="1558192"/>
                  </a:moveTo>
                  <a:lnTo>
                    <a:pt x="396690" y="1539159"/>
                  </a:lnTo>
                  <a:lnTo>
                    <a:pt x="356871" y="1521384"/>
                  </a:lnTo>
                  <a:close/>
                  <a:moveTo>
                    <a:pt x="200615" y="1405864"/>
                  </a:moveTo>
                  <a:lnTo>
                    <a:pt x="199421" y="1416955"/>
                  </a:lnTo>
                  <a:lnTo>
                    <a:pt x="229009" y="1408643"/>
                  </a:lnTo>
                  <a:close/>
                  <a:moveTo>
                    <a:pt x="229009" y="1408643"/>
                  </a:moveTo>
                  <a:lnTo>
                    <a:pt x="213952" y="1336387"/>
                  </a:lnTo>
                  <a:lnTo>
                    <a:pt x="200615" y="1405864"/>
                  </a:lnTo>
                  <a:close/>
                  <a:moveTo>
                    <a:pt x="78697" y="1254033"/>
                  </a:moveTo>
                  <a:lnTo>
                    <a:pt x="138405" y="1230229"/>
                  </a:lnTo>
                  <a:lnTo>
                    <a:pt x="83090" y="1202497"/>
                  </a:lnTo>
                  <a:close/>
                  <a:moveTo>
                    <a:pt x="356871" y="1521384"/>
                  </a:moveTo>
                  <a:lnTo>
                    <a:pt x="396690" y="1539159"/>
                  </a:lnTo>
                  <a:lnTo>
                    <a:pt x="399643" y="1463529"/>
                  </a:lnTo>
                  <a:close/>
                  <a:moveTo>
                    <a:pt x="399643" y="1463529"/>
                  </a:moveTo>
                  <a:lnTo>
                    <a:pt x="396690" y="1539159"/>
                  </a:lnTo>
                  <a:lnTo>
                    <a:pt x="428771" y="1480627"/>
                  </a:lnTo>
                  <a:close/>
                  <a:moveTo>
                    <a:pt x="428771" y="1480627"/>
                  </a:moveTo>
                  <a:lnTo>
                    <a:pt x="396690" y="1539159"/>
                  </a:lnTo>
                  <a:lnTo>
                    <a:pt x="414875" y="1533850"/>
                  </a:lnTo>
                  <a:close/>
                  <a:moveTo>
                    <a:pt x="479172" y="1566602"/>
                  </a:moveTo>
                  <a:lnTo>
                    <a:pt x="474880" y="1523049"/>
                  </a:lnTo>
                  <a:lnTo>
                    <a:pt x="484494" y="1577976"/>
                  </a:lnTo>
                  <a:close/>
                  <a:moveTo>
                    <a:pt x="465517" y="1515065"/>
                  </a:moveTo>
                  <a:lnTo>
                    <a:pt x="474880" y="1523049"/>
                  </a:lnTo>
                  <a:lnTo>
                    <a:pt x="479172" y="1566602"/>
                  </a:lnTo>
                  <a:close/>
                  <a:moveTo>
                    <a:pt x="428771" y="1480627"/>
                  </a:moveTo>
                  <a:lnTo>
                    <a:pt x="474880" y="1523049"/>
                  </a:lnTo>
                  <a:lnTo>
                    <a:pt x="465517" y="1515065"/>
                  </a:lnTo>
                  <a:close/>
                  <a:moveTo>
                    <a:pt x="288500" y="1257382"/>
                  </a:moveTo>
                  <a:lnTo>
                    <a:pt x="272675" y="1246364"/>
                  </a:lnTo>
                  <a:lnTo>
                    <a:pt x="241309" y="1263992"/>
                  </a:lnTo>
                  <a:close/>
                  <a:moveTo>
                    <a:pt x="59259" y="1068363"/>
                  </a:moveTo>
                  <a:lnTo>
                    <a:pt x="83280" y="1062280"/>
                  </a:lnTo>
                  <a:lnTo>
                    <a:pt x="65923" y="1051235"/>
                  </a:lnTo>
                  <a:close/>
                  <a:moveTo>
                    <a:pt x="83280" y="1062280"/>
                  </a:moveTo>
                  <a:lnTo>
                    <a:pt x="59259" y="1068363"/>
                  </a:lnTo>
                  <a:lnTo>
                    <a:pt x="97297" y="1051235"/>
                  </a:lnTo>
                  <a:close/>
                  <a:moveTo>
                    <a:pt x="549753" y="1618138"/>
                  </a:moveTo>
                  <a:lnTo>
                    <a:pt x="551777" y="1624002"/>
                  </a:lnTo>
                  <a:lnTo>
                    <a:pt x="562009" y="1629431"/>
                  </a:lnTo>
                  <a:close/>
                  <a:moveTo>
                    <a:pt x="484494" y="1577976"/>
                  </a:moveTo>
                  <a:lnTo>
                    <a:pt x="549753" y="1618138"/>
                  </a:lnTo>
                  <a:lnTo>
                    <a:pt x="504493" y="1589065"/>
                  </a:lnTo>
                  <a:close/>
                  <a:moveTo>
                    <a:pt x="551777" y="1624002"/>
                  </a:moveTo>
                  <a:lnTo>
                    <a:pt x="549753" y="1618138"/>
                  </a:lnTo>
                  <a:lnTo>
                    <a:pt x="484494" y="1577976"/>
                  </a:lnTo>
                  <a:close/>
                  <a:moveTo>
                    <a:pt x="479172" y="1566602"/>
                  </a:moveTo>
                  <a:lnTo>
                    <a:pt x="484494" y="1577976"/>
                  </a:lnTo>
                  <a:lnTo>
                    <a:pt x="504493" y="1589065"/>
                  </a:lnTo>
                  <a:close/>
                  <a:moveTo>
                    <a:pt x="330157" y="1286602"/>
                  </a:moveTo>
                  <a:lnTo>
                    <a:pt x="343286" y="1240355"/>
                  </a:lnTo>
                  <a:lnTo>
                    <a:pt x="288500" y="1257382"/>
                  </a:lnTo>
                  <a:close/>
                  <a:moveTo>
                    <a:pt x="272675" y="1246364"/>
                  </a:moveTo>
                  <a:lnTo>
                    <a:pt x="338766" y="1183893"/>
                  </a:lnTo>
                  <a:lnTo>
                    <a:pt x="297660" y="1204879"/>
                  </a:lnTo>
                  <a:close/>
                  <a:moveTo>
                    <a:pt x="343286" y="1240355"/>
                  </a:moveTo>
                  <a:lnTo>
                    <a:pt x="330157" y="1286602"/>
                  </a:lnTo>
                  <a:lnTo>
                    <a:pt x="388321" y="1241724"/>
                  </a:lnTo>
                  <a:close/>
                  <a:moveTo>
                    <a:pt x="388321" y="1241724"/>
                  </a:moveTo>
                  <a:lnTo>
                    <a:pt x="389526" y="1198997"/>
                  </a:lnTo>
                  <a:lnTo>
                    <a:pt x="338766" y="1183893"/>
                  </a:lnTo>
                  <a:close/>
                  <a:moveTo>
                    <a:pt x="667593" y="1518414"/>
                  </a:moveTo>
                  <a:lnTo>
                    <a:pt x="676090" y="1571705"/>
                  </a:lnTo>
                  <a:lnTo>
                    <a:pt x="655683" y="1542508"/>
                  </a:lnTo>
                  <a:close/>
                  <a:moveTo>
                    <a:pt x="655975" y="1577273"/>
                  </a:moveTo>
                  <a:lnTo>
                    <a:pt x="676090" y="1571705"/>
                  </a:lnTo>
                  <a:lnTo>
                    <a:pt x="667593" y="1518414"/>
                  </a:lnTo>
                  <a:close/>
                  <a:moveTo>
                    <a:pt x="694156" y="1584215"/>
                  </a:moveTo>
                  <a:lnTo>
                    <a:pt x="676090" y="1571705"/>
                  </a:lnTo>
                  <a:lnTo>
                    <a:pt x="655975" y="1577273"/>
                  </a:lnTo>
                  <a:close/>
                  <a:moveTo>
                    <a:pt x="694156" y="1584215"/>
                  </a:moveTo>
                  <a:lnTo>
                    <a:pt x="718519" y="1594045"/>
                  </a:lnTo>
                  <a:lnTo>
                    <a:pt x="676090" y="1571705"/>
                  </a:lnTo>
                  <a:close/>
                  <a:moveTo>
                    <a:pt x="610917" y="1502711"/>
                  </a:moveTo>
                  <a:lnTo>
                    <a:pt x="591933" y="1490971"/>
                  </a:lnTo>
                  <a:lnTo>
                    <a:pt x="649402" y="1511702"/>
                  </a:lnTo>
                  <a:close/>
                  <a:moveTo>
                    <a:pt x="597633" y="1363804"/>
                  </a:moveTo>
                  <a:lnTo>
                    <a:pt x="585749" y="1408612"/>
                  </a:lnTo>
                  <a:lnTo>
                    <a:pt x="612654" y="1374307"/>
                  </a:lnTo>
                  <a:close/>
                  <a:moveTo>
                    <a:pt x="555434" y="1335046"/>
                  </a:moveTo>
                  <a:lnTo>
                    <a:pt x="525038" y="1332026"/>
                  </a:lnTo>
                  <a:lnTo>
                    <a:pt x="597633" y="1363804"/>
                  </a:lnTo>
                  <a:close/>
                  <a:moveTo>
                    <a:pt x="489783" y="1260731"/>
                  </a:moveTo>
                  <a:lnTo>
                    <a:pt x="517413" y="1327794"/>
                  </a:lnTo>
                  <a:lnTo>
                    <a:pt x="501469" y="1313205"/>
                  </a:lnTo>
                  <a:close/>
                  <a:moveTo>
                    <a:pt x="501469" y="1313205"/>
                  </a:moveTo>
                  <a:lnTo>
                    <a:pt x="517413" y="1327794"/>
                  </a:lnTo>
                  <a:lnTo>
                    <a:pt x="525038" y="1332026"/>
                  </a:lnTo>
                  <a:close/>
                  <a:moveTo>
                    <a:pt x="338822" y="1181241"/>
                  </a:moveTo>
                  <a:lnTo>
                    <a:pt x="297660" y="1204879"/>
                  </a:lnTo>
                  <a:lnTo>
                    <a:pt x="338766" y="1183893"/>
                  </a:lnTo>
                  <a:close/>
                  <a:moveTo>
                    <a:pt x="338822" y="1181241"/>
                  </a:moveTo>
                  <a:lnTo>
                    <a:pt x="312731" y="1164470"/>
                  </a:lnTo>
                  <a:lnTo>
                    <a:pt x="297660" y="1204879"/>
                  </a:lnTo>
                  <a:close/>
                  <a:moveTo>
                    <a:pt x="312731" y="1164470"/>
                  </a:moveTo>
                  <a:lnTo>
                    <a:pt x="334716" y="1168752"/>
                  </a:lnTo>
                  <a:lnTo>
                    <a:pt x="331624" y="1106121"/>
                  </a:lnTo>
                  <a:close/>
                  <a:moveTo>
                    <a:pt x="338822" y="1181241"/>
                  </a:moveTo>
                  <a:lnTo>
                    <a:pt x="334716" y="1168752"/>
                  </a:lnTo>
                  <a:lnTo>
                    <a:pt x="312731" y="1164470"/>
                  </a:lnTo>
                  <a:close/>
                  <a:moveTo>
                    <a:pt x="292668" y="1078678"/>
                  </a:moveTo>
                  <a:lnTo>
                    <a:pt x="287250" y="1059700"/>
                  </a:lnTo>
                  <a:lnTo>
                    <a:pt x="331624" y="1106121"/>
                  </a:lnTo>
                  <a:close/>
                  <a:moveTo>
                    <a:pt x="555434" y="1335046"/>
                  </a:moveTo>
                  <a:lnTo>
                    <a:pt x="501469" y="1313205"/>
                  </a:lnTo>
                  <a:lnTo>
                    <a:pt x="525038" y="1332026"/>
                  </a:lnTo>
                  <a:close/>
                  <a:moveTo>
                    <a:pt x="750784" y="1494320"/>
                  </a:moveTo>
                  <a:lnTo>
                    <a:pt x="748801" y="1533985"/>
                  </a:lnTo>
                  <a:lnTo>
                    <a:pt x="783610" y="1529231"/>
                  </a:lnTo>
                  <a:close/>
                  <a:moveTo>
                    <a:pt x="750784" y="1494320"/>
                  </a:moveTo>
                  <a:lnTo>
                    <a:pt x="726996" y="1518414"/>
                  </a:lnTo>
                  <a:lnTo>
                    <a:pt x="748801" y="1533985"/>
                  </a:lnTo>
                  <a:close/>
                  <a:moveTo>
                    <a:pt x="597633" y="1363804"/>
                  </a:moveTo>
                  <a:lnTo>
                    <a:pt x="612654" y="1374307"/>
                  </a:lnTo>
                  <a:lnTo>
                    <a:pt x="618597" y="1356689"/>
                  </a:lnTo>
                  <a:close/>
                  <a:moveTo>
                    <a:pt x="555434" y="1335046"/>
                  </a:moveTo>
                  <a:lnTo>
                    <a:pt x="597633" y="1363804"/>
                  </a:lnTo>
                  <a:lnTo>
                    <a:pt x="580700" y="1294611"/>
                  </a:lnTo>
                  <a:close/>
                  <a:moveTo>
                    <a:pt x="580700" y="1294611"/>
                  </a:moveTo>
                  <a:lnTo>
                    <a:pt x="597633" y="1363804"/>
                  </a:lnTo>
                  <a:lnTo>
                    <a:pt x="619790" y="1292976"/>
                  </a:lnTo>
                  <a:close/>
                  <a:moveTo>
                    <a:pt x="619790" y="1292976"/>
                  </a:moveTo>
                  <a:lnTo>
                    <a:pt x="597633" y="1363804"/>
                  </a:lnTo>
                  <a:lnTo>
                    <a:pt x="618597" y="1356689"/>
                  </a:lnTo>
                  <a:close/>
                  <a:moveTo>
                    <a:pt x="619790" y="1292976"/>
                  </a:moveTo>
                  <a:lnTo>
                    <a:pt x="597146" y="1288173"/>
                  </a:lnTo>
                  <a:lnTo>
                    <a:pt x="580700" y="1294611"/>
                  </a:lnTo>
                  <a:close/>
                  <a:moveTo>
                    <a:pt x="685738" y="1339710"/>
                  </a:moveTo>
                  <a:lnTo>
                    <a:pt x="685587" y="1340209"/>
                  </a:lnTo>
                  <a:lnTo>
                    <a:pt x="688376" y="1391247"/>
                  </a:lnTo>
                  <a:close/>
                  <a:moveTo>
                    <a:pt x="631779" y="1363804"/>
                  </a:moveTo>
                  <a:lnTo>
                    <a:pt x="618597" y="1356689"/>
                  </a:lnTo>
                  <a:lnTo>
                    <a:pt x="612654" y="1374307"/>
                  </a:lnTo>
                  <a:close/>
                  <a:moveTo>
                    <a:pt x="618597" y="1356689"/>
                  </a:moveTo>
                  <a:lnTo>
                    <a:pt x="632515" y="1312267"/>
                  </a:lnTo>
                  <a:lnTo>
                    <a:pt x="619790" y="1292976"/>
                  </a:lnTo>
                  <a:close/>
                  <a:moveTo>
                    <a:pt x="555434" y="1335046"/>
                  </a:moveTo>
                  <a:lnTo>
                    <a:pt x="580700" y="1294611"/>
                  </a:lnTo>
                  <a:lnTo>
                    <a:pt x="503376" y="1315089"/>
                  </a:lnTo>
                  <a:close/>
                  <a:moveTo>
                    <a:pt x="551593" y="1288173"/>
                  </a:moveTo>
                  <a:lnTo>
                    <a:pt x="489448" y="1260234"/>
                  </a:lnTo>
                  <a:lnTo>
                    <a:pt x="489783" y="1260731"/>
                  </a:lnTo>
                  <a:close/>
                  <a:moveTo>
                    <a:pt x="489783" y="1260731"/>
                  </a:moveTo>
                  <a:lnTo>
                    <a:pt x="496933" y="1291000"/>
                  </a:lnTo>
                  <a:lnTo>
                    <a:pt x="551593" y="1288173"/>
                  </a:lnTo>
                  <a:close/>
                  <a:moveTo>
                    <a:pt x="619790" y="1292976"/>
                  </a:moveTo>
                  <a:lnTo>
                    <a:pt x="595300" y="1250143"/>
                  </a:lnTo>
                  <a:lnTo>
                    <a:pt x="597146" y="1288173"/>
                  </a:lnTo>
                  <a:close/>
                  <a:moveTo>
                    <a:pt x="650463" y="1288173"/>
                  </a:moveTo>
                  <a:lnTo>
                    <a:pt x="685738" y="1339710"/>
                  </a:lnTo>
                  <a:lnTo>
                    <a:pt x="686933" y="1315616"/>
                  </a:lnTo>
                  <a:close/>
                  <a:moveTo>
                    <a:pt x="792806" y="1353767"/>
                  </a:moveTo>
                  <a:lnTo>
                    <a:pt x="823739" y="1369689"/>
                  </a:lnTo>
                  <a:lnTo>
                    <a:pt x="820985" y="1367153"/>
                  </a:lnTo>
                  <a:close/>
                  <a:moveTo>
                    <a:pt x="812233" y="1313212"/>
                  </a:moveTo>
                  <a:lnTo>
                    <a:pt x="820985" y="1367153"/>
                  </a:lnTo>
                  <a:lnTo>
                    <a:pt x="819688" y="1354542"/>
                  </a:lnTo>
                  <a:close/>
                  <a:moveTo>
                    <a:pt x="792806" y="1353767"/>
                  </a:moveTo>
                  <a:lnTo>
                    <a:pt x="820985" y="1367153"/>
                  </a:lnTo>
                  <a:lnTo>
                    <a:pt x="812233" y="1313212"/>
                  </a:lnTo>
                  <a:close/>
                  <a:moveTo>
                    <a:pt x="825308" y="1240655"/>
                  </a:moveTo>
                  <a:lnTo>
                    <a:pt x="823105" y="1239986"/>
                  </a:lnTo>
                  <a:lnTo>
                    <a:pt x="812233" y="1313212"/>
                  </a:lnTo>
                  <a:close/>
                  <a:moveTo>
                    <a:pt x="880224" y="1295920"/>
                  </a:moveTo>
                  <a:lnTo>
                    <a:pt x="812233" y="1313212"/>
                  </a:lnTo>
                  <a:lnTo>
                    <a:pt x="819688" y="1354542"/>
                  </a:lnTo>
                  <a:close/>
                  <a:moveTo>
                    <a:pt x="812233" y="1313212"/>
                  </a:moveTo>
                  <a:lnTo>
                    <a:pt x="880224" y="1295920"/>
                  </a:lnTo>
                  <a:lnTo>
                    <a:pt x="825308" y="1240655"/>
                  </a:lnTo>
                  <a:close/>
                  <a:moveTo>
                    <a:pt x="880224" y="1295920"/>
                  </a:moveTo>
                  <a:lnTo>
                    <a:pt x="876068" y="1255761"/>
                  </a:lnTo>
                  <a:lnTo>
                    <a:pt x="825308" y="1240655"/>
                  </a:lnTo>
                  <a:close/>
                  <a:moveTo>
                    <a:pt x="765626" y="1250379"/>
                  </a:moveTo>
                  <a:lnTo>
                    <a:pt x="823105" y="1239986"/>
                  </a:lnTo>
                  <a:lnTo>
                    <a:pt x="766597" y="1195819"/>
                  </a:lnTo>
                  <a:close/>
                  <a:moveTo>
                    <a:pt x="760159" y="1239986"/>
                  </a:moveTo>
                  <a:lnTo>
                    <a:pt x="765626" y="1250379"/>
                  </a:lnTo>
                  <a:lnTo>
                    <a:pt x="766597" y="1195819"/>
                  </a:lnTo>
                  <a:close/>
                  <a:moveTo>
                    <a:pt x="623183" y="1143872"/>
                  </a:moveTo>
                  <a:lnTo>
                    <a:pt x="631977" y="1161006"/>
                  </a:lnTo>
                  <a:lnTo>
                    <a:pt x="635162" y="1154993"/>
                  </a:lnTo>
                  <a:close/>
                  <a:moveTo>
                    <a:pt x="644010" y="1136913"/>
                  </a:moveTo>
                  <a:lnTo>
                    <a:pt x="623183" y="1143872"/>
                  </a:lnTo>
                  <a:lnTo>
                    <a:pt x="635162" y="1154993"/>
                  </a:lnTo>
                  <a:close/>
                  <a:moveTo>
                    <a:pt x="600530" y="1109470"/>
                  </a:moveTo>
                  <a:lnTo>
                    <a:pt x="623183" y="1143872"/>
                  </a:lnTo>
                  <a:lnTo>
                    <a:pt x="644010" y="1136913"/>
                  </a:lnTo>
                  <a:close/>
                  <a:moveTo>
                    <a:pt x="594618" y="1057933"/>
                  </a:moveTo>
                  <a:lnTo>
                    <a:pt x="600530" y="1109470"/>
                  </a:lnTo>
                  <a:lnTo>
                    <a:pt x="622020" y="1085376"/>
                  </a:lnTo>
                  <a:close/>
                  <a:moveTo>
                    <a:pt x="823105" y="1239986"/>
                  </a:moveTo>
                  <a:lnTo>
                    <a:pt x="825308" y="1240655"/>
                  </a:lnTo>
                  <a:lnTo>
                    <a:pt x="826106" y="1239191"/>
                  </a:lnTo>
                  <a:close/>
                  <a:moveTo>
                    <a:pt x="766597" y="1195819"/>
                  </a:moveTo>
                  <a:lnTo>
                    <a:pt x="823105" y="1239986"/>
                  </a:lnTo>
                  <a:lnTo>
                    <a:pt x="835815" y="1164355"/>
                  </a:lnTo>
                  <a:close/>
                  <a:moveTo>
                    <a:pt x="835815" y="1164355"/>
                  </a:moveTo>
                  <a:lnTo>
                    <a:pt x="823105" y="1239986"/>
                  </a:lnTo>
                  <a:lnTo>
                    <a:pt x="843883" y="1175205"/>
                  </a:lnTo>
                  <a:close/>
                  <a:moveTo>
                    <a:pt x="843883" y="1175205"/>
                  </a:moveTo>
                  <a:lnTo>
                    <a:pt x="823105" y="1239986"/>
                  </a:lnTo>
                  <a:lnTo>
                    <a:pt x="826106" y="1239191"/>
                  </a:lnTo>
                  <a:close/>
                  <a:moveTo>
                    <a:pt x="538034" y="756774"/>
                  </a:moveTo>
                  <a:lnTo>
                    <a:pt x="573405" y="803599"/>
                  </a:lnTo>
                  <a:lnTo>
                    <a:pt x="549681" y="773940"/>
                  </a:lnTo>
                  <a:close/>
                  <a:moveTo>
                    <a:pt x="1179541" y="1518223"/>
                  </a:moveTo>
                  <a:lnTo>
                    <a:pt x="1254885" y="1528912"/>
                  </a:lnTo>
                  <a:lnTo>
                    <a:pt x="1231898" y="1501017"/>
                  </a:lnTo>
                  <a:close/>
                  <a:moveTo>
                    <a:pt x="1084417" y="1456851"/>
                  </a:moveTo>
                  <a:lnTo>
                    <a:pt x="1122736" y="1463680"/>
                  </a:lnTo>
                  <a:lnTo>
                    <a:pt x="1105596" y="1454997"/>
                  </a:lnTo>
                  <a:close/>
                  <a:moveTo>
                    <a:pt x="969233" y="1294514"/>
                  </a:moveTo>
                  <a:lnTo>
                    <a:pt x="985083" y="1318965"/>
                  </a:lnTo>
                  <a:lnTo>
                    <a:pt x="995514" y="1257875"/>
                  </a:lnTo>
                  <a:close/>
                  <a:moveTo>
                    <a:pt x="995514" y="1257875"/>
                  </a:moveTo>
                  <a:lnTo>
                    <a:pt x="985083" y="1318965"/>
                  </a:lnTo>
                  <a:lnTo>
                    <a:pt x="1034251" y="1246662"/>
                  </a:lnTo>
                  <a:close/>
                  <a:moveTo>
                    <a:pt x="1034251" y="1246662"/>
                  </a:moveTo>
                  <a:lnTo>
                    <a:pt x="985083" y="1318965"/>
                  </a:lnTo>
                  <a:lnTo>
                    <a:pt x="1042975" y="1302313"/>
                  </a:lnTo>
                  <a:close/>
                  <a:moveTo>
                    <a:pt x="1031470" y="1352529"/>
                  </a:moveTo>
                  <a:lnTo>
                    <a:pt x="1077229" y="1312447"/>
                  </a:lnTo>
                  <a:lnTo>
                    <a:pt x="1042975" y="1302313"/>
                  </a:lnTo>
                  <a:close/>
                  <a:moveTo>
                    <a:pt x="1042975" y="1302313"/>
                  </a:moveTo>
                  <a:lnTo>
                    <a:pt x="1077229" y="1312447"/>
                  </a:lnTo>
                  <a:lnTo>
                    <a:pt x="1034251" y="1246662"/>
                  </a:lnTo>
                  <a:close/>
                  <a:moveTo>
                    <a:pt x="970036" y="1243334"/>
                  </a:moveTo>
                  <a:lnTo>
                    <a:pt x="969233" y="1294514"/>
                  </a:lnTo>
                  <a:lnTo>
                    <a:pt x="995514" y="1257875"/>
                  </a:lnTo>
                  <a:close/>
                  <a:moveTo>
                    <a:pt x="970036" y="1243334"/>
                  </a:moveTo>
                  <a:lnTo>
                    <a:pt x="951627" y="1267428"/>
                  </a:lnTo>
                  <a:lnTo>
                    <a:pt x="969233" y="1294514"/>
                  </a:lnTo>
                  <a:close/>
                  <a:moveTo>
                    <a:pt x="970036" y="1243334"/>
                  </a:moveTo>
                  <a:lnTo>
                    <a:pt x="957567" y="1250897"/>
                  </a:lnTo>
                  <a:lnTo>
                    <a:pt x="951627" y="1267428"/>
                  </a:lnTo>
                  <a:close/>
                  <a:moveTo>
                    <a:pt x="935444" y="1088724"/>
                  </a:moveTo>
                  <a:lnTo>
                    <a:pt x="896588" y="1062683"/>
                  </a:lnTo>
                  <a:lnTo>
                    <a:pt x="928488" y="1106435"/>
                  </a:lnTo>
                  <a:close/>
                  <a:moveTo>
                    <a:pt x="490652" y="593015"/>
                  </a:moveTo>
                  <a:lnTo>
                    <a:pt x="477982" y="579384"/>
                  </a:lnTo>
                  <a:lnTo>
                    <a:pt x="517655" y="624895"/>
                  </a:lnTo>
                  <a:close/>
                  <a:moveTo>
                    <a:pt x="517655" y="624895"/>
                  </a:moveTo>
                  <a:lnTo>
                    <a:pt x="477982" y="579384"/>
                  </a:lnTo>
                  <a:lnTo>
                    <a:pt x="484775" y="597452"/>
                  </a:lnTo>
                  <a:close/>
                  <a:moveTo>
                    <a:pt x="46859" y="185160"/>
                  </a:moveTo>
                  <a:lnTo>
                    <a:pt x="92477" y="225700"/>
                  </a:lnTo>
                  <a:lnTo>
                    <a:pt x="74866" y="177275"/>
                  </a:lnTo>
                  <a:close/>
                  <a:moveTo>
                    <a:pt x="17644" y="133623"/>
                  </a:moveTo>
                  <a:lnTo>
                    <a:pt x="74866" y="177275"/>
                  </a:lnTo>
                  <a:lnTo>
                    <a:pt x="60059" y="126570"/>
                  </a:lnTo>
                  <a:close/>
                  <a:moveTo>
                    <a:pt x="60059" y="126570"/>
                  </a:moveTo>
                  <a:lnTo>
                    <a:pt x="81917" y="185160"/>
                  </a:lnTo>
                  <a:lnTo>
                    <a:pt x="77697" y="133623"/>
                  </a:lnTo>
                  <a:close/>
                  <a:moveTo>
                    <a:pt x="1231898" y="1501017"/>
                  </a:moveTo>
                  <a:lnTo>
                    <a:pt x="1254885" y="1528912"/>
                  </a:lnTo>
                  <a:lnTo>
                    <a:pt x="1266916" y="1485171"/>
                  </a:lnTo>
                  <a:close/>
                  <a:moveTo>
                    <a:pt x="1301213" y="1425387"/>
                  </a:moveTo>
                  <a:lnTo>
                    <a:pt x="1272243" y="1458911"/>
                  </a:lnTo>
                  <a:lnTo>
                    <a:pt x="1307940" y="1427059"/>
                  </a:lnTo>
                  <a:close/>
                  <a:moveTo>
                    <a:pt x="1307940" y="1427059"/>
                  </a:moveTo>
                  <a:lnTo>
                    <a:pt x="1272243" y="1458911"/>
                  </a:lnTo>
                  <a:lnTo>
                    <a:pt x="1266916" y="1485171"/>
                  </a:lnTo>
                  <a:close/>
                  <a:moveTo>
                    <a:pt x="1307940" y="1427059"/>
                  </a:moveTo>
                  <a:lnTo>
                    <a:pt x="1291530" y="1377657"/>
                  </a:lnTo>
                  <a:lnTo>
                    <a:pt x="1301213" y="1425387"/>
                  </a:lnTo>
                  <a:close/>
                  <a:moveTo>
                    <a:pt x="1291530" y="1377657"/>
                  </a:moveTo>
                  <a:lnTo>
                    <a:pt x="1283622" y="1373850"/>
                  </a:lnTo>
                  <a:lnTo>
                    <a:pt x="1301213" y="1425387"/>
                  </a:lnTo>
                  <a:close/>
                  <a:moveTo>
                    <a:pt x="1186335" y="1447289"/>
                  </a:moveTo>
                  <a:lnTo>
                    <a:pt x="1129140" y="1395730"/>
                  </a:lnTo>
                  <a:lnTo>
                    <a:pt x="1130281" y="1397944"/>
                  </a:lnTo>
                  <a:close/>
                  <a:moveTo>
                    <a:pt x="1291530" y="1377657"/>
                  </a:moveTo>
                  <a:lnTo>
                    <a:pt x="1240145" y="1338903"/>
                  </a:lnTo>
                  <a:lnTo>
                    <a:pt x="1283622" y="1373850"/>
                  </a:lnTo>
                  <a:close/>
                  <a:moveTo>
                    <a:pt x="983358" y="1187312"/>
                  </a:moveTo>
                  <a:lnTo>
                    <a:pt x="1045752" y="1136128"/>
                  </a:lnTo>
                  <a:lnTo>
                    <a:pt x="976467" y="1140261"/>
                  </a:lnTo>
                  <a:close/>
                  <a:moveTo>
                    <a:pt x="976467" y="1140261"/>
                  </a:moveTo>
                  <a:lnTo>
                    <a:pt x="1045752" y="1136128"/>
                  </a:lnTo>
                  <a:lnTo>
                    <a:pt x="1028561" y="1116168"/>
                  </a:lnTo>
                  <a:close/>
                  <a:moveTo>
                    <a:pt x="1028561" y="1116168"/>
                  </a:moveTo>
                  <a:lnTo>
                    <a:pt x="986434" y="1089026"/>
                  </a:lnTo>
                  <a:lnTo>
                    <a:pt x="954971" y="1106292"/>
                  </a:lnTo>
                  <a:close/>
                  <a:moveTo>
                    <a:pt x="899986" y="1028882"/>
                  </a:moveTo>
                  <a:lnTo>
                    <a:pt x="881992" y="1088724"/>
                  </a:lnTo>
                  <a:lnTo>
                    <a:pt x="896588" y="1062683"/>
                  </a:lnTo>
                  <a:close/>
                  <a:moveTo>
                    <a:pt x="899986" y="1028882"/>
                  </a:moveTo>
                  <a:lnTo>
                    <a:pt x="879709" y="999576"/>
                  </a:lnTo>
                  <a:lnTo>
                    <a:pt x="867298" y="1017475"/>
                  </a:lnTo>
                  <a:close/>
                  <a:moveTo>
                    <a:pt x="879709" y="999576"/>
                  </a:moveTo>
                  <a:lnTo>
                    <a:pt x="899986" y="1028882"/>
                  </a:lnTo>
                  <a:lnTo>
                    <a:pt x="961798" y="996914"/>
                  </a:lnTo>
                  <a:close/>
                  <a:moveTo>
                    <a:pt x="720334" y="872760"/>
                  </a:moveTo>
                  <a:lnTo>
                    <a:pt x="704348" y="831041"/>
                  </a:lnTo>
                  <a:lnTo>
                    <a:pt x="700943" y="825782"/>
                  </a:lnTo>
                  <a:close/>
                  <a:moveTo>
                    <a:pt x="694283" y="768454"/>
                  </a:moveTo>
                  <a:lnTo>
                    <a:pt x="704348" y="831041"/>
                  </a:lnTo>
                  <a:lnTo>
                    <a:pt x="722905" y="779505"/>
                  </a:lnTo>
                  <a:close/>
                  <a:moveTo>
                    <a:pt x="694283" y="768454"/>
                  </a:moveTo>
                  <a:lnTo>
                    <a:pt x="700943" y="825782"/>
                  </a:lnTo>
                  <a:lnTo>
                    <a:pt x="704348" y="831041"/>
                  </a:lnTo>
                  <a:close/>
                  <a:moveTo>
                    <a:pt x="694283" y="768454"/>
                  </a:moveTo>
                  <a:lnTo>
                    <a:pt x="670509" y="741440"/>
                  </a:lnTo>
                  <a:lnTo>
                    <a:pt x="632921" y="717615"/>
                  </a:lnTo>
                  <a:close/>
                  <a:moveTo>
                    <a:pt x="616453" y="668261"/>
                  </a:moveTo>
                  <a:lnTo>
                    <a:pt x="582216" y="676432"/>
                  </a:lnTo>
                  <a:lnTo>
                    <a:pt x="592730" y="712308"/>
                  </a:lnTo>
                  <a:close/>
                  <a:moveTo>
                    <a:pt x="554890" y="658513"/>
                  </a:moveTo>
                  <a:lnTo>
                    <a:pt x="625727" y="613787"/>
                  </a:lnTo>
                  <a:lnTo>
                    <a:pt x="580682" y="620047"/>
                  </a:lnTo>
                  <a:close/>
                  <a:moveTo>
                    <a:pt x="490652" y="593015"/>
                  </a:moveTo>
                  <a:lnTo>
                    <a:pt x="517655" y="624895"/>
                  </a:lnTo>
                  <a:lnTo>
                    <a:pt x="517512" y="609991"/>
                  </a:lnTo>
                  <a:close/>
                  <a:moveTo>
                    <a:pt x="14672" y="0"/>
                  </a:moveTo>
                  <a:lnTo>
                    <a:pt x="41528" y="57993"/>
                  </a:lnTo>
                  <a:lnTo>
                    <a:pt x="36332" y="6456"/>
                  </a:lnTo>
                  <a:close/>
                  <a:moveTo>
                    <a:pt x="1269309" y="1357739"/>
                  </a:moveTo>
                  <a:lnTo>
                    <a:pt x="1301213" y="1425387"/>
                  </a:lnTo>
                  <a:lnTo>
                    <a:pt x="1283622" y="1373850"/>
                  </a:lnTo>
                  <a:close/>
                  <a:moveTo>
                    <a:pt x="1192256" y="1319658"/>
                  </a:moveTo>
                  <a:lnTo>
                    <a:pt x="1240145" y="1338903"/>
                  </a:lnTo>
                  <a:lnTo>
                    <a:pt x="1204031" y="1322314"/>
                  </a:lnTo>
                  <a:close/>
                  <a:moveTo>
                    <a:pt x="1269309" y="1357739"/>
                  </a:moveTo>
                  <a:lnTo>
                    <a:pt x="1240145" y="1338903"/>
                  </a:lnTo>
                  <a:lnTo>
                    <a:pt x="1192256" y="1319658"/>
                  </a:lnTo>
                  <a:close/>
                  <a:moveTo>
                    <a:pt x="1269309" y="1357739"/>
                  </a:moveTo>
                  <a:lnTo>
                    <a:pt x="1283622" y="1373850"/>
                  </a:lnTo>
                  <a:lnTo>
                    <a:pt x="1240145" y="1338903"/>
                  </a:lnTo>
                  <a:close/>
                  <a:moveTo>
                    <a:pt x="1192256" y="1319658"/>
                  </a:moveTo>
                  <a:lnTo>
                    <a:pt x="1204031" y="1322314"/>
                  </a:lnTo>
                  <a:lnTo>
                    <a:pt x="1187627" y="1317221"/>
                  </a:lnTo>
                  <a:close/>
                  <a:moveTo>
                    <a:pt x="1028561" y="1116168"/>
                  </a:moveTo>
                  <a:lnTo>
                    <a:pt x="1045752" y="1136128"/>
                  </a:lnTo>
                  <a:lnTo>
                    <a:pt x="1051247" y="1107359"/>
                  </a:lnTo>
                  <a:close/>
                  <a:moveTo>
                    <a:pt x="1028561" y="1116168"/>
                  </a:moveTo>
                  <a:lnTo>
                    <a:pt x="1051247" y="1107359"/>
                  </a:lnTo>
                  <a:lnTo>
                    <a:pt x="986434" y="1089026"/>
                  </a:lnTo>
                  <a:close/>
                  <a:moveTo>
                    <a:pt x="986434" y="1089026"/>
                  </a:moveTo>
                  <a:lnTo>
                    <a:pt x="1051247" y="1107359"/>
                  </a:lnTo>
                  <a:lnTo>
                    <a:pt x="1065253" y="1074140"/>
                  </a:lnTo>
                  <a:close/>
                  <a:moveTo>
                    <a:pt x="1051247" y="1107359"/>
                  </a:moveTo>
                  <a:lnTo>
                    <a:pt x="1045752" y="1136128"/>
                  </a:lnTo>
                  <a:lnTo>
                    <a:pt x="1050098" y="1116168"/>
                  </a:lnTo>
                  <a:close/>
                  <a:moveTo>
                    <a:pt x="673732" y="596933"/>
                  </a:moveTo>
                  <a:lnTo>
                    <a:pt x="625727" y="613787"/>
                  </a:lnTo>
                  <a:lnTo>
                    <a:pt x="670632" y="607000"/>
                  </a:lnTo>
                  <a:close/>
                  <a:moveTo>
                    <a:pt x="967649" y="823626"/>
                  </a:moveTo>
                  <a:lnTo>
                    <a:pt x="956455" y="842038"/>
                  </a:lnTo>
                  <a:lnTo>
                    <a:pt x="985815" y="834390"/>
                  </a:lnTo>
                  <a:close/>
                  <a:moveTo>
                    <a:pt x="980367" y="796542"/>
                  </a:moveTo>
                  <a:lnTo>
                    <a:pt x="999205" y="827197"/>
                  </a:lnTo>
                  <a:lnTo>
                    <a:pt x="1025849" y="79191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9" name="Output_density__4208">
              <a:extLst>
                <a:ext uri="{FF2B5EF4-FFF2-40B4-BE49-F238E27FC236}">
                  <a16:creationId xmlns:a16="http://schemas.microsoft.com/office/drawing/2014/main" id="{DE00E993-78AA-2F3F-BF08-5EF920CCD956}"/>
                </a:ext>
              </a:extLst>
            </p:cNvPr>
            <p:cNvSpPr>
              <a:spLocks noGrp="1"/>
            </p:cNvSpPr>
            <p:nvPr/>
          </p:nvSpPr>
          <p:spPr>
            <a:xfrm>
              <a:off x="15582560" y="2646359"/>
              <a:ext cx="1309045" cy="2094289"/>
            </a:xfrm>
            <a:custGeom>
              <a:avLst/>
              <a:gdLst/>
              <a:ahLst/>
              <a:cxnLst/>
              <a:rect l="0" t="0" r="0" b="0"/>
              <a:pathLst>
                <a:path w="1309045" h="2094289">
                  <a:moveTo>
                    <a:pt x="376249" y="2081587"/>
                  </a:moveTo>
                  <a:lnTo>
                    <a:pt x="360710" y="2063269"/>
                  </a:lnTo>
                  <a:lnTo>
                    <a:pt x="327235" y="2073013"/>
                  </a:lnTo>
                  <a:close/>
                  <a:moveTo>
                    <a:pt x="83463" y="1725392"/>
                  </a:moveTo>
                  <a:lnTo>
                    <a:pt x="33805" y="1714409"/>
                  </a:lnTo>
                  <a:lnTo>
                    <a:pt x="0" y="1696962"/>
                  </a:lnTo>
                  <a:close/>
                  <a:moveTo>
                    <a:pt x="409670" y="2065703"/>
                  </a:moveTo>
                  <a:lnTo>
                    <a:pt x="403630" y="2089796"/>
                  </a:lnTo>
                  <a:lnTo>
                    <a:pt x="415727" y="2094289"/>
                  </a:lnTo>
                  <a:close/>
                  <a:moveTo>
                    <a:pt x="125883" y="1574420"/>
                  </a:moveTo>
                  <a:lnTo>
                    <a:pt x="171217" y="1569237"/>
                  </a:lnTo>
                  <a:lnTo>
                    <a:pt x="193445" y="1526243"/>
                  </a:lnTo>
                  <a:close/>
                  <a:moveTo>
                    <a:pt x="557529" y="1924016"/>
                  </a:moveTo>
                  <a:lnTo>
                    <a:pt x="571124" y="1921242"/>
                  </a:lnTo>
                  <a:lnTo>
                    <a:pt x="556999" y="1914442"/>
                  </a:lnTo>
                  <a:close/>
                  <a:moveTo>
                    <a:pt x="576253" y="1908793"/>
                  </a:moveTo>
                  <a:lnTo>
                    <a:pt x="571124" y="1921242"/>
                  </a:lnTo>
                  <a:lnTo>
                    <a:pt x="575231" y="1914442"/>
                  </a:lnTo>
                  <a:close/>
                  <a:moveTo>
                    <a:pt x="201284" y="1396297"/>
                  </a:moveTo>
                  <a:lnTo>
                    <a:pt x="167982" y="1385388"/>
                  </a:lnTo>
                  <a:lnTo>
                    <a:pt x="157175" y="1421615"/>
                  </a:lnTo>
                  <a:close/>
                  <a:moveTo>
                    <a:pt x="177822" y="1324132"/>
                  </a:moveTo>
                  <a:lnTo>
                    <a:pt x="210866" y="1312779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0866" y="1312779"/>
                  </a:lnTo>
                  <a:lnTo>
                    <a:pt x="176831" y="1315452"/>
                  </a:lnTo>
                  <a:close/>
                  <a:moveTo>
                    <a:pt x="216112" y="1321499"/>
                  </a:moveTo>
                  <a:lnTo>
                    <a:pt x="214621" y="1326820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7062" y="1323445"/>
                  </a:lnTo>
                  <a:lnTo>
                    <a:pt x="210866" y="1312779"/>
                  </a:lnTo>
                  <a:close/>
                  <a:moveTo>
                    <a:pt x="749470" y="1524417"/>
                  </a:moveTo>
                  <a:lnTo>
                    <a:pt x="796854" y="1526901"/>
                  </a:lnTo>
                  <a:lnTo>
                    <a:pt x="833850" y="1530324"/>
                  </a:lnTo>
                  <a:close/>
                  <a:moveTo>
                    <a:pt x="833850" y="1530324"/>
                  </a:moveTo>
                  <a:lnTo>
                    <a:pt x="796854" y="1526901"/>
                  </a:lnTo>
                  <a:lnTo>
                    <a:pt x="879137" y="1524966"/>
                  </a:lnTo>
                  <a:close/>
                  <a:moveTo>
                    <a:pt x="861949" y="1500483"/>
                  </a:moveTo>
                  <a:lnTo>
                    <a:pt x="784279" y="1519663"/>
                  </a:lnTo>
                  <a:lnTo>
                    <a:pt x="833850" y="1530324"/>
                  </a:lnTo>
                  <a:close/>
                  <a:moveTo>
                    <a:pt x="861949" y="1500483"/>
                  </a:moveTo>
                  <a:lnTo>
                    <a:pt x="883178" y="1472722"/>
                  </a:lnTo>
                  <a:lnTo>
                    <a:pt x="862723" y="1460658"/>
                  </a:lnTo>
                  <a:close/>
                  <a:moveTo>
                    <a:pt x="879137" y="1524966"/>
                  </a:moveTo>
                  <a:lnTo>
                    <a:pt x="883178" y="1472722"/>
                  </a:lnTo>
                  <a:lnTo>
                    <a:pt x="861949" y="1500483"/>
                  </a:lnTo>
                  <a:close/>
                  <a:moveTo>
                    <a:pt x="833850" y="1530324"/>
                  </a:moveTo>
                  <a:lnTo>
                    <a:pt x="879137" y="1524966"/>
                  </a:lnTo>
                  <a:lnTo>
                    <a:pt x="861949" y="1500483"/>
                  </a:lnTo>
                  <a:close/>
                  <a:moveTo>
                    <a:pt x="573684" y="1157967"/>
                  </a:moveTo>
                  <a:lnTo>
                    <a:pt x="588826" y="1208400"/>
                  </a:lnTo>
                  <a:lnTo>
                    <a:pt x="595277" y="1227069"/>
                  </a:lnTo>
                  <a:close/>
                  <a:moveTo>
                    <a:pt x="812902" y="1303645"/>
                  </a:moveTo>
                  <a:lnTo>
                    <a:pt x="766295" y="1240811"/>
                  </a:lnTo>
                  <a:lnTo>
                    <a:pt x="782088" y="1290714"/>
                  </a:lnTo>
                  <a:close/>
                  <a:moveTo>
                    <a:pt x="880342" y="1161314"/>
                  </a:moveTo>
                  <a:lnTo>
                    <a:pt x="826775" y="1229624"/>
                  </a:lnTo>
                  <a:lnTo>
                    <a:pt x="883029" y="1221872"/>
                  </a:lnTo>
                  <a:close/>
                  <a:moveTo>
                    <a:pt x="880342" y="1161314"/>
                  </a:moveTo>
                  <a:lnTo>
                    <a:pt x="869634" y="1107277"/>
                  </a:lnTo>
                  <a:lnTo>
                    <a:pt x="860727" y="1154787"/>
                  </a:lnTo>
                  <a:close/>
                  <a:moveTo>
                    <a:pt x="869634" y="1107277"/>
                  </a:moveTo>
                  <a:lnTo>
                    <a:pt x="869150" y="1103251"/>
                  </a:lnTo>
                  <a:lnTo>
                    <a:pt x="860727" y="1154787"/>
                  </a:lnTo>
                  <a:close/>
                  <a:moveTo>
                    <a:pt x="1173809" y="1567080"/>
                  </a:moveTo>
                  <a:lnTo>
                    <a:pt x="1177879" y="1538508"/>
                  </a:lnTo>
                  <a:lnTo>
                    <a:pt x="1180209" y="1508656"/>
                  </a:lnTo>
                  <a:close/>
                  <a:moveTo>
                    <a:pt x="1255554" y="1519345"/>
                  </a:moveTo>
                  <a:lnTo>
                    <a:pt x="1177879" y="1538508"/>
                  </a:lnTo>
                  <a:lnTo>
                    <a:pt x="1227597" y="1549721"/>
                  </a:lnTo>
                  <a:close/>
                  <a:moveTo>
                    <a:pt x="1255554" y="1519345"/>
                  </a:moveTo>
                  <a:lnTo>
                    <a:pt x="1227597" y="1549721"/>
                  </a:lnTo>
                  <a:lnTo>
                    <a:pt x="1297877" y="1502908"/>
                  </a:lnTo>
                  <a:close/>
                  <a:moveTo>
                    <a:pt x="911034" y="1199105"/>
                  </a:moveTo>
                  <a:lnTo>
                    <a:pt x="958236" y="1241329"/>
                  </a:lnTo>
                  <a:lnTo>
                    <a:pt x="970705" y="1233767"/>
                  </a:lnTo>
                  <a:close/>
                  <a:moveTo>
                    <a:pt x="906500" y="1130694"/>
                  </a:moveTo>
                  <a:lnTo>
                    <a:pt x="860727" y="1154787"/>
                  </a:lnTo>
                  <a:lnTo>
                    <a:pt x="869150" y="1103251"/>
                  </a:lnTo>
                  <a:close/>
                  <a:moveTo>
                    <a:pt x="882661" y="1079157"/>
                  </a:moveTo>
                  <a:lnTo>
                    <a:pt x="906500" y="1130694"/>
                  </a:lnTo>
                  <a:lnTo>
                    <a:pt x="869150" y="1103251"/>
                  </a:lnTo>
                  <a:close/>
                  <a:moveTo>
                    <a:pt x="869150" y="1103251"/>
                  </a:moveTo>
                  <a:lnTo>
                    <a:pt x="871641" y="1092242"/>
                  </a:lnTo>
                  <a:lnTo>
                    <a:pt x="897257" y="1053115"/>
                  </a:lnTo>
                  <a:close/>
                  <a:moveTo>
                    <a:pt x="4261" y="120053"/>
                  </a:moveTo>
                  <a:lnTo>
                    <a:pt x="18313" y="124056"/>
                  </a:lnTo>
                  <a:lnTo>
                    <a:pt x="23695" y="57810"/>
                  </a:lnTo>
                  <a:close/>
                  <a:moveTo>
                    <a:pt x="53199" y="60380"/>
                  </a:moveTo>
                  <a:lnTo>
                    <a:pt x="50293" y="0"/>
                  </a:lnTo>
                  <a:lnTo>
                    <a:pt x="42196" y="48425"/>
                  </a:lnTo>
                  <a:close/>
                  <a:moveTo>
                    <a:pt x="1309045" y="1479879"/>
                  </a:moveTo>
                  <a:lnTo>
                    <a:pt x="1255554" y="1519345"/>
                  </a:lnTo>
                  <a:lnTo>
                    <a:pt x="1297877" y="1502908"/>
                  </a:lnTo>
                  <a:close/>
                  <a:moveTo>
                    <a:pt x="1308608" y="1417491"/>
                  </a:moveTo>
                  <a:lnTo>
                    <a:pt x="1309045" y="1479879"/>
                  </a:lnTo>
                  <a:lnTo>
                    <a:pt x="1304292" y="1491450"/>
                  </a:lnTo>
                  <a:close/>
                  <a:moveTo>
                    <a:pt x="1028187" y="1179826"/>
                  </a:moveTo>
                  <a:lnTo>
                    <a:pt x="1018131" y="1233767"/>
                  </a:lnTo>
                  <a:lnTo>
                    <a:pt x="1028175" y="1193244"/>
                  </a:lnTo>
                  <a:close/>
                  <a:moveTo>
                    <a:pt x="1005637" y="1222919"/>
                  </a:moveTo>
                  <a:lnTo>
                    <a:pt x="1018131" y="1233767"/>
                  </a:lnTo>
                  <a:lnTo>
                    <a:pt x="1028187" y="1179826"/>
                  </a:lnTo>
                  <a:close/>
                  <a:moveTo>
                    <a:pt x="1050767" y="1106600"/>
                  </a:moveTo>
                  <a:lnTo>
                    <a:pt x="1046421" y="1126561"/>
                  </a:lnTo>
                  <a:lnTo>
                    <a:pt x="1027041" y="1182230"/>
                  </a:lnTo>
                  <a:close/>
                  <a:moveTo>
                    <a:pt x="1063963" y="1055063"/>
                  </a:moveTo>
                  <a:lnTo>
                    <a:pt x="1080158" y="1030969"/>
                  </a:lnTo>
                  <a:lnTo>
                    <a:pt x="1050767" y="1106600"/>
                  </a:lnTo>
                  <a:close/>
                  <a:moveTo>
                    <a:pt x="908855" y="826679"/>
                  </a:moveTo>
                  <a:lnTo>
                    <a:pt x="904508" y="827953"/>
                  </a:lnTo>
                  <a:lnTo>
                    <a:pt x="930502" y="867839"/>
                  </a:lnTo>
                  <a:close/>
                  <a:moveTo>
                    <a:pt x="636859" y="579904"/>
                  </a:moveTo>
                  <a:lnTo>
                    <a:pt x="645538" y="567140"/>
                  </a:lnTo>
                  <a:lnTo>
                    <a:pt x="626396" y="60421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10" name="Output_density__4209">
              <a:extLst>
                <a:ext uri="{FF2B5EF4-FFF2-40B4-BE49-F238E27FC236}">
                  <a16:creationId xmlns:a16="http://schemas.microsoft.com/office/drawing/2014/main" id="{459DD87F-C576-5024-F386-751F2A00D34D}"/>
                </a:ext>
              </a:extLst>
            </p:cNvPr>
            <p:cNvSpPr>
              <a:spLocks noGrp="1"/>
            </p:cNvSpPr>
            <p:nvPr/>
          </p:nvSpPr>
          <p:spPr>
            <a:xfrm>
              <a:off x="15528482" y="2643247"/>
              <a:ext cx="1363123" cy="1991514"/>
            </a:xfrm>
            <a:custGeom>
              <a:avLst/>
              <a:gdLst/>
              <a:ahLst/>
              <a:cxnLst/>
              <a:rect l="0" t="0" r="0" b="0"/>
              <a:pathLst>
                <a:path w="1363123" h="1991514">
                  <a:moveTo>
                    <a:pt x="345531" y="1991514"/>
                  </a:moveTo>
                  <a:lnTo>
                    <a:pt x="352627" y="1960984"/>
                  </a:lnTo>
                  <a:lnTo>
                    <a:pt x="330046" y="1941360"/>
                  </a:lnTo>
                  <a:close/>
                  <a:moveTo>
                    <a:pt x="179575" y="1708058"/>
                  </a:moveTo>
                  <a:lnTo>
                    <a:pt x="146550" y="1732152"/>
                  </a:lnTo>
                  <a:lnTo>
                    <a:pt x="188913" y="1745899"/>
                  </a:lnTo>
                  <a:close/>
                  <a:moveTo>
                    <a:pt x="203959" y="1680615"/>
                  </a:moveTo>
                  <a:lnTo>
                    <a:pt x="163935" y="1652512"/>
                  </a:lnTo>
                  <a:lnTo>
                    <a:pt x="204403" y="1656521"/>
                  </a:lnTo>
                  <a:close/>
                  <a:moveTo>
                    <a:pt x="163935" y="1652512"/>
                  </a:moveTo>
                  <a:lnTo>
                    <a:pt x="118950" y="1622574"/>
                  </a:lnTo>
                  <a:lnTo>
                    <a:pt x="152113" y="1648088"/>
                  </a:lnTo>
                  <a:close/>
                  <a:moveTo>
                    <a:pt x="0" y="1517828"/>
                  </a:moveTo>
                  <a:lnTo>
                    <a:pt x="40896" y="1577542"/>
                  </a:lnTo>
                  <a:lnTo>
                    <a:pt x="70073" y="1516031"/>
                  </a:lnTo>
                  <a:close/>
                  <a:moveTo>
                    <a:pt x="45866" y="1560426"/>
                  </a:moveTo>
                  <a:lnTo>
                    <a:pt x="96157" y="1573776"/>
                  </a:lnTo>
                  <a:lnTo>
                    <a:pt x="120609" y="1530300"/>
                  </a:lnTo>
                  <a:close/>
                  <a:moveTo>
                    <a:pt x="70073" y="1516031"/>
                  </a:moveTo>
                  <a:lnTo>
                    <a:pt x="45866" y="1560426"/>
                  </a:lnTo>
                  <a:lnTo>
                    <a:pt x="120609" y="1530300"/>
                  </a:lnTo>
                  <a:close/>
                  <a:moveTo>
                    <a:pt x="241297" y="1759595"/>
                  </a:moveTo>
                  <a:lnTo>
                    <a:pt x="256600" y="1774860"/>
                  </a:lnTo>
                  <a:lnTo>
                    <a:pt x="283963" y="1791698"/>
                  </a:lnTo>
                  <a:close/>
                  <a:moveTo>
                    <a:pt x="388370" y="1832706"/>
                  </a:moveTo>
                  <a:lnTo>
                    <a:pt x="352923" y="1797276"/>
                  </a:lnTo>
                  <a:lnTo>
                    <a:pt x="346769" y="1811131"/>
                  </a:lnTo>
                  <a:close/>
                  <a:moveTo>
                    <a:pt x="451803" y="1855595"/>
                  </a:moveTo>
                  <a:lnTo>
                    <a:pt x="437556" y="1838574"/>
                  </a:lnTo>
                  <a:lnTo>
                    <a:pt x="437294" y="1840947"/>
                  </a:lnTo>
                  <a:close/>
                  <a:moveTo>
                    <a:pt x="437294" y="1840947"/>
                  </a:moveTo>
                  <a:lnTo>
                    <a:pt x="423764" y="1830139"/>
                  </a:lnTo>
                  <a:lnTo>
                    <a:pt x="388370" y="1832706"/>
                  </a:lnTo>
                  <a:close/>
                  <a:moveTo>
                    <a:pt x="143479" y="1553448"/>
                  </a:moveTo>
                  <a:lnTo>
                    <a:pt x="179962" y="1577532"/>
                  </a:lnTo>
                  <a:lnTo>
                    <a:pt x="171218" y="1529355"/>
                  </a:lnTo>
                  <a:close/>
                  <a:moveTo>
                    <a:pt x="57087" y="1398839"/>
                  </a:moveTo>
                  <a:lnTo>
                    <a:pt x="48506" y="1328147"/>
                  </a:lnTo>
                  <a:lnTo>
                    <a:pt x="54747" y="1385816"/>
                  </a:lnTo>
                  <a:close/>
                  <a:moveTo>
                    <a:pt x="611078" y="1917553"/>
                  </a:moveTo>
                  <a:lnTo>
                    <a:pt x="573088" y="1866017"/>
                  </a:lnTo>
                  <a:lnTo>
                    <a:pt x="593135" y="1939360"/>
                  </a:lnTo>
                  <a:close/>
                  <a:moveTo>
                    <a:pt x="448160" y="1733071"/>
                  </a:moveTo>
                  <a:lnTo>
                    <a:pt x="463575" y="1669408"/>
                  </a:lnTo>
                  <a:lnTo>
                    <a:pt x="387716" y="1683964"/>
                  </a:lnTo>
                  <a:close/>
                  <a:moveTo>
                    <a:pt x="383825" y="1680812"/>
                  </a:moveTo>
                  <a:lnTo>
                    <a:pt x="360521" y="1633461"/>
                  </a:lnTo>
                  <a:lnTo>
                    <a:pt x="329707" y="1653152"/>
                  </a:lnTo>
                  <a:close/>
                  <a:moveTo>
                    <a:pt x="178218" y="1436115"/>
                  </a:moveTo>
                  <a:lnTo>
                    <a:pt x="254168" y="1410499"/>
                  </a:lnTo>
                  <a:lnTo>
                    <a:pt x="211253" y="1424727"/>
                  </a:lnTo>
                  <a:close/>
                  <a:moveTo>
                    <a:pt x="211253" y="1424727"/>
                  </a:moveTo>
                  <a:lnTo>
                    <a:pt x="166563" y="1426281"/>
                  </a:lnTo>
                  <a:lnTo>
                    <a:pt x="178218" y="1436115"/>
                  </a:lnTo>
                  <a:close/>
                  <a:moveTo>
                    <a:pt x="163430" y="1460926"/>
                  </a:moveTo>
                  <a:lnTo>
                    <a:pt x="166563" y="1426281"/>
                  </a:lnTo>
                  <a:lnTo>
                    <a:pt x="211253" y="1424727"/>
                  </a:lnTo>
                  <a:close/>
                  <a:moveTo>
                    <a:pt x="105484" y="1350651"/>
                  </a:moveTo>
                  <a:lnTo>
                    <a:pt x="103462" y="1331290"/>
                  </a:lnTo>
                  <a:lnTo>
                    <a:pt x="129029" y="1363408"/>
                  </a:lnTo>
                  <a:close/>
                  <a:moveTo>
                    <a:pt x="80046" y="1323208"/>
                  </a:moveTo>
                  <a:lnTo>
                    <a:pt x="103462" y="1331290"/>
                  </a:lnTo>
                  <a:lnTo>
                    <a:pt x="105484" y="1350651"/>
                  </a:lnTo>
                  <a:close/>
                  <a:moveTo>
                    <a:pt x="464758" y="1538931"/>
                  </a:moveTo>
                  <a:lnTo>
                    <a:pt x="451437" y="1532703"/>
                  </a:lnTo>
                  <a:lnTo>
                    <a:pt x="447741" y="1607926"/>
                  </a:lnTo>
                  <a:close/>
                  <a:moveTo>
                    <a:pt x="411618" y="1514928"/>
                  </a:moveTo>
                  <a:lnTo>
                    <a:pt x="367699" y="1525397"/>
                  </a:lnTo>
                  <a:lnTo>
                    <a:pt x="355904" y="1505261"/>
                  </a:lnTo>
                  <a:close/>
                  <a:moveTo>
                    <a:pt x="255362" y="1399408"/>
                  </a:moveTo>
                  <a:lnTo>
                    <a:pt x="211253" y="1424727"/>
                  </a:lnTo>
                  <a:lnTo>
                    <a:pt x="254168" y="1410499"/>
                  </a:lnTo>
                  <a:close/>
                  <a:moveTo>
                    <a:pt x="255362" y="1399408"/>
                  </a:moveTo>
                  <a:lnTo>
                    <a:pt x="268699" y="1329931"/>
                  </a:lnTo>
                  <a:lnTo>
                    <a:pt x="228656" y="1354891"/>
                  </a:lnTo>
                  <a:close/>
                  <a:moveTo>
                    <a:pt x="271140" y="1326557"/>
                  </a:moveTo>
                  <a:lnTo>
                    <a:pt x="268699" y="1329931"/>
                  </a:lnTo>
                  <a:lnTo>
                    <a:pt x="283756" y="1402187"/>
                  </a:lnTo>
                  <a:close/>
                  <a:moveTo>
                    <a:pt x="254382" y="1350651"/>
                  </a:moveTo>
                  <a:lnTo>
                    <a:pt x="271140" y="1326557"/>
                  </a:lnTo>
                  <a:lnTo>
                    <a:pt x="283756" y="1402187"/>
                  </a:lnTo>
                  <a:close/>
                  <a:moveTo>
                    <a:pt x="451437" y="1532703"/>
                  </a:moveTo>
                  <a:lnTo>
                    <a:pt x="464758" y="1538931"/>
                  </a:lnTo>
                  <a:lnTo>
                    <a:pt x="469622" y="1527394"/>
                  </a:lnTo>
                  <a:close/>
                  <a:moveTo>
                    <a:pt x="470912" y="1532703"/>
                  </a:moveTo>
                  <a:lnTo>
                    <a:pt x="469622" y="1527394"/>
                  </a:lnTo>
                  <a:lnTo>
                    <a:pt x="464758" y="1538931"/>
                  </a:lnTo>
                  <a:close/>
                  <a:moveTo>
                    <a:pt x="483518" y="1474171"/>
                  </a:moveTo>
                  <a:lnTo>
                    <a:pt x="469622" y="1527394"/>
                  </a:lnTo>
                  <a:lnTo>
                    <a:pt x="470912" y="1532703"/>
                  </a:lnTo>
                  <a:close/>
                  <a:moveTo>
                    <a:pt x="470912" y="1532703"/>
                  </a:moveTo>
                  <a:lnTo>
                    <a:pt x="478246" y="1481166"/>
                  </a:lnTo>
                  <a:lnTo>
                    <a:pt x="483518" y="1474171"/>
                  </a:lnTo>
                  <a:close/>
                  <a:moveTo>
                    <a:pt x="454390" y="1457073"/>
                  </a:moveTo>
                  <a:lnTo>
                    <a:pt x="472178" y="1431773"/>
                  </a:lnTo>
                  <a:lnTo>
                    <a:pt x="425787" y="1462307"/>
                  </a:lnTo>
                  <a:close/>
                  <a:moveTo>
                    <a:pt x="343247" y="1250926"/>
                  </a:moveTo>
                  <a:lnTo>
                    <a:pt x="361076" y="1325960"/>
                  </a:lnTo>
                  <a:lnTo>
                    <a:pt x="384904" y="1280146"/>
                  </a:lnTo>
                  <a:close/>
                  <a:moveTo>
                    <a:pt x="296056" y="1257536"/>
                  </a:moveTo>
                  <a:lnTo>
                    <a:pt x="269627" y="1199583"/>
                  </a:lnTo>
                  <a:lnTo>
                    <a:pt x="264119" y="1223484"/>
                  </a:lnTo>
                  <a:close/>
                  <a:moveTo>
                    <a:pt x="270016" y="1199956"/>
                  </a:moveTo>
                  <a:lnTo>
                    <a:pt x="269627" y="1199583"/>
                  </a:lnTo>
                  <a:lnTo>
                    <a:pt x="296056" y="1257536"/>
                  </a:lnTo>
                  <a:close/>
                  <a:moveTo>
                    <a:pt x="327421" y="1239908"/>
                  </a:moveTo>
                  <a:lnTo>
                    <a:pt x="270016" y="1199956"/>
                  </a:lnTo>
                  <a:lnTo>
                    <a:pt x="296056" y="1257536"/>
                  </a:lnTo>
                  <a:close/>
                  <a:moveTo>
                    <a:pt x="264119" y="1223484"/>
                  </a:moveTo>
                  <a:lnTo>
                    <a:pt x="269627" y="1199583"/>
                  </a:lnTo>
                  <a:lnTo>
                    <a:pt x="235081" y="1164925"/>
                  </a:lnTo>
                  <a:close/>
                  <a:moveTo>
                    <a:pt x="576291" y="1579382"/>
                  </a:moveTo>
                  <a:lnTo>
                    <a:pt x="606524" y="1617546"/>
                  </a:lnTo>
                  <a:lnTo>
                    <a:pt x="539241" y="1571520"/>
                  </a:lnTo>
                  <a:close/>
                  <a:moveTo>
                    <a:pt x="270016" y="1199956"/>
                  </a:moveTo>
                  <a:lnTo>
                    <a:pt x="327421" y="1239908"/>
                  </a:lnTo>
                  <a:lnTo>
                    <a:pt x="352407" y="1198423"/>
                  </a:lnTo>
                  <a:close/>
                  <a:moveTo>
                    <a:pt x="389463" y="1162296"/>
                  </a:moveTo>
                  <a:lnTo>
                    <a:pt x="376831" y="1125650"/>
                  </a:lnTo>
                  <a:lnTo>
                    <a:pt x="377298" y="1123759"/>
                  </a:lnTo>
                  <a:close/>
                  <a:moveTo>
                    <a:pt x="386371" y="1099665"/>
                  </a:moveTo>
                  <a:lnTo>
                    <a:pt x="389463" y="1162296"/>
                  </a:lnTo>
                  <a:lnTo>
                    <a:pt x="377298" y="1123759"/>
                  </a:lnTo>
                  <a:close/>
                  <a:moveTo>
                    <a:pt x="377298" y="1123759"/>
                  </a:moveTo>
                  <a:lnTo>
                    <a:pt x="347415" y="1072223"/>
                  </a:lnTo>
                  <a:lnTo>
                    <a:pt x="386371" y="1099665"/>
                  </a:lnTo>
                  <a:close/>
                  <a:moveTo>
                    <a:pt x="838357" y="1522775"/>
                  </a:moveTo>
                  <a:lnTo>
                    <a:pt x="803548" y="1527529"/>
                  </a:lnTo>
                  <a:lnTo>
                    <a:pt x="887928" y="1533436"/>
                  </a:lnTo>
                  <a:close/>
                  <a:moveTo>
                    <a:pt x="650047" y="1243687"/>
                  </a:moveTo>
                  <a:lnTo>
                    <a:pt x="649356" y="1230181"/>
                  </a:lnTo>
                  <a:lnTo>
                    <a:pt x="651893" y="1281718"/>
                  </a:lnTo>
                  <a:close/>
                  <a:moveTo>
                    <a:pt x="937257" y="1475834"/>
                  </a:moveTo>
                  <a:lnTo>
                    <a:pt x="917988" y="1428756"/>
                  </a:lnTo>
                  <a:lnTo>
                    <a:pt x="916802" y="1463770"/>
                  </a:lnTo>
                  <a:close/>
                  <a:moveTo>
                    <a:pt x="917988" y="1428756"/>
                  </a:moveTo>
                  <a:lnTo>
                    <a:pt x="914086" y="1412234"/>
                  </a:lnTo>
                  <a:lnTo>
                    <a:pt x="916802" y="1463770"/>
                  </a:lnTo>
                  <a:close/>
                  <a:moveTo>
                    <a:pt x="878486" y="1363233"/>
                  </a:moveTo>
                  <a:lnTo>
                    <a:pt x="867199" y="1369322"/>
                  </a:lnTo>
                  <a:lnTo>
                    <a:pt x="875732" y="1360697"/>
                  </a:lnTo>
                  <a:close/>
                  <a:moveTo>
                    <a:pt x="642904" y="1211512"/>
                  </a:moveTo>
                  <a:lnTo>
                    <a:pt x="651893" y="1281718"/>
                  </a:lnTo>
                  <a:lnTo>
                    <a:pt x="649356" y="1230181"/>
                  </a:lnTo>
                  <a:close/>
                  <a:moveTo>
                    <a:pt x="836167" y="1293825"/>
                  </a:moveTo>
                  <a:lnTo>
                    <a:pt x="847553" y="1347312"/>
                  </a:lnTo>
                  <a:lnTo>
                    <a:pt x="866980" y="1306757"/>
                  </a:lnTo>
                  <a:close/>
                  <a:moveTo>
                    <a:pt x="866980" y="1306757"/>
                  </a:moveTo>
                  <a:lnTo>
                    <a:pt x="877852" y="1233530"/>
                  </a:lnTo>
                  <a:lnTo>
                    <a:pt x="820373" y="1243923"/>
                  </a:lnTo>
                  <a:close/>
                  <a:moveTo>
                    <a:pt x="937107" y="1224984"/>
                  </a:moveTo>
                  <a:lnTo>
                    <a:pt x="880055" y="1234199"/>
                  </a:lnTo>
                  <a:lnTo>
                    <a:pt x="930815" y="1249305"/>
                  </a:lnTo>
                  <a:close/>
                  <a:moveTo>
                    <a:pt x="937107" y="1224984"/>
                  </a:moveTo>
                  <a:lnTo>
                    <a:pt x="880853" y="1232736"/>
                  </a:lnTo>
                  <a:lnTo>
                    <a:pt x="880055" y="1234199"/>
                  </a:lnTo>
                  <a:close/>
                  <a:moveTo>
                    <a:pt x="914805" y="1157899"/>
                  </a:moveTo>
                  <a:lnTo>
                    <a:pt x="898630" y="1168749"/>
                  </a:lnTo>
                  <a:lnTo>
                    <a:pt x="934420" y="1164426"/>
                  </a:lnTo>
                  <a:close/>
                  <a:moveTo>
                    <a:pt x="934420" y="1164426"/>
                  </a:moveTo>
                  <a:lnTo>
                    <a:pt x="898630" y="1168749"/>
                  </a:lnTo>
                  <a:lnTo>
                    <a:pt x="880853" y="1232736"/>
                  </a:lnTo>
                  <a:close/>
                  <a:moveTo>
                    <a:pt x="101606" y="178704"/>
                  </a:moveTo>
                  <a:lnTo>
                    <a:pt x="71609" y="202798"/>
                  </a:lnTo>
                  <a:lnTo>
                    <a:pt x="108201" y="230241"/>
                  </a:lnTo>
                  <a:close/>
                  <a:moveTo>
                    <a:pt x="39606" y="151261"/>
                  </a:moveTo>
                  <a:lnTo>
                    <a:pt x="71609" y="202798"/>
                  </a:lnTo>
                  <a:lnTo>
                    <a:pt x="101606" y="178704"/>
                  </a:lnTo>
                  <a:close/>
                  <a:moveTo>
                    <a:pt x="39606" y="151261"/>
                  </a:moveTo>
                  <a:lnTo>
                    <a:pt x="101606" y="178704"/>
                  </a:lnTo>
                  <a:lnTo>
                    <a:pt x="72391" y="127167"/>
                  </a:lnTo>
                  <a:close/>
                  <a:moveTo>
                    <a:pt x="1234288" y="1511768"/>
                  </a:moveTo>
                  <a:lnTo>
                    <a:pt x="1199656" y="1501940"/>
                  </a:lnTo>
                  <a:lnTo>
                    <a:pt x="1227887" y="1570192"/>
                  </a:lnTo>
                  <a:close/>
                  <a:moveTo>
                    <a:pt x="1234288" y="1511768"/>
                  </a:moveTo>
                  <a:lnTo>
                    <a:pt x="1231957" y="1541620"/>
                  </a:lnTo>
                  <a:lnTo>
                    <a:pt x="1309632" y="1522457"/>
                  </a:lnTo>
                  <a:close/>
                  <a:moveTo>
                    <a:pt x="1088998" y="1240206"/>
                  </a:moveTo>
                  <a:lnTo>
                    <a:pt x="1072209" y="1236878"/>
                  </a:lnTo>
                  <a:lnTo>
                    <a:pt x="1050261" y="1251419"/>
                  </a:lnTo>
                  <a:close/>
                  <a:moveTo>
                    <a:pt x="926090" y="1195959"/>
                  </a:moveTo>
                  <a:lnTo>
                    <a:pt x="898630" y="1168749"/>
                  </a:lnTo>
                  <a:lnTo>
                    <a:pt x="914805" y="1157899"/>
                  </a:lnTo>
                  <a:close/>
                  <a:moveTo>
                    <a:pt x="936739" y="1082269"/>
                  </a:moveTo>
                  <a:lnTo>
                    <a:pt x="923228" y="1106363"/>
                  </a:lnTo>
                  <a:lnTo>
                    <a:pt x="951335" y="1056227"/>
                  </a:lnTo>
                  <a:close/>
                  <a:moveTo>
                    <a:pt x="129613" y="170819"/>
                  </a:moveTo>
                  <a:lnTo>
                    <a:pt x="141809" y="230241"/>
                  </a:lnTo>
                  <a:lnTo>
                    <a:pt x="136664" y="178704"/>
                  </a:lnTo>
                  <a:close/>
                  <a:moveTo>
                    <a:pt x="107277" y="63492"/>
                  </a:moveTo>
                  <a:lnTo>
                    <a:pt x="72391" y="127167"/>
                  </a:lnTo>
                  <a:lnTo>
                    <a:pt x="114805" y="120114"/>
                  </a:lnTo>
                  <a:close/>
                  <a:moveTo>
                    <a:pt x="107277" y="63492"/>
                  </a:moveTo>
                  <a:lnTo>
                    <a:pt x="114805" y="120114"/>
                  </a:lnTo>
                  <a:lnTo>
                    <a:pt x="132444" y="127167"/>
                  </a:lnTo>
                  <a:close/>
                  <a:moveTo>
                    <a:pt x="104371" y="3112"/>
                  </a:moveTo>
                  <a:lnTo>
                    <a:pt x="91079" y="0"/>
                  </a:lnTo>
                  <a:lnTo>
                    <a:pt x="96275" y="51537"/>
                  </a:lnTo>
                  <a:close/>
                  <a:moveTo>
                    <a:pt x="1363123" y="1482991"/>
                  </a:moveTo>
                  <a:lnTo>
                    <a:pt x="1321663" y="1478715"/>
                  </a:lnTo>
                  <a:lnTo>
                    <a:pt x="1309632" y="1522457"/>
                  </a:lnTo>
                  <a:close/>
                  <a:moveTo>
                    <a:pt x="1362687" y="1420603"/>
                  </a:moveTo>
                  <a:lnTo>
                    <a:pt x="1321663" y="1478715"/>
                  </a:lnTo>
                  <a:lnTo>
                    <a:pt x="1363123" y="1482991"/>
                  </a:lnTo>
                  <a:close/>
                  <a:moveTo>
                    <a:pt x="923478" y="955102"/>
                  </a:moveTo>
                  <a:lnTo>
                    <a:pt x="934456" y="993120"/>
                  </a:lnTo>
                  <a:lnTo>
                    <a:pt x="925154" y="979195"/>
                  </a:lnTo>
                  <a:close/>
                  <a:moveTo>
                    <a:pt x="922044" y="1011019"/>
                  </a:moveTo>
                  <a:lnTo>
                    <a:pt x="934456" y="993120"/>
                  </a:lnTo>
                  <a:lnTo>
                    <a:pt x="923478" y="955102"/>
                  </a:lnTo>
                  <a:close/>
                  <a:moveTo>
                    <a:pt x="687668" y="711159"/>
                  </a:moveTo>
                  <a:lnTo>
                    <a:pt x="725256" y="734984"/>
                  </a:lnTo>
                  <a:lnTo>
                    <a:pt x="703208" y="721512"/>
                  </a:lnTo>
                  <a:close/>
                  <a:moveTo>
                    <a:pt x="687668" y="711159"/>
                  </a:moveTo>
                  <a:lnTo>
                    <a:pt x="671200" y="661805"/>
                  </a:lnTo>
                  <a:lnTo>
                    <a:pt x="647477" y="705852"/>
                  </a:lnTo>
                  <a:close/>
                  <a:moveTo>
                    <a:pt x="671200" y="661805"/>
                  </a:moveTo>
                  <a:lnTo>
                    <a:pt x="703208" y="721512"/>
                  </a:lnTo>
                  <a:lnTo>
                    <a:pt x="694691" y="669976"/>
                  </a:lnTo>
                  <a:close/>
                  <a:moveTo>
                    <a:pt x="671200" y="661805"/>
                  </a:moveTo>
                  <a:lnTo>
                    <a:pt x="687668" y="711159"/>
                  </a:lnTo>
                  <a:lnTo>
                    <a:pt x="703208" y="721512"/>
                  </a:lnTo>
                  <a:close/>
                  <a:moveTo>
                    <a:pt x="671200" y="661805"/>
                  </a:moveTo>
                  <a:lnTo>
                    <a:pt x="694691" y="669976"/>
                  </a:lnTo>
                  <a:lnTo>
                    <a:pt x="680474" y="607331"/>
                  </a:lnTo>
                  <a:close/>
                  <a:moveTo>
                    <a:pt x="680474" y="607331"/>
                  </a:moveTo>
                  <a:lnTo>
                    <a:pt x="706525" y="664955"/>
                  </a:lnTo>
                  <a:lnTo>
                    <a:pt x="725378" y="600544"/>
                  </a:lnTo>
                  <a:close/>
                  <a:moveTo>
                    <a:pt x="1104845" y="1109712"/>
                  </a:moveTo>
                  <a:lnTo>
                    <a:pt x="1120000" y="1067684"/>
                  </a:lnTo>
                  <a:lnTo>
                    <a:pt x="1105994" y="1100904"/>
                  </a:lnTo>
                  <a:close/>
                  <a:moveTo>
                    <a:pt x="1134236" y="1034081"/>
                  </a:moveTo>
                  <a:lnTo>
                    <a:pt x="1120000" y="1067684"/>
                  </a:lnTo>
                  <a:lnTo>
                    <a:pt x="1104845" y="1109712"/>
                  </a:lnTo>
                  <a:close/>
                  <a:moveTo>
                    <a:pt x="1011202" y="835582"/>
                  </a:moveTo>
                  <a:lnTo>
                    <a:pt x="962933" y="829791"/>
                  </a:lnTo>
                  <a:lnTo>
                    <a:pt x="984580" y="870951"/>
                  </a:lnTo>
                  <a:close/>
                  <a:moveTo>
                    <a:pt x="728479" y="590477"/>
                  </a:moveTo>
                  <a:lnTo>
                    <a:pt x="690938" y="583015"/>
                  </a:lnTo>
                  <a:lnTo>
                    <a:pt x="680474" y="607331"/>
                  </a:lnTo>
                  <a:close/>
                  <a:moveTo>
                    <a:pt x="690938" y="583015"/>
                  </a:moveTo>
                  <a:lnTo>
                    <a:pt x="728479" y="590477"/>
                  </a:lnTo>
                  <a:lnTo>
                    <a:pt x="720074" y="534567"/>
                  </a:lnTo>
                  <a:close/>
                  <a:moveTo>
                    <a:pt x="690938" y="583015"/>
                  </a:moveTo>
                  <a:lnTo>
                    <a:pt x="720074" y="534567"/>
                  </a:lnTo>
                  <a:lnTo>
                    <a:pt x="671955" y="535705"/>
                  </a:lnTo>
                  <a:close/>
                  <a:moveTo>
                    <a:pt x="1011202" y="835582"/>
                  </a:moveTo>
                  <a:lnTo>
                    <a:pt x="1022396" y="817170"/>
                  </a:lnTo>
                  <a:lnTo>
                    <a:pt x="962933" y="829791"/>
                  </a:lnTo>
                  <a:close/>
                  <a:moveTo>
                    <a:pt x="962933" y="829791"/>
                  </a:moveTo>
                  <a:lnTo>
                    <a:pt x="1022396" y="817170"/>
                  </a:lnTo>
                  <a:lnTo>
                    <a:pt x="963352" y="82719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11" name="Output_density__4210">
              <a:extLst>
                <a:ext uri="{FF2B5EF4-FFF2-40B4-BE49-F238E27FC236}">
                  <a16:creationId xmlns:a16="http://schemas.microsoft.com/office/drawing/2014/main" id="{A88134D6-14D1-181C-8DB1-56F91ABB1361}"/>
                </a:ext>
              </a:extLst>
            </p:cNvPr>
            <p:cNvSpPr>
              <a:spLocks noGrp="1"/>
            </p:cNvSpPr>
            <p:nvPr/>
          </p:nvSpPr>
          <p:spPr>
            <a:xfrm>
              <a:off x="15382761" y="2588835"/>
              <a:ext cx="1257515" cy="1944522"/>
            </a:xfrm>
            <a:custGeom>
              <a:avLst/>
              <a:gdLst/>
              <a:ahLst/>
              <a:cxnLst/>
              <a:rect l="0" t="0" r="0" b="0"/>
              <a:pathLst>
                <a:path w="1257515" h="1944522">
                  <a:moveTo>
                    <a:pt x="0" y="1557454"/>
                  </a:moveTo>
                  <a:lnTo>
                    <a:pt x="34479" y="1551465"/>
                  </a:lnTo>
                  <a:lnTo>
                    <a:pt x="28959" y="1552975"/>
                  </a:lnTo>
                  <a:close/>
                  <a:moveTo>
                    <a:pt x="65147" y="1491449"/>
                  </a:moveTo>
                  <a:lnTo>
                    <a:pt x="28959" y="1552975"/>
                  </a:lnTo>
                  <a:lnTo>
                    <a:pt x="53833" y="1528881"/>
                  </a:lnTo>
                  <a:close/>
                  <a:moveTo>
                    <a:pt x="28754" y="1441121"/>
                  </a:moveTo>
                  <a:lnTo>
                    <a:pt x="65361" y="1477344"/>
                  </a:lnTo>
                  <a:lnTo>
                    <a:pt x="57270" y="1462002"/>
                  </a:lnTo>
                  <a:close/>
                  <a:moveTo>
                    <a:pt x="38354" y="1425808"/>
                  </a:moveTo>
                  <a:lnTo>
                    <a:pt x="28754" y="1441121"/>
                  </a:lnTo>
                  <a:lnTo>
                    <a:pt x="57270" y="1462002"/>
                  </a:lnTo>
                  <a:close/>
                  <a:moveTo>
                    <a:pt x="289200" y="1607860"/>
                  </a:moveTo>
                  <a:lnTo>
                    <a:pt x="342585" y="1560239"/>
                  </a:lnTo>
                  <a:lnTo>
                    <a:pt x="273727" y="1544138"/>
                  </a:lnTo>
                  <a:close/>
                  <a:moveTo>
                    <a:pt x="273727" y="1544138"/>
                  </a:moveTo>
                  <a:lnTo>
                    <a:pt x="342585" y="1560239"/>
                  </a:lnTo>
                  <a:lnTo>
                    <a:pt x="321260" y="1543476"/>
                  </a:lnTo>
                  <a:close/>
                  <a:moveTo>
                    <a:pt x="273727" y="1544138"/>
                  </a:moveTo>
                  <a:lnTo>
                    <a:pt x="321260" y="1543476"/>
                  </a:lnTo>
                  <a:lnTo>
                    <a:pt x="262698" y="1490361"/>
                  </a:lnTo>
                  <a:close/>
                  <a:moveTo>
                    <a:pt x="161647" y="1433806"/>
                  </a:moveTo>
                  <a:lnTo>
                    <a:pt x="194227" y="1382559"/>
                  </a:lnTo>
                  <a:lnTo>
                    <a:pt x="140819" y="1387997"/>
                  </a:lnTo>
                  <a:close/>
                  <a:moveTo>
                    <a:pt x="637906" y="1877178"/>
                  </a:moveTo>
                  <a:lnTo>
                    <a:pt x="625754" y="1920252"/>
                  </a:lnTo>
                  <a:lnTo>
                    <a:pt x="692738" y="1868892"/>
                  </a:lnTo>
                  <a:close/>
                  <a:moveTo>
                    <a:pt x="692738" y="1868892"/>
                  </a:moveTo>
                  <a:lnTo>
                    <a:pt x="669640" y="1944522"/>
                  </a:lnTo>
                  <a:lnTo>
                    <a:pt x="696063" y="1873553"/>
                  </a:lnTo>
                  <a:close/>
                  <a:moveTo>
                    <a:pt x="696063" y="1873553"/>
                  </a:moveTo>
                  <a:lnTo>
                    <a:pt x="669640" y="1944522"/>
                  </a:lnTo>
                  <a:lnTo>
                    <a:pt x="693037" y="1933081"/>
                  </a:lnTo>
                  <a:close/>
                  <a:moveTo>
                    <a:pt x="693037" y="1933081"/>
                  </a:moveTo>
                  <a:lnTo>
                    <a:pt x="718809" y="1920428"/>
                  </a:lnTo>
                  <a:lnTo>
                    <a:pt x="696063" y="1873553"/>
                  </a:lnTo>
                  <a:close/>
                  <a:moveTo>
                    <a:pt x="692738" y="1868892"/>
                  </a:moveTo>
                  <a:lnTo>
                    <a:pt x="693909" y="1865496"/>
                  </a:lnTo>
                  <a:lnTo>
                    <a:pt x="637906" y="1877178"/>
                  </a:lnTo>
                  <a:close/>
                  <a:moveTo>
                    <a:pt x="637906" y="1877178"/>
                  </a:moveTo>
                  <a:lnTo>
                    <a:pt x="693909" y="1865496"/>
                  </a:lnTo>
                  <a:lnTo>
                    <a:pt x="674534" y="1822638"/>
                  </a:lnTo>
                  <a:close/>
                  <a:moveTo>
                    <a:pt x="674534" y="1822638"/>
                  </a:moveTo>
                  <a:lnTo>
                    <a:pt x="693909" y="1865496"/>
                  </a:lnTo>
                  <a:lnTo>
                    <a:pt x="734028" y="1840817"/>
                  </a:lnTo>
                  <a:close/>
                  <a:moveTo>
                    <a:pt x="225767" y="1377620"/>
                  </a:moveTo>
                  <a:lnTo>
                    <a:pt x="189553" y="1323616"/>
                  </a:lnTo>
                  <a:lnTo>
                    <a:pt x="191283" y="1343900"/>
                  </a:lnTo>
                  <a:close/>
                  <a:moveTo>
                    <a:pt x="279165" y="1301989"/>
                  </a:moveTo>
                  <a:lnTo>
                    <a:pt x="283558" y="1250452"/>
                  </a:lnTo>
                  <a:lnTo>
                    <a:pt x="261047" y="1303475"/>
                  </a:lnTo>
                  <a:close/>
                  <a:moveTo>
                    <a:pt x="261047" y="1303475"/>
                  </a:moveTo>
                  <a:lnTo>
                    <a:pt x="263249" y="1303391"/>
                  </a:lnTo>
                  <a:lnTo>
                    <a:pt x="279165" y="1301989"/>
                  </a:lnTo>
                  <a:close/>
                  <a:moveTo>
                    <a:pt x="199286" y="1198916"/>
                  </a:moveTo>
                  <a:lnTo>
                    <a:pt x="240420" y="1257501"/>
                  </a:lnTo>
                  <a:lnTo>
                    <a:pt x="246220" y="1239724"/>
                  </a:lnTo>
                  <a:close/>
                  <a:moveTo>
                    <a:pt x="734028" y="1840817"/>
                  </a:moveTo>
                  <a:lnTo>
                    <a:pt x="758607" y="1855014"/>
                  </a:lnTo>
                  <a:lnTo>
                    <a:pt x="776534" y="1825066"/>
                  </a:lnTo>
                  <a:close/>
                  <a:moveTo>
                    <a:pt x="776534" y="1825066"/>
                  </a:moveTo>
                  <a:lnTo>
                    <a:pt x="758607" y="1855014"/>
                  </a:lnTo>
                  <a:lnTo>
                    <a:pt x="800374" y="1793261"/>
                  </a:lnTo>
                  <a:close/>
                  <a:moveTo>
                    <a:pt x="246220" y="1239724"/>
                  </a:moveTo>
                  <a:lnTo>
                    <a:pt x="283558" y="1250452"/>
                  </a:lnTo>
                  <a:lnTo>
                    <a:pt x="273828" y="1208047"/>
                  </a:lnTo>
                  <a:close/>
                  <a:moveTo>
                    <a:pt x="273828" y="1208047"/>
                  </a:moveTo>
                  <a:lnTo>
                    <a:pt x="283558" y="1250452"/>
                  </a:lnTo>
                  <a:lnTo>
                    <a:pt x="307802" y="1177959"/>
                  </a:lnTo>
                  <a:close/>
                  <a:moveTo>
                    <a:pt x="249979" y="1174822"/>
                  </a:moveTo>
                  <a:lnTo>
                    <a:pt x="246220" y="1239724"/>
                  </a:lnTo>
                  <a:lnTo>
                    <a:pt x="273828" y="1208047"/>
                  </a:lnTo>
                  <a:close/>
                  <a:moveTo>
                    <a:pt x="249979" y="1174822"/>
                  </a:moveTo>
                  <a:lnTo>
                    <a:pt x="199286" y="1198916"/>
                  </a:lnTo>
                  <a:lnTo>
                    <a:pt x="246220" y="1239724"/>
                  </a:lnTo>
                  <a:close/>
                  <a:moveTo>
                    <a:pt x="192978" y="1147379"/>
                  </a:moveTo>
                  <a:lnTo>
                    <a:pt x="253908" y="1133567"/>
                  </a:lnTo>
                  <a:lnTo>
                    <a:pt x="247706" y="1126092"/>
                  </a:lnTo>
                  <a:close/>
                  <a:moveTo>
                    <a:pt x="253908" y="1133567"/>
                  </a:moveTo>
                  <a:lnTo>
                    <a:pt x="303152" y="1174822"/>
                  </a:lnTo>
                  <a:lnTo>
                    <a:pt x="247706" y="1126092"/>
                  </a:lnTo>
                  <a:close/>
                  <a:moveTo>
                    <a:pt x="800374" y="1793261"/>
                  </a:moveTo>
                  <a:lnTo>
                    <a:pt x="802690" y="1844798"/>
                  </a:lnTo>
                  <a:lnTo>
                    <a:pt x="841139" y="1820704"/>
                  </a:lnTo>
                  <a:close/>
                  <a:moveTo>
                    <a:pt x="800374" y="1793261"/>
                  </a:moveTo>
                  <a:lnTo>
                    <a:pt x="841139" y="1820704"/>
                  </a:lnTo>
                  <a:lnTo>
                    <a:pt x="813101" y="1769167"/>
                  </a:lnTo>
                  <a:close/>
                  <a:moveTo>
                    <a:pt x="274070" y="1167401"/>
                  </a:moveTo>
                  <a:lnTo>
                    <a:pt x="273828" y="1208047"/>
                  </a:lnTo>
                  <a:lnTo>
                    <a:pt x="303152" y="1174822"/>
                  </a:lnTo>
                  <a:close/>
                  <a:moveTo>
                    <a:pt x="303152" y="1174822"/>
                  </a:moveTo>
                  <a:lnTo>
                    <a:pt x="253908" y="1133567"/>
                  </a:lnTo>
                  <a:lnTo>
                    <a:pt x="274070" y="1167401"/>
                  </a:lnTo>
                  <a:close/>
                  <a:moveTo>
                    <a:pt x="341526" y="1150728"/>
                  </a:moveTo>
                  <a:lnTo>
                    <a:pt x="322931" y="1174822"/>
                  </a:lnTo>
                  <a:lnTo>
                    <a:pt x="355243" y="1202265"/>
                  </a:lnTo>
                  <a:close/>
                  <a:moveTo>
                    <a:pt x="341526" y="1150728"/>
                  </a:moveTo>
                  <a:lnTo>
                    <a:pt x="363795" y="1099191"/>
                  </a:lnTo>
                  <a:lnTo>
                    <a:pt x="322931" y="1174822"/>
                  </a:lnTo>
                  <a:close/>
                  <a:moveTo>
                    <a:pt x="363795" y="1099191"/>
                  </a:moveTo>
                  <a:lnTo>
                    <a:pt x="409216" y="1095086"/>
                  </a:lnTo>
                  <a:lnTo>
                    <a:pt x="378728" y="1095538"/>
                  </a:lnTo>
                  <a:close/>
                  <a:moveTo>
                    <a:pt x="378728" y="1095538"/>
                  </a:moveTo>
                  <a:lnTo>
                    <a:pt x="409216" y="1095086"/>
                  </a:lnTo>
                  <a:lnTo>
                    <a:pt x="455338" y="1092850"/>
                  </a:lnTo>
                  <a:close/>
                  <a:moveTo>
                    <a:pt x="438729" y="1109501"/>
                  </a:moveTo>
                  <a:lnTo>
                    <a:pt x="455338" y="1092850"/>
                  </a:lnTo>
                  <a:lnTo>
                    <a:pt x="409216" y="1095086"/>
                  </a:lnTo>
                  <a:close/>
                  <a:moveTo>
                    <a:pt x="438729" y="1109501"/>
                  </a:moveTo>
                  <a:lnTo>
                    <a:pt x="487718" y="1107656"/>
                  </a:lnTo>
                  <a:lnTo>
                    <a:pt x="455338" y="1092850"/>
                  </a:lnTo>
                  <a:close/>
                  <a:moveTo>
                    <a:pt x="1124829" y="1619178"/>
                  </a:moveTo>
                  <a:lnTo>
                    <a:pt x="1126208" y="1620586"/>
                  </a:lnTo>
                  <a:lnTo>
                    <a:pt x="1171671" y="1619635"/>
                  </a:lnTo>
                  <a:close/>
                  <a:moveTo>
                    <a:pt x="771798" y="1037736"/>
                  </a:moveTo>
                  <a:lnTo>
                    <a:pt x="765314" y="1033904"/>
                  </a:lnTo>
                  <a:lnTo>
                    <a:pt x="796535" y="1081795"/>
                  </a:lnTo>
                  <a:close/>
                  <a:moveTo>
                    <a:pt x="765924" y="1030259"/>
                  </a:moveTo>
                  <a:lnTo>
                    <a:pt x="765314" y="1033904"/>
                  </a:lnTo>
                  <a:lnTo>
                    <a:pt x="771798" y="1037736"/>
                  </a:lnTo>
                  <a:close/>
                  <a:moveTo>
                    <a:pt x="764942" y="1012103"/>
                  </a:moveTo>
                  <a:lnTo>
                    <a:pt x="765314" y="1033904"/>
                  </a:lnTo>
                  <a:lnTo>
                    <a:pt x="765924" y="1030259"/>
                  </a:lnTo>
                  <a:close/>
                  <a:moveTo>
                    <a:pt x="729938" y="937178"/>
                  </a:moveTo>
                  <a:lnTo>
                    <a:pt x="765867" y="978722"/>
                  </a:lnTo>
                  <a:lnTo>
                    <a:pt x="751310" y="961133"/>
                  </a:lnTo>
                  <a:close/>
                  <a:moveTo>
                    <a:pt x="730814" y="927185"/>
                  </a:moveTo>
                  <a:lnTo>
                    <a:pt x="729938" y="937178"/>
                  </a:lnTo>
                  <a:lnTo>
                    <a:pt x="751310" y="961133"/>
                  </a:lnTo>
                  <a:close/>
                  <a:moveTo>
                    <a:pt x="737065" y="907874"/>
                  </a:moveTo>
                  <a:lnTo>
                    <a:pt x="729938" y="937178"/>
                  </a:lnTo>
                  <a:lnTo>
                    <a:pt x="730814" y="927185"/>
                  </a:lnTo>
                  <a:close/>
                  <a:moveTo>
                    <a:pt x="1158035" y="1298853"/>
                  </a:moveTo>
                  <a:lnTo>
                    <a:pt x="1151559" y="1324243"/>
                  </a:lnTo>
                  <a:lnTo>
                    <a:pt x="1152095" y="1315384"/>
                  </a:lnTo>
                  <a:close/>
                  <a:moveTo>
                    <a:pt x="984849" y="1175368"/>
                  </a:moveTo>
                  <a:lnTo>
                    <a:pt x="960398" y="1160774"/>
                  </a:lnTo>
                  <a:lnTo>
                    <a:pt x="966734" y="1235071"/>
                  </a:lnTo>
                  <a:close/>
                  <a:moveTo>
                    <a:pt x="764942" y="1012103"/>
                  </a:moveTo>
                  <a:lnTo>
                    <a:pt x="765924" y="1030259"/>
                  </a:lnTo>
                  <a:lnTo>
                    <a:pt x="779916" y="1022033"/>
                  </a:lnTo>
                  <a:close/>
                  <a:moveTo>
                    <a:pt x="764942" y="1012103"/>
                  </a:moveTo>
                  <a:lnTo>
                    <a:pt x="779916" y="1022033"/>
                  </a:lnTo>
                  <a:lnTo>
                    <a:pt x="765867" y="978722"/>
                  </a:lnTo>
                  <a:close/>
                  <a:moveTo>
                    <a:pt x="771078" y="900144"/>
                  </a:moveTo>
                  <a:lnTo>
                    <a:pt x="737065" y="907874"/>
                  </a:lnTo>
                  <a:lnTo>
                    <a:pt x="730814" y="927185"/>
                  </a:lnTo>
                  <a:close/>
                  <a:moveTo>
                    <a:pt x="773873" y="851555"/>
                  </a:moveTo>
                  <a:lnTo>
                    <a:pt x="778900" y="872613"/>
                  </a:lnTo>
                  <a:lnTo>
                    <a:pt x="771078" y="900144"/>
                  </a:lnTo>
                  <a:close/>
                  <a:moveTo>
                    <a:pt x="771078" y="900144"/>
                  </a:moveTo>
                  <a:lnTo>
                    <a:pt x="776744" y="881553"/>
                  </a:lnTo>
                  <a:lnTo>
                    <a:pt x="737065" y="907874"/>
                  </a:lnTo>
                  <a:close/>
                  <a:moveTo>
                    <a:pt x="110486" y="26969"/>
                  </a:moveTo>
                  <a:lnTo>
                    <a:pt x="105079" y="36710"/>
                  </a:lnTo>
                  <a:lnTo>
                    <a:pt x="78645" y="58021"/>
                  </a:lnTo>
                  <a:close/>
                  <a:moveTo>
                    <a:pt x="1152095" y="1315384"/>
                  </a:moveTo>
                  <a:lnTo>
                    <a:pt x="1151559" y="1324243"/>
                  </a:lnTo>
                  <a:lnTo>
                    <a:pt x="1169701" y="1342470"/>
                  </a:lnTo>
                  <a:close/>
                  <a:moveTo>
                    <a:pt x="115504" y="21151"/>
                  </a:moveTo>
                  <a:lnTo>
                    <a:pt x="105079" y="36710"/>
                  </a:lnTo>
                  <a:lnTo>
                    <a:pt x="110486" y="26969"/>
                  </a:lnTo>
                  <a:close/>
                  <a:moveTo>
                    <a:pt x="773873" y="851555"/>
                  </a:moveTo>
                  <a:lnTo>
                    <a:pt x="825351" y="827461"/>
                  </a:lnTo>
                  <a:lnTo>
                    <a:pt x="750149" y="821896"/>
                  </a:lnTo>
                  <a:close/>
                  <a:moveTo>
                    <a:pt x="726187" y="748482"/>
                  </a:moveTo>
                  <a:lnTo>
                    <a:pt x="714001" y="786667"/>
                  </a:lnTo>
                  <a:lnTo>
                    <a:pt x="763441" y="736694"/>
                  </a:lnTo>
                  <a:close/>
                  <a:moveTo>
                    <a:pt x="763441" y="736694"/>
                  </a:moveTo>
                  <a:lnTo>
                    <a:pt x="739392" y="741264"/>
                  </a:lnTo>
                  <a:lnTo>
                    <a:pt x="726187" y="748482"/>
                  </a:lnTo>
                  <a:close/>
                  <a:moveTo>
                    <a:pt x="718123" y="672851"/>
                  </a:moveTo>
                  <a:lnTo>
                    <a:pt x="739392" y="741264"/>
                  </a:lnTo>
                  <a:lnTo>
                    <a:pt x="755358" y="706469"/>
                  </a:lnTo>
                  <a:close/>
                  <a:moveTo>
                    <a:pt x="123296" y="21899"/>
                  </a:moveTo>
                  <a:lnTo>
                    <a:pt x="110486" y="26969"/>
                  </a:lnTo>
                  <a:lnTo>
                    <a:pt x="155932" y="37405"/>
                  </a:lnTo>
                  <a:close/>
                  <a:moveTo>
                    <a:pt x="155932" y="37405"/>
                  </a:moveTo>
                  <a:lnTo>
                    <a:pt x="110486" y="26969"/>
                  </a:lnTo>
                  <a:lnTo>
                    <a:pt x="78645" y="58021"/>
                  </a:lnTo>
                  <a:close/>
                  <a:moveTo>
                    <a:pt x="200412" y="29036"/>
                  </a:moveTo>
                  <a:lnTo>
                    <a:pt x="236800" y="54412"/>
                  </a:lnTo>
                  <a:lnTo>
                    <a:pt x="186983" y="8105"/>
                  </a:lnTo>
                  <a:close/>
                  <a:moveTo>
                    <a:pt x="115504" y="21151"/>
                  </a:moveTo>
                  <a:lnTo>
                    <a:pt x="110486" y="26969"/>
                  </a:lnTo>
                  <a:lnTo>
                    <a:pt x="123296" y="21899"/>
                  </a:lnTo>
                  <a:close/>
                  <a:moveTo>
                    <a:pt x="123296" y="21899"/>
                  </a:moveTo>
                  <a:lnTo>
                    <a:pt x="156566" y="0"/>
                  </a:lnTo>
                  <a:lnTo>
                    <a:pt x="115504" y="21151"/>
                  </a:lnTo>
                  <a:close/>
                  <a:moveTo>
                    <a:pt x="123296" y="21899"/>
                  </a:moveTo>
                  <a:lnTo>
                    <a:pt x="186983" y="8105"/>
                  </a:lnTo>
                  <a:lnTo>
                    <a:pt x="156566" y="0"/>
                  </a:lnTo>
                  <a:close/>
                  <a:moveTo>
                    <a:pt x="186983" y="8105"/>
                  </a:moveTo>
                  <a:lnTo>
                    <a:pt x="123296" y="21899"/>
                  </a:lnTo>
                  <a:lnTo>
                    <a:pt x="200412" y="29036"/>
                  </a:lnTo>
                  <a:close/>
                  <a:moveTo>
                    <a:pt x="123296" y="21899"/>
                  </a:moveTo>
                  <a:lnTo>
                    <a:pt x="155932" y="37405"/>
                  </a:lnTo>
                  <a:lnTo>
                    <a:pt x="200412" y="29036"/>
                  </a:lnTo>
                  <a:close/>
                  <a:moveTo>
                    <a:pt x="1149364" y="1061050"/>
                  </a:moveTo>
                  <a:lnTo>
                    <a:pt x="1135912" y="1136680"/>
                  </a:lnTo>
                  <a:lnTo>
                    <a:pt x="1157286" y="1112587"/>
                  </a:lnTo>
                  <a:close/>
                  <a:moveTo>
                    <a:pt x="853042" y="875079"/>
                  </a:moveTo>
                  <a:lnTo>
                    <a:pt x="894751" y="816409"/>
                  </a:lnTo>
                  <a:lnTo>
                    <a:pt x="837488" y="824981"/>
                  </a:lnTo>
                  <a:close/>
                  <a:moveTo>
                    <a:pt x="782684" y="724388"/>
                  </a:moveTo>
                  <a:lnTo>
                    <a:pt x="816921" y="716217"/>
                  </a:lnTo>
                  <a:lnTo>
                    <a:pt x="755358" y="706469"/>
                  </a:lnTo>
                  <a:close/>
                  <a:moveTo>
                    <a:pt x="733858" y="557535"/>
                  </a:moveTo>
                  <a:lnTo>
                    <a:pt x="701985" y="569778"/>
                  </a:lnTo>
                  <a:lnTo>
                    <a:pt x="751805" y="558288"/>
                  </a:lnTo>
                  <a:close/>
                  <a:moveTo>
                    <a:pt x="751805" y="558288"/>
                  </a:moveTo>
                  <a:lnTo>
                    <a:pt x="701985" y="569778"/>
                  </a:lnTo>
                  <a:lnTo>
                    <a:pt x="682362" y="608230"/>
                  </a:lnTo>
                  <a:close/>
                  <a:moveTo>
                    <a:pt x="751805" y="558288"/>
                  </a:moveTo>
                  <a:lnTo>
                    <a:pt x="682362" y="608230"/>
                  </a:lnTo>
                  <a:lnTo>
                    <a:pt x="710277" y="577700"/>
                  </a:lnTo>
                  <a:close/>
                  <a:moveTo>
                    <a:pt x="1042559" y="811761"/>
                  </a:moveTo>
                  <a:lnTo>
                    <a:pt x="1012868" y="835651"/>
                  </a:lnTo>
                  <a:lnTo>
                    <a:pt x="985537" y="854904"/>
                  </a:lnTo>
                  <a:close/>
                  <a:moveTo>
                    <a:pt x="1086037" y="799641"/>
                  </a:moveTo>
                  <a:lnTo>
                    <a:pt x="1012868" y="835651"/>
                  </a:lnTo>
                  <a:lnTo>
                    <a:pt x="1042559" y="811761"/>
                  </a:lnTo>
                  <a:close/>
                  <a:moveTo>
                    <a:pt x="1242721" y="766301"/>
                  </a:moveTo>
                  <a:lnTo>
                    <a:pt x="1203777" y="782622"/>
                  </a:lnTo>
                  <a:lnTo>
                    <a:pt x="1257515" y="77414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2" name="Output_density__4211">
              <a:extLst>
                <a:ext uri="{FF2B5EF4-FFF2-40B4-BE49-F238E27FC236}">
                  <a16:creationId xmlns:a16="http://schemas.microsoft.com/office/drawing/2014/main" id="{2829802D-5808-9404-BE72-E526F9C93DEC}"/>
                </a:ext>
              </a:extLst>
            </p:cNvPr>
            <p:cNvSpPr>
              <a:spLocks noGrp="1"/>
            </p:cNvSpPr>
            <p:nvPr/>
          </p:nvSpPr>
          <p:spPr>
            <a:xfrm>
              <a:off x="15447907" y="2594157"/>
              <a:ext cx="1436535" cy="1988450"/>
            </a:xfrm>
            <a:custGeom>
              <a:avLst/>
              <a:gdLst/>
              <a:ahLst/>
              <a:cxnLst/>
              <a:rect l="0" t="0" r="0" b="0"/>
              <a:pathLst>
                <a:path w="1436535" h="1988450">
                  <a:moveTo>
                    <a:pt x="0" y="1486128"/>
                  </a:moveTo>
                  <a:lnTo>
                    <a:pt x="215" y="1472023"/>
                  </a:lnTo>
                  <a:lnTo>
                    <a:pt x="17836" y="1492438"/>
                  </a:lnTo>
                  <a:close/>
                  <a:moveTo>
                    <a:pt x="182353" y="1626632"/>
                  </a:moveTo>
                  <a:lnTo>
                    <a:pt x="224053" y="1602538"/>
                  </a:lnTo>
                  <a:lnTo>
                    <a:pt x="176731" y="1622866"/>
                  </a:lnTo>
                  <a:close/>
                  <a:moveTo>
                    <a:pt x="224053" y="1602538"/>
                  </a:moveTo>
                  <a:lnTo>
                    <a:pt x="201184" y="1579390"/>
                  </a:lnTo>
                  <a:lnTo>
                    <a:pt x="176731" y="1622866"/>
                  </a:lnTo>
                  <a:close/>
                  <a:moveTo>
                    <a:pt x="577955" y="1979792"/>
                  </a:moveTo>
                  <a:lnTo>
                    <a:pt x="604493" y="1939201"/>
                  </a:lnTo>
                  <a:lnTo>
                    <a:pt x="597567" y="1952412"/>
                  </a:lnTo>
                  <a:close/>
                  <a:moveTo>
                    <a:pt x="251793" y="1578445"/>
                  </a:moveTo>
                  <a:lnTo>
                    <a:pt x="277439" y="1554918"/>
                  </a:lnTo>
                  <a:lnTo>
                    <a:pt x="224053" y="1602538"/>
                  </a:lnTo>
                  <a:close/>
                  <a:moveTo>
                    <a:pt x="224053" y="1602538"/>
                  </a:moveTo>
                  <a:lnTo>
                    <a:pt x="208580" y="1538816"/>
                  </a:lnTo>
                  <a:lnTo>
                    <a:pt x="201184" y="1579390"/>
                  </a:lnTo>
                  <a:close/>
                  <a:moveTo>
                    <a:pt x="328852" y="1579744"/>
                  </a:moveTo>
                  <a:lnTo>
                    <a:pt x="303453" y="1526908"/>
                  </a:lnTo>
                  <a:lnTo>
                    <a:pt x="256113" y="1538155"/>
                  </a:lnTo>
                  <a:close/>
                  <a:moveTo>
                    <a:pt x="256113" y="1538155"/>
                  </a:moveTo>
                  <a:lnTo>
                    <a:pt x="277439" y="1554918"/>
                  </a:lnTo>
                  <a:lnTo>
                    <a:pt x="328852" y="1579744"/>
                  </a:lnTo>
                  <a:close/>
                  <a:moveTo>
                    <a:pt x="208580" y="1538816"/>
                  </a:moveTo>
                  <a:lnTo>
                    <a:pt x="182379" y="1526908"/>
                  </a:lnTo>
                  <a:lnTo>
                    <a:pt x="201184" y="1579390"/>
                  </a:lnTo>
                  <a:close/>
                  <a:moveTo>
                    <a:pt x="197552" y="1485039"/>
                  </a:moveTo>
                  <a:lnTo>
                    <a:pt x="256113" y="1538155"/>
                  </a:lnTo>
                  <a:lnTo>
                    <a:pt x="201131" y="1499465"/>
                  </a:lnTo>
                  <a:close/>
                  <a:moveTo>
                    <a:pt x="149602" y="1486039"/>
                  </a:moveTo>
                  <a:lnTo>
                    <a:pt x="208580" y="1538816"/>
                  </a:lnTo>
                  <a:lnTo>
                    <a:pt x="197552" y="1485039"/>
                  </a:lnTo>
                  <a:close/>
                  <a:moveTo>
                    <a:pt x="96501" y="1428484"/>
                  </a:moveTo>
                  <a:lnTo>
                    <a:pt x="135322" y="1434906"/>
                  </a:lnTo>
                  <a:lnTo>
                    <a:pt x="129081" y="1377237"/>
                  </a:lnTo>
                  <a:close/>
                  <a:moveTo>
                    <a:pt x="126137" y="1338578"/>
                  </a:moveTo>
                  <a:lnTo>
                    <a:pt x="129081" y="1377237"/>
                  </a:lnTo>
                  <a:lnTo>
                    <a:pt x="149565" y="1386395"/>
                  </a:lnTo>
                  <a:close/>
                  <a:moveTo>
                    <a:pt x="627891" y="1927760"/>
                  </a:moveTo>
                  <a:lnTo>
                    <a:pt x="604493" y="1939201"/>
                  </a:lnTo>
                  <a:lnTo>
                    <a:pt x="592517" y="1981279"/>
                  </a:lnTo>
                  <a:close/>
                  <a:moveTo>
                    <a:pt x="653663" y="1915106"/>
                  </a:moveTo>
                  <a:lnTo>
                    <a:pt x="627891" y="1927760"/>
                  </a:lnTo>
                  <a:lnTo>
                    <a:pt x="673710" y="1988450"/>
                  </a:lnTo>
                  <a:close/>
                  <a:moveTo>
                    <a:pt x="560608" y="1914931"/>
                  </a:moveTo>
                  <a:lnTo>
                    <a:pt x="604493" y="1939201"/>
                  </a:lnTo>
                  <a:lnTo>
                    <a:pt x="627592" y="1863570"/>
                  </a:lnTo>
                  <a:close/>
                  <a:moveTo>
                    <a:pt x="518131" y="1887664"/>
                  </a:moveTo>
                  <a:lnTo>
                    <a:pt x="560608" y="1914931"/>
                  </a:lnTo>
                  <a:lnTo>
                    <a:pt x="572759" y="1871856"/>
                  </a:lnTo>
                  <a:close/>
                  <a:moveTo>
                    <a:pt x="572759" y="1871856"/>
                  </a:moveTo>
                  <a:lnTo>
                    <a:pt x="609388" y="1817317"/>
                  </a:lnTo>
                  <a:lnTo>
                    <a:pt x="568280" y="1812754"/>
                  </a:lnTo>
                  <a:close/>
                  <a:moveTo>
                    <a:pt x="446598" y="1772973"/>
                  </a:moveTo>
                  <a:lnTo>
                    <a:pt x="467154" y="1740202"/>
                  </a:lnTo>
                  <a:lnTo>
                    <a:pt x="423743" y="1752571"/>
                  </a:lnTo>
                  <a:close/>
                  <a:moveTo>
                    <a:pt x="495084" y="1771536"/>
                  </a:moveTo>
                  <a:lnTo>
                    <a:pt x="467154" y="1740202"/>
                  </a:lnTo>
                  <a:lnTo>
                    <a:pt x="446598" y="1772973"/>
                  </a:lnTo>
                  <a:close/>
                  <a:moveTo>
                    <a:pt x="472862" y="1726860"/>
                  </a:moveTo>
                  <a:lnTo>
                    <a:pt x="499771" y="1727253"/>
                  </a:lnTo>
                  <a:lnTo>
                    <a:pt x="483129" y="1708960"/>
                  </a:lnTo>
                  <a:close/>
                  <a:moveTo>
                    <a:pt x="544150" y="1718497"/>
                  </a:moveTo>
                  <a:lnTo>
                    <a:pt x="499771" y="1727253"/>
                  </a:lnTo>
                  <a:lnTo>
                    <a:pt x="468291" y="1733054"/>
                  </a:lnTo>
                  <a:close/>
                  <a:moveTo>
                    <a:pt x="468291" y="1733054"/>
                  </a:moveTo>
                  <a:lnTo>
                    <a:pt x="499771" y="1727253"/>
                  </a:lnTo>
                  <a:lnTo>
                    <a:pt x="472862" y="1726860"/>
                  </a:lnTo>
                  <a:close/>
                  <a:moveTo>
                    <a:pt x="544150" y="1718497"/>
                  </a:moveTo>
                  <a:lnTo>
                    <a:pt x="585357" y="1711367"/>
                  </a:lnTo>
                  <a:lnTo>
                    <a:pt x="561384" y="1708960"/>
                  </a:lnTo>
                  <a:close/>
                  <a:moveTo>
                    <a:pt x="329052" y="1573214"/>
                  </a:moveTo>
                  <a:lnTo>
                    <a:pt x="321284" y="1523154"/>
                  </a:lnTo>
                  <a:lnTo>
                    <a:pt x="303453" y="1526908"/>
                  </a:lnTo>
                  <a:close/>
                  <a:moveTo>
                    <a:pt x="303453" y="1526908"/>
                  </a:moveTo>
                  <a:lnTo>
                    <a:pt x="321284" y="1523154"/>
                  </a:lnTo>
                  <a:lnTo>
                    <a:pt x="258793" y="1485205"/>
                  </a:lnTo>
                  <a:close/>
                  <a:moveTo>
                    <a:pt x="377712" y="1452519"/>
                  </a:moveTo>
                  <a:lnTo>
                    <a:pt x="334742" y="1459589"/>
                  </a:lnTo>
                  <a:lnTo>
                    <a:pt x="321284" y="1523154"/>
                  </a:lnTo>
                  <a:close/>
                  <a:moveTo>
                    <a:pt x="247138" y="1475371"/>
                  </a:moveTo>
                  <a:lnTo>
                    <a:pt x="226835" y="1461232"/>
                  </a:lnTo>
                  <a:lnTo>
                    <a:pt x="209604" y="1412498"/>
                  </a:lnTo>
                  <a:close/>
                  <a:moveTo>
                    <a:pt x="168265" y="1348204"/>
                  </a:moveTo>
                  <a:lnTo>
                    <a:pt x="198102" y="1298069"/>
                  </a:lnTo>
                  <a:lnTo>
                    <a:pt x="160621" y="1372298"/>
                  </a:lnTo>
                  <a:close/>
                  <a:moveTo>
                    <a:pt x="160621" y="1372298"/>
                  </a:moveTo>
                  <a:lnTo>
                    <a:pt x="198102" y="1298069"/>
                  </a:lnTo>
                  <a:lnTo>
                    <a:pt x="124406" y="1318294"/>
                  </a:lnTo>
                  <a:close/>
                  <a:moveTo>
                    <a:pt x="543870" y="1707114"/>
                  </a:moveTo>
                  <a:lnTo>
                    <a:pt x="499771" y="1727253"/>
                  </a:lnTo>
                  <a:lnTo>
                    <a:pt x="544150" y="1718497"/>
                  </a:lnTo>
                  <a:close/>
                  <a:moveTo>
                    <a:pt x="543870" y="1707114"/>
                  </a:moveTo>
                  <a:lnTo>
                    <a:pt x="499694" y="1705046"/>
                  </a:lnTo>
                  <a:lnTo>
                    <a:pt x="499771" y="1727253"/>
                  </a:lnTo>
                  <a:close/>
                  <a:moveTo>
                    <a:pt x="499694" y="1705046"/>
                  </a:moveTo>
                  <a:lnTo>
                    <a:pt x="543870" y="1707114"/>
                  </a:lnTo>
                  <a:lnTo>
                    <a:pt x="528316" y="1657016"/>
                  </a:lnTo>
                  <a:close/>
                  <a:moveTo>
                    <a:pt x="499694" y="1705046"/>
                  </a:moveTo>
                  <a:lnTo>
                    <a:pt x="528316" y="1657016"/>
                  </a:lnTo>
                  <a:lnTo>
                    <a:pt x="491661" y="1648833"/>
                  </a:lnTo>
                  <a:close/>
                  <a:moveTo>
                    <a:pt x="543870" y="1707114"/>
                  </a:moveTo>
                  <a:lnTo>
                    <a:pt x="544150" y="1718497"/>
                  </a:lnTo>
                  <a:lnTo>
                    <a:pt x="561384" y="1708960"/>
                  </a:lnTo>
                  <a:close/>
                  <a:moveTo>
                    <a:pt x="528316" y="1657016"/>
                  </a:moveTo>
                  <a:lnTo>
                    <a:pt x="561384" y="1708960"/>
                  </a:lnTo>
                  <a:lnTo>
                    <a:pt x="531297" y="1657424"/>
                  </a:lnTo>
                  <a:close/>
                  <a:moveTo>
                    <a:pt x="528316" y="1657016"/>
                  </a:moveTo>
                  <a:lnTo>
                    <a:pt x="543870" y="1707114"/>
                  </a:lnTo>
                  <a:lnTo>
                    <a:pt x="561384" y="1708960"/>
                  </a:lnTo>
                  <a:close/>
                  <a:moveTo>
                    <a:pt x="242656" y="1172638"/>
                  </a:moveTo>
                  <a:lnTo>
                    <a:pt x="238005" y="1169500"/>
                  </a:lnTo>
                  <a:lnTo>
                    <a:pt x="208682" y="1202725"/>
                  </a:lnTo>
                  <a:close/>
                  <a:moveTo>
                    <a:pt x="724925" y="1736403"/>
                  </a:moveTo>
                  <a:lnTo>
                    <a:pt x="735227" y="1787939"/>
                  </a:lnTo>
                  <a:lnTo>
                    <a:pt x="747955" y="1763845"/>
                  </a:lnTo>
                  <a:close/>
                  <a:moveTo>
                    <a:pt x="724925" y="1736403"/>
                  </a:moveTo>
                  <a:lnTo>
                    <a:pt x="747955" y="1763845"/>
                  </a:lnTo>
                  <a:lnTo>
                    <a:pt x="731067" y="1712309"/>
                  </a:lnTo>
                  <a:close/>
                  <a:moveTo>
                    <a:pt x="687099" y="1666636"/>
                  </a:moveTo>
                  <a:lnTo>
                    <a:pt x="724552" y="1734061"/>
                  </a:lnTo>
                  <a:lnTo>
                    <a:pt x="731067" y="1712309"/>
                  </a:lnTo>
                  <a:close/>
                  <a:moveTo>
                    <a:pt x="731067" y="1712309"/>
                  </a:moveTo>
                  <a:lnTo>
                    <a:pt x="724552" y="1734061"/>
                  </a:lnTo>
                  <a:lnTo>
                    <a:pt x="724925" y="1736403"/>
                  </a:lnTo>
                  <a:close/>
                  <a:moveTo>
                    <a:pt x="731067" y="1712309"/>
                  </a:moveTo>
                  <a:lnTo>
                    <a:pt x="697331" y="1672065"/>
                  </a:lnTo>
                  <a:lnTo>
                    <a:pt x="687099" y="1666636"/>
                  </a:lnTo>
                  <a:close/>
                  <a:moveTo>
                    <a:pt x="486327" y="1464941"/>
                  </a:moveTo>
                  <a:lnTo>
                    <a:pt x="433148" y="1478720"/>
                  </a:lnTo>
                  <a:lnTo>
                    <a:pt x="506361" y="1511396"/>
                  </a:lnTo>
                  <a:close/>
                  <a:moveTo>
                    <a:pt x="290096" y="1196943"/>
                  </a:moveTo>
                  <a:lnTo>
                    <a:pt x="298875" y="1190586"/>
                  </a:lnTo>
                  <a:lnTo>
                    <a:pt x="315656" y="1214015"/>
                  </a:lnTo>
                  <a:close/>
                  <a:moveTo>
                    <a:pt x="257785" y="1169500"/>
                  </a:moveTo>
                  <a:lnTo>
                    <a:pt x="298875" y="1190586"/>
                  </a:lnTo>
                  <a:lnTo>
                    <a:pt x="290096" y="1196943"/>
                  </a:lnTo>
                  <a:close/>
                  <a:moveTo>
                    <a:pt x="315656" y="1214015"/>
                  </a:moveTo>
                  <a:lnTo>
                    <a:pt x="289987" y="1197135"/>
                  </a:lnTo>
                  <a:lnTo>
                    <a:pt x="290096" y="1196943"/>
                  </a:lnTo>
                  <a:close/>
                  <a:moveTo>
                    <a:pt x="731067" y="1712309"/>
                  </a:moveTo>
                  <a:lnTo>
                    <a:pt x="774076" y="1688215"/>
                  </a:lnTo>
                  <a:lnTo>
                    <a:pt x="697331" y="1672065"/>
                  </a:lnTo>
                  <a:close/>
                  <a:moveTo>
                    <a:pt x="423821" y="1300016"/>
                  </a:moveTo>
                  <a:lnTo>
                    <a:pt x="478607" y="1282989"/>
                  </a:lnTo>
                  <a:lnTo>
                    <a:pt x="407996" y="1288998"/>
                  </a:lnTo>
                  <a:close/>
                  <a:moveTo>
                    <a:pt x="407996" y="1288998"/>
                  </a:moveTo>
                  <a:lnTo>
                    <a:pt x="478607" y="1282989"/>
                  </a:lnTo>
                  <a:lnTo>
                    <a:pt x="474088" y="1226528"/>
                  </a:lnTo>
                  <a:close/>
                  <a:moveTo>
                    <a:pt x="478607" y="1282989"/>
                  </a:moveTo>
                  <a:lnTo>
                    <a:pt x="523642" y="1284359"/>
                  </a:lnTo>
                  <a:lnTo>
                    <a:pt x="474088" y="1226528"/>
                  </a:lnTo>
                  <a:close/>
                  <a:moveTo>
                    <a:pt x="746238" y="1545345"/>
                  </a:moveTo>
                  <a:lnTo>
                    <a:pt x="784724" y="1554336"/>
                  </a:lnTo>
                  <a:lnTo>
                    <a:pt x="802914" y="1561048"/>
                  </a:lnTo>
                  <a:close/>
                  <a:moveTo>
                    <a:pt x="625104" y="1303365"/>
                  </a:moveTo>
                  <a:lnTo>
                    <a:pt x="636791" y="1355839"/>
                  </a:lnTo>
                  <a:lnTo>
                    <a:pt x="632255" y="1333634"/>
                  </a:lnTo>
                  <a:close/>
                  <a:moveTo>
                    <a:pt x="525482" y="1220120"/>
                  </a:moveTo>
                  <a:lnTo>
                    <a:pt x="474088" y="1226528"/>
                  </a:lnTo>
                  <a:lnTo>
                    <a:pt x="524847" y="1241631"/>
                  </a:lnTo>
                  <a:close/>
                  <a:moveTo>
                    <a:pt x="525482" y="1220120"/>
                  </a:moveTo>
                  <a:lnTo>
                    <a:pt x="474143" y="1223875"/>
                  </a:lnTo>
                  <a:lnTo>
                    <a:pt x="474088" y="1226528"/>
                  </a:lnTo>
                  <a:close/>
                  <a:moveTo>
                    <a:pt x="474143" y="1223875"/>
                  </a:moveTo>
                  <a:lnTo>
                    <a:pt x="516480" y="1210348"/>
                  </a:lnTo>
                  <a:lnTo>
                    <a:pt x="470038" y="1211386"/>
                  </a:lnTo>
                  <a:close/>
                  <a:moveTo>
                    <a:pt x="466946" y="1148755"/>
                  </a:moveTo>
                  <a:lnTo>
                    <a:pt x="422571" y="1102334"/>
                  </a:lnTo>
                  <a:lnTo>
                    <a:pt x="433338" y="1113947"/>
                  </a:lnTo>
                  <a:close/>
                  <a:moveTo>
                    <a:pt x="422571" y="1102334"/>
                  </a:moveTo>
                  <a:lnTo>
                    <a:pt x="427989" y="1121313"/>
                  </a:lnTo>
                  <a:lnTo>
                    <a:pt x="390191" y="1087528"/>
                  </a:lnTo>
                  <a:close/>
                  <a:moveTo>
                    <a:pt x="632255" y="1333634"/>
                  </a:moveTo>
                  <a:lnTo>
                    <a:pt x="636791" y="1355839"/>
                  </a:lnTo>
                  <a:lnTo>
                    <a:pt x="636274" y="1354902"/>
                  </a:lnTo>
                  <a:close/>
                  <a:moveTo>
                    <a:pt x="690755" y="1377680"/>
                  </a:moveTo>
                  <a:lnTo>
                    <a:pt x="638698" y="1357723"/>
                  </a:lnTo>
                  <a:lnTo>
                    <a:pt x="636791" y="1355839"/>
                  </a:lnTo>
                  <a:close/>
                  <a:moveTo>
                    <a:pt x="886106" y="1536954"/>
                  </a:moveTo>
                  <a:lnTo>
                    <a:pt x="866599" y="1485418"/>
                  </a:lnTo>
                  <a:lnTo>
                    <a:pt x="862318" y="1561048"/>
                  </a:lnTo>
                  <a:close/>
                  <a:moveTo>
                    <a:pt x="823697" y="1433881"/>
                  </a:moveTo>
                  <a:lnTo>
                    <a:pt x="820908" y="1382843"/>
                  </a:lnTo>
                  <a:lnTo>
                    <a:pt x="824798" y="1442425"/>
                  </a:lnTo>
                  <a:close/>
                  <a:moveTo>
                    <a:pt x="640947" y="1352459"/>
                  </a:moveTo>
                  <a:lnTo>
                    <a:pt x="632255" y="1333634"/>
                  </a:lnTo>
                  <a:lnTo>
                    <a:pt x="636274" y="1354902"/>
                  </a:lnTo>
                  <a:close/>
                  <a:moveTo>
                    <a:pt x="824798" y="1442425"/>
                  </a:moveTo>
                  <a:lnTo>
                    <a:pt x="866599" y="1485418"/>
                  </a:lnTo>
                  <a:lnTo>
                    <a:pt x="841057" y="1455382"/>
                  </a:lnTo>
                  <a:close/>
                  <a:moveTo>
                    <a:pt x="870139" y="1506288"/>
                  </a:moveTo>
                  <a:lnTo>
                    <a:pt x="866599" y="1485418"/>
                  </a:lnTo>
                  <a:lnTo>
                    <a:pt x="824798" y="1442425"/>
                  </a:lnTo>
                  <a:close/>
                  <a:moveTo>
                    <a:pt x="823697" y="1433881"/>
                  </a:moveTo>
                  <a:lnTo>
                    <a:pt x="824798" y="1442425"/>
                  </a:lnTo>
                  <a:lnTo>
                    <a:pt x="841057" y="1455382"/>
                  </a:lnTo>
                  <a:close/>
                  <a:moveTo>
                    <a:pt x="821059" y="1382344"/>
                  </a:moveTo>
                  <a:lnTo>
                    <a:pt x="823697" y="1433881"/>
                  </a:lnTo>
                  <a:lnTo>
                    <a:pt x="859034" y="1409787"/>
                  </a:lnTo>
                  <a:close/>
                  <a:moveTo>
                    <a:pt x="791895" y="1306713"/>
                  </a:moveTo>
                  <a:lnTo>
                    <a:pt x="795362" y="1255177"/>
                  </a:lnTo>
                  <a:lnTo>
                    <a:pt x="785785" y="1330807"/>
                  </a:lnTo>
                  <a:close/>
                  <a:moveTo>
                    <a:pt x="832547" y="1231083"/>
                  </a:moveTo>
                  <a:lnTo>
                    <a:pt x="770483" y="1197627"/>
                  </a:lnTo>
                  <a:lnTo>
                    <a:pt x="767299" y="1203640"/>
                  </a:lnTo>
                  <a:close/>
                  <a:moveTo>
                    <a:pt x="832547" y="1231083"/>
                  </a:moveTo>
                  <a:lnTo>
                    <a:pt x="767299" y="1203640"/>
                  </a:lnTo>
                  <a:lnTo>
                    <a:pt x="795362" y="1255177"/>
                  </a:lnTo>
                  <a:close/>
                  <a:moveTo>
                    <a:pt x="729939" y="1100567"/>
                  </a:moveTo>
                  <a:lnTo>
                    <a:pt x="757341" y="1128010"/>
                  </a:lnTo>
                  <a:lnTo>
                    <a:pt x="731388" y="1076473"/>
                  </a:lnTo>
                  <a:close/>
                  <a:moveTo>
                    <a:pt x="731388" y="1076473"/>
                  </a:moveTo>
                  <a:lnTo>
                    <a:pt x="700167" y="1028582"/>
                  </a:lnTo>
                  <a:lnTo>
                    <a:pt x="711041" y="1049031"/>
                  </a:lnTo>
                  <a:close/>
                  <a:moveTo>
                    <a:pt x="700721" y="973400"/>
                  </a:moveTo>
                  <a:lnTo>
                    <a:pt x="720878" y="986985"/>
                  </a:lnTo>
                  <a:lnTo>
                    <a:pt x="699795" y="1006781"/>
                  </a:lnTo>
                  <a:close/>
                  <a:moveTo>
                    <a:pt x="699795" y="1006781"/>
                  </a:moveTo>
                  <a:lnTo>
                    <a:pt x="718450" y="1036750"/>
                  </a:lnTo>
                  <a:lnTo>
                    <a:pt x="700167" y="1028582"/>
                  </a:lnTo>
                  <a:close/>
                  <a:moveTo>
                    <a:pt x="1120404" y="1361599"/>
                  </a:moveTo>
                  <a:lnTo>
                    <a:pt x="1153121" y="1428158"/>
                  </a:lnTo>
                  <a:lnTo>
                    <a:pt x="1166791" y="1395163"/>
                  </a:lnTo>
                  <a:close/>
                  <a:moveTo>
                    <a:pt x="1131334" y="1437229"/>
                  </a:moveTo>
                  <a:lnTo>
                    <a:pt x="1153121" y="1428158"/>
                  </a:lnTo>
                  <a:lnTo>
                    <a:pt x="1120404" y="1361599"/>
                  </a:lnTo>
                  <a:close/>
                  <a:moveTo>
                    <a:pt x="1104555" y="1337148"/>
                  </a:moveTo>
                  <a:lnTo>
                    <a:pt x="1086413" y="1318921"/>
                  </a:lnTo>
                  <a:lnTo>
                    <a:pt x="1120404" y="1361599"/>
                  </a:lnTo>
                  <a:close/>
                  <a:moveTo>
                    <a:pt x="901587" y="1229750"/>
                  </a:moveTo>
                  <a:lnTo>
                    <a:pt x="895481" y="1282620"/>
                  </a:lnTo>
                  <a:lnTo>
                    <a:pt x="901918" y="1238454"/>
                  </a:lnTo>
                  <a:close/>
                  <a:moveTo>
                    <a:pt x="901587" y="1229750"/>
                  </a:moveTo>
                  <a:lnTo>
                    <a:pt x="901918" y="1238454"/>
                  </a:lnTo>
                  <a:lnTo>
                    <a:pt x="971136" y="1206989"/>
                  </a:lnTo>
                  <a:close/>
                  <a:moveTo>
                    <a:pt x="901587" y="1229750"/>
                  </a:moveTo>
                  <a:lnTo>
                    <a:pt x="971136" y="1206989"/>
                  </a:lnTo>
                  <a:lnTo>
                    <a:pt x="919702" y="1170046"/>
                  </a:lnTo>
                  <a:close/>
                  <a:moveTo>
                    <a:pt x="664542" y="794696"/>
                  </a:moveTo>
                  <a:lnTo>
                    <a:pt x="661041" y="743160"/>
                  </a:lnTo>
                  <a:lnTo>
                    <a:pt x="662179" y="745752"/>
                  </a:lnTo>
                  <a:close/>
                  <a:moveTo>
                    <a:pt x="1258057" y="1506314"/>
                  </a:moveTo>
                  <a:lnTo>
                    <a:pt x="1299859" y="1543327"/>
                  </a:lnTo>
                  <a:lnTo>
                    <a:pt x="1275584" y="1516209"/>
                  </a:lnTo>
                  <a:close/>
                  <a:moveTo>
                    <a:pt x="1314862" y="1560857"/>
                  </a:moveTo>
                  <a:lnTo>
                    <a:pt x="1299859" y="1543327"/>
                  </a:lnTo>
                  <a:lnTo>
                    <a:pt x="1258057" y="1506314"/>
                  </a:lnTo>
                  <a:close/>
                  <a:moveTo>
                    <a:pt x="1280231" y="1551030"/>
                  </a:moveTo>
                  <a:lnTo>
                    <a:pt x="1314862" y="1560857"/>
                  </a:lnTo>
                  <a:lnTo>
                    <a:pt x="1258057" y="1506314"/>
                  </a:lnTo>
                  <a:close/>
                  <a:moveTo>
                    <a:pt x="1299859" y="1543327"/>
                  </a:moveTo>
                  <a:lnTo>
                    <a:pt x="1314862" y="1560857"/>
                  </a:lnTo>
                  <a:lnTo>
                    <a:pt x="1302131" y="1516209"/>
                  </a:lnTo>
                  <a:close/>
                  <a:moveTo>
                    <a:pt x="1302131" y="1516209"/>
                  </a:moveTo>
                  <a:lnTo>
                    <a:pt x="1314862" y="1560857"/>
                  </a:lnTo>
                  <a:lnTo>
                    <a:pt x="1367219" y="1543651"/>
                  </a:lnTo>
                  <a:close/>
                  <a:moveTo>
                    <a:pt x="1302131" y="1516209"/>
                  </a:moveTo>
                  <a:lnTo>
                    <a:pt x="1367219" y="1543651"/>
                  </a:lnTo>
                  <a:lnTo>
                    <a:pt x="1323877" y="1492115"/>
                  </a:lnTo>
                  <a:close/>
                  <a:moveTo>
                    <a:pt x="1282683" y="1461533"/>
                  </a:moveTo>
                  <a:lnTo>
                    <a:pt x="1321656" y="1489923"/>
                  </a:lnTo>
                  <a:lnTo>
                    <a:pt x="1265602" y="1440578"/>
                  </a:lnTo>
                  <a:close/>
                  <a:moveTo>
                    <a:pt x="1321656" y="1489923"/>
                  </a:moveTo>
                  <a:lnTo>
                    <a:pt x="1282683" y="1461533"/>
                  </a:lnTo>
                  <a:lnTo>
                    <a:pt x="1323877" y="1492115"/>
                  </a:lnTo>
                  <a:close/>
                  <a:moveTo>
                    <a:pt x="1323877" y="1492115"/>
                  </a:moveTo>
                  <a:lnTo>
                    <a:pt x="1287348" y="1464672"/>
                  </a:lnTo>
                  <a:lnTo>
                    <a:pt x="1302131" y="1516209"/>
                  </a:lnTo>
                  <a:close/>
                  <a:moveTo>
                    <a:pt x="1120404" y="1361599"/>
                  </a:moveTo>
                  <a:lnTo>
                    <a:pt x="1166791" y="1395163"/>
                  </a:lnTo>
                  <a:lnTo>
                    <a:pt x="1178296" y="1344948"/>
                  </a:lnTo>
                  <a:close/>
                  <a:moveTo>
                    <a:pt x="760205" y="822139"/>
                  </a:moveTo>
                  <a:lnTo>
                    <a:pt x="717512" y="803221"/>
                  </a:lnTo>
                  <a:lnTo>
                    <a:pt x="685003" y="816574"/>
                  </a:lnTo>
                  <a:close/>
                  <a:moveTo>
                    <a:pt x="661041" y="743160"/>
                  </a:moveTo>
                  <a:lnTo>
                    <a:pt x="674245" y="735942"/>
                  </a:lnTo>
                  <a:lnTo>
                    <a:pt x="652977" y="667529"/>
                  </a:lnTo>
                  <a:close/>
                  <a:moveTo>
                    <a:pt x="645309" y="691623"/>
                  </a:moveTo>
                  <a:lnTo>
                    <a:pt x="661041" y="743160"/>
                  </a:lnTo>
                  <a:lnTo>
                    <a:pt x="652977" y="667529"/>
                  </a:lnTo>
                  <a:close/>
                  <a:moveTo>
                    <a:pt x="613303" y="622019"/>
                  </a:moveTo>
                  <a:lnTo>
                    <a:pt x="617216" y="602908"/>
                  </a:lnTo>
                  <a:lnTo>
                    <a:pt x="620097" y="640087"/>
                  </a:lnTo>
                  <a:close/>
                  <a:moveTo>
                    <a:pt x="152966" y="176257"/>
                  </a:moveTo>
                  <a:lnTo>
                    <a:pt x="182181" y="227794"/>
                  </a:lnTo>
                  <a:lnTo>
                    <a:pt x="210188" y="219909"/>
                  </a:lnTo>
                  <a:close/>
                  <a:moveTo>
                    <a:pt x="195380" y="169204"/>
                  </a:moveTo>
                  <a:lnTo>
                    <a:pt x="210188" y="219909"/>
                  </a:lnTo>
                  <a:lnTo>
                    <a:pt x="217239" y="227794"/>
                  </a:lnTo>
                  <a:close/>
                  <a:moveTo>
                    <a:pt x="121836" y="2783"/>
                  </a:moveTo>
                  <a:lnTo>
                    <a:pt x="171653" y="49090"/>
                  </a:lnTo>
                  <a:lnTo>
                    <a:pt x="184945" y="52202"/>
                  </a:lnTo>
                  <a:close/>
                  <a:moveTo>
                    <a:pt x="121836" y="2783"/>
                  </a:moveTo>
                  <a:lnTo>
                    <a:pt x="184945" y="52202"/>
                  </a:lnTo>
                  <a:lnTo>
                    <a:pt x="171980" y="0"/>
                  </a:lnTo>
                  <a:close/>
                  <a:moveTo>
                    <a:pt x="1282683" y="1461533"/>
                  </a:moveTo>
                  <a:lnTo>
                    <a:pt x="1265602" y="1440578"/>
                  </a:lnTo>
                  <a:lnTo>
                    <a:pt x="1238927" y="1396381"/>
                  </a:lnTo>
                  <a:close/>
                  <a:moveTo>
                    <a:pt x="608960" y="615992"/>
                  </a:moveTo>
                  <a:lnTo>
                    <a:pt x="613303" y="622019"/>
                  </a:lnTo>
                  <a:lnTo>
                    <a:pt x="625973" y="635649"/>
                  </a:lnTo>
                  <a:close/>
                  <a:moveTo>
                    <a:pt x="617216" y="602908"/>
                  </a:moveTo>
                  <a:lnTo>
                    <a:pt x="613303" y="622019"/>
                  </a:lnTo>
                  <a:lnTo>
                    <a:pt x="608960" y="615992"/>
                  </a:lnTo>
                  <a:close/>
                  <a:moveTo>
                    <a:pt x="1367219" y="1543651"/>
                  </a:moveTo>
                  <a:lnTo>
                    <a:pt x="1402238" y="1527805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67219" y="1543651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78103" y="1468021"/>
                  </a:lnTo>
                  <a:lnTo>
                    <a:pt x="1321656" y="1489923"/>
                  </a:lnTo>
                  <a:close/>
                  <a:moveTo>
                    <a:pt x="1111789" y="1182895"/>
                  </a:moveTo>
                  <a:lnTo>
                    <a:pt x="1163883" y="1158802"/>
                  </a:lnTo>
                  <a:lnTo>
                    <a:pt x="1090293" y="1148927"/>
                  </a:lnTo>
                  <a:close/>
                  <a:moveTo>
                    <a:pt x="1090293" y="1148927"/>
                  </a:moveTo>
                  <a:lnTo>
                    <a:pt x="1092140" y="1107265"/>
                  </a:lnTo>
                  <a:lnTo>
                    <a:pt x="1070765" y="1131359"/>
                  </a:lnTo>
                  <a:close/>
                  <a:moveTo>
                    <a:pt x="1121755" y="1131660"/>
                  </a:moveTo>
                  <a:lnTo>
                    <a:pt x="1092140" y="1107265"/>
                  </a:lnTo>
                  <a:lnTo>
                    <a:pt x="1090293" y="1148927"/>
                  </a:lnTo>
                  <a:close/>
                  <a:moveTo>
                    <a:pt x="1035308" y="1071516"/>
                  </a:moveTo>
                  <a:lnTo>
                    <a:pt x="1031910" y="1105317"/>
                  </a:lnTo>
                  <a:lnTo>
                    <a:pt x="1084217" y="1055728"/>
                  </a:lnTo>
                  <a:close/>
                  <a:moveTo>
                    <a:pt x="1084217" y="1055728"/>
                  </a:moveTo>
                  <a:lnTo>
                    <a:pt x="1031910" y="1105317"/>
                  </a:lnTo>
                  <a:lnTo>
                    <a:pt x="1070765" y="1131359"/>
                  </a:lnTo>
                  <a:close/>
                  <a:moveTo>
                    <a:pt x="1097119" y="1039548"/>
                  </a:moveTo>
                  <a:lnTo>
                    <a:pt x="1035308" y="1071516"/>
                  </a:lnTo>
                  <a:lnTo>
                    <a:pt x="1084217" y="1055728"/>
                  </a:lnTo>
                  <a:close/>
                  <a:moveTo>
                    <a:pt x="911024" y="867800"/>
                  </a:moveTo>
                  <a:lnTo>
                    <a:pt x="839669" y="873676"/>
                  </a:lnTo>
                  <a:lnTo>
                    <a:pt x="855656" y="915394"/>
                  </a:lnTo>
                  <a:close/>
                  <a:moveTo>
                    <a:pt x="787895" y="869758"/>
                  </a:moveTo>
                  <a:lnTo>
                    <a:pt x="836264" y="868417"/>
                  </a:lnTo>
                  <a:lnTo>
                    <a:pt x="829605" y="811088"/>
                  </a:lnTo>
                  <a:close/>
                  <a:moveTo>
                    <a:pt x="772342" y="819659"/>
                  </a:moveTo>
                  <a:lnTo>
                    <a:pt x="829605" y="811088"/>
                  </a:lnTo>
                  <a:lnTo>
                    <a:pt x="768242" y="760249"/>
                  </a:lnTo>
                  <a:close/>
                  <a:moveTo>
                    <a:pt x="829605" y="811088"/>
                  </a:moveTo>
                  <a:lnTo>
                    <a:pt x="858226" y="822139"/>
                  </a:lnTo>
                  <a:lnTo>
                    <a:pt x="805830" y="784074"/>
                  </a:lnTo>
                  <a:close/>
                  <a:moveTo>
                    <a:pt x="728051" y="754942"/>
                  </a:moveTo>
                  <a:lnTo>
                    <a:pt x="717537" y="719066"/>
                  </a:lnTo>
                  <a:lnTo>
                    <a:pt x="698295" y="731372"/>
                  </a:lnTo>
                  <a:close/>
                  <a:moveTo>
                    <a:pt x="690211" y="701148"/>
                  </a:moveTo>
                  <a:lnTo>
                    <a:pt x="751774" y="710895"/>
                  </a:lnTo>
                  <a:lnTo>
                    <a:pt x="761049" y="656421"/>
                  </a:lnTo>
                  <a:close/>
                  <a:moveTo>
                    <a:pt x="690211" y="701148"/>
                  </a:moveTo>
                  <a:lnTo>
                    <a:pt x="652833" y="652625"/>
                  </a:lnTo>
                  <a:lnTo>
                    <a:pt x="652977" y="667529"/>
                  </a:lnTo>
                  <a:close/>
                  <a:moveTo>
                    <a:pt x="645131" y="572378"/>
                  </a:moveTo>
                  <a:lnTo>
                    <a:pt x="617216" y="602908"/>
                  </a:lnTo>
                  <a:lnTo>
                    <a:pt x="608960" y="615992"/>
                  </a:lnTo>
                  <a:close/>
                  <a:moveTo>
                    <a:pt x="668711" y="552213"/>
                  </a:moveTo>
                  <a:lnTo>
                    <a:pt x="686659" y="552966"/>
                  </a:lnTo>
                  <a:lnTo>
                    <a:pt x="740686" y="580287"/>
                  </a:lnTo>
                  <a:close/>
                  <a:moveTo>
                    <a:pt x="149994" y="42634"/>
                  </a:moveTo>
                  <a:lnTo>
                    <a:pt x="171653" y="49090"/>
                  </a:lnTo>
                  <a:lnTo>
                    <a:pt x="135266" y="23714"/>
                  </a:lnTo>
                  <a:close/>
                  <a:moveTo>
                    <a:pt x="1420284" y="1450390"/>
                  </a:moveTo>
                  <a:lnTo>
                    <a:pt x="1407565" y="1501545"/>
                  </a:lnTo>
                  <a:lnTo>
                    <a:pt x="1436535" y="1468021"/>
                  </a:lnTo>
                  <a:close/>
                  <a:moveTo>
                    <a:pt x="1404631" y="1400373"/>
                  </a:moveTo>
                  <a:lnTo>
                    <a:pt x="1420284" y="1450390"/>
                  </a:lnTo>
                  <a:lnTo>
                    <a:pt x="1436535" y="1468021"/>
                  </a:lnTo>
                  <a:close/>
                  <a:moveTo>
                    <a:pt x="1102971" y="866260"/>
                  </a:moveTo>
                  <a:lnTo>
                    <a:pt x="1048881" y="809509"/>
                  </a:lnTo>
                  <a:lnTo>
                    <a:pt x="1043927" y="876279"/>
                  </a:lnTo>
                  <a:close/>
                  <a:moveTo>
                    <a:pt x="1102971" y="866260"/>
                  </a:moveTo>
                  <a:lnTo>
                    <a:pt x="1121137" y="877024"/>
                  </a:lnTo>
                  <a:lnTo>
                    <a:pt x="1115688" y="839176"/>
                  </a:lnTo>
                  <a:close/>
                  <a:moveTo>
                    <a:pt x="1169079" y="850498"/>
                  </a:moveTo>
                  <a:lnTo>
                    <a:pt x="1135387" y="839906"/>
                  </a:lnTo>
                  <a:lnTo>
                    <a:pt x="1138631" y="777300"/>
                  </a:lnTo>
                  <a:close/>
                  <a:moveTo>
                    <a:pt x="1115688" y="839176"/>
                  </a:moveTo>
                  <a:lnTo>
                    <a:pt x="1161170" y="834549"/>
                  </a:lnTo>
                  <a:lnTo>
                    <a:pt x="1138631" y="777300"/>
                  </a:lnTo>
                  <a:close/>
                  <a:moveTo>
                    <a:pt x="1142238" y="763764"/>
                  </a:moveTo>
                  <a:lnTo>
                    <a:pt x="1092475" y="752387"/>
                  </a:lnTo>
                  <a:lnTo>
                    <a:pt x="1177574" y="760980"/>
                  </a:lnTo>
                  <a:close/>
                  <a:moveTo>
                    <a:pt x="1192369" y="768821"/>
                  </a:moveTo>
                  <a:lnTo>
                    <a:pt x="1210013" y="777300"/>
                  </a:lnTo>
                  <a:lnTo>
                    <a:pt x="1177574" y="76098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3" name="Output_density__4212">
              <a:extLst>
                <a:ext uri="{FF2B5EF4-FFF2-40B4-BE49-F238E27FC236}">
                  <a16:creationId xmlns:a16="http://schemas.microsoft.com/office/drawing/2014/main" id="{A87BF23E-344C-DEB5-4640-0E3814037349}"/>
                </a:ext>
              </a:extLst>
            </p:cNvPr>
            <p:cNvSpPr>
              <a:spLocks noGrp="1"/>
            </p:cNvSpPr>
            <p:nvPr/>
          </p:nvSpPr>
          <p:spPr>
            <a:xfrm>
              <a:off x="15517313" y="2694784"/>
              <a:ext cx="1292845" cy="2045864"/>
            </a:xfrm>
            <a:custGeom>
              <a:avLst/>
              <a:gdLst/>
              <a:ahLst/>
              <a:cxnLst/>
              <a:rect l="0" t="0" r="0" b="0"/>
              <a:pathLst>
                <a:path w="1292845" h="2045864">
                  <a:moveTo>
                    <a:pt x="468877" y="2041371"/>
                  </a:moveTo>
                  <a:lnTo>
                    <a:pt x="475580" y="2044780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12890" y="2030292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39548" y="2017278"/>
                  </a:lnTo>
                  <a:lnTo>
                    <a:pt x="512890" y="2030292"/>
                  </a:lnTo>
                  <a:close/>
                  <a:moveTo>
                    <a:pt x="604305" y="1887823"/>
                  </a:moveTo>
                  <a:lnTo>
                    <a:pt x="622776" y="1875591"/>
                  </a:lnTo>
                  <a:lnTo>
                    <a:pt x="622247" y="1866017"/>
                  </a:lnTo>
                  <a:close/>
                  <a:moveTo>
                    <a:pt x="640478" y="1866017"/>
                  </a:moveTo>
                  <a:lnTo>
                    <a:pt x="622776" y="1875591"/>
                  </a:lnTo>
                  <a:lnTo>
                    <a:pt x="676732" y="1849038"/>
                  </a:lnTo>
                  <a:close/>
                  <a:moveTo>
                    <a:pt x="676732" y="1849038"/>
                  </a:moveTo>
                  <a:lnTo>
                    <a:pt x="622776" y="1875591"/>
                  </a:lnTo>
                  <a:lnTo>
                    <a:pt x="604305" y="1887823"/>
                  </a:lnTo>
                  <a:close/>
                  <a:moveTo>
                    <a:pt x="640478" y="1866017"/>
                  </a:moveTo>
                  <a:lnTo>
                    <a:pt x="636372" y="1872817"/>
                  </a:lnTo>
                  <a:lnTo>
                    <a:pt x="622776" y="1875591"/>
                  </a:lnTo>
                  <a:close/>
                  <a:moveTo>
                    <a:pt x="706015" y="1823624"/>
                  </a:moveTo>
                  <a:lnTo>
                    <a:pt x="640478" y="1866017"/>
                  </a:lnTo>
                  <a:lnTo>
                    <a:pt x="676732" y="1849038"/>
                  </a:lnTo>
                  <a:close/>
                  <a:moveTo>
                    <a:pt x="1220364" y="1542749"/>
                  </a:moveTo>
                  <a:lnTo>
                    <a:pt x="1220987" y="1542208"/>
                  </a:lnTo>
                  <a:lnTo>
                    <a:pt x="1243126" y="1490083"/>
                  </a:lnTo>
                  <a:close/>
                  <a:moveTo>
                    <a:pt x="1243126" y="1490083"/>
                  </a:moveTo>
                  <a:lnTo>
                    <a:pt x="1220987" y="1542208"/>
                  </a:lnTo>
                  <a:lnTo>
                    <a:pt x="1292845" y="1501296"/>
                  </a:lnTo>
                  <a:close/>
                  <a:moveTo>
                    <a:pt x="67352" y="75631"/>
                  </a:moveTo>
                  <a:lnTo>
                    <a:pt x="0" y="95028"/>
                  </a:lnTo>
                  <a:lnTo>
                    <a:pt x="69509" y="71628"/>
                  </a:lnTo>
                  <a:close/>
                  <a:moveTo>
                    <a:pt x="1083378" y="1185342"/>
                  </a:moveTo>
                  <a:lnTo>
                    <a:pt x="1087221" y="1136452"/>
                  </a:lnTo>
                  <a:lnTo>
                    <a:pt x="1093423" y="1144819"/>
                  </a:lnTo>
                  <a:close/>
                  <a:moveTo>
                    <a:pt x="67352" y="75631"/>
                  </a:moveTo>
                  <a:lnTo>
                    <a:pt x="69509" y="71628"/>
                  </a:lnTo>
                  <a:lnTo>
                    <a:pt x="88942" y="9385"/>
                  </a:lnTo>
                  <a:close/>
                  <a:moveTo>
                    <a:pt x="88942" y="9385"/>
                  </a:moveTo>
                  <a:lnTo>
                    <a:pt x="83560" y="75631"/>
                  </a:lnTo>
                  <a:lnTo>
                    <a:pt x="118447" y="11955"/>
                  </a:lnTo>
                  <a:close/>
                  <a:moveTo>
                    <a:pt x="118447" y="11955"/>
                  </a:moveTo>
                  <a:lnTo>
                    <a:pt x="107444" y="0"/>
                  </a:lnTo>
                  <a:lnTo>
                    <a:pt x="88942" y="9385"/>
                  </a:lnTo>
                  <a:close/>
                  <a:moveTo>
                    <a:pt x="1093435" y="1131401"/>
                  </a:moveTo>
                  <a:lnTo>
                    <a:pt x="1093423" y="1144819"/>
                  </a:lnTo>
                  <a:lnTo>
                    <a:pt x="1092288" y="1133805"/>
                  </a:lnTo>
                  <a:close/>
                  <a:moveTo>
                    <a:pt x="1092288" y="1133805"/>
                  </a:moveTo>
                  <a:lnTo>
                    <a:pt x="1111668" y="1078136"/>
                  </a:lnTo>
                  <a:lnTo>
                    <a:pt x="1093435" y="1131401"/>
                  </a:lnTo>
                  <a:close/>
                  <a:moveTo>
                    <a:pt x="937221" y="852028"/>
                  </a:moveTo>
                  <a:lnTo>
                    <a:pt x="959990" y="827935"/>
                  </a:lnTo>
                  <a:lnTo>
                    <a:pt x="934647" y="903565"/>
                  </a:lnTo>
                  <a:close/>
                  <a:moveTo>
                    <a:pt x="969756" y="779528"/>
                  </a:moveTo>
                  <a:lnTo>
                    <a:pt x="974102" y="778254"/>
                  </a:lnTo>
                  <a:lnTo>
                    <a:pt x="938356" y="800492"/>
                  </a:lnTo>
                  <a:close/>
                  <a:moveTo>
                    <a:pt x="938356" y="800492"/>
                  </a:moveTo>
                  <a:lnTo>
                    <a:pt x="974102" y="778254"/>
                  </a:lnTo>
                  <a:lnTo>
                    <a:pt x="959990" y="827935"/>
                  </a:lnTo>
                  <a:close/>
                  <a:moveTo>
                    <a:pt x="941137" y="789902"/>
                  </a:moveTo>
                  <a:lnTo>
                    <a:pt x="952595" y="800492"/>
                  </a:lnTo>
                  <a:lnTo>
                    <a:pt x="969756" y="779528"/>
                  </a:lnTo>
                  <a:close/>
                  <a:moveTo>
                    <a:pt x="1143523" y="931008"/>
                  </a:moveTo>
                  <a:lnTo>
                    <a:pt x="1141383" y="906914"/>
                  </a:lnTo>
                  <a:lnTo>
                    <a:pt x="1145405" y="98254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14" name="Output_density__4213">
              <a:extLst>
                <a:ext uri="{FF2B5EF4-FFF2-40B4-BE49-F238E27FC236}">
                  <a16:creationId xmlns:a16="http://schemas.microsoft.com/office/drawing/2014/main" id="{637523DB-7DEC-33A1-92FA-C1B1A9A77ACF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295305"/>
              <a:ext cx="1213967" cy="1192504"/>
            </a:xfrm>
            <a:custGeom>
              <a:avLst/>
              <a:gdLst/>
              <a:ahLst/>
              <a:cxnLst/>
              <a:rect l="0" t="0" r="0" b="0"/>
              <a:pathLst>
                <a:path w="1213967" h="1192504">
                  <a:moveTo>
                    <a:pt x="9600" y="719338"/>
                  </a:moveTo>
                  <a:lnTo>
                    <a:pt x="4078" y="668593"/>
                  </a:lnTo>
                  <a:lnTo>
                    <a:pt x="0" y="734651"/>
                  </a:lnTo>
                  <a:close/>
                  <a:moveTo>
                    <a:pt x="9600" y="719338"/>
                  </a:moveTo>
                  <a:lnTo>
                    <a:pt x="4580" y="667802"/>
                  </a:lnTo>
                  <a:lnTo>
                    <a:pt x="4078" y="668593"/>
                  </a:lnTo>
                  <a:close/>
                  <a:moveTo>
                    <a:pt x="36393" y="784980"/>
                  </a:moveTo>
                  <a:lnTo>
                    <a:pt x="65443" y="806933"/>
                  </a:lnTo>
                  <a:lnTo>
                    <a:pt x="36607" y="770875"/>
                  </a:lnTo>
                  <a:close/>
                  <a:moveTo>
                    <a:pt x="31978" y="708654"/>
                  </a:moveTo>
                  <a:lnTo>
                    <a:pt x="28516" y="755532"/>
                  </a:lnTo>
                  <a:lnTo>
                    <a:pt x="62440" y="695244"/>
                  </a:lnTo>
                  <a:close/>
                  <a:moveTo>
                    <a:pt x="62440" y="695244"/>
                  </a:moveTo>
                  <a:lnTo>
                    <a:pt x="28516" y="755532"/>
                  </a:lnTo>
                  <a:lnTo>
                    <a:pt x="36607" y="770875"/>
                  </a:lnTo>
                  <a:close/>
                  <a:moveTo>
                    <a:pt x="62440" y="695244"/>
                  </a:moveTo>
                  <a:lnTo>
                    <a:pt x="36607" y="770875"/>
                  </a:lnTo>
                  <a:lnTo>
                    <a:pt x="71563" y="746781"/>
                  </a:lnTo>
                  <a:close/>
                  <a:moveTo>
                    <a:pt x="9600" y="719338"/>
                  </a:moveTo>
                  <a:lnTo>
                    <a:pt x="28516" y="755532"/>
                  </a:lnTo>
                  <a:lnTo>
                    <a:pt x="31978" y="708654"/>
                  </a:lnTo>
                  <a:close/>
                  <a:moveTo>
                    <a:pt x="4580" y="667802"/>
                  </a:moveTo>
                  <a:lnTo>
                    <a:pt x="31978" y="708654"/>
                  </a:lnTo>
                  <a:lnTo>
                    <a:pt x="5819" y="667178"/>
                  </a:lnTo>
                  <a:close/>
                  <a:moveTo>
                    <a:pt x="4580" y="667802"/>
                  </a:moveTo>
                  <a:lnTo>
                    <a:pt x="9600" y="719338"/>
                  </a:lnTo>
                  <a:lnTo>
                    <a:pt x="31978" y="708654"/>
                  </a:lnTo>
                  <a:close/>
                  <a:moveTo>
                    <a:pt x="62440" y="695244"/>
                  </a:moveTo>
                  <a:lnTo>
                    <a:pt x="70501" y="643708"/>
                  </a:lnTo>
                  <a:lnTo>
                    <a:pt x="31978" y="708654"/>
                  </a:lnTo>
                  <a:close/>
                  <a:moveTo>
                    <a:pt x="70501" y="643708"/>
                  </a:moveTo>
                  <a:lnTo>
                    <a:pt x="5819" y="667178"/>
                  </a:lnTo>
                  <a:lnTo>
                    <a:pt x="31978" y="708654"/>
                  </a:lnTo>
                  <a:close/>
                  <a:moveTo>
                    <a:pt x="77087" y="627550"/>
                  </a:moveTo>
                  <a:lnTo>
                    <a:pt x="4869" y="667117"/>
                  </a:lnTo>
                  <a:lnTo>
                    <a:pt x="70501" y="643708"/>
                  </a:lnTo>
                  <a:close/>
                  <a:moveTo>
                    <a:pt x="70501" y="643708"/>
                  </a:moveTo>
                  <a:lnTo>
                    <a:pt x="4869" y="667117"/>
                  </a:lnTo>
                  <a:lnTo>
                    <a:pt x="5819" y="667178"/>
                  </a:lnTo>
                  <a:close/>
                  <a:moveTo>
                    <a:pt x="70501" y="643708"/>
                  </a:moveTo>
                  <a:lnTo>
                    <a:pt x="112065" y="681527"/>
                  </a:lnTo>
                  <a:lnTo>
                    <a:pt x="86905" y="639239"/>
                  </a:lnTo>
                  <a:close/>
                  <a:moveTo>
                    <a:pt x="70501" y="643708"/>
                  </a:moveTo>
                  <a:lnTo>
                    <a:pt x="62440" y="695244"/>
                  </a:lnTo>
                  <a:lnTo>
                    <a:pt x="112065" y="681527"/>
                  </a:lnTo>
                  <a:close/>
                  <a:moveTo>
                    <a:pt x="162529" y="637431"/>
                  </a:moveTo>
                  <a:lnTo>
                    <a:pt x="152399" y="619614"/>
                  </a:lnTo>
                  <a:lnTo>
                    <a:pt x="165473" y="676089"/>
                  </a:lnTo>
                  <a:close/>
                  <a:moveTo>
                    <a:pt x="165473" y="676089"/>
                  </a:moveTo>
                  <a:lnTo>
                    <a:pt x="152399" y="619614"/>
                  </a:lnTo>
                  <a:lnTo>
                    <a:pt x="86905" y="639239"/>
                  </a:lnTo>
                  <a:close/>
                  <a:moveTo>
                    <a:pt x="165473" y="676089"/>
                  </a:moveTo>
                  <a:lnTo>
                    <a:pt x="86905" y="639239"/>
                  </a:lnTo>
                  <a:lnTo>
                    <a:pt x="112065" y="681527"/>
                  </a:lnTo>
                  <a:close/>
                  <a:moveTo>
                    <a:pt x="77087" y="627550"/>
                  </a:moveTo>
                  <a:lnTo>
                    <a:pt x="70501" y="643708"/>
                  </a:lnTo>
                  <a:lnTo>
                    <a:pt x="86905" y="639239"/>
                  </a:lnTo>
                  <a:close/>
                  <a:moveTo>
                    <a:pt x="152878" y="601347"/>
                  </a:moveTo>
                  <a:lnTo>
                    <a:pt x="77087" y="627550"/>
                  </a:lnTo>
                  <a:lnTo>
                    <a:pt x="152399" y="619614"/>
                  </a:lnTo>
                  <a:close/>
                  <a:moveTo>
                    <a:pt x="152399" y="619614"/>
                  </a:moveTo>
                  <a:lnTo>
                    <a:pt x="77087" y="627550"/>
                  </a:lnTo>
                  <a:lnTo>
                    <a:pt x="86905" y="639239"/>
                  </a:lnTo>
                  <a:close/>
                  <a:moveTo>
                    <a:pt x="160799" y="617147"/>
                  </a:moveTo>
                  <a:lnTo>
                    <a:pt x="234495" y="596921"/>
                  </a:lnTo>
                  <a:lnTo>
                    <a:pt x="232293" y="597005"/>
                  </a:lnTo>
                  <a:close/>
                  <a:moveTo>
                    <a:pt x="152399" y="619614"/>
                  </a:moveTo>
                  <a:lnTo>
                    <a:pt x="162529" y="637431"/>
                  </a:lnTo>
                  <a:lnTo>
                    <a:pt x="160799" y="617147"/>
                  </a:lnTo>
                  <a:close/>
                  <a:moveTo>
                    <a:pt x="152878" y="601347"/>
                  </a:moveTo>
                  <a:lnTo>
                    <a:pt x="152399" y="619614"/>
                  </a:lnTo>
                  <a:lnTo>
                    <a:pt x="160799" y="617147"/>
                  </a:lnTo>
                  <a:close/>
                  <a:moveTo>
                    <a:pt x="160799" y="617147"/>
                  </a:moveTo>
                  <a:lnTo>
                    <a:pt x="153291" y="568077"/>
                  </a:lnTo>
                  <a:lnTo>
                    <a:pt x="152878" y="601347"/>
                  </a:lnTo>
                  <a:close/>
                  <a:moveTo>
                    <a:pt x="211666" y="551032"/>
                  </a:moveTo>
                  <a:lnTo>
                    <a:pt x="153291" y="568077"/>
                  </a:lnTo>
                  <a:lnTo>
                    <a:pt x="160799" y="617147"/>
                  </a:lnTo>
                  <a:close/>
                  <a:moveTo>
                    <a:pt x="232293" y="597005"/>
                  </a:moveTo>
                  <a:lnTo>
                    <a:pt x="211666" y="551032"/>
                  </a:lnTo>
                  <a:lnTo>
                    <a:pt x="160799" y="617147"/>
                  </a:lnTo>
                  <a:close/>
                  <a:moveTo>
                    <a:pt x="666698" y="1161906"/>
                  </a:moveTo>
                  <a:lnTo>
                    <a:pt x="667309" y="1167083"/>
                  </a:lnTo>
                  <a:lnTo>
                    <a:pt x="752957" y="1192504"/>
                  </a:lnTo>
                  <a:close/>
                  <a:moveTo>
                    <a:pt x="729853" y="1148544"/>
                  </a:moveTo>
                  <a:lnTo>
                    <a:pt x="666698" y="1161906"/>
                  </a:lnTo>
                  <a:lnTo>
                    <a:pt x="752957" y="1192504"/>
                  </a:lnTo>
                  <a:close/>
                  <a:moveTo>
                    <a:pt x="768368" y="1189865"/>
                  </a:moveTo>
                  <a:lnTo>
                    <a:pt x="773936" y="1138328"/>
                  </a:lnTo>
                  <a:lnTo>
                    <a:pt x="752957" y="1192504"/>
                  </a:lnTo>
                  <a:close/>
                  <a:moveTo>
                    <a:pt x="773936" y="1138328"/>
                  </a:moveTo>
                  <a:lnTo>
                    <a:pt x="729853" y="1148544"/>
                  </a:lnTo>
                  <a:lnTo>
                    <a:pt x="752957" y="1192504"/>
                  </a:lnTo>
                  <a:close/>
                  <a:moveTo>
                    <a:pt x="663984" y="1162422"/>
                  </a:moveTo>
                  <a:lnTo>
                    <a:pt x="667309" y="1167083"/>
                  </a:lnTo>
                  <a:lnTo>
                    <a:pt x="666698" y="1161906"/>
                  </a:lnTo>
                  <a:close/>
                  <a:moveTo>
                    <a:pt x="665155" y="1159027"/>
                  </a:moveTo>
                  <a:lnTo>
                    <a:pt x="663984" y="1162422"/>
                  </a:lnTo>
                  <a:lnTo>
                    <a:pt x="666698" y="1161906"/>
                  </a:lnTo>
                  <a:close/>
                  <a:moveTo>
                    <a:pt x="666698" y="1161906"/>
                  </a:moveTo>
                  <a:lnTo>
                    <a:pt x="705274" y="1134348"/>
                  </a:lnTo>
                  <a:lnTo>
                    <a:pt x="665155" y="1159027"/>
                  </a:lnTo>
                  <a:close/>
                  <a:moveTo>
                    <a:pt x="666698" y="1161906"/>
                  </a:moveTo>
                  <a:lnTo>
                    <a:pt x="729853" y="1148544"/>
                  </a:lnTo>
                  <a:lnTo>
                    <a:pt x="705274" y="1134348"/>
                  </a:lnTo>
                  <a:close/>
                  <a:moveTo>
                    <a:pt x="771620" y="1086792"/>
                  </a:moveTo>
                  <a:lnTo>
                    <a:pt x="729853" y="1148544"/>
                  </a:lnTo>
                  <a:lnTo>
                    <a:pt x="773936" y="1138328"/>
                  </a:lnTo>
                  <a:close/>
                  <a:moveTo>
                    <a:pt x="221225" y="468353"/>
                  </a:moveTo>
                  <a:lnTo>
                    <a:pt x="225154" y="427097"/>
                  </a:lnTo>
                  <a:lnTo>
                    <a:pt x="164224" y="440910"/>
                  </a:lnTo>
                  <a:close/>
                  <a:moveTo>
                    <a:pt x="170532" y="492447"/>
                  </a:moveTo>
                  <a:lnTo>
                    <a:pt x="221225" y="468353"/>
                  </a:lnTo>
                  <a:lnTo>
                    <a:pt x="164224" y="440910"/>
                  </a:lnTo>
                  <a:close/>
                  <a:moveTo>
                    <a:pt x="221225" y="468353"/>
                  </a:moveTo>
                  <a:lnTo>
                    <a:pt x="245074" y="501577"/>
                  </a:lnTo>
                  <a:lnTo>
                    <a:pt x="245317" y="460932"/>
                  </a:lnTo>
                  <a:close/>
                  <a:moveTo>
                    <a:pt x="221225" y="468353"/>
                  </a:moveTo>
                  <a:lnTo>
                    <a:pt x="245317" y="460932"/>
                  </a:lnTo>
                  <a:lnTo>
                    <a:pt x="225154" y="427097"/>
                  </a:lnTo>
                  <a:close/>
                  <a:moveTo>
                    <a:pt x="358820" y="420165"/>
                  </a:moveTo>
                  <a:lnTo>
                    <a:pt x="380463" y="388617"/>
                  </a:lnTo>
                  <a:lnTo>
                    <a:pt x="335041" y="392722"/>
                  </a:lnTo>
                  <a:close/>
                  <a:moveTo>
                    <a:pt x="312772" y="444259"/>
                  </a:moveTo>
                  <a:lnTo>
                    <a:pt x="358820" y="420165"/>
                  </a:lnTo>
                  <a:lnTo>
                    <a:pt x="335041" y="392722"/>
                  </a:lnTo>
                  <a:close/>
                  <a:moveTo>
                    <a:pt x="737114" y="272253"/>
                  </a:moveTo>
                  <a:lnTo>
                    <a:pt x="770066" y="248159"/>
                  </a:lnTo>
                  <a:lnTo>
                    <a:pt x="722556" y="254664"/>
                  </a:lnTo>
                  <a:close/>
                  <a:moveTo>
                    <a:pt x="770066" y="248159"/>
                  </a:moveTo>
                  <a:lnTo>
                    <a:pt x="743568" y="198325"/>
                  </a:lnTo>
                  <a:lnTo>
                    <a:pt x="722556" y="254664"/>
                  </a:lnTo>
                  <a:close/>
                  <a:moveTo>
                    <a:pt x="742393" y="196622"/>
                  </a:moveTo>
                  <a:lnTo>
                    <a:pt x="722556" y="254664"/>
                  </a:lnTo>
                  <a:lnTo>
                    <a:pt x="743568" y="198325"/>
                  </a:lnTo>
                  <a:close/>
                  <a:moveTo>
                    <a:pt x="742393" y="196622"/>
                  </a:moveTo>
                  <a:lnTo>
                    <a:pt x="702060" y="220716"/>
                  </a:lnTo>
                  <a:lnTo>
                    <a:pt x="722556" y="254664"/>
                  </a:lnTo>
                  <a:close/>
                  <a:moveTo>
                    <a:pt x="742324" y="193675"/>
                  </a:moveTo>
                  <a:lnTo>
                    <a:pt x="702060" y="220716"/>
                  </a:lnTo>
                  <a:lnTo>
                    <a:pt x="742393" y="196622"/>
                  </a:lnTo>
                  <a:close/>
                  <a:moveTo>
                    <a:pt x="742393" y="196622"/>
                  </a:moveTo>
                  <a:lnTo>
                    <a:pt x="743568" y="198325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2393" y="196622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3720" y="196128"/>
                  </a:lnTo>
                  <a:lnTo>
                    <a:pt x="745119" y="145086"/>
                  </a:lnTo>
                  <a:close/>
                  <a:moveTo>
                    <a:pt x="745119" y="145086"/>
                  </a:moveTo>
                  <a:lnTo>
                    <a:pt x="743720" y="196128"/>
                  </a:lnTo>
                  <a:lnTo>
                    <a:pt x="812440" y="172528"/>
                  </a:lnTo>
                  <a:close/>
                  <a:moveTo>
                    <a:pt x="745119" y="145086"/>
                  </a:moveTo>
                  <a:lnTo>
                    <a:pt x="812440" y="172528"/>
                  </a:lnTo>
                  <a:lnTo>
                    <a:pt x="796597" y="120991"/>
                  </a:lnTo>
                  <a:close/>
                  <a:moveTo>
                    <a:pt x="710638" y="34795"/>
                  </a:moveTo>
                  <a:lnTo>
                    <a:pt x="753930" y="17918"/>
                  </a:lnTo>
                  <a:lnTo>
                    <a:pt x="726604" y="0"/>
                  </a:lnTo>
                  <a:close/>
                  <a:moveTo>
                    <a:pt x="710638" y="34795"/>
                  </a:moveTo>
                  <a:lnTo>
                    <a:pt x="734687" y="30224"/>
                  </a:lnTo>
                  <a:lnTo>
                    <a:pt x="753930" y="17918"/>
                  </a:lnTo>
                  <a:close/>
                  <a:moveTo>
                    <a:pt x="1013805" y="105292"/>
                  </a:moveTo>
                  <a:lnTo>
                    <a:pt x="956783" y="148434"/>
                  </a:lnTo>
                  <a:lnTo>
                    <a:pt x="998142" y="124340"/>
                  </a:lnTo>
                  <a:close/>
                  <a:moveTo>
                    <a:pt x="1152081" y="138029"/>
                  </a:moveTo>
                  <a:lnTo>
                    <a:pt x="1117944" y="100246"/>
                  </a:lnTo>
                  <a:lnTo>
                    <a:pt x="1139364" y="165112"/>
                  </a:lnTo>
                  <a:close/>
                  <a:moveTo>
                    <a:pt x="1139364" y="165112"/>
                  </a:moveTo>
                  <a:lnTo>
                    <a:pt x="1117944" y="100246"/>
                  </a:lnTo>
                  <a:lnTo>
                    <a:pt x="1085274" y="108362"/>
                  </a:lnTo>
                  <a:close/>
                  <a:moveTo>
                    <a:pt x="1032370" y="113389"/>
                  </a:moveTo>
                  <a:lnTo>
                    <a:pt x="1057283" y="93171"/>
                  </a:lnTo>
                  <a:lnTo>
                    <a:pt x="1013805" y="105292"/>
                  </a:lnTo>
                  <a:close/>
                  <a:moveTo>
                    <a:pt x="1032370" y="113389"/>
                  </a:moveTo>
                  <a:lnTo>
                    <a:pt x="1085274" y="108362"/>
                  </a:lnTo>
                  <a:lnTo>
                    <a:pt x="1057283" y="93171"/>
                  </a:lnTo>
                  <a:close/>
                  <a:moveTo>
                    <a:pt x="1128868" y="51239"/>
                  </a:moveTo>
                  <a:lnTo>
                    <a:pt x="1057283" y="93171"/>
                  </a:lnTo>
                  <a:lnTo>
                    <a:pt x="1117944" y="100246"/>
                  </a:lnTo>
                  <a:close/>
                  <a:moveTo>
                    <a:pt x="1117944" y="100246"/>
                  </a:moveTo>
                  <a:lnTo>
                    <a:pt x="1057283" y="93171"/>
                  </a:lnTo>
                  <a:lnTo>
                    <a:pt x="1085274" y="108362"/>
                  </a:lnTo>
                  <a:close/>
                  <a:moveTo>
                    <a:pt x="1117944" y="100246"/>
                  </a:moveTo>
                  <a:lnTo>
                    <a:pt x="1152081" y="138029"/>
                  </a:lnTo>
                  <a:lnTo>
                    <a:pt x="1169569" y="77813"/>
                  </a:lnTo>
                  <a:close/>
                  <a:moveTo>
                    <a:pt x="1128868" y="51239"/>
                  </a:moveTo>
                  <a:lnTo>
                    <a:pt x="1117944" y="100246"/>
                  </a:lnTo>
                  <a:lnTo>
                    <a:pt x="1169569" y="77813"/>
                  </a:lnTo>
                  <a:close/>
                  <a:moveTo>
                    <a:pt x="1213967" y="59832"/>
                  </a:moveTo>
                  <a:lnTo>
                    <a:pt x="1169569" y="77813"/>
                  </a:lnTo>
                  <a:lnTo>
                    <a:pt x="1175023" y="76152"/>
                  </a:lnTo>
                  <a:close/>
                  <a:moveTo>
                    <a:pt x="1128868" y="51239"/>
                  </a:moveTo>
                  <a:lnTo>
                    <a:pt x="1169569" y="77813"/>
                  </a:lnTo>
                  <a:lnTo>
                    <a:pt x="1213967" y="598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15" name="Output_density__4214">
              <a:extLst>
                <a:ext uri="{FF2B5EF4-FFF2-40B4-BE49-F238E27FC236}">
                  <a16:creationId xmlns:a16="http://schemas.microsoft.com/office/drawing/2014/main" id="{029CE28D-B8A8-A3D2-08D3-D305FD260E6C}"/>
                </a:ext>
              </a:extLst>
            </p:cNvPr>
            <p:cNvSpPr>
              <a:spLocks noGrp="1"/>
            </p:cNvSpPr>
            <p:nvPr/>
          </p:nvSpPr>
          <p:spPr>
            <a:xfrm>
              <a:off x="16194044" y="3828589"/>
              <a:ext cx="416691" cy="715233"/>
            </a:xfrm>
            <a:custGeom>
              <a:avLst/>
              <a:gdLst/>
              <a:ahLst/>
              <a:cxnLst/>
              <a:rect l="0" t="0" r="0" b="0"/>
              <a:pathLst>
                <a:path w="416691" h="715233">
                  <a:moveTo>
                    <a:pt x="29283" y="689819"/>
                  </a:moveTo>
                  <a:lnTo>
                    <a:pt x="0" y="715233"/>
                  </a:lnTo>
                  <a:lnTo>
                    <a:pt x="67483" y="657965"/>
                  </a:lnTo>
                  <a:close/>
                  <a:moveTo>
                    <a:pt x="416691" y="11013"/>
                  </a:moveTo>
                  <a:lnTo>
                    <a:pt x="410489" y="2647"/>
                  </a:lnTo>
                  <a:lnTo>
                    <a:pt x="415557" y="0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16" name="Output_density__4215">
              <a:extLst>
                <a:ext uri="{FF2B5EF4-FFF2-40B4-BE49-F238E27FC236}">
                  <a16:creationId xmlns:a16="http://schemas.microsoft.com/office/drawing/2014/main" id="{72013142-573B-1828-7EBF-85941288B939}"/>
                </a:ext>
              </a:extLst>
            </p:cNvPr>
            <p:cNvSpPr>
              <a:spLocks noGrp="1"/>
            </p:cNvSpPr>
            <p:nvPr/>
          </p:nvSpPr>
          <p:spPr>
            <a:xfrm>
              <a:off x="15330055" y="2617871"/>
              <a:ext cx="1538136" cy="1993564"/>
            </a:xfrm>
            <a:custGeom>
              <a:avLst/>
              <a:gdLst/>
              <a:ahLst/>
              <a:cxnLst/>
              <a:rect l="0" t="0" r="0" b="0"/>
              <a:pathLst>
                <a:path w="1538136" h="1993564">
                  <a:moveTo>
                    <a:pt x="212" y="1651106"/>
                  </a:moveTo>
                  <a:lnTo>
                    <a:pt x="0" y="1653317"/>
                  </a:lnTo>
                  <a:lnTo>
                    <a:pt x="6433" y="1664987"/>
                  </a:lnTo>
                  <a:close/>
                  <a:moveTo>
                    <a:pt x="764" y="1643795"/>
                  </a:moveTo>
                  <a:lnTo>
                    <a:pt x="0" y="1653317"/>
                  </a:lnTo>
                  <a:lnTo>
                    <a:pt x="212" y="1651106"/>
                  </a:lnTo>
                  <a:close/>
                  <a:moveTo>
                    <a:pt x="338722" y="1944310"/>
                  </a:moveTo>
                  <a:lnTo>
                    <a:pt x="383850" y="1987768"/>
                  </a:lnTo>
                  <a:lnTo>
                    <a:pt x="353417" y="1954020"/>
                  </a:lnTo>
                  <a:close/>
                  <a:moveTo>
                    <a:pt x="212" y="1651106"/>
                  </a:moveTo>
                  <a:lnTo>
                    <a:pt x="6433" y="1664987"/>
                  </a:lnTo>
                  <a:lnTo>
                    <a:pt x="22475" y="1678549"/>
                  </a:lnTo>
                  <a:close/>
                  <a:moveTo>
                    <a:pt x="335879" y="1936231"/>
                  </a:moveTo>
                  <a:lnTo>
                    <a:pt x="338722" y="1944310"/>
                  </a:lnTo>
                  <a:lnTo>
                    <a:pt x="353417" y="1954020"/>
                  </a:lnTo>
                  <a:close/>
                  <a:moveTo>
                    <a:pt x="479210" y="1939580"/>
                  </a:moveTo>
                  <a:lnTo>
                    <a:pt x="500835" y="1951223"/>
                  </a:lnTo>
                  <a:lnTo>
                    <a:pt x="442242" y="1898132"/>
                  </a:lnTo>
                  <a:close/>
                  <a:moveTo>
                    <a:pt x="442242" y="1898132"/>
                  </a:moveTo>
                  <a:lnTo>
                    <a:pt x="500835" y="1951223"/>
                  </a:lnTo>
                  <a:lnTo>
                    <a:pt x="470506" y="1912138"/>
                  </a:lnTo>
                  <a:close/>
                  <a:moveTo>
                    <a:pt x="378002" y="1733434"/>
                  </a:moveTo>
                  <a:lnTo>
                    <a:pt x="355916" y="1693563"/>
                  </a:lnTo>
                  <a:lnTo>
                    <a:pt x="335967" y="1753880"/>
                  </a:lnTo>
                  <a:close/>
                  <a:moveTo>
                    <a:pt x="306984" y="1685295"/>
                  </a:moveTo>
                  <a:lnTo>
                    <a:pt x="286310" y="1742897"/>
                  </a:lnTo>
                  <a:lnTo>
                    <a:pt x="355916" y="1693563"/>
                  </a:lnTo>
                  <a:close/>
                  <a:moveTo>
                    <a:pt x="161773" y="1491728"/>
                  </a:moveTo>
                  <a:lnTo>
                    <a:pt x="192040" y="1527287"/>
                  </a:lnTo>
                  <a:lnTo>
                    <a:pt x="198427" y="1543204"/>
                  </a:lnTo>
                  <a:close/>
                  <a:moveTo>
                    <a:pt x="483243" y="1760876"/>
                  </a:moveTo>
                  <a:lnTo>
                    <a:pt x="482389" y="1817074"/>
                  </a:lnTo>
                  <a:lnTo>
                    <a:pt x="510183" y="1786088"/>
                  </a:lnTo>
                  <a:close/>
                  <a:moveTo>
                    <a:pt x="471153" y="1709340"/>
                  </a:moveTo>
                  <a:lnTo>
                    <a:pt x="421791" y="1765183"/>
                  </a:lnTo>
                  <a:lnTo>
                    <a:pt x="439723" y="1784971"/>
                  </a:lnTo>
                  <a:close/>
                  <a:moveTo>
                    <a:pt x="299601" y="1681897"/>
                  </a:moveTo>
                  <a:lnTo>
                    <a:pt x="306984" y="1685295"/>
                  </a:lnTo>
                  <a:lnTo>
                    <a:pt x="308114" y="1680240"/>
                  </a:lnTo>
                  <a:close/>
                  <a:moveTo>
                    <a:pt x="404544" y="1677808"/>
                  </a:moveTo>
                  <a:lnTo>
                    <a:pt x="360532" y="1675608"/>
                  </a:lnTo>
                  <a:lnTo>
                    <a:pt x="426803" y="1722455"/>
                  </a:lnTo>
                  <a:close/>
                  <a:moveTo>
                    <a:pt x="262369" y="1630361"/>
                  </a:moveTo>
                  <a:lnTo>
                    <a:pt x="299601" y="1681897"/>
                  </a:lnTo>
                  <a:lnTo>
                    <a:pt x="308114" y="1680240"/>
                  </a:lnTo>
                  <a:close/>
                  <a:moveTo>
                    <a:pt x="360532" y="1675608"/>
                  </a:moveTo>
                  <a:lnTo>
                    <a:pt x="306984" y="1685295"/>
                  </a:lnTo>
                  <a:lnTo>
                    <a:pt x="355916" y="1693563"/>
                  </a:lnTo>
                  <a:close/>
                  <a:moveTo>
                    <a:pt x="360532" y="1675608"/>
                  </a:moveTo>
                  <a:lnTo>
                    <a:pt x="308114" y="1680240"/>
                  </a:lnTo>
                  <a:lnTo>
                    <a:pt x="306984" y="1685295"/>
                  </a:lnTo>
                  <a:close/>
                  <a:moveTo>
                    <a:pt x="360532" y="1675608"/>
                  </a:moveTo>
                  <a:lnTo>
                    <a:pt x="350540" y="1673463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60532" y="1675608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12595" y="1630361"/>
                  </a:lnTo>
                  <a:lnTo>
                    <a:pt x="288017" y="1614377"/>
                  </a:lnTo>
                  <a:close/>
                  <a:moveTo>
                    <a:pt x="251523" y="1527287"/>
                  </a:moveTo>
                  <a:lnTo>
                    <a:pt x="292568" y="1496495"/>
                  </a:lnTo>
                  <a:lnTo>
                    <a:pt x="218617" y="1464047"/>
                  </a:lnTo>
                  <a:close/>
                  <a:moveTo>
                    <a:pt x="218617" y="1464047"/>
                  </a:moveTo>
                  <a:lnTo>
                    <a:pt x="292568" y="1496495"/>
                  </a:lnTo>
                  <a:lnTo>
                    <a:pt x="267454" y="1462325"/>
                  </a:lnTo>
                  <a:close/>
                  <a:moveTo>
                    <a:pt x="251523" y="1527287"/>
                  </a:moveTo>
                  <a:lnTo>
                    <a:pt x="218617" y="1464047"/>
                  </a:lnTo>
                  <a:lnTo>
                    <a:pt x="211437" y="1502733"/>
                  </a:lnTo>
                  <a:close/>
                  <a:moveTo>
                    <a:pt x="292568" y="1496495"/>
                  </a:moveTo>
                  <a:lnTo>
                    <a:pt x="300231" y="1503193"/>
                  </a:lnTo>
                  <a:lnTo>
                    <a:pt x="267454" y="1462325"/>
                  </a:lnTo>
                  <a:close/>
                  <a:moveTo>
                    <a:pt x="267454" y="1462325"/>
                  </a:moveTo>
                  <a:lnTo>
                    <a:pt x="300231" y="1503193"/>
                  </a:lnTo>
                  <a:lnTo>
                    <a:pt x="326432" y="1515101"/>
                  </a:lnTo>
                  <a:close/>
                  <a:moveTo>
                    <a:pt x="218617" y="1464047"/>
                  </a:moveTo>
                  <a:lnTo>
                    <a:pt x="253173" y="1411191"/>
                  </a:lnTo>
                  <a:lnTo>
                    <a:pt x="214352" y="1404770"/>
                  </a:lnTo>
                  <a:close/>
                  <a:moveTo>
                    <a:pt x="557427" y="1812413"/>
                  </a:moveTo>
                  <a:lnTo>
                    <a:pt x="551349" y="1822651"/>
                  </a:lnTo>
                  <a:lnTo>
                    <a:pt x="565154" y="1816940"/>
                  </a:lnTo>
                  <a:close/>
                  <a:moveTo>
                    <a:pt x="669625" y="1952706"/>
                  </a:moveTo>
                  <a:lnTo>
                    <a:pt x="695807" y="1956078"/>
                  </a:lnTo>
                  <a:lnTo>
                    <a:pt x="647138" y="1948789"/>
                  </a:lnTo>
                  <a:close/>
                  <a:moveTo>
                    <a:pt x="669625" y="1952706"/>
                  </a:moveTo>
                  <a:lnTo>
                    <a:pt x="710369" y="1957564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22345" y="1915486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41134" y="1990647"/>
                  </a:lnTo>
                  <a:lnTo>
                    <a:pt x="788634" y="1993564"/>
                  </a:lnTo>
                  <a:close/>
                  <a:moveTo>
                    <a:pt x="690611" y="1848141"/>
                  </a:moveTo>
                  <a:lnTo>
                    <a:pt x="622190" y="1855514"/>
                  </a:lnTo>
                  <a:lnTo>
                    <a:pt x="635982" y="1863950"/>
                  </a:lnTo>
                  <a:close/>
                  <a:moveTo>
                    <a:pt x="557427" y="1812413"/>
                  </a:moveTo>
                  <a:lnTo>
                    <a:pt x="565154" y="1816940"/>
                  </a:lnTo>
                  <a:lnTo>
                    <a:pt x="567170" y="1809789"/>
                  </a:lnTo>
                  <a:close/>
                  <a:moveTo>
                    <a:pt x="567170" y="1809789"/>
                  </a:moveTo>
                  <a:lnTo>
                    <a:pt x="510183" y="1786088"/>
                  </a:lnTo>
                  <a:lnTo>
                    <a:pt x="557427" y="1812413"/>
                  </a:lnTo>
                  <a:close/>
                  <a:moveTo>
                    <a:pt x="635083" y="1792559"/>
                  </a:moveTo>
                  <a:lnTo>
                    <a:pt x="565154" y="1816940"/>
                  </a:lnTo>
                  <a:lnTo>
                    <a:pt x="622190" y="1855514"/>
                  </a:lnTo>
                  <a:close/>
                  <a:moveTo>
                    <a:pt x="503776" y="1697860"/>
                  </a:moveTo>
                  <a:lnTo>
                    <a:pt x="541595" y="1728857"/>
                  </a:lnTo>
                  <a:lnTo>
                    <a:pt x="512557" y="1709340"/>
                  </a:lnTo>
                  <a:close/>
                  <a:moveTo>
                    <a:pt x="564450" y="1749258"/>
                  </a:moveTo>
                  <a:lnTo>
                    <a:pt x="541595" y="1728857"/>
                  </a:lnTo>
                  <a:lnTo>
                    <a:pt x="503776" y="1697860"/>
                  </a:lnTo>
                  <a:close/>
                  <a:moveTo>
                    <a:pt x="503776" y="1697860"/>
                  </a:moveTo>
                  <a:lnTo>
                    <a:pt x="479521" y="1671449"/>
                  </a:lnTo>
                  <a:lnTo>
                    <a:pt x="471153" y="1709340"/>
                  </a:lnTo>
                  <a:close/>
                  <a:moveTo>
                    <a:pt x="344687" y="1437518"/>
                  </a:moveTo>
                  <a:lnTo>
                    <a:pt x="300231" y="1503193"/>
                  </a:lnTo>
                  <a:lnTo>
                    <a:pt x="323726" y="1478089"/>
                  </a:lnTo>
                  <a:close/>
                  <a:moveTo>
                    <a:pt x="323726" y="1478089"/>
                  </a:moveTo>
                  <a:lnTo>
                    <a:pt x="342923" y="1427563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27456" y="1388784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03910" y="1376026"/>
                  </a:lnTo>
                  <a:lnTo>
                    <a:pt x="327456" y="1388784"/>
                  </a:lnTo>
                  <a:close/>
                  <a:moveTo>
                    <a:pt x="771514" y="1891392"/>
                  </a:moveTo>
                  <a:lnTo>
                    <a:pt x="828758" y="1937280"/>
                  </a:lnTo>
                  <a:lnTo>
                    <a:pt x="834416" y="1869937"/>
                  </a:lnTo>
                  <a:close/>
                  <a:moveTo>
                    <a:pt x="834416" y="1869937"/>
                  </a:moveTo>
                  <a:lnTo>
                    <a:pt x="893272" y="1900536"/>
                  </a:lnTo>
                  <a:lnTo>
                    <a:pt x="849827" y="1867298"/>
                  </a:lnTo>
                  <a:close/>
                  <a:moveTo>
                    <a:pt x="600980" y="1685246"/>
                  </a:moveTo>
                  <a:lnTo>
                    <a:pt x="617623" y="1703539"/>
                  </a:lnTo>
                  <a:lnTo>
                    <a:pt x="617546" y="1681331"/>
                  </a:lnTo>
                  <a:close/>
                  <a:moveTo>
                    <a:pt x="617546" y="1681331"/>
                  </a:moveTo>
                  <a:lnTo>
                    <a:pt x="558948" y="1658837"/>
                  </a:lnTo>
                  <a:lnTo>
                    <a:pt x="600980" y="1685246"/>
                  </a:lnTo>
                  <a:close/>
                  <a:moveTo>
                    <a:pt x="566794" y="1621866"/>
                  </a:moveTo>
                  <a:lnTo>
                    <a:pt x="558948" y="1658837"/>
                  </a:lnTo>
                  <a:lnTo>
                    <a:pt x="617546" y="1681331"/>
                  </a:lnTo>
                  <a:close/>
                  <a:moveTo>
                    <a:pt x="609513" y="1625119"/>
                  </a:moveTo>
                  <a:lnTo>
                    <a:pt x="566794" y="1621866"/>
                  </a:lnTo>
                  <a:lnTo>
                    <a:pt x="617546" y="1681331"/>
                  </a:lnTo>
                  <a:close/>
                  <a:moveTo>
                    <a:pt x="368538" y="1418127"/>
                  </a:moveTo>
                  <a:lnTo>
                    <a:pt x="342923" y="1427563"/>
                  </a:lnTo>
                  <a:lnTo>
                    <a:pt x="323726" y="1478089"/>
                  </a:lnTo>
                  <a:close/>
                  <a:moveTo>
                    <a:pt x="303910" y="1376026"/>
                  </a:moveTo>
                  <a:lnTo>
                    <a:pt x="307084" y="1367363"/>
                  </a:lnTo>
                  <a:lnTo>
                    <a:pt x="307173" y="1304547"/>
                  </a:lnTo>
                  <a:close/>
                  <a:moveTo>
                    <a:pt x="905217" y="1843204"/>
                  </a:moveTo>
                  <a:lnTo>
                    <a:pt x="849827" y="1867298"/>
                  </a:lnTo>
                  <a:lnTo>
                    <a:pt x="893272" y="1900536"/>
                  </a:lnTo>
                  <a:close/>
                  <a:moveTo>
                    <a:pt x="323185" y="1248859"/>
                  </a:moveTo>
                  <a:lnTo>
                    <a:pt x="311575" y="1297759"/>
                  </a:lnTo>
                  <a:lnTo>
                    <a:pt x="309840" y="1239637"/>
                  </a:lnTo>
                  <a:close/>
                  <a:moveTo>
                    <a:pt x="974192" y="1832267"/>
                  </a:moveTo>
                  <a:lnTo>
                    <a:pt x="936036" y="1767574"/>
                  </a:lnTo>
                  <a:lnTo>
                    <a:pt x="920894" y="1774872"/>
                  </a:lnTo>
                  <a:close/>
                  <a:moveTo>
                    <a:pt x="920894" y="1774872"/>
                  </a:moveTo>
                  <a:lnTo>
                    <a:pt x="933432" y="1780890"/>
                  </a:lnTo>
                  <a:lnTo>
                    <a:pt x="974192" y="1832267"/>
                  </a:lnTo>
                  <a:close/>
                  <a:moveTo>
                    <a:pt x="891928" y="1664501"/>
                  </a:moveTo>
                  <a:lnTo>
                    <a:pt x="849240" y="1640785"/>
                  </a:lnTo>
                  <a:lnTo>
                    <a:pt x="815183" y="1648350"/>
                  </a:lnTo>
                  <a:close/>
                  <a:moveTo>
                    <a:pt x="821425" y="1612964"/>
                  </a:moveTo>
                  <a:lnTo>
                    <a:pt x="815183" y="1648350"/>
                  </a:lnTo>
                  <a:lnTo>
                    <a:pt x="849240" y="1640785"/>
                  </a:lnTo>
                  <a:close/>
                  <a:moveTo>
                    <a:pt x="758474" y="1561428"/>
                  </a:moveTo>
                  <a:lnTo>
                    <a:pt x="757667" y="1607985"/>
                  </a:lnTo>
                  <a:lnTo>
                    <a:pt x="788326" y="1587715"/>
                  </a:lnTo>
                  <a:close/>
                  <a:moveTo>
                    <a:pt x="758474" y="1561428"/>
                  </a:moveTo>
                  <a:lnTo>
                    <a:pt x="732346" y="1585521"/>
                  </a:lnTo>
                  <a:lnTo>
                    <a:pt x="757667" y="1607985"/>
                  </a:lnTo>
                  <a:close/>
                  <a:moveTo>
                    <a:pt x="721820" y="1513738"/>
                  </a:moveTo>
                  <a:lnTo>
                    <a:pt x="717305" y="1512726"/>
                  </a:lnTo>
                  <a:lnTo>
                    <a:pt x="758474" y="1561428"/>
                  </a:lnTo>
                  <a:close/>
                  <a:moveTo>
                    <a:pt x="758474" y="1561428"/>
                  </a:moveTo>
                  <a:lnTo>
                    <a:pt x="717305" y="1512726"/>
                  </a:lnTo>
                  <a:lnTo>
                    <a:pt x="718690" y="1533985"/>
                  </a:lnTo>
                  <a:close/>
                  <a:moveTo>
                    <a:pt x="758474" y="1561428"/>
                  </a:moveTo>
                  <a:lnTo>
                    <a:pt x="718690" y="1533985"/>
                  </a:lnTo>
                  <a:lnTo>
                    <a:pt x="732346" y="1585521"/>
                  </a:lnTo>
                  <a:close/>
                  <a:moveTo>
                    <a:pt x="716959" y="1509891"/>
                  </a:moveTo>
                  <a:lnTo>
                    <a:pt x="681944" y="1499546"/>
                  </a:lnTo>
                  <a:lnTo>
                    <a:pt x="717305" y="1512726"/>
                  </a:lnTo>
                  <a:close/>
                  <a:moveTo>
                    <a:pt x="652817" y="1482448"/>
                  </a:moveTo>
                  <a:lnTo>
                    <a:pt x="681944" y="1499546"/>
                  </a:lnTo>
                  <a:lnTo>
                    <a:pt x="716959" y="1509891"/>
                  </a:lnTo>
                  <a:close/>
                  <a:moveTo>
                    <a:pt x="716959" y="1509891"/>
                  </a:moveTo>
                  <a:lnTo>
                    <a:pt x="717305" y="1512726"/>
                  </a:lnTo>
                  <a:lnTo>
                    <a:pt x="721820" y="1513738"/>
                  </a:lnTo>
                  <a:close/>
                  <a:moveTo>
                    <a:pt x="909148" y="1596192"/>
                  </a:moveTo>
                  <a:lnTo>
                    <a:pt x="860709" y="1597591"/>
                  </a:lnTo>
                  <a:lnTo>
                    <a:pt x="917447" y="1652189"/>
                  </a:lnTo>
                  <a:close/>
                  <a:moveTo>
                    <a:pt x="917447" y="1652189"/>
                  </a:moveTo>
                  <a:lnTo>
                    <a:pt x="947329" y="1603134"/>
                  </a:lnTo>
                  <a:lnTo>
                    <a:pt x="909148" y="1596192"/>
                  </a:lnTo>
                  <a:close/>
                  <a:moveTo>
                    <a:pt x="821425" y="1612964"/>
                  </a:moveTo>
                  <a:lnTo>
                    <a:pt x="849240" y="1640785"/>
                  </a:lnTo>
                  <a:lnTo>
                    <a:pt x="860709" y="1597591"/>
                  </a:lnTo>
                  <a:close/>
                  <a:moveTo>
                    <a:pt x="860709" y="1597591"/>
                  </a:moveTo>
                  <a:lnTo>
                    <a:pt x="788326" y="1587715"/>
                  </a:lnTo>
                  <a:lnTo>
                    <a:pt x="821425" y="1612964"/>
                  </a:lnTo>
                  <a:close/>
                  <a:moveTo>
                    <a:pt x="806483" y="1540950"/>
                  </a:moveTo>
                  <a:lnTo>
                    <a:pt x="788326" y="1587715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893447" y="1537334"/>
                  </a:lnTo>
                  <a:lnTo>
                    <a:pt x="909148" y="1596192"/>
                  </a:lnTo>
                  <a:close/>
                  <a:moveTo>
                    <a:pt x="909148" y="1596192"/>
                  </a:moveTo>
                  <a:lnTo>
                    <a:pt x="893447" y="1537334"/>
                  </a:lnTo>
                  <a:lnTo>
                    <a:pt x="848464" y="1544803"/>
                  </a:lnTo>
                  <a:close/>
                  <a:moveTo>
                    <a:pt x="909148" y="1596192"/>
                  </a:moveTo>
                  <a:lnTo>
                    <a:pt x="848464" y="1544803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909148" y="1596192"/>
                  </a:lnTo>
                  <a:lnTo>
                    <a:pt x="920766" y="1537334"/>
                  </a:lnTo>
                  <a:close/>
                  <a:moveTo>
                    <a:pt x="832445" y="1495083"/>
                  </a:moveTo>
                  <a:lnTo>
                    <a:pt x="806483" y="1540950"/>
                  </a:lnTo>
                  <a:lnTo>
                    <a:pt x="848464" y="1544803"/>
                  </a:lnTo>
                  <a:close/>
                  <a:moveTo>
                    <a:pt x="902576" y="1530622"/>
                  </a:moveTo>
                  <a:lnTo>
                    <a:pt x="845106" y="1509891"/>
                  </a:lnTo>
                  <a:lnTo>
                    <a:pt x="848464" y="1544803"/>
                  </a:lnTo>
                  <a:close/>
                  <a:moveTo>
                    <a:pt x="716959" y="1509891"/>
                  </a:moveTo>
                  <a:lnTo>
                    <a:pt x="721820" y="1513738"/>
                  </a:lnTo>
                  <a:lnTo>
                    <a:pt x="728894" y="1503304"/>
                  </a:lnTo>
                  <a:close/>
                  <a:moveTo>
                    <a:pt x="568353" y="1154402"/>
                  </a:moveTo>
                  <a:lnTo>
                    <a:pt x="534919" y="1125041"/>
                  </a:lnTo>
                  <a:lnTo>
                    <a:pt x="565904" y="1183390"/>
                  </a:lnTo>
                  <a:close/>
                  <a:moveTo>
                    <a:pt x="756550" y="1334009"/>
                  </a:moveTo>
                  <a:lnTo>
                    <a:pt x="804766" y="1307093"/>
                  </a:lnTo>
                  <a:lnTo>
                    <a:pt x="758799" y="1328745"/>
                  </a:lnTo>
                  <a:close/>
                  <a:moveTo>
                    <a:pt x="750107" y="1309920"/>
                  </a:moveTo>
                  <a:lnTo>
                    <a:pt x="758799" y="1328745"/>
                  </a:lnTo>
                  <a:lnTo>
                    <a:pt x="804766" y="1307093"/>
                  </a:lnTo>
                  <a:close/>
                  <a:moveTo>
                    <a:pt x="696206" y="1216164"/>
                  </a:moveTo>
                  <a:lnTo>
                    <a:pt x="694172" y="1255557"/>
                  </a:lnTo>
                  <a:lnTo>
                    <a:pt x="694068" y="1204020"/>
                  </a:lnTo>
                  <a:close/>
                  <a:moveTo>
                    <a:pt x="709098" y="1268426"/>
                  </a:moveTo>
                  <a:lnTo>
                    <a:pt x="694172" y="1255557"/>
                  </a:lnTo>
                  <a:lnTo>
                    <a:pt x="696206" y="1216164"/>
                  </a:lnTo>
                  <a:close/>
                  <a:moveTo>
                    <a:pt x="534919" y="1125041"/>
                  </a:moveTo>
                  <a:lnTo>
                    <a:pt x="568353" y="1154402"/>
                  </a:lnTo>
                  <a:lnTo>
                    <a:pt x="573714" y="1114298"/>
                  </a:lnTo>
                  <a:close/>
                  <a:moveTo>
                    <a:pt x="573714" y="1114298"/>
                  </a:moveTo>
                  <a:lnTo>
                    <a:pt x="568353" y="1154402"/>
                  </a:lnTo>
                  <a:lnTo>
                    <a:pt x="584798" y="1125041"/>
                  </a:lnTo>
                  <a:close/>
                  <a:moveTo>
                    <a:pt x="573714" y="1114298"/>
                  </a:moveTo>
                  <a:lnTo>
                    <a:pt x="584798" y="1125041"/>
                  </a:lnTo>
                  <a:lnTo>
                    <a:pt x="551190" y="1090233"/>
                  </a:lnTo>
                  <a:close/>
                  <a:moveTo>
                    <a:pt x="1036784" y="1548150"/>
                  </a:moveTo>
                  <a:lnTo>
                    <a:pt x="1055543" y="1490398"/>
                  </a:lnTo>
                  <a:lnTo>
                    <a:pt x="1003958" y="1513240"/>
                  </a:lnTo>
                  <a:close/>
                  <a:moveTo>
                    <a:pt x="1055543" y="1490398"/>
                  </a:moveTo>
                  <a:lnTo>
                    <a:pt x="1114454" y="1528970"/>
                  </a:lnTo>
                  <a:lnTo>
                    <a:pt x="1066368" y="1489146"/>
                  </a:lnTo>
                  <a:close/>
                  <a:moveTo>
                    <a:pt x="976886" y="1386072"/>
                  </a:moveTo>
                  <a:lnTo>
                    <a:pt x="941549" y="1410166"/>
                  </a:lnTo>
                  <a:lnTo>
                    <a:pt x="958909" y="1431668"/>
                  </a:lnTo>
                  <a:close/>
                  <a:moveTo>
                    <a:pt x="938911" y="1358630"/>
                  </a:moveTo>
                  <a:lnTo>
                    <a:pt x="976886" y="1386072"/>
                  </a:lnTo>
                  <a:lnTo>
                    <a:pt x="940106" y="1334536"/>
                  </a:lnTo>
                  <a:close/>
                  <a:moveTo>
                    <a:pt x="903637" y="1307093"/>
                  </a:moveTo>
                  <a:lnTo>
                    <a:pt x="940106" y="1334536"/>
                  </a:lnTo>
                  <a:lnTo>
                    <a:pt x="909747" y="1282999"/>
                  </a:lnTo>
                  <a:close/>
                  <a:moveTo>
                    <a:pt x="1224376" y="1590599"/>
                  </a:moveTo>
                  <a:lnTo>
                    <a:pt x="1178913" y="1591550"/>
                  </a:lnTo>
                  <a:lnTo>
                    <a:pt x="1206594" y="1516588"/>
                  </a:lnTo>
                  <a:close/>
                  <a:moveTo>
                    <a:pt x="940106" y="1334536"/>
                  </a:moveTo>
                  <a:lnTo>
                    <a:pt x="989284" y="1380797"/>
                  </a:lnTo>
                  <a:lnTo>
                    <a:pt x="988564" y="1318640"/>
                  </a:lnTo>
                  <a:close/>
                  <a:moveTo>
                    <a:pt x="970382" y="1258905"/>
                  </a:moveTo>
                  <a:lnTo>
                    <a:pt x="988564" y="1318640"/>
                  </a:lnTo>
                  <a:lnTo>
                    <a:pt x="992560" y="1287683"/>
                  </a:lnTo>
                  <a:close/>
                  <a:moveTo>
                    <a:pt x="940106" y="1334536"/>
                  </a:moveTo>
                  <a:lnTo>
                    <a:pt x="988564" y="1318640"/>
                  </a:lnTo>
                  <a:lnTo>
                    <a:pt x="970382" y="1258905"/>
                  </a:lnTo>
                  <a:close/>
                  <a:moveTo>
                    <a:pt x="913875" y="1168171"/>
                  </a:moveTo>
                  <a:lnTo>
                    <a:pt x="888335" y="1173913"/>
                  </a:lnTo>
                  <a:lnTo>
                    <a:pt x="950399" y="1207369"/>
                  </a:lnTo>
                  <a:close/>
                  <a:moveTo>
                    <a:pt x="875193" y="1104296"/>
                  </a:moveTo>
                  <a:lnTo>
                    <a:pt x="853703" y="1128390"/>
                  </a:lnTo>
                  <a:lnTo>
                    <a:pt x="897184" y="1155832"/>
                  </a:lnTo>
                  <a:close/>
                  <a:moveTo>
                    <a:pt x="897184" y="1155832"/>
                  </a:moveTo>
                  <a:lnTo>
                    <a:pt x="888335" y="1173913"/>
                  </a:lnTo>
                  <a:lnTo>
                    <a:pt x="913875" y="1168171"/>
                  </a:lnTo>
                  <a:close/>
                  <a:moveTo>
                    <a:pt x="1280379" y="1544031"/>
                  </a:moveTo>
                  <a:lnTo>
                    <a:pt x="1206594" y="1516588"/>
                  </a:lnTo>
                  <a:lnTo>
                    <a:pt x="1244911" y="1568125"/>
                  </a:lnTo>
                  <a:close/>
                  <a:moveTo>
                    <a:pt x="970382" y="1258905"/>
                  </a:moveTo>
                  <a:lnTo>
                    <a:pt x="992560" y="1287683"/>
                  </a:lnTo>
                  <a:lnTo>
                    <a:pt x="1007807" y="1240253"/>
                  </a:lnTo>
                  <a:close/>
                  <a:moveTo>
                    <a:pt x="1007807" y="1240253"/>
                  </a:moveTo>
                  <a:lnTo>
                    <a:pt x="992560" y="1287683"/>
                  </a:lnTo>
                  <a:lnTo>
                    <a:pt x="1013333" y="1258905"/>
                  </a:lnTo>
                  <a:close/>
                  <a:moveTo>
                    <a:pt x="1007807" y="1240253"/>
                  </a:moveTo>
                  <a:lnTo>
                    <a:pt x="1013333" y="1258905"/>
                  </a:lnTo>
                  <a:lnTo>
                    <a:pt x="1019439" y="1206035"/>
                  </a:lnTo>
                  <a:close/>
                  <a:moveTo>
                    <a:pt x="983335" y="1197405"/>
                  </a:moveTo>
                  <a:lnTo>
                    <a:pt x="1007807" y="1240253"/>
                  </a:lnTo>
                  <a:lnTo>
                    <a:pt x="1019439" y="1206035"/>
                  </a:lnTo>
                  <a:close/>
                  <a:moveTo>
                    <a:pt x="921982" y="1080202"/>
                  </a:moveTo>
                  <a:lnTo>
                    <a:pt x="916210" y="1151251"/>
                  </a:lnTo>
                  <a:lnTo>
                    <a:pt x="927909" y="1085741"/>
                  </a:lnTo>
                  <a:close/>
                  <a:moveTo>
                    <a:pt x="897184" y="1155832"/>
                  </a:moveTo>
                  <a:lnTo>
                    <a:pt x="916210" y="1151251"/>
                  </a:lnTo>
                  <a:lnTo>
                    <a:pt x="921982" y="1080202"/>
                  </a:lnTo>
                  <a:close/>
                  <a:moveTo>
                    <a:pt x="955255" y="1080202"/>
                  </a:moveTo>
                  <a:lnTo>
                    <a:pt x="927909" y="1085741"/>
                  </a:lnTo>
                  <a:lnTo>
                    <a:pt x="971834" y="1081269"/>
                  </a:lnTo>
                  <a:close/>
                  <a:moveTo>
                    <a:pt x="971834" y="1081269"/>
                  </a:moveTo>
                  <a:lnTo>
                    <a:pt x="927909" y="1085741"/>
                  </a:lnTo>
                  <a:lnTo>
                    <a:pt x="916210" y="1151251"/>
                  </a:lnTo>
                  <a:close/>
                  <a:moveTo>
                    <a:pt x="971834" y="1081269"/>
                  </a:moveTo>
                  <a:lnTo>
                    <a:pt x="916210" y="1151251"/>
                  </a:lnTo>
                  <a:lnTo>
                    <a:pt x="978177" y="1138856"/>
                  </a:lnTo>
                  <a:close/>
                  <a:moveTo>
                    <a:pt x="983252" y="1080202"/>
                  </a:moveTo>
                  <a:lnTo>
                    <a:pt x="971834" y="1081269"/>
                  </a:lnTo>
                  <a:lnTo>
                    <a:pt x="978177" y="1138856"/>
                  </a:lnTo>
                  <a:close/>
                  <a:moveTo>
                    <a:pt x="972276" y="1076945"/>
                  </a:moveTo>
                  <a:lnTo>
                    <a:pt x="971834" y="1081269"/>
                  </a:lnTo>
                  <a:lnTo>
                    <a:pt x="983252" y="1080202"/>
                  </a:lnTo>
                  <a:close/>
                  <a:moveTo>
                    <a:pt x="955255" y="1080202"/>
                  </a:moveTo>
                  <a:lnTo>
                    <a:pt x="971834" y="1081269"/>
                  </a:lnTo>
                  <a:lnTo>
                    <a:pt x="972276" y="1076945"/>
                  </a:lnTo>
                  <a:close/>
                  <a:moveTo>
                    <a:pt x="1371731" y="1573500"/>
                  </a:moveTo>
                  <a:lnTo>
                    <a:pt x="1412595" y="1540261"/>
                  </a:lnTo>
                  <a:lnTo>
                    <a:pt x="1398083" y="1527316"/>
                  </a:lnTo>
                  <a:close/>
                  <a:moveTo>
                    <a:pt x="1371731" y="1573500"/>
                  </a:moveTo>
                  <a:lnTo>
                    <a:pt x="1398083" y="1527316"/>
                  </a:lnTo>
                  <a:lnTo>
                    <a:pt x="1355836" y="1523680"/>
                  </a:lnTo>
                  <a:close/>
                  <a:moveTo>
                    <a:pt x="1294525" y="1535542"/>
                  </a:moveTo>
                  <a:lnTo>
                    <a:pt x="1355836" y="1523680"/>
                  </a:lnTo>
                  <a:lnTo>
                    <a:pt x="1337590" y="1475770"/>
                  </a:lnTo>
                  <a:close/>
                  <a:moveTo>
                    <a:pt x="1355836" y="1523680"/>
                  </a:moveTo>
                  <a:lnTo>
                    <a:pt x="1398083" y="1527316"/>
                  </a:lnTo>
                  <a:lnTo>
                    <a:pt x="1375909" y="1482600"/>
                  </a:lnTo>
                  <a:close/>
                  <a:moveTo>
                    <a:pt x="1355836" y="1523680"/>
                  </a:moveTo>
                  <a:lnTo>
                    <a:pt x="1375909" y="1482600"/>
                  </a:lnTo>
                  <a:lnTo>
                    <a:pt x="1337590" y="1475770"/>
                  </a:lnTo>
                  <a:close/>
                  <a:moveTo>
                    <a:pt x="1079551" y="1107644"/>
                  </a:moveTo>
                  <a:lnTo>
                    <a:pt x="1037554" y="1146332"/>
                  </a:lnTo>
                  <a:lnTo>
                    <a:pt x="1088988" y="1183275"/>
                  </a:lnTo>
                  <a:close/>
                  <a:moveTo>
                    <a:pt x="1079551" y="1107644"/>
                  </a:moveTo>
                  <a:lnTo>
                    <a:pt x="1088988" y="1183275"/>
                  </a:lnTo>
                  <a:lnTo>
                    <a:pt x="1089842" y="1159181"/>
                  </a:lnTo>
                  <a:close/>
                  <a:moveTo>
                    <a:pt x="921982" y="1080202"/>
                  </a:moveTo>
                  <a:lnTo>
                    <a:pt x="927909" y="1085741"/>
                  </a:lnTo>
                  <a:lnTo>
                    <a:pt x="930781" y="1076663"/>
                  </a:lnTo>
                  <a:close/>
                  <a:moveTo>
                    <a:pt x="930781" y="1076663"/>
                  </a:moveTo>
                  <a:lnTo>
                    <a:pt x="927909" y="1085741"/>
                  </a:lnTo>
                  <a:lnTo>
                    <a:pt x="955255" y="1080202"/>
                  </a:lnTo>
                  <a:close/>
                  <a:moveTo>
                    <a:pt x="976950" y="1014367"/>
                  </a:moveTo>
                  <a:lnTo>
                    <a:pt x="955255" y="1080202"/>
                  </a:lnTo>
                  <a:lnTo>
                    <a:pt x="972276" y="1076945"/>
                  </a:lnTo>
                  <a:close/>
                  <a:moveTo>
                    <a:pt x="930781" y="1076663"/>
                  </a:moveTo>
                  <a:lnTo>
                    <a:pt x="955255" y="1080202"/>
                  </a:lnTo>
                  <a:lnTo>
                    <a:pt x="976950" y="1014367"/>
                  </a:lnTo>
                  <a:close/>
                  <a:moveTo>
                    <a:pt x="1013020" y="1004571"/>
                  </a:moveTo>
                  <a:lnTo>
                    <a:pt x="972276" y="1076945"/>
                  </a:lnTo>
                  <a:lnTo>
                    <a:pt x="983252" y="1080202"/>
                  </a:lnTo>
                  <a:close/>
                  <a:moveTo>
                    <a:pt x="816147" y="707657"/>
                  </a:moveTo>
                  <a:lnTo>
                    <a:pt x="766707" y="757630"/>
                  </a:lnTo>
                  <a:lnTo>
                    <a:pt x="775668" y="730992"/>
                  </a:lnTo>
                  <a:close/>
                  <a:moveTo>
                    <a:pt x="1495955" y="1444307"/>
                  </a:moveTo>
                  <a:lnTo>
                    <a:pt x="1520090" y="1504091"/>
                  </a:lnTo>
                  <a:lnTo>
                    <a:pt x="1525416" y="1477831"/>
                  </a:lnTo>
                  <a:close/>
                  <a:moveTo>
                    <a:pt x="1495955" y="1444307"/>
                  </a:moveTo>
                  <a:lnTo>
                    <a:pt x="1465231" y="1427484"/>
                  </a:lnTo>
                  <a:lnTo>
                    <a:pt x="1439508" y="1466209"/>
                  </a:lnTo>
                  <a:close/>
                  <a:moveTo>
                    <a:pt x="1079551" y="1107644"/>
                  </a:moveTo>
                  <a:lnTo>
                    <a:pt x="1141249" y="1089551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067155" y="1041757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132419" y="1089424"/>
                  </a:lnTo>
                  <a:lnTo>
                    <a:pt x="1153160" y="1047801"/>
                  </a:lnTo>
                  <a:close/>
                  <a:moveTo>
                    <a:pt x="1061769" y="980477"/>
                  </a:moveTo>
                  <a:lnTo>
                    <a:pt x="1067155" y="1041757"/>
                  </a:lnTo>
                  <a:lnTo>
                    <a:pt x="1066721" y="985583"/>
                  </a:lnTo>
                  <a:close/>
                  <a:moveTo>
                    <a:pt x="1067155" y="1041757"/>
                  </a:moveTo>
                  <a:lnTo>
                    <a:pt x="1120471" y="1036395"/>
                  </a:lnTo>
                  <a:lnTo>
                    <a:pt x="1066721" y="985583"/>
                  </a:lnTo>
                  <a:close/>
                  <a:moveTo>
                    <a:pt x="1013020" y="1004571"/>
                  </a:moveTo>
                  <a:lnTo>
                    <a:pt x="1061769" y="980477"/>
                  </a:lnTo>
                  <a:lnTo>
                    <a:pt x="978585" y="965631"/>
                  </a:lnTo>
                  <a:close/>
                  <a:moveTo>
                    <a:pt x="1061769" y="980477"/>
                  </a:moveTo>
                  <a:lnTo>
                    <a:pt x="1006583" y="935413"/>
                  </a:lnTo>
                  <a:lnTo>
                    <a:pt x="978585" y="965631"/>
                  </a:lnTo>
                  <a:close/>
                  <a:moveTo>
                    <a:pt x="237623" y="5509"/>
                  </a:moveTo>
                  <a:lnTo>
                    <a:pt x="253118" y="0"/>
                  </a:lnTo>
                  <a:lnTo>
                    <a:pt x="208637" y="8369"/>
                  </a:lnTo>
                  <a:close/>
                  <a:moveTo>
                    <a:pt x="237623" y="5509"/>
                  </a:moveTo>
                  <a:lnTo>
                    <a:pt x="267846" y="18920"/>
                  </a:lnTo>
                  <a:lnTo>
                    <a:pt x="253118" y="0"/>
                  </a:lnTo>
                  <a:close/>
                  <a:moveTo>
                    <a:pt x="1525416" y="1477831"/>
                  </a:moveTo>
                  <a:lnTo>
                    <a:pt x="1538136" y="1426676"/>
                  </a:lnTo>
                  <a:lnTo>
                    <a:pt x="1495955" y="1444307"/>
                  </a:lnTo>
                  <a:close/>
                  <a:moveTo>
                    <a:pt x="1495955" y="1444307"/>
                  </a:moveTo>
                  <a:lnTo>
                    <a:pt x="1538136" y="1426676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38136" y="1426676"/>
                  </a:lnTo>
                  <a:lnTo>
                    <a:pt x="1522483" y="1376659"/>
                  </a:lnTo>
                  <a:close/>
                  <a:moveTo>
                    <a:pt x="1495955" y="1444307"/>
                  </a:moveTo>
                  <a:lnTo>
                    <a:pt x="1477390" y="1375336"/>
                  </a:lnTo>
                  <a:lnTo>
                    <a:pt x="1465231" y="1427484"/>
                  </a:lnTo>
                  <a:close/>
                  <a:moveTo>
                    <a:pt x="1461076" y="1368676"/>
                  </a:moveTo>
                  <a:lnTo>
                    <a:pt x="1465231" y="1427484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22483" y="1376659"/>
                  </a:lnTo>
                  <a:lnTo>
                    <a:pt x="1445429" y="1338578"/>
                  </a:lnTo>
                  <a:close/>
                  <a:moveTo>
                    <a:pt x="1416382" y="1324211"/>
                  </a:moveTo>
                  <a:lnTo>
                    <a:pt x="1461076" y="1368676"/>
                  </a:lnTo>
                  <a:lnTo>
                    <a:pt x="1477390" y="1375336"/>
                  </a:lnTo>
                  <a:close/>
                  <a:moveTo>
                    <a:pt x="1209992" y="1083551"/>
                  </a:moveTo>
                  <a:lnTo>
                    <a:pt x="1239607" y="1107946"/>
                  </a:lnTo>
                  <a:lnTo>
                    <a:pt x="1266556" y="1073802"/>
                  </a:lnTo>
                  <a:close/>
                  <a:moveTo>
                    <a:pt x="1209992" y="1083551"/>
                  </a:moveTo>
                  <a:lnTo>
                    <a:pt x="1266556" y="1073802"/>
                  </a:lnTo>
                  <a:lnTo>
                    <a:pt x="1242233" y="1059457"/>
                  </a:lnTo>
                  <a:close/>
                  <a:moveTo>
                    <a:pt x="1066420" y="979612"/>
                  </a:moveTo>
                  <a:lnTo>
                    <a:pt x="1061769" y="980477"/>
                  </a:lnTo>
                  <a:lnTo>
                    <a:pt x="1066721" y="985583"/>
                  </a:lnTo>
                  <a:close/>
                  <a:moveTo>
                    <a:pt x="1061769" y="980477"/>
                  </a:moveTo>
                  <a:lnTo>
                    <a:pt x="1066420" y="979612"/>
                  </a:lnTo>
                  <a:lnTo>
                    <a:pt x="1082806" y="910820"/>
                  </a:lnTo>
                  <a:close/>
                  <a:moveTo>
                    <a:pt x="1242233" y="1059457"/>
                  </a:moveTo>
                  <a:lnTo>
                    <a:pt x="1279062" y="1046170"/>
                  </a:lnTo>
                  <a:lnTo>
                    <a:pt x="1220093" y="1007920"/>
                  </a:lnTo>
                  <a:close/>
                  <a:moveTo>
                    <a:pt x="1131878" y="838892"/>
                  </a:moveTo>
                  <a:lnTo>
                    <a:pt x="1161779" y="852565"/>
                  </a:lnTo>
                  <a:lnTo>
                    <a:pt x="1166733" y="785795"/>
                  </a:lnTo>
                  <a:close/>
                  <a:moveTo>
                    <a:pt x="1348305" y="776887"/>
                  </a:moveTo>
                  <a:lnTo>
                    <a:pt x="1390916" y="832565"/>
                  </a:lnTo>
                  <a:lnTo>
                    <a:pt x="1358632" y="78102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7" name="Output_density__4216">
              <a:extLst>
                <a:ext uri="{FF2B5EF4-FFF2-40B4-BE49-F238E27FC236}">
                  <a16:creationId xmlns:a16="http://schemas.microsoft.com/office/drawing/2014/main" id="{8177785E-2260-021B-78AB-F33CD21D8A0C}"/>
                </a:ext>
              </a:extLst>
            </p:cNvPr>
            <p:cNvSpPr>
              <a:spLocks noGrp="1"/>
            </p:cNvSpPr>
            <p:nvPr/>
          </p:nvSpPr>
          <p:spPr>
            <a:xfrm>
              <a:off x="15336488" y="3349099"/>
              <a:ext cx="1470958" cy="1360529"/>
            </a:xfrm>
            <a:custGeom>
              <a:avLst/>
              <a:gdLst/>
              <a:ahLst/>
              <a:cxnLst/>
              <a:rect l="0" t="0" r="0" b="0"/>
              <a:pathLst>
                <a:path w="1470958" h="1360529">
                  <a:moveTo>
                    <a:pt x="16043" y="947321"/>
                  </a:moveTo>
                  <a:lnTo>
                    <a:pt x="0" y="933760"/>
                  </a:lnTo>
                  <a:lnTo>
                    <a:pt x="17351" y="965497"/>
                  </a:lnTo>
                  <a:close/>
                  <a:moveTo>
                    <a:pt x="377418" y="1256541"/>
                  </a:moveTo>
                  <a:lnTo>
                    <a:pt x="379827" y="1275161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44686" y="1308077"/>
                  </a:lnTo>
                  <a:lnTo>
                    <a:pt x="466928" y="1321887"/>
                  </a:lnTo>
                  <a:close/>
                  <a:moveTo>
                    <a:pt x="444686" y="1308077"/>
                  </a:moveTo>
                  <a:lnTo>
                    <a:pt x="490604" y="1283983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36020" y="1246105"/>
                  </a:lnTo>
                  <a:lnTo>
                    <a:pt x="410424" y="1285308"/>
                  </a:lnTo>
                  <a:close/>
                  <a:moveTo>
                    <a:pt x="406896" y="1232447"/>
                  </a:moveTo>
                  <a:lnTo>
                    <a:pt x="410424" y="1285308"/>
                  </a:lnTo>
                  <a:lnTo>
                    <a:pt x="436020" y="1246105"/>
                  </a:lnTo>
                  <a:close/>
                  <a:moveTo>
                    <a:pt x="406896" y="1232447"/>
                  </a:moveTo>
                  <a:lnTo>
                    <a:pt x="377418" y="1256541"/>
                  </a:lnTo>
                  <a:lnTo>
                    <a:pt x="410424" y="1285308"/>
                  </a:lnTo>
                  <a:close/>
                  <a:moveTo>
                    <a:pt x="377418" y="1256541"/>
                  </a:moveTo>
                  <a:lnTo>
                    <a:pt x="406896" y="1232447"/>
                  </a:lnTo>
                  <a:lnTo>
                    <a:pt x="346984" y="1222792"/>
                  </a:lnTo>
                  <a:close/>
                  <a:moveTo>
                    <a:pt x="406896" y="1232447"/>
                  </a:moveTo>
                  <a:lnTo>
                    <a:pt x="381857" y="1218278"/>
                  </a:lnTo>
                  <a:lnTo>
                    <a:pt x="346984" y="1222792"/>
                  </a:lnTo>
                  <a:close/>
                  <a:moveTo>
                    <a:pt x="346984" y="1222792"/>
                  </a:moveTo>
                  <a:lnTo>
                    <a:pt x="322526" y="1183037"/>
                  </a:lnTo>
                  <a:lnTo>
                    <a:pt x="329446" y="1205004"/>
                  </a:lnTo>
                  <a:close/>
                  <a:moveTo>
                    <a:pt x="329446" y="1205004"/>
                  </a:moveTo>
                  <a:lnTo>
                    <a:pt x="322526" y="1183037"/>
                  </a:lnTo>
                  <a:lnTo>
                    <a:pt x="289700" y="1146981"/>
                  </a:lnTo>
                  <a:close/>
                  <a:moveTo>
                    <a:pt x="606782" y="1360529"/>
                  </a:moveTo>
                  <a:lnTo>
                    <a:pt x="572676" y="1319828"/>
                  </a:lnTo>
                  <a:lnTo>
                    <a:pt x="583225" y="1335520"/>
                  </a:lnTo>
                  <a:close/>
                  <a:moveTo>
                    <a:pt x="588060" y="1330305"/>
                  </a:moveTo>
                  <a:lnTo>
                    <a:pt x="572676" y="1319828"/>
                  </a:lnTo>
                  <a:lnTo>
                    <a:pt x="606782" y="1360529"/>
                  </a:lnTo>
                  <a:close/>
                  <a:moveTo>
                    <a:pt x="642337" y="1358559"/>
                  </a:moveTo>
                  <a:lnTo>
                    <a:pt x="588060" y="1330305"/>
                  </a:lnTo>
                  <a:lnTo>
                    <a:pt x="606782" y="1360529"/>
                  </a:lnTo>
                  <a:close/>
                  <a:moveTo>
                    <a:pt x="583225" y="1335520"/>
                  </a:moveTo>
                  <a:lnTo>
                    <a:pt x="572676" y="1319828"/>
                  </a:lnTo>
                  <a:lnTo>
                    <a:pt x="541077" y="1282774"/>
                  </a:lnTo>
                  <a:close/>
                  <a:moveTo>
                    <a:pt x="572676" y="1319828"/>
                  </a:moveTo>
                  <a:lnTo>
                    <a:pt x="514702" y="1283983"/>
                  </a:lnTo>
                  <a:lnTo>
                    <a:pt x="541077" y="1282774"/>
                  </a:lnTo>
                  <a:close/>
                  <a:moveTo>
                    <a:pt x="513953" y="1227910"/>
                  </a:moveTo>
                  <a:lnTo>
                    <a:pt x="541077" y="1282774"/>
                  </a:lnTo>
                  <a:lnTo>
                    <a:pt x="513834" y="1232447"/>
                  </a:lnTo>
                  <a:close/>
                  <a:moveTo>
                    <a:pt x="513834" y="1232447"/>
                  </a:moveTo>
                  <a:lnTo>
                    <a:pt x="541077" y="1282774"/>
                  </a:lnTo>
                  <a:lnTo>
                    <a:pt x="514702" y="1283983"/>
                  </a:lnTo>
                  <a:close/>
                  <a:moveTo>
                    <a:pt x="513953" y="1227910"/>
                  </a:moveTo>
                  <a:lnTo>
                    <a:pt x="513834" y="1232447"/>
                  </a:lnTo>
                  <a:lnTo>
                    <a:pt x="494402" y="1219995"/>
                  </a:lnTo>
                  <a:close/>
                  <a:moveTo>
                    <a:pt x="561302" y="1230262"/>
                  </a:moveTo>
                  <a:lnTo>
                    <a:pt x="543708" y="1283983"/>
                  </a:lnTo>
                  <a:lnTo>
                    <a:pt x="541077" y="1282774"/>
                  </a:lnTo>
                  <a:close/>
                  <a:moveTo>
                    <a:pt x="494402" y="1219995"/>
                  </a:moveTo>
                  <a:lnTo>
                    <a:pt x="513834" y="1232447"/>
                  </a:lnTo>
                  <a:lnTo>
                    <a:pt x="465980" y="1183443"/>
                  </a:lnTo>
                  <a:close/>
                  <a:moveTo>
                    <a:pt x="464073" y="1180910"/>
                  </a:moveTo>
                  <a:lnTo>
                    <a:pt x="494402" y="1219995"/>
                  </a:lnTo>
                  <a:lnTo>
                    <a:pt x="465980" y="1183443"/>
                  </a:lnTo>
                  <a:close/>
                  <a:moveTo>
                    <a:pt x="435810" y="1166904"/>
                  </a:moveTo>
                  <a:lnTo>
                    <a:pt x="408794" y="1144315"/>
                  </a:lnTo>
                  <a:lnTo>
                    <a:pt x="383360" y="1108821"/>
                  </a:lnTo>
                  <a:close/>
                  <a:moveTo>
                    <a:pt x="435810" y="1166904"/>
                  </a:moveTo>
                  <a:lnTo>
                    <a:pt x="464073" y="1180910"/>
                  </a:lnTo>
                  <a:lnTo>
                    <a:pt x="408794" y="1144315"/>
                  </a:lnTo>
                  <a:close/>
                  <a:moveTo>
                    <a:pt x="371569" y="1002206"/>
                  </a:moveTo>
                  <a:lnTo>
                    <a:pt x="380907" y="1040047"/>
                  </a:lnTo>
                  <a:lnTo>
                    <a:pt x="415358" y="1033956"/>
                  </a:lnTo>
                  <a:close/>
                  <a:moveTo>
                    <a:pt x="338544" y="1026300"/>
                  </a:moveTo>
                  <a:lnTo>
                    <a:pt x="371569" y="1002206"/>
                  </a:lnTo>
                  <a:lnTo>
                    <a:pt x="329535" y="1022652"/>
                  </a:lnTo>
                  <a:close/>
                  <a:moveTo>
                    <a:pt x="300552" y="954067"/>
                  </a:moveTo>
                  <a:lnTo>
                    <a:pt x="231777" y="1006504"/>
                  </a:lnTo>
                  <a:lnTo>
                    <a:pt x="279877" y="1011669"/>
                  </a:lnTo>
                  <a:close/>
                  <a:moveTo>
                    <a:pt x="279877" y="1011669"/>
                  </a:moveTo>
                  <a:lnTo>
                    <a:pt x="329535" y="1022652"/>
                  </a:lnTo>
                  <a:lnTo>
                    <a:pt x="349483" y="962336"/>
                  </a:lnTo>
                  <a:close/>
                  <a:moveTo>
                    <a:pt x="281584" y="883150"/>
                  </a:moveTo>
                  <a:lnTo>
                    <a:pt x="232889" y="871691"/>
                  </a:lnTo>
                  <a:lnTo>
                    <a:pt x="236525" y="901259"/>
                  </a:lnTo>
                  <a:close/>
                  <a:moveTo>
                    <a:pt x="236525" y="901259"/>
                  </a:moveTo>
                  <a:lnTo>
                    <a:pt x="232889" y="871691"/>
                  </a:lnTo>
                  <a:lnTo>
                    <a:pt x="218775" y="852946"/>
                  </a:lnTo>
                  <a:close/>
                  <a:moveTo>
                    <a:pt x="191994" y="811976"/>
                  </a:moveTo>
                  <a:lnTo>
                    <a:pt x="262067" y="810180"/>
                  </a:lnTo>
                  <a:lnTo>
                    <a:pt x="245091" y="796060"/>
                  </a:lnTo>
                  <a:close/>
                  <a:moveTo>
                    <a:pt x="191994" y="811976"/>
                  </a:moveTo>
                  <a:lnTo>
                    <a:pt x="185607" y="796060"/>
                  </a:lnTo>
                  <a:lnTo>
                    <a:pt x="195199" y="847597"/>
                  </a:lnTo>
                  <a:close/>
                  <a:moveTo>
                    <a:pt x="191994" y="811976"/>
                  </a:moveTo>
                  <a:lnTo>
                    <a:pt x="245091" y="796060"/>
                  </a:lnTo>
                  <a:lnTo>
                    <a:pt x="205004" y="771506"/>
                  </a:lnTo>
                  <a:close/>
                  <a:moveTo>
                    <a:pt x="205004" y="771506"/>
                  </a:moveTo>
                  <a:lnTo>
                    <a:pt x="162577" y="744523"/>
                  </a:lnTo>
                  <a:lnTo>
                    <a:pt x="191994" y="811976"/>
                  </a:lnTo>
                  <a:close/>
                  <a:moveTo>
                    <a:pt x="476811" y="1029649"/>
                  </a:moveTo>
                  <a:lnTo>
                    <a:pt x="433291" y="1053743"/>
                  </a:lnTo>
                  <a:lnTo>
                    <a:pt x="475957" y="1085846"/>
                  </a:lnTo>
                  <a:close/>
                  <a:moveTo>
                    <a:pt x="544917" y="1091424"/>
                  </a:moveTo>
                  <a:lnTo>
                    <a:pt x="550994" y="1081186"/>
                  </a:lnTo>
                  <a:lnTo>
                    <a:pt x="524384" y="1092230"/>
                  </a:lnTo>
                  <a:close/>
                  <a:moveTo>
                    <a:pt x="524384" y="1092230"/>
                  </a:moveTo>
                  <a:lnTo>
                    <a:pt x="550994" y="1081186"/>
                  </a:lnTo>
                  <a:lnTo>
                    <a:pt x="503750" y="1054861"/>
                  </a:lnTo>
                  <a:close/>
                  <a:moveTo>
                    <a:pt x="473088" y="940221"/>
                  </a:moveTo>
                  <a:lnTo>
                    <a:pt x="396396" y="950670"/>
                  </a:lnTo>
                  <a:lnTo>
                    <a:pt x="420371" y="991228"/>
                  </a:lnTo>
                  <a:close/>
                  <a:moveTo>
                    <a:pt x="420371" y="991228"/>
                  </a:moveTo>
                  <a:lnTo>
                    <a:pt x="396396" y="950670"/>
                  </a:lnTo>
                  <a:lnTo>
                    <a:pt x="398112" y="946581"/>
                  </a:lnTo>
                  <a:close/>
                  <a:moveTo>
                    <a:pt x="354099" y="944380"/>
                  </a:moveTo>
                  <a:lnTo>
                    <a:pt x="398112" y="946581"/>
                  </a:lnTo>
                  <a:lnTo>
                    <a:pt x="391878" y="946167"/>
                  </a:lnTo>
                  <a:close/>
                  <a:moveTo>
                    <a:pt x="344107" y="942236"/>
                  </a:moveTo>
                  <a:lnTo>
                    <a:pt x="354099" y="944380"/>
                  </a:lnTo>
                  <a:lnTo>
                    <a:pt x="391878" y="946167"/>
                  </a:lnTo>
                  <a:close/>
                  <a:moveTo>
                    <a:pt x="245091" y="796060"/>
                  </a:moveTo>
                  <a:lnTo>
                    <a:pt x="262067" y="810180"/>
                  </a:lnTo>
                  <a:lnTo>
                    <a:pt x="266606" y="823503"/>
                  </a:lnTo>
                  <a:close/>
                  <a:moveTo>
                    <a:pt x="278517" y="771966"/>
                  </a:moveTo>
                  <a:lnTo>
                    <a:pt x="286136" y="765267"/>
                  </a:lnTo>
                  <a:lnTo>
                    <a:pt x="245091" y="796060"/>
                  </a:lnTo>
                  <a:close/>
                  <a:moveTo>
                    <a:pt x="312603" y="824449"/>
                  </a:moveTo>
                  <a:lnTo>
                    <a:pt x="284036" y="837872"/>
                  </a:lnTo>
                  <a:lnTo>
                    <a:pt x="262067" y="810180"/>
                  </a:lnTo>
                  <a:close/>
                  <a:moveTo>
                    <a:pt x="212184" y="732819"/>
                  </a:moveTo>
                  <a:lnTo>
                    <a:pt x="261021" y="731097"/>
                  </a:lnTo>
                  <a:lnTo>
                    <a:pt x="246741" y="679964"/>
                  </a:lnTo>
                  <a:close/>
                  <a:moveTo>
                    <a:pt x="497343" y="966633"/>
                  </a:moveTo>
                  <a:lnTo>
                    <a:pt x="506124" y="978113"/>
                  </a:lnTo>
                  <a:lnTo>
                    <a:pt x="473088" y="940221"/>
                  </a:lnTo>
                  <a:close/>
                  <a:moveTo>
                    <a:pt x="338254" y="706291"/>
                  </a:moveTo>
                  <a:lnTo>
                    <a:pt x="358557" y="720429"/>
                  </a:lnTo>
                  <a:lnTo>
                    <a:pt x="355424" y="755075"/>
                  </a:lnTo>
                  <a:close/>
                  <a:moveTo>
                    <a:pt x="279684" y="593262"/>
                  </a:moveTo>
                  <a:lnTo>
                    <a:pt x="272040" y="617356"/>
                  </a:lnTo>
                  <a:lnTo>
                    <a:pt x="297478" y="644799"/>
                  </a:lnTo>
                  <a:close/>
                  <a:moveTo>
                    <a:pt x="765082" y="1160165"/>
                  </a:moveTo>
                  <a:lnTo>
                    <a:pt x="803072" y="1211702"/>
                  </a:lnTo>
                  <a:lnTo>
                    <a:pt x="822325" y="1206053"/>
                  </a:lnTo>
                  <a:close/>
                  <a:moveTo>
                    <a:pt x="822325" y="1206053"/>
                  </a:moveTo>
                  <a:lnTo>
                    <a:pt x="821303" y="1211702"/>
                  </a:lnTo>
                  <a:lnTo>
                    <a:pt x="827984" y="1138710"/>
                  </a:lnTo>
                  <a:close/>
                  <a:moveTo>
                    <a:pt x="560362" y="890639"/>
                  </a:moveTo>
                  <a:lnTo>
                    <a:pt x="506030" y="928485"/>
                  </a:lnTo>
                  <a:lnTo>
                    <a:pt x="552515" y="927609"/>
                  </a:lnTo>
                  <a:close/>
                  <a:moveTo>
                    <a:pt x="560362" y="890639"/>
                  </a:moveTo>
                  <a:lnTo>
                    <a:pt x="510851" y="892908"/>
                  </a:lnTo>
                  <a:lnTo>
                    <a:pt x="506030" y="928485"/>
                  </a:lnTo>
                  <a:close/>
                  <a:moveTo>
                    <a:pt x="527938" y="826851"/>
                  </a:moveTo>
                  <a:lnTo>
                    <a:pt x="516123" y="831322"/>
                  </a:lnTo>
                  <a:lnTo>
                    <a:pt x="556274" y="831219"/>
                  </a:lnTo>
                  <a:close/>
                  <a:moveTo>
                    <a:pt x="556274" y="831219"/>
                  </a:moveTo>
                  <a:lnTo>
                    <a:pt x="516123" y="831322"/>
                  </a:lnTo>
                  <a:lnTo>
                    <a:pt x="510851" y="892908"/>
                  </a:lnTo>
                  <a:close/>
                  <a:moveTo>
                    <a:pt x="560362" y="890639"/>
                  </a:moveTo>
                  <a:lnTo>
                    <a:pt x="584955" y="845884"/>
                  </a:lnTo>
                  <a:lnTo>
                    <a:pt x="556274" y="831219"/>
                  </a:lnTo>
                  <a:close/>
                  <a:moveTo>
                    <a:pt x="297478" y="644799"/>
                  </a:moveTo>
                  <a:lnTo>
                    <a:pt x="336491" y="696335"/>
                  </a:lnTo>
                  <a:lnTo>
                    <a:pt x="376000" y="656781"/>
                  </a:lnTo>
                  <a:close/>
                  <a:moveTo>
                    <a:pt x="376000" y="656781"/>
                  </a:moveTo>
                  <a:lnTo>
                    <a:pt x="336491" y="696335"/>
                  </a:lnTo>
                  <a:lnTo>
                    <a:pt x="362105" y="686900"/>
                  </a:lnTo>
                  <a:close/>
                  <a:moveTo>
                    <a:pt x="300652" y="636135"/>
                  </a:moveTo>
                  <a:lnTo>
                    <a:pt x="297478" y="644799"/>
                  </a:lnTo>
                  <a:lnTo>
                    <a:pt x="376000" y="656781"/>
                  </a:lnTo>
                  <a:close/>
                  <a:moveTo>
                    <a:pt x="617781" y="756455"/>
                  </a:moveTo>
                  <a:lnTo>
                    <a:pt x="603612" y="809076"/>
                  </a:lnTo>
                  <a:lnTo>
                    <a:pt x="646384" y="751221"/>
                  </a:lnTo>
                  <a:close/>
                  <a:moveTo>
                    <a:pt x="617781" y="756455"/>
                  </a:moveTo>
                  <a:lnTo>
                    <a:pt x="544567" y="723778"/>
                  </a:lnTo>
                  <a:lnTo>
                    <a:pt x="566255" y="709179"/>
                  </a:lnTo>
                  <a:close/>
                  <a:moveTo>
                    <a:pt x="814993" y="881737"/>
                  </a:moveTo>
                  <a:lnTo>
                    <a:pt x="796493" y="905831"/>
                  </a:lnTo>
                  <a:lnTo>
                    <a:pt x="808750" y="917123"/>
                  </a:lnTo>
                  <a:close/>
                  <a:moveTo>
                    <a:pt x="796493" y="905831"/>
                  </a:moveTo>
                  <a:lnTo>
                    <a:pt x="814993" y="881737"/>
                  </a:lnTo>
                  <a:lnTo>
                    <a:pt x="751234" y="876758"/>
                  </a:lnTo>
                  <a:close/>
                  <a:moveTo>
                    <a:pt x="814993" y="881737"/>
                  </a:moveTo>
                  <a:lnTo>
                    <a:pt x="781894" y="856488"/>
                  </a:lnTo>
                  <a:lnTo>
                    <a:pt x="751234" y="876758"/>
                  </a:lnTo>
                  <a:close/>
                  <a:moveTo>
                    <a:pt x="675512" y="768319"/>
                  </a:moveTo>
                  <a:lnTo>
                    <a:pt x="712258" y="802757"/>
                  </a:lnTo>
                  <a:lnTo>
                    <a:pt x="710872" y="781498"/>
                  </a:lnTo>
                  <a:close/>
                  <a:moveTo>
                    <a:pt x="618336" y="693260"/>
                  </a:moveTo>
                  <a:lnTo>
                    <a:pt x="653288" y="725006"/>
                  </a:lnTo>
                  <a:lnTo>
                    <a:pt x="594436" y="675590"/>
                  </a:lnTo>
                  <a:close/>
                  <a:moveTo>
                    <a:pt x="655469" y="727127"/>
                  </a:moveTo>
                  <a:lnTo>
                    <a:pt x="646384" y="751221"/>
                  </a:lnTo>
                  <a:lnTo>
                    <a:pt x="710526" y="778664"/>
                  </a:lnTo>
                  <a:close/>
                  <a:moveTo>
                    <a:pt x="655469" y="727127"/>
                  </a:moveTo>
                  <a:lnTo>
                    <a:pt x="664172" y="725921"/>
                  </a:lnTo>
                  <a:lnTo>
                    <a:pt x="646384" y="751221"/>
                  </a:lnTo>
                  <a:close/>
                  <a:moveTo>
                    <a:pt x="655469" y="727127"/>
                  </a:moveTo>
                  <a:lnTo>
                    <a:pt x="653288" y="725006"/>
                  </a:lnTo>
                  <a:lnTo>
                    <a:pt x="618336" y="693260"/>
                  </a:lnTo>
                  <a:close/>
                  <a:moveTo>
                    <a:pt x="929603" y="1036347"/>
                  </a:moveTo>
                  <a:lnTo>
                    <a:pt x="980839" y="1076284"/>
                  </a:lnTo>
                  <a:lnTo>
                    <a:pt x="974355" y="1012253"/>
                  </a:lnTo>
                  <a:close/>
                  <a:moveTo>
                    <a:pt x="813485" y="754570"/>
                  </a:moveTo>
                  <a:lnTo>
                    <a:pt x="801154" y="793600"/>
                  </a:lnTo>
                  <a:lnTo>
                    <a:pt x="826012" y="763855"/>
                  </a:lnTo>
                  <a:close/>
                  <a:moveTo>
                    <a:pt x="826012" y="763855"/>
                  </a:moveTo>
                  <a:lnTo>
                    <a:pt x="801154" y="793600"/>
                  </a:lnTo>
                  <a:lnTo>
                    <a:pt x="800050" y="809723"/>
                  </a:lnTo>
                  <a:close/>
                  <a:moveTo>
                    <a:pt x="842031" y="813575"/>
                  </a:moveTo>
                  <a:lnTo>
                    <a:pt x="838674" y="778664"/>
                  </a:lnTo>
                  <a:lnTo>
                    <a:pt x="826012" y="763855"/>
                  </a:lnTo>
                  <a:close/>
                  <a:moveTo>
                    <a:pt x="757517" y="754570"/>
                  </a:moveTo>
                  <a:lnTo>
                    <a:pt x="780963" y="718111"/>
                  </a:lnTo>
                  <a:lnTo>
                    <a:pt x="772125" y="706940"/>
                  </a:lnTo>
                  <a:close/>
                  <a:moveTo>
                    <a:pt x="780963" y="718111"/>
                  </a:moveTo>
                  <a:lnTo>
                    <a:pt x="813485" y="754570"/>
                  </a:lnTo>
                  <a:lnTo>
                    <a:pt x="772125" y="706940"/>
                  </a:lnTo>
                  <a:close/>
                  <a:moveTo>
                    <a:pt x="559472" y="452162"/>
                  </a:moveTo>
                  <a:lnTo>
                    <a:pt x="502073" y="398101"/>
                  </a:lnTo>
                  <a:lnTo>
                    <a:pt x="496571" y="465318"/>
                  </a:lnTo>
                  <a:close/>
                  <a:moveTo>
                    <a:pt x="561920" y="423175"/>
                  </a:moveTo>
                  <a:lnTo>
                    <a:pt x="559472" y="452162"/>
                  </a:lnTo>
                  <a:lnTo>
                    <a:pt x="578365" y="393813"/>
                  </a:lnTo>
                  <a:close/>
                  <a:moveTo>
                    <a:pt x="801423" y="745864"/>
                  </a:moveTo>
                  <a:lnTo>
                    <a:pt x="813485" y="754570"/>
                  </a:lnTo>
                  <a:lnTo>
                    <a:pt x="780963" y="718111"/>
                  </a:lnTo>
                  <a:close/>
                  <a:moveTo>
                    <a:pt x="827440" y="582304"/>
                  </a:moveTo>
                  <a:lnTo>
                    <a:pt x="798334" y="575866"/>
                  </a:lnTo>
                  <a:lnTo>
                    <a:pt x="750117" y="602781"/>
                  </a:lnTo>
                  <a:close/>
                  <a:moveTo>
                    <a:pt x="777400" y="569889"/>
                  </a:moveTo>
                  <a:lnTo>
                    <a:pt x="736189" y="547926"/>
                  </a:lnTo>
                  <a:lnTo>
                    <a:pt x="798334" y="575866"/>
                  </a:lnTo>
                  <a:close/>
                  <a:moveTo>
                    <a:pt x="1049110" y="759170"/>
                  </a:moveTo>
                  <a:lnTo>
                    <a:pt x="1030351" y="816923"/>
                  </a:lnTo>
                  <a:lnTo>
                    <a:pt x="1108022" y="797742"/>
                  </a:lnTo>
                  <a:close/>
                  <a:moveTo>
                    <a:pt x="798334" y="575866"/>
                  </a:moveTo>
                  <a:lnTo>
                    <a:pt x="827440" y="582304"/>
                  </a:lnTo>
                  <a:lnTo>
                    <a:pt x="830048" y="572346"/>
                  </a:lnTo>
                  <a:close/>
                  <a:moveTo>
                    <a:pt x="830048" y="572346"/>
                  </a:moveTo>
                  <a:lnTo>
                    <a:pt x="827440" y="582304"/>
                  </a:lnTo>
                  <a:lnTo>
                    <a:pt x="843887" y="575866"/>
                  </a:lnTo>
                  <a:close/>
                  <a:moveTo>
                    <a:pt x="816106" y="448699"/>
                  </a:moveTo>
                  <a:lnTo>
                    <a:pt x="819756" y="455227"/>
                  </a:lnTo>
                  <a:lnTo>
                    <a:pt x="737785" y="421773"/>
                  </a:lnTo>
                  <a:close/>
                  <a:moveTo>
                    <a:pt x="1078577" y="797958"/>
                  </a:moveTo>
                  <a:lnTo>
                    <a:pt x="1107808" y="809455"/>
                  </a:lnTo>
                  <a:lnTo>
                    <a:pt x="1051492" y="761066"/>
                  </a:lnTo>
                  <a:close/>
                  <a:moveTo>
                    <a:pt x="1059935" y="757918"/>
                  </a:moveTo>
                  <a:lnTo>
                    <a:pt x="1108022" y="797742"/>
                  </a:lnTo>
                  <a:lnTo>
                    <a:pt x="1106335" y="750630"/>
                  </a:lnTo>
                  <a:close/>
                  <a:moveTo>
                    <a:pt x="1106352" y="687873"/>
                  </a:moveTo>
                  <a:lnTo>
                    <a:pt x="1057901" y="689281"/>
                  </a:lnTo>
                  <a:lnTo>
                    <a:pt x="1106335" y="750630"/>
                  </a:lnTo>
                  <a:close/>
                  <a:moveTo>
                    <a:pt x="1057901" y="689281"/>
                  </a:moveTo>
                  <a:lnTo>
                    <a:pt x="1106352" y="687873"/>
                  </a:lnTo>
                  <a:lnTo>
                    <a:pt x="1039547" y="641460"/>
                  </a:lnTo>
                  <a:close/>
                  <a:moveTo>
                    <a:pt x="982851" y="649570"/>
                  </a:moveTo>
                  <a:lnTo>
                    <a:pt x="1039547" y="641460"/>
                  </a:lnTo>
                  <a:lnTo>
                    <a:pt x="1028161" y="587974"/>
                  </a:lnTo>
                  <a:close/>
                  <a:moveTo>
                    <a:pt x="1006900" y="527678"/>
                  </a:moveTo>
                  <a:lnTo>
                    <a:pt x="986128" y="556456"/>
                  </a:lnTo>
                  <a:lnTo>
                    <a:pt x="1012367" y="538071"/>
                  </a:lnTo>
                  <a:close/>
                  <a:moveTo>
                    <a:pt x="1273946" y="812804"/>
                  </a:moveTo>
                  <a:lnTo>
                    <a:pt x="1198092" y="776758"/>
                  </a:lnTo>
                  <a:lnTo>
                    <a:pt x="1200162" y="785361"/>
                  </a:lnTo>
                  <a:close/>
                  <a:moveTo>
                    <a:pt x="1163429" y="733824"/>
                  </a:moveTo>
                  <a:lnTo>
                    <a:pt x="1198092" y="776758"/>
                  </a:lnTo>
                  <a:lnTo>
                    <a:pt x="1141201" y="722285"/>
                  </a:lnTo>
                  <a:close/>
                  <a:moveTo>
                    <a:pt x="1117307" y="678967"/>
                  </a:moveTo>
                  <a:lnTo>
                    <a:pt x="1141201" y="722285"/>
                  </a:lnTo>
                  <a:lnTo>
                    <a:pt x="1083507" y="668464"/>
                  </a:lnTo>
                  <a:close/>
                  <a:moveTo>
                    <a:pt x="1391650" y="796088"/>
                  </a:moveTo>
                  <a:lnTo>
                    <a:pt x="1406162" y="809033"/>
                  </a:lnTo>
                  <a:lnTo>
                    <a:pt x="1419881" y="864340"/>
                  </a:lnTo>
                  <a:close/>
                  <a:moveTo>
                    <a:pt x="1290159" y="739891"/>
                  </a:moveTo>
                  <a:lnTo>
                    <a:pt x="1331158" y="744543"/>
                  </a:lnTo>
                  <a:lnTo>
                    <a:pt x="1272535" y="691476"/>
                  </a:lnTo>
                  <a:close/>
                  <a:moveTo>
                    <a:pt x="1082555" y="452047"/>
                  </a:moveTo>
                  <a:lnTo>
                    <a:pt x="1090624" y="462897"/>
                  </a:lnTo>
                  <a:lnTo>
                    <a:pt x="1083409" y="427954"/>
                  </a:lnTo>
                  <a:close/>
                  <a:moveTo>
                    <a:pt x="828932" y="48279"/>
                  </a:moveTo>
                  <a:lnTo>
                    <a:pt x="778904" y="35911"/>
                  </a:lnTo>
                  <a:lnTo>
                    <a:pt x="796422" y="61632"/>
                  </a:lnTo>
                  <a:close/>
                  <a:moveTo>
                    <a:pt x="1409371" y="686131"/>
                  </a:moveTo>
                  <a:lnTo>
                    <a:pt x="1375881" y="683422"/>
                  </a:lnTo>
                  <a:lnTo>
                    <a:pt x="1433075" y="734982"/>
                  </a:lnTo>
                  <a:close/>
                  <a:moveTo>
                    <a:pt x="1458798" y="696257"/>
                  </a:moveTo>
                  <a:lnTo>
                    <a:pt x="1409371" y="686131"/>
                  </a:lnTo>
                  <a:lnTo>
                    <a:pt x="1433075" y="734982"/>
                  </a:lnTo>
                  <a:close/>
                  <a:moveTo>
                    <a:pt x="1363521" y="649607"/>
                  </a:moveTo>
                  <a:lnTo>
                    <a:pt x="1375881" y="683422"/>
                  </a:lnTo>
                  <a:lnTo>
                    <a:pt x="1351321" y="665407"/>
                  </a:lnTo>
                  <a:close/>
                  <a:moveTo>
                    <a:pt x="1125986" y="358197"/>
                  </a:moveTo>
                  <a:lnTo>
                    <a:pt x="1128733" y="376417"/>
                  </a:lnTo>
                  <a:lnTo>
                    <a:pt x="1146727" y="316574"/>
                  </a:lnTo>
                  <a:close/>
                  <a:moveTo>
                    <a:pt x="1114038" y="305167"/>
                  </a:moveTo>
                  <a:lnTo>
                    <a:pt x="1113695" y="279356"/>
                  </a:lnTo>
                  <a:lnTo>
                    <a:pt x="1060289" y="254355"/>
                  </a:lnTo>
                  <a:close/>
                  <a:moveTo>
                    <a:pt x="1113695" y="279356"/>
                  </a:moveTo>
                  <a:lnTo>
                    <a:pt x="1114038" y="305167"/>
                  </a:lnTo>
                  <a:lnTo>
                    <a:pt x="1115472" y="249250"/>
                  </a:lnTo>
                  <a:close/>
                  <a:moveTo>
                    <a:pt x="839471" y="0"/>
                  </a:moveTo>
                  <a:lnTo>
                    <a:pt x="828932" y="48279"/>
                  </a:lnTo>
                  <a:lnTo>
                    <a:pt x="883761" y="64717"/>
                  </a:lnTo>
                  <a:close/>
                  <a:moveTo>
                    <a:pt x="1409371" y="686131"/>
                  </a:moveTo>
                  <a:lnTo>
                    <a:pt x="1458798" y="696257"/>
                  </a:lnTo>
                  <a:lnTo>
                    <a:pt x="1454644" y="637449"/>
                  </a:lnTo>
                  <a:close/>
                  <a:moveTo>
                    <a:pt x="1409949" y="592983"/>
                  </a:moveTo>
                  <a:lnTo>
                    <a:pt x="1470958" y="644109"/>
                  </a:lnTo>
                  <a:lnTo>
                    <a:pt x="1438996" y="607350"/>
                  </a:lnTo>
                  <a:close/>
                  <a:moveTo>
                    <a:pt x="1369982" y="587494"/>
                  </a:moveTo>
                  <a:lnTo>
                    <a:pt x="1409949" y="592983"/>
                  </a:lnTo>
                  <a:lnTo>
                    <a:pt x="1381946" y="583595"/>
                  </a:lnTo>
                  <a:close/>
                  <a:moveTo>
                    <a:pt x="1409949" y="592983"/>
                  </a:moveTo>
                  <a:lnTo>
                    <a:pt x="1438996" y="607350"/>
                  </a:lnTo>
                  <a:lnTo>
                    <a:pt x="1434367" y="604913"/>
                  </a:lnTo>
                  <a:close/>
                  <a:moveTo>
                    <a:pt x="1233175" y="376718"/>
                  </a:moveTo>
                  <a:lnTo>
                    <a:pt x="1311994" y="361832"/>
                  </a:lnTo>
                  <a:lnTo>
                    <a:pt x="1260123" y="342575"/>
                  </a:lnTo>
                  <a:close/>
                  <a:moveTo>
                    <a:pt x="1113119" y="243171"/>
                  </a:moveTo>
                  <a:lnTo>
                    <a:pt x="1060289" y="254355"/>
                  </a:lnTo>
                  <a:lnTo>
                    <a:pt x="1113695" y="279356"/>
                  </a:lnTo>
                  <a:close/>
                  <a:moveTo>
                    <a:pt x="1113119" y="243171"/>
                  </a:moveTo>
                  <a:lnTo>
                    <a:pt x="1059987" y="248385"/>
                  </a:lnTo>
                  <a:lnTo>
                    <a:pt x="1060289" y="254355"/>
                  </a:lnTo>
                  <a:close/>
                  <a:moveTo>
                    <a:pt x="1059987" y="248385"/>
                  </a:moveTo>
                  <a:lnTo>
                    <a:pt x="1113119" y="243171"/>
                  </a:lnTo>
                  <a:lnTo>
                    <a:pt x="1076373" y="179593"/>
                  </a:lnTo>
                  <a:close/>
                  <a:moveTo>
                    <a:pt x="1113119" y="243171"/>
                  </a:moveTo>
                  <a:lnTo>
                    <a:pt x="1125379" y="188139"/>
                  </a:lnTo>
                  <a:lnTo>
                    <a:pt x="1076373" y="179593"/>
                  </a:lnTo>
                  <a:close/>
                  <a:moveTo>
                    <a:pt x="1235801" y="328229"/>
                  </a:moveTo>
                  <a:lnTo>
                    <a:pt x="1260123" y="342575"/>
                  </a:lnTo>
                  <a:lnTo>
                    <a:pt x="1272629" y="314943"/>
                  </a:lnTo>
                  <a:close/>
                  <a:moveTo>
                    <a:pt x="1213660" y="276692"/>
                  </a:moveTo>
                  <a:lnTo>
                    <a:pt x="1216462" y="259881"/>
                  </a:lnTo>
                  <a:lnTo>
                    <a:pt x="1191433" y="217486"/>
                  </a:lnTo>
                  <a:close/>
                  <a:moveTo>
                    <a:pt x="1125379" y="188139"/>
                  </a:moveTo>
                  <a:lnTo>
                    <a:pt x="1138749" y="159592"/>
                  </a:lnTo>
                  <a:lnTo>
                    <a:pt x="1076373" y="179593"/>
                  </a:lnTo>
                  <a:close/>
                  <a:moveTo>
                    <a:pt x="1125445" y="107665"/>
                  </a:moveTo>
                  <a:lnTo>
                    <a:pt x="1138749" y="159592"/>
                  </a:lnTo>
                  <a:lnTo>
                    <a:pt x="1155346" y="121338"/>
                  </a:lnTo>
                  <a:close/>
                  <a:moveTo>
                    <a:pt x="1352199" y="49801"/>
                  </a:moveTo>
                  <a:lnTo>
                    <a:pt x="1365955" y="64063"/>
                  </a:lnTo>
                  <a:lnTo>
                    <a:pt x="1303788" y="13879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18" name="Output_density__4217">
              <a:extLst>
                <a:ext uri="{FF2B5EF4-FFF2-40B4-BE49-F238E27FC236}">
                  <a16:creationId xmlns:a16="http://schemas.microsoft.com/office/drawing/2014/main" id="{1AF384D8-5827-BEB0-DC9B-AE4CCFC76BCB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2626240"/>
              <a:ext cx="1358420" cy="1847145"/>
            </a:xfrm>
            <a:custGeom>
              <a:avLst/>
              <a:gdLst/>
              <a:ahLst/>
              <a:cxnLst/>
              <a:rect l="0" t="0" r="0" b="0"/>
              <a:pathLst>
                <a:path w="1358420" h="1847145">
                  <a:moveTo>
                    <a:pt x="26882" y="1598970"/>
                  </a:moveTo>
                  <a:lnTo>
                    <a:pt x="0" y="1642737"/>
                  </a:lnTo>
                  <a:lnTo>
                    <a:pt x="18607" y="1618643"/>
                  </a:lnTo>
                  <a:close/>
                  <a:moveTo>
                    <a:pt x="26882" y="1598970"/>
                  </a:moveTo>
                  <a:lnTo>
                    <a:pt x="552" y="1635426"/>
                  </a:lnTo>
                  <a:lnTo>
                    <a:pt x="0" y="1642737"/>
                  </a:lnTo>
                  <a:close/>
                  <a:moveTo>
                    <a:pt x="552" y="1635426"/>
                  </a:moveTo>
                  <a:lnTo>
                    <a:pt x="26882" y="1598970"/>
                  </a:lnTo>
                  <a:lnTo>
                    <a:pt x="11581" y="1591200"/>
                  </a:lnTo>
                  <a:close/>
                  <a:moveTo>
                    <a:pt x="52493" y="1520049"/>
                  </a:moveTo>
                  <a:lnTo>
                    <a:pt x="11581" y="1591200"/>
                  </a:lnTo>
                  <a:lnTo>
                    <a:pt x="30446" y="1567107"/>
                  </a:lnTo>
                  <a:close/>
                  <a:moveTo>
                    <a:pt x="86972" y="1514060"/>
                  </a:moveTo>
                  <a:lnTo>
                    <a:pt x="106327" y="1491476"/>
                  </a:lnTo>
                  <a:lnTo>
                    <a:pt x="81452" y="1515570"/>
                  </a:lnTo>
                  <a:close/>
                  <a:moveTo>
                    <a:pt x="242745" y="1624118"/>
                  </a:moveTo>
                  <a:lnTo>
                    <a:pt x="262157" y="1621992"/>
                  </a:lnTo>
                  <a:lnTo>
                    <a:pt x="287804" y="1606008"/>
                  </a:lnTo>
                  <a:close/>
                  <a:moveTo>
                    <a:pt x="198214" y="1534835"/>
                  </a:moveTo>
                  <a:lnTo>
                    <a:pt x="168797" y="1467382"/>
                  </a:lnTo>
                  <a:lnTo>
                    <a:pt x="146691" y="1475997"/>
                  </a:lnTo>
                  <a:close/>
                  <a:moveTo>
                    <a:pt x="146691" y="1475997"/>
                  </a:moveTo>
                  <a:lnTo>
                    <a:pt x="161561" y="1483360"/>
                  </a:lnTo>
                  <a:lnTo>
                    <a:pt x="198214" y="1534835"/>
                  </a:lnTo>
                  <a:close/>
                  <a:moveTo>
                    <a:pt x="426591" y="1714086"/>
                  </a:moveTo>
                  <a:lnTo>
                    <a:pt x="421579" y="1756815"/>
                  </a:lnTo>
                  <a:lnTo>
                    <a:pt x="470941" y="1700971"/>
                  </a:lnTo>
                  <a:close/>
                  <a:moveTo>
                    <a:pt x="470941" y="1700971"/>
                  </a:moveTo>
                  <a:lnTo>
                    <a:pt x="439511" y="1776602"/>
                  </a:lnTo>
                  <a:lnTo>
                    <a:pt x="483031" y="1752508"/>
                  </a:lnTo>
                  <a:close/>
                  <a:moveTo>
                    <a:pt x="377790" y="1725065"/>
                  </a:moveTo>
                  <a:lnTo>
                    <a:pt x="421579" y="1756815"/>
                  </a:lnTo>
                  <a:lnTo>
                    <a:pt x="426591" y="1714086"/>
                  </a:lnTo>
                  <a:close/>
                  <a:moveTo>
                    <a:pt x="360319" y="1667239"/>
                  </a:moveTo>
                  <a:lnTo>
                    <a:pt x="355703" y="1685194"/>
                  </a:lnTo>
                  <a:lnTo>
                    <a:pt x="426591" y="1714086"/>
                  </a:lnTo>
                  <a:close/>
                  <a:moveTo>
                    <a:pt x="426591" y="1714086"/>
                  </a:moveTo>
                  <a:lnTo>
                    <a:pt x="470941" y="1700971"/>
                  </a:lnTo>
                  <a:lnTo>
                    <a:pt x="479309" y="1663080"/>
                  </a:lnTo>
                  <a:close/>
                  <a:moveTo>
                    <a:pt x="262157" y="1621992"/>
                  </a:moveTo>
                  <a:lnTo>
                    <a:pt x="307902" y="1671871"/>
                  </a:lnTo>
                  <a:lnTo>
                    <a:pt x="302524" y="1613501"/>
                  </a:lnTo>
                  <a:close/>
                  <a:moveTo>
                    <a:pt x="307902" y="1671871"/>
                  </a:moveTo>
                  <a:lnTo>
                    <a:pt x="360319" y="1667239"/>
                  </a:lnTo>
                  <a:lnTo>
                    <a:pt x="302524" y="1613501"/>
                  </a:lnTo>
                  <a:close/>
                  <a:moveTo>
                    <a:pt x="262157" y="1621992"/>
                  </a:moveTo>
                  <a:lnTo>
                    <a:pt x="302524" y="1613501"/>
                  </a:lnTo>
                  <a:lnTo>
                    <a:pt x="287804" y="1606008"/>
                  </a:lnTo>
                  <a:close/>
                  <a:moveTo>
                    <a:pt x="168797" y="1467382"/>
                  </a:moveTo>
                  <a:lnTo>
                    <a:pt x="211224" y="1494364"/>
                  </a:lnTo>
                  <a:lnTo>
                    <a:pt x="218404" y="1455678"/>
                  </a:lnTo>
                  <a:close/>
                  <a:moveTo>
                    <a:pt x="152811" y="1415845"/>
                  </a:moveTo>
                  <a:lnTo>
                    <a:pt x="218404" y="1455678"/>
                  </a:lnTo>
                  <a:lnTo>
                    <a:pt x="214140" y="1396401"/>
                  </a:lnTo>
                  <a:close/>
                  <a:moveTo>
                    <a:pt x="634871" y="1784190"/>
                  </a:moveTo>
                  <a:lnTo>
                    <a:pt x="621978" y="1847145"/>
                  </a:lnTo>
                  <a:lnTo>
                    <a:pt x="690399" y="1839773"/>
                  </a:lnTo>
                  <a:close/>
                  <a:moveTo>
                    <a:pt x="685920" y="1780671"/>
                  </a:moveTo>
                  <a:lnTo>
                    <a:pt x="634871" y="1784190"/>
                  </a:lnTo>
                  <a:lnTo>
                    <a:pt x="690399" y="1839773"/>
                  </a:lnTo>
                  <a:close/>
                  <a:moveTo>
                    <a:pt x="514492" y="1743350"/>
                  </a:moveTo>
                  <a:lnTo>
                    <a:pt x="509970" y="1777719"/>
                  </a:lnTo>
                  <a:lnTo>
                    <a:pt x="566958" y="1801421"/>
                  </a:lnTo>
                  <a:close/>
                  <a:moveTo>
                    <a:pt x="564238" y="1740889"/>
                  </a:moveTo>
                  <a:lnTo>
                    <a:pt x="514492" y="1743350"/>
                  </a:lnTo>
                  <a:lnTo>
                    <a:pt x="566958" y="1801421"/>
                  </a:lnTo>
                  <a:close/>
                  <a:moveTo>
                    <a:pt x="634871" y="1784190"/>
                  </a:moveTo>
                  <a:lnTo>
                    <a:pt x="566958" y="1801421"/>
                  </a:lnTo>
                  <a:lnTo>
                    <a:pt x="564942" y="1808571"/>
                  </a:lnTo>
                  <a:close/>
                  <a:moveTo>
                    <a:pt x="566958" y="1801421"/>
                  </a:moveTo>
                  <a:lnTo>
                    <a:pt x="634871" y="1784190"/>
                  </a:lnTo>
                  <a:lnTo>
                    <a:pt x="612724" y="1739453"/>
                  </a:lnTo>
                  <a:close/>
                  <a:moveTo>
                    <a:pt x="566958" y="1801421"/>
                  </a:moveTo>
                  <a:lnTo>
                    <a:pt x="612724" y="1739453"/>
                  </a:lnTo>
                  <a:lnTo>
                    <a:pt x="564238" y="1740889"/>
                  </a:lnTo>
                  <a:close/>
                  <a:moveTo>
                    <a:pt x="483031" y="1752508"/>
                  </a:moveTo>
                  <a:lnTo>
                    <a:pt x="509970" y="1777719"/>
                  </a:lnTo>
                  <a:lnTo>
                    <a:pt x="514492" y="1743350"/>
                  </a:lnTo>
                  <a:close/>
                  <a:moveTo>
                    <a:pt x="470941" y="1700971"/>
                  </a:moveTo>
                  <a:lnTo>
                    <a:pt x="514492" y="1743350"/>
                  </a:lnTo>
                  <a:lnTo>
                    <a:pt x="503563" y="1689491"/>
                  </a:lnTo>
                  <a:close/>
                  <a:moveTo>
                    <a:pt x="514492" y="1743350"/>
                  </a:moveTo>
                  <a:lnTo>
                    <a:pt x="564238" y="1740889"/>
                  </a:lnTo>
                  <a:lnTo>
                    <a:pt x="503563" y="1689491"/>
                  </a:lnTo>
                  <a:close/>
                  <a:moveTo>
                    <a:pt x="285905" y="1316121"/>
                  </a:moveTo>
                  <a:lnTo>
                    <a:pt x="303698" y="1367658"/>
                  </a:lnTo>
                  <a:lnTo>
                    <a:pt x="306961" y="1296179"/>
                  </a:lnTo>
                  <a:close/>
                  <a:moveTo>
                    <a:pt x="318087" y="1262373"/>
                  </a:moveTo>
                  <a:lnTo>
                    <a:pt x="315742" y="1265986"/>
                  </a:lnTo>
                  <a:lnTo>
                    <a:pt x="311363" y="1289390"/>
                  </a:lnTo>
                  <a:close/>
                  <a:moveTo>
                    <a:pt x="311363" y="1289390"/>
                  </a:moveTo>
                  <a:lnTo>
                    <a:pt x="315742" y="1265986"/>
                  </a:lnTo>
                  <a:lnTo>
                    <a:pt x="306961" y="1296179"/>
                  </a:lnTo>
                  <a:close/>
                  <a:moveTo>
                    <a:pt x="306961" y="1296179"/>
                  </a:moveTo>
                  <a:lnTo>
                    <a:pt x="315742" y="1265986"/>
                  </a:lnTo>
                  <a:lnTo>
                    <a:pt x="285905" y="1316121"/>
                  </a:lnTo>
                  <a:close/>
                  <a:moveTo>
                    <a:pt x="865595" y="1731762"/>
                  </a:moveTo>
                  <a:lnTo>
                    <a:pt x="893633" y="1783299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865595" y="1731762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908533" y="1707669"/>
                  </a:lnTo>
                  <a:lnTo>
                    <a:pt x="891716" y="1656132"/>
                  </a:lnTo>
                  <a:close/>
                  <a:moveTo>
                    <a:pt x="441659" y="1157392"/>
                  </a:moveTo>
                  <a:lnTo>
                    <a:pt x="407627" y="1165051"/>
                  </a:lnTo>
                  <a:lnTo>
                    <a:pt x="362023" y="1169222"/>
                  </a:lnTo>
                  <a:close/>
                  <a:moveTo>
                    <a:pt x="441659" y="1157392"/>
                  </a:moveTo>
                  <a:lnTo>
                    <a:pt x="362023" y="1169222"/>
                  </a:lnTo>
                  <a:lnTo>
                    <a:pt x="395476" y="1159400"/>
                  </a:lnTo>
                  <a:close/>
                  <a:moveTo>
                    <a:pt x="917235" y="1643820"/>
                  </a:moveTo>
                  <a:lnTo>
                    <a:pt x="849027" y="1632416"/>
                  </a:lnTo>
                  <a:lnTo>
                    <a:pt x="891716" y="1656132"/>
                  </a:lnTo>
                  <a:close/>
                  <a:moveTo>
                    <a:pt x="860496" y="1589222"/>
                  </a:moveTo>
                  <a:lnTo>
                    <a:pt x="849027" y="1632416"/>
                  </a:lnTo>
                  <a:lnTo>
                    <a:pt x="917235" y="1643820"/>
                  </a:lnTo>
                  <a:close/>
                  <a:moveTo>
                    <a:pt x="940657" y="1632038"/>
                  </a:moveTo>
                  <a:lnTo>
                    <a:pt x="971194" y="1604922"/>
                  </a:lnTo>
                  <a:lnTo>
                    <a:pt x="917235" y="1643820"/>
                  </a:lnTo>
                  <a:close/>
                  <a:moveTo>
                    <a:pt x="917235" y="1643820"/>
                  </a:moveTo>
                  <a:lnTo>
                    <a:pt x="971194" y="1604922"/>
                  </a:lnTo>
                  <a:lnTo>
                    <a:pt x="947117" y="1594766"/>
                  </a:lnTo>
                  <a:close/>
                  <a:moveTo>
                    <a:pt x="848252" y="1536434"/>
                  </a:moveTo>
                  <a:lnTo>
                    <a:pt x="806271" y="1532582"/>
                  </a:lnTo>
                  <a:lnTo>
                    <a:pt x="860496" y="1589222"/>
                  </a:lnTo>
                  <a:close/>
                  <a:moveTo>
                    <a:pt x="848252" y="1536434"/>
                  </a:moveTo>
                  <a:lnTo>
                    <a:pt x="893235" y="1528965"/>
                  </a:lnTo>
                  <a:lnTo>
                    <a:pt x="902364" y="1522253"/>
                  </a:lnTo>
                  <a:close/>
                  <a:moveTo>
                    <a:pt x="756337" y="1325640"/>
                  </a:moveTo>
                  <a:lnTo>
                    <a:pt x="753913" y="1322818"/>
                  </a:lnTo>
                  <a:lnTo>
                    <a:pt x="754431" y="1323756"/>
                  </a:lnTo>
                  <a:close/>
                  <a:moveTo>
                    <a:pt x="565692" y="1175021"/>
                  </a:moveTo>
                  <a:lnTo>
                    <a:pt x="534707" y="1116672"/>
                  </a:lnTo>
                  <a:lnTo>
                    <a:pt x="508294" y="1120960"/>
                  </a:lnTo>
                  <a:close/>
                  <a:moveTo>
                    <a:pt x="508294" y="1120960"/>
                  </a:moveTo>
                  <a:lnTo>
                    <a:pt x="550978" y="1081864"/>
                  </a:lnTo>
                  <a:lnTo>
                    <a:pt x="540211" y="1070251"/>
                  </a:lnTo>
                  <a:close/>
                  <a:moveTo>
                    <a:pt x="893235" y="1528965"/>
                  </a:moveTo>
                  <a:lnTo>
                    <a:pt x="908997" y="1547053"/>
                  </a:lnTo>
                  <a:lnTo>
                    <a:pt x="909510" y="1524614"/>
                  </a:lnTo>
                  <a:close/>
                  <a:moveTo>
                    <a:pt x="902364" y="1522253"/>
                  </a:moveTo>
                  <a:lnTo>
                    <a:pt x="893235" y="1528965"/>
                  </a:lnTo>
                  <a:lnTo>
                    <a:pt x="909510" y="1524614"/>
                  </a:lnTo>
                  <a:close/>
                  <a:moveTo>
                    <a:pt x="909510" y="1524614"/>
                  </a:moveTo>
                  <a:lnTo>
                    <a:pt x="908997" y="1547053"/>
                  </a:lnTo>
                  <a:lnTo>
                    <a:pt x="920554" y="1528965"/>
                  </a:lnTo>
                  <a:close/>
                  <a:moveTo>
                    <a:pt x="909510" y="1524614"/>
                  </a:moveTo>
                  <a:lnTo>
                    <a:pt x="920554" y="1528965"/>
                  </a:lnTo>
                  <a:lnTo>
                    <a:pt x="902364" y="1522253"/>
                  </a:lnTo>
                  <a:close/>
                  <a:moveTo>
                    <a:pt x="753913" y="1322818"/>
                  </a:moveTo>
                  <a:lnTo>
                    <a:pt x="756337" y="1325640"/>
                  </a:lnTo>
                  <a:lnTo>
                    <a:pt x="758587" y="1320376"/>
                  </a:lnTo>
                  <a:close/>
                  <a:moveTo>
                    <a:pt x="550978" y="1081864"/>
                  </a:moveTo>
                  <a:lnTo>
                    <a:pt x="534707" y="1116672"/>
                  </a:lnTo>
                  <a:lnTo>
                    <a:pt x="573502" y="1105929"/>
                  </a:lnTo>
                  <a:close/>
                  <a:moveTo>
                    <a:pt x="1003745" y="1504871"/>
                  </a:moveTo>
                  <a:lnTo>
                    <a:pt x="1055331" y="1482029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03745" y="1504871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20357" y="1429240"/>
                  </a:lnTo>
                  <a:lnTo>
                    <a:pt x="958697" y="1423299"/>
                  </a:lnTo>
                  <a:close/>
                  <a:moveTo>
                    <a:pt x="1020357" y="1429240"/>
                  </a:moveTo>
                  <a:lnTo>
                    <a:pt x="985046" y="1386913"/>
                  </a:lnTo>
                  <a:lnTo>
                    <a:pt x="958697" y="1423299"/>
                  </a:lnTo>
                  <a:close/>
                  <a:moveTo>
                    <a:pt x="976673" y="1377704"/>
                  </a:moveTo>
                  <a:lnTo>
                    <a:pt x="958697" y="1423299"/>
                  </a:lnTo>
                  <a:lnTo>
                    <a:pt x="985046" y="1386913"/>
                  </a:lnTo>
                  <a:close/>
                  <a:moveTo>
                    <a:pt x="1178701" y="1583181"/>
                  </a:moveTo>
                  <a:lnTo>
                    <a:pt x="1174325" y="1583850"/>
                  </a:lnTo>
                  <a:lnTo>
                    <a:pt x="1221141" y="1610704"/>
                  </a:lnTo>
                  <a:close/>
                  <a:moveTo>
                    <a:pt x="1177323" y="1581773"/>
                  </a:moveTo>
                  <a:lnTo>
                    <a:pt x="1174325" y="1583850"/>
                  </a:lnTo>
                  <a:lnTo>
                    <a:pt x="1178701" y="1583181"/>
                  </a:lnTo>
                  <a:close/>
                  <a:moveTo>
                    <a:pt x="1206382" y="1508220"/>
                  </a:moveTo>
                  <a:lnTo>
                    <a:pt x="1178701" y="1583181"/>
                  </a:lnTo>
                  <a:lnTo>
                    <a:pt x="1244699" y="1559756"/>
                  </a:lnTo>
                  <a:close/>
                  <a:moveTo>
                    <a:pt x="1178701" y="1583181"/>
                  </a:moveTo>
                  <a:lnTo>
                    <a:pt x="1221141" y="1610704"/>
                  </a:lnTo>
                  <a:lnTo>
                    <a:pt x="1244699" y="1559756"/>
                  </a:lnTo>
                  <a:close/>
                  <a:moveTo>
                    <a:pt x="1112555" y="1473489"/>
                  </a:moveTo>
                  <a:lnTo>
                    <a:pt x="1056214" y="1478320"/>
                  </a:lnTo>
                  <a:lnTo>
                    <a:pt x="1066155" y="1480777"/>
                  </a:lnTo>
                  <a:close/>
                  <a:moveTo>
                    <a:pt x="1064121" y="1412140"/>
                  </a:moveTo>
                  <a:lnTo>
                    <a:pt x="1056214" y="1478320"/>
                  </a:lnTo>
                  <a:lnTo>
                    <a:pt x="1112555" y="1473489"/>
                  </a:lnTo>
                  <a:close/>
                  <a:moveTo>
                    <a:pt x="1020357" y="1429240"/>
                  </a:moveTo>
                  <a:lnTo>
                    <a:pt x="1056214" y="1478320"/>
                  </a:lnTo>
                  <a:lnTo>
                    <a:pt x="1064121" y="1412140"/>
                  </a:lnTo>
                  <a:close/>
                  <a:moveTo>
                    <a:pt x="1064121" y="1412140"/>
                  </a:moveTo>
                  <a:lnTo>
                    <a:pt x="985046" y="1386913"/>
                  </a:lnTo>
                  <a:lnTo>
                    <a:pt x="1020357" y="1429240"/>
                  </a:lnTo>
                  <a:close/>
                  <a:moveTo>
                    <a:pt x="989071" y="1372429"/>
                  </a:moveTo>
                  <a:lnTo>
                    <a:pt x="985046" y="1386913"/>
                  </a:lnTo>
                  <a:lnTo>
                    <a:pt x="1064121" y="1412140"/>
                  </a:lnTo>
                  <a:close/>
                  <a:moveTo>
                    <a:pt x="1045767" y="1364318"/>
                  </a:moveTo>
                  <a:lnTo>
                    <a:pt x="989071" y="1372429"/>
                  </a:lnTo>
                  <a:lnTo>
                    <a:pt x="1064121" y="1412140"/>
                  </a:lnTo>
                  <a:close/>
                  <a:moveTo>
                    <a:pt x="976673" y="1377704"/>
                  </a:moveTo>
                  <a:lnTo>
                    <a:pt x="985046" y="1386913"/>
                  </a:lnTo>
                  <a:lnTo>
                    <a:pt x="989071" y="1372429"/>
                  </a:lnTo>
                  <a:close/>
                  <a:moveTo>
                    <a:pt x="939894" y="1326167"/>
                  </a:moveTo>
                  <a:lnTo>
                    <a:pt x="976673" y="1377704"/>
                  </a:lnTo>
                  <a:lnTo>
                    <a:pt x="989071" y="1372429"/>
                  </a:lnTo>
                  <a:close/>
                  <a:moveTo>
                    <a:pt x="909535" y="1274630"/>
                  </a:moveTo>
                  <a:lnTo>
                    <a:pt x="939894" y="1326167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09535" y="1274630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70170" y="1250537"/>
                  </a:lnTo>
                  <a:lnTo>
                    <a:pt x="950187" y="1199000"/>
                  </a:lnTo>
                  <a:close/>
                  <a:moveTo>
                    <a:pt x="1244699" y="1559756"/>
                  </a:moveTo>
                  <a:lnTo>
                    <a:pt x="1221141" y="1610704"/>
                  </a:lnTo>
                  <a:lnTo>
                    <a:pt x="1290891" y="1592697"/>
                  </a:lnTo>
                  <a:close/>
                  <a:moveTo>
                    <a:pt x="1280167" y="1535662"/>
                  </a:moveTo>
                  <a:lnTo>
                    <a:pt x="1244699" y="1559756"/>
                  </a:lnTo>
                  <a:lnTo>
                    <a:pt x="1290891" y="1592697"/>
                  </a:lnTo>
                  <a:close/>
                  <a:moveTo>
                    <a:pt x="950187" y="1199000"/>
                  </a:moveTo>
                  <a:lnTo>
                    <a:pt x="1007594" y="1231884"/>
                  </a:lnTo>
                  <a:lnTo>
                    <a:pt x="983122" y="1189037"/>
                  </a:lnTo>
                  <a:close/>
                  <a:moveTo>
                    <a:pt x="950187" y="1199000"/>
                  </a:moveTo>
                  <a:lnTo>
                    <a:pt x="970170" y="1250537"/>
                  </a:lnTo>
                  <a:lnTo>
                    <a:pt x="1007594" y="1231884"/>
                  </a:lnTo>
                  <a:close/>
                  <a:moveTo>
                    <a:pt x="983122" y="1189037"/>
                  </a:moveTo>
                  <a:lnTo>
                    <a:pt x="913663" y="1159802"/>
                  </a:lnTo>
                  <a:lnTo>
                    <a:pt x="950187" y="1199000"/>
                  </a:lnTo>
                  <a:close/>
                  <a:moveTo>
                    <a:pt x="915998" y="1142882"/>
                  </a:moveTo>
                  <a:lnTo>
                    <a:pt x="913663" y="1159802"/>
                  </a:lnTo>
                  <a:lnTo>
                    <a:pt x="983122" y="1189037"/>
                  </a:lnTo>
                  <a:close/>
                  <a:moveTo>
                    <a:pt x="977965" y="1130487"/>
                  </a:moveTo>
                  <a:lnTo>
                    <a:pt x="915998" y="1142882"/>
                  </a:lnTo>
                  <a:lnTo>
                    <a:pt x="983122" y="1189037"/>
                  </a:lnTo>
                  <a:close/>
                  <a:moveTo>
                    <a:pt x="1019227" y="1197666"/>
                  </a:moveTo>
                  <a:lnTo>
                    <a:pt x="1012892" y="1123370"/>
                  </a:lnTo>
                  <a:lnTo>
                    <a:pt x="977965" y="1130487"/>
                  </a:lnTo>
                  <a:close/>
                  <a:moveTo>
                    <a:pt x="1019227" y="1197666"/>
                  </a:moveTo>
                  <a:lnTo>
                    <a:pt x="977965" y="1130487"/>
                  </a:lnTo>
                  <a:lnTo>
                    <a:pt x="983122" y="1189037"/>
                  </a:lnTo>
                  <a:close/>
                  <a:moveTo>
                    <a:pt x="896971" y="1147464"/>
                  </a:moveTo>
                  <a:lnTo>
                    <a:pt x="913663" y="1159802"/>
                  </a:lnTo>
                  <a:lnTo>
                    <a:pt x="915998" y="1142882"/>
                  </a:lnTo>
                  <a:close/>
                  <a:moveTo>
                    <a:pt x="874981" y="1095927"/>
                  </a:moveTo>
                  <a:lnTo>
                    <a:pt x="896971" y="1147464"/>
                  </a:lnTo>
                  <a:lnTo>
                    <a:pt x="921770" y="1071833"/>
                  </a:lnTo>
                  <a:close/>
                  <a:moveTo>
                    <a:pt x="1012892" y="1123370"/>
                  </a:moveTo>
                  <a:lnTo>
                    <a:pt x="983040" y="1071833"/>
                  </a:lnTo>
                  <a:lnTo>
                    <a:pt x="977965" y="1130487"/>
                  </a:lnTo>
                  <a:close/>
                  <a:moveTo>
                    <a:pt x="849028" y="1044390"/>
                  </a:moveTo>
                  <a:lnTo>
                    <a:pt x="874981" y="1095927"/>
                  </a:lnTo>
                  <a:lnTo>
                    <a:pt x="921770" y="1071833"/>
                  </a:lnTo>
                  <a:close/>
                  <a:moveTo>
                    <a:pt x="849028" y="1044390"/>
                  </a:moveTo>
                  <a:lnTo>
                    <a:pt x="921770" y="1071833"/>
                  </a:lnTo>
                  <a:lnTo>
                    <a:pt x="895387" y="1020296"/>
                  </a:lnTo>
                  <a:close/>
                  <a:moveTo>
                    <a:pt x="832409" y="984628"/>
                  </a:moveTo>
                  <a:lnTo>
                    <a:pt x="824291" y="1000332"/>
                  </a:lnTo>
                  <a:lnTo>
                    <a:pt x="857843" y="968760"/>
                  </a:lnTo>
                  <a:close/>
                  <a:moveTo>
                    <a:pt x="857843" y="968760"/>
                  </a:moveTo>
                  <a:lnTo>
                    <a:pt x="824291" y="1000332"/>
                  </a:lnTo>
                  <a:lnTo>
                    <a:pt x="849028" y="1044390"/>
                  </a:lnTo>
                  <a:close/>
                  <a:moveTo>
                    <a:pt x="857843" y="968760"/>
                  </a:moveTo>
                  <a:lnTo>
                    <a:pt x="849028" y="1044390"/>
                  </a:lnTo>
                  <a:lnTo>
                    <a:pt x="895387" y="1020296"/>
                  </a:lnTo>
                  <a:close/>
                  <a:moveTo>
                    <a:pt x="818417" y="992854"/>
                  </a:moveTo>
                  <a:lnTo>
                    <a:pt x="824291" y="1000332"/>
                  </a:lnTo>
                  <a:lnTo>
                    <a:pt x="832409" y="984628"/>
                  </a:lnTo>
                  <a:close/>
                  <a:moveTo>
                    <a:pt x="818361" y="941317"/>
                  </a:moveTo>
                  <a:lnTo>
                    <a:pt x="832409" y="984628"/>
                  </a:lnTo>
                  <a:lnTo>
                    <a:pt x="857843" y="968760"/>
                  </a:lnTo>
                  <a:close/>
                  <a:moveTo>
                    <a:pt x="1050568" y="1109444"/>
                  </a:moveTo>
                  <a:lnTo>
                    <a:pt x="1037342" y="1137963"/>
                  </a:lnTo>
                  <a:lnTo>
                    <a:pt x="1079339" y="1099275"/>
                  </a:lnTo>
                  <a:close/>
                  <a:moveTo>
                    <a:pt x="1012892" y="1123370"/>
                  </a:moveTo>
                  <a:lnTo>
                    <a:pt x="1037342" y="1137963"/>
                  </a:lnTo>
                  <a:lnTo>
                    <a:pt x="1050568" y="1109444"/>
                  </a:lnTo>
                  <a:close/>
                  <a:moveTo>
                    <a:pt x="1034407" y="1047739"/>
                  </a:moveTo>
                  <a:lnTo>
                    <a:pt x="1050568" y="1109444"/>
                  </a:lnTo>
                  <a:lnTo>
                    <a:pt x="1057881" y="1079854"/>
                  </a:lnTo>
                  <a:close/>
                  <a:moveTo>
                    <a:pt x="1012892" y="1123370"/>
                  </a:moveTo>
                  <a:lnTo>
                    <a:pt x="1050568" y="1109444"/>
                  </a:lnTo>
                  <a:lnTo>
                    <a:pt x="1034407" y="1047739"/>
                  </a:lnTo>
                  <a:close/>
                  <a:moveTo>
                    <a:pt x="983040" y="1071833"/>
                  </a:moveTo>
                  <a:lnTo>
                    <a:pt x="1012892" y="1123370"/>
                  </a:lnTo>
                  <a:lnTo>
                    <a:pt x="1034407" y="1047739"/>
                  </a:lnTo>
                  <a:close/>
                  <a:moveTo>
                    <a:pt x="1050568" y="1109444"/>
                  </a:moveTo>
                  <a:lnTo>
                    <a:pt x="1079339" y="1099275"/>
                  </a:lnTo>
                  <a:lnTo>
                    <a:pt x="1057881" y="1079854"/>
                  </a:lnTo>
                  <a:close/>
                  <a:moveTo>
                    <a:pt x="895387" y="1020296"/>
                  </a:moveTo>
                  <a:lnTo>
                    <a:pt x="930569" y="1068294"/>
                  </a:lnTo>
                  <a:lnTo>
                    <a:pt x="925433" y="1009726"/>
                  </a:lnTo>
                  <a:close/>
                  <a:moveTo>
                    <a:pt x="895387" y="1020296"/>
                  </a:moveTo>
                  <a:lnTo>
                    <a:pt x="921770" y="1071833"/>
                  </a:lnTo>
                  <a:lnTo>
                    <a:pt x="930569" y="1068294"/>
                  </a:lnTo>
                  <a:close/>
                  <a:moveTo>
                    <a:pt x="925433" y="1009726"/>
                  </a:moveTo>
                  <a:lnTo>
                    <a:pt x="930569" y="1068294"/>
                  </a:lnTo>
                  <a:lnTo>
                    <a:pt x="976738" y="1005998"/>
                  </a:lnTo>
                  <a:close/>
                  <a:moveTo>
                    <a:pt x="976738" y="1005998"/>
                  </a:moveTo>
                  <a:lnTo>
                    <a:pt x="972064" y="1068577"/>
                  </a:lnTo>
                  <a:lnTo>
                    <a:pt x="1012808" y="996202"/>
                  </a:lnTo>
                  <a:close/>
                  <a:moveTo>
                    <a:pt x="1012808" y="996202"/>
                  </a:moveTo>
                  <a:lnTo>
                    <a:pt x="983040" y="1071833"/>
                  </a:lnTo>
                  <a:lnTo>
                    <a:pt x="1034407" y="1047739"/>
                  </a:lnTo>
                  <a:close/>
                  <a:moveTo>
                    <a:pt x="923851" y="944666"/>
                  </a:moveTo>
                  <a:lnTo>
                    <a:pt x="925433" y="1009726"/>
                  </a:lnTo>
                  <a:lnTo>
                    <a:pt x="930139" y="951602"/>
                  </a:lnTo>
                  <a:close/>
                  <a:moveTo>
                    <a:pt x="895387" y="1020296"/>
                  </a:moveTo>
                  <a:lnTo>
                    <a:pt x="925433" y="1009726"/>
                  </a:lnTo>
                  <a:lnTo>
                    <a:pt x="923851" y="944666"/>
                  </a:lnTo>
                  <a:close/>
                  <a:moveTo>
                    <a:pt x="925433" y="1009726"/>
                  </a:moveTo>
                  <a:lnTo>
                    <a:pt x="976738" y="1005998"/>
                  </a:lnTo>
                  <a:lnTo>
                    <a:pt x="930139" y="951602"/>
                  </a:lnTo>
                  <a:close/>
                  <a:moveTo>
                    <a:pt x="976738" y="1005998"/>
                  </a:moveTo>
                  <a:lnTo>
                    <a:pt x="978372" y="957262"/>
                  </a:lnTo>
                  <a:lnTo>
                    <a:pt x="930139" y="951602"/>
                  </a:lnTo>
                  <a:close/>
                  <a:moveTo>
                    <a:pt x="978372" y="957262"/>
                  </a:moveTo>
                  <a:lnTo>
                    <a:pt x="976738" y="1005998"/>
                  </a:lnTo>
                  <a:lnTo>
                    <a:pt x="1012808" y="996202"/>
                  </a:lnTo>
                  <a:close/>
                  <a:moveTo>
                    <a:pt x="208425" y="0"/>
                  </a:moveTo>
                  <a:lnTo>
                    <a:pt x="131138" y="20616"/>
                  </a:lnTo>
                  <a:lnTo>
                    <a:pt x="164282" y="9635"/>
                  </a:lnTo>
                  <a:close/>
                  <a:moveTo>
                    <a:pt x="1132207" y="1081055"/>
                  </a:moveTo>
                  <a:lnTo>
                    <a:pt x="1057881" y="1079854"/>
                  </a:lnTo>
                  <a:lnTo>
                    <a:pt x="1079339" y="1099275"/>
                  </a:lnTo>
                  <a:close/>
                  <a:moveTo>
                    <a:pt x="1066943" y="1033388"/>
                  </a:moveTo>
                  <a:lnTo>
                    <a:pt x="1057881" y="1079854"/>
                  </a:lnTo>
                  <a:lnTo>
                    <a:pt x="1132207" y="1081055"/>
                  </a:lnTo>
                  <a:close/>
                  <a:moveTo>
                    <a:pt x="1034407" y="1047739"/>
                  </a:moveTo>
                  <a:lnTo>
                    <a:pt x="1057881" y="1079854"/>
                  </a:lnTo>
                  <a:lnTo>
                    <a:pt x="1066943" y="1033388"/>
                  </a:lnTo>
                  <a:close/>
                  <a:moveTo>
                    <a:pt x="1034407" y="1047739"/>
                  </a:moveTo>
                  <a:lnTo>
                    <a:pt x="1066943" y="1033388"/>
                  </a:lnTo>
                  <a:lnTo>
                    <a:pt x="1061557" y="972108"/>
                  </a:lnTo>
                  <a:close/>
                  <a:moveTo>
                    <a:pt x="1012808" y="996202"/>
                  </a:moveTo>
                  <a:lnTo>
                    <a:pt x="1034407" y="1047739"/>
                  </a:lnTo>
                  <a:lnTo>
                    <a:pt x="1061557" y="972108"/>
                  </a:lnTo>
                  <a:close/>
                  <a:moveTo>
                    <a:pt x="1006371" y="927044"/>
                  </a:moveTo>
                  <a:lnTo>
                    <a:pt x="930139" y="951602"/>
                  </a:lnTo>
                  <a:lnTo>
                    <a:pt x="978372" y="957262"/>
                  </a:lnTo>
                  <a:close/>
                  <a:moveTo>
                    <a:pt x="953904" y="836333"/>
                  </a:moveTo>
                  <a:lnTo>
                    <a:pt x="905535" y="837675"/>
                  </a:lnTo>
                  <a:lnTo>
                    <a:pt x="973296" y="883311"/>
                  </a:lnTo>
                  <a:close/>
                  <a:moveTo>
                    <a:pt x="889982" y="787576"/>
                  </a:moveTo>
                  <a:lnTo>
                    <a:pt x="835152" y="771138"/>
                  </a:lnTo>
                  <a:lnTo>
                    <a:pt x="877844" y="790056"/>
                  </a:lnTo>
                  <a:close/>
                  <a:moveTo>
                    <a:pt x="762771" y="540295"/>
                  </a:moveTo>
                  <a:lnTo>
                    <a:pt x="726599" y="583909"/>
                  </a:lnTo>
                  <a:lnTo>
                    <a:pt x="743664" y="559816"/>
                  </a:lnTo>
                  <a:close/>
                  <a:moveTo>
                    <a:pt x="1201857" y="1023645"/>
                  </a:moveTo>
                  <a:lnTo>
                    <a:pt x="1209780" y="1075182"/>
                  </a:lnTo>
                  <a:lnTo>
                    <a:pt x="1242021" y="1051088"/>
                  </a:lnTo>
                  <a:close/>
                  <a:moveTo>
                    <a:pt x="1201857" y="1023645"/>
                  </a:moveTo>
                  <a:lnTo>
                    <a:pt x="1242021" y="1051088"/>
                  </a:lnTo>
                  <a:lnTo>
                    <a:pt x="1219880" y="999551"/>
                  </a:lnTo>
                  <a:close/>
                  <a:moveTo>
                    <a:pt x="790266" y="508196"/>
                  </a:moveTo>
                  <a:lnTo>
                    <a:pt x="743664" y="559816"/>
                  </a:lnTo>
                  <a:lnTo>
                    <a:pt x="764300" y="535722"/>
                  </a:lnTo>
                  <a:close/>
                  <a:moveTo>
                    <a:pt x="790266" y="508196"/>
                  </a:moveTo>
                  <a:lnTo>
                    <a:pt x="762771" y="540295"/>
                  </a:lnTo>
                  <a:lnTo>
                    <a:pt x="743664" y="559816"/>
                  </a:lnTo>
                  <a:close/>
                  <a:moveTo>
                    <a:pt x="1131666" y="830523"/>
                  </a:moveTo>
                  <a:lnTo>
                    <a:pt x="1073180" y="844941"/>
                  </a:lnTo>
                  <a:lnTo>
                    <a:pt x="1088088" y="890712"/>
                  </a:lnTo>
                  <a:close/>
                  <a:moveTo>
                    <a:pt x="1230739" y="837190"/>
                  </a:moveTo>
                  <a:lnTo>
                    <a:pt x="1253027" y="807823"/>
                  </a:lnTo>
                  <a:lnTo>
                    <a:pt x="1238604" y="826817"/>
                  </a:lnTo>
                  <a:close/>
                  <a:moveTo>
                    <a:pt x="1230739" y="837190"/>
                  </a:moveTo>
                  <a:lnTo>
                    <a:pt x="1238604" y="826817"/>
                  </a:lnTo>
                  <a:lnTo>
                    <a:pt x="1200020" y="857236"/>
                  </a:lnTo>
                  <a:close/>
                  <a:moveTo>
                    <a:pt x="1310008" y="736738"/>
                  </a:moveTo>
                  <a:lnTo>
                    <a:pt x="1256271" y="745217"/>
                  </a:lnTo>
                  <a:lnTo>
                    <a:pt x="1340016" y="761505"/>
                  </a:lnTo>
                  <a:close/>
                  <a:moveTo>
                    <a:pt x="1340016" y="761505"/>
                  </a:moveTo>
                  <a:lnTo>
                    <a:pt x="1358420" y="772660"/>
                  </a:lnTo>
                  <a:lnTo>
                    <a:pt x="1310008" y="736738"/>
                  </a:lnTo>
                  <a:close/>
                  <a:moveTo>
                    <a:pt x="1340016" y="761505"/>
                  </a:moveTo>
                  <a:lnTo>
                    <a:pt x="1325984" y="772660"/>
                  </a:lnTo>
                  <a:lnTo>
                    <a:pt x="1348093" y="768518"/>
                  </a:lnTo>
                  <a:close/>
                  <a:moveTo>
                    <a:pt x="1348093" y="768518"/>
                  </a:moveTo>
                  <a:lnTo>
                    <a:pt x="1358420" y="772660"/>
                  </a:lnTo>
                  <a:lnTo>
                    <a:pt x="1340016" y="76150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9" name="Output_density__4218">
              <a:extLst>
                <a:ext uri="{FF2B5EF4-FFF2-40B4-BE49-F238E27FC236}">
                  <a16:creationId xmlns:a16="http://schemas.microsoft.com/office/drawing/2014/main" id="{C66173F7-1578-0B5B-F298-476B381F9159}"/>
                </a:ext>
              </a:extLst>
            </p:cNvPr>
            <p:cNvSpPr>
              <a:spLocks noGrp="1"/>
            </p:cNvSpPr>
            <p:nvPr/>
          </p:nvSpPr>
          <p:spPr>
            <a:xfrm>
              <a:off x="15341848" y="3371457"/>
              <a:ext cx="1328435" cy="1137807"/>
            </a:xfrm>
            <a:custGeom>
              <a:avLst/>
              <a:gdLst/>
              <a:ahLst/>
              <a:cxnLst/>
              <a:rect l="0" t="0" r="0" b="0"/>
              <a:pathLst>
                <a:path w="1328435" h="1137807">
                  <a:moveTo>
                    <a:pt x="15302" y="853753"/>
                  </a:moveTo>
                  <a:lnTo>
                    <a:pt x="18866" y="821890"/>
                  </a:lnTo>
                  <a:lnTo>
                    <a:pt x="0" y="845983"/>
                  </a:lnTo>
                  <a:close/>
                  <a:moveTo>
                    <a:pt x="75392" y="768843"/>
                  </a:moveTo>
                  <a:lnTo>
                    <a:pt x="18866" y="821890"/>
                  </a:lnTo>
                  <a:lnTo>
                    <a:pt x="64172" y="797796"/>
                  </a:lnTo>
                  <a:close/>
                  <a:moveTo>
                    <a:pt x="75392" y="768843"/>
                  </a:moveTo>
                  <a:lnTo>
                    <a:pt x="40913" y="774832"/>
                  </a:lnTo>
                  <a:lnTo>
                    <a:pt x="18866" y="821890"/>
                  </a:lnTo>
                  <a:close/>
                  <a:moveTo>
                    <a:pt x="135110" y="730780"/>
                  </a:moveTo>
                  <a:lnTo>
                    <a:pt x="94746" y="746259"/>
                  </a:lnTo>
                  <a:lnTo>
                    <a:pt x="149981" y="738143"/>
                  </a:lnTo>
                  <a:close/>
                  <a:moveTo>
                    <a:pt x="94746" y="746259"/>
                  </a:moveTo>
                  <a:lnTo>
                    <a:pt x="75392" y="768843"/>
                  </a:lnTo>
                  <a:lnTo>
                    <a:pt x="149981" y="738143"/>
                  </a:lnTo>
                  <a:close/>
                  <a:moveTo>
                    <a:pt x="149981" y="738143"/>
                  </a:moveTo>
                  <a:lnTo>
                    <a:pt x="75392" y="768843"/>
                  </a:lnTo>
                  <a:lnTo>
                    <a:pt x="139772" y="773702"/>
                  </a:lnTo>
                  <a:close/>
                  <a:moveTo>
                    <a:pt x="106059" y="708828"/>
                  </a:moveTo>
                  <a:lnTo>
                    <a:pt x="94746" y="746259"/>
                  </a:lnTo>
                  <a:lnTo>
                    <a:pt x="135110" y="730780"/>
                  </a:lnTo>
                  <a:close/>
                  <a:moveTo>
                    <a:pt x="106274" y="694723"/>
                  </a:moveTo>
                  <a:lnTo>
                    <a:pt x="135110" y="730780"/>
                  </a:lnTo>
                  <a:lnTo>
                    <a:pt x="157216" y="722165"/>
                  </a:lnTo>
                  <a:close/>
                  <a:moveTo>
                    <a:pt x="106274" y="694723"/>
                  </a:moveTo>
                  <a:lnTo>
                    <a:pt x="157216" y="722165"/>
                  </a:lnTo>
                  <a:lnTo>
                    <a:pt x="141230" y="670629"/>
                  </a:lnTo>
                  <a:close/>
                  <a:moveTo>
                    <a:pt x="415011" y="968870"/>
                  </a:moveTo>
                  <a:lnTo>
                    <a:pt x="344123" y="939978"/>
                  </a:lnTo>
                  <a:lnTo>
                    <a:pt x="366209" y="979848"/>
                  </a:lnTo>
                  <a:close/>
                  <a:moveTo>
                    <a:pt x="141230" y="670629"/>
                  </a:moveTo>
                  <a:lnTo>
                    <a:pt x="157216" y="722165"/>
                  </a:lnTo>
                  <a:lnTo>
                    <a:pt x="206824" y="710461"/>
                  </a:lnTo>
                  <a:close/>
                  <a:moveTo>
                    <a:pt x="132106" y="619092"/>
                  </a:moveTo>
                  <a:lnTo>
                    <a:pt x="202560" y="651184"/>
                  </a:lnTo>
                  <a:lnTo>
                    <a:pt x="181731" y="605375"/>
                  </a:lnTo>
                  <a:close/>
                  <a:moveTo>
                    <a:pt x="132106" y="619092"/>
                  </a:moveTo>
                  <a:lnTo>
                    <a:pt x="141230" y="670629"/>
                  </a:lnTo>
                  <a:lnTo>
                    <a:pt x="202560" y="651184"/>
                  </a:lnTo>
                  <a:close/>
                  <a:moveTo>
                    <a:pt x="459360" y="955754"/>
                  </a:moveTo>
                  <a:lnTo>
                    <a:pt x="471450" y="1007291"/>
                  </a:lnTo>
                  <a:lnTo>
                    <a:pt x="502912" y="998133"/>
                  </a:lnTo>
                  <a:close/>
                  <a:moveTo>
                    <a:pt x="822624" y="1116352"/>
                  </a:moveTo>
                  <a:lnTo>
                    <a:pt x="736976" y="1090931"/>
                  </a:lnTo>
                  <a:lnTo>
                    <a:pt x="759722" y="1137807"/>
                  </a:lnTo>
                  <a:close/>
                  <a:moveTo>
                    <a:pt x="843602" y="1062176"/>
                  </a:moveTo>
                  <a:lnTo>
                    <a:pt x="838034" y="1113713"/>
                  </a:lnTo>
                  <a:lnTo>
                    <a:pt x="893424" y="1089619"/>
                  </a:lnTo>
                  <a:close/>
                  <a:moveTo>
                    <a:pt x="843602" y="1062176"/>
                  </a:moveTo>
                  <a:lnTo>
                    <a:pt x="893424" y="1089619"/>
                  </a:lnTo>
                  <a:lnTo>
                    <a:pt x="882052" y="1038082"/>
                  </a:lnTo>
                  <a:close/>
                  <a:moveTo>
                    <a:pt x="882052" y="1038082"/>
                  </a:moveTo>
                  <a:lnTo>
                    <a:pt x="921640" y="1027304"/>
                  </a:lnTo>
                  <a:lnTo>
                    <a:pt x="909102" y="1021286"/>
                  </a:lnTo>
                  <a:close/>
                  <a:moveTo>
                    <a:pt x="912801" y="1065525"/>
                  </a:moveTo>
                  <a:lnTo>
                    <a:pt x="921640" y="1027304"/>
                  </a:lnTo>
                  <a:lnTo>
                    <a:pt x="882052" y="1038082"/>
                  </a:lnTo>
                  <a:close/>
                  <a:moveTo>
                    <a:pt x="893424" y="1089619"/>
                  </a:moveTo>
                  <a:lnTo>
                    <a:pt x="912801" y="1065525"/>
                  </a:lnTo>
                  <a:lnTo>
                    <a:pt x="882052" y="1038082"/>
                  </a:lnTo>
                  <a:close/>
                  <a:moveTo>
                    <a:pt x="896952" y="962452"/>
                  </a:moveTo>
                  <a:lnTo>
                    <a:pt x="909102" y="1021286"/>
                  </a:lnTo>
                  <a:lnTo>
                    <a:pt x="915204" y="1003243"/>
                  </a:lnTo>
                  <a:close/>
                  <a:moveTo>
                    <a:pt x="882052" y="1038082"/>
                  </a:moveTo>
                  <a:lnTo>
                    <a:pt x="909102" y="1021286"/>
                  </a:lnTo>
                  <a:lnTo>
                    <a:pt x="896952" y="962452"/>
                  </a:lnTo>
                  <a:close/>
                  <a:moveTo>
                    <a:pt x="909102" y="1021286"/>
                  </a:moveTo>
                  <a:lnTo>
                    <a:pt x="924243" y="1013989"/>
                  </a:lnTo>
                  <a:lnTo>
                    <a:pt x="915204" y="1003243"/>
                  </a:lnTo>
                  <a:close/>
                  <a:moveTo>
                    <a:pt x="396046" y="419835"/>
                  </a:moveTo>
                  <a:lnTo>
                    <a:pt x="430078" y="412175"/>
                  </a:lnTo>
                  <a:lnTo>
                    <a:pt x="396155" y="419643"/>
                  </a:lnTo>
                  <a:close/>
                  <a:moveTo>
                    <a:pt x="430078" y="412175"/>
                  </a:moveTo>
                  <a:lnTo>
                    <a:pt x="433014" y="395549"/>
                  </a:lnTo>
                  <a:lnTo>
                    <a:pt x="396155" y="419643"/>
                  </a:lnTo>
                  <a:close/>
                  <a:moveTo>
                    <a:pt x="382439" y="368106"/>
                  </a:moveTo>
                  <a:lnTo>
                    <a:pt x="396155" y="419643"/>
                  </a:lnTo>
                  <a:lnTo>
                    <a:pt x="433014" y="395549"/>
                  </a:lnTo>
                  <a:close/>
                  <a:moveTo>
                    <a:pt x="382439" y="368106"/>
                  </a:moveTo>
                  <a:lnTo>
                    <a:pt x="433014" y="395549"/>
                  </a:lnTo>
                  <a:lnTo>
                    <a:pt x="428487" y="344013"/>
                  </a:lnTo>
                  <a:close/>
                  <a:moveTo>
                    <a:pt x="919244" y="950298"/>
                  </a:moveTo>
                  <a:lnTo>
                    <a:pt x="915204" y="1003243"/>
                  </a:lnTo>
                  <a:lnTo>
                    <a:pt x="940771" y="938358"/>
                  </a:lnTo>
                  <a:close/>
                  <a:moveTo>
                    <a:pt x="940771" y="938358"/>
                  </a:moveTo>
                  <a:lnTo>
                    <a:pt x="915204" y="1003243"/>
                  </a:lnTo>
                  <a:lnTo>
                    <a:pt x="924243" y="1013989"/>
                  </a:lnTo>
                  <a:close/>
                  <a:moveTo>
                    <a:pt x="896952" y="962452"/>
                  </a:moveTo>
                  <a:lnTo>
                    <a:pt x="915204" y="1003243"/>
                  </a:lnTo>
                  <a:lnTo>
                    <a:pt x="919244" y="950298"/>
                  </a:lnTo>
                  <a:close/>
                  <a:moveTo>
                    <a:pt x="880135" y="910915"/>
                  </a:moveTo>
                  <a:lnTo>
                    <a:pt x="919244" y="950298"/>
                  </a:lnTo>
                  <a:lnTo>
                    <a:pt x="905654" y="898603"/>
                  </a:lnTo>
                  <a:close/>
                  <a:moveTo>
                    <a:pt x="880135" y="910915"/>
                  </a:moveTo>
                  <a:lnTo>
                    <a:pt x="896952" y="962452"/>
                  </a:lnTo>
                  <a:lnTo>
                    <a:pt x="919244" y="950298"/>
                  </a:lnTo>
                  <a:close/>
                  <a:moveTo>
                    <a:pt x="940771" y="938358"/>
                  </a:moveTo>
                  <a:lnTo>
                    <a:pt x="929076" y="886821"/>
                  </a:lnTo>
                  <a:lnTo>
                    <a:pt x="919244" y="950298"/>
                  </a:lnTo>
                  <a:close/>
                  <a:moveTo>
                    <a:pt x="929076" y="886821"/>
                  </a:moveTo>
                  <a:lnTo>
                    <a:pt x="905654" y="898603"/>
                  </a:lnTo>
                  <a:lnTo>
                    <a:pt x="919244" y="950298"/>
                  </a:lnTo>
                  <a:close/>
                  <a:moveTo>
                    <a:pt x="428487" y="344013"/>
                  </a:moveTo>
                  <a:lnTo>
                    <a:pt x="496713" y="375743"/>
                  </a:lnTo>
                  <a:lnTo>
                    <a:pt x="479641" y="326879"/>
                  </a:lnTo>
                  <a:close/>
                  <a:moveTo>
                    <a:pt x="428487" y="344013"/>
                  </a:moveTo>
                  <a:lnTo>
                    <a:pt x="433014" y="395549"/>
                  </a:lnTo>
                  <a:lnTo>
                    <a:pt x="496713" y="375743"/>
                  </a:lnTo>
                  <a:close/>
                  <a:moveTo>
                    <a:pt x="523126" y="371455"/>
                  </a:moveTo>
                  <a:lnTo>
                    <a:pt x="539397" y="336647"/>
                  </a:lnTo>
                  <a:lnTo>
                    <a:pt x="496713" y="375743"/>
                  </a:lnTo>
                  <a:close/>
                  <a:moveTo>
                    <a:pt x="496713" y="375743"/>
                  </a:moveTo>
                  <a:lnTo>
                    <a:pt x="528630" y="325034"/>
                  </a:lnTo>
                  <a:lnTo>
                    <a:pt x="479641" y="326879"/>
                  </a:lnTo>
                  <a:close/>
                  <a:moveTo>
                    <a:pt x="450129" y="312465"/>
                  </a:moveTo>
                  <a:lnTo>
                    <a:pt x="428487" y="344013"/>
                  </a:lnTo>
                  <a:lnTo>
                    <a:pt x="479641" y="326879"/>
                  </a:lnTo>
                  <a:close/>
                  <a:moveTo>
                    <a:pt x="1008777" y="684024"/>
                  </a:moveTo>
                  <a:lnTo>
                    <a:pt x="1043750" y="736812"/>
                  </a:lnTo>
                  <a:lnTo>
                    <a:pt x="1044633" y="733103"/>
                  </a:lnTo>
                  <a:close/>
                  <a:moveTo>
                    <a:pt x="1043750" y="736812"/>
                  </a:moveTo>
                  <a:lnTo>
                    <a:pt x="1054575" y="735560"/>
                  </a:lnTo>
                  <a:lnTo>
                    <a:pt x="1044633" y="733103"/>
                  </a:lnTo>
                  <a:close/>
                  <a:moveTo>
                    <a:pt x="806780" y="196100"/>
                  </a:moveTo>
                  <a:lnTo>
                    <a:pt x="846262" y="223543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883806" y="275079"/>
                  </a:lnTo>
                  <a:lnTo>
                    <a:pt x="912270" y="199449"/>
                  </a:lnTo>
                  <a:close/>
                  <a:moveTo>
                    <a:pt x="839732" y="172006"/>
                  </a:moveTo>
                  <a:lnTo>
                    <a:pt x="909907" y="174041"/>
                  </a:lnTo>
                  <a:lnTo>
                    <a:pt x="900705" y="149712"/>
                  </a:lnTo>
                  <a:close/>
                  <a:moveTo>
                    <a:pt x="912270" y="199449"/>
                  </a:moveTo>
                  <a:lnTo>
                    <a:pt x="909907" y="174041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912270" y="199449"/>
                  </a:lnTo>
                  <a:lnTo>
                    <a:pt x="839732" y="172006"/>
                  </a:lnTo>
                  <a:close/>
                  <a:moveTo>
                    <a:pt x="813387" y="119976"/>
                  </a:moveTo>
                  <a:lnTo>
                    <a:pt x="813234" y="122172"/>
                  </a:lnTo>
                  <a:lnTo>
                    <a:pt x="882106" y="96376"/>
                  </a:lnTo>
                  <a:close/>
                  <a:moveTo>
                    <a:pt x="813234" y="122172"/>
                  </a:moveTo>
                  <a:lnTo>
                    <a:pt x="839732" y="172006"/>
                  </a:lnTo>
                  <a:lnTo>
                    <a:pt x="882106" y="96376"/>
                  </a:lnTo>
                  <a:close/>
                  <a:moveTo>
                    <a:pt x="882106" y="96376"/>
                  </a:moveTo>
                  <a:lnTo>
                    <a:pt x="839732" y="172006"/>
                  </a:lnTo>
                  <a:lnTo>
                    <a:pt x="897188" y="126484"/>
                  </a:lnTo>
                  <a:close/>
                  <a:moveTo>
                    <a:pt x="897188" y="126484"/>
                  </a:moveTo>
                  <a:lnTo>
                    <a:pt x="839732" y="172006"/>
                  </a:lnTo>
                  <a:lnTo>
                    <a:pt x="900705" y="149712"/>
                  </a:lnTo>
                  <a:close/>
                  <a:moveTo>
                    <a:pt x="900705" y="149712"/>
                  </a:moveTo>
                  <a:lnTo>
                    <a:pt x="914662" y="147912"/>
                  </a:lnTo>
                  <a:lnTo>
                    <a:pt x="897188" y="126484"/>
                  </a:lnTo>
                  <a:close/>
                  <a:moveTo>
                    <a:pt x="900705" y="149712"/>
                  </a:moveTo>
                  <a:lnTo>
                    <a:pt x="909907" y="174041"/>
                  </a:lnTo>
                  <a:lnTo>
                    <a:pt x="914662" y="147912"/>
                  </a:lnTo>
                  <a:close/>
                  <a:moveTo>
                    <a:pt x="918559" y="206385"/>
                  </a:moveTo>
                  <a:lnTo>
                    <a:pt x="926503" y="191482"/>
                  </a:lnTo>
                  <a:lnTo>
                    <a:pt x="912270" y="199449"/>
                  </a:lnTo>
                  <a:close/>
                  <a:moveTo>
                    <a:pt x="909907" y="174041"/>
                  </a:moveTo>
                  <a:lnTo>
                    <a:pt x="912270" y="199449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914662" y="147912"/>
                  </a:lnTo>
                  <a:lnTo>
                    <a:pt x="991488" y="169481"/>
                  </a:lnTo>
                  <a:close/>
                  <a:moveTo>
                    <a:pt x="914662" y="147912"/>
                  </a:moveTo>
                  <a:lnTo>
                    <a:pt x="909907" y="174041"/>
                  </a:lnTo>
                  <a:lnTo>
                    <a:pt x="991488" y="169481"/>
                  </a:lnTo>
                  <a:close/>
                  <a:moveTo>
                    <a:pt x="991488" y="169481"/>
                  </a:moveTo>
                  <a:lnTo>
                    <a:pt x="909907" y="174041"/>
                  </a:lnTo>
                  <a:lnTo>
                    <a:pt x="982751" y="175355"/>
                  </a:lnTo>
                  <a:close/>
                  <a:moveTo>
                    <a:pt x="982751" y="175355"/>
                  </a:moveTo>
                  <a:lnTo>
                    <a:pt x="909907" y="174041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897188" y="126484"/>
                  </a:lnTo>
                  <a:lnTo>
                    <a:pt x="914662" y="147912"/>
                  </a:lnTo>
                  <a:close/>
                  <a:moveTo>
                    <a:pt x="893954" y="92458"/>
                  </a:moveTo>
                  <a:lnTo>
                    <a:pt x="897188" y="126484"/>
                  </a:lnTo>
                  <a:lnTo>
                    <a:pt x="961715" y="138094"/>
                  </a:lnTo>
                  <a:close/>
                  <a:moveTo>
                    <a:pt x="961715" y="138094"/>
                  </a:moveTo>
                  <a:lnTo>
                    <a:pt x="1007143" y="123818"/>
                  </a:lnTo>
                  <a:lnTo>
                    <a:pt x="1017083" y="90500"/>
                  </a:lnTo>
                  <a:close/>
                  <a:moveTo>
                    <a:pt x="961715" y="138094"/>
                  </a:moveTo>
                  <a:lnTo>
                    <a:pt x="991488" y="169481"/>
                  </a:lnTo>
                  <a:lnTo>
                    <a:pt x="1007143" y="123818"/>
                  </a:lnTo>
                  <a:close/>
                  <a:moveTo>
                    <a:pt x="882106" y="96376"/>
                  </a:moveTo>
                  <a:lnTo>
                    <a:pt x="897188" y="126484"/>
                  </a:lnTo>
                  <a:lnTo>
                    <a:pt x="893954" y="92458"/>
                  </a:lnTo>
                  <a:close/>
                  <a:moveTo>
                    <a:pt x="866264" y="44839"/>
                  </a:moveTo>
                  <a:lnTo>
                    <a:pt x="893954" y="92458"/>
                  </a:lnTo>
                  <a:lnTo>
                    <a:pt x="878401" y="42359"/>
                  </a:lnTo>
                  <a:close/>
                  <a:moveTo>
                    <a:pt x="866264" y="44839"/>
                  </a:moveTo>
                  <a:lnTo>
                    <a:pt x="882106" y="96376"/>
                  </a:lnTo>
                  <a:lnTo>
                    <a:pt x="893954" y="92458"/>
                  </a:lnTo>
                  <a:close/>
                  <a:moveTo>
                    <a:pt x="1048750" y="105319"/>
                  </a:moveTo>
                  <a:lnTo>
                    <a:pt x="1007143" y="123818"/>
                  </a:lnTo>
                  <a:lnTo>
                    <a:pt x="1061672" y="122311"/>
                  </a:lnTo>
                  <a:close/>
                  <a:moveTo>
                    <a:pt x="1061672" y="122311"/>
                  </a:moveTo>
                  <a:lnTo>
                    <a:pt x="1007143" y="123818"/>
                  </a:lnTo>
                  <a:lnTo>
                    <a:pt x="991488" y="169481"/>
                  </a:lnTo>
                  <a:close/>
                  <a:moveTo>
                    <a:pt x="1017083" y="90500"/>
                  </a:moveTo>
                  <a:lnTo>
                    <a:pt x="1007143" y="123818"/>
                  </a:lnTo>
                  <a:lnTo>
                    <a:pt x="1048750" y="105319"/>
                  </a:lnTo>
                  <a:close/>
                  <a:moveTo>
                    <a:pt x="1017083" y="90500"/>
                  </a:moveTo>
                  <a:lnTo>
                    <a:pt x="1048750" y="105319"/>
                  </a:lnTo>
                  <a:lnTo>
                    <a:pt x="1026450" y="72282"/>
                  </a:lnTo>
                  <a:close/>
                  <a:moveTo>
                    <a:pt x="1026450" y="72282"/>
                  </a:moveTo>
                  <a:lnTo>
                    <a:pt x="1048750" y="105319"/>
                  </a:lnTo>
                  <a:lnTo>
                    <a:pt x="1061599" y="99725"/>
                  </a:lnTo>
                  <a:close/>
                  <a:moveTo>
                    <a:pt x="1026450" y="72282"/>
                  </a:moveTo>
                  <a:lnTo>
                    <a:pt x="1061599" y="99725"/>
                  </a:lnTo>
                  <a:lnTo>
                    <a:pt x="1067808" y="48188"/>
                  </a:lnTo>
                  <a:close/>
                  <a:moveTo>
                    <a:pt x="1048750" y="105319"/>
                  </a:moveTo>
                  <a:lnTo>
                    <a:pt x="1061672" y="122311"/>
                  </a:lnTo>
                  <a:lnTo>
                    <a:pt x="1061599" y="99725"/>
                  </a:lnTo>
                  <a:close/>
                  <a:moveTo>
                    <a:pt x="1067808" y="48188"/>
                  </a:moveTo>
                  <a:lnTo>
                    <a:pt x="1120085" y="85307"/>
                  </a:lnTo>
                  <a:lnTo>
                    <a:pt x="1102037" y="37237"/>
                  </a:lnTo>
                  <a:close/>
                  <a:moveTo>
                    <a:pt x="1067808" y="48188"/>
                  </a:moveTo>
                  <a:lnTo>
                    <a:pt x="1061599" y="99725"/>
                  </a:lnTo>
                  <a:lnTo>
                    <a:pt x="1120085" y="85307"/>
                  </a:lnTo>
                  <a:close/>
                  <a:moveTo>
                    <a:pt x="1120085" y="85307"/>
                  </a:moveTo>
                  <a:lnTo>
                    <a:pt x="1154940" y="32209"/>
                  </a:lnTo>
                  <a:lnTo>
                    <a:pt x="1102037" y="37237"/>
                  </a:lnTo>
                  <a:close/>
                  <a:moveTo>
                    <a:pt x="1083472" y="29139"/>
                  </a:moveTo>
                  <a:lnTo>
                    <a:pt x="1067808" y="48188"/>
                  </a:lnTo>
                  <a:lnTo>
                    <a:pt x="1102037" y="37237"/>
                  </a:lnTo>
                  <a:close/>
                  <a:moveTo>
                    <a:pt x="1250893" y="51536"/>
                  </a:moveTo>
                  <a:lnTo>
                    <a:pt x="1241446" y="62606"/>
                  </a:lnTo>
                  <a:lnTo>
                    <a:pt x="1219158" y="91973"/>
                  </a:lnTo>
                  <a:close/>
                  <a:moveTo>
                    <a:pt x="1243940" y="9951"/>
                  </a:moveTo>
                  <a:lnTo>
                    <a:pt x="1241446" y="62606"/>
                  </a:lnTo>
                  <a:lnTo>
                    <a:pt x="1250893" y="51536"/>
                  </a:lnTo>
                  <a:close/>
                  <a:moveTo>
                    <a:pt x="1244690" y="0"/>
                  </a:moveTo>
                  <a:lnTo>
                    <a:pt x="1241446" y="62606"/>
                  </a:lnTo>
                  <a:lnTo>
                    <a:pt x="1243940" y="9951"/>
                  </a:lnTo>
                  <a:close/>
                  <a:moveTo>
                    <a:pt x="1244690" y="0"/>
                  </a:moveTo>
                  <a:lnTo>
                    <a:pt x="1239235" y="1661"/>
                  </a:lnTo>
                  <a:lnTo>
                    <a:pt x="1221747" y="61876"/>
                  </a:lnTo>
                  <a:close/>
                  <a:moveTo>
                    <a:pt x="1263077" y="45021"/>
                  </a:moveTo>
                  <a:lnTo>
                    <a:pt x="1250893" y="51536"/>
                  </a:lnTo>
                  <a:lnTo>
                    <a:pt x="1293506" y="60370"/>
                  </a:lnTo>
                  <a:close/>
                  <a:moveTo>
                    <a:pt x="1243940" y="9951"/>
                  </a:moveTo>
                  <a:lnTo>
                    <a:pt x="1250893" y="51536"/>
                  </a:lnTo>
                  <a:lnTo>
                    <a:pt x="1263077" y="45021"/>
                  </a:lnTo>
                  <a:close/>
                  <a:moveTo>
                    <a:pt x="1244690" y="0"/>
                  </a:moveTo>
                  <a:lnTo>
                    <a:pt x="1243940" y="9951"/>
                  </a:lnTo>
                  <a:lnTo>
                    <a:pt x="1328435" y="16288"/>
                  </a:lnTo>
                  <a:close/>
                  <a:moveTo>
                    <a:pt x="1328435" y="16288"/>
                  </a:moveTo>
                  <a:lnTo>
                    <a:pt x="1243940" y="9951"/>
                  </a:lnTo>
                  <a:lnTo>
                    <a:pt x="1314404" y="27443"/>
                  </a:lnTo>
                  <a:close/>
                  <a:moveTo>
                    <a:pt x="1314404" y="27443"/>
                  </a:moveTo>
                  <a:lnTo>
                    <a:pt x="1243940" y="9951"/>
                  </a:lnTo>
                  <a:lnTo>
                    <a:pt x="1263077" y="4502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0" name="Output_density__4219">
              <a:extLst>
                <a:ext uri="{FF2B5EF4-FFF2-40B4-BE49-F238E27FC236}">
                  <a16:creationId xmlns:a16="http://schemas.microsoft.com/office/drawing/2014/main" id="{D4384305-43B3-F0AA-324B-FDF57A1707CD}"/>
                </a:ext>
              </a:extLst>
            </p:cNvPr>
            <p:cNvSpPr>
              <a:spLocks noGrp="1"/>
            </p:cNvSpPr>
            <p:nvPr/>
          </p:nvSpPr>
          <p:spPr>
            <a:xfrm>
              <a:off x="15520307" y="2623380"/>
              <a:ext cx="1225552" cy="2112775"/>
            </a:xfrm>
            <a:custGeom>
              <a:avLst/>
              <a:gdLst/>
              <a:ahLst/>
              <a:cxnLst/>
              <a:rect l="0" t="0" r="0" b="0"/>
              <a:pathLst>
                <a:path w="1225552" h="2112775">
                  <a:moveTo>
                    <a:pt x="306785" y="2009702"/>
                  </a:moveTo>
                  <a:lnTo>
                    <a:pt x="283108" y="2047606"/>
                  </a:lnTo>
                  <a:lnTo>
                    <a:pt x="309567" y="2011632"/>
                  </a:lnTo>
                  <a:close/>
                  <a:moveTo>
                    <a:pt x="309567" y="2011632"/>
                  </a:moveTo>
                  <a:lnTo>
                    <a:pt x="353706" y="2011380"/>
                  </a:lnTo>
                  <a:lnTo>
                    <a:pt x="330883" y="2009702"/>
                  </a:lnTo>
                  <a:close/>
                  <a:moveTo>
                    <a:pt x="0" y="1700482"/>
                  </a:moveTo>
                  <a:lnTo>
                    <a:pt x="23225" y="1713687"/>
                  </a:lnTo>
                  <a:lnTo>
                    <a:pt x="47957" y="1732222"/>
                  </a:lnTo>
                  <a:close/>
                  <a:moveTo>
                    <a:pt x="96058" y="1737388"/>
                  </a:moveTo>
                  <a:lnTo>
                    <a:pt x="47957" y="1732222"/>
                  </a:lnTo>
                  <a:lnTo>
                    <a:pt x="23225" y="1713687"/>
                  </a:lnTo>
                  <a:close/>
                  <a:moveTo>
                    <a:pt x="465883" y="2112775"/>
                  </a:moveTo>
                  <a:lnTo>
                    <a:pt x="471923" y="2088681"/>
                  </a:lnTo>
                  <a:lnTo>
                    <a:pt x="422963" y="2086248"/>
                  </a:lnTo>
                  <a:close/>
                  <a:moveTo>
                    <a:pt x="471923" y="2088681"/>
                  </a:moveTo>
                  <a:lnTo>
                    <a:pt x="458517" y="2084278"/>
                  </a:lnTo>
                  <a:lnTo>
                    <a:pt x="422963" y="2086248"/>
                  </a:lnTo>
                  <a:close/>
                  <a:moveTo>
                    <a:pt x="309567" y="2011632"/>
                  </a:moveTo>
                  <a:lnTo>
                    <a:pt x="286768" y="1989836"/>
                  </a:lnTo>
                  <a:lnTo>
                    <a:pt x="306785" y="2009702"/>
                  </a:lnTo>
                  <a:close/>
                  <a:moveTo>
                    <a:pt x="349440" y="2025808"/>
                  </a:moveTo>
                  <a:lnTo>
                    <a:pt x="330883" y="2009702"/>
                  </a:lnTo>
                  <a:lnTo>
                    <a:pt x="388857" y="2045546"/>
                  </a:lnTo>
                  <a:close/>
                  <a:moveTo>
                    <a:pt x="309567" y="2011632"/>
                  </a:moveTo>
                  <a:lnTo>
                    <a:pt x="330883" y="2009702"/>
                  </a:lnTo>
                  <a:lnTo>
                    <a:pt x="349440" y="2025808"/>
                  </a:lnTo>
                  <a:close/>
                  <a:moveTo>
                    <a:pt x="249472" y="1779462"/>
                  </a:moveTo>
                  <a:lnTo>
                    <a:pt x="231539" y="1759674"/>
                  </a:lnTo>
                  <a:lnTo>
                    <a:pt x="264775" y="1794726"/>
                  </a:lnTo>
                  <a:close/>
                  <a:moveTo>
                    <a:pt x="34956" y="1578665"/>
                  </a:moveTo>
                  <a:lnTo>
                    <a:pt x="8175" y="1537695"/>
                  </a:lnTo>
                  <a:lnTo>
                    <a:pt x="11380" y="1573315"/>
                  </a:lnTo>
                  <a:close/>
                  <a:moveTo>
                    <a:pt x="505875" y="2064587"/>
                  </a:moveTo>
                  <a:lnTo>
                    <a:pt x="471923" y="2088681"/>
                  </a:lnTo>
                  <a:lnTo>
                    <a:pt x="509896" y="2101695"/>
                  </a:lnTo>
                  <a:close/>
                  <a:moveTo>
                    <a:pt x="471923" y="2088681"/>
                  </a:moveTo>
                  <a:lnTo>
                    <a:pt x="505875" y="2064587"/>
                  </a:lnTo>
                  <a:lnTo>
                    <a:pt x="458517" y="2084278"/>
                  </a:lnTo>
                  <a:close/>
                  <a:moveTo>
                    <a:pt x="340565" y="1817948"/>
                  </a:moveTo>
                  <a:lnTo>
                    <a:pt x="319931" y="1780579"/>
                  </a:lnTo>
                  <a:lnTo>
                    <a:pt x="292137" y="1811565"/>
                  </a:lnTo>
                  <a:close/>
                  <a:moveTo>
                    <a:pt x="94698" y="1497685"/>
                  </a:moveTo>
                  <a:lnTo>
                    <a:pt x="61271" y="1521778"/>
                  </a:lnTo>
                  <a:lnTo>
                    <a:pt x="82786" y="1549221"/>
                  </a:lnTo>
                  <a:close/>
                  <a:moveTo>
                    <a:pt x="109979" y="1497685"/>
                  </a:moveTo>
                  <a:lnTo>
                    <a:pt x="100217" y="1563591"/>
                  </a:lnTo>
                  <a:lnTo>
                    <a:pt x="128784" y="1550167"/>
                  </a:lnTo>
                  <a:close/>
                  <a:moveTo>
                    <a:pt x="292835" y="1646428"/>
                  </a:moveTo>
                  <a:lnTo>
                    <a:pt x="322211" y="1654204"/>
                  </a:lnTo>
                  <a:lnTo>
                    <a:pt x="255193" y="1639048"/>
                  </a:lnTo>
                  <a:close/>
                  <a:moveTo>
                    <a:pt x="301497" y="1652294"/>
                  </a:moveTo>
                  <a:lnTo>
                    <a:pt x="337882" y="1673018"/>
                  </a:lnTo>
                  <a:lnTo>
                    <a:pt x="322211" y="1654204"/>
                  </a:lnTo>
                  <a:close/>
                  <a:moveTo>
                    <a:pt x="322211" y="1654204"/>
                  </a:moveTo>
                  <a:lnTo>
                    <a:pt x="337882" y="1673018"/>
                  </a:lnTo>
                  <a:lnTo>
                    <a:pt x="368696" y="1653328"/>
                  </a:lnTo>
                  <a:close/>
                  <a:moveTo>
                    <a:pt x="301497" y="1652294"/>
                  </a:moveTo>
                  <a:lnTo>
                    <a:pt x="322211" y="1654204"/>
                  </a:lnTo>
                  <a:lnTo>
                    <a:pt x="292835" y="1646428"/>
                  </a:lnTo>
                  <a:close/>
                  <a:moveTo>
                    <a:pt x="599394" y="1988330"/>
                  </a:moveTo>
                  <a:lnTo>
                    <a:pt x="598965" y="1990235"/>
                  </a:lnTo>
                  <a:lnTo>
                    <a:pt x="598974" y="1988957"/>
                  </a:lnTo>
                  <a:close/>
                  <a:moveTo>
                    <a:pt x="599394" y="1988330"/>
                  </a:moveTo>
                  <a:lnTo>
                    <a:pt x="598974" y="1988957"/>
                  </a:lnTo>
                  <a:lnTo>
                    <a:pt x="598382" y="1988055"/>
                  </a:lnTo>
                  <a:close/>
                  <a:moveTo>
                    <a:pt x="644165" y="1864428"/>
                  </a:moveTo>
                  <a:lnTo>
                    <a:pt x="637484" y="1937420"/>
                  </a:lnTo>
                  <a:lnTo>
                    <a:pt x="703020" y="1895027"/>
                  </a:lnTo>
                  <a:close/>
                  <a:moveTo>
                    <a:pt x="372455" y="1556938"/>
                  </a:moveTo>
                  <a:lnTo>
                    <a:pt x="327032" y="1618627"/>
                  </a:lnTo>
                  <a:lnTo>
                    <a:pt x="376543" y="1616358"/>
                  </a:lnTo>
                  <a:close/>
                  <a:moveTo>
                    <a:pt x="287725" y="1525127"/>
                  </a:moveTo>
                  <a:lnTo>
                    <a:pt x="375873" y="1545264"/>
                  </a:lnTo>
                  <a:lnTo>
                    <a:pt x="344119" y="1552570"/>
                  </a:lnTo>
                  <a:close/>
                  <a:moveTo>
                    <a:pt x="344119" y="1552570"/>
                  </a:moveTo>
                  <a:lnTo>
                    <a:pt x="372455" y="1556938"/>
                  </a:lnTo>
                  <a:lnTo>
                    <a:pt x="287725" y="1525127"/>
                  </a:lnTo>
                  <a:close/>
                  <a:moveTo>
                    <a:pt x="178286" y="1412619"/>
                  </a:moveTo>
                  <a:lnTo>
                    <a:pt x="202000" y="1456082"/>
                  </a:lnTo>
                  <a:lnTo>
                    <a:pt x="230235" y="1408367"/>
                  </a:lnTo>
                  <a:close/>
                  <a:moveTo>
                    <a:pt x="178286" y="1412619"/>
                  </a:moveTo>
                  <a:lnTo>
                    <a:pt x="230235" y="1408367"/>
                  </a:lnTo>
                  <a:lnTo>
                    <a:pt x="192181" y="1382499"/>
                  </a:lnTo>
                  <a:close/>
                  <a:moveTo>
                    <a:pt x="230235" y="1408367"/>
                  </a:moveTo>
                  <a:lnTo>
                    <a:pt x="263537" y="1419275"/>
                  </a:lnTo>
                  <a:lnTo>
                    <a:pt x="236830" y="1374758"/>
                  </a:lnTo>
                  <a:close/>
                  <a:moveTo>
                    <a:pt x="714965" y="1837695"/>
                  </a:moveTo>
                  <a:lnTo>
                    <a:pt x="703020" y="1895027"/>
                  </a:lnTo>
                  <a:lnTo>
                    <a:pt x="733128" y="1872695"/>
                  </a:lnTo>
                  <a:close/>
                  <a:moveTo>
                    <a:pt x="401049" y="1504492"/>
                  </a:moveTo>
                  <a:lnTo>
                    <a:pt x="433961" y="1482173"/>
                  </a:lnTo>
                  <a:lnTo>
                    <a:pt x="426736" y="1476939"/>
                  </a:lnTo>
                  <a:close/>
                  <a:moveTo>
                    <a:pt x="419793" y="1534795"/>
                  </a:moveTo>
                  <a:lnTo>
                    <a:pt x="433961" y="1482173"/>
                  </a:lnTo>
                  <a:lnTo>
                    <a:pt x="401049" y="1504492"/>
                  </a:lnTo>
                  <a:close/>
                  <a:moveTo>
                    <a:pt x="375873" y="1545264"/>
                  </a:moveTo>
                  <a:lnTo>
                    <a:pt x="419793" y="1534795"/>
                  </a:lnTo>
                  <a:lnTo>
                    <a:pt x="401049" y="1504492"/>
                  </a:lnTo>
                  <a:close/>
                  <a:moveTo>
                    <a:pt x="433961" y="1482173"/>
                  </a:moveTo>
                  <a:lnTo>
                    <a:pt x="382435" y="1434898"/>
                  </a:lnTo>
                  <a:lnTo>
                    <a:pt x="426736" y="1476939"/>
                  </a:lnTo>
                  <a:close/>
                  <a:moveTo>
                    <a:pt x="278365" y="1344478"/>
                  </a:moveTo>
                  <a:lnTo>
                    <a:pt x="239084" y="1338430"/>
                  </a:lnTo>
                  <a:lnTo>
                    <a:pt x="236830" y="1374758"/>
                  </a:lnTo>
                  <a:close/>
                  <a:moveTo>
                    <a:pt x="797020" y="1802003"/>
                  </a:moveTo>
                  <a:lnTo>
                    <a:pt x="745784" y="1762065"/>
                  </a:lnTo>
                  <a:lnTo>
                    <a:pt x="783940" y="1826758"/>
                  </a:lnTo>
                  <a:close/>
                  <a:moveTo>
                    <a:pt x="743181" y="1775381"/>
                  </a:moveTo>
                  <a:lnTo>
                    <a:pt x="781453" y="1813602"/>
                  </a:lnTo>
                  <a:lnTo>
                    <a:pt x="783940" y="1826758"/>
                  </a:lnTo>
                  <a:close/>
                  <a:moveTo>
                    <a:pt x="415117" y="1459511"/>
                  </a:moveTo>
                  <a:lnTo>
                    <a:pt x="426736" y="1476939"/>
                  </a:lnTo>
                  <a:lnTo>
                    <a:pt x="382435" y="1434898"/>
                  </a:lnTo>
                  <a:close/>
                  <a:moveTo>
                    <a:pt x="309395" y="1201591"/>
                  </a:moveTo>
                  <a:lnTo>
                    <a:pt x="278191" y="1219823"/>
                  </a:lnTo>
                  <a:lnTo>
                    <a:pt x="360581" y="1218290"/>
                  </a:lnTo>
                  <a:close/>
                  <a:moveTo>
                    <a:pt x="146202" y="1075690"/>
                  </a:moveTo>
                  <a:lnTo>
                    <a:pt x="110588" y="1053216"/>
                  </a:lnTo>
                  <a:lnTo>
                    <a:pt x="128845" y="1064646"/>
                  </a:lnTo>
                  <a:close/>
                  <a:moveTo>
                    <a:pt x="586250" y="1428752"/>
                  </a:moveTo>
                  <a:lnTo>
                    <a:pt x="558178" y="1472817"/>
                  </a:lnTo>
                  <a:lnTo>
                    <a:pt x="588305" y="1432659"/>
                  </a:lnTo>
                  <a:close/>
                  <a:moveTo>
                    <a:pt x="629666" y="1480288"/>
                  </a:moveTo>
                  <a:lnTo>
                    <a:pt x="642193" y="1489574"/>
                  </a:lnTo>
                  <a:lnTo>
                    <a:pt x="588305" y="1432659"/>
                  </a:lnTo>
                  <a:close/>
                  <a:moveTo>
                    <a:pt x="375652" y="1177881"/>
                  </a:moveTo>
                  <a:lnTo>
                    <a:pt x="309395" y="1201591"/>
                  </a:lnTo>
                  <a:lnTo>
                    <a:pt x="360581" y="1218290"/>
                  </a:lnTo>
                  <a:close/>
                  <a:moveTo>
                    <a:pt x="312752" y="1191036"/>
                  </a:moveTo>
                  <a:lnTo>
                    <a:pt x="309395" y="1201591"/>
                  </a:lnTo>
                  <a:lnTo>
                    <a:pt x="375652" y="1177881"/>
                  </a:lnTo>
                  <a:close/>
                  <a:moveTo>
                    <a:pt x="518847" y="1262917"/>
                  </a:moveTo>
                  <a:lnTo>
                    <a:pt x="593581" y="1295608"/>
                  </a:lnTo>
                  <a:lnTo>
                    <a:pt x="539289" y="1267296"/>
                  </a:lnTo>
                  <a:close/>
                  <a:moveTo>
                    <a:pt x="552370" y="1273645"/>
                  </a:moveTo>
                  <a:lnTo>
                    <a:pt x="593581" y="1295608"/>
                  </a:lnTo>
                  <a:lnTo>
                    <a:pt x="518847" y="1262917"/>
                  </a:lnTo>
                  <a:close/>
                  <a:moveTo>
                    <a:pt x="228745" y="889292"/>
                  </a:moveTo>
                  <a:lnTo>
                    <a:pt x="203800" y="913386"/>
                  </a:lnTo>
                  <a:lnTo>
                    <a:pt x="247565" y="940828"/>
                  </a:lnTo>
                  <a:close/>
                  <a:moveTo>
                    <a:pt x="593581" y="1295608"/>
                  </a:moveTo>
                  <a:lnTo>
                    <a:pt x="614515" y="1301584"/>
                  </a:lnTo>
                  <a:lnTo>
                    <a:pt x="621790" y="1266176"/>
                  </a:lnTo>
                  <a:close/>
                  <a:moveTo>
                    <a:pt x="651079" y="1231379"/>
                  </a:moveTo>
                  <a:lnTo>
                    <a:pt x="614515" y="1301584"/>
                  </a:lnTo>
                  <a:lnTo>
                    <a:pt x="646228" y="1298065"/>
                  </a:lnTo>
                  <a:close/>
                  <a:moveTo>
                    <a:pt x="651079" y="1231379"/>
                  </a:moveTo>
                  <a:lnTo>
                    <a:pt x="646228" y="1298065"/>
                  </a:lnTo>
                  <a:lnTo>
                    <a:pt x="660068" y="1301584"/>
                  </a:lnTo>
                  <a:close/>
                  <a:moveTo>
                    <a:pt x="651079" y="1231379"/>
                  </a:moveTo>
                  <a:lnTo>
                    <a:pt x="635937" y="1180946"/>
                  </a:lnTo>
                  <a:lnTo>
                    <a:pt x="647633" y="1225954"/>
                  </a:lnTo>
                  <a:close/>
                  <a:moveTo>
                    <a:pt x="635937" y="1180946"/>
                  </a:moveTo>
                  <a:lnTo>
                    <a:pt x="632287" y="1174417"/>
                  </a:lnTo>
                  <a:lnTo>
                    <a:pt x="647633" y="1225954"/>
                  </a:lnTo>
                  <a:close/>
                  <a:moveTo>
                    <a:pt x="924202" y="1523461"/>
                  </a:moveTo>
                  <a:lnTo>
                    <a:pt x="924976" y="1483637"/>
                  </a:lnTo>
                  <a:lnTo>
                    <a:pt x="922516" y="1476349"/>
                  </a:lnTo>
                  <a:close/>
                  <a:moveTo>
                    <a:pt x="922516" y="1476349"/>
                  </a:moveTo>
                  <a:lnTo>
                    <a:pt x="924976" y="1483637"/>
                  </a:lnTo>
                  <a:lnTo>
                    <a:pt x="922533" y="1413591"/>
                  </a:lnTo>
                  <a:close/>
                  <a:moveTo>
                    <a:pt x="799032" y="1375289"/>
                  </a:moveTo>
                  <a:lnTo>
                    <a:pt x="844341" y="1313692"/>
                  </a:lnTo>
                  <a:lnTo>
                    <a:pt x="798312" y="1313131"/>
                  </a:lnTo>
                  <a:close/>
                  <a:moveTo>
                    <a:pt x="828547" y="1263790"/>
                  </a:moveTo>
                  <a:lnTo>
                    <a:pt x="802308" y="1282174"/>
                  </a:lnTo>
                  <a:lnTo>
                    <a:pt x="798312" y="1313131"/>
                  </a:lnTo>
                  <a:close/>
                  <a:moveTo>
                    <a:pt x="632287" y="1174417"/>
                  </a:moveTo>
                  <a:lnTo>
                    <a:pt x="656434" y="1150323"/>
                  </a:lnTo>
                  <a:lnTo>
                    <a:pt x="647633" y="1225954"/>
                  </a:lnTo>
                  <a:close/>
                  <a:moveTo>
                    <a:pt x="1032958" y="1256745"/>
                  </a:moveTo>
                  <a:lnTo>
                    <a:pt x="1058436" y="1271285"/>
                  </a:lnTo>
                  <a:lnTo>
                    <a:pt x="1067889" y="1245898"/>
                  </a:lnTo>
                  <a:close/>
                  <a:moveTo>
                    <a:pt x="1067889" y="1245898"/>
                  </a:moveTo>
                  <a:lnTo>
                    <a:pt x="1058436" y="1271285"/>
                  </a:lnTo>
                  <a:lnTo>
                    <a:pt x="1080384" y="1256745"/>
                  </a:lnTo>
                  <a:close/>
                  <a:moveTo>
                    <a:pt x="695842" y="731026"/>
                  </a:moveTo>
                  <a:lnTo>
                    <a:pt x="655651" y="725719"/>
                  </a:lnTo>
                  <a:lnTo>
                    <a:pt x="699942" y="790436"/>
                  </a:lnTo>
                  <a:close/>
                  <a:moveTo>
                    <a:pt x="625895" y="702149"/>
                  </a:moveTo>
                  <a:lnTo>
                    <a:pt x="648321" y="717285"/>
                  </a:lnTo>
                  <a:lnTo>
                    <a:pt x="655651" y="725719"/>
                  </a:lnTo>
                  <a:close/>
                  <a:moveTo>
                    <a:pt x="600817" y="648161"/>
                  </a:moveTo>
                  <a:lnTo>
                    <a:pt x="580433" y="623402"/>
                  </a:lnTo>
                  <a:lnTo>
                    <a:pt x="617811" y="671924"/>
                  </a:lnTo>
                  <a:close/>
                  <a:moveTo>
                    <a:pt x="643604" y="633458"/>
                  </a:moveTo>
                  <a:lnTo>
                    <a:pt x="600817" y="648161"/>
                  </a:lnTo>
                  <a:lnTo>
                    <a:pt x="617811" y="671924"/>
                  </a:lnTo>
                  <a:close/>
                  <a:moveTo>
                    <a:pt x="77594" y="13411"/>
                  </a:moveTo>
                  <a:lnTo>
                    <a:pt x="101429" y="56777"/>
                  </a:lnTo>
                  <a:lnTo>
                    <a:pt x="104449" y="71403"/>
                  </a:lnTo>
                  <a:close/>
                  <a:moveTo>
                    <a:pt x="47371" y="0"/>
                  </a:moveTo>
                  <a:lnTo>
                    <a:pt x="101429" y="56777"/>
                  </a:lnTo>
                  <a:lnTo>
                    <a:pt x="77594" y="13411"/>
                  </a:lnTo>
                  <a:close/>
                  <a:moveTo>
                    <a:pt x="1225552" y="1411850"/>
                  </a:moveTo>
                  <a:lnTo>
                    <a:pt x="1167502" y="1391126"/>
                  </a:lnTo>
                  <a:lnTo>
                    <a:pt x="1192062" y="1409141"/>
                  </a:lnTo>
                  <a:close/>
                  <a:moveTo>
                    <a:pt x="929300" y="968890"/>
                  </a:moveTo>
                  <a:lnTo>
                    <a:pt x="929876" y="1005074"/>
                  </a:lnTo>
                  <a:lnTo>
                    <a:pt x="931653" y="974968"/>
                  </a:lnTo>
                  <a:close/>
                  <a:moveTo>
                    <a:pt x="931653" y="974968"/>
                  </a:moveTo>
                  <a:lnTo>
                    <a:pt x="941559" y="913857"/>
                  </a:lnTo>
                  <a:lnTo>
                    <a:pt x="929300" y="968890"/>
                  </a:lnTo>
                  <a:close/>
                  <a:moveTo>
                    <a:pt x="1138256" y="1038445"/>
                  </a:moveTo>
                  <a:lnTo>
                    <a:pt x="1076304" y="1068293"/>
                  </a:lnTo>
                  <a:lnTo>
                    <a:pt x="1128175" y="1087551"/>
                  </a:lnTo>
                  <a:close/>
                  <a:moveTo>
                    <a:pt x="1138256" y="1038445"/>
                  </a:moveTo>
                  <a:lnTo>
                    <a:pt x="1088810" y="1040661"/>
                  </a:lnTo>
                  <a:lnTo>
                    <a:pt x="1076304" y="1068293"/>
                  </a:lnTo>
                  <a:close/>
                  <a:moveTo>
                    <a:pt x="1088810" y="1040661"/>
                  </a:moveTo>
                  <a:lnTo>
                    <a:pt x="1138256" y="1038445"/>
                  </a:lnTo>
                  <a:lnTo>
                    <a:pt x="1098986" y="1018196"/>
                  </a:lnTo>
                  <a:close/>
                  <a:moveTo>
                    <a:pt x="941559" y="913857"/>
                  </a:moveTo>
                  <a:lnTo>
                    <a:pt x="956995" y="899338"/>
                  </a:lnTo>
                  <a:lnTo>
                    <a:pt x="954930" y="885311"/>
                  </a:lnTo>
                  <a:close/>
                  <a:moveTo>
                    <a:pt x="954930" y="885311"/>
                  </a:moveTo>
                  <a:lnTo>
                    <a:pt x="956995" y="899338"/>
                  </a:lnTo>
                  <a:lnTo>
                    <a:pt x="971108" y="849658"/>
                  </a:lnTo>
                  <a:close/>
                  <a:moveTo>
                    <a:pt x="971527" y="847056"/>
                  </a:moveTo>
                  <a:lnTo>
                    <a:pt x="954930" y="885311"/>
                  </a:lnTo>
                  <a:lnTo>
                    <a:pt x="971108" y="849658"/>
                  </a:lnTo>
                  <a:close/>
                  <a:moveTo>
                    <a:pt x="1183713" y="851150"/>
                  </a:moveTo>
                  <a:lnTo>
                    <a:pt x="1168380" y="775519"/>
                  </a:lnTo>
                  <a:lnTo>
                    <a:pt x="1200664" y="82705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1" name="Output_density__4220">
              <a:extLst>
                <a:ext uri="{FF2B5EF4-FFF2-40B4-BE49-F238E27FC236}">
                  <a16:creationId xmlns:a16="http://schemas.microsoft.com/office/drawing/2014/main" id="{0CD16D05-B2AD-CDEB-5758-931E878ADF20}"/>
                </a:ext>
              </a:extLst>
            </p:cNvPr>
            <p:cNvSpPr>
              <a:spLocks noGrp="1"/>
            </p:cNvSpPr>
            <p:nvPr/>
          </p:nvSpPr>
          <p:spPr>
            <a:xfrm>
              <a:off x="15471606" y="2623380"/>
              <a:ext cx="1191112" cy="2117267"/>
            </a:xfrm>
            <a:custGeom>
              <a:avLst/>
              <a:gdLst/>
              <a:ahLst/>
              <a:cxnLst/>
              <a:rect l="0" t="0" r="0" b="0"/>
              <a:pathLst>
                <a:path w="1191112" h="2117267">
                  <a:moveTo>
                    <a:pt x="0" y="1671437"/>
                  </a:moveTo>
                  <a:lnTo>
                    <a:pt x="48701" y="1700482"/>
                  </a:lnTo>
                  <a:lnTo>
                    <a:pt x="39935" y="1694822"/>
                  </a:lnTo>
                  <a:close/>
                  <a:moveTo>
                    <a:pt x="0" y="1671437"/>
                  </a:moveTo>
                  <a:lnTo>
                    <a:pt x="71926" y="1713687"/>
                  </a:lnTo>
                  <a:lnTo>
                    <a:pt x="48701" y="1700482"/>
                  </a:lnTo>
                  <a:close/>
                  <a:moveTo>
                    <a:pt x="144759" y="1737388"/>
                  </a:moveTo>
                  <a:lnTo>
                    <a:pt x="71926" y="1713687"/>
                  </a:lnTo>
                  <a:lnTo>
                    <a:pt x="110954" y="1719940"/>
                  </a:lnTo>
                  <a:close/>
                  <a:moveTo>
                    <a:pt x="520624" y="2088681"/>
                  </a:moveTo>
                  <a:lnTo>
                    <a:pt x="526681" y="2117267"/>
                  </a:lnTo>
                  <a:lnTo>
                    <a:pt x="558597" y="2101695"/>
                  </a:lnTo>
                  <a:close/>
                  <a:moveTo>
                    <a:pt x="554576" y="2064587"/>
                  </a:moveTo>
                  <a:lnTo>
                    <a:pt x="558597" y="2101695"/>
                  </a:lnTo>
                  <a:lnTo>
                    <a:pt x="589485" y="2082281"/>
                  </a:lnTo>
                  <a:close/>
                  <a:moveTo>
                    <a:pt x="636892" y="2040493"/>
                  </a:moveTo>
                  <a:lnTo>
                    <a:pt x="616096" y="2064587"/>
                  </a:lnTo>
                  <a:lnTo>
                    <a:pt x="647666" y="1990235"/>
                  </a:lnTo>
                  <a:close/>
                  <a:moveTo>
                    <a:pt x="303895" y="1639048"/>
                  </a:moveTo>
                  <a:lnTo>
                    <a:pt x="279516" y="1628201"/>
                  </a:lnTo>
                  <a:lnTo>
                    <a:pt x="274598" y="1603681"/>
                  </a:lnTo>
                  <a:close/>
                  <a:moveTo>
                    <a:pt x="332243" y="1644525"/>
                  </a:moveTo>
                  <a:lnTo>
                    <a:pt x="341536" y="1646428"/>
                  </a:lnTo>
                  <a:lnTo>
                    <a:pt x="303895" y="1639048"/>
                  </a:lnTo>
                  <a:close/>
                  <a:moveTo>
                    <a:pt x="667954" y="1937420"/>
                  </a:moveTo>
                  <a:lnTo>
                    <a:pt x="682079" y="1944220"/>
                  </a:lnTo>
                  <a:lnTo>
                    <a:pt x="687207" y="1931771"/>
                  </a:lnTo>
                  <a:close/>
                  <a:moveTo>
                    <a:pt x="278937" y="1408367"/>
                  </a:moveTo>
                  <a:lnTo>
                    <a:pt x="241105" y="1473591"/>
                  </a:lnTo>
                  <a:lnTo>
                    <a:pt x="268129" y="1444593"/>
                  </a:lnTo>
                  <a:close/>
                  <a:moveTo>
                    <a:pt x="278937" y="1408367"/>
                  </a:moveTo>
                  <a:lnTo>
                    <a:pt x="285532" y="1374758"/>
                  </a:lnTo>
                  <a:lnTo>
                    <a:pt x="240882" y="1382499"/>
                  </a:lnTo>
                  <a:close/>
                  <a:moveTo>
                    <a:pt x="285532" y="1374758"/>
                  </a:moveTo>
                  <a:lnTo>
                    <a:pt x="287785" y="1338430"/>
                  </a:lnTo>
                  <a:lnTo>
                    <a:pt x="272539" y="1365960"/>
                  </a:lnTo>
                  <a:close/>
                  <a:moveTo>
                    <a:pt x="327066" y="1344478"/>
                  </a:moveTo>
                  <a:lnTo>
                    <a:pt x="285532" y="1374758"/>
                  </a:lnTo>
                  <a:lnTo>
                    <a:pt x="325575" y="1349798"/>
                  </a:lnTo>
                  <a:close/>
                  <a:moveTo>
                    <a:pt x="287785" y="1338430"/>
                  </a:moveTo>
                  <a:lnTo>
                    <a:pt x="321820" y="1335757"/>
                  </a:lnTo>
                  <a:lnTo>
                    <a:pt x="294242" y="1270793"/>
                  </a:lnTo>
                  <a:close/>
                  <a:moveTo>
                    <a:pt x="281772" y="1322330"/>
                  </a:moveTo>
                  <a:lnTo>
                    <a:pt x="287785" y="1338430"/>
                  </a:lnTo>
                  <a:lnTo>
                    <a:pt x="293904" y="1271163"/>
                  </a:lnTo>
                  <a:close/>
                  <a:moveTo>
                    <a:pt x="181032" y="1063608"/>
                  </a:moveTo>
                  <a:lnTo>
                    <a:pt x="159289" y="1053216"/>
                  </a:lnTo>
                  <a:lnTo>
                    <a:pt x="194903" y="1075690"/>
                  </a:lnTo>
                  <a:close/>
                  <a:moveTo>
                    <a:pt x="225917" y="1056746"/>
                  </a:moveTo>
                  <a:lnTo>
                    <a:pt x="181032" y="1063608"/>
                  </a:lnTo>
                  <a:lnTo>
                    <a:pt x="194903" y="1075690"/>
                  </a:lnTo>
                  <a:close/>
                  <a:moveTo>
                    <a:pt x="208920" y="1064646"/>
                  </a:moveTo>
                  <a:lnTo>
                    <a:pt x="225917" y="1056746"/>
                  </a:lnTo>
                  <a:lnTo>
                    <a:pt x="194903" y="1075690"/>
                  </a:lnTo>
                  <a:close/>
                  <a:moveTo>
                    <a:pt x="972690" y="1535173"/>
                  </a:moveTo>
                  <a:lnTo>
                    <a:pt x="910382" y="1550567"/>
                  </a:lnTo>
                  <a:lnTo>
                    <a:pt x="916374" y="1486784"/>
                  </a:lnTo>
                  <a:close/>
                  <a:moveTo>
                    <a:pt x="670491" y="1266176"/>
                  </a:moveTo>
                  <a:lnTo>
                    <a:pt x="663216" y="1301584"/>
                  </a:lnTo>
                  <a:lnTo>
                    <a:pt x="699780" y="1231379"/>
                  </a:lnTo>
                  <a:close/>
                  <a:moveTo>
                    <a:pt x="699780" y="1231379"/>
                  </a:moveTo>
                  <a:lnTo>
                    <a:pt x="696334" y="1225954"/>
                  </a:lnTo>
                  <a:lnTo>
                    <a:pt x="670491" y="1266176"/>
                  </a:lnTo>
                  <a:close/>
                  <a:moveTo>
                    <a:pt x="877249" y="1263790"/>
                  </a:moveTo>
                  <a:lnTo>
                    <a:pt x="847013" y="1313131"/>
                  </a:lnTo>
                  <a:lnTo>
                    <a:pt x="893042" y="1313692"/>
                  </a:lnTo>
                  <a:close/>
                  <a:moveTo>
                    <a:pt x="1052331" y="1241053"/>
                  </a:moveTo>
                  <a:lnTo>
                    <a:pt x="1081659" y="1256745"/>
                  </a:lnTo>
                  <a:lnTo>
                    <a:pt x="1083288" y="1221897"/>
                  </a:lnTo>
                  <a:close/>
                  <a:moveTo>
                    <a:pt x="693814" y="773998"/>
                  </a:moveTo>
                  <a:lnTo>
                    <a:pt x="704353" y="725719"/>
                  </a:lnTo>
                  <a:lnTo>
                    <a:pt x="678085" y="754971"/>
                  </a:lnTo>
                  <a:close/>
                  <a:moveTo>
                    <a:pt x="643786" y="761630"/>
                  </a:moveTo>
                  <a:lnTo>
                    <a:pt x="693814" y="773998"/>
                  </a:lnTo>
                  <a:lnTo>
                    <a:pt x="678085" y="754971"/>
                  </a:lnTo>
                  <a:close/>
                  <a:moveTo>
                    <a:pt x="117727" y="57297"/>
                  </a:moveTo>
                  <a:lnTo>
                    <a:pt x="134649" y="80789"/>
                  </a:lnTo>
                  <a:lnTo>
                    <a:pt x="150130" y="56777"/>
                  </a:lnTo>
                  <a:close/>
                  <a:moveTo>
                    <a:pt x="111211" y="122940"/>
                  </a:moveTo>
                  <a:lnTo>
                    <a:pt x="134649" y="80789"/>
                  </a:lnTo>
                  <a:lnTo>
                    <a:pt x="110706" y="113589"/>
                  </a:lnTo>
                  <a:close/>
                  <a:moveTo>
                    <a:pt x="150130" y="56777"/>
                  </a:moveTo>
                  <a:lnTo>
                    <a:pt x="134649" y="80789"/>
                  </a:lnTo>
                  <a:lnTo>
                    <a:pt x="153151" y="71403"/>
                  </a:lnTo>
                  <a:close/>
                  <a:moveTo>
                    <a:pt x="96072" y="0"/>
                  </a:moveTo>
                  <a:lnTo>
                    <a:pt x="137311" y="47310"/>
                  </a:lnTo>
                  <a:lnTo>
                    <a:pt x="150130" y="56777"/>
                  </a:lnTo>
                  <a:close/>
                  <a:moveTo>
                    <a:pt x="1005697" y="899338"/>
                  </a:moveTo>
                  <a:lnTo>
                    <a:pt x="990261" y="913857"/>
                  </a:lnTo>
                  <a:lnTo>
                    <a:pt x="980354" y="974968"/>
                  </a:lnTo>
                  <a:close/>
                  <a:moveTo>
                    <a:pt x="1186957" y="1038445"/>
                  </a:moveTo>
                  <a:lnTo>
                    <a:pt x="1185100" y="983400"/>
                  </a:lnTo>
                  <a:lnTo>
                    <a:pt x="1147687" y="1018196"/>
                  </a:lnTo>
                  <a:close/>
                  <a:moveTo>
                    <a:pt x="1186957" y="1038445"/>
                  </a:moveTo>
                  <a:lnTo>
                    <a:pt x="1176876" y="1087551"/>
                  </a:lnTo>
                  <a:lnTo>
                    <a:pt x="1191112" y="1053948"/>
                  </a:lnTo>
                  <a:close/>
                  <a:moveTo>
                    <a:pt x="1191112" y="1053948"/>
                  </a:moveTo>
                  <a:lnTo>
                    <a:pt x="1185100" y="983400"/>
                  </a:lnTo>
                  <a:lnTo>
                    <a:pt x="1186957" y="1038445"/>
                  </a:lnTo>
                  <a:close/>
                  <a:moveTo>
                    <a:pt x="1187089" y="978317"/>
                  </a:moveTo>
                  <a:lnTo>
                    <a:pt x="1185100" y="983400"/>
                  </a:lnTo>
                  <a:lnTo>
                    <a:pt x="1191112" y="1053948"/>
                  </a:lnTo>
                  <a:close/>
                  <a:moveTo>
                    <a:pt x="1186575" y="976013"/>
                  </a:moveTo>
                  <a:lnTo>
                    <a:pt x="1188775" y="954223"/>
                  </a:lnTo>
                  <a:lnTo>
                    <a:pt x="1185100" y="983400"/>
                  </a:lnTo>
                  <a:close/>
                  <a:moveTo>
                    <a:pt x="1186575" y="976013"/>
                  </a:moveTo>
                  <a:lnTo>
                    <a:pt x="1185100" y="983400"/>
                  </a:lnTo>
                  <a:lnTo>
                    <a:pt x="1187089" y="97831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2" name="Output_density__4221">
              <a:extLst>
                <a:ext uri="{FF2B5EF4-FFF2-40B4-BE49-F238E27FC236}">
                  <a16:creationId xmlns:a16="http://schemas.microsoft.com/office/drawing/2014/main" id="{CFFBC09C-E887-7E4F-F114-D5BE5F32F925}"/>
                </a:ext>
              </a:extLst>
            </p:cNvPr>
            <p:cNvSpPr>
              <a:spLocks noGrp="1"/>
            </p:cNvSpPr>
            <p:nvPr/>
          </p:nvSpPr>
          <p:spPr>
            <a:xfrm>
              <a:off x="15576822" y="2704169"/>
              <a:ext cx="1099521" cy="2020907"/>
            </a:xfrm>
            <a:custGeom>
              <a:avLst/>
              <a:gdLst/>
              <a:ahLst/>
              <a:cxnLst/>
              <a:rect l="0" t="0" r="0" b="0"/>
              <a:pathLst>
                <a:path w="1099521" h="2020907">
                  <a:moveTo>
                    <a:pt x="480038" y="2007893"/>
                  </a:moveTo>
                  <a:lnTo>
                    <a:pt x="484269" y="2001492"/>
                  </a:lnTo>
                  <a:lnTo>
                    <a:pt x="453381" y="2020907"/>
                  </a:lnTo>
                  <a:close/>
                  <a:moveTo>
                    <a:pt x="480038" y="2007893"/>
                  </a:moveTo>
                  <a:lnTo>
                    <a:pt x="510880" y="1983798"/>
                  </a:lnTo>
                  <a:lnTo>
                    <a:pt x="484269" y="2001492"/>
                  </a:lnTo>
                  <a:close/>
                  <a:moveTo>
                    <a:pt x="510880" y="1983798"/>
                  </a:moveTo>
                  <a:lnTo>
                    <a:pt x="521234" y="1965024"/>
                  </a:lnTo>
                  <a:lnTo>
                    <a:pt x="542450" y="1909446"/>
                  </a:lnTo>
                  <a:close/>
                  <a:moveTo>
                    <a:pt x="676613" y="1791906"/>
                  </a:moveTo>
                  <a:lnTo>
                    <a:pt x="646505" y="1814239"/>
                  </a:lnTo>
                  <a:lnTo>
                    <a:pt x="716254" y="1765443"/>
                  </a:lnTo>
                  <a:close/>
                  <a:moveTo>
                    <a:pt x="716254" y="1765443"/>
                  </a:moveTo>
                  <a:lnTo>
                    <a:pt x="693143" y="1798601"/>
                  </a:lnTo>
                  <a:lnTo>
                    <a:pt x="676613" y="1791906"/>
                  </a:lnTo>
                  <a:close/>
                  <a:moveTo>
                    <a:pt x="189026" y="1190004"/>
                  </a:moveTo>
                  <a:lnTo>
                    <a:pt x="221676" y="1139034"/>
                  </a:lnTo>
                  <a:lnTo>
                    <a:pt x="252880" y="1120802"/>
                  </a:lnTo>
                  <a:close/>
                  <a:moveTo>
                    <a:pt x="249885" y="1165911"/>
                  </a:moveTo>
                  <a:lnTo>
                    <a:pt x="252880" y="1120802"/>
                  </a:lnTo>
                  <a:lnTo>
                    <a:pt x="256237" y="1110248"/>
                  </a:lnTo>
                  <a:close/>
                  <a:moveTo>
                    <a:pt x="1021432" y="1668147"/>
                  </a:moveTo>
                  <a:lnTo>
                    <a:pt x="981761" y="1653145"/>
                  </a:lnTo>
                  <a:lnTo>
                    <a:pt x="990815" y="1660531"/>
                  </a:lnTo>
                  <a:close/>
                  <a:moveTo>
                    <a:pt x="1029804" y="1660531"/>
                  </a:moveTo>
                  <a:lnTo>
                    <a:pt x="1052871" y="1650793"/>
                  </a:lnTo>
                  <a:lnTo>
                    <a:pt x="1021432" y="1668147"/>
                  </a:lnTo>
                  <a:close/>
                  <a:moveTo>
                    <a:pt x="1029804" y="1660531"/>
                  </a:moveTo>
                  <a:lnTo>
                    <a:pt x="1068916" y="1636437"/>
                  </a:lnTo>
                  <a:lnTo>
                    <a:pt x="1052871" y="1650793"/>
                  </a:lnTo>
                  <a:close/>
                  <a:moveTo>
                    <a:pt x="7843" y="66245"/>
                  </a:moveTo>
                  <a:lnTo>
                    <a:pt x="5995" y="42151"/>
                  </a:lnTo>
                  <a:lnTo>
                    <a:pt x="0" y="64632"/>
                  </a:lnTo>
                  <a:close/>
                  <a:moveTo>
                    <a:pt x="5995" y="42151"/>
                  </a:moveTo>
                  <a:lnTo>
                    <a:pt x="7843" y="66245"/>
                  </a:lnTo>
                  <a:lnTo>
                    <a:pt x="29433" y="0"/>
                  </a:lnTo>
                  <a:close/>
                  <a:moveTo>
                    <a:pt x="632134" y="546409"/>
                  </a:moveTo>
                  <a:lnTo>
                    <a:pt x="617937" y="566902"/>
                  </a:lnTo>
                  <a:lnTo>
                    <a:pt x="587089" y="552670"/>
                  </a:lnTo>
                  <a:close/>
                  <a:moveTo>
                    <a:pt x="1081873" y="897529"/>
                  </a:moveTo>
                  <a:lnTo>
                    <a:pt x="1099521" y="841131"/>
                  </a:lnTo>
                  <a:lnTo>
                    <a:pt x="1081359" y="895225"/>
                  </a:lnTo>
                  <a:close/>
                  <a:moveTo>
                    <a:pt x="1083559" y="873435"/>
                  </a:moveTo>
                  <a:lnTo>
                    <a:pt x="1081359" y="895225"/>
                  </a:lnTo>
                  <a:lnTo>
                    <a:pt x="1099521" y="8411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23" name="Output_density__4222">
              <a:extLst>
                <a:ext uri="{FF2B5EF4-FFF2-40B4-BE49-F238E27FC236}">
                  <a16:creationId xmlns:a16="http://schemas.microsoft.com/office/drawing/2014/main" id="{B843B912-85E3-F660-7E4E-A636D8184762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3101892"/>
              <a:ext cx="1469513" cy="1573234"/>
            </a:xfrm>
            <a:custGeom>
              <a:avLst/>
              <a:gdLst/>
              <a:ahLst/>
              <a:cxnLst/>
              <a:rect l="0" t="0" r="0" b="0"/>
              <a:pathLst>
                <a:path w="1469513" h="1573234">
                  <a:moveTo>
                    <a:pt x="18607" y="1142991"/>
                  </a:moveTo>
                  <a:lnTo>
                    <a:pt x="0" y="1167085"/>
                  </a:lnTo>
                  <a:lnTo>
                    <a:pt x="22263" y="1194528"/>
                  </a:lnTo>
                  <a:close/>
                  <a:moveTo>
                    <a:pt x="22263" y="1194528"/>
                  </a:moveTo>
                  <a:lnTo>
                    <a:pt x="59393" y="1118898"/>
                  </a:lnTo>
                  <a:lnTo>
                    <a:pt x="18607" y="1142991"/>
                  </a:lnTo>
                  <a:close/>
                  <a:moveTo>
                    <a:pt x="246321" y="1208301"/>
                  </a:moveTo>
                  <a:lnTo>
                    <a:pt x="306772" y="1201274"/>
                  </a:lnTo>
                  <a:lnTo>
                    <a:pt x="299389" y="1197876"/>
                  </a:lnTo>
                  <a:close/>
                  <a:moveTo>
                    <a:pt x="299389" y="1197876"/>
                  </a:moveTo>
                  <a:lnTo>
                    <a:pt x="262157" y="1146340"/>
                  </a:lnTo>
                  <a:lnTo>
                    <a:pt x="246321" y="1208301"/>
                  </a:lnTo>
                  <a:close/>
                  <a:moveTo>
                    <a:pt x="262157" y="1146340"/>
                  </a:moveTo>
                  <a:lnTo>
                    <a:pt x="242745" y="1148466"/>
                  </a:lnTo>
                  <a:lnTo>
                    <a:pt x="246321" y="1208301"/>
                  </a:lnTo>
                  <a:close/>
                  <a:moveTo>
                    <a:pt x="193884" y="1150207"/>
                  </a:moveTo>
                  <a:lnTo>
                    <a:pt x="158739" y="1094803"/>
                  </a:lnTo>
                  <a:lnTo>
                    <a:pt x="134200" y="1098003"/>
                  </a:lnTo>
                  <a:close/>
                  <a:moveTo>
                    <a:pt x="134200" y="1098003"/>
                  </a:moveTo>
                  <a:lnTo>
                    <a:pt x="141476" y="1107288"/>
                  </a:lnTo>
                  <a:lnTo>
                    <a:pt x="193884" y="1150207"/>
                  </a:lnTo>
                  <a:close/>
                  <a:moveTo>
                    <a:pt x="190059" y="1027831"/>
                  </a:moveTo>
                  <a:lnTo>
                    <a:pt x="191828" y="1043267"/>
                  </a:lnTo>
                  <a:lnTo>
                    <a:pt x="161561" y="1007708"/>
                  </a:lnTo>
                  <a:close/>
                  <a:moveTo>
                    <a:pt x="688096" y="1516239"/>
                  </a:moveTo>
                  <a:lnTo>
                    <a:pt x="675936" y="1573234"/>
                  </a:lnTo>
                  <a:lnTo>
                    <a:pt x="734740" y="1510445"/>
                  </a:lnTo>
                  <a:close/>
                  <a:moveTo>
                    <a:pt x="627396" y="1527605"/>
                  </a:moveTo>
                  <a:lnTo>
                    <a:pt x="688096" y="1516239"/>
                  </a:lnTo>
                  <a:lnTo>
                    <a:pt x="669413" y="1468685"/>
                  </a:lnTo>
                  <a:close/>
                  <a:moveTo>
                    <a:pt x="688096" y="1516239"/>
                  </a:moveTo>
                  <a:lnTo>
                    <a:pt x="740922" y="1506627"/>
                  </a:lnTo>
                  <a:lnTo>
                    <a:pt x="710157" y="1473544"/>
                  </a:lnTo>
                  <a:close/>
                  <a:moveTo>
                    <a:pt x="688096" y="1516239"/>
                  </a:moveTo>
                  <a:lnTo>
                    <a:pt x="710157" y="1473544"/>
                  </a:lnTo>
                  <a:lnTo>
                    <a:pt x="669413" y="1468685"/>
                  </a:lnTo>
                  <a:close/>
                  <a:moveTo>
                    <a:pt x="734740" y="1510445"/>
                  </a:moveTo>
                  <a:lnTo>
                    <a:pt x="770479" y="1549989"/>
                  </a:lnTo>
                  <a:lnTo>
                    <a:pt x="745754" y="1507346"/>
                  </a:lnTo>
                  <a:close/>
                  <a:moveTo>
                    <a:pt x="740922" y="1506627"/>
                  </a:moveTo>
                  <a:lnTo>
                    <a:pt x="734740" y="1510445"/>
                  </a:lnTo>
                  <a:lnTo>
                    <a:pt x="745754" y="1507346"/>
                  </a:lnTo>
                  <a:close/>
                  <a:moveTo>
                    <a:pt x="311507" y="867912"/>
                  </a:moveTo>
                  <a:lnTo>
                    <a:pt x="310956" y="816375"/>
                  </a:lnTo>
                  <a:lnTo>
                    <a:pt x="306961" y="820527"/>
                  </a:lnTo>
                  <a:close/>
                  <a:moveTo>
                    <a:pt x="311363" y="813738"/>
                  </a:moveTo>
                  <a:lnTo>
                    <a:pt x="306961" y="820527"/>
                  </a:lnTo>
                  <a:lnTo>
                    <a:pt x="310956" y="816375"/>
                  </a:lnTo>
                  <a:close/>
                  <a:moveTo>
                    <a:pt x="310956" y="816375"/>
                  </a:moveTo>
                  <a:lnTo>
                    <a:pt x="311507" y="867912"/>
                  </a:lnTo>
                  <a:lnTo>
                    <a:pt x="315799" y="843818"/>
                  </a:lnTo>
                  <a:close/>
                  <a:moveTo>
                    <a:pt x="310956" y="816375"/>
                  </a:moveTo>
                  <a:lnTo>
                    <a:pt x="315799" y="843818"/>
                  </a:lnTo>
                  <a:lnTo>
                    <a:pt x="323941" y="792281"/>
                  </a:lnTo>
                  <a:close/>
                  <a:moveTo>
                    <a:pt x="310956" y="816375"/>
                  </a:moveTo>
                  <a:lnTo>
                    <a:pt x="309628" y="755616"/>
                  </a:lnTo>
                  <a:lnTo>
                    <a:pt x="311363" y="813738"/>
                  </a:lnTo>
                  <a:close/>
                  <a:moveTo>
                    <a:pt x="310062" y="740745"/>
                  </a:moveTo>
                  <a:lnTo>
                    <a:pt x="309628" y="755616"/>
                  </a:lnTo>
                  <a:lnTo>
                    <a:pt x="310956" y="816375"/>
                  </a:lnTo>
                  <a:close/>
                  <a:moveTo>
                    <a:pt x="323941" y="792281"/>
                  </a:moveTo>
                  <a:lnTo>
                    <a:pt x="310062" y="740745"/>
                  </a:lnTo>
                  <a:lnTo>
                    <a:pt x="310956" y="816375"/>
                  </a:lnTo>
                  <a:close/>
                  <a:moveTo>
                    <a:pt x="318953" y="707218"/>
                  </a:moveTo>
                  <a:lnTo>
                    <a:pt x="309628" y="755616"/>
                  </a:lnTo>
                  <a:lnTo>
                    <a:pt x="310062" y="740745"/>
                  </a:lnTo>
                  <a:close/>
                  <a:moveTo>
                    <a:pt x="924382" y="1335090"/>
                  </a:moveTo>
                  <a:lnTo>
                    <a:pt x="905005" y="1359184"/>
                  </a:lnTo>
                  <a:lnTo>
                    <a:pt x="932870" y="1386627"/>
                  </a:lnTo>
                  <a:close/>
                  <a:moveTo>
                    <a:pt x="395476" y="683748"/>
                  </a:moveTo>
                  <a:lnTo>
                    <a:pt x="362023" y="693570"/>
                  </a:lnTo>
                  <a:lnTo>
                    <a:pt x="318953" y="707218"/>
                  </a:lnTo>
                  <a:close/>
                  <a:moveTo>
                    <a:pt x="395476" y="683748"/>
                  </a:moveTo>
                  <a:lnTo>
                    <a:pt x="318953" y="707218"/>
                  </a:lnTo>
                  <a:lnTo>
                    <a:pt x="352594" y="698097"/>
                  </a:lnTo>
                  <a:close/>
                  <a:moveTo>
                    <a:pt x="433626" y="692790"/>
                  </a:moveTo>
                  <a:lnTo>
                    <a:pt x="441659" y="681740"/>
                  </a:lnTo>
                  <a:lnTo>
                    <a:pt x="395476" y="683748"/>
                  </a:lnTo>
                  <a:close/>
                  <a:moveTo>
                    <a:pt x="433626" y="692790"/>
                  </a:moveTo>
                  <a:lnTo>
                    <a:pt x="474887" y="697228"/>
                  </a:lnTo>
                  <a:lnTo>
                    <a:pt x="441659" y="681740"/>
                  </a:lnTo>
                  <a:close/>
                  <a:moveTo>
                    <a:pt x="508294" y="645308"/>
                  </a:moveTo>
                  <a:lnTo>
                    <a:pt x="444594" y="665114"/>
                  </a:lnTo>
                  <a:lnTo>
                    <a:pt x="474887" y="697228"/>
                  </a:lnTo>
                  <a:close/>
                  <a:moveTo>
                    <a:pt x="295572" y="562041"/>
                  </a:moveTo>
                  <a:lnTo>
                    <a:pt x="293119" y="515505"/>
                  </a:lnTo>
                  <a:lnTo>
                    <a:pt x="297777" y="486410"/>
                  </a:lnTo>
                  <a:close/>
                  <a:moveTo>
                    <a:pt x="297777" y="486410"/>
                  </a:moveTo>
                  <a:lnTo>
                    <a:pt x="319737" y="440349"/>
                  </a:lnTo>
                  <a:lnTo>
                    <a:pt x="263187" y="510504"/>
                  </a:lnTo>
                  <a:close/>
                  <a:moveTo>
                    <a:pt x="1010320" y="1235365"/>
                  </a:moveTo>
                  <a:lnTo>
                    <a:pt x="980576" y="1259460"/>
                  </a:lnTo>
                  <a:lnTo>
                    <a:pt x="1044385" y="1286902"/>
                  </a:lnTo>
                  <a:close/>
                  <a:moveTo>
                    <a:pt x="952352" y="1207923"/>
                  </a:moveTo>
                  <a:lnTo>
                    <a:pt x="980576" y="1259460"/>
                  </a:lnTo>
                  <a:lnTo>
                    <a:pt x="1010320" y="1235365"/>
                  </a:lnTo>
                  <a:close/>
                  <a:moveTo>
                    <a:pt x="952352" y="1207923"/>
                  </a:moveTo>
                  <a:lnTo>
                    <a:pt x="1010320" y="1235365"/>
                  </a:lnTo>
                  <a:lnTo>
                    <a:pt x="985408" y="1183829"/>
                  </a:lnTo>
                  <a:close/>
                  <a:moveTo>
                    <a:pt x="940657" y="1156386"/>
                  </a:moveTo>
                  <a:lnTo>
                    <a:pt x="985408" y="1183829"/>
                  </a:lnTo>
                  <a:lnTo>
                    <a:pt x="961496" y="1132292"/>
                  </a:lnTo>
                  <a:close/>
                  <a:moveTo>
                    <a:pt x="359470" y="464124"/>
                  </a:moveTo>
                  <a:lnTo>
                    <a:pt x="367539" y="444398"/>
                  </a:lnTo>
                  <a:lnTo>
                    <a:pt x="319737" y="440349"/>
                  </a:lnTo>
                  <a:close/>
                  <a:moveTo>
                    <a:pt x="359470" y="464124"/>
                  </a:moveTo>
                  <a:lnTo>
                    <a:pt x="401665" y="467803"/>
                  </a:lnTo>
                  <a:lnTo>
                    <a:pt x="367539" y="444398"/>
                  </a:lnTo>
                  <a:close/>
                  <a:moveTo>
                    <a:pt x="401665" y="467803"/>
                  </a:moveTo>
                  <a:lnTo>
                    <a:pt x="359470" y="464124"/>
                  </a:lnTo>
                  <a:lnTo>
                    <a:pt x="414810" y="486236"/>
                  </a:lnTo>
                  <a:close/>
                  <a:moveTo>
                    <a:pt x="719605" y="747442"/>
                  </a:moveTo>
                  <a:lnTo>
                    <a:pt x="693856" y="720000"/>
                  </a:lnTo>
                  <a:lnTo>
                    <a:pt x="693960" y="771536"/>
                  </a:lnTo>
                  <a:close/>
                  <a:moveTo>
                    <a:pt x="481148" y="438223"/>
                  </a:moveTo>
                  <a:lnTo>
                    <a:pt x="493115" y="431437"/>
                  </a:lnTo>
                  <a:lnTo>
                    <a:pt x="477773" y="412066"/>
                  </a:lnTo>
                  <a:close/>
                  <a:moveTo>
                    <a:pt x="1290891" y="1117046"/>
                  </a:moveTo>
                  <a:lnTo>
                    <a:pt x="1306090" y="1111547"/>
                  </a:lnTo>
                  <a:lnTo>
                    <a:pt x="1287409" y="1073242"/>
                  </a:lnTo>
                  <a:close/>
                  <a:moveTo>
                    <a:pt x="1371519" y="1089479"/>
                  </a:moveTo>
                  <a:lnTo>
                    <a:pt x="1306090" y="1111547"/>
                  </a:lnTo>
                  <a:lnTo>
                    <a:pt x="1374989" y="1091110"/>
                  </a:lnTo>
                  <a:close/>
                  <a:moveTo>
                    <a:pt x="1374989" y="1091110"/>
                  </a:moveTo>
                  <a:lnTo>
                    <a:pt x="1303067" y="1131783"/>
                  </a:lnTo>
                  <a:lnTo>
                    <a:pt x="1359650" y="1138990"/>
                  </a:lnTo>
                  <a:close/>
                  <a:moveTo>
                    <a:pt x="1371519" y="1089479"/>
                  </a:moveTo>
                  <a:lnTo>
                    <a:pt x="1287409" y="1073242"/>
                  </a:lnTo>
                  <a:lnTo>
                    <a:pt x="1306090" y="1111547"/>
                  </a:lnTo>
                  <a:close/>
                  <a:moveTo>
                    <a:pt x="1376691" y="1087453"/>
                  </a:moveTo>
                  <a:lnTo>
                    <a:pt x="1412382" y="1056240"/>
                  </a:lnTo>
                  <a:lnTo>
                    <a:pt x="1371519" y="1089479"/>
                  </a:lnTo>
                  <a:close/>
                  <a:moveTo>
                    <a:pt x="1371519" y="1089479"/>
                  </a:moveTo>
                  <a:lnTo>
                    <a:pt x="1374989" y="1091110"/>
                  </a:lnTo>
                  <a:lnTo>
                    <a:pt x="1376691" y="1087453"/>
                  </a:lnTo>
                  <a:close/>
                  <a:moveTo>
                    <a:pt x="1169722" y="982582"/>
                  </a:moveTo>
                  <a:lnTo>
                    <a:pt x="1252945" y="984428"/>
                  </a:lnTo>
                  <a:lnTo>
                    <a:pt x="1252967" y="984241"/>
                  </a:lnTo>
                  <a:close/>
                  <a:moveTo>
                    <a:pt x="1169722" y="982582"/>
                  </a:moveTo>
                  <a:lnTo>
                    <a:pt x="1252967" y="984241"/>
                  </a:lnTo>
                  <a:lnTo>
                    <a:pt x="1192769" y="933850"/>
                  </a:lnTo>
                  <a:close/>
                  <a:moveTo>
                    <a:pt x="1191951" y="932843"/>
                  </a:moveTo>
                  <a:lnTo>
                    <a:pt x="1152067" y="956937"/>
                  </a:lnTo>
                  <a:lnTo>
                    <a:pt x="1169722" y="982582"/>
                  </a:lnTo>
                  <a:close/>
                  <a:moveTo>
                    <a:pt x="1111148" y="668458"/>
                  </a:moveTo>
                  <a:lnTo>
                    <a:pt x="1110278" y="651067"/>
                  </a:lnTo>
                  <a:lnTo>
                    <a:pt x="1089630" y="675161"/>
                  </a:lnTo>
                  <a:close/>
                  <a:moveTo>
                    <a:pt x="1073253" y="391877"/>
                  </a:moveTo>
                  <a:lnTo>
                    <a:pt x="1003069" y="439046"/>
                  </a:lnTo>
                  <a:lnTo>
                    <a:pt x="1032289" y="413395"/>
                  </a:lnTo>
                  <a:close/>
                  <a:moveTo>
                    <a:pt x="1418577" y="884656"/>
                  </a:moveTo>
                  <a:lnTo>
                    <a:pt x="1469513" y="922308"/>
                  </a:lnTo>
                  <a:lnTo>
                    <a:pt x="1448611" y="876559"/>
                  </a:lnTo>
                  <a:close/>
                  <a:moveTo>
                    <a:pt x="1432724" y="862494"/>
                  </a:moveTo>
                  <a:lnTo>
                    <a:pt x="1418577" y="884656"/>
                  </a:lnTo>
                  <a:lnTo>
                    <a:pt x="1448611" y="876559"/>
                  </a:lnTo>
                  <a:close/>
                  <a:moveTo>
                    <a:pt x="1448611" y="876559"/>
                  </a:moveTo>
                  <a:lnTo>
                    <a:pt x="1460864" y="884656"/>
                  </a:lnTo>
                  <a:lnTo>
                    <a:pt x="1432724" y="862494"/>
                  </a:lnTo>
                  <a:close/>
                  <a:moveTo>
                    <a:pt x="1088088" y="415060"/>
                  </a:moveTo>
                  <a:lnTo>
                    <a:pt x="1073180" y="369290"/>
                  </a:lnTo>
                  <a:lnTo>
                    <a:pt x="1073253" y="391877"/>
                  </a:lnTo>
                  <a:close/>
                  <a:moveTo>
                    <a:pt x="1181143" y="396732"/>
                  </a:moveTo>
                  <a:lnTo>
                    <a:pt x="1166772" y="451817"/>
                  </a:lnTo>
                  <a:lnTo>
                    <a:pt x="1165895" y="428674"/>
                  </a:lnTo>
                  <a:close/>
                  <a:moveTo>
                    <a:pt x="817643" y="0"/>
                  </a:moveTo>
                  <a:lnTo>
                    <a:pt x="764300" y="60070"/>
                  </a:lnTo>
                  <a:lnTo>
                    <a:pt x="797794" y="35976"/>
                  </a:lnTo>
                  <a:close/>
                  <a:moveTo>
                    <a:pt x="1195114" y="403019"/>
                  </a:moveTo>
                  <a:lnTo>
                    <a:pt x="1165895" y="428674"/>
                  </a:lnTo>
                  <a:lnTo>
                    <a:pt x="1162480" y="448269"/>
                  </a:lnTo>
                  <a:close/>
                  <a:moveTo>
                    <a:pt x="1230739" y="361538"/>
                  </a:moveTo>
                  <a:lnTo>
                    <a:pt x="1200020" y="381585"/>
                  </a:lnTo>
                  <a:lnTo>
                    <a:pt x="1181143" y="396732"/>
                  </a:lnTo>
                  <a:close/>
                  <a:moveTo>
                    <a:pt x="1374272" y="334327"/>
                  </a:moveTo>
                  <a:lnTo>
                    <a:pt x="1348093" y="292867"/>
                  </a:lnTo>
                  <a:lnTo>
                    <a:pt x="1317325" y="34264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24" name="Output_density__4223">
              <a:extLst>
                <a:ext uri="{FF2B5EF4-FFF2-40B4-BE49-F238E27FC236}">
                  <a16:creationId xmlns:a16="http://schemas.microsoft.com/office/drawing/2014/main" id="{C2503D61-BAD8-B515-CC5A-0DD68821C633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23380"/>
              <a:ext cx="1476908" cy="2082281"/>
            </a:xfrm>
            <a:custGeom>
              <a:avLst/>
              <a:gdLst/>
              <a:ahLst/>
              <a:cxnLst/>
              <a:rect l="0" t="0" r="0" b="0"/>
              <a:pathLst>
                <a:path w="1476908" h="2082281">
                  <a:moveTo>
                    <a:pt x="0" y="1673040"/>
                  </a:moveTo>
                  <a:lnTo>
                    <a:pt x="1308" y="1691216"/>
                  </a:lnTo>
                  <a:lnTo>
                    <a:pt x="32992" y="1707911"/>
                  </a:lnTo>
                  <a:close/>
                  <a:moveTo>
                    <a:pt x="32992" y="1707911"/>
                  </a:moveTo>
                  <a:lnTo>
                    <a:pt x="61768" y="1704805"/>
                  </a:lnTo>
                  <a:lnTo>
                    <a:pt x="0" y="1673040"/>
                  </a:lnTo>
                  <a:close/>
                  <a:moveTo>
                    <a:pt x="304338" y="1906629"/>
                  </a:moveTo>
                  <a:lnTo>
                    <a:pt x="306484" y="1908756"/>
                  </a:lnTo>
                  <a:lnTo>
                    <a:pt x="310008" y="1910021"/>
                  </a:lnTo>
                  <a:close/>
                  <a:moveTo>
                    <a:pt x="304338" y="1906629"/>
                  </a:moveTo>
                  <a:lnTo>
                    <a:pt x="273657" y="1872700"/>
                  </a:lnTo>
                  <a:lnTo>
                    <a:pt x="306484" y="1908756"/>
                  </a:lnTo>
                  <a:close/>
                  <a:moveTo>
                    <a:pt x="462316" y="1995224"/>
                  </a:moveTo>
                  <a:lnTo>
                    <a:pt x="454544" y="1989836"/>
                  </a:lnTo>
                  <a:lnTo>
                    <a:pt x="477344" y="2011632"/>
                  </a:lnTo>
                  <a:close/>
                  <a:moveTo>
                    <a:pt x="517216" y="2025808"/>
                  </a:moveTo>
                  <a:lnTo>
                    <a:pt x="462316" y="1995224"/>
                  </a:lnTo>
                  <a:lnTo>
                    <a:pt x="477344" y="2011632"/>
                  </a:lnTo>
                  <a:close/>
                  <a:moveTo>
                    <a:pt x="419977" y="1971824"/>
                  </a:moveTo>
                  <a:lnTo>
                    <a:pt x="474561" y="2009702"/>
                  </a:lnTo>
                  <a:lnTo>
                    <a:pt x="454544" y="1989836"/>
                  </a:lnTo>
                  <a:close/>
                  <a:moveTo>
                    <a:pt x="538241" y="2037144"/>
                  </a:moveTo>
                  <a:lnTo>
                    <a:pt x="517216" y="2025808"/>
                  </a:lnTo>
                  <a:lnTo>
                    <a:pt x="556633" y="2045546"/>
                  </a:lnTo>
                  <a:close/>
                  <a:moveTo>
                    <a:pt x="433614" y="1985608"/>
                  </a:moveTo>
                  <a:lnTo>
                    <a:pt x="419977" y="1971824"/>
                  </a:lnTo>
                  <a:lnTo>
                    <a:pt x="454544" y="1989836"/>
                  </a:lnTo>
                  <a:close/>
                  <a:moveTo>
                    <a:pt x="390853" y="1958165"/>
                  </a:moveTo>
                  <a:lnTo>
                    <a:pt x="419977" y="1971824"/>
                  </a:lnTo>
                  <a:lnTo>
                    <a:pt x="433614" y="1985608"/>
                  </a:lnTo>
                  <a:close/>
                  <a:moveTo>
                    <a:pt x="304338" y="1906629"/>
                  </a:moveTo>
                  <a:lnTo>
                    <a:pt x="310008" y="1910021"/>
                  </a:lnTo>
                  <a:lnTo>
                    <a:pt x="322554" y="1895691"/>
                  </a:lnTo>
                  <a:close/>
                  <a:moveTo>
                    <a:pt x="304338" y="1906629"/>
                  </a:moveTo>
                  <a:lnTo>
                    <a:pt x="322554" y="1895691"/>
                  </a:lnTo>
                  <a:lnTo>
                    <a:pt x="255639" y="1855092"/>
                  </a:lnTo>
                  <a:close/>
                  <a:moveTo>
                    <a:pt x="363445" y="1830998"/>
                  </a:moveTo>
                  <a:lnTo>
                    <a:pt x="337305" y="1877180"/>
                  </a:lnTo>
                  <a:lnTo>
                    <a:pt x="367317" y="1834539"/>
                  </a:lnTo>
                  <a:close/>
                  <a:moveTo>
                    <a:pt x="367317" y="1834539"/>
                  </a:moveTo>
                  <a:lnTo>
                    <a:pt x="337305" y="1877180"/>
                  </a:lnTo>
                  <a:lnTo>
                    <a:pt x="322554" y="1895691"/>
                  </a:lnTo>
                  <a:close/>
                  <a:moveTo>
                    <a:pt x="367317" y="1834539"/>
                  </a:moveTo>
                  <a:lnTo>
                    <a:pt x="322554" y="1895691"/>
                  </a:lnTo>
                  <a:lnTo>
                    <a:pt x="372416" y="1893136"/>
                  </a:lnTo>
                  <a:close/>
                  <a:moveTo>
                    <a:pt x="171621" y="1628719"/>
                  </a:moveTo>
                  <a:lnTo>
                    <a:pt x="164504" y="1624852"/>
                  </a:lnTo>
                  <a:lnTo>
                    <a:pt x="159011" y="1694822"/>
                  </a:lnTo>
                  <a:close/>
                  <a:moveTo>
                    <a:pt x="538241" y="2037144"/>
                  </a:moveTo>
                  <a:lnTo>
                    <a:pt x="556633" y="2045546"/>
                  </a:lnTo>
                  <a:lnTo>
                    <a:pt x="572017" y="2056023"/>
                  </a:lnTo>
                  <a:close/>
                  <a:moveTo>
                    <a:pt x="572017" y="2056023"/>
                  </a:moveTo>
                  <a:lnTo>
                    <a:pt x="536546" y="2023894"/>
                  </a:lnTo>
                  <a:lnTo>
                    <a:pt x="538241" y="2037144"/>
                  </a:lnTo>
                  <a:close/>
                  <a:moveTo>
                    <a:pt x="552175" y="2021613"/>
                  </a:moveTo>
                  <a:lnTo>
                    <a:pt x="536546" y="2023894"/>
                  </a:lnTo>
                  <a:lnTo>
                    <a:pt x="572017" y="2056023"/>
                  </a:lnTo>
                  <a:close/>
                  <a:moveTo>
                    <a:pt x="599843" y="2025159"/>
                  </a:moveTo>
                  <a:lnTo>
                    <a:pt x="552175" y="2021613"/>
                  </a:lnTo>
                  <a:lnTo>
                    <a:pt x="572017" y="2056023"/>
                  </a:lnTo>
                  <a:close/>
                  <a:moveTo>
                    <a:pt x="517216" y="2025808"/>
                  </a:moveTo>
                  <a:lnTo>
                    <a:pt x="538241" y="2037144"/>
                  </a:lnTo>
                  <a:lnTo>
                    <a:pt x="536546" y="2023894"/>
                  </a:lnTo>
                  <a:close/>
                  <a:moveTo>
                    <a:pt x="358722" y="1806904"/>
                  </a:moveTo>
                  <a:lnTo>
                    <a:pt x="363445" y="1830998"/>
                  </a:lnTo>
                  <a:lnTo>
                    <a:pt x="338807" y="1779462"/>
                  </a:lnTo>
                  <a:close/>
                  <a:moveTo>
                    <a:pt x="136476" y="1573315"/>
                  </a:moveTo>
                  <a:lnTo>
                    <a:pt x="170081" y="1601313"/>
                  </a:lnTo>
                  <a:lnTo>
                    <a:pt x="194384" y="1557277"/>
                  </a:lnTo>
                  <a:close/>
                  <a:moveTo>
                    <a:pt x="179156" y="1573315"/>
                  </a:moveTo>
                  <a:lnTo>
                    <a:pt x="194384" y="1557277"/>
                  </a:lnTo>
                  <a:lnTo>
                    <a:pt x="170081" y="1601313"/>
                  </a:lnTo>
                  <a:close/>
                  <a:moveTo>
                    <a:pt x="707146" y="2040493"/>
                  </a:moveTo>
                  <a:lnTo>
                    <a:pt x="708560" y="2082281"/>
                  </a:lnTo>
                  <a:lnTo>
                    <a:pt x="735342" y="2047514"/>
                  </a:lnTo>
                  <a:close/>
                  <a:moveTo>
                    <a:pt x="707146" y="2040493"/>
                  </a:moveTo>
                  <a:lnTo>
                    <a:pt x="673651" y="2064587"/>
                  </a:lnTo>
                  <a:lnTo>
                    <a:pt x="708560" y="2082281"/>
                  </a:lnTo>
                  <a:close/>
                  <a:moveTo>
                    <a:pt x="422970" y="1639048"/>
                  </a:moveTo>
                  <a:lnTo>
                    <a:pt x="489987" y="1654204"/>
                  </a:lnTo>
                  <a:lnTo>
                    <a:pt x="444698" y="1659552"/>
                  </a:lnTo>
                  <a:close/>
                  <a:moveTo>
                    <a:pt x="357182" y="1641921"/>
                  </a:moveTo>
                  <a:lnTo>
                    <a:pt x="320223" y="1583872"/>
                  </a:lnTo>
                  <a:lnTo>
                    <a:pt x="317729" y="1600758"/>
                  </a:lnTo>
                  <a:close/>
                  <a:moveTo>
                    <a:pt x="331070" y="1584070"/>
                  </a:moveTo>
                  <a:lnTo>
                    <a:pt x="320223" y="1583872"/>
                  </a:lnTo>
                  <a:lnTo>
                    <a:pt x="357182" y="1641921"/>
                  </a:lnTo>
                  <a:close/>
                  <a:moveTo>
                    <a:pt x="388803" y="1625247"/>
                  </a:moveTo>
                  <a:lnTo>
                    <a:pt x="331070" y="1584070"/>
                  </a:lnTo>
                  <a:lnTo>
                    <a:pt x="357182" y="1641921"/>
                  </a:lnTo>
                  <a:close/>
                  <a:moveTo>
                    <a:pt x="294510" y="1582279"/>
                  </a:moveTo>
                  <a:lnTo>
                    <a:pt x="322292" y="1549221"/>
                  </a:lnTo>
                  <a:lnTo>
                    <a:pt x="320223" y="1583872"/>
                  </a:lnTo>
                  <a:close/>
                  <a:moveTo>
                    <a:pt x="335705" y="1561622"/>
                  </a:moveTo>
                  <a:lnTo>
                    <a:pt x="317729" y="1600758"/>
                  </a:lnTo>
                  <a:lnTo>
                    <a:pt x="320223" y="1583872"/>
                  </a:lnTo>
                  <a:close/>
                  <a:moveTo>
                    <a:pt x="393674" y="1603681"/>
                  </a:moveTo>
                  <a:lnTo>
                    <a:pt x="398591" y="1628201"/>
                  </a:lnTo>
                  <a:lnTo>
                    <a:pt x="388803" y="1625247"/>
                  </a:lnTo>
                  <a:close/>
                  <a:moveTo>
                    <a:pt x="243141" y="1545813"/>
                  </a:moveTo>
                  <a:lnTo>
                    <a:pt x="320223" y="1583872"/>
                  </a:lnTo>
                  <a:lnTo>
                    <a:pt x="299350" y="1576664"/>
                  </a:lnTo>
                  <a:close/>
                  <a:moveTo>
                    <a:pt x="250563" y="1549221"/>
                  </a:moveTo>
                  <a:lnTo>
                    <a:pt x="320223" y="1583872"/>
                  </a:lnTo>
                  <a:lnTo>
                    <a:pt x="243141" y="1545813"/>
                  </a:lnTo>
                  <a:close/>
                  <a:moveTo>
                    <a:pt x="294510" y="1582279"/>
                  </a:moveTo>
                  <a:lnTo>
                    <a:pt x="320223" y="1583872"/>
                  </a:lnTo>
                  <a:lnTo>
                    <a:pt x="250563" y="1549221"/>
                  </a:lnTo>
                  <a:close/>
                  <a:moveTo>
                    <a:pt x="398591" y="1628201"/>
                  </a:moveTo>
                  <a:lnTo>
                    <a:pt x="422970" y="1639048"/>
                  </a:lnTo>
                  <a:lnTo>
                    <a:pt x="444698" y="1659552"/>
                  </a:lnTo>
                  <a:close/>
                  <a:moveTo>
                    <a:pt x="748215" y="2028501"/>
                  </a:moveTo>
                  <a:lnTo>
                    <a:pt x="735342" y="2047514"/>
                  </a:lnTo>
                  <a:lnTo>
                    <a:pt x="755968" y="2040493"/>
                  </a:lnTo>
                  <a:close/>
                  <a:moveTo>
                    <a:pt x="748215" y="2028501"/>
                  </a:moveTo>
                  <a:lnTo>
                    <a:pt x="755968" y="2040493"/>
                  </a:lnTo>
                  <a:lnTo>
                    <a:pt x="767170" y="1988330"/>
                  </a:lnTo>
                  <a:close/>
                  <a:moveTo>
                    <a:pt x="398591" y="1628201"/>
                  </a:moveTo>
                  <a:lnTo>
                    <a:pt x="444698" y="1659552"/>
                  </a:lnTo>
                  <a:lnTo>
                    <a:pt x="451852" y="1615567"/>
                  </a:lnTo>
                  <a:close/>
                  <a:moveTo>
                    <a:pt x="494809" y="1618627"/>
                  </a:moveTo>
                  <a:lnTo>
                    <a:pt x="444698" y="1659552"/>
                  </a:lnTo>
                  <a:lnTo>
                    <a:pt x="489987" y="1654204"/>
                  </a:lnTo>
                  <a:close/>
                  <a:moveTo>
                    <a:pt x="494809" y="1618627"/>
                  </a:moveTo>
                  <a:lnTo>
                    <a:pt x="451852" y="1615567"/>
                  </a:lnTo>
                  <a:lnTo>
                    <a:pt x="444698" y="1659552"/>
                  </a:lnTo>
                  <a:close/>
                  <a:moveTo>
                    <a:pt x="445606" y="1557902"/>
                  </a:moveTo>
                  <a:lnTo>
                    <a:pt x="435015" y="1503769"/>
                  </a:lnTo>
                  <a:lnTo>
                    <a:pt x="434775" y="1552570"/>
                  </a:lnTo>
                  <a:close/>
                  <a:moveTo>
                    <a:pt x="477342" y="1511805"/>
                  </a:moveTo>
                  <a:lnTo>
                    <a:pt x="502289" y="1549802"/>
                  </a:lnTo>
                  <a:lnTo>
                    <a:pt x="524371" y="1512960"/>
                  </a:lnTo>
                  <a:close/>
                  <a:moveTo>
                    <a:pt x="449772" y="1501033"/>
                  </a:moveTo>
                  <a:lnTo>
                    <a:pt x="502289" y="1549802"/>
                  </a:lnTo>
                  <a:lnTo>
                    <a:pt x="477342" y="1511805"/>
                  </a:lnTo>
                  <a:close/>
                  <a:moveTo>
                    <a:pt x="524371" y="1512960"/>
                  </a:moveTo>
                  <a:lnTo>
                    <a:pt x="511895" y="1552570"/>
                  </a:lnTo>
                  <a:lnTo>
                    <a:pt x="543650" y="1545264"/>
                  </a:lnTo>
                  <a:close/>
                  <a:moveTo>
                    <a:pt x="547439" y="1464309"/>
                  </a:moveTo>
                  <a:lnTo>
                    <a:pt x="582893" y="1459511"/>
                  </a:lnTo>
                  <a:lnTo>
                    <a:pt x="562539" y="1452846"/>
                  </a:lnTo>
                  <a:close/>
                  <a:moveTo>
                    <a:pt x="212730" y="943108"/>
                  </a:moveTo>
                  <a:lnTo>
                    <a:pt x="240923" y="989016"/>
                  </a:lnTo>
                  <a:lnTo>
                    <a:pt x="226977" y="964862"/>
                  </a:lnTo>
                  <a:close/>
                  <a:moveTo>
                    <a:pt x="949230" y="1813602"/>
                  </a:moveTo>
                  <a:lnTo>
                    <a:pt x="939285" y="1798882"/>
                  </a:lnTo>
                  <a:lnTo>
                    <a:pt x="989350" y="1841044"/>
                  </a:lnTo>
                  <a:close/>
                  <a:moveTo>
                    <a:pt x="958312" y="1737971"/>
                  </a:moveTo>
                  <a:lnTo>
                    <a:pt x="964797" y="1802003"/>
                  </a:lnTo>
                  <a:lnTo>
                    <a:pt x="994939" y="1779801"/>
                  </a:lnTo>
                  <a:close/>
                  <a:moveTo>
                    <a:pt x="578262" y="1400534"/>
                  </a:moveTo>
                  <a:lnTo>
                    <a:pt x="614038" y="1434191"/>
                  </a:lnTo>
                  <a:lnTo>
                    <a:pt x="540499" y="1393252"/>
                  </a:lnTo>
                  <a:close/>
                  <a:moveTo>
                    <a:pt x="614038" y="1434191"/>
                  </a:moveTo>
                  <a:lnTo>
                    <a:pt x="578393" y="1401309"/>
                  </a:lnTo>
                  <a:lnTo>
                    <a:pt x="665379" y="1421012"/>
                  </a:lnTo>
                  <a:close/>
                  <a:moveTo>
                    <a:pt x="578262" y="1400534"/>
                  </a:moveTo>
                  <a:lnTo>
                    <a:pt x="578393" y="1401309"/>
                  </a:lnTo>
                  <a:lnTo>
                    <a:pt x="614038" y="1434191"/>
                  </a:lnTo>
                  <a:close/>
                  <a:moveTo>
                    <a:pt x="240923" y="989016"/>
                  </a:moveTo>
                  <a:lnTo>
                    <a:pt x="234689" y="925256"/>
                  </a:lnTo>
                  <a:lnTo>
                    <a:pt x="226977" y="964862"/>
                  </a:lnTo>
                  <a:close/>
                  <a:moveTo>
                    <a:pt x="1022122" y="1765414"/>
                  </a:moveTo>
                  <a:lnTo>
                    <a:pt x="994939" y="1779801"/>
                  </a:lnTo>
                  <a:lnTo>
                    <a:pt x="1021265" y="1770216"/>
                  </a:lnTo>
                  <a:close/>
                  <a:moveTo>
                    <a:pt x="729965" y="1377215"/>
                  </a:moveTo>
                  <a:lnTo>
                    <a:pt x="712562" y="1367315"/>
                  </a:lnTo>
                  <a:lnTo>
                    <a:pt x="754702" y="1404658"/>
                  </a:lnTo>
                  <a:close/>
                  <a:moveTo>
                    <a:pt x="754026" y="1428752"/>
                  </a:moveTo>
                  <a:lnTo>
                    <a:pt x="729965" y="1377215"/>
                  </a:lnTo>
                  <a:lnTo>
                    <a:pt x="754702" y="1404658"/>
                  </a:lnTo>
                  <a:close/>
                  <a:moveTo>
                    <a:pt x="678715" y="1301584"/>
                  </a:moveTo>
                  <a:lnTo>
                    <a:pt x="693150" y="1350168"/>
                  </a:lnTo>
                  <a:lnTo>
                    <a:pt x="675202" y="1325678"/>
                  </a:lnTo>
                  <a:close/>
                  <a:moveTo>
                    <a:pt x="677468" y="1357864"/>
                  </a:moveTo>
                  <a:lnTo>
                    <a:pt x="693150" y="1350168"/>
                  </a:lnTo>
                  <a:lnTo>
                    <a:pt x="678715" y="1301584"/>
                  </a:lnTo>
                  <a:close/>
                  <a:moveTo>
                    <a:pt x="712562" y="1367315"/>
                  </a:moveTo>
                  <a:lnTo>
                    <a:pt x="693150" y="1350168"/>
                  </a:lnTo>
                  <a:lnTo>
                    <a:pt x="677468" y="1357864"/>
                  </a:lnTo>
                  <a:close/>
                  <a:moveTo>
                    <a:pt x="675490" y="1323918"/>
                  </a:moveTo>
                  <a:lnTo>
                    <a:pt x="677468" y="1357864"/>
                  </a:lnTo>
                  <a:lnTo>
                    <a:pt x="678715" y="1301584"/>
                  </a:lnTo>
                  <a:close/>
                  <a:moveTo>
                    <a:pt x="266712" y="843624"/>
                  </a:moveTo>
                  <a:lnTo>
                    <a:pt x="245169" y="897978"/>
                  </a:lnTo>
                  <a:lnTo>
                    <a:pt x="321990" y="875623"/>
                  </a:lnTo>
                  <a:close/>
                  <a:moveTo>
                    <a:pt x="1079417" y="1786070"/>
                  </a:moveTo>
                  <a:lnTo>
                    <a:pt x="1030403" y="1777495"/>
                  </a:lnTo>
                  <a:lnTo>
                    <a:pt x="1021265" y="1770216"/>
                  </a:lnTo>
                  <a:close/>
                  <a:moveTo>
                    <a:pt x="1088864" y="1753241"/>
                  </a:moveTo>
                  <a:lnTo>
                    <a:pt x="1030403" y="1777495"/>
                  </a:lnTo>
                  <a:lnTo>
                    <a:pt x="1079417" y="1786070"/>
                  </a:lnTo>
                  <a:close/>
                  <a:moveTo>
                    <a:pt x="697342" y="1225954"/>
                  </a:moveTo>
                  <a:lnTo>
                    <a:pt x="707066" y="1267296"/>
                  </a:lnTo>
                  <a:lnTo>
                    <a:pt x="744634" y="1272855"/>
                  </a:lnTo>
                  <a:close/>
                  <a:moveTo>
                    <a:pt x="707066" y="1267296"/>
                  </a:moveTo>
                  <a:lnTo>
                    <a:pt x="761357" y="1295608"/>
                  </a:lnTo>
                  <a:lnTo>
                    <a:pt x="789566" y="1266176"/>
                  </a:lnTo>
                  <a:close/>
                  <a:moveTo>
                    <a:pt x="396522" y="889292"/>
                  </a:moveTo>
                  <a:lnTo>
                    <a:pt x="458885" y="916734"/>
                  </a:lnTo>
                  <a:lnTo>
                    <a:pt x="445119" y="868127"/>
                  </a:lnTo>
                  <a:close/>
                  <a:moveTo>
                    <a:pt x="321990" y="875623"/>
                  </a:moveTo>
                  <a:lnTo>
                    <a:pt x="369007" y="876734"/>
                  </a:lnTo>
                  <a:lnTo>
                    <a:pt x="349680" y="869752"/>
                  </a:lnTo>
                  <a:close/>
                  <a:moveTo>
                    <a:pt x="804983" y="1204675"/>
                  </a:moveTo>
                  <a:lnTo>
                    <a:pt x="789566" y="1266176"/>
                  </a:lnTo>
                  <a:lnTo>
                    <a:pt x="815409" y="1225954"/>
                  </a:lnTo>
                  <a:close/>
                  <a:moveTo>
                    <a:pt x="815409" y="1225954"/>
                  </a:moveTo>
                  <a:lnTo>
                    <a:pt x="806474" y="1194491"/>
                  </a:lnTo>
                  <a:lnTo>
                    <a:pt x="804983" y="1204675"/>
                  </a:lnTo>
                  <a:close/>
                  <a:moveTo>
                    <a:pt x="824210" y="1150323"/>
                  </a:moveTo>
                  <a:lnTo>
                    <a:pt x="806474" y="1194491"/>
                  </a:lnTo>
                  <a:lnTo>
                    <a:pt x="815409" y="1225954"/>
                  </a:lnTo>
                  <a:close/>
                  <a:moveTo>
                    <a:pt x="1048976" y="1346470"/>
                  </a:moveTo>
                  <a:lnTo>
                    <a:pt x="1067464" y="1394182"/>
                  </a:lnTo>
                  <a:lnTo>
                    <a:pt x="1013909" y="1336997"/>
                  </a:lnTo>
                  <a:close/>
                  <a:moveTo>
                    <a:pt x="1008175" y="1332376"/>
                  </a:moveTo>
                  <a:lnTo>
                    <a:pt x="1013909" y="1336997"/>
                  </a:lnTo>
                  <a:lnTo>
                    <a:pt x="1021540" y="1339658"/>
                  </a:lnTo>
                  <a:close/>
                  <a:moveTo>
                    <a:pt x="1008175" y="1332376"/>
                  </a:moveTo>
                  <a:lnTo>
                    <a:pt x="983737" y="1298783"/>
                  </a:lnTo>
                  <a:lnTo>
                    <a:pt x="1013909" y="1336997"/>
                  </a:lnTo>
                  <a:close/>
                  <a:moveTo>
                    <a:pt x="1234931" y="1343659"/>
                  </a:moveTo>
                  <a:lnTo>
                    <a:pt x="1215797" y="1349555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27245" y="1387261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35279" y="1391126"/>
                  </a:lnTo>
                  <a:lnTo>
                    <a:pt x="1327245" y="1387261"/>
                  </a:lnTo>
                  <a:close/>
                  <a:moveTo>
                    <a:pt x="197808" y="101600"/>
                  </a:moveTo>
                  <a:lnTo>
                    <a:pt x="229781" y="113589"/>
                  </a:lnTo>
                  <a:lnTo>
                    <a:pt x="194178" y="72609"/>
                  </a:lnTo>
                  <a:close/>
                  <a:moveTo>
                    <a:pt x="229781" y="113589"/>
                  </a:moveTo>
                  <a:lnTo>
                    <a:pt x="236802" y="57297"/>
                  </a:lnTo>
                  <a:lnTo>
                    <a:pt x="194178" y="72609"/>
                  </a:lnTo>
                  <a:close/>
                  <a:moveTo>
                    <a:pt x="224947" y="12973"/>
                  </a:moveTo>
                  <a:lnTo>
                    <a:pt x="256386" y="47310"/>
                  </a:lnTo>
                  <a:lnTo>
                    <a:pt x="215147" y="0"/>
                  </a:lnTo>
                  <a:close/>
                  <a:moveTo>
                    <a:pt x="1327245" y="1387261"/>
                  </a:moveTo>
                  <a:lnTo>
                    <a:pt x="1335279" y="1391126"/>
                  </a:lnTo>
                  <a:lnTo>
                    <a:pt x="1340973" y="1390779"/>
                  </a:lnTo>
                  <a:close/>
                  <a:moveTo>
                    <a:pt x="1393328" y="1411850"/>
                  </a:moveTo>
                  <a:lnTo>
                    <a:pt x="1340973" y="1390779"/>
                  </a:lnTo>
                  <a:lnTo>
                    <a:pt x="1335279" y="1391126"/>
                  </a:lnTo>
                  <a:close/>
                  <a:moveTo>
                    <a:pt x="1327245" y="1387261"/>
                  </a:moveTo>
                  <a:lnTo>
                    <a:pt x="1340973" y="1390779"/>
                  </a:lnTo>
                  <a:lnTo>
                    <a:pt x="1348026" y="1380762"/>
                  </a:lnTo>
                  <a:close/>
                  <a:moveTo>
                    <a:pt x="1393328" y="1411850"/>
                  </a:moveTo>
                  <a:lnTo>
                    <a:pt x="1425042" y="1418874"/>
                  </a:lnTo>
                  <a:lnTo>
                    <a:pt x="1340973" y="1390779"/>
                  </a:lnTo>
                  <a:close/>
                  <a:moveTo>
                    <a:pt x="1228587" y="1213671"/>
                  </a:moveTo>
                  <a:lnTo>
                    <a:pt x="1222680" y="1208558"/>
                  </a:lnTo>
                  <a:lnTo>
                    <a:pt x="1202364" y="1221897"/>
                  </a:lnTo>
                  <a:close/>
                  <a:moveTo>
                    <a:pt x="1241010" y="1208558"/>
                  </a:moveTo>
                  <a:lnTo>
                    <a:pt x="1228587" y="1213671"/>
                  </a:lnTo>
                  <a:lnTo>
                    <a:pt x="1232373" y="1181115"/>
                  </a:lnTo>
                  <a:close/>
                  <a:moveTo>
                    <a:pt x="1237203" y="1157021"/>
                  </a:moveTo>
                  <a:lnTo>
                    <a:pt x="1241010" y="1208558"/>
                  </a:lnTo>
                  <a:lnTo>
                    <a:pt x="1232373" y="1181115"/>
                  </a:lnTo>
                  <a:close/>
                  <a:moveTo>
                    <a:pt x="1060330" y="905311"/>
                  </a:moveTo>
                  <a:lnTo>
                    <a:pt x="1007714" y="965576"/>
                  </a:lnTo>
                  <a:lnTo>
                    <a:pt x="984108" y="929904"/>
                  </a:lnTo>
                  <a:close/>
                  <a:moveTo>
                    <a:pt x="395467" y="243082"/>
                  </a:moveTo>
                  <a:lnTo>
                    <a:pt x="403911" y="298959"/>
                  </a:lnTo>
                  <a:lnTo>
                    <a:pt x="437674" y="284294"/>
                  </a:lnTo>
                  <a:close/>
                  <a:moveTo>
                    <a:pt x="416315" y="201373"/>
                  </a:moveTo>
                  <a:lnTo>
                    <a:pt x="451744" y="235312"/>
                  </a:lnTo>
                  <a:lnTo>
                    <a:pt x="408365" y="214488"/>
                  </a:lnTo>
                  <a:close/>
                  <a:moveTo>
                    <a:pt x="1447250" y="1400820"/>
                  </a:moveTo>
                  <a:lnTo>
                    <a:pt x="1453534" y="1458453"/>
                  </a:lnTo>
                  <a:lnTo>
                    <a:pt x="1476908" y="1414690"/>
                  </a:lnTo>
                  <a:close/>
                  <a:moveTo>
                    <a:pt x="1215925" y="1002802"/>
                  </a:moveTo>
                  <a:lnTo>
                    <a:pt x="1256586" y="1040661"/>
                  </a:lnTo>
                  <a:lnTo>
                    <a:pt x="1266762" y="1018196"/>
                  </a:lnTo>
                  <a:close/>
                  <a:moveTo>
                    <a:pt x="1197617" y="1002411"/>
                  </a:moveTo>
                  <a:lnTo>
                    <a:pt x="1256586" y="1040661"/>
                  </a:lnTo>
                  <a:lnTo>
                    <a:pt x="1215925" y="1002802"/>
                  </a:lnTo>
                  <a:close/>
                  <a:moveTo>
                    <a:pt x="1060330" y="905311"/>
                  </a:moveTo>
                  <a:lnTo>
                    <a:pt x="1065825" y="893572"/>
                  </a:lnTo>
                  <a:lnTo>
                    <a:pt x="1045051" y="950874"/>
                  </a:lnTo>
                  <a:close/>
                  <a:moveTo>
                    <a:pt x="562922" y="280898"/>
                  </a:moveTo>
                  <a:lnTo>
                    <a:pt x="545462" y="259846"/>
                  </a:lnTo>
                  <a:lnTo>
                    <a:pt x="573180" y="308341"/>
                  </a:lnTo>
                  <a:close/>
                  <a:moveTo>
                    <a:pt x="527838" y="211431"/>
                  </a:moveTo>
                  <a:lnTo>
                    <a:pt x="544662" y="200049"/>
                  </a:lnTo>
                  <a:lnTo>
                    <a:pt x="544399" y="153732"/>
                  </a:lnTo>
                  <a:close/>
                  <a:moveTo>
                    <a:pt x="566984" y="217588"/>
                  </a:moveTo>
                  <a:lnTo>
                    <a:pt x="544662" y="200049"/>
                  </a:lnTo>
                  <a:lnTo>
                    <a:pt x="527838" y="211431"/>
                  </a:lnTo>
                  <a:close/>
                  <a:moveTo>
                    <a:pt x="541011" y="137979"/>
                  </a:moveTo>
                  <a:lnTo>
                    <a:pt x="544399" y="153732"/>
                  </a:lnTo>
                  <a:lnTo>
                    <a:pt x="510750" y="113036"/>
                  </a:lnTo>
                  <a:close/>
                  <a:moveTo>
                    <a:pt x="961302" y="479715"/>
                  </a:moveTo>
                  <a:lnTo>
                    <a:pt x="988212" y="479488"/>
                  </a:lnTo>
                  <a:lnTo>
                    <a:pt x="971200" y="466300"/>
                  </a:lnTo>
                  <a:close/>
                  <a:moveTo>
                    <a:pt x="1352009" y="812838"/>
                  </a:moveTo>
                  <a:lnTo>
                    <a:pt x="1371111" y="878593"/>
                  </a:lnTo>
                  <a:lnTo>
                    <a:pt x="1368441" y="827056"/>
                  </a:lnTo>
                  <a:close/>
                  <a:moveTo>
                    <a:pt x="1352009" y="812838"/>
                  </a:moveTo>
                  <a:lnTo>
                    <a:pt x="1372469" y="858948"/>
                  </a:lnTo>
                  <a:lnTo>
                    <a:pt x="1371111" y="87859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5" name="Output_density__4224">
              <a:extLst>
                <a:ext uri="{FF2B5EF4-FFF2-40B4-BE49-F238E27FC236}">
                  <a16:creationId xmlns:a16="http://schemas.microsoft.com/office/drawing/2014/main" id="{21B699B8-26BD-521D-F9AB-42FC8381ABB8}"/>
                </a:ext>
              </a:extLst>
            </p:cNvPr>
            <p:cNvSpPr>
              <a:spLocks noGrp="1"/>
            </p:cNvSpPr>
            <p:nvPr/>
          </p:nvSpPr>
          <p:spPr>
            <a:xfrm>
              <a:off x="15511541" y="2736416"/>
              <a:ext cx="1317897" cy="1971242"/>
            </a:xfrm>
            <a:custGeom>
              <a:avLst/>
              <a:gdLst/>
              <a:ahLst/>
              <a:cxnLst/>
              <a:rect l="0" t="0" r="0" b="0"/>
              <a:pathLst>
                <a:path w="1317897" h="1971242">
                  <a:moveTo>
                    <a:pt x="150997" y="1796985"/>
                  </a:moveTo>
                  <a:lnTo>
                    <a:pt x="147473" y="1795720"/>
                  </a:lnTo>
                  <a:lnTo>
                    <a:pt x="171931" y="1835475"/>
                  </a:lnTo>
                  <a:close/>
                  <a:moveTo>
                    <a:pt x="206804" y="1830961"/>
                  </a:moveTo>
                  <a:lnTo>
                    <a:pt x="150997" y="1796985"/>
                  </a:lnTo>
                  <a:lnTo>
                    <a:pt x="171931" y="1835475"/>
                  </a:lnTo>
                  <a:close/>
                  <a:moveTo>
                    <a:pt x="145327" y="1793593"/>
                  </a:moveTo>
                  <a:lnTo>
                    <a:pt x="96628" y="1742056"/>
                  </a:lnTo>
                  <a:lnTo>
                    <a:pt x="114647" y="1759664"/>
                  </a:lnTo>
                  <a:close/>
                  <a:moveTo>
                    <a:pt x="63583" y="1700454"/>
                  </a:moveTo>
                  <a:lnTo>
                    <a:pt x="96628" y="1742056"/>
                  </a:lnTo>
                  <a:lnTo>
                    <a:pt x="86023" y="1728735"/>
                  </a:lnTo>
                  <a:close/>
                  <a:moveTo>
                    <a:pt x="231842" y="1845129"/>
                  </a:moveTo>
                  <a:lnTo>
                    <a:pt x="284620" y="1812326"/>
                  </a:lnTo>
                  <a:lnTo>
                    <a:pt x="213406" y="1780100"/>
                  </a:lnTo>
                  <a:close/>
                  <a:moveTo>
                    <a:pt x="231842" y="1845129"/>
                  </a:moveTo>
                  <a:lnTo>
                    <a:pt x="213406" y="1780100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50997" y="1796985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63544" y="1782655"/>
                  </a:lnTo>
                  <a:lnTo>
                    <a:pt x="150997" y="1796985"/>
                  </a:lnTo>
                  <a:close/>
                  <a:moveTo>
                    <a:pt x="213406" y="1780100"/>
                  </a:moveTo>
                  <a:lnTo>
                    <a:pt x="260756" y="1779587"/>
                  </a:lnTo>
                  <a:lnTo>
                    <a:pt x="208306" y="1721503"/>
                  </a:lnTo>
                  <a:close/>
                  <a:moveTo>
                    <a:pt x="86023" y="1728735"/>
                  </a:moveTo>
                  <a:lnTo>
                    <a:pt x="96628" y="1742056"/>
                  </a:lnTo>
                  <a:lnTo>
                    <a:pt x="113164" y="1722888"/>
                  </a:lnTo>
                  <a:close/>
                  <a:moveTo>
                    <a:pt x="86023" y="1728735"/>
                  </a:moveTo>
                  <a:lnTo>
                    <a:pt x="113164" y="1722888"/>
                  </a:lnTo>
                  <a:lnTo>
                    <a:pt x="57135" y="1690520"/>
                  </a:lnTo>
                  <a:close/>
                  <a:moveTo>
                    <a:pt x="56723" y="1619187"/>
                  </a:moveTo>
                  <a:lnTo>
                    <a:pt x="65048" y="1573777"/>
                  </a:lnTo>
                  <a:lnTo>
                    <a:pt x="8766" y="1587446"/>
                  </a:lnTo>
                  <a:close/>
                  <a:moveTo>
                    <a:pt x="65048" y="1573777"/>
                  </a:moveTo>
                  <a:lnTo>
                    <a:pt x="0" y="1581786"/>
                  </a:lnTo>
                  <a:lnTo>
                    <a:pt x="8766" y="1587446"/>
                  </a:lnTo>
                  <a:close/>
                  <a:moveTo>
                    <a:pt x="12610" y="1515683"/>
                  </a:moveTo>
                  <a:lnTo>
                    <a:pt x="0" y="1581786"/>
                  </a:lnTo>
                  <a:lnTo>
                    <a:pt x="65048" y="1573777"/>
                  </a:lnTo>
                  <a:close/>
                  <a:moveTo>
                    <a:pt x="20146" y="1460279"/>
                  </a:moveTo>
                  <a:lnTo>
                    <a:pt x="11071" y="1488278"/>
                  </a:lnTo>
                  <a:lnTo>
                    <a:pt x="43722" y="1465629"/>
                  </a:lnTo>
                  <a:close/>
                  <a:moveTo>
                    <a:pt x="43722" y="1465629"/>
                  </a:moveTo>
                  <a:lnTo>
                    <a:pt x="11071" y="1488278"/>
                  </a:lnTo>
                  <a:lnTo>
                    <a:pt x="12610" y="1515683"/>
                  </a:lnTo>
                  <a:close/>
                  <a:moveTo>
                    <a:pt x="514641" y="1951551"/>
                  </a:moveTo>
                  <a:lnTo>
                    <a:pt x="494663" y="1938710"/>
                  </a:lnTo>
                  <a:lnTo>
                    <a:pt x="467283" y="1971242"/>
                  </a:lnTo>
                  <a:close/>
                  <a:moveTo>
                    <a:pt x="413007" y="1942987"/>
                  </a:moveTo>
                  <a:lnTo>
                    <a:pt x="467283" y="1971242"/>
                  </a:lnTo>
                  <a:lnTo>
                    <a:pt x="494663" y="1938710"/>
                  </a:lnTo>
                  <a:close/>
                  <a:moveTo>
                    <a:pt x="440832" y="1912123"/>
                  </a:moveTo>
                  <a:lnTo>
                    <a:pt x="413007" y="1942987"/>
                  </a:lnTo>
                  <a:lnTo>
                    <a:pt x="494663" y="1938710"/>
                  </a:lnTo>
                  <a:close/>
                  <a:moveTo>
                    <a:pt x="10554" y="1408743"/>
                  </a:moveTo>
                  <a:lnTo>
                    <a:pt x="8785" y="1393307"/>
                  </a:lnTo>
                  <a:lnTo>
                    <a:pt x="46329" y="1436186"/>
                  </a:lnTo>
                  <a:close/>
                  <a:moveTo>
                    <a:pt x="20146" y="1460279"/>
                  </a:moveTo>
                  <a:lnTo>
                    <a:pt x="10554" y="1408743"/>
                  </a:lnTo>
                  <a:lnTo>
                    <a:pt x="46329" y="1436186"/>
                  </a:lnTo>
                  <a:close/>
                  <a:moveTo>
                    <a:pt x="401595" y="1828556"/>
                  </a:moveTo>
                  <a:lnTo>
                    <a:pt x="416205" y="1820046"/>
                  </a:lnTo>
                  <a:lnTo>
                    <a:pt x="365330" y="1804508"/>
                  </a:lnTo>
                  <a:close/>
                  <a:moveTo>
                    <a:pt x="548136" y="1927457"/>
                  </a:moveTo>
                  <a:lnTo>
                    <a:pt x="576331" y="1934479"/>
                  </a:lnTo>
                  <a:lnTo>
                    <a:pt x="589205" y="1915465"/>
                  </a:lnTo>
                  <a:close/>
                  <a:moveTo>
                    <a:pt x="564481" y="1872822"/>
                  </a:moveTo>
                  <a:lnTo>
                    <a:pt x="589205" y="1915465"/>
                  </a:lnTo>
                  <a:lnTo>
                    <a:pt x="608160" y="1875294"/>
                  </a:lnTo>
                  <a:close/>
                  <a:moveTo>
                    <a:pt x="564481" y="1872822"/>
                  </a:moveTo>
                  <a:lnTo>
                    <a:pt x="608160" y="1875294"/>
                  </a:lnTo>
                  <a:lnTo>
                    <a:pt x="607148" y="1875020"/>
                  </a:lnTo>
                  <a:close/>
                  <a:moveTo>
                    <a:pt x="257768" y="1481907"/>
                  </a:moveTo>
                  <a:lnTo>
                    <a:pt x="239580" y="1515165"/>
                  </a:lnTo>
                  <a:lnTo>
                    <a:pt x="286596" y="1444866"/>
                  </a:lnTo>
                  <a:close/>
                  <a:moveTo>
                    <a:pt x="286596" y="1444866"/>
                  </a:moveTo>
                  <a:lnTo>
                    <a:pt x="239580" y="1515165"/>
                  </a:lnTo>
                  <a:lnTo>
                    <a:pt x="292842" y="1502531"/>
                  </a:lnTo>
                  <a:close/>
                  <a:moveTo>
                    <a:pt x="286596" y="1444866"/>
                  </a:moveTo>
                  <a:lnTo>
                    <a:pt x="275765" y="1439534"/>
                  </a:lnTo>
                  <a:lnTo>
                    <a:pt x="257768" y="1481907"/>
                  </a:lnTo>
                  <a:close/>
                  <a:moveTo>
                    <a:pt x="341070" y="1444005"/>
                  </a:moveTo>
                  <a:lnTo>
                    <a:pt x="331760" y="1439534"/>
                  </a:lnTo>
                  <a:lnTo>
                    <a:pt x="335798" y="1505591"/>
                  </a:lnTo>
                  <a:close/>
                  <a:moveTo>
                    <a:pt x="335798" y="1505591"/>
                  </a:moveTo>
                  <a:lnTo>
                    <a:pt x="331760" y="1439534"/>
                  </a:lnTo>
                  <a:lnTo>
                    <a:pt x="286596" y="1444866"/>
                  </a:lnTo>
                  <a:close/>
                  <a:moveTo>
                    <a:pt x="335798" y="1505591"/>
                  </a:moveTo>
                  <a:lnTo>
                    <a:pt x="286596" y="1444866"/>
                  </a:lnTo>
                  <a:lnTo>
                    <a:pt x="292842" y="1502531"/>
                  </a:lnTo>
                  <a:close/>
                  <a:moveTo>
                    <a:pt x="331760" y="1439534"/>
                  </a:moveTo>
                  <a:lnTo>
                    <a:pt x="290761" y="1387998"/>
                  </a:lnTo>
                  <a:lnTo>
                    <a:pt x="286596" y="1444866"/>
                  </a:lnTo>
                  <a:close/>
                  <a:moveTo>
                    <a:pt x="144751" y="1358733"/>
                  </a:moveTo>
                  <a:lnTo>
                    <a:pt x="187052" y="1299583"/>
                  </a:lnTo>
                  <a:lnTo>
                    <a:pt x="142240" y="1359544"/>
                  </a:lnTo>
                  <a:close/>
                  <a:moveTo>
                    <a:pt x="274038" y="1387998"/>
                  </a:moveTo>
                  <a:lnTo>
                    <a:pt x="259238" y="1429125"/>
                  </a:lnTo>
                  <a:lnTo>
                    <a:pt x="275765" y="1439534"/>
                  </a:lnTo>
                  <a:close/>
                  <a:moveTo>
                    <a:pt x="331760" y="1439534"/>
                  </a:moveTo>
                  <a:lnTo>
                    <a:pt x="343279" y="1436766"/>
                  </a:lnTo>
                  <a:lnTo>
                    <a:pt x="290761" y="1387998"/>
                  </a:lnTo>
                  <a:close/>
                  <a:moveTo>
                    <a:pt x="343279" y="1436766"/>
                  </a:moveTo>
                  <a:lnTo>
                    <a:pt x="352884" y="1439534"/>
                  </a:lnTo>
                  <a:lnTo>
                    <a:pt x="365361" y="1399924"/>
                  </a:lnTo>
                  <a:close/>
                  <a:moveTo>
                    <a:pt x="723731" y="1724660"/>
                  </a:moveTo>
                  <a:lnTo>
                    <a:pt x="741894" y="1759659"/>
                  </a:lnTo>
                  <a:lnTo>
                    <a:pt x="751596" y="1752102"/>
                  </a:lnTo>
                  <a:close/>
                  <a:moveTo>
                    <a:pt x="513862" y="1315716"/>
                  </a:moveTo>
                  <a:lnTo>
                    <a:pt x="547408" y="1384759"/>
                  </a:lnTo>
                  <a:lnTo>
                    <a:pt x="566944" y="1359781"/>
                  </a:lnTo>
                  <a:close/>
                  <a:moveTo>
                    <a:pt x="535473" y="1391346"/>
                  </a:moveTo>
                  <a:lnTo>
                    <a:pt x="547408" y="1384759"/>
                  </a:lnTo>
                  <a:lnTo>
                    <a:pt x="513862" y="1315716"/>
                  </a:lnTo>
                  <a:close/>
                  <a:moveTo>
                    <a:pt x="480416" y="1339810"/>
                  </a:moveTo>
                  <a:lnTo>
                    <a:pt x="535473" y="1391346"/>
                  </a:lnTo>
                  <a:lnTo>
                    <a:pt x="513862" y="1315716"/>
                  </a:lnTo>
                  <a:close/>
                  <a:moveTo>
                    <a:pt x="597071" y="1319623"/>
                  </a:moveTo>
                  <a:lnTo>
                    <a:pt x="566944" y="1359781"/>
                  </a:lnTo>
                  <a:lnTo>
                    <a:pt x="547408" y="1384759"/>
                  </a:lnTo>
                  <a:close/>
                  <a:moveTo>
                    <a:pt x="547408" y="1384759"/>
                  </a:moveTo>
                  <a:lnTo>
                    <a:pt x="582463" y="1367252"/>
                  </a:lnTo>
                  <a:lnTo>
                    <a:pt x="597071" y="1319623"/>
                  </a:lnTo>
                  <a:close/>
                  <a:moveTo>
                    <a:pt x="480416" y="1339810"/>
                  </a:moveTo>
                  <a:lnTo>
                    <a:pt x="513862" y="1315716"/>
                  </a:lnTo>
                  <a:lnTo>
                    <a:pt x="478234" y="1337689"/>
                  </a:lnTo>
                  <a:close/>
                  <a:moveTo>
                    <a:pt x="513862" y="1315716"/>
                  </a:moveTo>
                  <a:lnTo>
                    <a:pt x="506368" y="1307976"/>
                  </a:lnTo>
                  <a:lnTo>
                    <a:pt x="478234" y="1337689"/>
                  </a:lnTo>
                  <a:close/>
                  <a:moveTo>
                    <a:pt x="506368" y="1307976"/>
                  </a:moveTo>
                  <a:lnTo>
                    <a:pt x="419383" y="1288273"/>
                  </a:lnTo>
                  <a:lnTo>
                    <a:pt x="478234" y="1337689"/>
                  </a:lnTo>
                  <a:close/>
                  <a:moveTo>
                    <a:pt x="416213" y="1280478"/>
                  </a:moveTo>
                  <a:lnTo>
                    <a:pt x="419383" y="1288273"/>
                  </a:lnTo>
                  <a:lnTo>
                    <a:pt x="419251" y="1287498"/>
                  </a:lnTo>
                  <a:close/>
                  <a:moveTo>
                    <a:pt x="390820" y="1236736"/>
                  </a:moveTo>
                  <a:lnTo>
                    <a:pt x="416213" y="1280478"/>
                  </a:lnTo>
                  <a:lnTo>
                    <a:pt x="382253" y="1216852"/>
                  </a:lnTo>
                  <a:close/>
                  <a:moveTo>
                    <a:pt x="382253" y="1216852"/>
                  </a:moveTo>
                  <a:lnTo>
                    <a:pt x="416213" y="1280478"/>
                  </a:lnTo>
                  <a:lnTo>
                    <a:pt x="419251" y="1287498"/>
                  </a:lnTo>
                  <a:close/>
                  <a:moveTo>
                    <a:pt x="382253" y="1216852"/>
                  </a:moveTo>
                  <a:lnTo>
                    <a:pt x="419251" y="1287498"/>
                  </a:lnTo>
                  <a:lnTo>
                    <a:pt x="381489" y="1280216"/>
                  </a:lnTo>
                  <a:close/>
                  <a:moveTo>
                    <a:pt x="390820" y="1236736"/>
                  </a:moveTo>
                  <a:lnTo>
                    <a:pt x="382253" y="1216852"/>
                  </a:lnTo>
                  <a:lnTo>
                    <a:pt x="351346" y="1179236"/>
                  </a:lnTo>
                  <a:close/>
                  <a:moveTo>
                    <a:pt x="81913" y="875980"/>
                  </a:moveTo>
                  <a:lnTo>
                    <a:pt x="138463" y="805825"/>
                  </a:lnTo>
                  <a:lnTo>
                    <a:pt x="75679" y="812220"/>
                  </a:lnTo>
                  <a:close/>
                  <a:moveTo>
                    <a:pt x="75679" y="812220"/>
                  </a:moveTo>
                  <a:lnTo>
                    <a:pt x="138463" y="805825"/>
                  </a:lnTo>
                  <a:lnTo>
                    <a:pt x="124936" y="810157"/>
                  </a:lnTo>
                  <a:close/>
                  <a:moveTo>
                    <a:pt x="382187" y="1212643"/>
                  </a:moveTo>
                  <a:lnTo>
                    <a:pt x="351346" y="1179236"/>
                  </a:lnTo>
                  <a:lnTo>
                    <a:pt x="382253" y="1216852"/>
                  </a:lnTo>
                  <a:close/>
                  <a:moveTo>
                    <a:pt x="799302" y="1624935"/>
                  </a:moveTo>
                  <a:lnTo>
                    <a:pt x="835929" y="1666765"/>
                  </a:lnTo>
                  <a:lnTo>
                    <a:pt x="863112" y="1652378"/>
                  </a:lnTo>
                  <a:close/>
                  <a:moveTo>
                    <a:pt x="780222" y="1497768"/>
                  </a:moveTo>
                  <a:lnTo>
                    <a:pt x="815982" y="1457287"/>
                  </a:lnTo>
                  <a:lnTo>
                    <a:pt x="759383" y="1521862"/>
                  </a:lnTo>
                  <a:close/>
                  <a:moveTo>
                    <a:pt x="590357" y="1312421"/>
                  </a:moveTo>
                  <a:lnTo>
                    <a:pt x="595016" y="1315716"/>
                  </a:lnTo>
                  <a:lnTo>
                    <a:pt x="595692" y="1291622"/>
                  </a:lnTo>
                  <a:close/>
                  <a:moveTo>
                    <a:pt x="566944" y="1359781"/>
                  </a:moveTo>
                  <a:lnTo>
                    <a:pt x="595016" y="1315716"/>
                  </a:lnTo>
                  <a:lnTo>
                    <a:pt x="590357" y="1312421"/>
                  </a:lnTo>
                  <a:close/>
                  <a:moveTo>
                    <a:pt x="605910" y="1330794"/>
                  </a:moveTo>
                  <a:lnTo>
                    <a:pt x="582463" y="1367252"/>
                  </a:lnTo>
                  <a:lnTo>
                    <a:pt x="626370" y="1358547"/>
                  </a:lnTo>
                  <a:close/>
                  <a:moveTo>
                    <a:pt x="565050" y="1291622"/>
                  </a:moveTo>
                  <a:lnTo>
                    <a:pt x="566944" y="1359781"/>
                  </a:lnTo>
                  <a:lnTo>
                    <a:pt x="590357" y="1312421"/>
                  </a:lnTo>
                  <a:close/>
                  <a:moveTo>
                    <a:pt x="513862" y="1315716"/>
                  </a:moveTo>
                  <a:lnTo>
                    <a:pt x="581089" y="1277767"/>
                  </a:lnTo>
                  <a:lnTo>
                    <a:pt x="518457" y="1244828"/>
                  </a:lnTo>
                  <a:close/>
                  <a:moveTo>
                    <a:pt x="518457" y="1244828"/>
                  </a:moveTo>
                  <a:lnTo>
                    <a:pt x="581089" y="1277767"/>
                  </a:lnTo>
                  <a:lnTo>
                    <a:pt x="553551" y="1254279"/>
                  </a:lnTo>
                  <a:close/>
                  <a:moveTo>
                    <a:pt x="513862" y="1315716"/>
                  </a:moveTo>
                  <a:lnTo>
                    <a:pt x="518457" y="1244828"/>
                  </a:lnTo>
                  <a:lnTo>
                    <a:pt x="506368" y="1307976"/>
                  </a:lnTo>
                  <a:close/>
                  <a:moveTo>
                    <a:pt x="595692" y="1291622"/>
                  </a:moveTo>
                  <a:lnTo>
                    <a:pt x="553551" y="1254279"/>
                  </a:lnTo>
                  <a:lnTo>
                    <a:pt x="581089" y="1277767"/>
                  </a:lnTo>
                  <a:close/>
                  <a:moveTo>
                    <a:pt x="527613" y="1149881"/>
                  </a:moveTo>
                  <a:lnTo>
                    <a:pt x="548055" y="1154260"/>
                  </a:lnTo>
                  <a:lnTo>
                    <a:pt x="512686" y="1137012"/>
                  </a:lnTo>
                  <a:close/>
                  <a:moveTo>
                    <a:pt x="503831" y="1163592"/>
                  </a:moveTo>
                  <a:lnTo>
                    <a:pt x="519704" y="1188549"/>
                  </a:lnTo>
                  <a:lnTo>
                    <a:pt x="491886" y="1161106"/>
                  </a:lnTo>
                  <a:close/>
                  <a:moveTo>
                    <a:pt x="233537" y="851712"/>
                  </a:moveTo>
                  <a:lnTo>
                    <a:pt x="241391" y="851886"/>
                  </a:lnTo>
                  <a:lnTo>
                    <a:pt x="220391" y="833279"/>
                  </a:lnTo>
                  <a:close/>
                  <a:moveTo>
                    <a:pt x="233537" y="851712"/>
                  </a:moveTo>
                  <a:lnTo>
                    <a:pt x="256331" y="827793"/>
                  </a:lnTo>
                  <a:lnTo>
                    <a:pt x="252138" y="845451"/>
                  </a:lnTo>
                  <a:close/>
                  <a:moveTo>
                    <a:pt x="86158" y="784942"/>
                  </a:moveTo>
                  <a:lnTo>
                    <a:pt x="134488" y="790962"/>
                  </a:lnTo>
                  <a:lnTo>
                    <a:pt x="162979" y="762587"/>
                  </a:lnTo>
                  <a:close/>
                  <a:moveTo>
                    <a:pt x="162979" y="762587"/>
                  </a:moveTo>
                  <a:lnTo>
                    <a:pt x="134488" y="790962"/>
                  </a:lnTo>
                  <a:lnTo>
                    <a:pt x="209996" y="763698"/>
                  </a:lnTo>
                  <a:close/>
                  <a:moveTo>
                    <a:pt x="771155" y="1379547"/>
                  </a:moveTo>
                  <a:lnTo>
                    <a:pt x="720428" y="1446232"/>
                  </a:lnTo>
                  <a:lnTo>
                    <a:pt x="720796" y="1445248"/>
                  </a:lnTo>
                  <a:close/>
                  <a:moveTo>
                    <a:pt x="462511" y="1126843"/>
                  </a:moveTo>
                  <a:lnTo>
                    <a:pt x="503831" y="1163592"/>
                  </a:lnTo>
                  <a:lnTo>
                    <a:pt x="474499" y="1137012"/>
                  </a:lnTo>
                  <a:close/>
                  <a:moveTo>
                    <a:pt x="519104" y="1181559"/>
                  </a:moveTo>
                  <a:lnTo>
                    <a:pt x="516480" y="1210882"/>
                  </a:lnTo>
                  <a:lnTo>
                    <a:pt x="519704" y="1188549"/>
                  </a:lnTo>
                  <a:close/>
                  <a:moveTo>
                    <a:pt x="519704" y="1188549"/>
                  </a:moveTo>
                  <a:lnTo>
                    <a:pt x="503831" y="1163592"/>
                  </a:lnTo>
                  <a:lnTo>
                    <a:pt x="519104" y="1181559"/>
                  </a:lnTo>
                  <a:close/>
                  <a:moveTo>
                    <a:pt x="449763" y="1085476"/>
                  </a:moveTo>
                  <a:lnTo>
                    <a:pt x="465629" y="1061565"/>
                  </a:lnTo>
                  <a:lnTo>
                    <a:pt x="474499" y="1137012"/>
                  </a:lnTo>
                  <a:close/>
                  <a:moveTo>
                    <a:pt x="538332" y="1112918"/>
                  </a:moveTo>
                  <a:lnTo>
                    <a:pt x="497379" y="1073736"/>
                  </a:lnTo>
                  <a:lnTo>
                    <a:pt x="512583" y="1085476"/>
                  </a:lnTo>
                  <a:close/>
                  <a:moveTo>
                    <a:pt x="645972" y="1091639"/>
                  </a:moveTo>
                  <a:lnTo>
                    <a:pt x="588810" y="1100129"/>
                  </a:lnTo>
                  <a:lnTo>
                    <a:pt x="585623" y="1159820"/>
                  </a:lnTo>
                  <a:close/>
                  <a:moveTo>
                    <a:pt x="1109617" y="1482522"/>
                  </a:moveTo>
                  <a:lnTo>
                    <a:pt x="1061632" y="1447004"/>
                  </a:lnTo>
                  <a:lnTo>
                    <a:pt x="1109299" y="1477023"/>
                  </a:lnTo>
                  <a:close/>
                  <a:moveTo>
                    <a:pt x="1049925" y="1403231"/>
                  </a:moveTo>
                  <a:lnTo>
                    <a:pt x="1023039" y="1389441"/>
                  </a:lnTo>
                  <a:lnTo>
                    <a:pt x="1098893" y="1425487"/>
                  </a:lnTo>
                  <a:close/>
                  <a:moveTo>
                    <a:pt x="1018570" y="1373950"/>
                  </a:moveTo>
                  <a:lnTo>
                    <a:pt x="1023039" y="1389441"/>
                  </a:lnTo>
                  <a:lnTo>
                    <a:pt x="1049925" y="1403231"/>
                  </a:lnTo>
                  <a:close/>
                  <a:moveTo>
                    <a:pt x="854898" y="1223961"/>
                  </a:moveTo>
                  <a:lnTo>
                    <a:pt x="911529" y="1270877"/>
                  </a:lnTo>
                  <a:lnTo>
                    <a:pt x="862530" y="1226622"/>
                  </a:lnTo>
                  <a:close/>
                  <a:moveTo>
                    <a:pt x="908453" y="1281147"/>
                  </a:moveTo>
                  <a:lnTo>
                    <a:pt x="911529" y="1270877"/>
                  </a:lnTo>
                  <a:lnTo>
                    <a:pt x="854898" y="1223961"/>
                  </a:lnTo>
                  <a:close/>
                  <a:moveTo>
                    <a:pt x="849164" y="1219340"/>
                  </a:moveTo>
                  <a:lnTo>
                    <a:pt x="809089" y="1167803"/>
                  </a:lnTo>
                  <a:lnTo>
                    <a:pt x="824726" y="1185747"/>
                  </a:lnTo>
                  <a:close/>
                  <a:moveTo>
                    <a:pt x="1088794" y="1461469"/>
                  </a:moveTo>
                  <a:lnTo>
                    <a:pt x="1139069" y="1521321"/>
                  </a:lnTo>
                  <a:lnTo>
                    <a:pt x="1109299" y="1477023"/>
                  </a:lnTo>
                  <a:close/>
                  <a:moveTo>
                    <a:pt x="1109299" y="1477023"/>
                  </a:moveTo>
                  <a:lnTo>
                    <a:pt x="1139069" y="1521321"/>
                  </a:lnTo>
                  <a:lnTo>
                    <a:pt x="1121793" y="1497259"/>
                  </a:lnTo>
                  <a:close/>
                  <a:moveTo>
                    <a:pt x="1113039" y="1416997"/>
                  </a:moveTo>
                  <a:lnTo>
                    <a:pt x="1049925" y="1403231"/>
                  </a:lnTo>
                  <a:lnTo>
                    <a:pt x="1098893" y="1425487"/>
                  </a:lnTo>
                  <a:close/>
                  <a:moveTo>
                    <a:pt x="1085795" y="1298319"/>
                  </a:moveTo>
                  <a:lnTo>
                    <a:pt x="1071693" y="1349717"/>
                  </a:lnTo>
                  <a:lnTo>
                    <a:pt x="1097482" y="1304159"/>
                  </a:lnTo>
                  <a:close/>
                  <a:moveTo>
                    <a:pt x="911529" y="1270877"/>
                  </a:moveTo>
                  <a:lnTo>
                    <a:pt x="936438" y="1258396"/>
                  </a:lnTo>
                  <a:lnTo>
                    <a:pt x="862530" y="1226622"/>
                  </a:lnTo>
                  <a:close/>
                  <a:moveTo>
                    <a:pt x="1065209" y="1292414"/>
                  </a:moveTo>
                  <a:lnTo>
                    <a:pt x="1048211" y="1261922"/>
                  </a:lnTo>
                  <a:lnTo>
                    <a:pt x="1031777" y="1246783"/>
                  </a:lnTo>
                  <a:close/>
                  <a:moveTo>
                    <a:pt x="1025246" y="1224178"/>
                  </a:moveTo>
                  <a:lnTo>
                    <a:pt x="1065209" y="1292414"/>
                  </a:lnTo>
                  <a:lnTo>
                    <a:pt x="1031777" y="1246783"/>
                  </a:lnTo>
                  <a:close/>
                  <a:moveTo>
                    <a:pt x="1130468" y="1259894"/>
                  </a:moveTo>
                  <a:lnTo>
                    <a:pt x="1168234" y="1274225"/>
                  </a:lnTo>
                  <a:lnTo>
                    <a:pt x="1159253" y="1232615"/>
                  </a:lnTo>
                  <a:close/>
                  <a:moveTo>
                    <a:pt x="1159253" y="1232615"/>
                  </a:moveTo>
                  <a:lnTo>
                    <a:pt x="1168234" y="1274225"/>
                  </a:lnTo>
                  <a:lnTo>
                    <a:pt x="1194928" y="1200176"/>
                  </a:lnTo>
                  <a:close/>
                  <a:moveTo>
                    <a:pt x="1194928" y="1200176"/>
                  </a:moveTo>
                  <a:lnTo>
                    <a:pt x="1168234" y="1274225"/>
                  </a:lnTo>
                  <a:lnTo>
                    <a:pt x="1189015" y="1267727"/>
                  </a:lnTo>
                  <a:close/>
                  <a:moveTo>
                    <a:pt x="1194928" y="1200176"/>
                  </a:moveTo>
                  <a:lnTo>
                    <a:pt x="1192179" y="1198595"/>
                  </a:lnTo>
                  <a:lnTo>
                    <a:pt x="1159253" y="1232615"/>
                  </a:lnTo>
                  <a:close/>
                  <a:moveTo>
                    <a:pt x="1237303" y="1250132"/>
                  </a:moveTo>
                  <a:lnTo>
                    <a:pt x="1266031" y="1305839"/>
                  </a:lnTo>
                  <a:lnTo>
                    <a:pt x="1258292" y="1301668"/>
                  </a:lnTo>
                  <a:close/>
                  <a:moveTo>
                    <a:pt x="1181962" y="1277743"/>
                  </a:moveTo>
                  <a:lnTo>
                    <a:pt x="1266031" y="1305839"/>
                  </a:lnTo>
                  <a:lnTo>
                    <a:pt x="1237303" y="1250132"/>
                  </a:lnTo>
                  <a:close/>
                  <a:moveTo>
                    <a:pt x="1237303" y="1250132"/>
                  </a:moveTo>
                  <a:lnTo>
                    <a:pt x="1189015" y="1267727"/>
                  </a:lnTo>
                  <a:lnTo>
                    <a:pt x="1181962" y="1277743"/>
                  </a:lnTo>
                  <a:close/>
                  <a:moveTo>
                    <a:pt x="1189015" y="1267727"/>
                  </a:moveTo>
                  <a:lnTo>
                    <a:pt x="1251450" y="1227970"/>
                  </a:lnTo>
                  <a:lnTo>
                    <a:pt x="1234896" y="1205666"/>
                  </a:lnTo>
                  <a:close/>
                  <a:moveTo>
                    <a:pt x="1189015" y="1267727"/>
                  </a:moveTo>
                  <a:lnTo>
                    <a:pt x="1234896" y="1205666"/>
                  </a:lnTo>
                  <a:lnTo>
                    <a:pt x="1194928" y="1200176"/>
                  </a:lnTo>
                  <a:close/>
                  <a:moveTo>
                    <a:pt x="1266031" y="1305839"/>
                  </a:moveTo>
                  <a:lnTo>
                    <a:pt x="1234318" y="1298814"/>
                  </a:lnTo>
                  <a:lnTo>
                    <a:pt x="1279590" y="1250132"/>
                  </a:lnTo>
                  <a:close/>
                  <a:moveTo>
                    <a:pt x="1194928" y="1200176"/>
                  </a:moveTo>
                  <a:lnTo>
                    <a:pt x="1155084" y="1177248"/>
                  </a:lnTo>
                  <a:lnTo>
                    <a:pt x="1192179" y="1198595"/>
                  </a:lnTo>
                  <a:close/>
                  <a:moveTo>
                    <a:pt x="1192179" y="1198595"/>
                  </a:moveTo>
                  <a:lnTo>
                    <a:pt x="1141138" y="1171152"/>
                  </a:lnTo>
                  <a:lnTo>
                    <a:pt x="1141358" y="1147058"/>
                  </a:lnTo>
                  <a:close/>
                  <a:moveTo>
                    <a:pt x="1097610" y="1137043"/>
                  </a:moveTo>
                  <a:lnTo>
                    <a:pt x="1134160" y="1138798"/>
                  </a:lnTo>
                  <a:lnTo>
                    <a:pt x="1141358" y="1147058"/>
                  </a:lnTo>
                  <a:close/>
                  <a:moveTo>
                    <a:pt x="1043353" y="1108861"/>
                  </a:moveTo>
                  <a:lnTo>
                    <a:pt x="1026956" y="1087330"/>
                  </a:lnTo>
                  <a:lnTo>
                    <a:pt x="989691" y="1082902"/>
                  </a:lnTo>
                  <a:close/>
                  <a:moveTo>
                    <a:pt x="813058" y="810396"/>
                  </a:moveTo>
                  <a:lnTo>
                    <a:pt x="825097" y="816868"/>
                  </a:lnTo>
                  <a:lnTo>
                    <a:pt x="848703" y="852540"/>
                  </a:lnTo>
                  <a:close/>
                  <a:moveTo>
                    <a:pt x="1267337" y="1242034"/>
                  </a:moveTo>
                  <a:lnTo>
                    <a:pt x="1317874" y="1301644"/>
                  </a:lnTo>
                  <a:lnTo>
                    <a:pt x="1279590" y="1250132"/>
                  </a:lnTo>
                  <a:close/>
                  <a:moveTo>
                    <a:pt x="1288239" y="1287784"/>
                  </a:moveTo>
                  <a:lnTo>
                    <a:pt x="1317897" y="1301655"/>
                  </a:lnTo>
                  <a:lnTo>
                    <a:pt x="1267337" y="1242034"/>
                  </a:lnTo>
                  <a:close/>
                  <a:moveTo>
                    <a:pt x="1041408" y="872564"/>
                  </a:moveTo>
                  <a:lnTo>
                    <a:pt x="1038607" y="889375"/>
                  </a:lnTo>
                  <a:lnTo>
                    <a:pt x="1056915" y="889766"/>
                  </a:lnTo>
                  <a:close/>
                  <a:moveTo>
                    <a:pt x="891979" y="757352"/>
                  </a:moveTo>
                  <a:lnTo>
                    <a:pt x="916352" y="762208"/>
                  </a:lnTo>
                  <a:lnTo>
                    <a:pt x="906814" y="780536"/>
                  </a:lnTo>
                  <a:close/>
                  <a:moveTo>
                    <a:pt x="870338" y="716215"/>
                  </a:moveTo>
                  <a:lnTo>
                    <a:pt x="916352" y="762208"/>
                  </a:lnTo>
                  <a:lnTo>
                    <a:pt x="891979" y="757352"/>
                  </a:lnTo>
                  <a:close/>
                  <a:moveTo>
                    <a:pt x="368827" y="98396"/>
                  </a:moveTo>
                  <a:lnTo>
                    <a:pt x="386452" y="146810"/>
                  </a:lnTo>
                  <a:lnTo>
                    <a:pt x="407973" y="104553"/>
                  </a:lnTo>
                  <a:close/>
                  <a:moveTo>
                    <a:pt x="370994" y="71990"/>
                  </a:moveTo>
                  <a:lnTo>
                    <a:pt x="368827" y="98396"/>
                  </a:lnTo>
                  <a:lnTo>
                    <a:pt x="385389" y="40696"/>
                  </a:lnTo>
                  <a:close/>
                  <a:moveTo>
                    <a:pt x="319690" y="15071"/>
                  </a:moveTo>
                  <a:lnTo>
                    <a:pt x="311355" y="23688"/>
                  </a:lnTo>
                  <a:lnTo>
                    <a:pt x="351739" y="0"/>
                  </a:lnTo>
                  <a:close/>
                  <a:moveTo>
                    <a:pt x="1041408" y="872564"/>
                  </a:moveTo>
                  <a:lnTo>
                    <a:pt x="1029666" y="865282"/>
                  </a:lnTo>
                  <a:lnTo>
                    <a:pt x="985499" y="817292"/>
                  </a:lnTo>
                  <a:close/>
                  <a:moveTo>
                    <a:pt x="1016379" y="830169"/>
                  </a:moveTo>
                  <a:lnTo>
                    <a:pt x="1041408" y="872564"/>
                  </a:lnTo>
                  <a:lnTo>
                    <a:pt x="985499" y="817292"/>
                  </a:lnTo>
                  <a:close/>
                  <a:moveTo>
                    <a:pt x="382000" y="24944"/>
                  </a:moveTo>
                  <a:lnTo>
                    <a:pt x="370994" y="71990"/>
                  </a:lnTo>
                  <a:lnTo>
                    <a:pt x="385389" y="40696"/>
                  </a:lnTo>
                  <a:close/>
                  <a:moveTo>
                    <a:pt x="795518" y="341356"/>
                  </a:moveTo>
                  <a:lnTo>
                    <a:pt x="812190" y="353264"/>
                  </a:lnTo>
                  <a:lnTo>
                    <a:pt x="763720" y="318962"/>
                  </a:lnTo>
                  <a:close/>
                  <a:moveTo>
                    <a:pt x="1166820" y="658343"/>
                  </a:moveTo>
                  <a:lnTo>
                    <a:pt x="1192998" y="699803"/>
                  </a:lnTo>
                  <a:lnTo>
                    <a:pt x="1209430" y="71402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26" name="Output_density__4225">
              <a:extLst>
                <a:ext uri="{FF2B5EF4-FFF2-40B4-BE49-F238E27FC236}">
                  <a16:creationId xmlns:a16="http://schemas.microsoft.com/office/drawing/2014/main" id="{8FC1F54D-2BB5-0065-D6C0-67FC6563D8D5}"/>
                </a:ext>
              </a:extLst>
            </p:cNvPr>
            <p:cNvSpPr>
              <a:spLocks noGrp="1"/>
            </p:cNvSpPr>
            <p:nvPr/>
          </p:nvSpPr>
          <p:spPr>
            <a:xfrm>
              <a:off x="15385522" y="2670690"/>
              <a:ext cx="1344122" cy="2034971"/>
            </a:xfrm>
            <a:custGeom>
              <a:avLst/>
              <a:gdLst/>
              <a:ahLst/>
              <a:cxnLst/>
              <a:rect l="0" t="0" r="0" b="0"/>
              <a:pathLst>
                <a:path w="1344122" h="2034971">
                  <a:moveTo>
                    <a:pt x="80259" y="1651099"/>
                  </a:moveTo>
                  <a:lnTo>
                    <a:pt x="28776" y="1657495"/>
                  </a:lnTo>
                  <a:lnTo>
                    <a:pt x="0" y="1660601"/>
                  </a:lnTo>
                  <a:close/>
                  <a:moveTo>
                    <a:pt x="131513" y="1577542"/>
                  </a:moveTo>
                  <a:lnTo>
                    <a:pt x="83335" y="1651122"/>
                  </a:lnTo>
                  <a:lnTo>
                    <a:pt x="126019" y="1647512"/>
                  </a:lnTo>
                  <a:close/>
                  <a:moveTo>
                    <a:pt x="702179" y="2017277"/>
                  </a:moveTo>
                  <a:lnTo>
                    <a:pt x="702350" y="2000205"/>
                  </a:lnTo>
                  <a:lnTo>
                    <a:pt x="675568" y="2034971"/>
                  </a:lnTo>
                  <a:close/>
                  <a:moveTo>
                    <a:pt x="702179" y="2017277"/>
                  </a:moveTo>
                  <a:lnTo>
                    <a:pt x="722976" y="1993183"/>
                  </a:lnTo>
                  <a:lnTo>
                    <a:pt x="702350" y="2000205"/>
                  </a:lnTo>
                  <a:close/>
                  <a:moveTo>
                    <a:pt x="360682" y="1556371"/>
                  </a:moveTo>
                  <a:lnTo>
                    <a:pt x="355811" y="1577937"/>
                  </a:lnTo>
                  <a:lnTo>
                    <a:pt x="324190" y="1594612"/>
                  </a:lnTo>
                  <a:close/>
                  <a:moveTo>
                    <a:pt x="734179" y="1941020"/>
                  </a:moveTo>
                  <a:lnTo>
                    <a:pt x="722976" y="1993183"/>
                  </a:lnTo>
                  <a:lnTo>
                    <a:pt x="733749" y="1942925"/>
                  </a:lnTo>
                  <a:close/>
                  <a:moveTo>
                    <a:pt x="278246" y="1355638"/>
                  </a:moveTo>
                  <a:lnTo>
                    <a:pt x="251617" y="1314544"/>
                  </a:lnTo>
                  <a:lnTo>
                    <a:pt x="326966" y="1335190"/>
                  </a:lnTo>
                  <a:close/>
                  <a:moveTo>
                    <a:pt x="491379" y="1465650"/>
                  </a:moveTo>
                  <a:lnTo>
                    <a:pt x="510658" y="1497954"/>
                  </a:lnTo>
                  <a:lnTo>
                    <a:pt x="535834" y="1457182"/>
                  </a:lnTo>
                  <a:close/>
                  <a:moveTo>
                    <a:pt x="358623" y="1318650"/>
                  </a:moveTo>
                  <a:lnTo>
                    <a:pt x="373868" y="1291121"/>
                  </a:lnTo>
                  <a:lnTo>
                    <a:pt x="367856" y="1275020"/>
                  </a:lnTo>
                  <a:close/>
                  <a:moveTo>
                    <a:pt x="326966" y="1335190"/>
                  </a:moveTo>
                  <a:lnTo>
                    <a:pt x="371615" y="1327448"/>
                  </a:lnTo>
                  <a:lnTo>
                    <a:pt x="358623" y="1318650"/>
                  </a:lnTo>
                  <a:close/>
                  <a:moveTo>
                    <a:pt x="535834" y="1457182"/>
                  </a:moveTo>
                  <a:lnTo>
                    <a:pt x="549901" y="1412202"/>
                  </a:lnTo>
                  <a:lnTo>
                    <a:pt x="514447" y="1416999"/>
                  </a:lnTo>
                  <a:close/>
                  <a:moveTo>
                    <a:pt x="491379" y="1465650"/>
                  </a:moveTo>
                  <a:lnTo>
                    <a:pt x="535834" y="1457182"/>
                  </a:lnTo>
                  <a:lnTo>
                    <a:pt x="514447" y="1416999"/>
                  </a:lnTo>
                  <a:close/>
                  <a:moveTo>
                    <a:pt x="549901" y="1412202"/>
                  </a:moveTo>
                  <a:lnTo>
                    <a:pt x="535834" y="1457182"/>
                  </a:lnTo>
                  <a:lnTo>
                    <a:pt x="561520" y="1429630"/>
                  </a:lnTo>
                  <a:close/>
                  <a:moveTo>
                    <a:pt x="529547" y="1405536"/>
                  </a:moveTo>
                  <a:lnTo>
                    <a:pt x="549901" y="1412202"/>
                  </a:lnTo>
                  <a:lnTo>
                    <a:pt x="495076" y="1356049"/>
                  </a:lnTo>
                  <a:close/>
                  <a:moveTo>
                    <a:pt x="447536" y="1143727"/>
                  </a:moveTo>
                  <a:lnTo>
                    <a:pt x="419632" y="1128430"/>
                  </a:lnTo>
                  <a:lnTo>
                    <a:pt x="441184" y="1199389"/>
                  </a:lnTo>
                  <a:close/>
                  <a:moveTo>
                    <a:pt x="201698" y="877946"/>
                  </a:moveTo>
                  <a:lnTo>
                    <a:pt x="197571" y="866076"/>
                  </a:lnTo>
                  <a:lnTo>
                    <a:pt x="193986" y="917553"/>
                  </a:lnTo>
                  <a:close/>
                  <a:moveTo>
                    <a:pt x="961947" y="1732491"/>
                  </a:moveTo>
                  <a:lnTo>
                    <a:pt x="1008153" y="1730570"/>
                  </a:lnTo>
                  <a:lnTo>
                    <a:pt x="988273" y="1722906"/>
                  </a:lnTo>
                  <a:close/>
                  <a:moveTo>
                    <a:pt x="1046425" y="1738760"/>
                  </a:moveTo>
                  <a:lnTo>
                    <a:pt x="988273" y="1722906"/>
                  </a:lnTo>
                  <a:lnTo>
                    <a:pt x="1025317" y="1730773"/>
                  </a:lnTo>
                  <a:close/>
                  <a:moveTo>
                    <a:pt x="451007" y="996592"/>
                  </a:moveTo>
                  <a:lnTo>
                    <a:pt x="458702" y="1009163"/>
                  </a:lnTo>
                  <a:lnTo>
                    <a:pt x="478528" y="1012904"/>
                  </a:lnTo>
                  <a:close/>
                  <a:moveTo>
                    <a:pt x="1055872" y="1705932"/>
                  </a:moveTo>
                  <a:lnTo>
                    <a:pt x="1068283" y="1718104"/>
                  </a:lnTo>
                  <a:lnTo>
                    <a:pt x="1068665" y="1687011"/>
                  </a:lnTo>
                  <a:close/>
                  <a:moveTo>
                    <a:pt x="711642" y="1225546"/>
                  </a:moveTo>
                  <a:lnTo>
                    <a:pt x="674074" y="1219986"/>
                  </a:lnTo>
                  <a:lnTo>
                    <a:pt x="756575" y="1218866"/>
                  </a:lnTo>
                  <a:close/>
                  <a:moveTo>
                    <a:pt x="413968" y="811300"/>
                  </a:moveTo>
                  <a:lnTo>
                    <a:pt x="357101" y="827570"/>
                  </a:lnTo>
                  <a:lnTo>
                    <a:pt x="336015" y="829424"/>
                  </a:lnTo>
                  <a:close/>
                  <a:moveTo>
                    <a:pt x="336015" y="829424"/>
                  </a:moveTo>
                  <a:lnTo>
                    <a:pt x="363530" y="841982"/>
                  </a:lnTo>
                  <a:lnTo>
                    <a:pt x="413968" y="811300"/>
                  </a:lnTo>
                  <a:close/>
                  <a:moveTo>
                    <a:pt x="336015" y="829424"/>
                  </a:moveTo>
                  <a:lnTo>
                    <a:pt x="357101" y="827570"/>
                  </a:lnTo>
                  <a:lnTo>
                    <a:pt x="316688" y="822442"/>
                  </a:lnTo>
                  <a:close/>
                  <a:moveTo>
                    <a:pt x="1162178" y="1687288"/>
                  </a:moveTo>
                  <a:lnTo>
                    <a:pt x="1182115" y="1694010"/>
                  </a:lnTo>
                  <a:lnTo>
                    <a:pt x="1173060" y="1686624"/>
                  </a:lnTo>
                  <a:close/>
                  <a:moveTo>
                    <a:pt x="1110271" y="1667895"/>
                  </a:moveTo>
                  <a:lnTo>
                    <a:pt x="1131601" y="1682348"/>
                  </a:lnTo>
                  <a:lnTo>
                    <a:pt x="1068665" y="1687011"/>
                  </a:lnTo>
                  <a:close/>
                  <a:moveTo>
                    <a:pt x="1110271" y="1667895"/>
                  </a:moveTo>
                  <a:lnTo>
                    <a:pt x="1162178" y="1687288"/>
                  </a:lnTo>
                  <a:lnTo>
                    <a:pt x="1131601" y="1682348"/>
                  </a:lnTo>
                  <a:close/>
                  <a:moveTo>
                    <a:pt x="1162178" y="1687288"/>
                  </a:moveTo>
                  <a:lnTo>
                    <a:pt x="1173060" y="1686624"/>
                  </a:lnTo>
                  <a:lnTo>
                    <a:pt x="1131601" y="1682348"/>
                  </a:lnTo>
                  <a:close/>
                  <a:moveTo>
                    <a:pt x="771991" y="1157365"/>
                  </a:moveTo>
                  <a:lnTo>
                    <a:pt x="711642" y="1225546"/>
                  </a:lnTo>
                  <a:lnTo>
                    <a:pt x="756575" y="1218866"/>
                  </a:lnTo>
                  <a:close/>
                  <a:moveTo>
                    <a:pt x="1200118" y="1694243"/>
                  </a:moveTo>
                  <a:lnTo>
                    <a:pt x="1131601" y="1682348"/>
                  </a:lnTo>
                  <a:lnTo>
                    <a:pt x="1173060" y="1686624"/>
                  </a:lnTo>
                  <a:close/>
                  <a:moveTo>
                    <a:pt x="1251552" y="1660794"/>
                  </a:moveTo>
                  <a:lnTo>
                    <a:pt x="1260215" y="1669916"/>
                  </a:lnTo>
                  <a:lnTo>
                    <a:pt x="1260737" y="1611308"/>
                  </a:lnTo>
                  <a:close/>
                  <a:moveTo>
                    <a:pt x="1260737" y="1611308"/>
                  </a:moveTo>
                  <a:lnTo>
                    <a:pt x="1283190" y="1655477"/>
                  </a:lnTo>
                  <a:lnTo>
                    <a:pt x="1311359" y="1625898"/>
                  </a:lnTo>
                  <a:close/>
                  <a:moveTo>
                    <a:pt x="1244123" y="1645822"/>
                  </a:moveTo>
                  <a:lnTo>
                    <a:pt x="1251552" y="1660794"/>
                  </a:lnTo>
                  <a:lnTo>
                    <a:pt x="1260737" y="1611308"/>
                  </a:lnTo>
                  <a:close/>
                  <a:moveTo>
                    <a:pt x="782337" y="1086211"/>
                  </a:moveTo>
                  <a:lnTo>
                    <a:pt x="773482" y="1147181"/>
                  </a:lnTo>
                  <a:lnTo>
                    <a:pt x="791219" y="1103014"/>
                  </a:lnTo>
                  <a:close/>
                  <a:moveTo>
                    <a:pt x="1311359" y="1625898"/>
                  </a:moveTo>
                  <a:lnTo>
                    <a:pt x="1344122" y="1613493"/>
                  </a:lnTo>
                  <a:lnTo>
                    <a:pt x="1260737" y="1611308"/>
                  </a:lnTo>
                  <a:close/>
                  <a:moveTo>
                    <a:pt x="1102042" y="1204436"/>
                  </a:moveTo>
                  <a:lnTo>
                    <a:pt x="1115709" y="1148628"/>
                  </a:lnTo>
                  <a:lnTo>
                    <a:pt x="1074936" y="1170860"/>
                  </a:lnTo>
                  <a:close/>
                  <a:moveTo>
                    <a:pt x="1115709" y="1148628"/>
                  </a:moveTo>
                  <a:lnTo>
                    <a:pt x="1138415" y="1193744"/>
                  </a:lnTo>
                  <a:lnTo>
                    <a:pt x="1169372" y="1174587"/>
                  </a:lnTo>
                  <a:close/>
                  <a:moveTo>
                    <a:pt x="169110" y="113542"/>
                  </a:moveTo>
                  <a:lnTo>
                    <a:pt x="188790" y="127167"/>
                  </a:lnTo>
                  <a:lnTo>
                    <a:pt x="196789" y="66279"/>
                  </a:lnTo>
                  <a:close/>
                  <a:moveTo>
                    <a:pt x="203810" y="9988"/>
                  </a:moveTo>
                  <a:lnTo>
                    <a:pt x="236214" y="9467"/>
                  </a:lnTo>
                  <a:lnTo>
                    <a:pt x="223394" y="0"/>
                  </a:lnTo>
                  <a:close/>
                  <a:moveTo>
                    <a:pt x="196789" y="66279"/>
                  </a:moveTo>
                  <a:lnTo>
                    <a:pt x="220732" y="33479"/>
                  </a:lnTo>
                  <a:lnTo>
                    <a:pt x="203810" y="9988"/>
                  </a:lnTo>
                  <a:close/>
                  <a:moveTo>
                    <a:pt x="1199381" y="1133805"/>
                  </a:moveTo>
                  <a:lnTo>
                    <a:pt x="1195595" y="1166361"/>
                  </a:lnTo>
                  <a:lnTo>
                    <a:pt x="1169372" y="1174587"/>
                  </a:lnTo>
                  <a:close/>
                  <a:moveTo>
                    <a:pt x="203810" y="9988"/>
                  </a:moveTo>
                  <a:lnTo>
                    <a:pt x="223394" y="0"/>
                  </a:lnTo>
                  <a:lnTo>
                    <a:pt x="285669" y="6468"/>
                  </a:lnTo>
                  <a:close/>
                  <a:moveTo>
                    <a:pt x="1201486" y="1098829"/>
                  </a:moveTo>
                  <a:lnTo>
                    <a:pt x="1208019" y="1161248"/>
                  </a:lnTo>
                  <a:lnTo>
                    <a:pt x="1204211" y="1109711"/>
                  </a:lnTo>
                  <a:close/>
                  <a:moveTo>
                    <a:pt x="1204211" y="1109711"/>
                  </a:moveTo>
                  <a:lnTo>
                    <a:pt x="1210001" y="1056692"/>
                  </a:lnTo>
                  <a:lnTo>
                    <a:pt x="1201486" y="1098829"/>
                  </a:lnTo>
                  <a:close/>
                  <a:moveTo>
                    <a:pt x="1217460" y="1034081"/>
                  </a:moveTo>
                  <a:lnTo>
                    <a:pt x="1210001" y="1056692"/>
                  </a:lnTo>
                  <a:lnTo>
                    <a:pt x="1204211" y="1109711"/>
                  </a:lnTo>
                  <a:close/>
                  <a:moveTo>
                    <a:pt x="1012059" y="903565"/>
                  </a:moveTo>
                  <a:lnTo>
                    <a:pt x="1032833" y="846262"/>
                  </a:lnTo>
                  <a:lnTo>
                    <a:pt x="1042371" y="827934"/>
                  </a:lnTo>
                  <a:close/>
                  <a:moveTo>
                    <a:pt x="512470" y="212536"/>
                  </a:moveTo>
                  <a:lnTo>
                    <a:pt x="529930" y="233589"/>
                  </a:lnTo>
                  <a:lnTo>
                    <a:pt x="533992" y="170279"/>
                  </a:lnTo>
                  <a:close/>
                  <a:moveTo>
                    <a:pt x="1233770" y="970886"/>
                  </a:moveTo>
                  <a:lnTo>
                    <a:pt x="1264659" y="958450"/>
                  </a:lnTo>
                  <a:lnTo>
                    <a:pt x="1211357" y="926862"/>
                  </a:lnTo>
                  <a:close/>
                  <a:moveTo>
                    <a:pt x="1233770" y="970886"/>
                  </a:moveTo>
                  <a:lnTo>
                    <a:pt x="1211357" y="926862"/>
                  </a:lnTo>
                  <a:lnTo>
                    <a:pt x="1182933" y="955492"/>
                  </a:lnTo>
                  <a:close/>
                  <a:moveTo>
                    <a:pt x="1271183" y="936090"/>
                  </a:moveTo>
                  <a:lnTo>
                    <a:pt x="1265987" y="958887"/>
                  </a:lnTo>
                  <a:lnTo>
                    <a:pt x="1233770" y="970886"/>
                  </a:lnTo>
                  <a:close/>
                  <a:moveTo>
                    <a:pt x="1274859" y="906914"/>
                  </a:moveTo>
                  <a:lnTo>
                    <a:pt x="1265987" y="958887"/>
                  </a:lnTo>
                  <a:lnTo>
                    <a:pt x="1271183" y="936090"/>
                  </a:lnTo>
                  <a:close/>
                  <a:moveTo>
                    <a:pt x="1275537" y="888381"/>
                  </a:moveTo>
                  <a:lnTo>
                    <a:pt x="1267013" y="958450"/>
                  </a:lnTo>
                  <a:lnTo>
                    <a:pt x="1274859" y="906914"/>
                  </a:lnTo>
                  <a:close/>
                  <a:moveTo>
                    <a:pt x="1275537" y="888381"/>
                  </a:moveTo>
                  <a:lnTo>
                    <a:pt x="1274859" y="906914"/>
                  </a:lnTo>
                  <a:lnTo>
                    <a:pt x="1280310" y="875093"/>
                  </a:lnTo>
                  <a:close/>
                  <a:moveTo>
                    <a:pt x="915763" y="489017"/>
                  </a:moveTo>
                  <a:lnTo>
                    <a:pt x="928255" y="546157"/>
                  </a:lnTo>
                  <a:lnTo>
                    <a:pt x="918359" y="49462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7" name="Output_density__4226">
              <a:extLst>
                <a:ext uri="{FF2B5EF4-FFF2-40B4-BE49-F238E27FC236}">
                  <a16:creationId xmlns:a16="http://schemas.microsoft.com/office/drawing/2014/main" id="{76A2186A-2710-5860-8D40-0403E1632831}"/>
                </a:ext>
              </a:extLst>
            </p:cNvPr>
            <p:cNvSpPr>
              <a:spLocks noGrp="1"/>
            </p:cNvSpPr>
            <p:nvPr/>
          </p:nvSpPr>
          <p:spPr>
            <a:xfrm>
              <a:off x="15348874" y="3161962"/>
              <a:ext cx="1329486" cy="1456169"/>
            </a:xfrm>
            <a:custGeom>
              <a:avLst/>
              <a:gdLst/>
              <a:ahLst/>
              <a:cxnLst/>
              <a:rect l="0" t="0" r="0" b="0"/>
              <a:pathLst>
                <a:path w="1329486" h="1456169">
                  <a:moveTo>
                    <a:pt x="42720" y="1057133"/>
                  </a:moveTo>
                  <a:lnTo>
                    <a:pt x="0" y="1082921"/>
                  </a:lnTo>
                  <a:lnTo>
                    <a:pt x="40786" y="1058827"/>
                  </a:lnTo>
                  <a:close/>
                  <a:moveTo>
                    <a:pt x="42720" y="1057133"/>
                  </a:moveTo>
                  <a:lnTo>
                    <a:pt x="8275" y="1063248"/>
                  </a:lnTo>
                  <a:lnTo>
                    <a:pt x="0" y="1082921"/>
                  </a:lnTo>
                  <a:close/>
                  <a:moveTo>
                    <a:pt x="8275" y="1063248"/>
                  </a:moveTo>
                  <a:lnTo>
                    <a:pt x="42720" y="1057133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57146" y="1007291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40786" y="1058827"/>
                  </a:lnTo>
                  <a:lnTo>
                    <a:pt x="46201" y="1056366"/>
                  </a:lnTo>
                  <a:close/>
                  <a:moveTo>
                    <a:pt x="46201" y="1056366"/>
                  </a:moveTo>
                  <a:lnTo>
                    <a:pt x="57146" y="1007291"/>
                  </a:lnTo>
                  <a:lnTo>
                    <a:pt x="42720" y="1057133"/>
                  </a:lnTo>
                  <a:close/>
                  <a:moveTo>
                    <a:pt x="90148" y="995877"/>
                  </a:moveTo>
                  <a:lnTo>
                    <a:pt x="57146" y="1007291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90148" y="995877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46201" y="1056366"/>
                  </a:lnTo>
                  <a:lnTo>
                    <a:pt x="122869" y="1047218"/>
                  </a:lnTo>
                  <a:close/>
                  <a:moveTo>
                    <a:pt x="140132" y="1034733"/>
                  </a:moveTo>
                  <a:lnTo>
                    <a:pt x="132745" y="983197"/>
                  </a:lnTo>
                  <a:lnTo>
                    <a:pt x="115593" y="1037933"/>
                  </a:lnTo>
                  <a:close/>
                  <a:moveTo>
                    <a:pt x="132745" y="983197"/>
                  </a:moveTo>
                  <a:lnTo>
                    <a:pt x="90148" y="995877"/>
                  </a:lnTo>
                  <a:lnTo>
                    <a:pt x="115593" y="1037933"/>
                  </a:lnTo>
                  <a:close/>
                  <a:moveTo>
                    <a:pt x="68365" y="978338"/>
                  </a:moveTo>
                  <a:lnTo>
                    <a:pt x="57146" y="1007291"/>
                  </a:lnTo>
                  <a:lnTo>
                    <a:pt x="90148" y="995877"/>
                  </a:lnTo>
                  <a:close/>
                  <a:moveTo>
                    <a:pt x="132745" y="983197"/>
                  </a:moveTo>
                  <a:lnTo>
                    <a:pt x="68365" y="978338"/>
                  </a:lnTo>
                  <a:lnTo>
                    <a:pt x="90148" y="995877"/>
                  </a:lnTo>
                  <a:close/>
                  <a:moveTo>
                    <a:pt x="142954" y="947638"/>
                  </a:moveTo>
                  <a:lnTo>
                    <a:pt x="132745" y="983197"/>
                  </a:lnTo>
                  <a:lnTo>
                    <a:pt x="171452" y="967761"/>
                  </a:lnTo>
                  <a:close/>
                  <a:moveTo>
                    <a:pt x="716133" y="1450375"/>
                  </a:moveTo>
                  <a:lnTo>
                    <a:pt x="722315" y="1446557"/>
                  </a:lnTo>
                  <a:lnTo>
                    <a:pt x="669489" y="1456169"/>
                  </a:lnTo>
                  <a:close/>
                  <a:moveTo>
                    <a:pt x="333987" y="638027"/>
                  </a:moveTo>
                  <a:lnTo>
                    <a:pt x="300346" y="647148"/>
                  </a:lnTo>
                  <a:lnTo>
                    <a:pt x="291455" y="680675"/>
                  </a:lnTo>
                  <a:close/>
                  <a:moveTo>
                    <a:pt x="905774" y="1275020"/>
                  </a:moveTo>
                  <a:lnTo>
                    <a:pt x="961098" y="1275698"/>
                  </a:lnTo>
                  <a:lnTo>
                    <a:pt x="942941" y="1260301"/>
                  </a:lnTo>
                  <a:close/>
                  <a:moveTo>
                    <a:pt x="914613" y="1236799"/>
                  </a:moveTo>
                  <a:lnTo>
                    <a:pt x="905774" y="1275020"/>
                  </a:lnTo>
                  <a:lnTo>
                    <a:pt x="942941" y="1260301"/>
                  </a:lnTo>
                  <a:close/>
                  <a:moveTo>
                    <a:pt x="933744" y="1147853"/>
                  </a:moveTo>
                  <a:lnTo>
                    <a:pt x="917216" y="1223483"/>
                  </a:lnTo>
                  <a:lnTo>
                    <a:pt x="961969" y="1199389"/>
                  </a:lnTo>
                  <a:close/>
                  <a:moveTo>
                    <a:pt x="456280" y="637158"/>
                  </a:moveTo>
                  <a:lnTo>
                    <a:pt x="425987" y="605044"/>
                  </a:lnTo>
                  <a:lnTo>
                    <a:pt x="423052" y="621670"/>
                  </a:lnTo>
                  <a:close/>
                  <a:moveTo>
                    <a:pt x="922049" y="1096316"/>
                  </a:moveTo>
                  <a:lnTo>
                    <a:pt x="933744" y="1147853"/>
                  </a:lnTo>
                  <a:lnTo>
                    <a:pt x="966801" y="1123759"/>
                  </a:lnTo>
                  <a:close/>
                  <a:moveTo>
                    <a:pt x="301130" y="380279"/>
                  </a:moveTo>
                  <a:lnTo>
                    <a:pt x="279170" y="426340"/>
                  </a:lnTo>
                  <a:lnTo>
                    <a:pt x="340863" y="404054"/>
                  </a:lnTo>
                  <a:close/>
                  <a:moveTo>
                    <a:pt x="919477" y="400977"/>
                  </a:moveTo>
                  <a:lnTo>
                    <a:pt x="911532" y="415880"/>
                  </a:lnTo>
                  <a:lnTo>
                    <a:pt x="987764" y="391322"/>
                  </a:lnTo>
                  <a:close/>
                  <a:moveTo>
                    <a:pt x="919477" y="400977"/>
                  </a:moveTo>
                  <a:lnTo>
                    <a:pt x="987764" y="391322"/>
                  </a:lnTo>
                  <a:lnTo>
                    <a:pt x="975725" y="384850"/>
                  </a:lnTo>
                  <a:close/>
                  <a:moveTo>
                    <a:pt x="725057" y="24094"/>
                  </a:moveTo>
                  <a:lnTo>
                    <a:pt x="752834" y="51537"/>
                  </a:lnTo>
                  <a:lnTo>
                    <a:pt x="745693" y="0"/>
                  </a:lnTo>
                  <a:close/>
                  <a:moveTo>
                    <a:pt x="745693" y="0"/>
                  </a:moveTo>
                  <a:lnTo>
                    <a:pt x="752834" y="51537"/>
                  </a:lnTo>
                  <a:lnTo>
                    <a:pt x="800078" y="27442"/>
                  </a:lnTo>
                  <a:close/>
                  <a:moveTo>
                    <a:pt x="1147288" y="368604"/>
                  </a:moveTo>
                  <a:lnTo>
                    <a:pt x="1176507" y="342949"/>
                  </a:lnTo>
                  <a:lnTo>
                    <a:pt x="1162536" y="336662"/>
                  </a:lnTo>
                  <a:close/>
                  <a:moveTo>
                    <a:pt x="1176507" y="342949"/>
                  </a:moveTo>
                  <a:lnTo>
                    <a:pt x="1199336" y="312568"/>
                  </a:lnTo>
                  <a:lnTo>
                    <a:pt x="1162536" y="336662"/>
                  </a:lnTo>
                  <a:close/>
                  <a:moveTo>
                    <a:pt x="1212132" y="301468"/>
                  </a:moveTo>
                  <a:lnTo>
                    <a:pt x="1162536" y="336662"/>
                  </a:lnTo>
                  <a:lnTo>
                    <a:pt x="1199336" y="312568"/>
                  </a:lnTo>
                  <a:close/>
                  <a:moveTo>
                    <a:pt x="1226077" y="303645"/>
                  </a:moveTo>
                  <a:lnTo>
                    <a:pt x="1199336" y="312568"/>
                  </a:lnTo>
                  <a:lnTo>
                    <a:pt x="1250133" y="308649"/>
                  </a:lnTo>
                  <a:close/>
                  <a:moveTo>
                    <a:pt x="1212132" y="301468"/>
                  </a:moveTo>
                  <a:lnTo>
                    <a:pt x="1199336" y="312568"/>
                  </a:lnTo>
                  <a:lnTo>
                    <a:pt x="1226077" y="303645"/>
                  </a:lnTo>
                  <a:close/>
                  <a:moveTo>
                    <a:pt x="1243867" y="261031"/>
                  </a:moveTo>
                  <a:lnTo>
                    <a:pt x="1212132" y="301468"/>
                  </a:lnTo>
                  <a:lnTo>
                    <a:pt x="1286479" y="269865"/>
                  </a:lnTo>
                  <a:close/>
                  <a:moveTo>
                    <a:pt x="1286479" y="269865"/>
                  </a:moveTo>
                  <a:lnTo>
                    <a:pt x="1212132" y="301468"/>
                  </a:lnTo>
                  <a:lnTo>
                    <a:pt x="1280128" y="288474"/>
                  </a:lnTo>
                  <a:close/>
                  <a:moveTo>
                    <a:pt x="1280128" y="288474"/>
                  </a:moveTo>
                  <a:lnTo>
                    <a:pt x="1212132" y="301468"/>
                  </a:lnTo>
                  <a:lnTo>
                    <a:pt x="1226077" y="303645"/>
                  </a:lnTo>
                  <a:close/>
                  <a:moveTo>
                    <a:pt x="1256051" y="254516"/>
                  </a:moveTo>
                  <a:lnTo>
                    <a:pt x="1286479" y="269865"/>
                  </a:lnTo>
                  <a:lnTo>
                    <a:pt x="1307377" y="236938"/>
                  </a:lnTo>
                  <a:close/>
                  <a:moveTo>
                    <a:pt x="1286479" y="269865"/>
                  </a:moveTo>
                  <a:lnTo>
                    <a:pt x="1280128" y="288474"/>
                  </a:lnTo>
                  <a:lnTo>
                    <a:pt x="1298718" y="282571"/>
                  </a:lnTo>
                  <a:close/>
                  <a:moveTo>
                    <a:pt x="1298718" y="282571"/>
                  </a:moveTo>
                  <a:lnTo>
                    <a:pt x="1307377" y="236938"/>
                  </a:lnTo>
                  <a:lnTo>
                    <a:pt x="1286479" y="269865"/>
                  </a:lnTo>
                  <a:close/>
                  <a:moveTo>
                    <a:pt x="1329486" y="232797"/>
                  </a:moveTo>
                  <a:lnTo>
                    <a:pt x="1307377" y="236938"/>
                  </a:lnTo>
                  <a:lnTo>
                    <a:pt x="1298718" y="28257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8" name="Output_density__4227">
              <a:extLst>
                <a:ext uri="{FF2B5EF4-FFF2-40B4-BE49-F238E27FC236}">
                  <a16:creationId xmlns:a16="http://schemas.microsoft.com/office/drawing/2014/main" id="{9AF45804-A60B-B4B9-8E18-A39B1310A810}"/>
                </a:ext>
              </a:extLst>
            </p:cNvPr>
            <p:cNvSpPr>
              <a:spLocks noGrp="1"/>
            </p:cNvSpPr>
            <p:nvPr/>
          </p:nvSpPr>
          <p:spPr>
            <a:xfrm>
              <a:off x="15471743" y="2700485"/>
              <a:ext cx="1328037" cy="1987482"/>
            </a:xfrm>
            <a:custGeom>
              <a:avLst/>
              <a:gdLst/>
              <a:ahLst/>
              <a:cxnLst/>
              <a:rect l="0" t="0" r="0" b="0"/>
              <a:pathLst>
                <a:path w="1328037" h="1987482">
                  <a:moveTo>
                    <a:pt x="253204" y="1816031"/>
                  </a:moveTo>
                  <a:lnTo>
                    <a:pt x="324418" y="1848257"/>
                  </a:lnTo>
                  <a:lnTo>
                    <a:pt x="300554" y="1815518"/>
                  </a:lnTo>
                  <a:close/>
                  <a:moveTo>
                    <a:pt x="101270" y="1549872"/>
                  </a:moveTo>
                  <a:lnTo>
                    <a:pt x="52408" y="1551614"/>
                  </a:lnTo>
                  <a:lnTo>
                    <a:pt x="104846" y="1609708"/>
                  </a:lnTo>
                  <a:close/>
                  <a:moveTo>
                    <a:pt x="104846" y="1609708"/>
                  </a:moveTo>
                  <a:lnTo>
                    <a:pt x="96521" y="1655117"/>
                  </a:lnTo>
                  <a:lnTo>
                    <a:pt x="165296" y="1602681"/>
                  </a:lnTo>
                  <a:close/>
                  <a:moveTo>
                    <a:pt x="83520" y="1501560"/>
                  </a:moveTo>
                  <a:lnTo>
                    <a:pt x="52408" y="1551614"/>
                  </a:lnTo>
                  <a:lnTo>
                    <a:pt x="101270" y="1549872"/>
                  </a:lnTo>
                  <a:close/>
                  <a:moveTo>
                    <a:pt x="50869" y="1524208"/>
                  </a:moveTo>
                  <a:lnTo>
                    <a:pt x="17263" y="1496210"/>
                  </a:lnTo>
                  <a:lnTo>
                    <a:pt x="52408" y="1551614"/>
                  </a:lnTo>
                  <a:close/>
                  <a:moveTo>
                    <a:pt x="0" y="1508695"/>
                  </a:moveTo>
                  <a:lnTo>
                    <a:pt x="45292" y="1547747"/>
                  </a:lnTo>
                  <a:lnTo>
                    <a:pt x="52408" y="1551614"/>
                  </a:lnTo>
                  <a:close/>
                  <a:moveTo>
                    <a:pt x="9877" y="1444673"/>
                  </a:moveTo>
                  <a:lnTo>
                    <a:pt x="68780" y="1456274"/>
                  </a:lnTo>
                  <a:lnTo>
                    <a:pt x="48583" y="1429237"/>
                  </a:lnTo>
                  <a:close/>
                  <a:moveTo>
                    <a:pt x="17263" y="1496210"/>
                  </a:moveTo>
                  <a:lnTo>
                    <a:pt x="46263" y="1472116"/>
                  </a:lnTo>
                  <a:lnTo>
                    <a:pt x="9877" y="1444673"/>
                  </a:lnTo>
                  <a:close/>
                  <a:moveTo>
                    <a:pt x="593264" y="1911852"/>
                  </a:moveTo>
                  <a:lnTo>
                    <a:pt x="534461" y="1974641"/>
                  </a:lnTo>
                  <a:lnTo>
                    <a:pt x="554439" y="1987482"/>
                  </a:lnTo>
                  <a:close/>
                  <a:moveTo>
                    <a:pt x="593264" y="1911852"/>
                  </a:moveTo>
                  <a:lnTo>
                    <a:pt x="554439" y="1987482"/>
                  </a:lnTo>
                  <a:lnTo>
                    <a:pt x="587934" y="1963388"/>
                  </a:lnTo>
                  <a:close/>
                  <a:moveTo>
                    <a:pt x="546621" y="1917646"/>
                  </a:moveTo>
                  <a:lnTo>
                    <a:pt x="480630" y="1948054"/>
                  </a:lnTo>
                  <a:lnTo>
                    <a:pt x="534461" y="1974641"/>
                  </a:lnTo>
                  <a:close/>
                  <a:moveTo>
                    <a:pt x="546621" y="1917646"/>
                  </a:moveTo>
                  <a:lnTo>
                    <a:pt x="485920" y="1929012"/>
                  </a:lnTo>
                  <a:lnTo>
                    <a:pt x="480630" y="1948054"/>
                  </a:lnTo>
                  <a:close/>
                  <a:moveTo>
                    <a:pt x="485920" y="1929012"/>
                  </a:moveTo>
                  <a:lnTo>
                    <a:pt x="527937" y="1870092"/>
                  </a:lnTo>
                  <a:lnTo>
                    <a:pt x="483898" y="1867913"/>
                  </a:lnTo>
                  <a:close/>
                  <a:moveTo>
                    <a:pt x="441393" y="1864487"/>
                  </a:moveTo>
                  <a:lnTo>
                    <a:pt x="483898" y="1867913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05450" y="1866175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27937" y="1870092"/>
                  </a:lnTo>
                  <a:lnTo>
                    <a:pt x="505450" y="1866175"/>
                  </a:lnTo>
                  <a:close/>
                  <a:moveTo>
                    <a:pt x="593264" y="1911852"/>
                  </a:moveTo>
                  <a:lnTo>
                    <a:pt x="587934" y="1963388"/>
                  </a:lnTo>
                  <a:lnTo>
                    <a:pt x="629003" y="1951396"/>
                  </a:lnTo>
                  <a:close/>
                  <a:moveTo>
                    <a:pt x="604279" y="1908753"/>
                  </a:moveTo>
                  <a:lnTo>
                    <a:pt x="646946" y="1910950"/>
                  </a:lnTo>
                  <a:lnTo>
                    <a:pt x="599446" y="1908033"/>
                  </a:lnTo>
                  <a:close/>
                  <a:moveTo>
                    <a:pt x="170031" y="1269318"/>
                  </a:moveTo>
                  <a:lnTo>
                    <a:pt x="165485" y="1221933"/>
                  </a:lnTo>
                  <a:lnTo>
                    <a:pt x="165396" y="1284749"/>
                  </a:lnTo>
                  <a:close/>
                  <a:moveTo>
                    <a:pt x="371558" y="1475465"/>
                  </a:moveTo>
                  <a:lnTo>
                    <a:pt x="380868" y="1479936"/>
                  </a:lnTo>
                  <a:lnTo>
                    <a:pt x="383077" y="1472697"/>
                  </a:lnTo>
                  <a:close/>
                  <a:moveTo>
                    <a:pt x="383077" y="1472697"/>
                  </a:moveTo>
                  <a:lnTo>
                    <a:pt x="380868" y="1479936"/>
                  </a:lnTo>
                  <a:lnTo>
                    <a:pt x="392682" y="1475465"/>
                  </a:lnTo>
                  <a:close/>
                  <a:moveTo>
                    <a:pt x="791394" y="1788033"/>
                  </a:moveTo>
                  <a:lnTo>
                    <a:pt x="823434" y="1763939"/>
                  </a:lnTo>
                  <a:lnTo>
                    <a:pt x="782906" y="1736497"/>
                  </a:lnTo>
                  <a:close/>
                  <a:moveTo>
                    <a:pt x="870137" y="1763939"/>
                  </a:moveTo>
                  <a:lnTo>
                    <a:pt x="820073" y="1721777"/>
                  </a:lnTo>
                  <a:lnTo>
                    <a:pt x="838229" y="1737174"/>
                  </a:lnTo>
                  <a:close/>
                  <a:moveTo>
                    <a:pt x="830017" y="1736497"/>
                  </a:moveTo>
                  <a:lnTo>
                    <a:pt x="791744" y="1698276"/>
                  </a:lnTo>
                  <a:lnTo>
                    <a:pt x="820073" y="1721777"/>
                  </a:lnTo>
                  <a:close/>
                  <a:moveTo>
                    <a:pt x="616786" y="1478814"/>
                  </a:moveTo>
                  <a:lnTo>
                    <a:pt x="646638" y="1505101"/>
                  </a:lnTo>
                  <a:lnTo>
                    <a:pt x="664795" y="1458336"/>
                  </a:lnTo>
                  <a:close/>
                  <a:moveTo>
                    <a:pt x="587206" y="1420690"/>
                  </a:moveTo>
                  <a:lnTo>
                    <a:pt x="580132" y="1431124"/>
                  </a:lnTo>
                  <a:lnTo>
                    <a:pt x="622261" y="1403183"/>
                  </a:lnTo>
                  <a:close/>
                  <a:moveTo>
                    <a:pt x="580132" y="1431124"/>
                  </a:moveTo>
                  <a:lnTo>
                    <a:pt x="616786" y="1478814"/>
                  </a:lnTo>
                  <a:lnTo>
                    <a:pt x="622261" y="1403183"/>
                  </a:lnTo>
                  <a:close/>
                  <a:moveTo>
                    <a:pt x="622261" y="1403183"/>
                  </a:moveTo>
                  <a:lnTo>
                    <a:pt x="616786" y="1478814"/>
                  </a:lnTo>
                  <a:lnTo>
                    <a:pt x="665899" y="1442214"/>
                  </a:lnTo>
                  <a:close/>
                  <a:moveTo>
                    <a:pt x="665899" y="1442214"/>
                  </a:moveTo>
                  <a:lnTo>
                    <a:pt x="616786" y="1478814"/>
                  </a:lnTo>
                  <a:lnTo>
                    <a:pt x="664795" y="1458336"/>
                  </a:lnTo>
                  <a:close/>
                  <a:moveTo>
                    <a:pt x="361316" y="1113931"/>
                  </a:moveTo>
                  <a:lnTo>
                    <a:pt x="366818" y="1046715"/>
                  </a:lnTo>
                  <a:lnTo>
                    <a:pt x="333412" y="1098634"/>
                  </a:lnTo>
                  <a:close/>
                  <a:moveTo>
                    <a:pt x="154096" y="963448"/>
                  </a:moveTo>
                  <a:lnTo>
                    <a:pt x="156301" y="887817"/>
                  </a:lnTo>
                  <a:lnTo>
                    <a:pt x="121711" y="911911"/>
                  </a:lnTo>
                  <a:close/>
                  <a:moveTo>
                    <a:pt x="622261" y="1403183"/>
                  </a:moveTo>
                  <a:lnTo>
                    <a:pt x="665899" y="1442214"/>
                  </a:lnTo>
                  <a:lnTo>
                    <a:pt x="666168" y="1394477"/>
                  </a:lnTo>
                  <a:close/>
                  <a:moveTo>
                    <a:pt x="666168" y="1394477"/>
                  </a:moveTo>
                  <a:lnTo>
                    <a:pt x="665899" y="1442214"/>
                  </a:lnTo>
                  <a:lnTo>
                    <a:pt x="678230" y="1403183"/>
                  </a:lnTo>
                  <a:close/>
                  <a:moveTo>
                    <a:pt x="604848" y="1327553"/>
                  </a:moveTo>
                  <a:lnTo>
                    <a:pt x="553660" y="1351647"/>
                  </a:lnTo>
                  <a:lnTo>
                    <a:pt x="606742" y="1395712"/>
                  </a:lnTo>
                  <a:close/>
                  <a:moveTo>
                    <a:pt x="604848" y="1327553"/>
                  </a:moveTo>
                  <a:lnTo>
                    <a:pt x="620887" y="1313698"/>
                  </a:lnTo>
                  <a:lnTo>
                    <a:pt x="553660" y="1351647"/>
                  </a:lnTo>
                  <a:close/>
                  <a:moveTo>
                    <a:pt x="543629" y="1199523"/>
                  </a:moveTo>
                  <a:lnTo>
                    <a:pt x="526306" y="1181247"/>
                  </a:lnTo>
                  <a:lnTo>
                    <a:pt x="514297" y="1172943"/>
                  </a:lnTo>
                  <a:close/>
                  <a:moveTo>
                    <a:pt x="389324" y="1106855"/>
                  </a:moveTo>
                  <a:lnTo>
                    <a:pt x="340869" y="1100365"/>
                  </a:lnTo>
                  <a:lnTo>
                    <a:pt x="419481" y="1084706"/>
                  </a:lnTo>
                  <a:close/>
                  <a:moveTo>
                    <a:pt x="874839" y="1561142"/>
                  </a:moveTo>
                  <a:lnTo>
                    <a:pt x="819967" y="1533635"/>
                  </a:lnTo>
                  <a:lnTo>
                    <a:pt x="820020" y="1533699"/>
                  </a:lnTo>
                  <a:close/>
                  <a:moveTo>
                    <a:pt x="760226" y="1482162"/>
                  </a:moveTo>
                  <a:lnTo>
                    <a:pt x="819967" y="1533635"/>
                  </a:lnTo>
                  <a:lnTo>
                    <a:pt x="760594" y="1481178"/>
                  </a:lnTo>
                  <a:close/>
                  <a:moveTo>
                    <a:pt x="819846" y="1533543"/>
                  </a:moveTo>
                  <a:lnTo>
                    <a:pt x="819967" y="1533635"/>
                  </a:lnTo>
                  <a:lnTo>
                    <a:pt x="760226" y="1482162"/>
                  </a:lnTo>
                  <a:close/>
                  <a:moveTo>
                    <a:pt x="552484" y="1172943"/>
                  </a:moveTo>
                  <a:lnTo>
                    <a:pt x="587853" y="1190191"/>
                  </a:lnTo>
                  <a:lnTo>
                    <a:pt x="578129" y="1148849"/>
                  </a:lnTo>
                  <a:close/>
                  <a:moveTo>
                    <a:pt x="561872" y="1132829"/>
                  </a:moveTo>
                  <a:lnTo>
                    <a:pt x="537177" y="1109666"/>
                  </a:lnTo>
                  <a:lnTo>
                    <a:pt x="578129" y="1148849"/>
                  </a:lnTo>
                  <a:close/>
                  <a:moveTo>
                    <a:pt x="544404" y="1067520"/>
                  </a:moveTo>
                  <a:lnTo>
                    <a:pt x="537177" y="1109666"/>
                  </a:lnTo>
                  <a:lnTo>
                    <a:pt x="505792" y="1097312"/>
                  </a:lnTo>
                  <a:close/>
                  <a:moveTo>
                    <a:pt x="296129" y="863723"/>
                  </a:moveTo>
                  <a:lnTo>
                    <a:pt x="339672" y="839629"/>
                  </a:lnTo>
                  <a:lnTo>
                    <a:pt x="277309" y="812187"/>
                  </a:lnTo>
                  <a:close/>
                  <a:moveTo>
                    <a:pt x="902588" y="1441704"/>
                  </a:moveTo>
                  <a:lnTo>
                    <a:pt x="916237" y="1409679"/>
                  </a:lnTo>
                  <a:lnTo>
                    <a:pt x="874981" y="1430106"/>
                  </a:lnTo>
                  <a:close/>
                  <a:moveTo>
                    <a:pt x="902588" y="1441704"/>
                  </a:moveTo>
                  <a:lnTo>
                    <a:pt x="943321" y="1446571"/>
                  </a:lnTo>
                  <a:lnTo>
                    <a:pt x="916237" y="1409679"/>
                  </a:lnTo>
                  <a:close/>
                  <a:moveTo>
                    <a:pt x="1149415" y="1518452"/>
                  </a:moveTo>
                  <a:lnTo>
                    <a:pt x="1145934" y="1474649"/>
                  </a:lnTo>
                  <a:lnTo>
                    <a:pt x="1138691" y="1461417"/>
                  </a:lnTo>
                  <a:close/>
                  <a:moveTo>
                    <a:pt x="1149415" y="1518452"/>
                  </a:moveTo>
                  <a:lnTo>
                    <a:pt x="1161591" y="1533190"/>
                  </a:lnTo>
                  <a:lnTo>
                    <a:pt x="1164614" y="1512954"/>
                  </a:lnTo>
                  <a:close/>
                  <a:moveTo>
                    <a:pt x="1161591" y="1533190"/>
                  </a:moveTo>
                  <a:lnTo>
                    <a:pt x="1149415" y="1518452"/>
                  </a:lnTo>
                  <a:lnTo>
                    <a:pt x="1149097" y="1512954"/>
                  </a:lnTo>
                  <a:close/>
                  <a:moveTo>
                    <a:pt x="1005945" y="1370898"/>
                  </a:moveTo>
                  <a:lnTo>
                    <a:pt x="1058368" y="1409880"/>
                  </a:lnTo>
                  <a:lnTo>
                    <a:pt x="1028247" y="1383989"/>
                  </a:lnTo>
                  <a:close/>
                  <a:moveTo>
                    <a:pt x="1005945" y="1370898"/>
                  </a:moveTo>
                  <a:lnTo>
                    <a:pt x="1062837" y="1425372"/>
                  </a:lnTo>
                  <a:lnTo>
                    <a:pt x="1058368" y="1409880"/>
                  </a:lnTo>
                  <a:close/>
                  <a:moveTo>
                    <a:pt x="1010591" y="1358344"/>
                  </a:moveTo>
                  <a:lnTo>
                    <a:pt x="1005945" y="1370898"/>
                  </a:lnTo>
                  <a:lnTo>
                    <a:pt x="1028247" y="1383989"/>
                  </a:lnTo>
                  <a:close/>
                  <a:moveTo>
                    <a:pt x="948251" y="1317077"/>
                  </a:moveTo>
                  <a:lnTo>
                    <a:pt x="1010591" y="1358344"/>
                  </a:lnTo>
                  <a:lnTo>
                    <a:pt x="962990" y="1314682"/>
                  </a:lnTo>
                  <a:close/>
                  <a:moveTo>
                    <a:pt x="1005945" y="1370898"/>
                  </a:moveTo>
                  <a:lnTo>
                    <a:pt x="1010591" y="1358344"/>
                  </a:lnTo>
                  <a:lnTo>
                    <a:pt x="948251" y="1317077"/>
                  </a:lnTo>
                  <a:close/>
                  <a:moveTo>
                    <a:pt x="951327" y="1306807"/>
                  </a:moveTo>
                  <a:lnTo>
                    <a:pt x="948251" y="1317077"/>
                  </a:lnTo>
                  <a:lnTo>
                    <a:pt x="962990" y="1314682"/>
                  </a:lnTo>
                  <a:close/>
                  <a:moveTo>
                    <a:pt x="1164614" y="1512954"/>
                  </a:moveTo>
                  <a:lnTo>
                    <a:pt x="1161591" y="1533190"/>
                  </a:lnTo>
                  <a:lnTo>
                    <a:pt x="1233513" y="1492516"/>
                  </a:lnTo>
                  <a:close/>
                  <a:moveTo>
                    <a:pt x="1218174" y="1540396"/>
                  </a:moveTo>
                  <a:lnTo>
                    <a:pt x="1161591" y="1533190"/>
                  </a:lnTo>
                  <a:lnTo>
                    <a:pt x="1178867" y="1557251"/>
                  </a:lnTo>
                  <a:close/>
                  <a:moveTo>
                    <a:pt x="1138691" y="1461417"/>
                  </a:moveTo>
                  <a:lnTo>
                    <a:pt x="1145934" y="1474649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45934" y="1474649"/>
                  </a:lnTo>
                  <a:lnTo>
                    <a:pt x="1230043" y="1490886"/>
                  </a:lnTo>
                  <a:close/>
                  <a:moveTo>
                    <a:pt x="1214148" y="1441066"/>
                  </a:moveTo>
                  <a:lnTo>
                    <a:pt x="1152837" y="1452928"/>
                  </a:lnTo>
                  <a:lnTo>
                    <a:pt x="1230043" y="1490886"/>
                  </a:lnTo>
                  <a:close/>
                  <a:moveTo>
                    <a:pt x="1111469" y="1385835"/>
                  </a:moveTo>
                  <a:lnTo>
                    <a:pt x="1089723" y="1439161"/>
                  </a:lnTo>
                  <a:lnTo>
                    <a:pt x="1152837" y="1452928"/>
                  </a:lnTo>
                  <a:close/>
                  <a:moveTo>
                    <a:pt x="1154904" y="1388505"/>
                  </a:moveTo>
                  <a:lnTo>
                    <a:pt x="1111469" y="1385835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95902" y="1393156"/>
                  </a:lnTo>
                  <a:lnTo>
                    <a:pt x="1154904" y="1388505"/>
                  </a:lnTo>
                  <a:close/>
                  <a:moveTo>
                    <a:pt x="1058368" y="1409880"/>
                  </a:moveTo>
                  <a:lnTo>
                    <a:pt x="1089723" y="1439161"/>
                  </a:lnTo>
                  <a:lnTo>
                    <a:pt x="1111469" y="1385835"/>
                  </a:lnTo>
                  <a:close/>
                  <a:moveTo>
                    <a:pt x="1058368" y="1409880"/>
                  </a:moveTo>
                  <a:lnTo>
                    <a:pt x="1111469" y="1385835"/>
                  </a:lnTo>
                  <a:lnTo>
                    <a:pt x="1028247" y="1383989"/>
                  </a:lnTo>
                  <a:close/>
                  <a:moveTo>
                    <a:pt x="1137280" y="1340090"/>
                  </a:moveTo>
                  <a:lnTo>
                    <a:pt x="1111491" y="1385648"/>
                  </a:lnTo>
                  <a:lnTo>
                    <a:pt x="1111469" y="1385835"/>
                  </a:lnTo>
                  <a:close/>
                  <a:moveTo>
                    <a:pt x="1137280" y="1340090"/>
                  </a:moveTo>
                  <a:lnTo>
                    <a:pt x="1111469" y="1385835"/>
                  </a:lnTo>
                  <a:lnTo>
                    <a:pt x="1154904" y="1388505"/>
                  </a:lnTo>
                  <a:close/>
                  <a:moveTo>
                    <a:pt x="1008752" y="1282713"/>
                  </a:moveTo>
                  <a:lnTo>
                    <a:pt x="962990" y="1314682"/>
                  </a:lnTo>
                  <a:lnTo>
                    <a:pt x="1010591" y="1358344"/>
                  </a:lnTo>
                  <a:close/>
                  <a:moveTo>
                    <a:pt x="951327" y="1306807"/>
                  </a:moveTo>
                  <a:lnTo>
                    <a:pt x="962990" y="1314682"/>
                  </a:lnTo>
                  <a:lnTo>
                    <a:pt x="976235" y="1294327"/>
                  </a:lnTo>
                  <a:close/>
                  <a:moveTo>
                    <a:pt x="1233550" y="1488035"/>
                  </a:moveTo>
                  <a:lnTo>
                    <a:pt x="1233513" y="1492516"/>
                  </a:lnTo>
                  <a:lnTo>
                    <a:pt x="1213632" y="1466245"/>
                  </a:lnTo>
                  <a:close/>
                  <a:moveTo>
                    <a:pt x="1235215" y="1488860"/>
                  </a:moveTo>
                  <a:lnTo>
                    <a:pt x="1233513" y="1492516"/>
                  </a:lnTo>
                  <a:lnTo>
                    <a:pt x="1233550" y="1488035"/>
                  </a:lnTo>
                  <a:close/>
                  <a:moveTo>
                    <a:pt x="1105007" y="1328345"/>
                  </a:moveTo>
                  <a:lnTo>
                    <a:pt x="1111491" y="1385648"/>
                  </a:lnTo>
                  <a:lnTo>
                    <a:pt x="1125593" y="1334250"/>
                  </a:lnTo>
                  <a:close/>
                  <a:moveTo>
                    <a:pt x="1088009" y="1297853"/>
                  </a:moveTo>
                  <a:lnTo>
                    <a:pt x="1105007" y="1328345"/>
                  </a:lnTo>
                  <a:lnTo>
                    <a:pt x="1125593" y="1334250"/>
                  </a:lnTo>
                  <a:close/>
                  <a:moveTo>
                    <a:pt x="968802" y="1052473"/>
                  </a:moveTo>
                  <a:lnTo>
                    <a:pt x="999561" y="1006937"/>
                  </a:lnTo>
                  <a:lnTo>
                    <a:pt x="937863" y="1025030"/>
                  </a:lnTo>
                  <a:close/>
                  <a:moveTo>
                    <a:pt x="948154" y="1076567"/>
                  </a:moveTo>
                  <a:lnTo>
                    <a:pt x="968802" y="1052473"/>
                  </a:lnTo>
                  <a:lnTo>
                    <a:pt x="937863" y="1025030"/>
                  </a:lnTo>
                  <a:close/>
                  <a:moveTo>
                    <a:pt x="1277101" y="1286062"/>
                  </a:moveTo>
                  <a:lnTo>
                    <a:pt x="1291248" y="1263901"/>
                  </a:lnTo>
                  <a:lnTo>
                    <a:pt x="1228813" y="1303657"/>
                  </a:lnTo>
                  <a:close/>
                  <a:moveTo>
                    <a:pt x="1291248" y="1263901"/>
                  </a:moveTo>
                  <a:lnTo>
                    <a:pt x="1319388" y="1286062"/>
                  </a:lnTo>
                  <a:lnTo>
                    <a:pt x="1274694" y="1241597"/>
                  </a:lnTo>
                  <a:close/>
                  <a:moveTo>
                    <a:pt x="864895" y="852799"/>
                  </a:moveTo>
                  <a:lnTo>
                    <a:pt x="920081" y="897863"/>
                  </a:lnTo>
                  <a:lnTo>
                    <a:pt x="941118" y="828206"/>
                  </a:lnTo>
                  <a:close/>
                  <a:moveTo>
                    <a:pt x="861593" y="840452"/>
                  </a:moveTo>
                  <a:lnTo>
                    <a:pt x="852856" y="846327"/>
                  </a:lnTo>
                  <a:lnTo>
                    <a:pt x="833795" y="776299"/>
                  </a:lnTo>
                  <a:close/>
                  <a:moveTo>
                    <a:pt x="629966" y="513014"/>
                  </a:moveTo>
                  <a:lnTo>
                    <a:pt x="619462" y="537107"/>
                  </a:lnTo>
                  <a:lnTo>
                    <a:pt x="640813" y="564550"/>
                  </a:lnTo>
                  <a:close/>
                  <a:moveTo>
                    <a:pt x="602189" y="485570"/>
                  </a:moveTo>
                  <a:lnTo>
                    <a:pt x="619462" y="537107"/>
                  </a:lnTo>
                  <a:lnTo>
                    <a:pt x="629966" y="513014"/>
                  </a:lnTo>
                  <a:close/>
                  <a:moveTo>
                    <a:pt x="332186" y="203793"/>
                  </a:moveTo>
                  <a:lnTo>
                    <a:pt x="332463" y="152257"/>
                  </a:lnTo>
                  <a:lnTo>
                    <a:pt x="318461" y="207189"/>
                  </a:lnTo>
                  <a:close/>
                  <a:moveTo>
                    <a:pt x="318461" y="207189"/>
                  </a:moveTo>
                  <a:lnTo>
                    <a:pt x="332463" y="152257"/>
                  </a:lnTo>
                  <a:lnTo>
                    <a:pt x="332532" y="158207"/>
                  </a:lnTo>
                  <a:close/>
                  <a:moveTo>
                    <a:pt x="284699" y="221854"/>
                  </a:moveTo>
                  <a:lnTo>
                    <a:pt x="332186" y="203793"/>
                  </a:lnTo>
                  <a:lnTo>
                    <a:pt x="318461" y="207189"/>
                  </a:lnTo>
                  <a:close/>
                  <a:moveTo>
                    <a:pt x="289152" y="137383"/>
                  </a:moveTo>
                  <a:lnTo>
                    <a:pt x="332532" y="158207"/>
                  </a:lnTo>
                  <a:lnTo>
                    <a:pt x="332463" y="152257"/>
                  </a:lnTo>
                  <a:close/>
                  <a:moveTo>
                    <a:pt x="1298090" y="1337599"/>
                  </a:moveTo>
                  <a:lnTo>
                    <a:pt x="1328037" y="1323715"/>
                  </a:lnTo>
                  <a:lnTo>
                    <a:pt x="1277101" y="1286062"/>
                  </a:lnTo>
                  <a:close/>
                  <a:moveTo>
                    <a:pt x="1177808" y="1181656"/>
                  </a:moveTo>
                  <a:lnTo>
                    <a:pt x="1231977" y="1234526"/>
                  </a:lnTo>
                  <a:lnTo>
                    <a:pt x="1181156" y="1182989"/>
                  </a:lnTo>
                  <a:close/>
                  <a:moveTo>
                    <a:pt x="1177808" y="1181656"/>
                  </a:moveTo>
                  <a:lnTo>
                    <a:pt x="1173958" y="1174728"/>
                  </a:lnTo>
                  <a:lnTo>
                    <a:pt x="1163504" y="1182989"/>
                  </a:lnTo>
                  <a:close/>
                  <a:moveTo>
                    <a:pt x="1177808" y="1181656"/>
                  </a:moveTo>
                  <a:lnTo>
                    <a:pt x="1181156" y="1182989"/>
                  </a:lnTo>
                  <a:lnTo>
                    <a:pt x="1173958" y="1174728"/>
                  </a:lnTo>
                  <a:close/>
                  <a:moveTo>
                    <a:pt x="941118" y="828206"/>
                  </a:moveTo>
                  <a:lnTo>
                    <a:pt x="1003494" y="808206"/>
                  </a:lnTo>
                  <a:lnTo>
                    <a:pt x="946612" y="816467"/>
                  </a:lnTo>
                  <a:close/>
                  <a:moveTo>
                    <a:pt x="1024419" y="830081"/>
                  </a:moveTo>
                  <a:lnTo>
                    <a:pt x="1025296" y="853223"/>
                  </a:lnTo>
                  <a:lnTo>
                    <a:pt x="1021004" y="849675"/>
                  </a:lnTo>
                  <a:close/>
                  <a:moveTo>
                    <a:pt x="1003494" y="808206"/>
                  </a:moveTo>
                  <a:lnTo>
                    <a:pt x="990190" y="756278"/>
                  </a:lnTo>
                  <a:lnTo>
                    <a:pt x="946612" y="816467"/>
                  </a:lnTo>
                  <a:close/>
                  <a:moveTo>
                    <a:pt x="359488" y="51002"/>
                  </a:moveTo>
                  <a:lnTo>
                    <a:pt x="333445" y="31978"/>
                  </a:lnTo>
                  <a:lnTo>
                    <a:pt x="351153" y="59619"/>
                  </a:lnTo>
                  <a:close/>
                  <a:moveTo>
                    <a:pt x="224490" y="44592"/>
                  </a:moveTo>
                  <a:lnTo>
                    <a:pt x="280361" y="37152"/>
                  </a:lnTo>
                  <a:lnTo>
                    <a:pt x="252407" y="0"/>
                  </a:lnTo>
                  <a:close/>
                  <a:moveTo>
                    <a:pt x="280361" y="37152"/>
                  </a:moveTo>
                  <a:lnTo>
                    <a:pt x="333445" y="31978"/>
                  </a:lnTo>
                  <a:lnTo>
                    <a:pt x="303974" y="18123"/>
                  </a:lnTo>
                  <a:close/>
                  <a:moveTo>
                    <a:pt x="1175849" y="744047"/>
                  </a:moveTo>
                  <a:lnTo>
                    <a:pt x="1253256" y="781842"/>
                  </a:lnTo>
                  <a:lnTo>
                    <a:pt x="1232796" y="73573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29" name="Output_density__4228">
              <a:extLst>
                <a:ext uri="{FF2B5EF4-FFF2-40B4-BE49-F238E27FC236}">
                  <a16:creationId xmlns:a16="http://schemas.microsoft.com/office/drawing/2014/main" id="{7586DB04-E709-CE11-7F8D-BA645F491C67}"/>
                </a:ext>
              </a:extLst>
            </p:cNvPr>
            <p:cNvSpPr>
              <a:spLocks noGrp="1"/>
            </p:cNvSpPr>
            <p:nvPr/>
          </p:nvSpPr>
          <p:spPr>
            <a:xfrm>
              <a:off x="15465781" y="2736969"/>
              <a:ext cx="1373884" cy="1765800"/>
            </a:xfrm>
            <a:custGeom>
              <a:avLst/>
              <a:gdLst/>
              <a:ahLst/>
              <a:cxnLst/>
              <a:rect l="0" t="0" r="0" b="0"/>
              <a:pathLst>
                <a:path w="1373884" h="1765800">
                  <a:moveTo>
                    <a:pt x="45760" y="1581233"/>
                  </a:moveTo>
                  <a:lnTo>
                    <a:pt x="3076" y="1584843"/>
                  </a:lnTo>
                  <a:lnTo>
                    <a:pt x="0" y="1584820"/>
                  </a:lnTo>
                  <a:close/>
                  <a:moveTo>
                    <a:pt x="797356" y="1751549"/>
                  </a:moveTo>
                  <a:lnTo>
                    <a:pt x="787654" y="1759106"/>
                  </a:lnTo>
                  <a:lnTo>
                    <a:pt x="804184" y="1765800"/>
                  </a:lnTo>
                  <a:close/>
                  <a:moveTo>
                    <a:pt x="296649" y="1184647"/>
                  </a:moveTo>
                  <a:lnTo>
                    <a:pt x="287597" y="1208741"/>
                  </a:lnTo>
                  <a:lnTo>
                    <a:pt x="335692" y="1157135"/>
                  </a:lnTo>
                  <a:close/>
                  <a:moveTo>
                    <a:pt x="797356" y="1751549"/>
                  </a:moveTo>
                  <a:lnTo>
                    <a:pt x="804184" y="176580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22943" y="1756146"/>
                  </a:lnTo>
                  <a:lnTo>
                    <a:pt x="804184" y="1765800"/>
                  </a:lnTo>
                  <a:close/>
                  <a:moveTo>
                    <a:pt x="830880" y="1751549"/>
                  </a:moveTo>
                  <a:lnTo>
                    <a:pt x="854381" y="173879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76100" y="1727455"/>
                  </a:lnTo>
                  <a:lnTo>
                    <a:pt x="854381" y="1738790"/>
                  </a:lnTo>
                  <a:close/>
                  <a:moveTo>
                    <a:pt x="117312" y="799797"/>
                  </a:moveTo>
                  <a:lnTo>
                    <a:pt x="121439" y="811667"/>
                  </a:lnTo>
                  <a:lnTo>
                    <a:pt x="131918" y="784389"/>
                  </a:lnTo>
                  <a:close/>
                  <a:moveTo>
                    <a:pt x="927895" y="1664290"/>
                  </a:moveTo>
                  <a:lnTo>
                    <a:pt x="945058" y="1664494"/>
                  </a:lnTo>
                  <a:lnTo>
                    <a:pt x="908014" y="1656627"/>
                  </a:lnTo>
                  <a:close/>
                  <a:moveTo>
                    <a:pt x="988024" y="1651825"/>
                  </a:moveTo>
                  <a:lnTo>
                    <a:pt x="966166" y="1672481"/>
                  </a:lnTo>
                  <a:lnTo>
                    <a:pt x="945058" y="1664494"/>
                  </a:lnTo>
                  <a:close/>
                  <a:moveTo>
                    <a:pt x="975614" y="1639652"/>
                  </a:moveTo>
                  <a:lnTo>
                    <a:pt x="966166" y="1672481"/>
                  </a:lnTo>
                  <a:lnTo>
                    <a:pt x="988024" y="1651825"/>
                  </a:lnTo>
                  <a:close/>
                  <a:moveTo>
                    <a:pt x="988406" y="1620732"/>
                  </a:moveTo>
                  <a:lnTo>
                    <a:pt x="988024" y="1651825"/>
                  </a:lnTo>
                  <a:lnTo>
                    <a:pt x="1005043" y="1643159"/>
                  </a:lnTo>
                  <a:close/>
                  <a:moveTo>
                    <a:pt x="988406" y="1620732"/>
                  </a:moveTo>
                  <a:lnTo>
                    <a:pt x="1005043" y="1643159"/>
                  </a:lnTo>
                  <a:lnTo>
                    <a:pt x="1030013" y="1601616"/>
                  </a:lnTo>
                  <a:close/>
                  <a:moveTo>
                    <a:pt x="433760" y="944415"/>
                  </a:moveTo>
                  <a:lnTo>
                    <a:pt x="398270" y="946624"/>
                  </a:lnTo>
                  <a:lnTo>
                    <a:pt x="471696" y="911575"/>
                  </a:lnTo>
                  <a:close/>
                  <a:moveTo>
                    <a:pt x="327932" y="751609"/>
                  </a:moveTo>
                  <a:lnTo>
                    <a:pt x="292854" y="766946"/>
                  </a:lnTo>
                  <a:lnTo>
                    <a:pt x="276842" y="761291"/>
                  </a:lnTo>
                  <a:close/>
                  <a:moveTo>
                    <a:pt x="1119860" y="1627964"/>
                  </a:moveTo>
                  <a:lnTo>
                    <a:pt x="1092801" y="1620345"/>
                  </a:lnTo>
                  <a:lnTo>
                    <a:pt x="1132473" y="1635346"/>
                  </a:lnTo>
                  <a:close/>
                  <a:moveTo>
                    <a:pt x="1163912" y="1617992"/>
                  </a:moveTo>
                  <a:lnTo>
                    <a:pt x="1119860" y="1627964"/>
                  </a:lnTo>
                  <a:lnTo>
                    <a:pt x="1132473" y="1635346"/>
                  </a:lnTo>
                  <a:close/>
                  <a:moveTo>
                    <a:pt x="1171294" y="1594515"/>
                  </a:moveTo>
                  <a:lnTo>
                    <a:pt x="1163865" y="1579543"/>
                  </a:lnTo>
                  <a:lnTo>
                    <a:pt x="1163912" y="1617992"/>
                  </a:lnTo>
                  <a:close/>
                  <a:moveTo>
                    <a:pt x="1171294" y="1594515"/>
                  </a:moveTo>
                  <a:lnTo>
                    <a:pt x="1163912" y="1617992"/>
                  </a:lnTo>
                  <a:lnTo>
                    <a:pt x="1179957" y="1603637"/>
                  </a:lnTo>
                  <a:close/>
                  <a:moveTo>
                    <a:pt x="1180478" y="1545029"/>
                  </a:moveTo>
                  <a:lnTo>
                    <a:pt x="1179957" y="1603637"/>
                  </a:lnTo>
                  <a:lnTo>
                    <a:pt x="1202931" y="1589198"/>
                  </a:lnTo>
                  <a:close/>
                  <a:moveTo>
                    <a:pt x="1263863" y="1547214"/>
                  </a:moveTo>
                  <a:lnTo>
                    <a:pt x="1231101" y="1559619"/>
                  </a:lnTo>
                  <a:lnTo>
                    <a:pt x="1306249" y="1531012"/>
                  </a:lnTo>
                  <a:close/>
                  <a:moveTo>
                    <a:pt x="1263863" y="1547214"/>
                  </a:moveTo>
                  <a:lnTo>
                    <a:pt x="1306249" y="1531012"/>
                  </a:lnTo>
                  <a:lnTo>
                    <a:pt x="1336662" y="1509820"/>
                  </a:lnTo>
                  <a:close/>
                  <a:moveTo>
                    <a:pt x="111041" y="31831"/>
                  </a:moveTo>
                  <a:lnTo>
                    <a:pt x="117036" y="9351"/>
                  </a:lnTo>
                  <a:lnTo>
                    <a:pt x="116530" y="0"/>
                  </a:lnTo>
                  <a:close/>
                  <a:moveTo>
                    <a:pt x="1355977" y="1428282"/>
                  </a:moveTo>
                  <a:lnTo>
                    <a:pt x="1373884" y="1404188"/>
                  </a:lnTo>
                  <a:lnTo>
                    <a:pt x="1351553" y="1479819"/>
                  </a:lnTo>
                  <a:close/>
                  <a:moveTo>
                    <a:pt x="1185728" y="892608"/>
                  </a:moveTo>
                  <a:lnTo>
                    <a:pt x="1186381" y="892603"/>
                  </a:lnTo>
                  <a:lnTo>
                    <a:pt x="1184400" y="892171"/>
                  </a:lnTo>
                  <a:close/>
                  <a:moveTo>
                    <a:pt x="1185728" y="892608"/>
                  </a:moveTo>
                  <a:lnTo>
                    <a:pt x="1184400" y="892171"/>
                  </a:lnTo>
                  <a:lnTo>
                    <a:pt x="1153512" y="904607"/>
                  </a:lnTo>
                  <a:close/>
                  <a:moveTo>
                    <a:pt x="1186755" y="892171"/>
                  </a:moveTo>
                  <a:lnTo>
                    <a:pt x="1185728" y="892608"/>
                  </a:lnTo>
                  <a:lnTo>
                    <a:pt x="1194600" y="840634"/>
                  </a:lnTo>
                  <a:close/>
                  <a:moveTo>
                    <a:pt x="1186755" y="892171"/>
                  </a:moveTo>
                  <a:lnTo>
                    <a:pt x="1186381" y="892603"/>
                  </a:lnTo>
                  <a:lnTo>
                    <a:pt x="1185728" y="892608"/>
                  </a:lnTo>
                  <a:close/>
                  <a:moveTo>
                    <a:pt x="1184400" y="892171"/>
                  </a:moveTo>
                  <a:lnTo>
                    <a:pt x="1186381" y="892603"/>
                  </a:lnTo>
                  <a:lnTo>
                    <a:pt x="1186726" y="891796"/>
                  </a:lnTo>
                  <a:close/>
                  <a:moveTo>
                    <a:pt x="1186726" y="891796"/>
                  </a:moveTo>
                  <a:lnTo>
                    <a:pt x="1186381" y="892603"/>
                  </a:lnTo>
                  <a:lnTo>
                    <a:pt x="1186755" y="892171"/>
                  </a:lnTo>
                  <a:close/>
                  <a:moveTo>
                    <a:pt x="1200052" y="808814"/>
                  </a:moveTo>
                  <a:lnTo>
                    <a:pt x="1194600" y="840634"/>
                  </a:lnTo>
                  <a:lnTo>
                    <a:pt x="1210562" y="808331"/>
                  </a:lnTo>
                  <a:close/>
                  <a:moveTo>
                    <a:pt x="1200052" y="808814"/>
                  </a:moveTo>
                  <a:lnTo>
                    <a:pt x="1210562" y="808331"/>
                  </a:lnTo>
                  <a:lnTo>
                    <a:pt x="1241946" y="790772"/>
                  </a:lnTo>
                  <a:close/>
                  <a:moveTo>
                    <a:pt x="835505" y="422737"/>
                  </a:moveTo>
                  <a:lnTo>
                    <a:pt x="866731" y="396190"/>
                  </a:lnTo>
                  <a:lnTo>
                    <a:pt x="848051" y="366126"/>
                  </a:lnTo>
                  <a:close/>
                  <a:moveTo>
                    <a:pt x="1259218" y="745359"/>
                  </a:moveTo>
                  <a:lnTo>
                    <a:pt x="1241946" y="790772"/>
                  </a:lnTo>
                  <a:lnTo>
                    <a:pt x="1257860" y="76500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0" name="Output_density__4229">
              <a:extLst>
                <a:ext uri="{FF2B5EF4-FFF2-40B4-BE49-F238E27FC236}">
                  <a16:creationId xmlns:a16="http://schemas.microsoft.com/office/drawing/2014/main" id="{EBCB505A-624F-88E1-4F8C-5C2171E34FDF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736416"/>
              <a:ext cx="1371510" cy="1894781"/>
            </a:xfrm>
            <a:custGeom>
              <a:avLst/>
              <a:gdLst/>
              <a:ahLst/>
              <a:cxnLst/>
              <a:rect l="0" t="0" r="0" b="0"/>
              <a:pathLst>
                <a:path w="1371510" h="1894781">
                  <a:moveTo>
                    <a:pt x="0" y="1536705"/>
                  </a:moveTo>
                  <a:lnTo>
                    <a:pt x="49435" y="1587446"/>
                  </a:lnTo>
                  <a:lnTo>
                    <a:pt x="2350" y="1541039"/>
                  </a:lnTo>
                  <a:close/>
                  <a:moveTo>
                    <a:pt x="31680" y="1511816"/>
                  </a:moveTo>
                  <a:lnTo>
                    <a:pt x="2350" y="1541039"/>
                  </a:lnTo>
                  <a:lnTo>
                    <a:pt x="49435" y="1587446"/>
                  </a:lnTo>
                  <a:close/>
                  <a:moveTo>
                    <a:pt x="550718" y="1894781"/>
                  </a:moveTo>
                  <a:lnTo>
                    <a:pt x="597506" y="1831983"/>
                  </a:lnTo>
                  <a:lnTo>
                    <a:pt x="555002" y="1828556"/>
                  </a:lnTo>
                  <a:close/>
                  <a:moveTo>
                    <a:pt x="325466" y="1471034"/>
                  </a:moveTo>
                  <a:lnTo>
                    <a:pt x="368816" y="1439534"/>
                  </a:lnTo>
                  <a:lnTo>
                    <a:pt x="334232" y="1454891"/>
                  </a:lnTo>
                  <a:close/>
                  <a:moveTo>
                    <a:pt x="334232" y="1454891"/>
                  </a:moveTo>
                  <a:lnTo>
                    <a:pt x="368816" y="1439534"/>
                  </a:lnTo>
                  <a:lnTo>
                    <a:pt x="347151" y="1417212"/>
                  </a:lnTo>
                  <a:close/>
                  <a:moveTo>
                    <a:pt x="368816" y="1439534"/>
                  </a:moveTo>
                  <a:lnTo>
                    <a:pt x="411174" y="1481907"/>
                  </a:lnTo>
                  <a:lnTo>
                    <a:pt x="412645" y="1429125"/>
                  </a:lnTo>
                  <a:close/>
                  <a:moveTo>
                    <a:pt x="350078" y="1379266"/>
                  </a:moveTo>
                  <a:lnTo>
                    <a:pt x="347151" y="1417212"/>
                  </a:lnTo>
                  <a:lnTo>
                    <a:pt x="389842" y="1363904"/>
                  </a:lnTo>
                  <a:close/>
                  <a:moveTo>
                    <a:pt x="347151" y="1417212"/>
                  </a:moveTo>
                  <a:lnTo>
                    <a:pt x="368816" y="1439534"/>
                  </a:lnTo>
                  <a:lnTo>
                    <a:pt x="389842" y="1363904"/>
                  </a:lnTo>
                  <a:close/>
                  <a:moveTo>
                    <a:pt x="389842" y="1363904"/>
                  </a:moveTo>
                  <a:lnTo>
                    <a:pt x="368816" y="1439534"/>
                  </a:lnTo>
                  <a:lnTo>
                    <a:pt x="422906" y="1390869"/>
                  </a:lnTo>
                  <a:close/>
                  <a:moveTo>
                    <a:pt x="422906" y="1390869"/>
                  </a:moveTo>
                  <a:lnTo>
                    <a:pt x="368816" y="1439534"/>
                  </a:lnTo>
                  <a:lnTo>
                    <a:pt x="412645" y="1429125"/>
                  </a:lnTo>
                  <a:close/>
                  <a:moveTo>
                    <a:pt x="412645" y="1429125"/>
                  </a:moveTo>
                  <a:lnTo>
                    <a:pt x="411174" y="1481907"/>
                  </a:lnTo>
                  <a:lnTo>
                    <a:pt x="429172" y="1439534"/>
                  </a:lnTo>
                  <a:close/>
                  <a:moveTo>
                    <a:pt x="534896" y="1280216"/>
                  </a:moveTo>
                  <a:lnTo>
                    <a:pt x="555479" y="1267383"/>
                  </a:lnTo>
                  <a:lnTo>
                    <a:pt x="549622" y="1264179"/>
                  </a:lnTo>
                  <a:close/>
                  <a:moveTo>
                    <a:pt x="534896" y="1280216"/>
                  </a:moveTo>
                  <a:lnTo>
                    <a:pt x="549622" y="1264179"/>
                  </a:lnTo>
                  <a:lnTo>
                    <a:pt x="535660" y="1216852"/>
                  </a:lnTo>
                  <a:close/>
                  <a:moveTo>
                    <a:pt x="361734" y="1181561"/>
                  </a:moveTo>
                  <a:lnTo>
                    <a:pt x="404238" y="1184988"/>
                  </a:lnTo>
                  <a:lnTo>
                    <a:pt x="419680" y="1109691"/>
                  </a:lnTo>
                  <a:close/>
                  <a:moveTo>
                    <a:pt x="419680" y="1109691"/>
                  </a:moveTo>
                  <a:lnTo>
                    <a:pt x="404296" y="1185200"/>
                  </a:lnTo>
                  <a:lnTo>
                    <a:pt x="474773" y="1140314"/>
                  </a:lnTo>
                  <a:close/>
                  <a:moveTo>
                    <a:pt x="258342" y="913920"/>
                  </a:moveTo>
                  <a:lnTo>
                    <a:pt x="265252" y="880981"/>
                  </a:lnTo>
                  <a:lnTo>
                    <a:pt x="267705" y="927517"/>
                  </a:lnTo>
                  <a:close/>
                  <a:moveTo>
                    <a:pt x="259682" y="954960"/>
                  </a:moveTo>
                  <a:lnTo>
                    <a:pt x="258342" y="913920"/>
                  </a:lnTo>
                  <a:lnTo>
                    <a:pt x="274492" y="963534"/>
                  </a:lnTo>
                  <a:close/>
                  <a:moveTo>
                    <a:pt x="937042" y="1728009"/>
                  </a:moveTo>
                  <a:lnTo>
                    <a:pt x="962028" y="1739344"/>
                  </a:lnTo>
                  <a:lnTo>
                    <a:pt x="981598" y="1709634"/>
                  </a:lnTo>
                  <a:close/>
                  <a:moveTo>
                    <a:pt x="555479" y="1267383"/>
                  </a:moveTo>
                  <a:lnTo>
                    <a:pt x="606317" y="1315716"/>
                  </a:lnTo>
                  <a:lnTo>
                    <a:pt x="618021" y="1240085"/>
                  </a:lnTo>
                  <a:close/>
                  <a:moveTo>
                    <a:pt x="535594" y="1212643"/>
                  </a:moveTo>
                  <a:lnTo>
                    <a:pt x="556264" y="1262844"/>
                  </a:lnTo>
                  <a:lnTo>
                    <a:pt x="548358" y="1206529"/>
                  </a:lnTo>
                  <a:close/>
                  <a:moveTo>
                    <a:pt x="528575" y="1137012"/>
                  </a:moveTo>
                  <a:lnTo>
                    <a:pt x="548358" y="1206529"/>
                  </a:lnTo>
                  <a:lnTo>
                    <a:pt x="566778" y="1174730"/>
                  </a:lnTo>
                  <a:close/>
                  <a:moveTo>
                    <a:pt x="535594" y="1212643"/>
                  </a:moveTo>
                  <a:lnTo>
                    <a:pt x="548358" y="1206529"/>
                  </a:lnTo>
                  <a:lnTo>
                    <a:pt x="528575" y="1137012"/>
                  </a:lnTo>
                  <a:close/>
                  <a:moveTo>
                    <a:pt x="494099" y="1161106"/>
                  </a:moveTo>
                  <a:lnTo>
                    <a:pt x="535594" y="1212643"/>
                  </a:lnTo>
                  <a:lnTo>
                    <a:pt x="528575" y="1137012"/>
                  </a:lnTo>
                  <a:close/>
                  <a:moveTo>
                    <a:pt x="548358" y="1206529"/>
                  </a:moveTo>
                  <a:lnTo>
                    <a:pt x="605776" y="1188549"/>
                  </a:lnTo>
                  <a:lnTo>
                    <a:pt x="566778" y="1174730"/>
                  </a:lnTo>
                  <a:close/>
                  <a:moveTo>
                    <a:pt x="1019370" y="1576747"/>
                  </a:moveTo>
                  <a:lnTo>
                    <a:pt x="1023570" y="1650750"/>
                  </a:lnTo>
                  <a:lnTo>
                    <a:pt x="1045500" y="1606955"/>
                  </a:lnTo>
                  <a:close/>
                  <a:moveTo>
                    <a:pt x="1016518" y="1652378"/>
                  </a:moveTo>
                  <a:lnTo>
                    <a:pt x="1023570" y="1650750"/>
                  </a:lnTo>
                  <a:lnTo>
                    <a:pt x="1019370" y="1576747"/>
                  </a:lnTo>
                  <a:close/>
                  <a:moveTo>
                    <a:pt x="973274" y="1511590"/>
                  </a:moveTo>
                  <a:lnTo>
                    <a:pt x="933575" y="1497704"/>
                  </a:lnTo>
                  <a:lnTo>
                    <a:pt x="988447" y="1525211"/>
                  </a:lnTo>
                  <a:close/>
                  <a:moveTo>
                    <a:pt x="874203" y="1445248"/>
                  </a:moveTo>
                  <a:lnTo>
                    <a:pt x="938994" y="1473674"/>
                  </a:lnTo>
                  <a:lnTo>
                    <a:pt x="906602" y="1436992"/>
                  </a:lnTo>
                  <a:close/>
                  <a:moveTo>
                    <a:pt x="874203" y="1445248"/>
                  </a:moveTo>
                  <a:lnTo>
                    <a:pt x="933575" y="1497704"/>
                  </a:lnTo>
                  <a:lnTo>
                    <a:pt x="938994" y="1473674"/>
                  </a:lnTo>
                  <a:close/>
                  <a:moveTo>
                    <a:pt x="718457" y="1291622"/>
                  </a:moveTo>
                  <a:lnTo>
                    <a:pt x="743764" y="1312421"/>
                  </a:lnTo>
                  <a:lnTo>
                    <a:pt x="750047" y="1281991"/>
                  </a:lnTo>
                  <a:close/>
                  <a:moveTo>
                    <a:pt x="734495" y="1277767"/>
                  </a:moveTo>
                  <a:lnTo>
                    <a:pt x="718457" y="1291622"/>
                  </a:lnTo>
                  <a:lnTo>
                    <a:pt x="750047" y="1281991"/>
                  </a:lnTo>
                  <a:close/>
                  <a:moveTo>
                    <a:pt x="743764" y="1312421"/>
                  </a:moveTo>
                  <a:lnTo>
                    <a:pt x="749099" y="1291622"/>
                  </a:lnTo>
                  <a:lnTo>
                    <a:pt x="750047" y="1281991"/>
                  </a:lnTo>
                  <a:close/>
                  <a:moveTo>
                    <a:pt x="750047" y="1281991"/>
                  </a:moveTo>
                  <a:lnTo>
                    <a:pt x="749099" y="1291622"/>
                  </a:lnTo>
                  <a:lnTo>
                    <a:pt x="734495" y="1277767"/>
                  </a:lnTo>
                  <a:close/>
                  <a:moveTo>
                    <a:pt x="638587" y="1233899"/>
                  </a:moveTo>
                  <a:lnTo>
                    <a:pt x="643575" y="1287187"/>
                  </a:lnTo>
                  <a:lnTo>
                    <a:pt x="648364" y="1240085"/>
                  </a:lnTo>
                  <a:close/>
                  <a:moveTo>
                    <a:pt x="638587" y="1233899"/>
                  </a:moveTo>
                  <a:lnTo>
                    <a:pt x="648364" y="1240085"/>
                  </a:lnTo>
                  <a:lnTo>
                    <a:pt x="672511" y="1181559"/>
                  </a:lnTo>
                  <a:close/>
                  <a:moveTo>
                    <a:pt x="615918" y="1126843"/>
                  </a:moveTo>
                  <a:lnTo>
                    <a:pt x="577295" y="1120261"/>
                  </a:lnTo>
                  <a:lnTo>
                    <a:pt x="621134" y="1185345"/>
                  </a:lnTo>
                  <a:close/>
                  <a:moveTo>
                    <a:pt x="621134" y="1185345"/>
                  </a:moveTo>
                  <a:lnTo>
                    <a:pt x="672511" y="1181559"/>
                  </a:lnTo>
                  <a:lnTo>
                    <a:pt x="615918" y="1126843"/>
                  </a:lnTo>
                  <a:close/>
                  <a:moveTo>
                    <a:pt x="627906" y="1137012"/>
                  </a:moveTo>
                  <a:lnTo>
                    <a:pt x="619036" y="1061565"/>
                  </a:lnTo>
                  <a:lnTo>
                    <a:pt x="615918" y="1126843"/>
                  </a:lnTo>
                  <a:close/>
                  <a:moveTo>
                    <a:pt x="619400" y="1061382"/>
                  </a:moveTo>
                  <a:lnTo>
                    <a:pt x="650785" y="1073736"/>
                  </a:lnTo>
                  <a:lnTo>
                    <a:pt x="675481" y="1096899"/>
                  </a:lnTo>
                  <a:close/>
                  <a:moveTo>
                    <a:pt x="564078" y="1068263"/>
                  </a:moveTo>
                  <a:lnTo>
                    <a:pt x="583527" y="1062674"/>
                  </a:lnTo>
                  <a:lnTo>
                    <a:pt x="533090" y="1048776"/>
                  </a:lnTo>
                  <a:close/>
                  <a:moveTo>
                    <a:pt x="564078" y="1068263"/>
                  </a:moveTo>
                  <a:lnTo>
                    <a:pt x="619036" y="1061565"/>
                  </a:lnTo>
                  <a:lnTo>
                    <a:pt x="583527" y="1062674"/>
                  </a:lnTo>
                  <a:close/>
                  <a:moveTo>
                    <a:pt x="938994" y="1473674"/>
                  </a:moveTo>
                  <a:lnTo>
                    <a:pt x="933575" y="1497704"/>
                  </a:lnTo>
                  <a:lnTo>
                    <a:pt x="973274" y="1511590"/>
                  </a:lnTo>
                  <a:close/>
                  <a:moveTo>
                    <a:pt x="894055" y="1422138"/>
                  </a:moveTo>
                  <a:lnTo>
                    <a:pt x="874203" y="1445248"/>
                  </a:lnTo>
                  <a:lnTo>
                    <a:pt x="906602" y="1436992"/>
                  </a:lnTo>
                  <a:close/>
                  <a:moveTo>
                    <a:pt x="894055" y="1422138"/>
                  </a:moveTo>
                  <a:lnTo>
                    <a:pt x="872605" y="1383804"/>
                  </a:lnTo>
                  <a:lnTo>
                    <a:pt x="874203" y="1445248"/>
                  </a:lnTo>
                  <a:close/>
                  <a:moveTo>
                    <a:pt x="1102682" y="1561674"/>
                  </a:moveTo>
                  <a:lnTo>
                    <a:pt x="1045500" y="1606955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58989" y="1616622"/>
                  </a:lnTo>
                  <a:lnTo>
                    <a:pt x="1156522" y="1604190"/>
                  </a:lnTo>
                  <a:close/>
                  <a:moveTo>
                    <a:pt x="1142133" y="1552654"/>
                  </a:moveTo>
                  <a:lnTo>
                    <a:pt x="1102682" y="1561674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48380" y="1507353"/>
                  </a:lnTo>
                  <a:lnTo>
                    <a:pt x="1102682" y="1561674"/>
                  </a:lnTo>
                  <a:close/>
                  <a:moveTo>
                    <a:pt x="1102682" y="1561674"/>
                  </a:moveTo>
                  <a:lnTo>
                    <a:pt x="1141781" y="1505126"/>
                  </a:lnTo>
                  <a:lnTo>
                    <a:pt x="1094266" y="1505772"/>
                  </a:lnTo>
                  <a:close/>
                  <a:moveTo>
                    <a:pt x="973274" y="1511590"/>
                  </a:moveTo>
                  <a:lnTo>
                    <a:pt x="1042531" y="1509850"/>
                  </a:lnTo>
                  <a:lnTo>
                    <a:pt x="1039980" y="1451417"/>
                  </a:lnTo>
                  <a:close/>
                  <a:moveTo>
                    <a:pt x="973274" y="1511590"/>
                  </a:moveTo>
                  <a:lnTo>
                    <a:pt x="1039980" y="1451417"/>
                  </a:lnTo>
                  <a:lnTo>
                    <a:pt x="993811" y="1453478"/>
                  </a:lnTo>
                  <a:close/>
                  <a:moveTo>
                    <a:pt x="1072259" y="1460921"/>
                  </a:moveTo>
                  <a:lnTo>
                    <a:pt x="1042531" y="1509850"/>
                  </a:lnTo>
                  <a:lnTo>
                    <a:pt x="1094266" y="1505772"/>
                  </a:lnTo>
                  <a:close/>
                  <a:moveTo>
                    <a:pt x="988826" y="1449580"/>
                  </a:moveTo>
                  <a:lnTo>
                    <a:pt x="938994" y="1473674"/>
                  </a:lnTo>
                  <a:lnTo>
                    <a:pt x="973274" y="1511590"/>
                  </a:lnTo>
                  <a:close/>
                  <a:moveTo>
                    <a:pt x="938994" y="1473674"/>
                  </a:moveTo>
                  <a:lnTo>
                    <a:pt x="988826" y="1449580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94055" y="1422138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57520" y="1370601"/>
                  </a:lnTo>
                  <a:lnTo>
                    <a:pt x="894055" y="1422138"/>
                  </a:lnTo>
                  <a:close/>
                  <a:moveTo>
                    <a:pt x="691738" y="1112918"/>
                  </a:moveTo>
                  <a:lnTo>
                    <a:pt x="742216" y="1100129"/>
                  </a:lnTo>
                  <a:lnTo>
                    <a:pt x="675481" y="1096899"/>
                  </a:lnTo>
                  <a:close/>
                  <a:moveTo>
                    <a:pt x="675481" y="1096899"/>
                  </a:moveTo>
                  <a:lnTo>
                    <a:pt x="742216" y="1100129"/>
                  </a:lnTo>
                  <a:lnTo>
                    <a:pt x="752632" y="1075776"/>
                  </a:lnTo>
                  <a:close/>
                  <a:moveTo>
                    <a:pt x="675481" y="1096899"/>
                  </a:moveTo>
                  <a:lnTo>
                    <a:pt x="752632" y="1075776"/>
                  </a:lnTo>
                  <a:lnTo>
                    <a:pt x="702774" y="1064046"/>
                  </a:lnTo>
                  <a:close/>
                  <a:moveTo>
                    <a:pt x="286493" y="640063"/>
                  </a:moveTo>
                  <a:lnTo>
                    <a:pt x="319105" y="637853"/>
                  </a:lnTo>
                  <a:lnTo>
                    <a:pt x="270553" y="631000"/>
                  </a:lnTo>
                  <a:close/>
                  <a:moveTo>
                    <a:pt x="1109395" y="1493473"/>
                  </a:moveTo>
                  <a:lnTo>
                    <a:pt x="1148380" y="1507353"/>
                  </a:lnTo>
                  <a:lnTo>
                    <a:pt x="1158186" y="1528560"/>
                  </a:lnTo>
                  <a:close/>
                  <a:moveTo>
                    <a:pt x="1158186" y="1528560"/>
                  </a:moveTo>
                  <a:lnTo>
                    <a:pt x="1148380" y="1507353"/>
                  </a:lnTo>
                  <a:lnTo>
                    <a:pt x="1142133" y="1552654"/>
                  </a:lnTo>
                  <a:close/>
                  <a:moveTo>
                    <a:pt x="1072791" y="1439193"/>
                  </a:moveTo>
                  <a:lnTo>
                    <a:pt x="1041164" y="1449580"/>
                  </a:lnTo>
                  <a:lnTo>
                    <a:pt x="1109395" y="1493473"/>
                  </a:lnTo>
                  <a:close/>
                  <a:moveTo>
                    <a:pt x="522231" y="778155"/>
                  </a:moveTo>
                  <a:lnTo>
                    <a:pt x="524535" y="779604"/>
                  </a:lnTo>
                  <a:lnTo>
                    <a:pt x="487689" y="783908"/>
                  </a:lnTo>
                  <a:close/>
                  <a:moveTo>
                    <a:pt x="434092" y="623294"/>
                  </a:moveTo>
                  <a:lnTo>
                    <a:pt x="352058" y="624995"/>
                  </a:lnTo>
                  <a:lnTo>
                    <a:pt x="351763" y="625055"/>
                  </a:lnTo>
                  <a:close/>
                  <a:moveTo>
                    <a:pt x="1288125" y="1545582"/>
                  </a:moveTo>
                  <a:lnTo>
                    <a:pt x="1331783" y="1504466"/>
                  </a:lnTo>
                  <a:lnTo>
                    <a:pt x="1292476" y="1521321"/>
                  </a:lnTo>
                  <a:close/>
                  <a:moveTo>
                    <a:pt x="1089844" y="1258396"/>
                  </a:moveTo>
                  <a:lnTo>
                    <a:pt x="1076599" y="1278751"/>
                  </a:lnTo>
                  <a:lnTo>
                    <a:pt x="1122361" y="1246783"/>
                  </a:lnTo>
                  <a:close/>
                  <a:moveTo>
                    <a:pt x="1122361" y="1246783"/>
                  </a:moveTo>
                  <a:lnTo>
                    <a:pt x="1124200" y="1322413"/>
                  </a:lnTo>
                  <a:lnTo>
                    <a:pt x="1164084" y="1298319"/>
                  </a:lnTo>
                  <a:close/>
                  <a:moveTo>
                    <a:pt x="1089844" y="1258396"/>
                  </a:moveTo>
                  <a:lnTo>
                    <a:pt x="1122361" y="1246783"/>
                  </a:lnTo>
                  <a:lnTo>
                    <a:pt x="1100677" y="1233877"/>
                  </a:lnTo>
                  <a:close/>
                  <a:moveTo>
                    <a:pt x="962496" y="1167803"/>
                  </a:moveTo>
                  <a:lnTo>
                    <a:pt x="1023703" y="1195246"/>
                  </a:lnTo>
                  <a:lnTo>
                    <a:pt x="990051" y="1143709"/>
                  </a:lnTo>
                  <a:close/>
                  <a:moveTo>
                    <a:pt x="956643" y="1102493"/>
                  </a:moveTo>
                  <a:lnTo>
                    <a:pt x="987967" y="1122052"/>
                  </a:lnTo>
                  <a:lnTo>
                    <a:pt x="990051" y="1143709"/>
                  </a:lnTo>
                  <a:close/>
                  <a:moveTo>
                    <a:pt x="990051" y="1143709"/>
                  </a:moveTo>
                  <a:lnTo>
                    <a:pt x="987967" y="1122052"/>
                  </a:lnTo>
                  <a:lnTo>
                    <a:pt x="962496" y="1167803"/>
                  </a:lnTo>
                  <a:close/>
                  <a:moveTo>
                    <a:pt x="990051" y="1143709"/>
                  </a:moveTo>
                  <a:lnTo>
                    <a:pt x="979112" y="1128716"/>
                  </a:lnTo>
                  <a:lnTo>
                    <a:pt x="956643" y="1102493"/>
                  </a:lnTo>
                  <a:close/>
                  <a:moveTo>
                    <a:pt x="951668" y="1092173"/>
                  </a:moveTo>
                  <a:lnTo>
                    <a:pt x="956643" y="1102493"/>
                  </a:lnTo>
                  <a:lnTo>
                    <a:pt x="979112" y="1128716"/>
                  </a:lnTo>
                  <a:close/>
                  <a:moveTo>
                    <a:pt x="1327241" y="1430314"/>
                  </a:moveTo>
                  <a:lnTo>
                    <a:pt x="1330390" y="1433806"/>
                  </a:lnTo>
                  <a:lnTo>
                    <a:pt x="1326248" y="1428835"/>
                  </a:lnTo>
                  <a:close/>
                  <a:moveTo>
                    <a:pt x="1356281" y="1480372"/>
                  </a:moveTo>
                  <a:lnTo>
                    <a:pt x="1331783" y="1504466"/>
                  </a:lnTo>
                  <a:lnTo>
                    <a:pt x="1371510" y="1547767"/>
                  </a:lnTo>
                  <a:close/>
                  <a:moveTo>
                    <a:pt x="1327241" y="1430314"/>
                  </a:moveTo>
                  <a:lnTo>
                    <a:pt x="1347122" y="1456586"/>
                  </a:lnTo>
                  <a:lnTo>
                    <a:pt x="1356281" y="1480372"/>
                  </a:lnTo>
                  <a:close/>
                  <a:moveTo>
                    <a:pt x="1356281" y="1480372"/>
                  </a:moveTo>
                  <a:lnTo>
                    <a:pt x="1330390" y="1433806"/>
                  </a:lnTo>
                  <a:lnTo>
                    <a:pt x="1327241" y="1430314"/>
                  </a:lnTo>
                  <a:close/>
                  <a:moveTo>
                    <a:pt x="1122361" y="1246783"/>
                  </a:moveTo>
                  <a:lnTo>
                    <a:pt x="1165060" y="1297972"/>
                  </a:lnTo>
                  <a:lnTo>
                    <a:pt x="1178653" y="1224178"/>
                  </a:lnTo>
                  <a:close/>
                  <a:moveTo>
                    <a:pt x="1165060" y="1297972"/>
                  </a:moveTo>
                  <a:lnTo>
                    <a:pt x="1218616" y="1292414"/>
                  </a:lnTo>
                  <a:lnTo>
                    <a:pt x="1178653" y="1224178"/>
                  </a:lnTo>
                  <a:close/>
                  <a:moveTo>
                    <a:pt x="1315601" y="1353205"/>
                  </a:moveTo>
                  <a:lnTo>
                    <a:pt x="1311708" y="1363959"/>
                  </a:lnTo>
                  <a:lnTo>
                    <a:pt x="1300594" y="1377299"/>
                  </a:lnTo>
                  <a:close/>
                  <a:moveTo>
                    <a:pt x="1183928" y="1100661"/>
                  </a:moveTo>
                  <a:lnTo>
                    <a:pt x="1107913" y="1126031"/>
                  </a:lnTo>
                  <a:lnTo>
                    <a:pt x="1140508" y="1113000"/>
                  </a:lnTo>
                  <a:close/>
                  <a:moveTo>
                    <a:pt x="1056246" y="1059500"/>
                  </a:moveTo>
                  <a:lnTo>
                    <a:pt x="1102324" y="1105134"/>
                  </a:lnTo>
                  <a:lnTo>
                    <a:pt x="1104582" y="1058186"/>
                  </a:lnTo>
                  <a:close/>
                  <a:moveTo>
                    <a:pt x="1056246" y="1059500"/>
                  </a:moveTo>
                  <a:lnTo>
                    <a:pt x="1083280" y="1033934"/>
                  </a:lnTo>
                  <a:lnTo>
                    <a:pt x="1032796" y="1019859"/>
                  </a:lnTo>
                  <a:close/>
                  <a:moveTo>
                    <a:pt x="1089774" y="1007481"/>
                  </a:moveTo>
                  <a:lnTo>
                    <a:pt x="1113373" y="1011546"/>
                  </a:lnTo>
                  <a:lnTo>
                    <a:pt x="1100772" y="992449"/>
                  </a:lnTo>
                  <a:close/>
                  <a:moveTo>
                    <a:pt x="1102324" y="1105134"/>
                  </a:moveTo>
                  <a:lnTo>
                    <a:pt x="1135036" y="1043985"/>
                  </a:lnTo>
                  <a:lnTo>
                    <a:pt x="1104582" y="1058186"/>
                  </a:lnTo>
                  <a:close/>
                  <a:moveTo>
                    <a:pt x="1143097" y="1082902"/>
                  </a:moveTo>
                  <a:lnTo>
                    <a:pt x="1180362" y="1087330"/>
                  </a:lnTo>
                  <a:lnTo>
                    <a:pt x="1102324" y="1105134"/>
                  </a:lnTo>
                  <a:close/>
                  <a:moveTo>
                    <a:pt x="1196760" y="1108861"/>
                  </a:moveTo>
                  <a:lnTo>
                    <a:pt x="1217076" y="1095522"/>
                  </a:lnTo>
                  <a:lnTo>
                    <a:pt x="1180362" y="1087330"/>
                  </a:lnTo>
                  <a:close/>
                  <a:moveTo>
                    <a:pt x="751695" y="532675"/>
                  </a:moveTo>
                  <a:lnTo>
                    <a:pt x="741400" y="536107"/>
                  </a:lnTo>
                  <a:lnTo>
                    <a:pt x="748272" y="528619"/>
                  </a:lnTo>
                  <a:close/>
                  <a:moveTo>
                    <a:pt x="371271" y="232665"/>
                  </a:moveTo>
                  <a:lnTo>
                    <a:pt x="398308" y="185924"/>
                  </a:lnTo>
                  <a:lnTo>
                    <a:pt x="357863" y="180822"/>
                  </a:lnTo>
                  <a:close/>
                  <a:moveTo>
                    <a:pt x="1100772" y="992449"/>
                  </a:moveTo>
                  <a:lnTo>
                    <a:pt x="1076374" y="955633"/>
                  </a:lnTo>
                  <a:lnTo>
                    <a:pt x="1089774" y="1007481"/>
                  </a:lnTo>
                  <a:close/>
                  <a:moveTo>
                    <a:pt x="1291416" y="1145725"/>
                  </a:moveTo>
                  <a:lnTo>
                    <a:pt x="1277113" y="1147058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291416" y="1145725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312659" y="1232615"/>
                  </a:lnTo>
                  <a:lnTo>
                    <a:pt x="1345585" y="1198595"/>
                  </a:lnTo>
                  <a:close/>
                  <a:moveTo>
                    <a:pt x="1291416" y="1145725"/>
                  </a:moveTo>
                  <a:lnTo>
                    <a:pt x="1320402" y="1184903"/>
                  </a:lnTo>
                  <a:lnTo>
                    <a:pt x="1345585" y="1198595"/>
                  </a:lnTo>
                  <a:close/>
                  <a:moveTo>
                    <a:pt x="1230960" y="1094150"/>
                  </a:moveTo>
                  <a:lnTo>
                    <a:pt x="1180362" y="1087330"/>
                  </a:lnTo>
                  <a:lnTo>
                    <a:pt x="1217076" y="1095522"/>
                  </a:lnTo>
                  <a:close/>
                  <a:moveTo>
                    <a:pt x="1193236" y="1024094"/>
                  </a:moveTo>
                  <a:lnTo>
                    <a:pt x="1180362" y="1087330"/>
                  </a:lnTo>
                  <a:lnTo>
                    <a:pt x="1230960" y="1094150"/>
                  </a:lnTo>
                  <a:close/>
                  <a:moveTo>
                    <a:pt x="1135036" y="1043985"/>
                  </a:moveTo>
                  <a:lnTo>
                    <a:pt x="1180362" y="1087330"/>
                  </a:lnTo>
                  <a:lnTo>
                    <a:pt x="1193236" y="1024094"/>
                  </a:lnTo>
                  <a:close/>
                  <a:moveTo>
                    <a:pt x="1135036" y="1043985"/>
                  </a:moveTo>
                  <a:lnTo>
                    <a:pt x="1193236" y="1024094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100772" y="992449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066377" y="940912"/>
                  </a:lnTo>
                  <a:lnTo>
                    <a:pt x="1100772" y="992449"/>
                  </a:lnTo>
                  <a:close/>
                  <a:moveTo>
                    <a:pt x="744084" y="504525"/>
                  </a:moveTo>
                  <a:lnTo>
                    <a:pt x="751695" y="532675"/>
                  </a:lnTo>
                  <a:lnTo>
                    <a:pt x="748272" y="528619"/>
                  </a:lnTo>
                  <a:close/>
                  <a:moveTo>
                    <a:pt x="772014" y="573961"/>
                  </a:moveTo>
                  <a:lnTo>
                    <a:pt x="751695" y="532675"/>
                  </a:lnTo>
                  <a:lnTo>
                    <a:pt x="721185" y="577302"/>
                  </a:lnTo>
                  <a:close/>
                  <a:moveTo>
                    <a:pt x="841578" y="559156"/>
                  </a:moveTo>
                  <a:lnTo>
                    <a:pt x="822044" y="621021"/>
                  </a:lnTo>
                  <a:lnTo>
                    <a:pt x="896972" y="591587"/>
                  </a:lnTo>
                  <a:close/>
                  <a:moveTo>
                    <a:pt x="744084" y="504525"/>
                  </a:moveTo>
                  <a:lnTo>
                    <a:pt x="748272" y="528619"/>
                  </a:lnTo>
                  <a:lnTo>
                    <a:pt x="721011" y="477083"/>
                  </a:lnTo>
                  <a:close/>
                  <a:moveTo>
                    <a:pt x="567576" y="195306"/>
                  </a:moveTo>
                  <a:lnTo>
                    <a:pt x="539858" y="146810"/>
                  </a:lnTo>
                  <a:lnTo>
                    <a:pt x="549022" y="164044"/>
                  </a:lnTo>
                  <a:close/>
                  <a:moveTo>
                    <a:pt x="402761" y="101452"/>
                  </a:moveTo>
                  <a:lnTo>
                    <a:pt x="446072" y="116327"/>
                  </a:lnTo>
                  <a:lnTo>
                    <a:pt x="446319" y="40696"/>
                  </a:lnTo>
                  <a:close/>
                  <a:moveTo>
                    <a:pt x="522234" y="98396"/>
                  </a:moveTo>
                  <a:lnTo>
                    <a:pt x="524401" y="71990"/>
                  </a:lnTo>
                  <a:lnTo>
                    <a:pt x="472508" y="52648"/>
                  </a:lnTo>
                  <a:close/>
                  <a:moveTo>
                    <a:pt x="338099" y="8662"/>
                  </a:moveTo>
                  <a:lnTo>
                    <a:pt x="413039" y="40696"/>
                  </a:lnTo>
                  <a:lnTo>
                    <a:pt x="419777" y="42983"/>
                  </a:lnTo>
                  <a:close/>
                  <a:moveTo>
                    <a:pt x="1061847" y="741232"/>
                  </a:moveTo>
                  <a:lnTo>
                    <a:pt x="1023744" y="716215"/>
                  </a:lnTo>
                  <a:lnTo>
                    <a:pt x="1011879" y="743873"/>
                  </a:lnTo>
                  <a:close/>
                  <a:moveTo>
                    <a:pt x="901747" y="481712"/>
                  </a:moveTo>
                  <a:lnTo>
                    <a:pt x="859722" y="428895"/>
                  </a:lnTo>
                  <a:lnTo>
                    <a:pt x="834362" y="435770"/>
                  </a:lnTo>
                  <a:close/>
                  <a:moveTo>
                    <a:pt x="769927" y="401452"/>
                  </a:moveTo>
                  <a:lnTo>
                    <a:pt x="834362" y="435770"/>
                  </a:lnTo>
                  <a:lnTo>
                    <a:pt x="785153" y="387970"/>
                  </a:lnTo>
                  <a:close/>
                  <a:moveTo>
                    <a:pt x="772684" y="385188"/>
                  </a:moveTo>
                  <a:lnTo>
                    <a:pt x="769927" y="401452"/>
                  </a:lnTo>
                  <a:lnTo>
                    <a:pt x="785153" y="387970"/>
                  </a:lnTo>
                  <a:close/>
                  <a:moveTo>
                    <a:pt x="795586" y="341808"/>
                  </a:moveTo>
                  <a:lnTo>
                    <a:pt x="769927" y="401452"/>
                  </a:lnTo>
                  <a:lnTo>
                    <a:pt x="772684" y="385188"/>
                  </a:lnTo>
                  <a:close/>
                  <a:moveTo>
                    <a:pt x="537630" y="195306"/>
                  </a:moveTo>
                  <a:lnTo>
                    <a:pt x="562560" y="214662"/>
                  </a:lnTo>
                  <a:lnTo>
                    <a:pt x="565202" y="188949"/>
                  </a:lnTo>
                  <a:close/>
                  <a:moveTo>
                    <a:pt x="549022" y="164044"/>
                  </a:moveTo>
                  <a:lnTo>
                    <a:pt x="537630" y="195306"/>
                  </a:lnTo>
                  <a:lnTo>
                    <a:pt x="565202" y="188949"/>
                  </a:lnTo>
                  <a:close/>
                  <a:moveTo>
                    <a:pt x="535407" y="24944"/>
                  </a:moveTo>
                  <a:lnTo>
                    <a:pt x="472508" y="52648"/>
                  </a:lnTo>
                  <a:lnTo>
                    <a:pt x="524401" y="71990"/>
                  </a:lnTo>
                  <a:close/>
                  <a:moveTo>
                    <a:pt x="483437" y="29211"/>
                  </a:moveTo>
                  <a:lnTo>
                    <a:pt x="472508" y="52648"/>
                  </a:lnTo>
                  <a:lnTo>
                    <a:pt x="535407" y="24944"/>
                  </a:lnTo>
                  <a:close/>
                  <a:moveTo>
                    <a:pt x="483437" y="29211"/>
                  </a:moveTo>
                  <a:lnTo>
                    <a:pt x="535407" y="24944"/>
                  </a:lnTo>
                  <a:lnTo>
                    <a:pt x="505146" y="0"/>
                  </a:lnTo>
                  <a:close/>
                  <a:moveTo>
                    <a:pt x="953311" y="477774"/>
                  </a:moveTo>
                  <a:lnTo>
                    <a:pt x="921773" y="480431"/>
                  </a:lnTo>
                  <a:lnTo>
                    <a:pt x="937685" y="515238"/>
                  </a:lnTo>
                  <a:close/>
                  <a:moveTo>
                    <a:pt x="901262" y="472730"/>
                  </a:moveTo>
                  <a:lnTo>
                    <a:pt x="870675" y="406247"/>
                  </a:lnTo>
                  <a:lnTo>
                    <a:pt x="859722" y="428895"/>
                  </a:lnTo>
                  <a:close/>
                  <a:moveTo>
                    <a:pt x="1267490" y="750737"/>
                  </a:moveTo>
                  <a:lnTo>
                    <a:pt x="1290885" y="817094"/>
                  </a:lnTo>
                  <a:lnTo>
                    <a:pt x="1329399" y="755600"/>
                  </a:lnTo>
                  <a:close/>
                  <a:moveTo>
                    <a:pt x="1329399" y="755600"/>
                  </a:moveTo>
                  <a:lnTo>
                    <a:pt x="1366865" y="745912"/>
                  </a:lnTo>
                  <a:lnTo>
                    <a:pt x="1331965" y="74146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31" name="Output_density__4230">
              <a:extLst>
                <a:ext uri="{FF2B5EF4-FFF2-40B4-BE49-F238E27FC236}">
                  <a16:creationId xmlns:a16="http://schemas.microsoft.com/office/drawing/2014/main" id="{852A08E2-A47E-6FD6-2D96-B4CC8FFE9069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677125"/>
              <a:ext cx="1465778" cy="1972063"/>
            </a:xfrm>
            <a:custGeom>
              <a:avLst/>
              <a:gdLst/>
              <a:ahLst/>
              <a:cxnLst/>
              <a:rect l="0" t="0" r="0" b="0"/>
              <a:pathLst>
                <a:path w="1465778" h="1972063">
                  <a:moveTo>
                    <a:pt x="0" y="1595996"/>
                  </a:moveTo>
                  <a:lnTo>
                    <a:pt x="56164" y="1651060"/>
                  </a:lnTo>
                  <a:lnTo>
                    <a:pt x="49435" y="1646737"/>
                  </a:lnTo>
                  <a:close/>
                  <a:moveTo>
                    <a:pt x="273903" y="1782015"/>
                  </a:moveTo>
                  <a:lnTo>
                    <a:pt x="316951" y="1841946"/>
                  </a:lnTo>
                  <a:lnTo>
                    <a:pt x="331701" y="1823435"/>
                  </a:lnTo>
                  <a:close/>
                  <a:moveTo>
                    <a:pt x="204766" y="1731700"/>
                  </a:moveTo>
                  <a:lnTo>
                    <a:pt x="199517" y="1725717"/>
                  </a:lnTo>
                  <a:lnTo>
                    <a:pt x="149126" y="1676210"/>
                  </a:lnTo>
                  <a:close/>
                  <a:moveTo>
                    <a:pt x="443922" y="1933434"/>
                  </a:moveTo>
                  <a:lnTo>
                    <a:pt x="414242" y="1926318"/>
                  </a:lnTo>
                  <a:lnTo>
                    <a:pt x="456713" y="1941480"/>
                  </a:lnTo>
                  <a:close/>
                  <a:moveTo>
                    <a:pt x="493785" y="1945187"/>
                  </a:moveTo>
                  <a:lnTo>
                    <a:pt x="443922" y="1933434"/>
                  </a:lnTo>
                  <a:lnTo>
                    <a:pt x="456713" y="1941480"/>
                  </a:lnTo>
                  <a:close/>
                  <a:moveTo>
                    <a:pt x="530942" y="1970150"/>
                  </a:moveTo>
                  <a:lnTo>
                    <a:pt x="525304" y="1959306"/>
                  </a:lnTo>
                  <a:lnTo>
                    <a:pt x="511612" y="1972063"/>
                  </a:lnTo>
                  <a:close/>
                  <a:moveTo>
                    <a:pt x="511612" y="1972063"/>
                  </a:moveTo>
                  <a:lnTo>
                    <a:pt x="525304" y="1959306"/>
                  </a:lnTo>
                  <a:lnTo>
                    <a:pt x="493785" y="1945187"/>
                  </a:lnTo>
                  <a:close/>
                  <a:moveTo>
                    <a:pt x="511612" y="1972063"/>
                  </a:moveTo>
                  <a:lnTo>
                    <a:pt x="493785" y="1945187"/>
                  </a:lnTo>
                  <a:lnTo>
                    <a:pt x="456713" y="1941480"/>
                  </a:lnTo>
                  <a:close/>
                  <a:moveTo>
                    <a:pt x="357841" y="1777253"/>
                  </a:moveTo>
                  <a:lnTo>
                    <a:pt x="352663" y="1766910"/>
                  </a:lnTo>
                  <a:lnTo>
                    <a:pt x="331701" y="1823435"/>
                  </a:lnTo>
                  <a:close/>
                  <a:moveTo>
                    <a:pt x="335411" y="1701623"/>
                  </a:moveTo>
                  <a:lnTo>
                    <a:pt x="353118" y="1753159"/>
                  </a:lnTo>
                  <a:lnTo>
                    <a:pt x="333203" y="1725717"/>
                  </a:lnTo>
                  <a:close/>
                  <a:moveTo>
                    <a:pt x="525304" y="1959306"/>
                  </a:moveTo>
                  <a:lnTo>
                    <a:pt x="530942" y="1970150"/>
                  </a:lnTo>
                  <a:lnTo>
                    <a:pt x="546571" y="1967868"/>
                  </a:lnTo>
                  <a:close/>
                  <a:moveTo>
                    <a:pt x="525304" y="1959306"/>
                  </a:moveTo>
                  <a:lnTo>
                    <a:pt x="546571" y="1967868"/>
                  </a:lnTo>
                  <a:lnTo>
                    <a:pt x="550718" y="1954072"/>
                  </a:lnTo>
                  <a:close/>
                  <a:moveTo>
                    <a:pt x="550718" y="1954072"/>
                  </a:moveTo>
                  <a:lnTo>
                    <a:pt x="493785" y="1945187"/>
                  </a:lnTo>
                  <a:lnTo>
                    <a:pt x="525304" y="1959306"/>
                  </a:lnTo>
                  <a:close/>
                  <a:moveTo>
                    <a:pt x="335438" y="1701430"/>
                  </a:moveTo>
                  <a:lnTo>
                    <a:pt x="353118" y="1753159"/>
                  </a:lnTo>
                  <a:lnTo>
                    <a:pt x="335411" y="1701623"/>
                  </a:lnTo>
                  <a:close/>
                  <a:moveTo>
                    <a:pt x="309428" y="1684594"/>
                  </a:moveTo>
                  <a:lnTo>
                    <a:pt x="335438" y="1701430"/>
                  </a:lnTo>
                  <a:lnTo>
                    <a:pt x="293412" y="1634872"/>
                  </a:lnTo>
                  <a:close/>
                  <a:moveTo>
                    <a:pt x="293746" y="1522919"/>
                  </a:moveTo>
                  <a:lnTo>
                    <a:pt x="334232" y="1514182"/>
                  </a:lnTo>
                  <a:lnTo>
                    <a:pt x="275890" y="1519645"/>
                  </a:lnTo>
                  <a:close/>
                  <a:moveTo>
                    <a:pt x="275890" y="1519645"/>
                  </a:moveTo>
                  <a:lnTo>
                    <a:pt x="347151" y="1476503"/>
                  </a:lnTo>
                  <a:lnTo>
                    <a:pt x="303498" y="1487966"/>
                  </a:lnTo>
                  <a:close/>
                  <a:moveTo>
                    <a:pt x="471738" y="1458060"/>
                  </a:moveTo>
                  <a:lnTo>
                    <a:pt x="412645" y="1488416"/>
                  </a:lnTo>
                  <a:lnTo>
                    <a:pt x="427445" y="1447288"/>
                  </a:lnTo>
                  <a:close/>
                  <a:moveTo>
                    <a:pt x="315502" y="1428684"/>
                  </a:moveTo>
                  <a:lnTo>
                    <a:pt x="350078" y="1438557"/>
                  </a:lnTo>
                  <a:lnTo>
                    <a:pt x="317381" y="1395752"/>
                  </a:lnTo>
                  <a:close/>
                  <a:moveTo>
                    <a:pt x="422906" y="1450160"/>
                  </a:moveTo>
                  <a:lnTo>
                    <a:pt x="471738" y="1458060"/>
                  </a:lnTo>
                  <a:lnTo>
                    <a:pt x="498813" y="1424388"/>
                  </a:lnTo>
                  <a:close/>
                  <a:moveTo>
                    <a:pt x="498813" y="1424388"/>
                  </a:moveTo>
                  <a:lnTo>
                    <a:pt x="471738" y="1458060"/>
                  </a:lnTo>
                  <a:lnTo>
                    <a:pt x="541835" y="1410564"/>
                  </a:lnTo>
                  <a:close/>
                  <a:moveTo>
                    <a:pt x="937042" y="1787300"/>
                  </a:moveTo>
                  <a:lnTo>
                    <a:pt x="930589" y="1815990"/>
                  </a:lnTo>
                  <a:lnTo>
                    <a:pt x="962028" y="1798634"/>
                  </a:lnTo>
                  <a:close/>
                  <a:moveTo>
                    <a:pt x="937042" y="1787300"/>
                  </a:moveTo>
                  <a:lnTo>
                    <a:pt x="905003" y="1811393"/>
                  </a:lnTo>
                  <a:lnTo>
                    <a:pt x="930589" y="1815990"/>
                  </a:lnTo>
                  <a:close/>
                  <a:moveTo>
                    <a:pt x="548739" y="1390995"/>
                  </a:moveTo>
                  <a:lnTo>
                    <a:pt x="498813" y="1424388"/>
                  </a:lnTo>
                  <a:lnTo>
                    <a:pt x="541835" y="1410564"/>
                  </a:lnTo>
                  <a:close/>
                  <a:moveTo>
                    <a:pt x="548739" y="1390995"/>
                  </a:moveTo>
                  <a:lnTo>
                    <a:pt x="511428" y="1383347"/>
                  </a:lnTo>
                  <a:lnTo>
                    <a:pt x="498813" y="1424388"/>
                  </a:lnTo>
                  <a:close/>
                  <a:moveTo>
                    <a:pt x="503717" y="1326873"/>
                  </a:moveTo>
                  <a:lnTo>
                    <a:pt x="548739" y="1390995"/>
                  </a:lnTo>
                  <a:lnTo>
                    <a:pt x="524527" y="1347564"/>
                  </a:lnTo>
                  <a:close/>
                  <a:moveTo>
                    <a:pt x="541835" y="1410564"/>
                  </a:moveTo>
                  <a:lnTo>
                    <a:pt x="556935" y="1399101"/>
                  </a:lnTo>
                  <a:lnTo>
                    <a:pt x="548739" y="1390995"/>
                  </a:lnTo>
                  <a:close/>
                  <a:moveTo>
                    <a:pt x="548739" y="1390995"/>
                  </a:moveTo>
                  <a:lnTo>
                    <a:pt x="556935" y="1399101"/>
                  </a:lnTo>
                  <a:lnTo>
                    <a:pt x="525835" y="1350741"/>
                  </a:lnTo>
                  <a:close/>
                  <a:moveTo>
                    <a:pt x="659775" y="1367267"/>
                  </a:moveTo>
                  <a:lnTo>
                    <a:pt x="629413" y="1375007"/>
                  </a:lnTo>
                  <a:lnTo>
                    <a:pt x="608434" y="1380446"/>
                  </a:lnTo>
                  <a:close/>
                  <a:moveTo>
                    <a:pt x="404296" y="1244491"/>
                  </a:moveTo>
                  <a:lnTo>
                    <a:pt x="404238" y="1244279"/>
                  </a:lnTo>
                  <a:lnTo>
                    <a:pt x="452048" y="1271934"/>
                  </a:lnTo>
                  <a:close/>
                  <a:moveTo>
                    <a:pt x="474773" y="1199605"/>
                  </a:moveTo>
                  <a:lnTo>
                    <a:pt x="404296" y="1244491"/>
                  </a:lnTo>
                  <a:lnTo>
                    <a:pt x="443339" y="1216979"/>
                  </a:lnTo>
                  <a:close/>
                  <a:moveTo>
                    <a:pt x="258342" y="973211"/>
                  </a:moveTo>
                  <a:lnTo>
                    <a:pt x="309311" y="1032500"/>
                  </a:lnTo>
                  <a:lnTo>
                    <a:pt x="274492" y="1022825"/>
                  </a:lnTo>
                  <a:close/>
                  <a:moveTo>
                    <a:pt x="274492" y="1022825"/>
                  </a:moveTo>
                  <a:lnTo>
                    <a:pt x="338794" y="1065787"/>
                  </a:lnTo>
                  <a:lnTo>
                    <a:pt x="290091" y="1033139"/>
                  </a:lnTo>
                  <a:close/>
                  <a:moveTo>
                    <a:pt x="981598" y="1768925"/>
                  </a:moveTo>
                  <a:lnTo>
                    <a:pt x="962028" y="1798634"/>
                  </a:lnTo>
                  <a:lnTo>
                    <a:pt x="983746" y="1787300"/>
                  </a:lnTo>
                  <a:close/>
                  <a:moveTo>
                    <a:pt x="643575" y="1346478"/>
                  </a:moveTo>
                  <a:lnTo>
                    <a:pt x="606317" y="1375007"/>
                  </a:lnTo>
                  <a:lnTo>
                    <a:pt x="640333" y="1354514"/>
                  </a:lnTo>
                  <a:close/>
                  <a:moveTo>
                    <a:pt x="640333" y="1354514"/>
                  </a:moveTo>
                  <a:lnTo>
                    <a:pt x="616497" y="1380137"/>
                  </a:lnTo>
                  <a:lnTo>
                    <a:pt x="629413" y="1375007"/>
                  </a:lnTo>
                  <a:close/>
                  <a:moveTo>
                    <a:pt x="629413" y="1375007"/>
                  </a:moveTo>
                  <a:lnTo>
                    <a:pt x="659775" y="1367267"/>
                  </a:lnTo>
                  <a:lnTo>
                    <a:pt x="640333" y="1354514"/>
                  </a:lnTo>
                  <a:close/>
                  <a:moveTo>
                    <a:pt x="1083260" y="1699497"/>
                  </a:moveTo>
                  <a:lnTo>
                    <a:pt x="1023570" y="1710041"/>
                  </a:lnTo>
                  <a:lnTo>
                    <a:pt x="1024799" y="1723750"/>
                  </a:lnTo>
                  <a:close/>
                  <a:moveTo>
                    <a:pt x="289233" y="760131"/>
                  </a:moveTo>
                  <a:lnTo>
                    <a:pt x="251225" y="835547"/>
                  </a:lnTo>
                  <a:lnTo>
                    <a:pt x="261108" y="789880"/>
                  </a:lnTo>
                  <a:close/>
                  <a:moveTo>
                    <a:pt x="344076" y="816007"/>
                  </a:moveTo>
                  <a:lnTo>
                    <a:pt x="345627" y="811453"/>
                  </a:lnTo>
                  <a:lnTo>
                    <a:pt x="316386" y="821878"/>
                  </a:lnTo>
                  <a:close/>
                  <a:moveTo>
                    <a:pt x="316386" y="821878"/>
                  </a:moveTo>
                  <a:lnTo>
                    <a:pt x="345627" y="811453"/>
                  </a:lnTo>
                  <a:lnTo>
                    <a:pt x="289233" y="760131"/>
                  </a:lnTo>
                  <a:close/>
                  <a:moveTo>
                    <a:pt x="316386" y="821878"/>
                  </a:moveTo>
                  <a:lnTo>
                    <a:pt x="289233" y="760131"/>
                  </a:lnTo>
                  <a:lnTo>
                    <a:pt x="261108" y="789880"/>
                  </a:lnTo>
                  <a:close/>
                  <a:moveTo>
                    <a:pt x="345627" y="811453"/>
                  </a:moveTo>
                  <a:lnTo>
                    <a:pt x="344076" y="816007"/>
                  </a:lnTo>
                  <a:lnTo>
                    <a:pt x="350509" y="814558"/>
                  </a:lnTo>
                  <a:close/>
                  <a:moveTo>
                    <a:pt x="400500" y="826790"/>
                  </a:moveTo>
                  <a:lnTo>
                    <a:pt x="350509" y="814558"/>
                  </a:lnTo>
                  <a:lnTo>
                    <a:pt x="344076" y="816007"/>
                  </a:lnTo>
                  <a:close/>
                  <a:moveTo>
                    <a:pt x="1041164" y="1508871"/>
                  </a:moveTo>
                  <a:lnTo>
                    <a:pt x="1039980" y="1510708"/>
                  </a:lnTo>
                  <a:lnTo>
                    <a:pt x="1072259" y="1520212"/>
                  </a:lnTo>
                  <a:close/>
                  <a:moveTo>
                    <a:pt x="1016197" y="1465064"/>
                  </a:moveTo>
                  <a:lnTo>
                    <a:pt x="1041164" y="1508871"/>
                  </a:lnTo>
                  <a:lnTo>
                    <a:pt x="1072259" y="1520212"/>
                  </a:lnTo>
                  <a:close/>
                  <a:moveTo>
                    <a:pt x="450752" y="805246"/>
                  </a:moveTo>
                  <a:lnTo>
                    <a:pt x="479962" y="814309"/>
                  </a:lnTo>
                  <a:lnTo>
                    <a:pt x="400500" y="826790"/>
                  </a:lnTo>
                  <a:close/>
                  <a:moveTo>
                    <a:pt x="400500" y="826790"/>
                  </a:moveTo>
                  <a:lnTo>
                    <a:pt x="479962" y="814309"/>
                  </a:lnTo>
                  <a:lnTo>
                    <a:pt x="431138" y="806440"/>
                  </a:lnTo>
                  <a:close/>
                  <a:moveTo>
                    <a:pt x="1156522" y="1663481"/>
                  </a:moveTo>
                  <a:lnTo>
                    <a:pt x="1158989" y="1675913"/>
                  </a:lnTo>
                  <a:lnTo>
                    <a:pt x="1183503" y="1697963"/>
                  </a:lnTo>
                  <a:close/>
                  <a:moveTo>
                    <a:pt x="1038995" y="1507024"/>
                  </a:moveTo>
                  <a:lnTo>
                    <a:pt x="1103282" y="1494991"/>
                  </a:lnTo>
                  <a:lnTo>
                    <a:pt x="1041164" y="1508871"/>
                  </a:lnTo>
                  <a:close/>
                  <a:moveTo>
                    <a:pt x="782992" y="1113679"/>
                  </a:moveTo>
                  <a:lnTo>
                    <a:pt x="702774" y="1123337"/>
                  </a:lnTo>
                  <a:lnTo>
                    <a:pt x="752632" y="1135067"/>
                  </a:lnTo>
                  <a:close/>
                  <a:moveTo>
                    <a:pt x="1288125" y="1604873"/>
                  </a:moveTo>
                  <a:lnTo>
                    <a:pt x="1292476" y="1580612"/>
                  </a:lnTo>
                  <a:lnTo>
                    <a:pt x="1271511" y="1639387"/>
                  </a:lnTo>
                  <a:close/>
                  <a:moveTo>
                    <a:pt x="1271511" y="1639387"/>
                  </a:moveTo>
                  <a:lnTo>
                    <a:pt x="1292476" y="1580612"/>
                  </a:lnTo>
                  <a:lnTo>
                    <a:pt x="1269790" y="1563757"/>
                  </a:lnTo>
                  <a:close/>
                  <a:moveTo>
                    <a:pt x="1271511" y="1639387"/>
                  </a:moveTo>
                  <a:lnTo>
                    <a:pt x="1269790" y="1563757"/>
                  </a:lnTo>
                  <a:lnTo>
                    <a:pt x="1300623" y="1615293"/>
                  </a:lnTo>
                  <a:close/>
                  <a:moveTo>
                    <a:pt x="1023703" y="1254537"/>
                  </a:moveTo>
                  <a:lnTo>
                    <a:pt x="1015936" y="1285913"/>
                  </a:lnTo>
                  <a:lnTo>
                    <a:pt x="1047467" y="1268900"/>
                  </a:lnTo>
                  <a:close/>
                  <a:moveTo>
                    <a:pt x="1023703" y="1254537"/>
                  </a:moveTo>
                  <a:lnTo>
                    <a:pt x="1002571" y="1278631"/>
                  </a:lnTo>
                  <a:lnTo>
                    <a:pt x="1015936" y="1285913"/>
                  </a:lnTo>
                  <a:close/>
                  <a:moveTo>
                    <a:pt x="893899" y="1112069"/>
                  </a:moveTo>
                  <a:lnTo>
                    <a:pt x="951668" y="1151464"/>
                  </a:lnTo>
                  <a:lnTo>
                    <a:pt x="915153" y="1123557"/>
                  </a:lnTo>
                  <a:close/>
                  <a:moveTo>
                    <a:pt x="1356281" y="1539663"/>
                  </a:moveTo>
                  <a:lnTo>
                    <a:pt x="1371510" y="1607058"/>
                  </a:lnTo>
                  <a:lnTo>
                    <a:pt x="1402027" y="1586259"/>
                  </a:lnTo>
                  <a:close/>
                  <a:moveTo>
                    <a:pt x="1210193" y="1295810"/>
                  </a:moveTo>
                  <a:lnTo>
                    <a:pt x="1229327" y="1289914"/>
                  </a:lnTo>
                  <a:lnTo>
                    <a:pt x="1186062" y="1281980"/>
                  </a:lnTo>
                  <a:close/>
                  <a:moveTo>
                    <a:pt x="1100677" y="1293167"/>
                  </a:moveTo>
                  <a:lnTo>
                    <a:pt x="1179869" y="1279677"/>
                  </a:lnTo>
                  <a:lnTo>
                    <a:pt x="1127422" y="1258265"/>
                  </a:lnTo>
                  <a:close/>
                  <a:moveTo>
                    <a:pt x="1178653" y="1283469"/>
                  </a:moveTo>
                  <a:lnTo>
                    <a:pt x="1212756" y="1230443"/>
                  </a:lnTo>
                  <a:lnTo>
                    <a:pt x="1179869" y="1279677"/>
                  </a:lnTo>
                  <a:close/>
                  <a:moveTo>
                    <a:pt x="1047467" y="1268900"/>
                  </a:moveTo>
                  <a:lnTo>
                    <a:pt x="1100677" y="1293167"/>
                  </a:lnTo>
                  <a:lnTo>
                    <a:pt x="1127422" y="1258265"/>
                  </a:lnTo>
                  <a:close/>
                  <a:moveTo>
                    <a:pt x="1104496" y="1180289"/>
                  </a:moveTo>
                  <a:lnTo>
                    <a:pt x="1129430" y="1198001"/>
                  </a:lnTo>
                  <a:lnTo>
                    <a:pt x="1102324" y="1164425"/>
                  </a:lnTo>
                  <a:close/>
                  <a:moveTo>
                    <a:pt x="192204" y="47855"/>
                  </a:moveTo>
                  <a:lnTo>
                    <a:pt x="196498" y="107107"/>
                  </a:lnTo>
                  <a:lnTo>
                    <a:pt x="224177" y="59844"/>
                  </a:lnTo>
                  <a:close/>
                  <a:moveTo>
                    <a:pt x="192204" y="47855"/>
                  </a:moveTo>
                  <a:lnTo>
                    <a:pt x="188574" y="18865"/>
                  </a:lnTo>
                  <a:lnTo>
                    <a:pt x="141975" y="19317"/>
                  </a:lnTo>
                  <a:close/>
                  <a:moveTo>
                    <a:pt x="133378" y="45101"/>
                  </a:moveTo>
                  <a:lnTo>
                    <a:pt x="143590" y="49395"/>
                  </a:lnTo>
                  <a:lnTo>
                    <a:pt x="141975" y="19317"/>
                  </a:lnTo>
                  <a:close/>
                  <a:moveTo>
                    <a:pt x="1447885" y="1515569"/>
                  </a:moveTo>
                  <a:lnTo>
                    <a:pt x="1457833" y="1522144"/>
                  </a:lnTo>
                  <a:lnTo>
                    <a:pt x="1462185" y="1501602"/>
                  </a:lnTo>
                  <a:close/>
                  <a:moveTo>
                    <a:pt x="1229327" y="1289914"/>
                  </a:moveTo>
                  <a:lnTo>
                    <a:pt x="1181870" y="1280854"/>
                  </a:lnTo>
                  <a:lnTo>
                    <a:pt x="1186062" y="1281980"/>
                  </a:lnTo>
                  <a:close/>
                  <a:moveTo>
                    <a:pt x="1216095" y="1280219"/>
                  </a:moveTo>
                  <a:lnTo>
                    <a:pt x="1181870" y="1280854"/>
                  </a:lnTo>
                  <a:lnTo>
                    <a:pt x="1229327" y="1289914"/>
                  </a:lnTo>
                  <a:close/>
                  <a:moveTo>
                    <a:pt x="1260019" y="1269770"/>
                  </a:moveTo>
                  <a:lnTo>
                    <a:pt x="1216095" y="1280219"/>
                  </a:lnTo>
                  <a:lnTo>
                    <a:pt x="1229327" y="1289914"/>
                  </a:lnTo>
                  <a:close/>
                  <a:moveTo>
                    <a:pt x="1237576" y="1206349"/>
                  </a:moveTo>
                  <a:lnTo>
                    <a:pt x="1248995" y="1228551"/>
                  </a:lnTo>
                  <a:lnTo>
                    <a:pt x="1181870" y="1280854"/>
                  </a:lnTo>
                  <a:close/>
                  <a:moveTo>
                    <a:pt x="1179869" y="1279677"/>
                  </a:moveTo>
                  <a:lnTo>
                    <a:pt x="1181870" y="1280854"/>
                  </a:lnTo>
                  <a:lnTo>
                    <a:pt x="1146664" y="1271493"/>
                  </a:lnTo>
                  <a:close/>
                  <a:moveTo>
                    <a:pt x="1235407" y="1154813"/>
                  </a:moveTo>
                  <a:lnTo>
                    <a:pt x="1232408" y="1166535"/>
                  </a:lnTo>
                  <a:lnTo>
                    <a:pt x="1222983" y="1159926"/>
                  </a:lnTo>
                  <a:close/>
                  <a:moveTo>
                    <a:pt x="1007797" y="1057454"/>
                  </a:moveTo>
                  <a:lnTo>
                    <a:pt x="1056246" y="1118791"/>
                  </a:lnTo>
                  <a:lnTo>
                    <a:pt x="1030738" y="1075834"/>
                  </a:lnTo>
                  <a:close/>
                  <a:moveTo>
                    <a:pt x="389863" y="189337"/>
                  </a:moveTo>
                  <a:lnTo>
                    <a:pt x="357863" y="240113"/>
                  </a:lnTo>
                  <a:lnTo>
                    <a:pt x="398308" y="245215"/>
                  </a:lnTo>
                  <a:close/>
                  <a:moveTo>
                    <a:pt x="188574" y="18865"/>
                  </a:moveTo>
                  <a:lnTo>
                    <a:pt x="231198" y="3553"/>
                  </a:lnTo>
                  <a:lnTo>
                    <a:pt x="266329" y="0"/>
                  </a:lnTo>
                  <a:close/>
                  <a:moveTo>
                    <a:pt x="1465778" y="1452942"/>
                  </a:moveTo>
                  <a:lnTo>
                    <a:pt x="1447885" y="1515569"/>
                  </a:lnTo>
                  <a:lnTo>
                    <a:pt x="1462185" y="1501602"/>
                  </a:lnTo>
                  <a:close/>
                  <a:moveTo>
                    <a:pt x="1447930" y="1404709"/>
                  </a:moveTo>
                  <a:lnTo>
                    <a:pt x="1427028" y="1446463"/>
                  </a:lnTo>
                  <a:lnTo>
                    <a:pt x="1465778" y="1452942"/>
                  </a:lnTo>
                  <a:close/>
                  <a:moveTo>
                    <a:pt x="1447930" y="1404709"/>
                  </a:moveTo>
                  <a:lnTo>
                    <a:pt x="1441646" y="1347075"/>
                  </a:lnTo>
                  <a:lnTo>
                    <a:pt x="1385274" y="1388719"/>
                  </a:lnTo>
                  <a:close/>
                  <a:moveTo>
                    <a:pt x="1232408" y="1166535"/>
                  </a:moveTo>
                  <a:lnTo>
                    <a:pt x="1235407" y="1154813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193236" y="1083385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230960" y="1153441"/>
                  </a:lnTo>
                  <a:lnTo>
                    <a:pt x="1235407" y="1154813"/>
                  </a:lnTo>
                  <a:close/>
                  <a:moveTo>
                    <a:pt x="1193236" y="1083385"/>
                  </a:moveTo>
                  <a:lnTo>
                    <a:pt x="1228874" y="1092394"/>
                  </a:lnTo>
                  <a:lnTo>
                    <a:pt x="1195516" y="1068379"/>
                  </a:lnTo>
                  <a:close/>
                  <a:moveTo>
                    <a:pt x="1228874" y="1092394"/>
                  </a:moveTo>
                  <a:lnTo>
                    <a:pt x="1237389" y="1050257"/>
                  </a:lnTo>
                  <a:lnTo>
                    <a:pt x="1195516" y="1068379"/>
                  </a:lnTo>
                  <a:close/>
                  <a:moveTo>
                    <a:pt x="822044" y="680312"/>
                  </a:moveTo>
                  <a:lnTo>
                    <a:pt x="870168" y="685565"/>
                  </a:lnTo>
                  <a:lnTo>
                    <a:pt x="896972" y="650878"/>
                  </a:lnTo>
                  <a:close/>
                  <a:moveTo>
                    <a:pt x="503854" y="260133"/>
                  </a:moveTo>
                  <a:lnTo>
                    <a:pt x="531779" y="330227"/>
                  </a:lnTo>
                  <a:lnTo>
                    <a:pt x="562560" y="273953"/>
                  </a:lnTo>
                  <a:close/>
                  <a:moveTo>
                    <a:pt x="1240979" y="1019810"/>
                  </a:moveTo>
                  <a:lnTo>
                    <a:pt x="1195516" y="1068379"/>
                  </a:lnTo>
                  <a:lnTo>
                    <a:pt x="1237389" y="1050257"/>
                  </a:lnTo>
                  <a:close/>
                  <a:moveTo>
                    <a:pt x="1240979" y="1019810"/>
                  </a:moveTo>
                  <a:lnTo>
                    <a:pt x="1210904" y="1006278"/>
                  </a:lnTo>
                  <a:lnTo>
                    <a:pt x="1195516" y="1068379"/>
                  </a:lnTo>
                  <a:close/>
                  <a:moveTo>
                    <a:pt x="1061847" y="800523"/>
                  </a:moveTo>
                  <a:lnTo>
                    <a:pt x="1061809" y="873036"/>
                  </a:lnTo>
                  <a:lnTo>
                    <a:pt x="1069759" y="821499"/>
                  </a:lnTo>
                  <a:close/>
                  <a:moveTo>
                    <a:pt x="1061847" y="800523"/>
                  </a:moveTo>
                  <a:lnTo>
                    <a:pt x="1062202" y="862977"/>
                  </a:lnTo>
                  <a:lnTo>
                    <a:pt x="1061809" y="873036"/>
                  </a:lnTo>
                  <a:close/>
                  <a:moveTo>
                    <a:pt x="1202637" y="887513"/>
                  </a:moveTo>
                  <a:lnTo>
                    <a:pt x="1233566" y="952015"/>
                  </a:lnTo>
                  <a:lnTo>
                    <a:pt x="1266318" y="888620"/>
                  </a:lnTo>
                  <a:close/>
                  <a:moveTo>
                    <a:pt x="1329399" y="814891"/>
                  </a:moveTo>
                  <a:lnTo>
                    <a:pt x="1290885" y="876385"/>
                  </a:lnTo>
                  <a:lnTo>
                    <a:pt x="1307698" y="868658"/>
                  </a:lnTo>
                  <a:close/>
                  <a:moveTo>
                    <a:pt x="1349593" y="850616"/>
                  </a:moveTo>
                  <a:lnTo>
                    <a:pt x="1366865" y="805203"/>
                  </a:lnTo>
                  <a:lnTo>
                    <a:pt x="1329399" y="814891"/>
                  </a:lnTo>
                  <a:close/>
                  <a:moveTo>
                    <a:pt x="1307698" y="868658"/>
                  </a:moveTo>
                  <a:lnTo>
                    <a:pt x="1349593" y="850616"/>
                  </a:lnTo>
                  <a:lnTo>
                    <a:pt x="1329399" y="814891"/>
                  </a:lnTo>
                  <a:close/>
                  <a:moveTo>
                    <a:pt x="957222" y="408399"/>
                  </a:moveTo>
                  <a:lnTo>
                    <a:pt x="949255" y="464092"/>
                  </a:lnTo>
                  <a:lnTo>
                    <a:pt x="955698" y="425970"/>
                  </a:lnTo>
                  <a:close/>
                  <a:moveTo>
                    <a:pt x="941209" y="446178"/>
                  </a:moveTo>
                  <a:lnTo>
                    <a:pt x="949255" y="464092"/>
                  </a:lnTo>
                  <a:lnTo>
                    <a:pt x="957222" y="408399"/>
                  </a:lnTo>
                  <a:close/>
                  <a:moveTo>
                    <a:pt x="919467" y="401111"/>
                  </a:moveTo>
                  <a:lnTo>
                    <a:pt x="941209" y="446178"/>
                  </a:lnTo>
                  <a:lnTo>
                    <a:pt x="957222" y="408399"/>
                  </a:lnTo>
                  <a:close/>
                  <a:moveTo>
                    <a:pt x="932442" y="336925"/>
                  </a:moveTo>
                  <a:lnTo>
                    <a:pt x="948925" y="400647"/>
                  </a:lnTo>
                  <a:lnTo>
                    <a:pt x="916524" y="361019"/>
                  </a:lnTo>
                  <a:close/>
                  <a:moveTo>
                    <a:pt x="919467" y="401111"/>
                  </a:moveTo>
                  <a:lnTo>
                    <a:pt x="948925" y="400647"/>
                  </a:lnTo>
                  <a:lnTo>
                    <a:pt x="932442" y="336925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32" name="Output_density__4231">
              <a:extLst>
                <a:ext uri="{FF2B5EF4-FFF2-40B4-BE49-F238E27FC236}">
                  <a16:creationId xmlns:a16="http://schemas.microsoft.com/office/drawing/2014/main" id="{7B00DB9F-F825-99AA-246B-F7F6A894DA0D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96443"/>
              <a:ext cx="1377113" cy="1952097"/>
            </a:xfrm>
            <a:custGeom>
              <a:avLst/>
              <a:gdLst/>
              <a:ahLst/>
              <a:cxnLst/>
              <a:rect l="0" t="0" r="0" b="0"/>
              <a:pathLst>
                <a:path w="1377113" h="1952097">
                  <a:moveTo>
                    <a:pt x="0" y="1599977"/>
                  </a:moveTo>
                  <a:lnTo>
                    <a:pt x="61768" y="1631743"/>
                  </a:lnTo>
                  <a:lnTo>
                    <a:pt x="5604" y="1576679"/>
                  </a:lnTo>
                  <a:close/>
                  <a:moveTo>
                    <a:pt x="255639" y="1782030"/>
                  </a:moveTo>
                  <a:lnTo>
                    <a:pt x="322554" y="1822628"/>
                  </a:lnTo>
                  <a:lnTo>
                    <a:pt x="279507" y="1762697"/>
                  </a:lnTo>
                  <a:close/>
                  <a:moveTo>
                    <a:pt x="272174" y="1762862"/>
                  </a:moveTo>
                  <a:lnTo>
                    <a:pt x="255639" y="1782030"/>
                  </a:lnTo>
                  <a:lnTo>
                    <a:pt x="279507" y="1762697"/>
                  </a:lnTo>
                  <a:close/>
                  <a:moveTo>
                    <a:pt x="210370" y="1712383"/>
                  </a:moveTo>
                  <a:lnTo>
                    <a:pt x="272895" y="1757936"/>
                  </a:lnTo>
                  <a:lnTo>
                    <a:pt x="223475" y="1727883"/>
                  </a:lnTo>
                  <a:close/>
                  <a:moveTo>
                    <a:pt x="210370" y="1712383"/>
                  </a:moveTo>
                  <a:lnTo>
                    <a:pt x="272174" y="1762862"/>
                  </a:lnTo>
                  <a:lnTo>
                    <a:pt x="272895" y="1757936"/>
                  </a:lnTo>
                  <a:close/>
                  <a:moveTo>
                    <a:pt x="216145" y="1730493"/>
                  </a:moveTo>
                  <a:lnTo>
                    <a:pt x="272174" y="1762862"/>
                  </a:lnTo>
                  <a:lnTo>
                    <a:pt x="210370" y="1712383"/>
                  </a:lnTo>
                  <a:close/>
                  <a:moveTo>
                    <a:pt x="272895" y="1757936"/>
                  </a:moveTo>
                  <a:lnTo>
                    <a:pt x="272174" y="1762862"/>
                  </a:lnTo>
                  <a:lnTo>
                    <a:pt x="279507" y="1762697"/>
                  </a:lnTo>
                  <a:close/>
                  <a:moveTo>
                    <a:pt x="205121" y="1706399"/>
                  </a:moveTo>
                  <a:lnTo>
                    <a:pt x="210370" y="1712383"/>
                  </a:lnTo>
                  <a:lnTo>
                    <a:pt x="223475" y="1727883"/>
                  </a:lnTo>
                  <a:close/>
                  <a:moveTo>
                    <a:pt x="272895" y="1757936"/>
                  </a:moveTo>
                  <a:lnTo>
                    <a:pt x="279507" y="1762697"/>
                  </a:lnTo>
                  <a:lnTo>
                    <a:pt x="281151" y="1755563"/>
                  </a:lnTo>
                  <a:close/>
                  <a:moveTo>
                    <a:pt x="272895" y="1757936"/>
                  </a:moveTo>
                  <a:lnTo>
                    <a:pt x="281151" y="1755563"/>
                  </a:lnTo>
                  <a:lnTo>
                    <a:pt x="223475" y="1727883"/>
                  </a:lnTo>
                  <a:close/>
                  <a:moveTo>
                    <a:pt x="223475" y="1727883"/>
                  </a:moveTo>
                  <a:lnTo>
                    <a:pt x="281151" y="1755563"/>
                  </a:lnTo>
                  <a:lnTo>
                    <a:pt x="303079" y="1715928"/>
                  </a:lnTo>
                  <a:close/>
                  <a:moveTo>
                    <a:pt x="279507" y="1762697"/>
                  </a:moveTo>
                  <a:lnTo>
                    <a:pt x="347261" y="1733842"/>
                  </a:lnTo>
                  <a:lnTo>
                    <a:pt x="281151" y="1755563"/>
                  </a:lnTo>
                  <a:close/>
                  <a:moveTo>
                    <a:pt x="358267" y="1747593"/>
                  </a:moveTo>
                  <a:lnTo>
                    <a:pt x="347261" y="1733842"/>
                  </a:lnTo>
                  <a:lnTo>
                    <a:pt x="279507" y="1762697"/>
                  </a:lnTo>
                  <a:close/>
                  <a:moveTo>
                    <a:pt x="337305" y="1804118"/>
                  </a:moveTo>
                  <a:lnTo>
                    <a:pt x="358267" y="1747593"/>
                  </a:lnTo>
                  <a:lnTo>
                    <a:pt x="279507" y="1762697"/>
                  </a:lnTo>
                  <a:close/>
                  <a:moveTo>
                    <a:pt x="281151" y="1755563"/>
                  </a:moveTo>
                  <a:lnTo>
                    <a:pt x="347261" y="1733842"/>
                  </a:lnTo>
                  <a:lnTo>
                    <a:pt x="303079" y="1715928"/>
                  </a:lnTo>
                  <a:close/>
                  <a:moveTo>
                    <a:pt x="363445" y="1757936"/>
                  </a:moveTo>
                  <a:lnTo>
                    <a:pt x="358722" y="1733842"/>
                  </a:lnTo>
                  <a:lnTo>
                    <a:pt x="358267" y="1747593"/>
                  </a:lnTo>
                  <a:close/>
                  <a:moveTo>
                    <a:pt x="164504" y="1551790"/>
                  </a:moveTo>
                  <a:lnTo>
                    <a:pt x="119213" y="1512738"/>
                  </a:lnTo>
                  <a:lnTo>
                    <a:pt x="175596" y="1527696"/>
                  </a:lnTo>
                  <a:close/>
                  <a:moveTo>
                    <a:pt x="517582" y="1865525"/>
                  </a:moveTo>
                  <a:lnTo>
                    <a:pt x="499389" y="1925870"/>
                  </a:lnTo>
                  <a:lnTo>
                    <a:pt x="556322" y="1934755"/>
                  </a:lnTo>
                  <a:close/>
                  <a:moveTo>
                    <a:pt x="560606" y="1868529"/>
                  </a:moveTo>
                  <a:lnTo>
                    <a:pt x="517582" y="1865525"/>
                  </a:lnTo>
                  <a:lnTo>
                    <a:pt x="556322" y="1934755"/>
                  </a:lnTo>
                  <a:close/>
                  <a:moveTo>
                    <a:pt x="605132" y="1933055"/>
                  </a:moveTo>
                  <a:lnTo>
                    <a:pt x="552175" y="1948551"/>
                  </a:lnTo>
                  <a:lnTo>
                    <a:pt x="599843" y="1952097"/>
                  </a:lnTo>
                  <a:close/>
                  <a:moveTo>
                    <a:pt x="605132" y="1933055"/>
                  </a:moveTo>
                  <a:lnTo>
                    <a:pt x="556322" y="1934755"/>
                  </a:lnTo>
                  <a:lnTo>
                    <a:pt x="552175" y="1948551"/>
                  </a:lnTo>
                  <a:close/>
                  <a:moveTo>
                    <a:pt x="556322" y="1934755"/>
                  </a:moveTo>
                  <a:lnTo>
                    <a:pt x="605132" y="1933055"/>
                  </a:lnTo>
                  <a:lnTo>
                    <a:pt x="603110" y="1871956"/>
                  </a:lnTo>
                  <a:close/>
                  <a:moveTo>
                    <a:pt x="560606" y="1868529"/>
                  </a:moveTo>
                  <a:lnTo>
                    <a:pt x="524340" y="1844481"/>
                  </a:lnTo>
                  <a:lnTo>
                    <a:pt x="486383" y="1828146"/>
                  </a:lnTo>
                  <a:close/>
                  <a:moveTo>
                    <a:pt x="517582" y="1865525"/>
                  </a:moveTo>
                  <a:lnTo>
                    <a:pt x="560606" y="1868529"/>
                  </a:lnTo>
                  <a:lnTo>
                    <a:pt x="486383" y="1828146"/>
                  </a:lnTo>
                  <a:close/>
                  <a:moveTo>
                    <a:pt x="347261" y="1733842"/>
                  </a:moveTo>
                  <a:lnTo>
                    <a:pt x="358267" y="1747593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03079" y="1715928"/>
                  </a:lnTo>
                  <a:lnTo>
                    <a:pt x="347261" y="1733842"/>
                  </a:lnTo>
                  <a:close/>
                  <a:moveTo>
                    <a:pt x="341042" y="1682112"/>
                  </a:moveTo>
                  <a:lnTo>
                    <a:pt x="315032" y="1665277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58267" y="1747593"/>
                  </a:lnTo>
                  <a:lnTo>
                    <a:pt x="358722" y="1733842"/>
                  </a:lnTo>
                  <a:close/>
                  <a:moveTo>
                    <a:pt x="341042" y="1682112"/>
                  </a:moveTo>
                  <a:lnTo>
                    <a:pt x="357619" y="1731379"/>
                  </a:lnTo>
                  <a:lnTo>
                    <a:pt x="358722" y="1733842"/>
                  </a:lnTo>
                  <a:close/>
                  <a:moveTo>
                    <a:pt x="299350" y="1503602"/>
                  </a:moveTo>
                  <a:lnTo>
                    <a:pt x="320223" y="1510810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398591" y="1555138"/>
                  </a:lnTo>
                  <a:lnTo>
                    <a:pt x="416778" y="1521881"/>
                  </a:lnTo>
                  <a:close/>
                  <a:moveTo>
                    <a:pt x="299350" y="1503602"/>
                  </a:moveTo>
                  <a:lnTo>
                    <a:pt x="331070" y="1511008"/>
                  </a:lnTo>
                  <a:lnTo>
                    <a:pt x="339836" y="1494865"/>
                  </a:lnTo>
                  <a:close/>
                  <a:moveTo>
                    <a:pt x="281494" y="1500327"/>
                  </a:moveTo>
                  <a:lnTo>
                    <a:pt x="339836" y="1494865"/>
                  </a:lnTo>
                  <a:lnTo>
                    <a:pt x="352755" y="1457185"/>
                  </a:lnTo>
                  <a:close/>
                  <a:moveTo>
                    <a:pt x="416778" y="1521881"/>
                  </a:moveTo>
                  <a:lnTo>
                    <a:pt x="374420" y="1479508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416778" y="1521881"/>
                  </a:lnTo>
                  <a:lnTo>
                    <a:pt x="331070" y="1511008"/>
                  </a:lnTo>
                  <a:close/>
                  <a:moveTo>
                    <a:pt x="428510" y="1430842"/>
                  </a:moveTo>
                  <a:lnTo>
                    <a:pt x="418248" y="1469099"/>
                  </a:lnTo>
                  <a:lnTo>
                    <a:pt x="477342" y="1438743"/>
                  </a:lnTo>
                  <a:close/>
                  <a:moveTo>
                    <a:pt x="355682" y="1419239"/>
                  </a:moveTo>
                  <a:lnTo>
                    <a:pt x="309102" y="1468648"/>
                  </a:lnTo>
                  <a:lnTo>
                    <a:pt x="352755" y="1457185"/>
                  </a:lnTo>
                  <a:close/>
                  <a:moveTo>
                    <a:pt x="395446" y="1403877"/>
                  </a:moveTo>
                  <a:lnTo>
                    <a:pt x="335825" y="1393885"/>
                  </a:lnTo>
                  <a:lnTo>
                    <a:pt x="355682" y="1419239"/>
                  </a:lnTo>
                  <a:close/>
                  <a:moveTo>
                    <a:pt x="517032" y="1364029"/>
                  </a:moveTo>
                  <a:lnTo>
                    <a:pt x="554343" y="1371678"/>
                  </a:lnTo>
                  <a:lnTo>
                    <a:pt x="509321" y="1307555"/>
                  </a:lnTo>
                  <a:close/>
                  <a:moveTo>
                    <a:pt x="614038" y="1361129"/>
                  </a:moveTo>
                  <a:lnTo>
                    <a:pt x="611921" y="1355689"/>
                  </a:lnTo>
                  <a:lnTo>
                    <a:pt x="561083" y="1307356"/>
                  </a:lnTo>
                  <a:close/>
                  <a:moveTo>
                    <a:pt x="540499" y="1320189"/>
                  </a:moveTo>
                  <a:lnTo>
                    <a:pt x="614038" y="1361129"/>
                  </a:lnTo>
                  <a:lnTo>
                    <a:pt x="561083" y="1307356"/>
                  </a:lnTo>
                  <a:close/>
                  <a:moveTo>
                    <a:pt x="509321" y="1307555"/>
                  </a:moveTo>
                  <a:lnTo>
                    <a:pt x="476172" y="1299469"/>
                  </a:lnTo>
                  <a:lnTo>
                    <a:pt x="501479" y="1304153"/>
                  </a:lnTo>
                  <a:close/>
                  <a:moveTo>
                    <a:pt x="409842" y="1224962"/>
                  </a:moveTo>
                  <a:lnTo>
                    <a:pt x="409900" y="1225174"/>
                  </a:lnTo>
                  <a:lnTo>
                    <a:pt x="425284" y="1149665"/>
                  </a:lnTo>
                  <a:close/>
                  <a:moveTo>
                    <a:pt x="499703" y="1201080"/>
                  </a:moveTo>
                  <a:lnTo>
                    <a:pt x="480377" y="1180288"/>
                  </a:lnTo>
                  <a:lnTo>
                    <a:pt x="510356" y="1219210"/>
                  </a:lnTo>
                  <a:close/>
                  <a:moveTo>
                    <a:pt x="541198" y="1252616"/>
                  </a:moveTo>
                  <a:lnTo>
                    <a:pt x="499703" y="1201080"/>
                  </a:lnTo>
                  <a:lnTo>
                    <a:pt x="510356" y="1219210"/>
                  </a:lnTo>
                  <a:close/>
                  <a:moveTo>
                    <a:pt x="265286" y="994933"/>
                  </a:moveTo>
                  <a:lnTo>
                    <a:pt x="280096" y="1003508"/>
                  </a:lnTo>
                  <a:lnTo>
                    <a:pt x="295695" y="1013822"/>
                  </a:lnTo>
                  <a:close/>
                  <a:moveTo>
                    <a:pt x="987202" y="1749608"/>
                  </a:moveTo>
                  <a:lnTo>
                    <a:pt x="989350" y="1767982"/>
                  </a:lnTo>
                  <a:lnTo>
                    <a:pt x="957442" y="1741217"/>
                  </a:lnTo>
                  <a:close/>
                  <a:moveTo>
                    <a:pt x="1021265" y="1697154"/>
                  </a:moveTo>
                  <a:lnTo>
                    <a:pt x="1030403" y="1704433"/>
                  </a:lnTo>
                  <a:lnTo>
                    <a:pt x="1022122" y="1692352"/>
                  </a:lnTo>
                  <a:close/>
                  <a:moveTo>
                    <a:pt x="623625" y="1280059"/>
                  </a:moveTo>
                  <a:lnTo>
                    <a:pt x="611921" y="1355689"/>
                  </a:lnTo>
                  <a:lnTo>
                    <a:pt x="649179" y="1327160"/>
                  </a:lnTo>
                  <a:close/>
                  <a:moveTo>
                    <a:pt x="649179" y="1327160"/>
                  </a:moveTo>
                  <a:lnTo>
                    <a:pt x="677468" y="1284801"/>
                  </a:lnTo>
                  <a:lnTo>
                    <a:pt x="653968" y="1280059"/>
                  </a:lnTo>
                  <a:close/>
                  <a:moveTo>
                    <a:pt x="649179" y="1327160"/>
                  </a:moveTo>
                  <a:lnTo>
                    <a:pt x="665379" y="1347950"/>
                  </a:lnTo>
                  <a:lnTo>
                    <a:pt x="677468" y="1284801"/>
                  </a:lnTo>
                  <a:close/>
                  <a:moveTo>
                    <a:pt x="645937" y="1335196"/>
                  </a:moveTo>
                  <a:lnTo>
                    <a:pt x="665379" y="1347950"/>
                  </a:lnTo>
                  <a:lnTo>
                    <a:pt x="649179" y="1327160"/>
                  </a:lnTo>
                  <a:close/>
                  <a:moveTo>
                    <a:pt x="653968" y="1280059"/>
                  </a:moveTo>
                  <a:lnTo>
                    <a:pt x="677468" y="1284801"/>
                  </a:lnTo>
                  <a:lnTo>
                    <a:pt x="675490" y="1250855"/>
                  </a:lnTo>
                  <a:close/>
                  <a:moveTo>
                    <a:pt x="1022122" y="1692352"/>
                  </a:moveTo>
                  <a:lnTo>
                    <a:pt x="1030403" y="1704433"/>
                  </a:lnTo>
                  <a:lnTo>
                    <a:pt x="1029174" y="1690724"/>
                  </a:lnTo>
                  <a:close/>
                  <a:moveTo>
                    <a:pt x="1029174" y="1690724"/>
                  </a:moveTo>
                  <a:lnTo>
                    <a:pt x="1088864" y="1680179"/>
                  </a:lnTo>
                  <a:lnTo>
                    <a:pt x="1051104" y="1646928"/>
                  </a:lnTo>
                  <a:close/>
                  <a:moveTo>
                    <a:pt x="1088864" y="1680179"/>
                  </a:moveTo>
                  <a:lnTo>
                    <a:pt x="1101657" y="1661259"/>
                  </a:lnTo>
                  <a:lnTo>
                    <a:pt x="1051104" y="1646928"/>
                  </a:lnTo>
                  <a:close/>
                  <a:moveTo>
                    <a:pt x="678115" y="1221532"/>
                  </a:moveTo>
                  <a:lnTo>
                    <a:pt x="653968" y="1280059"/>
                  </a:lnTo>
                  <a:lnTo>
                    <a:pt x="675490" y="1250855"/>
                  </a:lnTo>
                  <a:close/>
                  <a:moveTo>
                    <a:pt x="678115" y="1221532"/>
                  </a:moveTo>
                  <a:lnTo>
                    <a:pt x="662842" y="1203566"/>
                  </a:lnTo>
                  <a:lnTo>
                    <a:pt x="621522" y="1166816"/>
                  </a:lnTo>
                  <a:close/>
                  <a:moveTo>
                    <a:pt x="899659" y="1462111"/>
                  </a:moveTo>
                  <a:lnTo>
                    <a:pt x="863124" y="1410575"/>
                  </a:lnTo>
                  <a:lnTo>
                    <a:pt x="878208" y="1423778"/>
                  </a:lnTo>
                  <a:close/>
                  <a:moveTo>
                    <a:pt x="1101657" y="1661259"/>
                  </a:moveTo>
                  <a:lnTo>
                    <a:pt x="1164593" y="1656596"/>
                  </a:lnTo>
                  <a:lnTo>
                    <a:pt x="1147737" y="1592627"/>
                  </a:lnTo>
                  <a:close/>
                  <a:moveTo>
                    <a:pt x="1077863" y="1500894"/>
                  </a:moveTo>
                  <a:lnTo>
                    <a:pt x="1045584" y="1491391"/>
                  </a:lnTo>
                  <a:lnTo>
                    <a:pt x="1048135" y="1549824"/>
                  </a:lnTo>
                  <a:close/>
                  <a:moveTo>
                    <a:pt x="1044598" y="1487707"/>
                  </a:moveTo>
                  <a:lnTo>
                    <a:pt x="1046768" y="1489554"/>
                  </a:lnTo>
                  <a:lnTo>
                    <a:pt x="1021801" y="1445747"/>
                  </a:lnTo>
                  <a:close/>
                  <a:moveTo>
                    <a:pt x="1044598" y="1487707"/>
                  </a:moveTo>
                  <a:lnTo>
                    <a:pt x="1021801" y="1445747"/>
                  </a:lnTo>
                  <a:lnTo>
                    <a:pt x="1014315" y="1438017"/>
                  </a:lnTo>
                  <a:close/>
                  <a:moveTo>
                    <a:pt x="863124" y="1410575"/>
                  </a:moveTo>
                  <a:lnTo>
                    <a:pt x="868056" y="1394049"/>
                  </a:lnTo>
                  <a:lnTo>
                    <a:pt x="835438" y="1357824"/>
                  </a:lnTo>
                  <a:close/>
                  <a:moveTo>
                    <a:pt x="697342" y="1152892"/>
                  </a:moveTo>
                  <a:lnTo>
                    <a:pt x="744634" y="1199793"/>
                  </a:lnTo>
                  <a:lnTo>
                    <a:pt x="747820" y="1140102"/>
                  </a:lnTo>
                  <a:close/>
                  <a:moveTo>
                    <a:pt x="747820" y="1140102"/>
                  </a:moveTo>
                  <a:lnTo>
                    <a:pt x="804983" y="1131613"/>
                  </a:lnTo>
                  <a:lnTo>
                    <a:pt x="758236" y="1115750"/>
                  </a:lnTo>
                  <a:close/>
                  <a:moveTo>
                    <a:pt x="804983" y="1131613"/>
                  </a:moveTo>
                  <a:lnTo>
                    <a:pt x="806474" y="1121429"/>
                  </a:lnTo>
                  <a:lnTo>
                    <a:pt x="758236" y="1115750"/>
                  </a:lnTo>
                  <a:close/>
                  <a:moveTo>
                    <a:pt x="1044598" y="1487707"/>
                  </a:moveTo>
                  <a:lnTo>
                    <a:pt x="1014315" y="1438017"/>
                  </a:lnTo>
                  <a:lnTo>
                    <a:pt x="1071911" y="1454922"/>
                  </a:lnTo>
                  <a:close/>
                  <a:moveTo>
                    <a:pt x="1071911" y="1454922"/>
                  </a:moveTo>
                  <a:lnTo>
                    <a:pt x="1014315" y="1438017"/>
                  </a:lnTo>
                  <a:lnTo>
                    <a:pt x="1002943" y="1485839"/>
                  </a:lnTo>
                  <a:close/>
                  <a:moveTo>
                    <a:pt x="1114999" y="1533446"/>
                  </a:moveTo>
                  <a:lnTo>
                    <a:pt x="1046768" y="1489554"/>
                  </a:lnTo>
                  <a:lnTo>
                    <a:pt x="1108885" y="1475674"/>
                  </a:lnTo>
                  <a:close/>
                  <a:moveTo>
                    <a:pt x="1045584" y="1491391"/>
                  </a:moveTo>
                  <a:lnTo>
                    <a:pt x="1046768" y="1489554"/>
                  </a:lnTo>
                  <a:lnTo>
                    <a:pt x="1078395" y="1479166"/>
                  </a:lnTo>
                  <a:close/>
                  <a:moveTo>
                    <a:pt x="581841" y="847380"/>
                  </a:moveTo>
                  <a:lnTo>
                    <a:pt x="530139" y="819578"/>
                  </a:lnTo>
                  <a:lnTo>
                    <a:pt x="527835" y="818129"/>
                  </a:lnTo>
                  <a:close/>
                  <a:moveTo>
                    <a:pt x="1377113" y="1587741"/>
                  </a:moveTo>
                  <a:lnTo>
                    <a:pt x="1337387" y="1544439"/>
                  </a:lnTo>
                  <a:lnTo>
                    <a:pt x="1293728" y="1585556"/>
                  </a:lnTo>
                  <a:close/>
                  <a:moveTo>
                    <a:pt x="1270965" y="1540222"/>
                  </a:moveTo>
                  <a:lnTo>
                    <a:pt x="1275394" y="1544439"/>
                  </a:lnTo>
                  <a:lnTo>
                    <a:pt x="1247805" y="1501442"/>
                  </a:lnTo>
                  <a:close/>
                  <a:moveTo>
                    <a:pt x="1275394" y="1544439"/>
                  </a:moveTo>
                  <a:lnTo>
                    <a:pt x="1298080" y="1561294"/>
                  </a:lnTo>
                  <a:lnTo>
                    <a:pt x="1247805" y="1501442"/>
                  </a:lnTo>
                  <a:close/>
                  <a:moveTo>
                    <a:pt x="1270965" y="1540222"/>
                  </a:moveTo>
                  <a:lnTo>
                    <a:pt x="1247805" y="1501442"/>
                  </a:lnTo>
                  <a:lnTo>
                    <a:pt x="1236515" y="1492902"/>
                  </a:lnTo>
                  <a:close/>
                  <a:moveTo>
                    <a:pt x="1021540" y="1266596"/>
                  </a:moveTo>
                  <a:lnTo>
                    <a:pt x="1095448" y="1298370"/>
                  </a:lnTo>
                  <a:lnTo>
                    <a:pt x="1106281" y="1273850"/>
                  </a:lnTo>
                  <a:close/>
                  <a:moveTo>
                    <a:pt x="1021540" y="1266596"/>
                  </a:moveTo>
                  <a:lnTo>
                    <a:pt x="1106281" y="1273850"/>
                  </a:lnTo>
                  <a:lnTo>
                    <a:pt x="1053070" y="1249583"/>
                  </a:lnTo>
                  <a:close/>
                  <a:moveTo>
                    <a:pt x="968100" y="1207777"/>
                  </a:moveTo>
                  <a:lnTo>
                    <a:pt x="1008175" y="1259313"/>
                  </a:lnTo>
                  <a:lnTo>
                    <a:pt x="1029307" y="1235220"/>
                  </a:lnTo>
                  <a:close/>
                  <a:moveTo>
                    <a:pt x="71332" y="125508"/>
                  </a:moveTo>
                  <a:lnTo>
                    <a:pt x="71268" y="118191"/>
                  </a:lnTo>
                  <a:lnTo>
                    <a:pt x="53769" y="69674"/>
                  </a:lnTo>
                  <a:close/>
                  <a:moveTo>
                    <a:pt x="1127965" y="1286756"/>
                  </a:moveTo>
                  <a:lnTo>
                    <a:pt x="1184257" y="1264152"/>
                  </a:lnTo>
                  <a:lnTo>
                    <a:pt x="1106281" y="1273850"/>
                  </a:lnTo>
                  <a:close/>
                  <a:moveTo>
                    <a:pt x="1106281" y="1273850"/>
                  </a:moveTo>
                  <a:lnTo>
                    <a:pt x="1184257" y="1264152"/>
                  </a:lnTo>
                  <a:lnTo>
                    <a:pt x="1185473" y="1260360"/>
                  </a:lnTo>
                  <a:close/>
                  <a:moveTo>
                    <a:pt x="1106713" y="1159589"/>
                  </a:moveTo>
                  <a:lnTo>
                    <a:pt x="1110100" y="1160972"/>
                  </a:lnTo>
                  <a:lnTo>
                    <a:pt x="1107928" y="1145108"/>
                  </a:lnTo>
                  <a:close/>
                  <a:moveTo>
                    <a:pt x="1113517" y="1166005"/>
                  </a:moveTo>
                  <a:lnTo>
                    <a:pt x="1110100" y="1160972"/>
                  </a:lnTo>
                  <a:lnTo>
                    <a:pt x="1106713" y="1159589"/>
                  </a:lnTo>
                  <a:close/>
                  <a:moveTo>
                    <a:pt x="162406" y="82080"/>
                  </a:moveTo>
                  <a:lnTo>
                    <a:pt x="202102" y="87790"/>
                  </a:lnTo>
                  <a:lnTo>
                    <a:pt x="197808" y="28537"/>
                  </a:lnTo>
                  <a:close/>
                  <a:moveTo>
                    <a:pt x="162406" y="82080"/>
                  </a:moveTo>
                  <a:lnTo>
                    <a:pt x="197808" y="28537"/>
                  </a:lnTo>
                  <a:lnTo>
                    <a:pt x="149194" y="30078"/>
                  </a:lnTo>
                  <a:close/>
                  <a:moveTo>
                    <a:pt x="149194" y="30078"/>
                  </a:moveTo>
                  <a:lnTo>
                    <a:pt x="197808" y="28537"/>
                  </a:lnTo>
                  <a:lnTo>
                    <a:pt x="147579" y="0"/>
                  </a:lnTo>
                  <a:close/>
                  <a:moveTo>
                    <a:pt x="1331852" y="1468809"/>
                  </a:moveTo>
                  <a:lnTo>
                    <a:pt x="1295508" y="1437899"/>
                  </a:lnTo>
                  <a:lnTo>
                    <a:pt x="1332845" y="1470288"/>
                  </a:lnTo>
                  <a:close/>
                  <a:moveTo>
                    <a:pt x="1331852" y="1468809"/>
                  </a:moveTo>
                  <a:lnTo>
                    <a:pt x="1306198" y="1417272"/>
                  </a:lnTo>
                  <a:lnTo>
                    <a:pt x="1295508" y="1437899"/>
                  </a:lnTo>
                  <a:close/>
                  <a:moveTo>
                    <a:pt x="1234931" y="1270597"/>
                  </a:moveTo>
                  <a:lnTo>
                    <a:pt x="1289479" y="1299868"/>
                  </a:lnTo>
                  <a:lnTo>
                    <a:pt x="1318263" y="1272588"/>
                  </a:lnTo>
                  <a:close/>
                  <a:moveTo>
                    <a:pt x="1265623" y="1250453"/>
                  </a:moveTo>
                  <a:lnTo>
                    <a:pt x="1234931" y="1270597"/>
                  </a:lnTo>
                  <a:lnTo>
                    <a:pt x="1318263" y="1272588"/>
                  </a:lnTo>
                  <a:close/>
                  <a:moveTo>
                    <a:pt x="1113517" y="1166005"/>
                  </a:moveTo>
                  <a:lnTo>
                    <a:pt x="1106713" y="1159589"/>
                  </a:lnTo>
                  <a:lnTo>
                    <a:pt x="1119522" y="1135495"/>
                  </a:lnTo>
                  <a:close/>
                  <a:moveTo>
                    <a:pt x="1238012" y="1147217"/>
                  </a:moveTo>
                  <a:lnTo>
                    <a:pt x="1222680" y="1135495"/>
                  </a:lnTo>
                  <a:lnTo>
                    <a:pt x="1228587" y="1140608"/>
                  </a:lnTo>
                  <a:close/>
                  <a:moveTo>
                    <a:pt x="1119522" y="1135495"/>
                  </a:moveTo>
                  <a:lnTo>
                    <a:pt x="1107928" y="1145108"/>
                  </a:lnTo>
                  <a:lnTo>
                    <a:pt x="1061850" y="1099473"/>
                  </a:lnTo>
                  <a:close/>
                  <a:moveTo>
                    <a:pt x="1106713" y="1159589"/>
                  </a:moveTo>
                  <a:lnTo>
                    <a:pt x="1107928" y="1145108"/>
                  </a:lnTo>
                  <a:lnTo>
                    <a:pt x="1119522" y="1135495"/>
                  </a:lnTo>
                  <a:close/>
                  <a:moveTo>
                    <a:pt x="815307" y="723202"/>
                  </a:moveTo>
                  <a:lnTo>
                    <a:pt x="772734" y="743391"/>
                  </a:lnTo>
                  <a:lnTo>
                    <a:pt x="794230" y="798833"/>
                  </a:lnTo>
                  <a:close/>
                  <a:moveTo>
                    <a:pt x="862489" y="791262"/>
                  </a:moveTo>
                  <a:lnTo>
                    <a:pt x="833247" y="816831"/>
                  </a:lnTo>
                  <a:lnTo>
                    <a:pt x="912775" y="804597"/>
                  </a:lnTo>
                  <a:close/>
                  <a:moveTo>
                    <a:pt x="765073" y="736613"/>
                  </a:moveTo>
                  <a:lnTo>
                    <a:pt x="772734" y="743391"/>
                  </a:lnTo>
                  <a:lnTo>
                    <a:pt x="833471" y="682767"/>
                  </a:lnTo>
                  <a:close/>
                  <a:moveTo>
                    <a:pt x="725483" y="628373"/>
                  </a:moveTo>
                  <a:lnTo>
                    <a:pt x="706726" y="693143"/>
                  </a:lnTo>
                  <a:lnTo>
                    <a:pt x="777972" y="649944"/>
                  </a:lnTo>
                  <a:close/>
                  <a:moveTo>
                    <a:pt x="777972" y="649944"/>
                  </a:moveTo>
                  <a:lnTo>
                    <a:pt x="750329" y="681489"/>
                  </a:lnTo>
                  <a:lnTo>
                    <a:pt x="827648" y="660994"/>
                  </a:lnTo>
                  <a:close/>
                  <a:moveTo>
                    <a:pt x="1106376" y="1032422"/>
                  </a:moveTo>
                  <a:lnTo>
                    <a:pt x="1071981" y="980886"/>
                  </a:lnTo>
                  <a:lnTo>
                    <a:pt x="1081978" y="995606"/>
                  </a:lnTo>
                  <a:close/>
                  <a:moveTo>
                    <a:pt x="1318263" y="1272588"/>
                  </a:moveTo>
                  <a:lnTo>
                    <a:pt x="1326006" y="1224876"/>
                  </a:lnTo>
                  <a:lnTo>
                    <a:pt x="1265623" y="1250453"/>
                  </a:lnTo>
                  <a:close/>
                  <a:moveTo>
                    <a:pt x="1265623" y="1250453"/>
                  </a:moveTo>
                  <a:lnTo>
                    <a:pt x="1326006" y="1224876"/>
                  </a:lnTo>
                  <a:lnTo>
                    <a:pt x="1273992" y="1229180"/>
                  </a:lnTo>
                  <a:close/>
                  <a:moveTo>
                    <a:pt x="1273992" y="1229180"/>
                  </a:moveTo>
                  <a:lnTo>
                    <a:pt x="1282716" y="1187032"/>
                  </a:lnTo>
                  <a:lnTo>
                    <a:pt x="1254599" y="1209233"/>
                  </a:lnTo>
                  <a:close/>
                  <a:moveTo>
                    <a:pt x="1225158" y="1168157"/>
                  </a:moveTo>
                  <a:lnTo>
                    <a:pt x="1243180" y="1187032"/>
                  </a:lnTo>
                  <a:lnTo>
                    <a:pt x="1189532" y="1140634"/>
                  </a:lnTo>
                  <a:close/>
                  <a:moveTo>
                    <a:pt x="1222680" y="1135495"/>
                  </a:moveTo>
                  <a:lnTo>
                    <a:pt x="1238012" y="1147217"/>
                  </a:lnTo>
                  <a:lnTo>
                    <a:pt x="1236564" y="1134123"/>
                  </a:lnTo>
                  <a:close/>
                  <a:moveTo>
                    <a:pt x="1118977" y="1051519"/>
                  </a:moveTo>
                  <a:lnTo>
                    <a:pt x="1198839" y="1064068"/>
                  </a:lnTo>
                  <a:lnTo>
                    <a:pt x="1201120" y="1049061"/>
                  </a:lnTo>
                  <a:close/>
                  <a:moveTo>
                    <a:pt x="859146" y="711121"/>
                  </a:moveTo>
                  <a:lnTo>
                    <a:pt x="879772" y="681202"/>
                  </a:lnTo>
                  <a:lnTo>
                    <a:pt x="833471" y="682767"/>
                  </a:lnTo>
                  <a:close/>
                  <a:moveTo>
                    <a:pt x="747411" y="492962"/>
                  </a:moveTo>
                  <a:lnTo>
                    <a:pt x="749688" y="544499"/>
                  </a:lnTo>
                  <a:lnTo>
                    <a:pt x="726614" y="517056"/>
                  </a:lnTo>
                  <a:close/>
                  <a:moveTo>
                    <a:pt x="418643" y="80669"/>
                  </a:moveTo>
                  <a:lnTo>
                    <a:pt x="408365" y="141426"/>
                  </a:lnTo>
                  <a:lnTo>
                    <a:pt x="425381" y="82957"/>
                  </a:lnTo>
                  <a:close/>
                  <a:moveTo>
                    <a:pt x="451923" y="80669"/>
                  </a:moveTo>
                  <a:lnTo>
                    <a:pt x="425381" y="82957"/>
                  </a:lnTo>
                  <a:lnTo>
                    <a:pt x="408365" y="141426"/>
                  </a:lnTo>
                  <a:close/>
                  <a:moveTo>
                    <a:pt x="374649" y="55145"/>
                  </a:moveTo>
                  <a:lnTo>
                    <a:pt x="418643" y="80669"/>
                  </a:lnTo>
                  <a:lnTo>
                    <a:pt x="343702" y="48635"/>
                  </a:lnTo>
                  <a:close/>
                  <a:moveTo>
                    <a:pt x="902576" y="631561"/>
                  </a:moveTo>
                  <a:lnTo>
                    <a:pt x="931331" y="604175"/>
                  </a:lnTo>
                  <a:lnTo>
                    <a:pt x="847182" y="599130"/>
                  </a:lnTo>
                  <a:close/>
                  <a:moveTo>
                    <a:pt x="790757" y="427943"/>
                  </a:moveTo>
                  <a:lnTo>
                    <a:pt x="839966" y="475743"/>
                  </a:lnTo>
                  <a:lnTo>
                    <a:pt x="847071" y="463816"/>
                  </a:lnTo>
                  <a:close/>
                  <a:moveTo>
                    <a:pt x="839966" y="475743"/>
                  </a:moveTo>
                  <a:lnTo>
                    <a:pt x="865326" y="468868"/>
                  </a:lnTo>
                  <a:lnTo>
                    <a:pt x="847071" y="463816"/>
                  </a:lnTo>
                  <a:close/>
                  <a:moveTo>
                    <a:pt x="570806" y="228922"/>
                  </a:moveTo>
                  <a:lnTo>
                    <a:pt x="568164" y="254635"/>
                  </a:lnTo>
                  <a:lnTo>
                    <a:pt x="573180" y="235279"/>
                  </a:lnTo>
                  <a:close/>
                  <a:moveTo>
                    <a:pt x="570806" y="228922"/>
                  </a:moveTo>
                  <a:lnTo>
                    <a:pt x="573180" y="235279"/>
                  </a:lnTo>
                  <a:lnTo>
                    <a:pt x="554626" y="204017"/>
                  </a:lnTo>
                  <a:close/>
                  <a:moveTo>
                    <a:pt x="973730" y="568445"/>
                  </a:moveTo>
                  <a:lnTo>
                    <a:pt x="958915" y="517747"/>
                  </a:lnTo>
                  <a:lnTo>
                    <a:pt x="943289" y="555211"/>
                  </a:lnTo>
                  <a:close/>
                  <a:moveTo>
                    <a:pt x="930631" y="466656"/>
                  </a:moveTo>
                  <a:lnTo>
                    <a:pt x="927376" y="520405"/>
                  </a:lnTo>
                  <a:lnTo>
                    <a:pt x="948755" y="463264"/>
                  </a:lnTo>
                  <a:close/>
                  <a:moveTo>
                    <a:pt x="948755" y="463264"/>
                  </a:moveTo>
                  <a:lnTo>
                    <a:pt x="927376" y="520405"/>
                  </a:lnTo>
                  <a:lnTo>
                    <a:pt x="958915" y="517747"/>
                  </a:lnTo>
                  <a:close/>
                  <a:moveTo>
                    <a:pt x="962826" y="389082"/>
                  </a:moveTo>
                  <a:lnTo>
                    <a:pt x="954529" y="381330"/>
                  </a:lnTo>
                  <a:lnTo>
                    <a:pt x="925070" y="381794"/>
                  </a:lnTo>
                  <a:close/>
                  <a:moveTo>
                    <a:pt x="962826" y="389082"/>
                  </a:moveTo>
                  <a:lnTo>
                    <a:pt x="961302" y="406652"/>
                  </a:lnTo>
                  <a:lnTo>
                    <a:pt x="971200" y="393238"/>
                  </a:lnTo>
                  <a:close/>
                  <a:moveTo>
                    <a:pt x="962826" y="389082"/>
                  </a:moveTo>
                  <a:lnTo>
                    <a:pt x="971200" y="393238"/>
                  </a:lnTo>
                  <a:lnTo>
                    <a:pt x="954529" y="38133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3" name="Output_density__4232">
              <a:extLst>
                <a:ext uri="{FF2B5EF4-FFF2-40B4-BE49-F238E27FC236}">
                  <a16:creationId xmlns:a16="http://schemas.microsoft.com/office/drawing/2014/main" id="{4923DDC7-8628-2014-9BB6-BBF8E61E9A68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717792"/>
              <a:ext cx="1372469" cy="1746633"/>
            </a:xfrm>
            <a:custGeom>
              <a:avLst/>
              <a:gdLst/>
              <a:ahLst/>
              <a:cxnLst/>
              <a:rect l="0" t="0" r="0" b="0"/>
              <a:pathLst>
                <a:path w="1372469" h="1746633">
                  <a:moveTo>
                    <a:pt x="5604" y="1555329"/>
                  </a:moveTo>
                  <a:lnTo>
                    <a:pt x="6194" y="1553085"/>
                  </a:lnTo>
                  <a:lnTo>
                    <a:pt x="0" y="1578628"/>
                  </a:lnTo>
                  <a:close/>
                  <a:moveTo>
                    <a:pt x="0" y="1578628"/>
                  </a:moveTo>
                  <a:lnTo>
                    <a:pt x="6194" y="1553085"/>
                  </a:lnTo>
                  <a:lnTo>
                    <a:pt x="37130" y="1502997"/>
                  </a:lnTo>
                  <a:close/>
                  <a:moveTo>
                    <a:pt x="6007" y="1554534"/>
                  </a:moveTo>
                  <a:lnTo>
                    <a:pt x="5604" y="1555329"/>
                  </a:lnTo>
                  <a:lnTo>
                    <a:pt x="7954" y="1559663"/>
                  </a:lnTo>
                  <a:close/>
                  <a:moveTo>
                    <a:pt x="6194" y="1553085"/>
                  </a:moveTo>
                  <a:lnTo>
                    <a:pt x="5604" y="1555329"/>
                  </a:lnTo>
                  <a:lnTo>
                    <a:pt x="6007" y="1554534"/>
                  </a:lnTo>
                  <a:close/>
                  <a:moveTo>
                    <a:pt x="6007" y="1554534"/>
                  </a:moveTo>
                  <a:lnTo>
                    <a:pt x="7954" y="1559663"/>
                  </a:lnTo>
                  <a:lnTo>
                    <a:pt x="23696" y="1540620"/>
                  </a:lnTo>
                  <a:close/>
                  <a:moveTo>
                    <a:pt x="6194" y="1553085"/>
                  </a:moveTo>
                  <a:lnTo>
                    <a:pt x="6007" y="1554534"/>
                  </a:lnTo>
                  <a:lnTo>
                    <a:pt x="23696" y="1540620"/>
                  </a:lnTo>
                  <a:close/>
                  <a:moveTo>
                    <a:pt x="119213" y="1491388"/>
                  </a:moveTo>
                  <a:lnTo>
                    <a:pt x="73881" y="1496576"/>
                  </a:lnTo>
                  <a:lnTo>
                    <a:pt x="148337" y="1465378"/>
                  </a:lnTo>
                  <a:close/>
                  <a:moveTo>
                    <a:pt x="171340" y="1379179"/>
                  </a:moveTo>
                  <a:lnTo>
                    <a:pt x="188186" y="1395354"/>
                  </a:lnTo>
                  <a:lnTo>
                    <a:pt x="163890" y="1388630"/>
                  </a:lnTo>
                  <a:close/>
                  <a:moveTo>
                    <a:pt x="203020" y="1360255"/>
                  </a:moveTo>
                  <a:lnTo>
                    <a:pt x="188186" y="1395354"/>
                  </a:lnTo>
                  <a:lnTo>
                    <a:pt x="171340" y="1379179"/>
                  </a:lnTo>
                  <a:close/>
                  <a:moveTo>
                    <a:pt x="270825" y="1304188"/>
                  </a:moveTo>
                  <a:lnTo>
                    <a:pt x="225865" y="1364721"/>
                  </a:lnTo>
                  <a:lnTo>
                    <a:pt x="248463" y="1355085"/>
                  </a:lnTo>
                  <a:close/>
                  <a:moveTo>
                    <a:pt x="203020" y="1360255"/>
                  </a:moveTo>
                  <a:lnTo>
                    <a:pt x="225865" y="1364721"/>
                  </a:lnTo>
                  <a:lnTo>
                    <a:pt x="270825" y="1304188"/>
                  </a:lnTo>
                  <a:close/>
                  <a:moveTo>
                    <a:pt x="273112" y="1303548"/>
                  </a:moveTo>
                  <a:lnTo>
                    <a:pt x="290337" y="1242242"/>
                  </a:lnTo>
                  <a:lnTo>
                    <a:pt x="293536" y="1227918"/>
                  </a:lnTo>
                  <a:close/>
                  <a:moveTo>
                    <a:pt x="541264" y="1235476"/>
                  </a:moveTo>
                  <a:lnTo>
                    <a:pt x="555226" y="1282803"/>
                  </a:lnTo>
                  <a:lnTo>
                    <a:pt x="541198" y="1231267"/>
                  </a:lnTo>
                  <a:close/>
                  <a:moveTo>
                    <a:pt x="367338" y="1200185"/>
                  </a:moveTo>
                  <a:lnTo>
                    <a:pt x="425284" y="1128315"/>
                  </a:lnTo>
                  <a:lnTo>
                    <a:pt x="367947" y="1136947"/>
                  </a:lnTo>
                  <a:close/>
                  <a:moveTo>
                    <a:pt x="425284" y="1128315"/>
                  </a:moveTo>
                  <a:lnTo>
                    <a:pt x="480377" y="1158938"/>
                  </a:lnTo>
                  <a:lnTo>
                    <a:pt x="425785" y="1128194"/>
                  </a:lnTo>
                  <a:close/>
                  <a:moveTo>
                    <a:pt x="367947" y="1136947"/>
                  </a:moveTo>
                  <a:lnTo>
                    <a:pt x="425284" y="1128315"/>
                  </a:lnTo>
                  <a:lnTo>
                    <a:pt x="411363" y="1076890"/>
                  </a:lnTo>
                  <a:close/>
                  <a:moveTo>
                    <a:pt x="425785" y="1128194"/>
                  </a:moveTo>
                  <a:lnTo>
                    <a:pt x="460082" y="1083059"/>
                  </a:lnTo>
                  <a:lnTo>
                    <a:pt x="425284" y="1128315"/>
                  </a:lnTo>
                  <a:close/>
                  <a:moveTo>
                    <a:pt x="425284" y="1128315"/>
                  </a:moveTo>
                  <a:lnTo>
                    <a:pt x="460082" y="1083059"/>
                  </a:lnTo>
                  <a:lnTo>
                    <a:pt x="452624" y="1081328"/>
                  </a:lnTo>
                  <a:close/>
                  <a:moveTo>
                    <a:pt x="425284" y="1128315"/>
                  </a:moveTo>
                  <a:lnTo>
                    <a:pt x="452624" y="1081328"/>
                  </a:lnTo>
                  <a:lnTo>
                    <a:pt x="411363" y="1076890"/>
                  </a:lnTo>
                  <a:close/>
                  <a:moveTo>
                    <a:pt x="373213" y="1067848"/>
                  </a:moveTo>
                  <a:lnTo>
                    <a:pt x="350568" y="1088333"/>
                  </a:lnTo>
                  <a:lnTo>
                    <a:pt x="411363" y="1076890"/>
                  </a:lnTo>
                  <a:close/>
                  <a:moveTo>
                    <a:pt x="265286" y="973584"/>
                  </a:moveTo>
                  <a:lnTo>
                    <a:pt x="256271" y="922047"/>
                  </a:lnTo>
                  <a:lnTo>
                    <a:pt x="263946" y="932544"/>
                  </a:lnTo>
                  <a:close/>
                  <a:moveTo>
                    <a:pt x="263946" y="932544"/>
                  </a:moveTo>
                  <a:lnTo>
                    <a:pt x="256271" y="922047"/>
                  </a:lnTo>
                  <a:lnTo>
                    <a:pt x="270856" y="899605"/>
                  </a:lnTo>
                  <a:close/>
                  <a:moveTo>
                    <a:pt x="957442" y="1719868"/>
                  </a:moveTo>
                  <a:lnTo>
                    <a:pt x="942646" y="1746633"/>
                  </a:lnTo>
                  <a:lnTo>
                    <a:pt x="987202" y="1728258"/>
                  </a:lnTo>
                  <a:close/>
                  <a:moveTo>
                    <a:pt x="561868" y="1281468"/>
                  </a:moveTo>
                  <a:lnTo>
                    <a:pt x="561083" y="1286007"/>
                  </a:lnTo>
                  <a:lnTo>
                    <a:pt x="623625" y="1258709"/>
                  </a:lnTo>
                  <a:close/>
                  <a:moveTo>
                    <a:pt x="555226" y="1282803"/>
                  </a:moveTo>
                  <a:lnTo>
                    <a:pt x="561083" y="1286007"/>
                  </a:lnTo>
                  <a:lnTo>
                    <a:pt x="561868" y="1281468"/>
                  </a:lnTo>
                  <a:close/>
                  <a:moveTo>
                    <a:pt x="541198" y="1231267"/>
                  </a:moveTo>
                  <a:lnTo>
                    <a:pt x="555226" y="1282803"/>
                  </a:lnTo>
                  <a:lnTo>
                    <a:pt x="561868" y="1281468"/>
                  </a:lnTo>
                  <a:close/>
                  <a:moveTo>
                    <a:pt x="623625" y="1258709"/>
                  </a:moveTo>
                  <a:lnTo>
                    <a:pt x="611380" y="1207172"/>
                  </a:lnTo>
                  <a:lnTo>
                    <a:pt x="561868" y="1281468"/>
                  </a:lnTo>
                  <a:close/>
                  <a:moveTo>
                    <a:pt x="611380" y="1207172"/>
                  </a:moveTo>
                  <a:lnTo>
                    <a:pt x="553962" y="1225153"/>
                  </a:lnTo>
                  <a:lnTo>
                    <a:pt x="561868" y="1281468"/>
                  </a:lnTo>
                  <a:close/>
                  <a:moveTo>
                    <a:pt x="516944" y="1104100"/>
                  </a:moveTo>
                  <a:lnTo>
                    <a:pt x="480377" y="1158938"/>
                  </a:lnTo>
                  <a:lnTo>
                    <a:pt x="499703" y="1179730"/>
                  </a:lnTo>
                  <a:close/>
                  <a:moveTo>
                    <a:pt x="516944" y="1104100"/>
                  </a:moveTo>
                  <a:lnTo>
                    <a:pt x="499703" y="1179730"/>
                  </a:lnTo>
                  <a:lnTo>
                    <a:pt x="534179" y="1155636"/>
                  </a:lnTo>
                  <a:close/>
                  <a:moveTo>
                    <a:pt x="425785" y="1128194"/>
                  </a:moveTo>
                  <a:lnTo>
                    <a:pt x="480377" y="1158938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25785" y="1128194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91887" y="1112150"/>
                  </a:lnTo>
                  <a:lnTo>
                    <a:pt x="538694" y="1067399"/>
                  </a:lnTo>
                  <a:close/>
                  <a:moveTo>
                    <a:pt x="337206" y="848224"/>
                  </a:moveTo>
                  <a:lnTo>
                    <a:pt x="341739" y="855052"/>
                  </a:lnTo>
                  <a:lnTo>
                    <a:pt x="392547" y="870336"/>
                  </a:lnTo>
                  <a:close/>
                  <a:moveTo>
                    <a:pt x="988057" y="1619465"/>
                  </a:moveTo>
                  <a:lnTo>
                    <a:pt x="1022122" y="1671002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988057" y="1619465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1024974" y="1595371"/>
                  </a:lnTo>
                  <a:lnTo>
                    <a:pt x="994051" y="1543835"/>
                  </a:lnTo>
                  <a:close/>
                  <a:moveTo>
                    <a:pt x="994051" y="1543835"/>
                  </a:moveTo>
                  <a:lnTo>
                    <a:pt x="939233" y="1516392"/>
                  </a:lnTo>
                  <a:lnTo>
                    <a:pt x="963145" y="1567929"/>
                  </a:lnTo>
                  <a:close/>
                  <a:moveTo>
                    <a:pt x="611380" y="1207172"/>
                  </a:moveTo>
                  <a:lnTo>
                    <a:pt x="644191" y="1252523"/>
                  </a:lnTo>
                  <a:lnTo>
                    <a:pt x="626738" y="1203969"/>
                  </a:lnTo>
                  <a:close/>
                  <a:moveTo>
                    <a:pt x="611380" y="1207172"/>
                  </a:moveTo>
                  <a:lnTo>
                    <a:pt x="623625" y="1258709"/>
                  </a:lnTo>
                  <a:lnTo>
                    <a:pt x="644191" y="1252523"/>
                  </a:lnTo>
                  <a:close/>
                  <a:moveTo>
                    <a:pt x="626738" y="1203969"/>
                  </a:moveTo>
                  <a:lnTo>
                    <a:pt x="644191" y="1252523"/>
                  </a:lnTo>
                  <a:lnTo>
                    <a:pt x="678115" y="1200183"/>
                  </a:lnTo>
                  <a:close/>
                  <a:moveTo>
                    <a:pt x="626738" y="1203969"/>
                  </a:moveTo>
                  <a:lnTo>
                    <a:pt x="572382" y="1193354"/>
                  </a:lnTo>
                  <a:lnTo>
                    <a:pt x="611380" y="1207172"/>
                  </a:lnTo>
                  <a:close/>
                  <a:moveTo>
                    <a:pt x="582898" y="1138885"/>
                  </a:moveTo>
                  <a:lnTo>
                    <a:pt x="572382" y="1193354"/>
                  </a:lnTo>
                  <a:lnTo>
                    <a:pt x="626738" y="1203969"/>
                  </a:lnTo>
                  <a:close/>
                  <a:moveTo>
                    <a:pt x="516944" y="1104100"/>
                  </a:moveTo>
                  <a:lnTo>
                    <a:pt x="534179" y="1155636"/>
                  </a:lnTo>
                  <a:lnTo>
                    <a:pt x="582898" y="1138885"/>
                  </a:lnTo>
                  <a:close/>
                  <a:moveTo>
                    <a:pt x="582898" y="1138885"/>
                  </a:moveTo>
                  <a:lnTo>
                    <a:pt x="621522" y="1145467"/>
                  </a:lnTo>
                  <a:lnTo>
                    <a:pt x="624640" y="1080189"/>
                  </a:lnTo>
                  <a:close/>
                  <a:moveTo>
                    <a:pt x="392547" y="870336"/>
                  </a:moveTo>
                  <a:lnTo>
                    <a:pt x="341739" y="855052"/>
                  </a:lnTo>
                  <a:lnTo>
                    <a:pt x="423585" y="851479"/>
                  </a:lnTo>
                  <a:close/>
                  <a:moveTo>
                    <a:pt x="392547" y="870336"/>
                  </a:moveTo>
                  <a:lnTo>
                    <a:pt x="423585" y="851479"/>
                  </a:lnTo>
                  <a:lnTo>
                    <a:pt x="415342" y="846416"/>
                  </a:lnTo>
                  <a:close/>
                  <a:moveTo>
                    <a:pt x="423585" y="851479"/>
                  </a:moveTo>
                  <a:lnTo>
                    <a:pt x="458885" y="822322"/>
                  </a:lnTo>
                  <a:lnTo>
                    <a:pt x="415342" y="846416"/>
                  </a:lnTo>
                  <a:close/>
                  <a:moveTo>
                    <a:pt x="1024974" y="1595371"/>
                  </a:moveTo>
                  <a:lnTo>
                    <a:pt x="1051104" y="1625579"/>
                  </a:lnTo>
                  <a:lnTo>
                    <a:pt x="1055197" y="1585475"/>
                  </a:lnTo>
                  <a:close/>
                  <a:moveTo>
                    <a:pt x="994051" y="1543835"/>
                  </a:moveTo>
                  <a:lnTo>
                    <a:pt x="1055197" y="1585475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24974" y="1595371"/>
                  </a:lnTo>
                  <a:lnTo>
                    <a:pt x="1055197" y="1585475"/>
                  </a:lnTo>
                  <a:close/>
                  <a:moveTo>
                    <a:pt x="1108286" y="1580298"/>
                  </a:moveTo>
                  <a:lnTo>
                    <a:pt x="1055197" y="1585475"/>
                  </a:lnTo>
                  <a:lnTo>
                    <a:pt x="1051104" y="1625579"/>
                  </a:lnTo>
                  <a:close/>
                  <a:moveTo>
                    <a:pt x="1055197" y="1585475"/>
                  </a:moveTo>
                  <a:lnTo>
                    <a:pt x="1108286" y="1580298"/>
                  </a:lnTo>
                  <a:lnTo>
                    <a:pt x="1099870" y="1524396"/>
                  </a:lnTo>
                  <a:close/>
                  <a:moveTo>
                    <a:pt x="1055197" y="1585475"/>
                  </a:moveTo>
                  <a:lnTo>
                    <a:pt x="1099870" y="1524396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48135" y="1528474"/>
                  </a:lnTo>
                  <a:lnTo>
                    <a:pt x="978878" y="1530214"/>
                  </a:lnTo>
                  <a:close/>
                  <a:moveTo>
                    <a:pt x="677702" y="1055912"/>
                  </a:moveTo>
                  <a:lnTo>
                    <a:pt x="681085" y="1115523"/>
                  </a:lnTo>
                  <a:lnTo>
                    <a:pt x="708378" y="1082670"/>
                  </a:lnTo>
                  <a:close/>
                  <a:moveTo>
                    <a:pt x="677702" y="1055912"/>
                  </a:moveTo>
                  <a:lnTo>
                    <a:pt x="625004" y="1080005"/>
                  </a:lnTo>
                  <a:lnTo>
                    <a:pt x="681085" y="1115523"/>
                  </a:lnTo>
                  <a:close/>
                  <a:moveTo>
                    <a:pt x="691382" y="1019123"/>
                  </a:moveTo>
                  <a:lnTo>
                    <a:pt x="663617" y="1050213"/>
                  </a:lnTo>
                  <a:lnTo>
                    <a:pt x="625004" y="1080005"/>
                  </a:lnTo>
                  <a:close/>
                  <a:moveTo>
                    <a:pt x="470852" y="815537"/>
                  </a:moveTo>
                  <a:lnTo>
                    <a:pt x="458885" y="822322"/>
                  </a:lnTo>
                  <a:lnTo>
                    <a:pt x="493293" y="802532"/>
                  </a:lnTo>
                  <a:close/>
                  <a:moveTo>
                    <a:pt x="493293" y="802532"/>
                  </a:moveTo>
                  <a:lnTo>
                    <a:pt x="423585" y="851479"/>
                  </a:lnTo>
                  <a:lnTo>
                    <a:pt x="451456" y="820789"/>
                  </a:lnTo>
                  <a:close/>
                  <a:moveTo>
                    <a:pt x="470852" y="815537"/>
                  </a:moveTo>
                  <a:lnTo>
                    <a:pt x="493293" y="802532"/>
                  </a:lnTo>
                  <a:lnTo>
                    <a:pt x="530139" y="798228"/>
                  </a:lnTo>
                  <a:close/>
                  <a:moveTo>
                    <a:pt x="292097" y="658687"/>
                  </a:moveTo>
                  <a:lnTo>
                    <a:pt x="357153" y="643779"/>
                  </a:lnTo>
                  <a:lnTo>
                    <a:pt x="324709" y="656477"/>
                  </a:lnTo>
                  <a:close/>
                  <a:moveTo>
                    <a:pt x="357153" y="643779"/>
                  </a:moveTo>
                  <a:lnTo>
                    <a:pt x="292097" y="658687"/>
                  </a:lnTo>
                  <a:lnTo>
                    <a:pt x="357367" y="643679"/>
                  </a:lnTo>
                  <a:close/>
                  <a:moveTo>
                    <a:pt x="401809" y="635164"/>
                  </a:moveTo>
                  <a:lnTo>
                    <a:pt x="357153" y="643779"/>
                  </a:lnTo>
                  <a:lnTo>
                    <a:pt x="357662" y="643619"/>
                  </a:lnTo>
                  <a:close/>
                  <a:moveTo>
                    <a:pt x="324709" y="656477"/>
                  </a:moveTo>
                  <a:lnTo>
                    <a:pt x="357153" y="643779"/>
                  </a:lnTo>
                  <a:lnTo>
                    <a:pt x="401809" y="635164"/>
                  </a:lnTo>
                  <a:close/>
                  <a:moveTo>
                    <a:pt x="357153" y="643779"/>
                  </a:moveTo>
                  <a:lnTo>
                    <a:pt x="357367" y="643679"/>
                  </a:lnTo>
                  <a:lnTo>
                    <a:pt x="357662" y="643619"/>
                  </a:lnTo>
                  <a:close/>
                  <a:moveTo>
                    <a:pt x="1147737" y="1571277"/>
                  </a:moveTo>
                  <a:lnTo>
                    <a:pt x="1162126" y="1622814"/>
                  </a:lnTo>
                  <a:lnTo>
                    <a:pt x="1166757" y="1598720"/>
                  </a:lnTo>
                  <a:close/>
                  <a:moveTo>
                    <a:pt x="677702" y="1055912"/>
                  </a:moveTo>
                  <a:lnTo>
                    <a:pt x="714200" y="982618"/>
                  </a:lnTo>
                  <a:lnTo>
                    <a:pt x="691382" y="1019123"/>
                  </a:lnTo>
                  <a:close/>
                  <a:moveTo>
                    <a:pt x="1169688" y="1316943"/>
                  </a:moveTo>
                  <a:lnTo>
                    <a:pt x="1147459" y="1366682"/>
                  </a:lnTo>
                  <a:lnTo>
                    <a:pt x="1170506" y="1317950"/>
                  </a:lnTo>
                  <a:close/>
                  <a:moveTo>
                    <a:pt x="1361885" y="1498996"/>
                  </a:moveTo>
                  <a:lnTo>
                    <a:pt x="1352726" y="1475210"/>
                  </a:lnTo>
                  <a:lnTo>
                    <a:pt x="1337387" y="1523090"/>
                  </a:lnTo>
                  <a:close/>
                  <a:moveTo>
                    <a:pt x="1169688" y="1316943"/>
                  </a:moveTo>
                  <a:lnTo>
                    <a:pt x="1170506" y="1317950"/>
                  </a:lnTo>
                  <a:lnTo>
                    <a:pt x="1170664" y="1316596"/>
                  </a:lnTo>
                  <a:close/>
                  <a:moveTo>
                    <a:pt x="1127965" y="1265407"/>
                  </a:moveTo>
                  <a:lnTo>
                    <a:pt x="1169688" y="1316943"/>
                  </a:lnTo>
                  <a:lnTo>
                    <a:pt x="1170664" y="1316596"/>
                  </a:lnTo>
                  <a:close/>
                  <a:moveTo>
                    <a:pt x="1224220" y="1311038"/>
                  </a:moveTo>
                  <a:lnTo>
                    <a:pt x="1170506" y="1317950"/>
                  </a:lnTo>
                  <a:lnTo>
                    <a:pt x="1230703" y="1368341"/>
                  </a:lnTo>
                  <a:close/>
                  <a:moveTo>
                    <a:pt x="1224220" y="1311038"/>
                  </a:moveTo>
                  <a:lnTo>
                    <a:pt x="1170664" y="1316596"/>
                  </a:lnTo>
                  <a:lnTo>
                    <a:pt x="1170506" y="1317950"/>
                  </a:lnTo>
                  <a:close/>
                  <a:moveTo>
                    <a:pt x="1110186" y="1076809"/>
                  </a:moveTo>
                  <a:lnTo>
                    <a:pt x="1088884" y="1052558"/>
                  </a:lnTo>
                  <a:lnTo>
                    <a:pt x="1061850" y="1078123"/>
                  </a:lnTo>
                  <a:close/>
                  <a:moveTo>
                    <a:pt x="1185966" y="1105954"/>
                  </a:moveTo>
                  <a:lnTo>
                    <a:pt x="1140640" y="1062609"/>
                  </a:lnTo>
                  <a:lnTo>
                    <a:pt x="1107928" y="1123758"/>
                  </a:lnTo>
                  <a:close/>
                  <a:moveTo>
                    <a:pt x="1118977" y="1030170"/>
                  </a:moveTo>
                  <a:lnTo>
                    <a:pt x="1095378" y="1026105"/>
                  </a:lnTo>
                  <a:lnTo>
                    <a:pt x="1140640" y="1062609"/>
                  </a:lnTo>
                  <a:close/>
                  <a:moveTo>
                    <a:pt x="1140640" y="1062609"/>
                  </a:moveTo>
                  <a:lnTo>
                    <a:pt x="1095378" y="1026105"/>
                  </a:lnTo>
                  <a:lnTo>
                    <a:pt x="1088014" y="1035167"/>
                  </a:lnTo>
                  <a:close/>
                  <a:moveTo>
                    <a:pt x="1088884" y="1052558"/>
                  </a:moveTo>
                  <a:lnTo>
                    <a:pt x="1110186" y="1076809"/>
                  </a:lnTo>
                  <a:lnTo>
                    <a:pt x="1140640" y="1062609"/>
                  </a:lnTo>
                  <a:close/>
                  <a:moveTo>
                    <a:pt x="1088014" y="1035167"/>
                  </a:moveTo>
                  <a:lnTo>
                    <a:pt x="1088884" y="1052558"/>
                  </a:lnTo>
                  <a:lnTo>
                    <a:pt x="1140640" y="1062609"/>
                  </a:lnTo>
                  <a:close/>
                  <a:moveTo>
                    <a:pt x="833471" y="661417"/>
                  </a:moveTo>
                  <a:lnTo>
                    <a:pt x="772734" y="722041"/>
                  </a:lnTo>
                  <a:lnTo>
                    <a:pt x="815307" y="701853"/>
                  </a:lnTo>
                  <a:close/>
                  <a:moveTo>
                    <a:pt x="376875" y="251289"/>
                  </a:moveTo>
                  <a:lnTo>
                    <a:pt x="434880" y="242114"/>
                  </a:lnTo>
                  <a:lnTo>
                    <a:pt x="403911" y="204548"/>
                  </a:lnTo>
                  <a:close/>
                  <a:moveTo>
                    <a:pt x="329529" y="0"/>
                  </a:moveTo>
                  <a:lnTo>
                    <a:pt x="296378" y="55971"/>
                  </a:lnTo>
                  <a:lnTo>
                    <a:pt x="322745" y="31877"/>
                  </a:lnTo>
                  <a:close/>
                  <a:moveTo>
                    <a:pt x="777972" y="628594"/>
                  </a:moveTo>
                  <a:lnTo>
                    <a:pt x="844126" y="574685"/>
                  </a:lnTo>
                  <a:lnTo>
                    <a:pt x="777618" y="592585"/>
                  </a:lnTo>
                  <a:close/>
                  <a:moveTo>
                    <a:pt x="847182" y="577780"/>
                  </a:moveTo>
                  <a:lnTo>
                    <a:pt x="844126" y="574685"/>
                  </a:lnTo>
                  <a:lnTo>
                    <a:pt x="777972" y="628594"/>
                  </a:lnTo>
                  <a:close/>
                  <a:moveTo>
                    <a:pt x="827648" y="639645"/>
                  </a:moveTo>
                  <a:lnTo>
                    <a:pt x="847182" y="577780"/>
                  </a:lnTo>
                  <a:lnTo>
                    <a:pt x="777972" y="628594"/>
                  </a:lnTo>
                  <a:close/>
                  <a:moveTo>
                    <a:pt x="757299" y="551298"/>
                  </a:moveTo>
                  <a:lnTo>
                    <a:pt x="777618" y="592585"/>
                  </a:lnTo>
                  <a:lnTo>
                    <a:pt x="760026" y="547243"/>
                  </a:lnTo>
                  <a:close/>
                  <a:moveTo>
                    <a:pt x="760026" y="547243"/>
                  </a:moveTo>
                  <a:lnTo>
                    <a:pt x="777618" y="592585"/>
                  </a:lnTo>
                  <a:lnTo>
                    <a:pt x="844126" y="574685"/>
                  </a:lnTo>
                  <a:close/>
                  <a:moveTo>
                    <a:pt x="760026" y="547243"/>
                  </a:moveTo>
                  <a:lnTo>
                    <a:pt x="844126" y="574685"/>
                  </a:lnTo>
                  <a:lnTo>
                    <a:pt x="815282" y="523149"/>
                  </a:lnTo>
                  <a:close/>
                  <a:moveTo>
                    <a:pt x="749178" y="495707"/>
                  </a:moveTo>
                  <a:lnTo>
                    <a:pt x="760026" y="547243"/>
                  </a:lnTo>
                  <a:lnTo>
                    <a:pt x="815282" y="523149"/>
                  </a:lnTo>
                  <a:close/>
                  <a:moveTo>
                    <a:pt x="742037" y="444170"/>
                  </a:moveTo>
                  <a:lnTo>
                    <a:pt x="796422" y="471612"/>
                  </a:lnTo>
                  <a:lnTo>
                    <a:pt x="775531" y="420076"/>
                  </a:lnTo>
                  <a:close/>
                  <a:moveTo>
                    <a:pt x="509458" y="219465"/>
                  </a:moveTo>
                  <a:lnTo>
                    <a:pt x="568164" y="233286"/>
                  </a:lnTo>
                  <a:lnTo>
                    <a:pt x="543234" y="213930"/>
                  </a:lnTo>
                  <a:close/>
                  <a:moveTo>
                    <a:pt x="543234" y="213930"/>
                  </a:moveTo>
                  <a:lnTo>
                    <a:pt x="554626" y="182668"/>
                  </a:lnTo>
                  <a:lnTo>
                    <a:pt x="509458" y="219465"/>
                  </a:lnTo>
                  <a:close/>
                  <a:moveTo>
                    <a:pt x="509458" y="219465"/>
                  </a:moveTo>
                  <a:lnTo>
                    <a:pt x="554626" y="182668"/>
                  </a:lnTo>
                  <a:lnTo>
                    <a:pt x="545462" y="165434"/>
                  </a:lnTo>
                  <a:close/>
                  <a:moveTo>
                    <a:pt x="489342" y="173076"/>
                  </a:moveTo>
                  <a:lnTo>
                    <a:pt x="545462" y="165434"/>
                  </a:lnTo>
                  <a:lnTo>
                    <a:pt x="527838" y="117020"/>
                  </a:lnTo>
                  <a:close/>
                  <a:moveTo>
                    <a:pt x="451923" y="59320"/>
                  </a:moveTo>
                  <a:lnTo>
                    <a:pt x="451676" y="134950"/>
                  </a:lnTo>
                  <a:lnTo>
                    <a:pt x="478111" y="71272"/>
                  </a:lnTo>
                  <a:close/>
                  <a:moveTo>
                    <a:pt x="464532" y="130504"/>
                  </a:moveTo>
                  <a:lnTo>
                    <a:pt x="527838" y="117020"/>
                  </a:lnTo>
                  <a:lnTo>
                    <a:pt x="478111" y="71272"/>
                  </a:lnTo>
                  <a:close/>
                  <a:moveTo>
                    <a:pt x="343702" y="27286"/>
                  </a:moveTo>
                  <a:lnTo>
                    <a:pt x="322745" y="31877"/>
                  </a:lnTo>
                  <a:lnTo>
                    <a:pt x="302112" y="72169"/>
                  </a:lnTo>
                  <a:close/>
                  <a:moveTo>
                    <a:pt x="451923" y="59320"/>
                  </a:moveTo>
                  <a:lnTo>
                    <a:pt x="470366" y="42312"/>
                  </a:lnTo>
                  <a:lnTo>
                    <a:pt x="425381" y="61607"/>
                  </a:lnTo>
                  <a:close/>
                  <a:moveTo>
                    <a:pt x="425381" y="61607"/>
                  </a:moveTo>
                  <a:lnTo>
                    <a:pt x="470366" y="42312"/>
                  </a:lnTo>
                  <a:lnTo>
                    <a:pt x="452657" y="14671"/>
                  </a:lnTo>
                  <a:close/>
                  <a:moveTo>
                    <a:pt x="425381" y="61607"/>
                  </a:moveTo>
                  <a:lnTo>
                    <a:pt x="452657" y="14671"/>
                  </a:lnTo>
                  <a:lnTo>
                    <a:pt x="399574" y="19846"/>
                  </a:lnTo>
                  <a:close/>
                  <a:moveTo>
                    <a:pt x="343702" y="27286"/>
                  </a:moveTo>
                  <a:lnTo>
                    <a:pt x="425381" y="61607"/>
                  </a:lnTo>
                  <a:lnTo>
                    <a:pt x="399574" y="19846"/>
                  </a:lnTo>
                  <a:close/>
                  <a:moveTo>
                    <a:pt x="1172851" y="787119"/>
                  </a:moveTo>
                  <a:lnTo>
                    <a:pt x="1140216" y="832369"/>
                  </a:lnTo>
                  <a:lnTo>
                    <a:pt x="1160632" y="808275"/>
                  </a:lnTo>
                  <a:close/>
                  <a:moveTo>
                    <a:pt x="844126" y="574685"/>
                  </a:moveTo>
                  <a:lnTo>
                    <a:pt x="847182" y="577780"/>
                  </a:lnTo>
                  <a:lnTo>
                    <a:pt x="848472" y="572964"/>
                  </a:lnTo>
                  <a:close/>
                  <a:moveTo>
                    <a:pt x="815282" y="523149"/>
                  </a:moveTo>
                  <a:lnTo>
                    <a:pt x="844126" y="574685"/>
                  </a:lnTo>
                  <a:lnTo>
                    <a:pt x="848472" y="572964"/>
                  </a:lnTo>
                  <a:close/>
                  <a:moveTo>
                    <a:pt x="796422" y="471612"/>
                  </a:moveTo>
                  <a:lnTo>
                    <a:pt x="840874" y="516397"/>
                  </a:lnTo>
                  <a:lnTo>
                    <a:pt x="839966" y="454394"/>
                  </a:lnTo>
                  <a:close/>
                  <a:moveTo>
                    <a:pt x="906866" y="491354"/>
                  </a:moveTo>
                  <a:lnTo>
                    <a:pt x="865326" y="447519"/>
                  </a:lnTo>
                  <a:lnTo>
                    <a:pt x="907351" y="500336"/>
                  </a:lnTo>
                  <a:close/>
                  <a:moveTo>
                    <a:pt x="907351" y="500336"/>
                  </a:moveTo>
                  <a:lnTo>
                    <a:pt x="839966" y="454394"/>
                  </a:lnTo>
                  <a:lnTo>
                    <a:pt x="840874" y="516397"/>
                  </a:lnTo>
                  <a:close/>
                  <a:moveTo>
                    <a:pt x="796422" y="471612"/>
                  </a:moveTo>
                  <a:lnTo>
                    <a:pt x="839966" y="454394"/>
                  </a:lnTo>
                  <a:lnTo>
                    <a:pt x="775531" y="420076"/>
                  </a:lnTo>
                  <a:close/>
                  <a:moveTo>
                    <a:pt x="451923" y="59320"/>
                  </a:moveTo>
                  <a:lnTo>
                    <a:pt x="478111" y="71272"/>
                  </a:lnTo>
                  <a:lnTo>
                    <a:pt x="489041" y="47835"/>
                  </a:lnTo>
                  <a:close/>
                  <a:moveTo>
                    <a:pt x="489041" y="47835"/>
                  </a:moveTo>
                  <a:lnTo>
                    <a:pt x="510750" y="18624"/>
                  </a:lnTo>
                  <a:lnTo>
                    <a:pt x="470366" y="42312"/>
                  </a:lnTo>
                  <a:close/>
                  <a:moveTo>
                    <a:pt x="1192413" y="796971"/>
                  </a:moveTo>
                  <a:lnTo>
                    <a:pt x="1160632" y="808275"/>
                  </a:lnTo>
                  <a:lnTo>
                    <a:pt x="1208241" y="846846"/>
                  </a:lnTo>
                  <a:close/>
                  <a:moveTo>
                    <a:pt x="1225397" y="784181"/>
                  </a:moveTo>
                  <a:lnTo>
                    <a:pt x="1192413" y="796971"/>
                  </a:lnTo>
                  <a:lnTo>
                    <a:pt x="1208241" y="846846"/>
                  </a:lnTo>
                  <a:close/>
                  <a:moveTo>
                    <a:pt x="906866" y="491354"/>
                  </a:moveTo>
                  <a:lnTo>
                    <a:pt x="927376" y="499055"/>
                  </a:lnTo>
                  <a:lnTo>
                    <a:pt x="930631" y="445307"/>
                  </a:lnTo>
                  <a:close/>
                  <a:moveTo>
                    <a:pt x="1295062" y="726741"/>
                  </a:moveTo>
                  <a:lnTo>
                    <a:pt x="1337569" y="760087"/>
                  </a:lnTo>
                  <a:lnTo>
                    <a:pt x="1372469" y="764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34" name="Output_density__4233">
              <a:extLst>
                <a:ext uri="{FF2B5EF4-FFF2-40B4-BE49-F238E27FC236}">
                  <a16:creationId xmlns:a16="http://schemas.microsoft.com/office/drawing/2014/main" id="{2C87DBFE-8978-B975-47BE-6B4C74B03BA2}"/>
                </a:ext>
              </a:extLst>
            </p:cNvPr>
            <p:cNvSpPr>
              <a:spLocks noGrp="1"/>
            </p:cNvSpPr>
            <p:nvPr/>
          </p:nvSpPr>
          <p:spPr>
            <a:xfrm>
              <a:off x="15414299" y="3264888"/>
              <a:ext cx="1403035" cy="1104935"/>
            </a:xfrm>
            <a:custGeom>
              <a:avLst/>
              <a:gdLst/>
              <a:ahLst/>
              <a:cxnLst/>
              <a:rect l="0" t="0" r="0" b="0"/>
              <a:pathLst>
                <a:path w="1403035" h="1104935">
                  <a:moveTo>
                    <a:pt x="32902" y="1058975"/>
                  </a:moveTo>
                  <a:lnTo>
                    <a:pt x="0" y="1063298"/>
                  </a:lnTo>
                  <a:lnTo>
                    <a:pt x="51482" y="1056901"/>
                  </a:lnTo>
                  <a:close/>
                  <a:moveTo>
                    <a:pt x="32902" y="1058975"/>
                  </a:moveTo>
                  <a:lnTo>
                    <a:pt x="7255" y="1066218"/>
                  </a:lnTo>
                  <a:lnTo>
                    <a:pt x="0" y="1063298"/>
                  </a:lnTo>
                  <a:close/>
                  <a:moveTo>
                    <a:pt x="54558" y="1056925"/>
                  </a:moveTo>
                  <a:lnTo>
                    <a:pt x="32902" y="1058975"/>
                  </a:lnTo>
                  <a:lnTo>
                    <a:pt x="51482" y="1056901"/>
                  </a:lnTo>
                  <a:close/>
                  <a:moveTo>
                    <a:pt x="199452" y="935156"/>
                  </a:moveTo>
                  <a:lnTo>
                    <a:pt x="219726" y="931882"/>
                  </a:lnTo>
                  <a:lnTo>
                    <a:pt x="247333" y="900203"/>
                  </a:lnTo>
                  <a:close/>
                  <a:moveTo>
                    <a:pt x="171690" y="323415"/>
                  </a:moveTo>
                  <a:lnTo>
                    <a:pt x="179043" y="279955"/>
                  </a:lnTo>
                  <a:lnTo>
                    <a:pt x="166027" y="314114"/>
                  </a:lnTo>
                  <a:close/>
                  <a:moveTo>
                    <a:pt x="195061" y="247784"/>
                  </a:moveTo>
                  <a:lnTo>
                    <a:pt x="179043" y="279955"/>
                  </a:lnTo>
                  <a:lnTo>
                    <a:pt x="171690" y="323415"/>
                  </a:lnTo>
                  <a:close/>
                  <a:moveTo>
                    <a:pt x="168795" y="271878"/>
                  </a:moveTo>
                  <a:lnTo>
                    <a:pt x="195061" y="247784"/>
                  </a:lnTo>
                  <a:lnTo>
                    <a:pt x="171690" y="323415"/>
                  </a:lnTo>
                  <a:close/>
                  <a:moveTo>
                    <a:pt x="485242" y="416497"/>
                  </a:moveTo>
                  <a:lnTo>
                    <a:pt x="436136" y="407577"/>
                  </a:lnTo>
                  <a:lnTo>
                    <a:pt x="449752" y="418706"/>
                  </a:lnTo>
                  <a:close/>
                  <a:moveTo>
                    <a:pt x="436136" y="407577"/>
                  </a:moveTo>
                  <a:lnTo>
                    <a:pt x="485242" y="416497"/>
                  </a:lnTo>
                  <a:lnTo>
                    <a:pt x="511735" y="380650"/>
                  </a:lnTo>
                  <a:close/>
                  <a:moveTo>
                    <a:pt x="511735" y="380650"/>
                  </a:moveTo>
                  <a:lnTo>
                    <a:pt x="525434" y="375301"/>
                  </a:lnTo>
                  <a:lnTo>
                    <a:pt x="529360" y="354206"/>
                  </a:lnTo>
                  <a:close/>
                  <a:moveTo>
                    <a:pt x="485242" y="416497"/>
                  </a:moveTo>
                  <a:lnTo>
                    <a:pt x="523178" y="383656"/>
                  </a:lnTo>
                  <a:lnTo>
                    <a:pt x="511735" y="380650"/>
                  </a:lnTo>
                  <a:close/>
                  <a:moveTo>
                    <a:pt x="1206075" y="1104935"/>
                  </a:moveTo>
                  <a:lnTo>
                    <a:pt x="1200676" y="1103161"/>
                  </a:lnTo>
                  <a:lnTo>
                    <a:pt x="1171342" y="1100045"/>
                  </a:lnTo>
                  <a:close/>
                  <a:moveTo>
                    <a:pt x="1215394" y="1090074"/>
                  </a:moveTo>
                  <a:lnTo>
                    <a:pt x="1206075" y="1104935"/>
                  </a:lnTo>
                  <a:lnTo>
                    <a:pt x="1171342" y="1100045"/>
                  </a:lnTo>
                  <a:close/>
                  <a:moveTo>
                    <a:pt x="1215347" y="1051624"/>
                  </a:moveTo>
                  <a:lnTo>
                    <a:pt x="1206075" y="1104935"/>
                  </a:lnTo>
                  <a:lnTo>
                    <a:pt x="1215394" y="1090074"/>
                  </a:lnTo>
                  <a:close/>
                  <a:moveTo>
                    <a:pt x="1211317" y="1103161"/>
                  </a:moveTo>
                  <a:lnTo>
                    <a:pt x="1206075" y="1104935"/>
                  </a:lnTo>
                  <a:lnTo>
                    <a:pt x="1215347" y="1051624"/>
                  </a:lnTo>
                  <a:close/>
                  <a:moveTo>
                    <a:pt x="528706" y="334658"/>
                  </a:moveTo>
                  <a:lnTo>
                    <a:pt x="511735" y="380650"/>
                  </a:lnTo>
                  <a:lnTo>
                    <a:pt x="529360" y="354206"/>
                  </a:lnTo>
                  <a:close/>
                  <a:moveTo>
                    <a:pt x="1215347" y="1051624"/>
                  </a:moveTo>
                  <a:lnTo>
                    <a:pt x="1244459" y="1027530"/>
                  </a:lnTo>
                  <a:lnTo>
                    <a:pt x="1211317" y="1103161"/>
                  </a:lnTo>
                  <a:close/>
                  <a:moveTo>
                    <a:pt x="1345863" y="998496"/>
                  </a:moveTo>
                  <a:lnTo>
                    <a:pt x="1315345" y="1019296"/>
                  </a:lnTo>
                  <a:lnTo>
                    <a:pt x="1388144" y="981901"/>
                  </a:lnTo>
                  <a:close/>
                  <a:moveTo>
                    <a:pt x="1401668" y="934381"/>
                  </a:moveTo>
                  <a:lnTo>
                    <a:pt x="1388144" y="981901"/>
                  </a:lnTo>
                  <a:lnTo>
                    <a:pt x="1403035" y="951900"/>
                  </a:lnTo>
                  <a:close/>
                  <a:moveTo>
                    <a:pt x="840807" y="63115"/>
                  </a:moveTo>
                  <a:lnTo>
                    <a:pt x="879131" y="31723"/>
                  </a:lnTo>
                  <a:lnTo>
                    <a:pt x="909059" y="8721"/>
                  </a:lnTo>
                  <a:close/>
                  <a:moveTo>
                    <a:pt x="1246760" y="294183"/>
                  </a:moveTo>
                  <a:lnTo>
                    <a:pt x="1235882" y="364252"/>
                  </a:lnTo>
                  <a:lnTo>
                    <a:pt x="1238208" y="363878"/>
                  </a:lnTo>
                  <a:close/>
                  <a:moveTo>
                    <a:pt x="1246760" y="294183"/>
                  </a:moveTo>
                  <a:lnTo>
                    <a:pt x="1238208" y="363878"/>
                  </a:lnTo>
                  <a:lnTo>
                    <a:pt x="1238237" y="364252"/>
                  </a:lnTo>
                  <a:close/>
                  <a:moveTo>
                    <a:pt x="911962" y="0"/>
                  </a:moveTo>
                  <a:lnTo>
                    <a:pt x="909059" y="8721"/>
                  </a:lnTo>
                  <a:lnTo>
                    <a:pt x="912348" y="349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5" name="Output_density__4234">
              <a:extLst>
                <a:ext uri="{FF2B5EF4-FFF2-40B4-BE49-F238E27FC236}">
                  <a16:creationId xmlns:a16="http://schemas.microsoft.com/office/drawing/2014/main" id="{F8B5D861-860E-69D6-F52A-1F294D0EDE8E}"/>
                </a:ext>
              </a:extLst>
            </p:cNvPr>
            <p:cNvSpPr>
              <a:spLocks noGrp="1"/>
            </p:cNvSpPr>
            <p:nvPr/>
          </p:nvSpPr>
          <p:spPr>
            <a:xfrm>
              <a:off x="15407570" y="2677125"/>
              <a:ext cx="1432095" cy="1697963"/>
            </a:xfrm>
            <a:custGeom>
              <a:avLst/>
              <a:gdLst/>
              <a:ahLst/>
              <a:cxnLst/>
              <a:rect l="0" t="0" r="0" b="0"/>
              <a:pathLst>
                <a:path w="1432095" h="1697963">
                  <a:moveTo>
                    <a:pt x="0" y="1646737"/>
                  </a:moveTo>
                  <a:lnTo>
                    <a:pt x="6729" y="1651060"/>
                  </a:lnTo>
                  <a:lnTo>
                    <a:pt x="13984" y="1653981"/>
                  </a:lnTo>
                  <a:close/>
                  <a:moveTo>
                    <a:pt x="0" y="1646737"/>
                  </a:moveTo>
                  <a:lnTo>
                    <a:pt x="13984" y="1653981"/>
                  </a:lnTo>
                  <a:lnTo>
                    <a:pt x="53912" y="1674180"/>
                  </a:lnTo>
                  <a:close/>
                  <a:moveTo>
                    <a:pt x="188102" y="1492069"/>
                  </a:moveTo>
                  <a:lnTo>
                    <a:pt x="244311" y="1522919"/>
                  </a:lnTo>
                  <a:lnTo>
                    <a:pt x="226455" y="1519645"/>
                  </a:lnTo>
                  <a:close/>
                  <a:moveTo>
                    <a:pt x="312216" y="1395817"/>
                  </a:moveTo>
                  <a:lnTo>
                    <a:pt x="264576" y="1392373"/>
                  </a:lnTo>
                  <a:lnTo>
                    <a:pt x="267945" y="1395752"/>
                  </a:lnTo>
                  <a:close/>
                  <a:moveTo>
                    <a:pt x="340407" y="1423195"/>
                  </a:moveTo>
                  <a:lnTo>
                    <a:pt x="312216" y="1395817"/>
                  </a:lnTo>
                  <a:lnTo>
                    <a:pt x="283467" y="1389777"/>
                  </a:lnTo>
                  <a:close/>
                  <a:moveTo>
                    <a:pt x="422303" y="1458060"/>
                  </a:moveTo>
                  <a:lnTo>
                    <a:pt x="469332" y="1459215"/>
                  </a:lnTo>
                  <a:lnTo>
                    <a:pt x="492400" y="1410564"/>
                  </a:lnTo>
                  <a:close/>
                  <a:moveTo>
                    <a:pt x="556881" y="1375007"/>
                  </a:moveTo>
                  <a:lnTo>
                    <a:pt x="558999" y="1380446"/>
                  </a:lnTo>
                  <a:lnTo>
                    <a:pt x="567062" y="1380137"/>
                  </a:lnTo>
                  <a:close/>
                  <a:moveTo>
                    <a:pt x="579978" y="1375007"/>
                  </a:moveTo>
                  <a:lnTo>
                    <a:pt x="567062" y="1380137"/>
                  </a:lnTo>
                  <a:lnTo>
                    <a:pt x="558999" y="1380446"/>
                  </a:lnTo>
                  <a:close/>
                  <a:moveTo>
                    <a:pt x="556881" y="1375007"/>
                  </a:moveTo>
                  <a:lnTo>
                    <a:pt x="567062" y="1380137"/>
                  </a:lnTo>
                  <a:lnTo>
                    <a:pt x="590897" y="1354514"/>
                  </a:lnTo>
                  <a:close/>
                  <a:moveTo>
                    <a:pt x="201790" y="835547"/>
                  </a:moveTo>
                  <a:lnTo>
                    <a:pt x="175524" y="859641"/>
                  </a:lnTo>
                  <a:lnTo>
                    <a:pt x="211673" y="789880"/>
                  </a:lnTo>
                  <a:close/>
                  <a:moveTo>
                    <a:pt x="175524" y="859641"/>
                  </a:moveTo>
                  <a:lnTo>
                    <a:pt x="190130" y="844233"/>
                  </a:lnTo>
                  <a:lnTo>
                    <a:pt x="211673" y="789880"/>
                  </a:lnTo>
                  <a:close/>
                  <a:moveTo>
                    <a:pt x="351065" y="826790"/>
                  </a:moveTo>
                  <a:lnTo>
                    <a:pt x="294641" y="816007"/>
                  </a:lnTo>
                  <a:lnTo>
                    <a:pt x="335054" y="821135"/>
                  </a:lnTo>
                  <a:close/>
                  <a:moveTo>
                    <a:pt x="301073" y="814558"/>
                  </a:moveTo>
                  <a:lnTo>
                    <a:pt x="351065" y="826790"/>
                  </a:lnTo>
                  <a:lnTo>
                    <a:pt x="381703" y="806440"/>
                  </a:lnTo>
                  <a:close/>
                  <a:moveTo>
                    <a:pt x="1178071" y="1687808"/>
                  </a:moveTo>
                  <a:lnTo>
                    <a:pt x="1134068" y="1697963"/>
                  </a:lnTo>
                  <a:lnTo>
                    <a:pt x="1109553" y="1675913"/>
                  </a:lnTo>
                  <a:close/>
                  <a:moveTo>
                    <a:pt x="1178071" y="1687808"/>
                  </a:moveTo>
                  <a:lnTo>
                    <a:pt x="1207406" y="1690924"/>
                  </a:lnTo>
                  <a:lnTo>
                    <a:pt x="1165787" y="1681657"/>
                  </a:lnTo>
                  <a:close/>
                  <a:moveTo>
                    <a:pt x="1178071" y="1687808"/>
                  </a:moveTo>
                  <a:lnTo>
                    <a:pt x="1165787" y="1681657"/>
                  </a:lnTo>
                  <a:lnTo>
                    <a:pt x="1134068" y="1697963"/>
                  </a:lnTo>
                  <a:close/>
                  <a:moveTo>
                    <a:pt x="751435" y="1140746"/>
                  </a:moveTo>
                  <a:lnTo>
                    <a:pt x="760290" y="1079776"/>
                  </a:lnTo>
                  <a:lnTo>
                    <a:pt x="733557" y="1113679"/>
                  </a:lnTo>
                  <a:close/>
                  <a:moveTo>
                    <a:pt x="703196" y="1135067"/>
                  </a:moveTo>
                  <a:lnTo>
                    <a:pt x="751435" y="1140746"/>
                  </a:lnTo>
                  <a:lnTo>
                    <a:pt x="733557" y="1113679"/>
                  </a:lnTo>
                  <a:close/>
                  <a:moveTo>
                    <a:pt x="306319" y="367313"/>
                  </a:moveTo>
                  <a:lnTo>
                    <a:pt x="289729" y="354321"/>
                  </a:lnTo>
                  <a:lnTo>
                    <a:pt x="284997" y="349751"/>
                  </a:lnTo>
                  <a:close/>
                  <a:moveTo>
                    <a:pt x="1394873" y="1569664"/>
                  </a:moveTo>
                  <a:lnTo>
                    <a:pt x="1408397" y="1522144"/>
                  </a:lnTo>
                  <a:lnTo>
                    <a:pt x="1377268" y="1543620"/>
                  </a:lnTo>
                  <a:close/>
                  <a:moveTo>
                    <a:pt x="1352592" y="1586259"/>
                  </a:moveTo>
                  <a:lnTo>
                    <a:pt x="1394873" y="1569664"/>
                  </a:lnTo>
                  <a:lnTo>
                    <a:pt x="1377268" y="1543620"/>
                  </a:lnTo>
                  <a:close/>
                  <a:moveTo>
                    <a:pt x="1409764" y="1539663"/>
                  </a:moveTo>
                  <a:lnTo>
                    <a:pt x="1412750" y="1501602"/>
                  </a:lnTo>
                  <a:lnTo>
                    <a:pt x="1408397" y="1522144"/>
                  </a:lnTo>
                  <a:close/>
                  <a:moveTo>
                    <a:pt x="1432095" y="1464032"/>
                  </a:moveTo>
                  <a:lnTo>
                    <a:pt x="1412750" y="1501602"/>
                  </a:lnTo>
                  <a:lnTo>
                    <a:pt x="1409764" y="1539663"/>
                  </a:lnTo>
                  <a:close/>
                  <a:moveTo>
                    <a:pt x="1132435" y="1280854"/>
                  </a:moveTo>
                  <a:lnTo>
                    <a:pt x="1164539" y="1232513"/>
                  </a:lnTo>
                  <a:lnTo>
                    <a:pt x="1136627" y="1281980"/>
                  </a:lnTo>
                  <a:close/>
                  <a:moveTo>
                    <a:pt x="1132435" y="1280854"/>
                  </a:moveTo>
                  <a:lnTo>
                    <a:pt x="1130434" y="1279677"/>
                  </a:lnTo>
                  <a:lnTo>
                    <a:pt x="1163320" y="1230443"/>
                  </a:lnTo>
                  <a:close/>
                  <a:moveTo>
                    <a:pt x="651687" y="712460"/>
                  </a:moveTo>
                  <a:lnTo>
                    <a:pt x="695290" y="700807"/>
                  </a:lnTo>
                  <a:lnTo>
                    <a:pt x="722933" y="669261"/>
                  </a:lnTo>
                  <a:close/>
                  <a:moveTo>
                    <a:pt x="695290" y="700807"/>
                  </a:moveTo>
                  <a:lnTo>
                    <a:pt x="742121" y="701226"/>
                  </a:lnTo>
                  <a:lnTo>
                    <a:pt x="772608" y="680312"/>
                  </a:lnTo>
                  <a:close/>
                  <a:moveTo>
                    <a:pt x="333496" y="175617"/>
                  </a:moveTo>
                  <a:lnTo>
                    <a:pt x="317456" y="201312"/>
                  </a:lnTo>
                  <a:lnTo>
                    <a:pt x="340428" y="189337"/>
                  </a:lnTo>
                  <a:close/>
                  <a:moveTo>
                    <a:pt x="340428" y="189337"/>
                  </a:moveTo>
                  <a:lnTo>
                    <a:pt x="317456" y="201312"/>
                  </a:lnTo>
                  <a:lnTo>
                    <a:pt x="308428" y="240113"/>
                  </a:lnTo>
                  <a:close/>
                  <a:moveTo>
                    <a:pt x="333496" y="175617"/>
                  </a:moveTo>
                  <a:lnTo>
                    <a:pt x="340428" y="189337"/>
                  </a:lnTo>
                  <a:lnTo>
                    <a:pt x="353325" y="160743"/>
                  </a:lnTo>
                  <a:close/>
                  <a:moveTo>
                    <a:pt x="92540" y="19317"/>
                  </a:moveTo>
                  <a:lnTo>
                    <a:pt x="139139" y="18865"/>
                  </a:lnTo>
                  <a:lnTo>
                    <a:pt x="172905" y="10210"/>
                  </a:lnTo>
                  <a:close/>
                  <a:moveTo>
                    <a:pt x="172905" y="10210"/>
                  </a:moveTo>
                  <a:lnTo>
                    <a:pt x="139139" y="18865"/>
                  </a:lnTo>
                  <a:lnTo>
                    <a:pt x="216894" y="0"/>
                  </a:lnTo>
                  <a:close/>
                  <a:moveTo>
                    <a:pt x="1416343" y="1452942"/>
                  </a:moveTo>
                  <a:lnTo>
                    <a:pt x="1412750" y="1501602"/>
                  </a:lnTo>
                  <a:lnTo>
                    <a:pt x="1432095" y="1464032"/>
                  </a:lnTo>
                  <a:close/>
                  <a:moveTo>
                    <a:pt x="1398495" y="1404709"/>
                  </a:moveTo>
                  <a:lnTo>
                    <a:pt x="1416343" y="1452942"/>
                  </a:lnTo>
                  <a:lnTo>
                    <a:pt x="1432095" y="1464032"/>
                  </a:lnTo>
                  <a:close/>
                  <a:moveTo>
                    <a:pt x="1170119" y="1187474"/>
                  </a:moveTo>
                  <a:lnTo>
                    <a:pt x="1199559" y="1228551"/>
                  </a:lnTo>
                  <a:lnTo>
                    <a:pt x="1188141" y="1206349"/>
                  </a:lnTo>
                  <a:close/>
                  <a:moveTo>
                    <a:pt x="468233" y="311645"/>
                  </a:moveTo>
                  <a:lnTo>
                    <a:pt x="478353" y="381764"/>
                  </a:lnTo>
                  <a:lnTo>
                    <a:pt x="482343" y="330227"/>
                  </a:lnTo>
                  <a:close/>
                  <a:moveTo>
                    <a:pt x="501592" y="278690"/>
                  </a:moveTo>
                  <a:lnTo>
                    <a:pt x="518141" y="254597"/>
                  </a:lnTo>
                  <a:lnTo>
                    <a:pt x="513125" y="273953"/>
                  </a:lnTo>
                  <a:close/>
                  <a:moveTo>
                    <a:pt x="333270" y="125535"/>
                  </a:moveTo>
                  <a:lnTo>
                    <a:pt x="353325" y="160743"/>
                  </a:lnTo>
                  <a:lnTo>
                    <a:pt x="363604" y="99987"/>
                  </a:lnTo>
                  <a:close/>
                  <a:moveTo>
                    <a:pt x="333496" y="175617"/>
                  </a:moveTo>
                  <a:lnTo>
                    <a:pt x="353325" y="160743"/>
                  </a:lnTo>
                  <a:lnTo>
                    <a:pt x="333270" y="125535"/>
                  </a:lnTo>
                  <a:close/>
                  <a:moveTo>
                    <a:pt x="1161469" y="1006278"/>
                  </a:moveTo>
                  <a:lnTo>
                    <a:pt x="1174126" y="998560"/>
                  </a:lnTo>
                  <a:lnTo>
                    <a:pt x="1184131" y="952015"/>
                  </a:lnTo>
                  <a:close/>
                  <a:moveTo>
                    <a:pt x="1191544" y="1019810"/>
                  </a:moveTo>
                  <a:lnTo>
                    <a:pt x="1174126" y="998560"/>
                  </a:lnTo>
                  <a:lnTo>
                    <a:pt x="1161469" y="1006278"/>
                  </a:lnTo>
                  <a:close/>
                  <a:moveTo>
                    <a:pt x="1191544" y="1019810"/>
                  </a:moveTo>
                  <a:lnTo>
                    <a:pt x="1187953" y="1050257"/>
                  </a:lnTo>
                  <a:lnTo>
                    <a:pt x="1195413" y="1027646"/>
                  </a:lnTo>
                  <a:close/>
                  <a:moveTo>
                    <a:pt x="1191544" y="1019810"/>
                  </a:moveTo>
                  <a:lnTo>
                    <a:pt x="1195413" y="1027646"/>
                  </a:lnTo>
                  <a:lnTo>
                    <a:pt x="1174126" y="998560"/>
                  </a:lnTo>
                  <a:close/>
                  <a:moveTo>
                    <a:pt x="876292" y="623492"/>
                  </a:moveTo>
                  <a:lnTo>
                    <a:pt x="847536" y="650878"/>
                  </a:lnTo>
                  <a:lnTo>
                    <a:pt x="915788" y="596484"/>
                  </a:lnTo>
                  <a:close/>
                  <a:moveTo>
                    <a:pt x="1216883" y="888620"/>
                  </a:moveTo>
                  <a:lnTo>
                    <a:pt x="1184131" y="952015"/>
                  </a:lnTo>
                  <a:lnTo>
                    <a:pt x="1189309" y="920427"/>
                  </a:lnTo>
                  <a:close/>
                  <a:moveTo>
                    <a:pt x="1189309" y="920427"/>
                  </a:moveTo>
                  <a:lnTo>
                    <a:pt x="1242611" y="952015"/>
                  </a:lnTo>
                  <a:lnTo>
                    <a:pt x="1216883" y="888620"/>
                  </a:lnTo>
                  <a:close/>
                  <a:moveTo>
                    <a:pt x="1216883" y="888620"/>
                  </a:moveTo>
                  <a:lnTo>
                    <a:pt x="1242611" y="952015"/>
                  </a:lnTo>
                  <a:lnTo>
                    <a:pt x="1253489" y="881946"/>
                  </a:lnTo>
                  <a:close/>
                  <a:moveTo>
                    <a:pt x="1253489" y="881946"/>
                  </a:moveTo>
                  <a:lnTo>
                    <a:pt x="1241450" y="876385"/>
                  </a:lnTo>
                  <a:lnTo>
                    <a:pt x="1216883" y="888620"/>
                  </a:lnTo>
                  <a:close/>
                  <a:moveTo>
                    <a:pt x="1241450" y="876385"/>
                  </a:moveTo>
                  <a:lnTo>
                    <a:pt x="1253489" y="881946"/>
                  </a:lnTo>
                  <a:lnTo>
                    <a:pt x="1258263" y="868658"/>
                  </a:lnTo>
                  <a:close/>
                  <a:moveTo>
                    <a:pt x="918691" y="587763"/>
                  </a:moveTo>
                  <a:lnTo>
                    <a:pt x="876292" y="623492"/>
                  </a:lnTo>
                  <a:lnTo>
                    <a:pt x="915788" y="596484"/>
                  </a:lnTo>
                  <a:close/>
                  <a:moveTo>
                    <a:pt x="903876" y="537064"/>
                  </a:moveTo>
                  <a:lnTo>
                    <a:pt x="919077" y="591259"/>
                  </a:lnTo>
                  <a:lnTo>
                    <a:pt x="906208" y="539722"/>
                  </a:lnTo>
                  <a:close/>
                  <a:moveTo>
                    <a:pt x="903876" y="537064"/>
                  </a:moveTo>
                  <a:lnTo>
                    <a:pt x="918691" y="587763"/>
                  </a:lnTo>
                  <a:lnTo>
                    <a:pt x="919077" y="591259"/>
                  </a:lnTo>
                  <a:close/>
                  <a:moveTo>
                    <a:pt x="893716" y="482582"/>
                  </a:moveTo>
                  <a:lnTo>
                    <a:pt x="899820" y="464092"/>
                  </a:lnTo>
                  <a:lnTo>
                    <a:pt x="875592" y="485974"/>
                  </a:lnTo>
                  <a:close/>
                  <a:moveTo>
                    <a:pt x="893716" y="482582"/>
                  </a:moveTo>
                  <a:lnTo>
                    <a:pt x="903876" y="537064"/>
                  </a:lnTo>
                  <a:lnTo>
                    <a:pt x="906208" y="539722"/>
                  </a:lnTo>
                  <a:close/>
                  <a:moveTo>
                    <a:pt x="899820" y="464092"/>
                  </a:moveTo>
                  <a:lnTo>
                    <a:pt x="893716" y="482582"/>
                  </a:lnTo>
                  <a:lnTo>
                    <a:pt x="906262" y="42597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36" name="Output_density__4235">
              <a:extLst>
                <a:ext uri="{FF2B5EF4-FFF2-40B4-BE49-F238E27FC236}">
                  <a16:creationId xmlns:a16="http://schemas.microsoft.com/office/drawing/2014/main" id="{DDF9B992-21B5-DBBB-2BFD-B7403ED15B9A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717792"/>
              <a:ext cx="1331375" cy="1746633"/>
            </a:xfrm>
            <a:custGeom>
              <a:avLst/>
              <a:gdLst/>
              <a:ahLst/>
              <a:cxnLst/>
              <a:rect l="0" t="0" r="0" b="0"/>
              <a:pathLst>
                <a:path w="1331375" h="1746633">
                  <a:moveTo>
                    <a:pt x="36351" y="1500536"/>
                  </a:moveTo>
                  <a:lnTo>
                    <a:pt x="30935" y="1502997"/>
                  </a:lnTo>
                  <a:lnTo>
                    <a:pt x="67686" y="1496576"/>
                  </a:lnTo>
                  <a:close/>
                  <a:moveTo>
                    <a:pt x="30935" y="1502997"/>
                  </a:moveTo>
                  <a:lnTo>
                    <a:pt x="0" y="1553085"/>
                  </a:lnTo>
                  <a:lnTo>
                    <a:pt x="67686" y="1496576"/>
                  </a:lnTo>
                  <a:close/>
                  <a:moveTo>
                    <a:pt x="67686" y="1496576"/>
                  </a:moveTo>
                  <a:lnTo>
                    <a:pt x="0" y="1553085"/>
                  </a:lnTo>
                  <a:lnTo>
                    <a:pt x="31090" y="1530440"/>
                  </a:lnTo>
                  <a:close/>
                  <a:moveTo>
                    <a:pt x="36351" y="1500536"/>
                  </a:moveTo>
                  <a:lnTo>
                    <a:pt x="67686" y="1496576"/>
                  </a:lnTo>
                  <a:lnTo>
                    <a:pt x="113018" y="1491388"/>
                  </a:lnTo>
                  <a:close/>
                  <a:moveTo>
                    <a:pt x="196826" y="1360255"/>
                  </a:moveTo>
                  <a:lnTo>
                    <a:pt x="165146" y="1379179"/>
                  </a:lnTo>
                  <a:lnTo>
                    <a:pt x="219671" y="1364721"/>
                  </a:lnTo>
                  <a:close/>
                  <a:moveTo>
                    <a:pt x="295484" y="1176381"/>
                  </a:moveTo>
                  <a:lnTo>
                    <a:pt x="287342" y="1227918"/>
                  </a:lnTo>
                  <a:lnTo>
                    <a:pt x="346462" y="1203824"/>
                  </a:lnTo>
                  <a:close/>
                  <a:moveTo>
                    <a:pt x="295484" y="1176381"/>
                  </a:moveTo>
                  <a:lnTo>
                    <a:pt x="346462" y="1203824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295484" y="1176381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321494" y="1152287"/>
                  </a:lnTo>
                  <a:lnTo>
                    <a:pt x="318659" y="1100751"/>
                  </a:lnTo>
                  <a:close/>
                  <a:moveTo>
                    <a:pt x="324137" y="1082197"/>
                  </a:moveTo>
                  <a:lnTo>
                    <a:pt x="281605" y="1124845"/>
                  </a:lnTo>
                  <a:lnTo>
                    <a:pt x="318659" y="1100751"/>
                  </a:lnTo>
                  <a:close/>
                  <a:moveTo>
                    <a:pt x="936452" y="1746633"/>
                  </a:moveTo>
                  <a:lnTo>
                    <a:pt x="951247" y="1719868"/>
                  </a:lnTo>
                  <a:lnTo>
                    <a:pt x="895924" y="1719190"/>
                  </a:lnTo>
                  <a:close/>
                  <a:moveTo>
                    <a:pt x="321494" y="1152287"/>
                  </a:moveTo>
                  <a:lnTo>
                    <a:pt x="361144" y="1200185"/>
                  </a:lnTo>
                  <a:lnTo>
                    <a:pt x="361752" y="1136947"/>
                  </a:lnTo>
                  <a:close/>
                  <a:moveTo>
                    <a:pt x="321494" y="1152287"/>
                  </a:moveTo>
                  <a:lnTo>
                    <a:pt x="346462" y="1203824"/>
                  </a:lnTo>
                  <a:lnTo>
                    <a:pt x="361144" y="1200185"/>
                  </a:lnTo>
                  <a:close/>
                  <a:moveTo>
                    <a:pt x="318659" y="1100751"/>
                  </a:moveTo>
                  <a:lnTo>
                    <a:pt x="361752" y="1136947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21494" y="1152287"/>
                  </a:lnTo>
                  <a:lnTo>
                    <a:pt x="361752" y="1136947"/>
                  </a:lnTo>
                  <a:close/>
                  <a:moveTo>
                    <a:pt x="361752" y="1136947"/>
                  </a:moveTo>
                  <a:lnTo>
                    <a:pt x="405169" y="1076890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44374" y="1088333"/>
                  </a:lnTo>
                  <a:lnTo>
                    <a:pt x="324137" y="1082197"/>
                  </a:lnTo>
                  <a:close/>
                  <a:moveTo>
                    <a:pt x="324137" y="1082197"/>
                  </a:moveTo>
                  <a:lnTo>
                    <a:pt x="344374" y="1088333"/>
                  </a:lnTo>
                  <a:lnTo>
                    <a:pt x="367019" y="1067848"/>
                  </a:lnTo>
                  <a:close/>
                  <a:moveTo>
                    <a:pt x="485693" y="1112150"/>
                  </a:moveTo>
                  <a:lnTo>
                    <a:pt x="474182" y="1158938"/>
                  </a:lnTo>
                  <a:lnTo>
                    <a:pt x="510749" y="1104100"/>
                  </a:lnTo>
                  <a:close/>
                  <a:moveTo>
                    <a:pt x="532500" y="1067399"/>
                  </a:moveTo>
                  <a:lnTo>
                    <a:pt x="485693" y="1112150"/>
                  </a:lnTo>
                  <a:lnTo>
                    <a:pt x="510749" y="1104100"/>
                  </a:lnTo>
                  <a:close/>
                  <a:moveTo>
                    <a:pt x="250077" y="922047"/>
                  </a:moveTo>
                  <a:lnTo>
                    <a:pt x="301245" y="959928"/>
                  </a:lnTo>
                  <a:lnTo>
                    <a:pt x="286164" y="909446"/>
                  </a:lnTo>
                  <a:close/>
                  <a:moveTo>
                    <a:pt x="286164" y="909446"/>
                  </a:moveTo>
                  <a:lnTo>
                    <a:pt x="264662" y="899605"/>
                  </a:lnTo>
                  <a:lnTo>
                    <a:pt x="250077" y="922047"/>
                  </a:lnTo>
                  <a:close/>
                  <a:moveTo>
                    <a:pt x="331012" y="848224"/>
                  </a:moveTo>
                  <a:lnTo>
                    <a:pt x="269319" y="870510"/>
                  </a:lnTo>
                  <a:lnTo>
                    <a:pt x="335545" y="855052"/>
                  </a:lnTo>
                  <a:close/>
                  <a:moveTo>
                    <a:pt x="269319" y="870510"/>
                  </a:moveTo>
                  <a:lnTo>
                    <a:pt x="264662" y="899605"/>
                  </a:lnTo>
                  <a:lnTo>
                    <a:pt x="335545" y="855052"/>
                  </a:lnTo>
                  <a:close/>
                  <a:moveTo>
                    <a:pt x="335545" y="855052"/>
                  </a:moveTo>
                  <a:lnTo>
                    <a:pt x="264662" y="899605"/>
                  </a:lnTo>
                  <a:lnTo>
                    <a:pt x="318419" y="897953"/>
                  </a:lnTo>
                  <a:close/>
                  <a:moveTo>
                    <a:pt x="318419" y="897953"/>
                  </a:moveTo>
                  <a:lnTo>
                    <a:pt x="264662" y="899605"/>
                  </a:lnTo>
                  <a:lnTo>
                    <a:pt x="286164" y="909446"/>
                  </a:lnTo>
                  <a:close/>
                  <a:moveTo>
                    <a:pt x="510749" y="1104100"/>
                  </a:moveTo>
                  <a:lnTo>
                    <a:pt x="576704" y="1138885"/>
                  </a:lnTo>
                  <a:lnTo>
                    <a:pt x="563488" y="1086887"/>
                  </a:lnTo>
                  <a:close/>
                  <a:moveTo>
                    <a:pt x="576704" y="1138885"/>
                  </a:moveTo>
                  <a:lnTo>
                    <a:pt x="618446" y="1080189"/>
                  </a:lnTo>
                  <a:lnTo>
                    <a:pt x="563488" y="1086887"/>
                  </a:lnTo>
                  <a:close/>
                  <a:moveTo>
                    <a:pt x="532500" y="1067399"/>
                  </a:moveTo>
                  <a:lnTo>
                    <a:pt x="510749" y="1104100"/>
                  </a:lnTo>
                  <a:lnTo>
                    <a:pt x="563488" y="1086887"/>
                  </a:lnTo>
                  <a:close/>
                  <a:moveTo>
                    <a:pt x="335545" y="855052"/>
                  </a:moveTo>
                  <a:lnTo>
                    <a:pt x="318419" y="897953"/>
                  </a:lnTo>
                  <a:lnTo>
                    <a:pt x="358930" y="888271"/>
                  </a:lnTo>
                  <a:close/>
                  <a:moveTo>
                    <a:pt x="417390" y="851479"/>
                  </a:moveTo>
                  <a:lnTo>
                    <a:pt x="358930" y="888271"/>
                  </a:lnTo>
                  <a:lnTo>
                    <a:pt x="405369" y="873859"/>
                  </a:lnTo>
                  <a:close/>
                  <a:moveTo>
                    <a:pt x="335545" y="855052"/>
                  </a:moveTo>
                  <a:lnTo>
                    <a:pt x="358930" y="888271"/>
                  </a:lnTo>
                  <a:lnTo>
                    <a:pt x="417390" y="851479"/>
                  </a:lnTo>
                  <a:close/>
                  <a:moveTo>
                    <a:pt x="685188" y="1019123"/>
                  </a:moveTo>
                  <a:lnTo>
                    <a:pt x="618810" y="1080005"/>
                  </a:lnTo>
                  <a:lnTo>
                    <a:pt x="671508" y="1055912"/>
                  </a:lnTo>
                  <a:close/>
                  <a:moveTo>
                    <a:pt x="487099" y="802532"/>
                  </a:moveTo>
                  <a:lnTo>
                    <a:pt x="452690" y="822322"/>
                  </a:lnTo>
                  <a:lnTo>
                    <a:pt x="417390" y="851479"/>
                  </a:lnTo>
                  <a:close/>
                  <a:moveTo>
                    <a:pt x="438727" y="238023"/>
                  </a:moveTo>
                  <a:lnTo>
                    <a:pt x="445204" y="186487"/>
                  </a:lnTo>
                  <a:lnTo>
                    <a:pt x="428685" y="242114"/>
                  </a:lnTo>
                  <a:close/>
                  <a:moveTo>
                    <a:pt x="445204" y="186487"/>
                  </a:moveTo>
                  <a:lnTo>
                    <a:pt x="397717" y="204548"/>
                  </a:lnTo>
                  <a:lnTo>
                    <a:pt x="428685" y="242114"/>
                  </a:lnTo>
                  <a:close/>
                  <a:moveTo>
                    <a:pt x="827277" y="661417"/>
                  </a:moveTo>
                  <a:lnTo>
                    <a:pt x="809113" y="701853"/>
                  </a:lnTo>
                  <a:lnTo>
                    <a:pt x="852952" y="689772"/>
                  </a:lnTo>
                  <a:close/>
                  <a:moveTo>
                    <a:pt x="742984" y="495707"/>
                  </a:moveTo>
                  <a:lnTo>
                    <a:pt x="809088" y="523149"/>
                  </a:lnTo>
                  <a:lnTo>
                    <a:pt x="790228" y="471612"/>
                  </a:lnTo>
                  <a:close/>
                  <a:moveTo>
                    <a:pt x="445204" y="186487"/>
                  </a:moveTo>
                  <a:lnTo>
                    <a:pt x="503264" y="219465"/>
                  </a:lnTo>
                  <a:lnTo>
                    <a:pt x="483148" y="173076"/>
                  </a:lnTo>
                  <a:close/>
                  <a:moveTo>
                    <a:pt x="445204" y="186487"/>
                  </a:moveTo>
                  <a:lnTo>
                    <a:pt x="438727" y="238023"/>
                  </a:lnTo>
                  <a:lnTo>
                    <a:pt x="503264" y="219465"/>
                  </a:lnTo>
                  <a:close/>
                  <a:moveTo>
                    <a:pt x="503264" y="219465"/>
                  </a:moveTo>
                  <a:lnTo>
                    <a:pt x="539268" y="165434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445482" y="134950"/>
                  </a:lnTo>
                  <a:lnTo>
                    <a:pt x="445204" y="186487"/>
                  </a:lnTo>
                  <a:close/>
                  <a:moveTo>
                    <a:pt x="458338" y="130504"/>
                  </a:moveTo>
                  <a:lnTo>
                    <a:pt x="445482" y="134950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521643" y="117020"/>
                  </a:lnTo>
                  <a:lnTo>
                    <a:pt x="458338" y="130504"/>
                  </a:lnTo>
                  <a:close/>
                  <a:moveTo>
                    <a:pt x="471917" y="71272"/>
                  </a:moveTo>
                  <a:lnTo>
                    <a:pt x="445482" y="134950"/>
                  </a:lnTo>
                  <a:lnTo>
                    <a:pt x="458338" y="130504"/>
                  </a:lnTo>
                  <a:close/>
                  <a:moveTo>
                    <a:pt x="316551" y="31877"/>
                  </a:moveTo>
                  <a:lnTo>
                    <a:pt x="337508" y="27286"/>
                  </a:lnTo>
                  <a:lnTo>
                    <a:pt x="323335" y="0"/>
                  </a:lnTo>
                  <a:close/>
                  <a:moveTo>
                    <a:pt x="809088" y="523149"/>
                  </a:moveTo>
                  <a:lnTo>
                    <a:pt x="842278" y="572964"/>
                  </a:lnTo>
                  <a:lnTo>
                    <a:pt x="834680" y="516397"/>
                  </a:lnTo>
                  <a:close/>
                  <a:moveTo>
                    <a:pt x="840987" y="577780"/>
                  </a:moveTo>
                  <a:lnTo>
                    <a:pt x="901713" y="550592"/>
                  </a:lnTo>
                  <a:lnTo>
                    <a:pt x="842278" y="572964"/>
                  </a:lnTo>
                  <a:close/>
                  <a:moveTo>
                    <a:pt x="901713" y="550592"/>
                  </a:moveTo>
                  <a:lnTo>
                    <a:pt x="904197" y="504532"/>
                  </a:lnTo>
                  <a:lnTo>
                    <a:pt x="842278" y="572964"/>
                  </a:lnTo>
                  <a:close/>
                  <a:moveTo>
                    <a:pt x="842278" y="572964"/>
                  </a:moveTo>
                  <a:lnTo>
                    <a:pt x="904197" y="504532"/>
                  </a:lnTo>
                  <a:lnTo>
                    <a:pt x="901156" y="500336"/>
                  </a:lnTo>
                  <a:close/>
                  <a:moveTo>
                    <a:pt x="842278" y="572964"/>
                  </a:moveTo>
                  <a:lnTo>
                    <a:pt x="901156" y="500336"/>
                  </a:lnTo>
                  <a:lnTo>
                    <a:pt x="834680" y="516397"/>
                  </a:lnTo>
                  <a:close/>
                  <a:moveTo>
                    <a:pt x="790228" y="471612"/>
                  </a:moveTo>
                  <a:lnTo>
                    <a:pt x="809088" y="523149"/>
                  </a:lnTo>
                  <a:lnTo>
                    <a:pt x="834680" y="516397"/>
                  </a:lnTo>
                  <a:close/>
                  <a:moveTo>
                    <a:pt x="901156" y="500336"/>
                  </a:moveTo>
                  <a:lnTo>
                    <a:pt x="921182" y="499055"/>
                  </a:lnTo>
                  <a:lnTo>
                    <a:pt x="900672" y="491354"/>
                  </a:lnTo>
                  <a:close/>
                  <a:moveTo>
                    <a:pt x="901156" y="500336"/>
                  </a:moveTo>
                  <a:lnTo>
                    <a:pt x="904197" y="504532"/>
                  </a:lnTo>
                  <a:lnTo>
                    <a:pt x="921182" y="499055"/>
                  </a:lnTo>
                  <a:close/>
                  <a:moveTo>
                    <a:pt x="464172" y="42312"/>
                  </a:moveTo>
                  <a:lnTo>
                    <a:pt x="445728" y="59320"/>
                  </a:lnTo>
                  <a:lnTo>
                    <a:pt x="482847" y="47835"/>
                  </a:lnTo>
                  <a:close/>
                  <a:moveTo>
                    <a:pt x="1166657" y="787119"/>
                  </a:moveTo>
                  <a:lnTo>
                    <a:pt x="1154438" y="808275"/>
                  </a:lnTo>
                  <a:lnTo>
                    <a:pt x="1186219" y="796971"/>
                  </a:lnTo>
                  <a:close/>
                  <a:moveTo>
                    <a:pt x="1189486" y="756738"/>
                  </a:moveTo>
                  <a:lnTo>
                    <a:pt x="1166657" y="787119"/>
                  </a:lnTo>
                  <a:lnTo>
                    <a:pt x="1240283" y="752819"/>
                  </a:lnTo>
                  <a:close/>
                  <a:moveTo>
                    <a:pt x="1240283" y="752819"/>
                  </a:moveTo>
                  <a:lnTo>
                    <a:pt x="1166657" y="787119"/>
                  </a:lnTo>
                  <a:lnTo>
                    <a:pt x="1219202" y="784181"/>
                  </a:lnTo>
                  <a:close/>
                  <a:moveTo>
                    <a:pt x="1219202" y="784181"/>
                  </a:moveTo>
                  <a:lnTo>
                    <a:pt x="1166657" y="787119"/>
                  </a:lnTo>
                  <a:lnTo>
                    <a:pt x="1186219" y="796971"/>
                  </a:lnTo>
                  <a:close/>
                  <a:moveTo>
                    <a:pt x="1216226" y="747815"/>
                  </a:moveTo>
                  <a:lnTo>
                    <a:pt x="1240283" y="752819"/>
                  </a:lnTo>
                  <a:lnTo>
                    <a:pt x="1270278" y="732644"/>
                  </a:lnTo>
                  <a:close/>
                  <a:moveTo>
                    <a:pt x="937095" y="533862"/>
                  </a:moveTo>
                  <a:lnTo>
                    <a:pt x="921182" y="499055"/>
                  </a:lnTo>
                  <a:lnTo>
                    <a:pt x="904197" y="504532"/>
                  </a:lnTo>
                  <a:close/>
                  <a:moveTo>
                    <a:pt x="1266900" y="769361"/>
                  </a:moveTo>
                  <a:lnTo>
                    <a:pt x="1328808" y="774224"/>
                  </a:lnTo>
                  <a:lnTo>
                    <a:pt x="1323459" y="760087"/>
                  </a:lnTo>
                  <a:close/>
                  <a:moveTo>
                    <a:pt x="1240283" y="752819"/>
                  </a:moveTo>
                  <a:lnTo>
                    <a:pt x="1219202" y="784181"/>
                  </a:lnTo>
                  <a:lnTo>
                    <a:pt x="1266900" y="769361"/>
                  </a:lnTo>
                  <a:close/>
                  <a:moveTo>
                    <a:pt x="1288868" y="726741"/>
                  </a:moveTo>
                  <a:lnTo>
                    <a:pt x="1270278" y="732644"/>
                  </a:lnTo>
                  <a:lnTo>
                    <a:pt x="1324570" y="758380"/>
                  </a:lnTo>
                  <a:close/>
                  <a:moveTo>
                    <a:pt x="1270278" y="732644"/>
                  </a:moveTo>
                  <a:lnTo>
                    <a:pt x="1240283" y="752819"/>
                  </a:lnTo>
                  <a:lnTo>
                    <a:pt x="1324570" y="758380"/>
                  </a:lnTo>
                  <a:close/>
                  <a:moveTo>
                    <a:pt x="1324570" y="758380"/>
                  </a:moveTo>
                  <a:lnTo>
                    <a:pt x="1240283" y="752819"/>
                  </a:lnTo>
                  <a:lnTo>
                    <a:pt x="1323459" y="760087"/>
                  </a:lnTo>
                  <a:close/>
                  <a:moveTo>
                    <a:pt x="1323459" y="760087"/>
                  </a:moveTo>
                  <a:lnTo>
                    <a:pt x="1240283" y="752819"/>
                  </a:lnTo>
                  <a:lnTo>
                    <a:pt x="1266900" y="769361"/>
                  </a:lnTo>
                  <a:close/>
                  <a:moveTo>
                    <a:pt x="1324570" y="758380"/>
                  </a:moveTo>
                  <a:lnTo>
                    <a:pt x="1331375" y="760087"/>
                  </a:lnTo>
                  <a:lnTo>
                    <a:pt x="1288868" y="726741"/>
                  </a:lnTo>
                  <a:close/>
                  <a:moveTo>
                    <a:pt x="1323459" y="760087"/>
                  </a:moveTo>
                  <a:lnTo>
                    <a:pt x="1328808" y="774224"/>
                  </a:lnTo>
                  <a:lnTo>
                    <a:pt x="1325906" y="759372"/>
                  </a:lnTo>
                  <a:close/>
                  <a:moveTo>
                    <a:pt x="1324570" y="758380"/>
                  </a:moveTo>
                  <a:lnTo>
                    <a:pt x="1323459" y="760087"/>
                  </a:lnTo>
                  <a:lnTo>
                    <a:pt x="1325906" y="759372"/>
                  </a:lnTo>
                  <a:close/>
                  <a:moveTo>
                    <a:pt x="1325906" y="759372"/>
                  </a:moveTo>
                  <a:lnTo>
                    <a:pt x="1328808" y="774224"/>
                  </a:lnTo>
                  <a:lnTo>
                    <a:pt x="1331375" y="760087"/>
                  </a:lnTo>
                  <a:close/>
                  <a:moveTo>
                    <a:pt x="1325906" y="759372"/>
                  </a:moveTo>
                  <a:lnTo>
                    <a:pt x="1331375" y="760087"/>
                  </a:lnTo>
                  <a:lnTo>
                    <a:pt x="1324570" y="75838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7" name="Output_density__4236">
              <a:extLst>
                <a:ext uri="{FF2B5EF4-FFF2-40B4-BE49-F238E27FC236}">
                  <a16:creationId xmlns:a16="http://schemas.microsoft.com/office/drawing/2014/main" id="{62DD1BB0-B4C7-C7CA-FEE0-EEF5DAD61AFE}"/>
                </a:ext>
              </a:extLst>
            </p:cNvPr>
            <p:cNvSpPr>
              <a:spLocks noGrp="1"/>
            </p:cNvSpPr>
            <p:nvPr/>
          </p:nvSpPr>
          <p:spPr>
            <a:xfrm>
              <a:off x="15404000" y="2693531"/>
              <a:ext cx="1419912" cy="1928782"/>
            </a:xfrm>
            <a:custGeom>
              <a:avLst/>
              <a:gdLst/>
              <a:ahLst/>
              <a:cxnLst/>
              <a:rect l="0" t="0" r="0" b="0"/>
              <a:pathLst>
                <a:path w="1419912" h="1928782">
                  <a:moveTo>
                    <a:pt x="5933" y="1606238"/>
                  </a:moveTo>
                  <a:lnTo>
                    <a:pt x="3569" y="1630332"/>
                  </a:lnTo>
                  <a:lnTo>
                    <a:pt x="57482" y="1657775"/>
                  </a:lnTo>
                  <a:close/>
                  <a:moveTo>
                    <a:pt x="172006" y="1730795"/>
                  </a:moveTo>
                  <a:lnTo>
                    <a:pt x="251609" y="1718840"/>
                  </a:lnTo>
                  <a:lnTo>
                    <a:pt x="201540" y="1706320"/>
                  </a:lnTo>
                  <a:close/>
                  <a:moveTo>
                    <a:pt x="67299" y="1633681"/>
                  </a:moveTo>
                  <a:lnTo>
                    <a:pt x="57482" y="1657775"/>
                  </a:lnTo>
                  <a:lnTo>
                    <a:pt x="60361" y="1662727"/>
                  </a:lnTo>
                  <a:close/>
                  <a:moveTo>
                    <a:pt x="345988" y="1897034"/>
                  </a:moveTo>
                  <a:lnTo>
                    <a:pt x="407978" y="1867270"/>
                  </a:lnTo>
                  <a:lnTo>
                    <a:pt x="352759" y="1884626"/>
                  </a:lnTo>
                  <a:close/>
                  <a:moveTo>
                    <a:pt x="422944" y="1875181"/>
                  </a:moveTo>
                  <a:lnTo>
                    <a:pt x="407978" y="1867270"/>
                  </a:lnTo>
                  <a:lnTo>
                    <a:pt x="345988" y="1897034"/>
                  </a:lnTo>
                  <a:close/>
                  <a:moveTo>
                    <a:pt x="398056" y="1917028"/>
                  </a:moveTo>
                  <a:lnTo>
                    <a:pt x="422944" y="1875181"/>
                  </a:lnTo>
                  <a:lnTo>
                    <a:pt x="345988" y="1897034"/>
                  </a:lnTo>
                  <a:close/>
                  <a:moveTo>
                    <a:pt x="447919" y="1928782"/>
                  </a:moveTo>
                  <a:lnTo>
                    <a:pt x="466112" y="1868437"/>
                  </a:lnTo>
                  <a:lnTo>
                    <a:pt x="422944" y="1875181"/>
                  </a:lnTo>
                  <a:close/>
                  <a:moveTo>
                    <a:pt x="398056" y="1917028"/>
                  </a:moveTo>
                  <a:lnTo>
                    <a:pt x="447919" y="1928782"/>
                  </a:lnTo>
                  <a:lnTo>
                    <a:pt x="422944" y="1875181"/>
                  </a:lnTo>
                  <a:close/>
                  <a:moveTo>
                    <a:pt x="466112" y="1868437"/>
                  </a:moveTo>
                  <a:lnTo>
                    <a:pt x="434913" y="1831058"/>
                  </a:lnTo>
                  <a:lnTo>
                    <a:pt x="454885" y="1867270"/>
                  </a:lnTo>
                  <a:close/>
                  <a:moveTo>
                    <a:pt x="434913" y="1831058"/>
                  </a:moveTo>
                  <a:lnTo>
                    <a:pt x="426485" y="1815733"/>
                  </a:lnTo>
                  <a:lnTo>
                    <a:pt x="454885" y="1867270"/>
                  </a:lnTo>
                  <a:close/>
                  <a:moveTo>
                    <a:pt x="263562" y="1668189"/>
                  </a:moveTo>
                  <a:lnTo>
                    <a:pt x="251609" y="1718840"/>
                  </a:lnTo>
                  <a:lnTo>
                    <a:pt x="306149" y="1734290"/>
                  </a:lnTo>
                  <a:close/>
                  <a:moveTo>
                    <a:pt x="263562" y="1668189"/>
                  </a:moveTo>
                  <a:lnTo>
                    <a:pt x="201540" y="1706320"/>
                  </a:lnTo>
                  <a:lnTo>
                    <a:pt x="251609" y="1718840"/>
                  </a:lnTo>
                  <a:close/>
                  <a:moveTo>
                    <a:pt x="263562" y="1668189"/>
                  </a:moveTo>
                  <a:lnTo>
                    <a:pt x="213951" y="1670539"/>
                  </a:lnTo>
                  <a:lnTo>
                    <a:pt x="201540" y="1706320"/>
                  </a:lnTo>
                  <a:close/>
                  <a:moveTo>
                    <a:pt x="418566" y="1806366"/>
                  </a:moveTo>
                  <a:lnTo>
                    <a:pt x="454885" y="1867270"/>
                  </a:lnTo>
                  <a:lnTo>
                    <a:pt x="426485" y="1815733"/>
                  </a:lnTo>
                  <a:close/>
                  <a:moveTo>
                    <a:pt x="418566" y="1806366"/>
                  </a:moveTo>
                  <a:lnTo>
                    <a:pt x="425786" y="1863239"/>
                  </a:lnTo>
                  <a:lnTo>
                    <a:pt x="454885" y="1867270"/>
                  </a:lnTo>
                  <a:close/>
                  <a:moveTo>
                    <a:pt x="418566" y="1806366"/>
                  </a:moveTo>
                  <a:lnTo>
                    <a:pt x="426485" y="1815733"/>
                  </a:lnTo>
                  <a:lnTo>
                    <a:pt x="401235" y="1794013"/>
                  </a:lnTo>
                  <a:close/>
                  <a:moveTo>
                    <a:pt x="212028" y="1421131"/>
                  </a:moveTo>
                  <a:lnTo>
                    <a:pt x="257632" y="1471560"/>
                  </a:lnTo>
                  <a:lnTo>
                    <a:pt x="269636" y="1412279"/>
                  </a:lnTo>
                  <a:close/>
                  <a:moveTo>
                    <a:pt x="262513" y="1458326"/>
                  </a:moveTo>
                  <a:lnTo>
                    <a:pt x="257632" y="1471560"/>
                  </a:lnTo>
                  <a:lnTo>
                    <a:pt x="212028" y="1421131"/>
                  </a:lnTo>
                  <a:close/>
                  <a:moveTo>
                    <a:pt x="304212" y="1422151"/>
                  </a:moveTo>
                  <a:lnTo>
                    <a:pt x="269636" y="1412279"/>
                  </a:lnTo>
                  <a:lnTo>
                    <a:pt x="257632" y="1471560"/>
                  </a:lnTo>
                  <a:close/>
                  <a:moveTo>
                    <a:pt x="377040" y="1433754"/>
                  </a:moveTo>
                  <a:lnTo>
                    <a:pt x="351499" y="1383708"/>
                  </a:lnTo>
                  <a:lnTo>
                    <a:pt x="343977" y="1406789"/>
                  </a:lnTo>
                  <a:close/>
                  <a:moveTo>
                    <a:pt x="353286" y="1384719"/>
                  </a:moveTo>
                  <a:lnTo>
                    <a:pt x="351499" y="1383708"/>
                  </a:lnTo>
                  <a:lnTo>
                    <a:pt x="377040" y="1433754"/>
                  </a:lnTo>
                  <a:close/>
                  <a:moveTo>
                    <a:pt x="242219" y="1355252"/>
                  </a:moveTo>
                  <a:lnTo>
                    <a:pt x="268145" y="1375968"/>
                  </a:lnTo>
                  <a:lnTo>
                    <a:pt x="225913" y="1347100"/>
                  </a:lnTo>
                  <a:close/>
                  <a:moveTo>
                    <a:pt x="242219" y="1355252"/>
                  </a:moveTo>
                  <a:lnTo>
                    <a:pt x="225913" y="1347100"/>
                  </a:lnTo>
                  <a:lnTo>
                    <a:pt x="202324" y="1303534"/>
                  </a:lnTo>
                  <a:close/>
                  <a:moveTo>
                    <a:pt x="465562" y="1366941"/>
                  </a:moveTo>
                  <a:lnTo>
                    <a:pt x="457851" y="1310467"/>
                  </a:lnTo>
                  <a:lnTo>
                    <a:pt x="450182" y="1358601"/>
                  </a:lnTo>
                  <a:close/>
                  <a:moveTo>
                    <a:pt x="457851" y="1310467"/>
                  </a:moveTo>
                  <a:lnTo>
                    <a:pt x="450009" y="1307065"/>
                  </a:lnTo>
                  <a:lnTo>
                    <a:pt x="450182" y="1358601"/>
                  </a:lnTo>
                  <a:close/>
                  <a:moveTo>
                    <a:pt x="349337" y="1259980"/>
                  </a:moveTo>
                  <a:lnTo>
                    <a:pt x="400205" y="1250565"/>
                  </a:lnTo>
                  <a:lnTo>
                    <a:pt x="358372" y="1227874"/>
                  </a:lnTo>
                  <a:close/>
                  <a:moveTo>
                    <a:pt x="406182" y="1255528"/>
                  </a:moveTo>
                  <a:lnTo>
                    <a:pt x="358372" y="1227874"/>
                  </a:lnTo>
                  <a:lnTo>
                    <a:pt x="400205" y="1250565"/>
                  </a:lnTo>
                  <a:close/>
                  <a:moveTo>
                    <a:pt x="433749" y="1292080"/>
                  </a:moveTo>
                  <a:lnTo>
                    <a:pt x="450182" y="1358601"/>
                  </a:lnTo>
                  <a:lnTo>
                    <a:pt x="450009" y="1307065"/>
                  </a:lnTo>
                  <a:close/>
                  <a:moveTo>
                    <a:pt x="405401" y="1252383"/>
                  </a:moveTo>
                  <a:lnTo>
                    <a:pt x="450009" y="1307065"/>
                  </a:lnTo>
                  <a:lnTo>
                    <a:pt x="406182" y="1255528"/>
                  </a:lnTo>
                  <a:close/>
                  <a:moveTo>
                    <a:pt x="405401" y="1252383"/>
                  </a:moveTo>
                  <a:lnTo>
                    <a:pt x="433749" y="1292080"/>
                  </a:lnTo>
                  <a:lnTo>
                    <a:pt x="450009" y="1307065"/>
                  </a:lnTo>
                  <a:close/>
                  <a:moveTo>
                    <a:pt x="279203" y="1028044"/>
                  </a:moveTo>
                  <a:lnTo>
                    <a:pt x="303633" y="1064177"/>
                  </a:lnTo>
                  <a:lnTo>
                    <a:pt x="322564" y="1093517"/>
                  </a:lnTo>
                  <a:close/>
                  <a:moveTo>
                    <a:pt x="255969" y="984190"/>
                  </a:moveTo>
                  <a:lnTo>
                    <a:pt x="244225" y="1016734"/>
                  </a:lnTo>
                  <a:lnTo>
                    <a:pt x="292928" y="1049382"/>
                  </a:lnTo>
                  <a:close/>
                  <a:moveTo>
                    <a:pt x="828132" y="1397753"/>
                  </a:moveTo>
                  <a:lnTo>
                    <a:pt x="816586" y="1396961"/>
                  </a:lnTo>
                  <a:lnTo>
                    <a:pt x="877242" y="1440929"/>
                  </a:lnTo>
                  <a:close/>
                  <a:moveTo>
                    <a:pt x="877242" y="1440929"/>
                  </a:moveTo>
                  <a:lnTo>
                    <a:pt x="816586" y="1396961"/>
                  </a:lnTo>
                  <a:lnTo>
                    <a:pt x="811654" y="1413487"/>
                  </a:lnTo>
                  <a:close/>
                  <a:moveTo>
                    <a:pt x="732480" y="1301870"/>
                  </a:moveTo>
                  <a:lnTo>
                    <a:pt x="769734" y="1337856"/>
                  </a:lnTo>
                  <a:lnTo>
                    <a:pt x="763179" y="1329582"/>
                  </a:lnTo>
                  <a:close/>
                  <a:moveTo>
                    <a:pt x="732480" y="1301870"/>
                  </a:moveTo>
                  <a:lnTo>
                    <a:pt x="783968" y="1360736"/>
                  </a:lnTo>
                  <a:lnTo>
                    <a:pt x="769734" y="1337856"/>
                  </a:lnTo>
                  <a:close/>
                  <a:moveTo>
                    <a:pt x="312565" y="770954"/>
                  </a:moveTo>
                  <a:lnTo>
                    <a:pt x="274481" y="725158"/>
                  </a:lnTo>
                  <a:lnTo>
                    <a:pt x="243367" y="743725"/>
                  </a:lnTo>
                  <a:close/>
                  <a:moveTo>
                    <a:pt x="237642" y="743511"/>
                  </a:moveTo>
                  <a:lnTo>
                    <a:pt x="271761" y="714986"/>
                  </a:lnTo>
                  <a:lnTo>
                    <a:pt x="211469" y="668671"/>
                  </a:lnTo>
                  <a:close/>
                  <a:moveTo>
                    <a:pt x="224687" y="673885"/>
                  </a:moveTo>
                  <a:lnTo>
                    <a:pt x="211469" y="668671"/>
                  </a:lnTo>
                  <a:lnTo>
                    <a:pt x="240627" y="682948"/>
                  </a:lnTo>
                  <a:close/>
                  <a:moveTo>
                    <a:pt x="818235" y="1389393"/>
                  </a:moveTo>
                  <a:lnTo>
                    <a:pt x="816586" y="1396961"/>
                  </a:lnTo>
                  <a:lnTo>
                    <a:pt x="828132" y="1397753"/>
                  </a:lnTo>
                  <a:close/>
                  <a:moveTo>
                    <a:pt x="818235" y="1389393"/>
                  </a:moveTo>
                  <a:lnTo>
                    <a:pt x="783968" y="1360736"/>
                  </a:lnTo>
                  <a:lnTo>
                    <a:pt x="816586" y="1396961"/>
                  </a:lnTo>
                  <a:close/>
                  <a:moveTo>
                    <a:pt x="818235" y="1389393"/>
                  </a:moveTo>
                  <a:lnTo>
                    <a:pt x="769734" y="1337856"/>
                  </a:lnTo>
                  <a:lnTo>
                    <a:pt x="783968" y="1360736"/>
                  </a:lnTo>
                  <a:close/>
                  <a:moveTo>
                    <a:pt x="717016" y="1286319"/>
                  </a:moveTo>
                  <a:lnTo>
                    <a:pt x="732480" y="1301870"/>
                  </a:lnTo>
                  <a:lnTo>
                    <a:pt x="763179" y="1329582"/>
                  </a:lnTo>
                  <a:close/>
                  <a:moveTo>
                    <a:pt x="1115287" y="1622982"/>
                  </a:moveTo>
                  <a:lnTo>
                    <a:pt x="1137637" y="1681557"/>
                  </a:lnTo>
                  <a:lnTo>
                    <a:pt x="1169356" y="1665251"/>
                  </a:lnTo>
                  <a:close/>
                  <a:moveTo>
                    <a:pt x="1115287" y="1622982"/>
                  </a:moveTo>
                  <a:lnTo>
                    <a:pt x="1110656" y="1647075"/>
                  </a:lnTo>
                  <a:lnTo>
                    <a:pt x="1137637" y="1681557"/>
                  </a:lnTo>
                  <a:close/>
                  <a:moveTo>
                    <a:pt x="1026925" y="1482078"/>
                  </a:moveTo>
                  <a:lnTo>
                    <a:pt x="1007693" y="1468372"/>
                  </a:lnTo>
                  <a:lnTo>
                    <a:pt x="947946" y="1496363"/>
                  </a:lnTo>
                  <a:close/>
                  <a:moveTo>
                    <a:pt x="994114" y="1494303"/>
                  </a:moveTo>
                  <a:lnTo>
                    <a:pt x="1026925" y="1482078"/>
                  </a:lnTo>
                  <a:lnTo>
                    <a:pt x="947946" y="1496363"/>
                  </a:lnTo>
                  <a:close/>
                  <a:moveTo>
                    <a:pt x="951473" y="1488751"/>
                  </a:moveTo>
                  <a:lnTo>
                    <a:pt x="1007693" y="1468372"/>
                  </a:lnTo>
                  <a:lnTo>
                    <a:pt x="1020441" y="1457834"/>
                  </a:lnTo>
                  <a:close/>
                  <a:moveTo>
                    <a:pt x="828132" y="1397753"/>
                  </a:moveTo>
                  <a:lnTo>
                    <a:pt x="877242" y="1440929"/>
                  </a:lnTo>
                  <a:lnTo>
                    <a:pt x="857230" y="1371645"/>
                  </a:lnTo>
                  <a:close/>
                  <a:moveTo>
                    <a:pt x="899764" y="1367322"/>
                  </a:moveTo>
                  <a:lnTo>
                    <a:pt x="877242" y="1440929"/>
                  </a:lnTo>
                  <a:lnTo>
                    <a:pt x="895532" y="1433505"/>
                  </a:lnTo>
                  <a:close/>
                  <a:moveTo>
                    <a:pt x="769734" y="1337856"/>
                  </a:moveTo>
                  <a:lnTo>
                    <a:pt x="830770" y="1313762"/>
                  </a:lnTo>
                  <a:lnTo>
                    <a:pt x="763179" y="1329582"/>
                  </a:lnTo>
                  <a:close/>
                  <a:moveTo>
                    <a:pt x="882552" y="1318572"/>
                  </a:moveTo>
                  <a:lnTo>
                    <a:pt x="854164" y="1278907"/>
                  </a:lnTo>
                  <a:lnTo>
                    <a:pt x="855479" y="1313762"/>
                  </a:lnTo>
                  <a:close/>
                  <a:moveTo>
                    <a:pt x="854164" y="1278907"/>
                  </a:moveTo>
                  <a:lnTo>
                    <a:pt x="841135" y="1262225"/>
                  </a:lnTo>
                  <a:lnTo>
                    <a:pt x="855479" y="1313762"/>
                  </a:lnTo>
                  <a:close/>
                  <a:moveTo>
                    <a:pt x="1059545" y="1519908"/>
                  </a:moveTo>
                  <a:lnTo>
                    <a:pt x="1067230" y="1495814"/>
                  </a:lnTo>
                  <a:lnTo>
                    <a:pt x="1026925" y="1482078"/>
                  </a:lnTo>
                  <a:close/>
                  <a:moveTo>
                    <a:pt x="1026925" y="1482078"/>
                  </a:moveTo>
                  <a:lnTo>
                    <a:pt x="992217" y="1455627"/>
                  </a:lnTo>
                  <a:lnTo>
                    <a:pt x="1007693" y="1468372"/>
                  </a:lnTo>
                  <a:close/>
                  <a:moveTo>
                    <a:pt x="503505" y="834151"/>
                  </a:moveTo>
                  <a:lnTo>
                    <a:pt x="529831" y="849933"/>
                  </a:lnTo>
                  <a:lnTo>
                    <a:pt x="476366" y="821041"/>
                  </a:lnTo>
                  <a:close/>
                  <a:moveTo>
                    <a:pt x="521938" y="731662"/>
                  </a:moveTo>
                  <a:lnTo>
                    <a:pt x="547359" y="774302"/>
                  </a:lnTo>
                  <a:lnTo>
                    <a:pt x="546139" y="772337"/>
                  </a:lnTo>
                  <a:close/>
                  <a:moveTo>
                    <a:pt x="3612" y="159023"/>
                  </a:moveTo>
                  <a:lnTo>
                    <a:pt x="0" y="127826"/>
                  </a:lnTo>
                  <a:lnTo>
                    <a:pt x="19798" y="121103"/>
                  </a:lnTo>
                  <a:close/>
                  <a:moveTo>
                    <a:pt x="33048" y="173074"/>
                  </a:moveTo>
                  <a:lnTo>
                    <a:pt x="3612" y="159023"/>
                  </a:lnTo>
                  <a:lnTo>
                    <a:pt x="19798" y="121103"/>
                  </a:lnTo>
                  <a:close/>
                  <a:moveTo>
                    <a:pt x="1247991" y="1587844"/>
                  </a:moveTo>
                  <a:lnTo>
                    <a:pt x="1244482" y="1636555"/>
                  </a:lnTo>
                  <a:lnTo>
                    <a:pt x="1254758" y="1598888"/>
                  </a:lnTo>
                  <a:close/>
                  <a:moveTo>
                    <a:pt x="1222052" y="1546189"/>
                  </a:moveTo>
                  <a:lnTo>
                    <a:pt x="1254758" y="1598888"/>
                  </a:lnTo>
                  <a:lnTo>
                    <a:pt x="1223924" y="1547351"/>
                  </a:lnTo>
                  <a:close/>
                  <a:moveTo>
                    <a:pt x="1168224" y="1489226"/>
                  </a:moveTo>
                  <a:lnTo>
                    <a:pt x="1219495" y="1543134"/>
                  </a:lnTo>
                  <a:lnTo>
                    <a:pt x="1185045" y="1495814"/>
                  </a:lnTo>
                  <a:close/>
                  <a:moveTo>
                    <a:pt x="1115024" y="1431751"/>
                  </a:moveTo>
                  <a:lnTo>
                    <a:pt x="1152955" y="1469028"/>
                  </a:lnTo>
                  <a:lnTo>
                    <a:pt x="1134745" y="1444278"/>
                  </a:lnTo>
                  <a:close/>
                  <a:moveTo>
                    <a:pt x="1168224" y="1489226"/>
                  </a:moveTo>
                  <a:lnTo>
                    <a:pt x="1152955" y="1469028"/>
                  </a:lnTo>
                  <a:lnTo>
                    <a:pt x="1115024" y="1431751"/>
                  </a:lnTo>
                  <a:close/>
                  <a:moveTo>
                    <a:pt x="1168224" y="1489226"/>
                  </a:moveTo>
                  <a:lnTo>
                    <a:pt x="1185045" y="1495814"/>
                  </a:lnTo>
                  <a:lnTo>
                    <a:pt x="1152955" y="1469028"/>
                  </a:lnTo>
                  <a:close/>
                  <a:moveTo>
                    <a:pt x="1001601" y="1252495"/>
                  </a:moveTo>
                  <a:lnTo>
                    <a:pt x="970531" y="1222286"/>
                  </a:lnTo>
                  <a:lnTo>
                    <a:pt x="977837" y="1238132"/>
                  </a:lnTo>
                  <a:close/>
                  <a:moveTo>
                    <a:pt x="970531" y="1222286"/>
                  </a:moveTo>
                  <a:lnTo>
                    <a:pt x="969149" y="1170938"/>
                  </a:lnTo>
                  <a:lnTo>
                    <a:pt x="977837" y="1238132"/>
                  </a:lnTo>
                  <a:close/>
                  <a:moveTo>
                    <a:pt x="977837" y="1238132"/>
                  </a:moveTo>
                  <a:lnTo>
                    <a:pt x="969149" y="1170938"/>
                  </a:lnTo>
                  <a:lnTo>
                    <a:pt x="970625" y="1162501"/>
                  </a:lnTo>
                  <a:close/>
                  <a:moveTo>
                    <a:pt x="922933" y="1110964"/>
                  </a:moveTo>
                  <a:lnTo>
                    <a:pt x="905802" y="1135058"/>
                  </a:lnTo>
                  <a:lnTo>
                    <a:pt x="933246" y="1171602"/>
                  </a:lnTo>
                  <a:close/>
                  <a:moveTo>
                    <a:pt x="615545" y="801745"/>
                  </a:moveTo>
                  <a:lnTo>
                    <a:pt x="547359" y="774302"/>
                  </a:lnTo>
                  <a:lnTo>
                    <a:pt x="589245" y="825839"/>
                  </a:lnTo>
                  <a:close/>
                  <a:moveTo>
                    <a:pt x="509678" y="722766"/>
                  </a:moveTo>
                  <a:lnTo>
                    <a:pt x="546139" y="772337"/>
                  </a:lnTo>
                  <a:lnTo>
                    <a:pt x="563300" y="750208"/>
                  </a:lnTo>
                  <a:close/>
                  <a:moveTo>
                    <a:pt x="97462" y="207399"/>
                  </a:moveTo>
                  <a:lnTo>
                    <a:pt x="129804" y="132395"/>
                  </a:lnTo>
                  <a:lnTo>
                    <a:pt x="126891" y="131769"/>
                  </a:lnTo>
                  <a:close/>
                  <a:moveTo>
                    <a:pt x="126891" y="131769"/>
                  </a:moveTo>
                  <a:lnTo>
                    <a:pt x="131644" y="135770"/>
                  </a:lnTo>
                  <a:lnTo>
                    <a:pt x="97462" y="207399"/>
                  </a:lnTo>
                  <a:close/>
                  <a:moveTo>
                    <a:pt x="110936" y="84992"/>
                  </a:moveTo>
                  <a:lnTo>
                    <a:pt x="97724" y="32990"/>
                  </a:lnTo>
                  <a:lnTo>
                    <a:pt x="88584" y="80232"/>
                  </a:lnTo>
                  <a:close/>
                  <a:moveTo>
                    <a:pt x="969149" y="1170938"/>
                  </a:moveTo>
                  <a:lnTo>
                    <a:pt x="970531" y="1222286"/>
                  </a:lnTo>
                  <a:lnTo>
                    <a:pt x="967844" y="1214038"/>
                  </a:lnTo>
                  <a:close/>
                  <a:moveTo>
                    <a:pt x="1357202" y="1499163"/>
                  </a:moveTo>
                  <a:lnTo>
                    <a:pt x="1356161" y="1569854"/>
                  </a:lnTo>
                  <a:lnTo>
                    <a:pt x="1380838" y="1527214"/>
                  </a:lnTo>
                  <a:close/>
                  <a:moveTo>
                    <a:pt x="1357202" y="1499163"/>
                  </a:moveTo>
                  <a:lnTo>
                    <a:pt x="1310415" y="1523257"/>
                  </a:lnTo>
                  <a:lnTo>
                    <a:pt x="1356161" y="1569854"/>
                  </a:lnTo>
                  <a:close/>
                  <a:moveTo>
                    <a:pt x="970625" y="1162501"/>
                  </a:moveTo>
                  <a:lnTo>
                    <a:pt x="969149" y="1170938"/>
                  </a:lnTo>
                  <a:lnTo>
                    <a:pt x="969035" y="1160759"/>
                  </a:lnTo>
                  <a:close/>
                  <a:moveTo>
                    <a:pt x="930997" y="1090958"/>
                  </a:moveTo>
                  <a:lnTo>
                    <a:pt x="966181" y="1159842"/>
                  </a:lnTo>
                  <a:lnTo>
                    <a:pt x="969035" y="1160759"/>
                  </a:lnTo>
                  <a:close/>
                  <a:moveTo>
                    <a:pt x="989896" y="1086871"/>
                  </a:moveTo>
                  <a:lnTo>
                    <a:pt x="1010380" y="1102385"/>
                  </a:lnTo>
                  <a:lnTo>
                    <a:pt x="961931" y="1041048"/>
                  </a:lnTo>
                  <a:close/>
                  <a:moveTo>
                    <a:pt x="293298" y="337915"/>
                  </a:moveTo>
                  <a:lnTo>
                    <a:pt x="353822" y="307526"/>
                  </a:lnTo>
                  <a:lnTo>
                    <a:pt x="289271" y="266944"/>
                  </a:lnTo>
                  <a:close/>
                  <a:moveTo>
                    <a:pt x="311997" y="223707"/>
                  </a:moveTo>
                  <a:lnTo>
                    <a:pt x="289271" y="266944"/>
                  </a:lnTo>
                  <a:lnTo>
                    <a:pt x="325405" y="275550"/>
                  </a:lnTo>
                  <a:close/>
                  <a:moveTo>
                    <a:pt x="77242" y="74402"/>
                  </a:moveTo>
                  <a:lnTo>
                    <a:pt x="126891" y="131769"/>
                  </a:lnTo>
                  <a:lnTo>
                    <a:pt x="88584" y="80232"/>
                  </a:lnTo>
                  <a:close/>
                  <a:moveTo>
                    <a:pt x="1381162" y="1430057"/>
                  </a:moveTo>
                  <a:lnTo>
                    <a:pt x="1341153" y="1424602"/>
                  </a:lnTo>
                  <a:lnTo>
                    <a:pt x="1386593" y="1488385"/>
                  </a:lnTo>
                  <a:close/>
                  <a:moveTo>
                    <a:pt x="1386593" y="1488385"/>
                  </a:moveTo>
                  <a:lnTo>
                    <a:pt x="1380838" y="1527214"/>
                  </a:lnTo>
                  <a:lnTo>
                    <a:pt x="1402020" y="1499163"/>
                  </a:lnTo>
                  <a:close/>
                  <a:moveTo>
                    <a:pt x="1386593" y="1488385"/>
                  </a:moveTo>
                  <a:lnTo>
                    <a:pt x="1402020" y="1499163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6593" y="1488385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0246" y="1390101"/>
                  </a:lnTo>
                  <a:lnTo>
                    <a:pt x="1342128" y="1422263"/>
                  </a:lnTo>
                  <a:close/>
                  <a:moveTo>
                    <a:pt x="1245064" y="1320460"/>
                  </a:moveTo>
                  <a:lnTo>
                    <a:pt x="1234202" y="1328321"/>
                  </a:lnTo>
                  <a:lnTo>
                    <a:pt x="1226148" y="1344554"/>
                  </a:lnTo>
                  <a:close/>
                  <a:moveTo>
                    <a:pt x="1067507" y="1054431"/>
                  </a:moveTo>
                  <a:lnTo>
                    <a:pt x="1149650" y="1051973"/>
                  </a:lnTo>
                  <a:lnTo>
                    <a:pt x="1104944" y="1059500"/>
                  </a:lnTo>
                  <a:close/>
                  <a:moveTo>
                    <a:pt x="1035051" y="972862"/>
                  </a:moveTo>
                  <a:lnTo>
                    <a:pt x="1020597" y="968593"/>
                  </a:lnTo>
                  <a:lnTo>
                    <a:pt x="1069551" y="1011240"/>
                  </a:lnTo>
                  <a:close/>
                  <a:moveTo>
                    <a:pt x="1069551" y="1011240"/>
                  </a:moveTo>
                  <a:lnTo>
                    <a:pt x="1020597" y="968593"/>
                  </a:lnTo>
                  <a:lnTo>
                    <a:pt x="1020511" y="983798"/>
                  </a:lnTo>
                  <a:close/>
                  <a:moveTo>
                    <a:pt x="929073" y="967037"/>
                  </a:moveTo>
                  <a:lnTo>
                    <a:pt x="941593" y="983798"/>
                  </a:lnTo>
                  <a:lnTo>
                    <a:pt x="969823" y="909147"/>
                  </a:lnTo>
                  <a:close/>
                  <a:moveTo>
                    <a:pt x="969823" y="909147"/>
                  </a:moveTo>
                  <a:lnTo>
                    <a:pt x="970635" y="906697"/>
                  </a:lnTo>
                  <a:lnTo>
                    <a:pt x="923199" y="904017"/>
                  </a:lnTo>
                  <a:close/>
                  <a:moveTo>
                    <a:pt x="972070" y="908167"/>
                  </a:moveTo>
                  <a:lnTo>
                    <a:pt x="1020597" y="968593"/>
                  </a:lnTo>
                  <a:lnTo>
                    <a:pt x="1001208" y="959703"/>
                  </a:lnTo>
                  <a:close/>
                  <a:moveTo>
                    <a:pt x="972070" y="908167"/>
                  </a:moveTo>
                  <a:lnTo>
                    <a:pt x="969823" y="909147"/>
                  </a:lnTo>
                  <a:lnTo>
                    <a:pt x="948293" y="958063"/>
                  </a:lnTo>
                  <a:close/>
                  <a:moveTo>
                    <a:pt x="819109" y="767481"/>
                  </a:moveTo>
                  <a:lnTo>
                    <a:pt x="763837" y="726114"/>
                  </a:lnTo>
                  <a:lnTo>
                    <a:pt x="780031" y="718089"/>
                  </a:lnTo>
                  <a:close/>
                  <a:moveTo>
                    <a:pt x="675319" y="620187"/>
                  </a:moveTo>
                  <a:lnTo>
                    <a:pt x="632043" y="649039"/>
                  </a:lnTo>
                  <a:lnTo>
                    <a:pt x="674013" y="631285"/>
                  </a:lnTo>
                  <a:close/>
                  <a:moveTo>
                    <a:pt x="634018" y="615782"/>
                  </a:moveTo>
                  <a:lnTo>
                    <a:pt x="675319" y="620187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690507" y="558053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705829" y="575560"/>
                  </a:lnTo>
                  <a:lnTo>
                    <a:pt x="698219" y="547411"/>
                  </a:lnTo>
                  <a:close/>
                  <a:moveTo>
                    <a:pt x="690507" y="558053"/>
                  </a:moveTo>
                  <a:lnTo>
                    <a:pt x="675319" y="620187"/>
                  </a:lnTo>
                  <a:lnTo>
                    <a:pt x="698219" y="547411"/>
                  </a:lnTo>
                  <a:close/>
                  <a:moveTo>
                    <a:pt x="444693" y="342040"/>
                  </a:moveTo>
                  <a:lnTo>
                    <a:pt x="481856" y="349808"/>
                  </a:lnTo>
                  <a:lnTo>
                    <a:pt x="471802" y="295239"/>
                  </a:lnTo>
                  <a:close/>
                  <a:moveTo>
                    <a:pt x="471802" y="295239"/>
                  </a:moveTo>
                  <a:lnTo>
                    <a:pt x="485913" y="313822"/>
                  </a:lnTo>
                  <a:lnTo>
                    <a:pt x="457988" y="243727"/>
                  </a:lnTo>
                  <a:close/>
                  <a:moveTo>
                    <a:pt x="256990" y="42216"/>
                  </a:moveTo>
                  <a:lnTo>
                    <a:pt x="260812" y="32045"/>
                  </a:lnTo>
                  <a:lnTo>
                    <a:pt x="185023" y="0"/>
                  </a:lnTo>
                  <a:close/>
                  <a:moveTo>
                    <a:pt x="1069551" y="1011240"/>
                  </a:moveTo>
                  <a:lnTo>
                    <a:pt x="1112611" y="987146"/>
                  </a:lnTo>
                  <a:lnTo>
                    <a:pt x="1035051" y="972862"/>
                  </a:lnTo>
                  <a:close/>
                  <a:moveTo>
                    <a:pt x="1149650" y="1051973"/>
                  </a:moveTo>
                  <a:lnTo>
                    <a:pt x="1165038" y="989872"/>
                  </a:lnTo>
                  <a:lnTo>
                    <a:pt x="1124746" y="998638"/>
                  </a:lnTo>
                  <a:close/>
                  <a:moveTo>
                    <a:pt x="1104944" y="1059500"/>
                  </a:moveTo>
                  <a:lnTo>
                    <a:pt x="1149650" y="1051973"/>
                  </a:lnTo>
                  <a:lnTo>
                    <a:pt x="1124746" y="998638"/>
                  </a:lnTo>
                  <a:close/>
                  <a:moveTo>
                    <a:pt x="966013" y="786758"/>
                  </a:moveTo>
                  <a:lnTo>
                    <a:pt x="1016831" y="832536"/>
                  </a:lnTo>
                  <a:lnTo>
                    <a:pt x="1016336" y="846571"/>
                  </a:lnTo>
                  <a:close/>
                  <a:moveTo>
                    <a:pt x="969490" y="767516"/>
                  </a:moveTo>
                  <a:lnTo>
                    <a:pt x="966013" y="786758"/>
                  </a:lnTo>
                  <a:lnTo>
                    <a:pt x="982802" y="729463"/>
                  </a:lnTo>
                  <a:close/>
                  <a:moveTo>
                    <a:pt x="842447" y="685765"/>
                  </a:moveTo>
                  <a:lnTo>
                    <a:pt x="878879" y="738313"/>
                  </a:lnTo>
                  <a:lnTo>
                    <a:pt x="893264" y="729463"/>
                  </a:lnTo>
                  <a:close/>
                  <a:moveTo>
                    <a:pt x="681785" y="489445"/>
                  </a:moveTo>
                  <a:lnTo>
                    <a:pt x="695941" y="495874"/>
                  </a:lnTo>
                  <a:lnTo>
                    <a:pt x="667654" y="472607"/>
                  </a:lnTo>
                  <a:close/>
                  <a:moveTo>
                    <a:pt x="726818" y="428074"/>
                  </a:moveTo>
                  <a:lnTo>
                    <a:pt x="726815" y="420243"/>
                  </a:lnTo>
                  <a:lnTo>
                    <a:pt x="673377" y="370794"/>
                  </a:lnTo>
                  <a:close/>
                  <a:moveTo>
                    <a:pt x="1156771" y="871108"/>
                  </a:moveTo>
                  <a:lnTo>
                    <a:pt x="1121627" y="852078"/>
                  </a:lnTo>
                  <a:lnTo>
                    <a:pt x="1136495" y="859979"/>
                  </a:lnTo>
                  <a:close/>
                  <a:moveTo>
                    <a:pt x="891819" y="558123"/>
                  </a:moveTo>
                  <a:lnTo>
                    <a:pt x="879862" y="607087"/>
                  </a:lnTo>
                  <a:lnTo>
                    <a:pt x="922260" y="571357"/>
                  </a:lnTo>
                  <a:close/>
                  <a:moveTo>
                    <a:pt x="795601" y="466728"/>
                  </a:moveTo>
                  <a:lnTo>
                    <a:pt x="813856" y="471780"/>
                  </a:lnTo>
                  <a:lnTo>
                    <a:pt x="824809" y="449133"/>
                  </a:lnTo>
                  <a:close/>
                  <a:moveTo>
                    <a:pt x="766540" y="397850"/>
                  </a:moveTo>
                  <a:lnTo>
                    <a:pt x="726815" y="420243"/>
                  </a:lnTo>
                  <a:lnTo>
                    <a:pt x="739287" y="430855"/>
                  </a:lnTo>
                  <a:close/>
                  <a:moveTo>
                    <a:pt x="824809" y="449133"/>
                  </a:moveTo>
                  <a:lnTo>
                    <a:pt x="826069" y="447686"/>
                  </a:lnTo>
                  <a:lnTo>
                    <a:pt x="795601" y="466728"/>
                  </a:lnTo>
                  <a:close/>
                  <a:moveTo>
                    <a:pt x="795601" y="466728"/>
                  </a:moveTo>
                  <a:lnTo>
                    <a:pt x="766540" y="397850"/>
                  </a:lnTo>
                  <a:lnTo>
                    <a:pt x="739287" y="430855"/>
                  </a:lnTo>
                  <a:close/>
                  <a:moveTo>
                    <a:pt x="826069" y="447686"/>
                  </a:moveTo>
                  <a:lnTo>
                    <a:pt x="824809" y="449133"/>
                  </a:lnTo>
                  <a:lnTo>
                    <a:pt x="826725" y="448195"/>
                  </a:lnTo>
                  <a:close/>
                  <a:moveTo>
                    <a:pt x="1241289" y="840379"/>
                  </a:moveTo>
                  <a:lnTo>
                    <a:pt x="1220452" y="872215"/>
                  </a:lnTo>
                  <a:lnTo>
                    <a:pt x="1245019" y="859979"/>
                  </a:lnTo>
                  <a:close/>
                  <a:moveTo>
                    <a:pt x="843499" y="245710"/>
                  </a:moveTo>
                  <a:lnTo>
                    <a:pt x="855225" y="268983"/>
                  </a:lnTo>
                  <a:lnTo>
                    <a:pt x="804430" y="229939"/>
                  </a:lnTo>
                  <a:close/>
                  <a:moveTo>
                    <a:pt x="639190" y="62836"/>
                  </a:moveTo>
                  <a:lnTo>
                    <a:pt x="697783" y="99981"/>
                  </a:lnTo>
                  <a:lnTo>
                    <a:pt x="631655" y="53017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8" name="Output_density__4237">
              <a:extLst>
                <a:ext uri="{FF2B5EF4-FFF2-40B4-BE49-F238E27FC236}">
                  <a16:creationId xmlns:a16="http://schemas.microsoft.com/office/drawing/2014/main" id="{74092B36-DE38-78DC-D080-2B4D31CDD4A7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937258"/>
              <a:ext cx="1286564" cy="1379255"/>
            </a:xfrm>
            <a:custGeom>
              <a:avLst/>
              <a:gdLst/>
              <a:ahLst/>
              <a:cxnLst/>
              <a:rect l="0" t="0" r="0" b="0"/>
              <a:pathLst>
                <a:path w="1286564" h="1379255">
                  <a:moveTo>
                    <a:pt x="17502" y="1321155"/>
                  </a:moveTo>
                  <a:lnTo>
                    <a:pt x="1759" y="1340198"/>
                  </a:lnTo>
                  <a:lnTo>
                    <a:pt x="31090" y="1310975"/>
                  </a:lnTo>
                  <a:close/>
                  <a:moveTo>
                    <a:pt x="31090" y="1310975"/>
                  </a:moveTo>
                  <a:lnTo>
                    <a:pt x="0" y="1333619"/>
                  </a:lnTo>
                  <a:lnTo>
                    <a:pt x="17502" y="1321155"/>
                  </a:lnTo>
                  <a:close/>
                  <a:moveTo>
                    <a:pt x="31090" y="1310975"/>
                  </a:moveTo>
                  <a:lnTo>
                    <a:pt x="106972" y="1289093"/>
                  </a:lnTo>
                  <a:lnTo>
                    <a:pt x="104885" y="1288096"/>
                  </a:lnTo>
                  <a:close/>
                  <a:moveTo>
                    <a:pt x="76672" y="1338417"/>
                  </a:moveTo>
                  <a:lnTo>
                    <a:pt x="106972" y="1289093"/>
                  </a:lnTo>
                  <a:lnTo>
                    <a:pt x="31090" y="1310975"/>
                  </a:lnTo>
                  <a:close/>
                  <a:moveTo>
                    <a:pt x="51209" y="1362511"/>
                  </a:moveTo>
                  <a:lnTo>
                    <a:pt x="76672" y="1338417"/>
                  </a:lnTo>
                  <a:lnTo>
                    <a:pt x="31090" y="1310975"/>
                  </a:lnTo>
                  <a:close/>
                  <a:moveTo>
                    <a:pt x="67686" y="1277110"/>
                  </a:moveTo>
                  <a:lnTo>
                    <a:pt x="31090" y="1310975"/>
                  </a:lnTo>
                  <a:lnTo>
                    <a:pt x="104885" y="1288096"/>
                  </a:lnTo>
                  <a:close/>
                  <a:moveTo>
                    <a:pt x="104885" y="1288096"/>
                  </a:moveTo>
                  <a:lnTo>
                    <a:pt x="106972" y="1289093"/>
                  </a:lnTo>
                  <a:lnTo>
                    <a:pt x="109688" y="1286881"/>
                  </a:lnTo>
                  <a:close/>
                  <a:moveTo>
                    <a:pt x="106972" y="1289093"/>
                  </a:moveTo>
                  <a:lnTo>
                    <a:pt x="141529" y="1283395"/>
                  </a:lnTo>
                  <a:lnTo>
                    <a:pt x="109688" y="1286881"/>
                  </a:lnTo>
                  <a:close/>
                  <a:moveTo>
                    <a:pt x="145392" y="1262787"/>
                  </a:moveTo>
                  <a:lnTo>
                    <a:pt x="146549" y="1211250"/>
                  </a:lnTo>
                  <a:lnTo>
                    <a:pt x="109688" y="1286881"/>
                  </a:lnTo>
                  <a:close/>
                  <a:moveTo>
                    <a:pt x="190828" y="1158140"/>
                  </a:moveTo>
                  <a:lnTo>
                    <a:pt x="157696" y="1169165"/>
                  </a:lnTo>
                  <a:lnTo>
                    <a:pt x="146549" y="1211250"/>
                  </a:lnTo>
                  <a:close/>
                  <a:moveTo>
                    <a:pt x="219671" y="1145256"/>
                  </a:moveTo>
                  <a:lnTo>
                    <a:pt x="165146" y="1159714"/>
                  </a:lnTo>
                  <a:lnTo>
                    <a:pt x="238172" y="1160475"/>
                  </a:lnTo>
                  <a:close/>
                  <a:moveTo>
                    <a:pt x="238172" y="1160475"/>
                  </a:moveTo>
                  <a:lnTo>
                    <a:pt x="165146" y="1159714"/>
                  </a:lnTo>
                  <a:lnTo>
                    <a:pt x="157696" y="1169165"/>
                  </a:lnTo>
                  <a:close/>
                  <a:moveTo>
                    <a:pt x="238172" y="1160475"/>
                  </a:moveTo>
                  <a:lnTo>
                    <a:pt x="157696" y="1169165"/>
                  </a:lnTo>
                  <a:lnTo>
                    <a:pt x="190828" y="1158140"/>
                  </a:lnTo>
                  <a:close/>
                  <a:moveTo>
                    <a:pt x="219671" y="1145256"/>
                  </a:moveTo>
                  <a:lnTo>
                    <a:pt x="238172" y="1160475"/>
                  </a:lnTo>
                  <a:lnTo>
                    <a:pt x="242269" y="1135619"/>
                  </a:lnTo>
                  <a:close/>
                  <a:moveTo>
                    <a:pt x="242269" y="1135619"/>
                  </a:moveTo>
                  <a:lnTo>
                    <a:pt x="238172" y="1160475"/>
                  </a:lnTo>
                  <a:lnTo>
                    <a:pt x="257303" y="1177404"/>
                  </a:lnTo>
                  <a:close/>
                  <a:moveTo>
                    <a:pt x="324753" y="769910"/>
                  </a:moveTo>
                  <a:lnTo>
                    <a:pt x="324479" y="784317"/>
                  </a:lnTo>
                  <a:lnTo>
                    <a:pt x="323454" y="781561"/>
                  </a:lnTo>
                  <a:close/>
                  <a:moveTo>
                    <a:pt x="322254" y="730024"/>
                  </a:moveTo>
                  <a:lnTo>
                    <a:pt x="318419" y="678488"/>
                  </a:lnTo>
                  <a:lnTo>
                    <a:pt x="301245" y="740463"/>
                  </a:lnTo>
                  <a:close/>
                  <a:moveTo>
                    <a:pt x="318419" y="678488"/>
                  </a:moveTo>
                  <a:lnTo>
                    <a:pt x="286164" y="689981"/>
                  </a:lnTo>
                  <a:lnTo>
                    <a:pt x="301245" y="740463"/>
                  </a:lnTo>
                  <a:close/>
                  <a:moveTo>
                    <a:pt x="144073" y="575415"/>
                  </a:moveTo>
                  <a:lnTo>
                    <a:pt x="136052" y="523878"/>
                  </a:lnTo>
                  <a:lnTo>
                    <a:pt x="120516" y="585217"/>
                  </a:lnTo>
                  <a:close/>
                  <a:moveTo>
                    <a:pt x="324753" y="769910"/>
                  </a:moveTo>
                  <a:lnTo>
                    <a:pt x="323454" y="781561"/>
                  </a:lnTo>
                  <a:lnTo>
                    <a:pt x="331434" y="778662"/>
                  </a:lnTo>
                  <a:close/>
                  <a:moveTo>
                    <a:pt x="390348" y="706005"/>
                  </a:moveTo>
                  <a:lnTo>
                    <a:pt x="322254" y="730024"/>
                  </a:lnTo>
                  <a:lnTo>
                    <a:pt x="390518" y="706221"/>
                  </a:lnTo>
                  <a:close/>
                  <a:moveTo>
                    <a:pt x="322254" y="730024"/>
                  </a:moveTo>
                  <a:lnTo>
                    <a:pt x="324753" y="769910"/>
                  </a:lnTo>
                  <a:lnTo>
                    <a:pt x="390518" y="706221"/>
                  </a:lnTo>
                  <a:close/>
                  <a:moveTo>
                    <a:pt x="318419" y="678488"/>
                  </a:moveTo>
                  <a:lnTo>
                    <a:pt x="390348" y="706005"/>
                  </a:lnTo>
                  <a:lnTo>
                    <a:pt x="358930" y="668805"/>
                  </a:lnTo>
                  <a:close/>
                  <a:moveTo>
                    <a:pt x="318419" y="678488"/>
                  </a:moveTo>
                  <a:lnTo>
                    <a:pt x="322254" y="730024"/>
                  </a:lnTo>
                  <a:lnTo>
                    <a:pt x="390348" y="706005"/>
                  </a:lnTo>
                  <a:close/>
                  <a:moveTo>
                    <a:pt x="391062" y="705930"/>
                  </a:moveTo>
                  <a:lnTo>
                    <a:pt x="405369" y="654393"/>
                  </a:lnTo>
                  <a:lnTo>
                    <a:pt x="390348" y="706005"/>
                  </a:lnTo>
                  <a:close/>
                  <a:moveTo>
                    <a:pt x="405369" y="654393"/>
                  </a:moveTo>
                  <a:lnTo>
                    <a:pt x="358930" y="668805"/>
                  </a:lnTo>
                  <a:lnTo>
                    <a:pt x="390348" y="706005"/>
                  </a:lnTo>
                  <a:close/>
                  <a:moveTo>
                    <a:pt x="390348" y="706005"/>
                  </a:moveTo>
                  <a:lnTo>
                    <a:pt x="390518" y="706221"/>
                  </a:lnTo>
                  <a:lnTo>
                    <a:pt x="391062" y="705930"/>
                  </a:lnTo>
                  <a:close/>
                  <a:moveTo>
                    <a:pt x="390660" y="705752"/>
                  </a:moveTo>
                  <a:lnTo>
                    <a:pt x="391062" y="705930"/>
                  </a:lnTo>
                  <a:lnTo>
                    <a:pt x="390518" y="706221"/>
                  </a:lnTo>
                  <a:close/>
                  <a:moveTo>
                    <a:pt x="390660" y="705752"/>
                  </a:moveTo>
                  <a:lnTo>
                    <a:pt x="412507" y="653534"/>
                  </a:lnTo>
                  <a:lnTo>
                    <a:pt x="391062" y="705930"/>
                  </a:lnTo>
                  <a:close/>
                  <a:moveTo>
                    <a:pt x="391062" y="705930"/>
                  </a:moveTo>
                  <a:lnTo>
                    <a:pt x="423236" y="630300"/>
                  </a:lnTo>
                  <a:lnTo>
                    <a:pt x="405369" y="654393"/>
                  </a:lnTo>
                  <a:close/>
                  <a:moveTo>
                    <a:pt x="1141543" y="1351812"/>
                  </a:moveTo>
                  <a:lnTo>
                    <a:pt x="1160563" y="1379255"/>
                  </a:lnTo>
                  <a:lnTo>
                    <a:pt x="1157596" y="1327718"/>
                  </a:lnTo>
                  <a:close/>
                  <a:moveTo>
                    <a:pt x="309497" y="475690"/>
                  </a:moveTo>
                  <a:lnTo>
                    <a:pt x="319757" y="481431"/>
                  </a:lnTo>
                  <a:lnTo>
                    <a:pt x="324423" y="470648"/>
                  </a:lnTo>
                  <a:close/>
                  <a:moveTo>
                    <a:pt x="317036" y="471259"/>
                  </a:moveTo>
                  <a:lnTo>
                    <a:pt x="309497" y="475690"/>
                  </a:lnTo>
                  <a:lnTo>
                    <a:pt x="324423" y="470648"/>
                  </a:lnTo>
                  <a:close/>
                  <a:moveTo>
                    <a:pt x="428685" y="22649"/>
                  </a:moveTo>
                  <a:lnTo>
                    <a:pt x="370681" y="31823"/>
                  </a:lnTo>
                  <a:lnTo>
                    <a:pt x="435664" y="25838"/>
                  </a:lnTo>
                  <a:close/>
                  <a:moveTo>
                    <a:pt x="370681" y="31823"/>
                  </a:moveTo>
                  <a:lnTo>
                    <a:pt x="399097" y="63799"/>
                  </a:lnTo>
                  <a:lnTo>
                    <a:pt x="435664" y="25838"/>
                  </a:lnTo>
                  <a:close/>
                  <a:moveTo>
                    <a:pt x="428685" y="22649"/>
                  </a:moveTo>
                  <a:lnTo>
                    <a:pt x="435664" y="25838"/>
                  </a:lnTo>
                  <a:lnTo>
                    <a:pt x="438727" y="18558"/>
                  </a:lnTo>
                  <a:close/>
                  <a:moveTo>
                    <a:pt x="406436" y="65497"/>
                  </a:moveTo>
                  <a:lnTo>
                    <a:pt x="435664" y="25838"/>
                  </a:lnTo>
                  <a:lnTo>
                    <a:pt x="399097" y="63799"/>
                  </a:lnTo>
                  <a:close/>
                  <a:moveTo>
                    <a:pt x="406436" y="65497"/>
                  </a:moveTo>
                  <a:lnTo>
                    <a:pt x="465386" y="55555"/>
                  </a:lnTo>
                  <a:lnTo>
                    <a:pt x="435664" y="25838"/>
                  </a:lnTo>
                  <a:close/>
                  <a:moveTo>
                    <a:pt x="465386" y="55555"/>
                  </a:moveTo>
                  <a:lnTo>
                    <a:pt x="438727" y="18558"/>
                  </a:lnTo>
                  <a:lnTo>
                    <a:pt x="435664" y="25838"/>
                  </a:lnTo>
                  <a:close/>
                  <a:moveTo>
                    <a:pt x="503264" y="0"/>
                  </a:moveTo>
                  <a:lnTo>
                    <a:pt x="438727" y="18558"/>
                  </a:lnTo>
                  <a:lnTo>
                    <a:pt x="465386" y="55555"/>
                  </a:lnTo>
                  <a:close/>
                  <a:moveTo>
                    <a:pt x="904197" y="285066"/>
                  </a:moveTo>
                  <a:lnTo>
                    <a:pt x="901713" y="331126"/>
                  </a:lnTo>
                  <a:lnTo>
                    <a:pt x="937095" y="314396"/>
                  </a:lnTo>
                  <a:close/>
                  <a:moveTo>
                    <a:pt x="1219202" y="564715"/>
                  </a:moveTo>
                  <a:lnTo>
                    <a:pt x="1286564" y="596652"/>
                  </a:lnTo>
                  <a:lnTo>
                    <a:pt x="1266900" y="549896"/>
                  </a:lnTo>
                  <a:close/>
                  <a:moveTo>
                    <a:pt x="810596" y="14663"/>
                  </a:moveTo>
                  <a:lnTo>
                    <a:pt x="741781" y="45522"/>
                  </a:lnTo>
                  <a:lnTo>
                    <a:pt x="803056" y="2525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9" name="Output_density__4238">
              <a:extLst>
                <a:ext uri="{FF2B5EF4-FFF2-40B4-BE49-F238E27FC236}">
                  <a16:creationId xmlns:a16="http://schemas.microsoft.com/office/drawing/2014/main" id="{009EE693-F554-D957-7C8E-F08E89875532}"/>
                </a:ext>
              </a:extLst>
            </p:cNvPr>
            <p:cNvSpPr>
              <a:spLocks noGrp="1"/>
            </p:cNvSpPr>
            <p:nvPr/>
          </p:nvSpPr>
          <p:spPr>
            <a:xfrm>
              <a:off x="15305476" y="2767683"/>
              <a:ext cx="1485118" cy="1801028"/>
            </a:xfrm>
            <a:custGeom>
              <a:avLst/>
              <a:gdLst/>
              <a:ahLst/>
              <a:cxnLst/>
              <a:rect l="0" t="0" r="0" b="0"/>
              <a:pathLst>
                <a:path w="1485118" h="1801028">
                  <a:moveTo>
                    <a:pt x="84339" y="1480549"/>
                  </a:moveTo>
                  <a:lnTo>
                    <a:pt x="102094" y="1556179"/>
                  </a:lnTo>
                  <a:lnTo>
                    <a:pt x="104458" y="1532085"/>
                  </a:lnTo>
                  <a:close/>
                  <a:moveTo>
                    <a:pt x="104458" y="1532085"/>
                  </a:moveTo>
                  <a:lnTo>
                    <a:pt x="156006" y="1583622"/>
                  </a:lnTo>
                  <a:lnTo>
                    <a:pt x="165823" y="1559528"/>
                  </a:lnTo>
                  <a:close/>
                  <a:moveTo>
                    <a:pt x="521468" y="1801028"/>
                  </a:moveTo>
                  <a:lnTo>
                    <a:pt x="564636" y="1794285"/>
                  </a:lnTo>
                  <a:lnTo>
                    <a:pt x="553410" y="1793117"/>
                  </a:lnTo>
                  <a:close/>
                  <a:moveTo>
                    <a:pt x="499759" y="1719861"/>
                  </a:moveTo>
                  <a:lnTo>
                    <a:pt x="419618" y="1729803"/>
                  </a:lnTo>
                  <a:lnTo>
                    <a:pt x="455284" y="1728253"/>
                  </a:lnTo>
                  <a:close/>
                  <a:moveTo>
                    <a:pt x="524311" y="1789086"/>
                  </a:moveTo>
                  <a:lnTo>
                    <a:pt x="521468" y="1801028"/>
                  </a:lnTo>
                  <a:lnTo>
                    <a:pt x="553410" y="1793117"/>
                  </a:lnTo>
                  <a:close/>
                  <a:moveTo>
                    <a:pt x="470894" y="1731788"/>
                  </a:moveTo>
                  <a:lnTo>
                    <a:pt x="499759" y="1719861"/>
                  </a:lnTo>
                  <a:lnTo>
                    <a:pt x="455284" y="1728253"/>
                  </a:lnTo>
                  <a:close/>
                  <a:moveTo>
                    <a:pt x="470894" y="1731788"/>
                  </a:moveTo>
                  <a:lnTo>
                    <a:pt x="517090" y="1732213"/>
                  </a:lnTo>
                  <a:lnTo>
                    <a:pt x="499759" y="1719861"/>
                  </a:lnTo>
                  <a:close/>
                  <a:moveTo>
                    <a:pt x="368161" y="1338126"/>
                  </a:moveTo>
                  <a:lnTo>
                    <a:pt x="366670" y="1301815"/>
                  </a:lnTo>
                  <a:lnTo>
                    <a:pt x="310552" y="1346978"/>
                  </a:lnTo>
                  <a:close/>
                  <a:moveTo>
                    <a:pt x="295518" y="1305194"/>
                  </a:moveTo>
                  <a:lnTo>
                    <a:pt x="366670" y="1301815"/>
                  </a:lnTo>
                  <a:lnTo>
                    <a:pt x="340744" y="1281100"/>
                  </a:lnTo>
                  <a:close/>
                  <a:moveTo>
                    <a:pt x="301110" y="1229563"/>
                  </a:moveTo>
                  <a:lnTo>
                    <a:pt x="318330" y="1253152"/>
                  </a:lnTo>
                  <a:lnTo>
                    <a:pt x="295518" y="1305194"/>
                  </a:lnTo>
                  <a:close/>
                  <a:moveTo>
                    <a:pt x="340744" y="1281100"/>
                  </a:moveTo>
                  <a:lnTo>
                    <a:pt x="301110" y="1229563"/>
                  </a:lnTo>
                  <a:lnTo>
                    <a:pt x="295518" y="1305194"/>
                  </a:lnTo>
                  <a:close/>
                  <a:moveTo>
                    <a:pt x="0" y="793177"/>
                  </a:moveTo>
                  <a:lnTo>
                    <a:pt x="1075" y="741640"/>
                  </a:lnTo>
                  <a:lnTo>
                    <a:pt x="5967" y="752501"/>
                  </a:lnTo>
                  <a:close/>
                  <a:moveTo>
                    <a:pt x="447861" y="1185827"/>
                  </a:moveTo>
                  <a:lnTo>
                    <a:pt x="456897" y="1153721"/>
                  </a:lnTo>
                  <a:lnTo>
                    <a:pt x="414393" y="1150294"/>
                  </a:lnTo>
                  <a:close/>
                  <a:moveTo>
                    <a:pt x="447861" y="1185827"/>
                  </a:moveTo>
                  <a:lnTo>
                    <a:pt x="456128" y="1191811"/>
                  </a:lnTo>
                  <a:lnTo>
                    <a:pt x="485856" y="1181375"/>
                  </a:lnTo>
                  <a:close/>
                  <a:moveTo>
                    <a:pt x="377728" y="953891"/>
                  </a:moveTo>
                  <a:lnTo>
                    <a:pt x="378002" y="939485"/>
                  </a:lnTo>
                  <a:lnTo>
                    <a:pt x="391453" y="975229"/>
                  </a:lnTo>
                  <a:close/>
                  <a:moveTo>
                    <a:pt x="391453" y="975229"/>
                  </a:moveTo>
                  <a:lnTo>
                    <a:pt x="378002" y="939485"/>
                  </a:lnTo>
                  <a:lnTo>
                    <a:pt x="375503" y="899599"/>
                  </a:lnTo>
                  <a:close/>
                  <a:moveTo>
                    <a:pt x="375503" y="899599"/>
                  </a:moveTo>
                  <a:lnTo>
                    <a:pt x="354494" y="910037"/>
                  </a:lnTo>
                  <a:lnTo>
                    <a:pt x="391453" y="975229"/>
                  </a:lnTo>
                  <a:close/>
                  <a:moveTo>
                    <a:pt x="312341" y="923693"/>
                  </a:moveTo>
                  <a:lnTo>
                    <a:pt x="342749" y="942581"/>
                  </a:lnTo>
                  <a:lnTo>
                    <a:pt x="354494" y="910037"/>
                  </a:lnTo>
                  <a:close/>
                  <a:moveTo>
                    <a:pt x="150283" y="711139"/>
                  </a:moveTo>
                  <a:lnTo>
                    <a:pt x="138829" y="704189"/>
                  </a:lnTo>
                  <a:lnTo>
                    <a:pt x="118747" y="698795"/>
                  </a:lnTo>
                  <a:close/>
                  <a:moveTo>
                    <a:pt x="138829" y="704189"/>
                  </a:moveTo>
                  <a:lnTo>
                    <a:pt x="150283" y="711139"/>
                  </a:lnTo>
                  <a:lnTo>
                    <a:pt x="207191" y="650207"/>
                  </a:lnTo>
                  <a:close/>
                  <a:moveTo>
                    <a:pt x="670680" y="1208818"/>
                  </a:moveTo>
                  <a:lnTo>
                    <a:pt x="696234" y="1255919"/>
                  </a:lnTo>
                  <a:lnTo>
                    <a:pt x="691246" y="1202632"/>
                  </a:lnTo>
                  <a:close/>
                  <a:moveTo>
                    <a:pt x="194634" y="675082"/>
                  </a:moveTo>
                  <a:lnTo>
                    <a:pt x="207191" y="650207"/>
                  </a:lnTo>
                  <a:lnTo>
                    <a:pt x="189301" y="693452"/>
                  </a:lnTo>
                  <a:close/>
                  <a:moveTo>
                    <a:pt x="1041485" y="1418313"/>
                  </a:moveTo>
                  <a:lnTo>
                    <a:pt x="1025933" y="1480323"/>
                  </a:lnTo>
                  <a:lnTo>
                    <a:pt x="1046470" y="1422210"/>
                  </a:lnTo>
                  <a:close/>
                  <a:moveTo>
                    <a:pt x="1041485" y="1418313"/>
                  </a:moveTo>
                  <a:lnTo>
                    <a:pt x="988274" y="1379299"/>
                  </a:lnTo>
                  <a:lnTo>
                    <a:pt x="959261" y="1405725"/>
                  </a:lnTo>
                  <a:close/>
                  <a:moveTo>
                    <a:pt x="975767" y="1366777"/>
                  </a:moveTo>
                  <a:lnTo>
                    <a:pt x="959261" y="1405725"/>
                  </a:lnTo>
                  <a:lnTo>
                    <a:pt x="988274" y="1379299"/>
                  </a:lnTo>
                  <a:close/>
                  <a:moveTo>
                    <a:pt x="341891" y="669573"/>
                  </a:moveTo>
                  <a:lnTo>
                    <a:pt x="362746" y="645264"/>
                  </a:lnTo>
                  <a:lnTo>
                    <a:pt x="336167" y="669358"/>
                  </a:lnTo>
                  <a:close/>
                  <a:moveTo>
                    <a:pt x="309994" y="594518"/>
                  </a:moveTo>
                  <a:lnTo>
                    <a:pt x="370285" y="640833"/>
                  </a:lnTo>
                  <a:lnTo>
                    <a:pt x="339152" y="608796"/>
                  </a:lnTo>
                  <a:close/>
                  <a:moveTo>
                    <a:pt x="1041485" y="1418313"/>
                  </a:moveTo>
                  <a:lnTo>
                    <a:pt x="1046470" y="1422210"/>
                  </a:lnTo>
                  <a:lnTo>
                    <a:pt x="1049998" y="1414598"/>
                  </a:lnTo>
                  <a:close/>
                  <a:moveTo>
                    <a:pt x="1049998" y="1414598"/>
                  </a:moveTo>
                  <a:lnTo>
                    <a:pt x="988274" y="1379299"/>
                  </a:lnTo>
                  <a:lnTo>
                    <a:pt x="1041485" y="1418313"/>
                  </a:lnTo>
                  <a:close/>
                  <a:moveTo>
                    <a:pt x="994056" y="1359352"/>
                  </a:moveTo>
                  <a:lnTo>
                    <a:pt x="988274" y="1379299"/>
                  </a:lnTo>
                  <a:lnTo>
                    <a:pt x="1049998" y="1414598"/>
                  </a:lnTo>
                  <a:close/>
                  <a:moveTo>
                    <a:pt x="1046470" y="1422210"/>
                  </a:moveTo>
                  <a:lnTo>
                    <a:pt x="1106218" y="1394219"/>
                  </a:lnTo>
                  <a:lnTo>
                    <a:pt x="1049998" y="1414598"/>
                  </a:lnTo>
                  <a:close/>
                  <a:moveTo>
                    <a:pt x="1158070" y="1445756"/>
                  </a:moveTo>
                  <a:lnTo>
                    <a:pt x="1125450" y="1407926"/>
                  </a:lnTo>
                  <a:lnTo>
                    <a:pt x="1162054" y="1462205"/>
                  </a:lnTo>
                  <a:close/>
                  <a:moveTo>
                    <a:pt x="975767" y="1366777"/>
                  </a:moveTo>
                  <a:lnTo>
                    <a:pt x="988274" y="1379299"/>
                  </a:lnTo>
                  <a:lnTo>
                    <a:pt x="994056" y="1359352"/>
                  </a:lnTo>
                  <a:close/>
                  <a:moveTo>
                    <a:pt x="763872" y="981927"/>
                  </a:moveTo>
                  <a:lnTo>
                    <a:pt x="755433" y="1032779"/>
                  </a:lnTo>
                  <a:lnTo>
                    <a:pt x="740290" y="1037274"/>
                  </a:lnTo>
                  <a:close/>
                  <a:moveTo>
                    <a:pt x="408336" y="621170"/>
                  </a:moveTo>
                  <a:lnTo>
                    <a:pt x="373006" y="651005"/>
                  </a:lnTo>
                  <a:lnTo>
                    <a:pt x="411089" y="696801"/>
                  </a:lnTo>
                  <a:close/>
                  <a:moveTo>
                    <a:pt x="1158070" y="1445756"/>
                  </a:moveTo>
                  <a:lnTo>
                    <a:pt x="1162054" y="1462205"/>
                  </a:lnTo>
                  <a:lnTo>
                    <a:pt x="1190781" y="1477509"/>
                  </a:lnTo>
                  <a:close/>
                  <a:moveTo>
                    <a:pt x="1278012" y="1531401"/>
                  </a:moveTo>
                  <a:lnTo>
                    <a:pt x="1267881" y="1591098"/>
                  </a:lnTo>
                  <a:lnTo>
                    <a:pt x="1309675" y="1524735"/>
                  </a:lnTo>
                  <a:close/>
                  <a:moveTo>
                    <a:pt x="1213812" y="1548829"/>
                  </a:moveTo>
                  <a:lnTo>
                    <a:pt x="1267881" y="1591098"/>
                  </a:lnTo>
                  <a:lnTo>
                    <a:pt x="1278012" y="1531401"/>
                  </a:lnTo>
                  <a:close/>
                  <a:moveTo>
                    <a:pt x="1210845" y="1497292"/>
                  </a:moveTo>
                  <a:lnTo>
                    <a:pt x="1263187" y="1473199"/>
                  </a:lnTo>
                  <a:lnTo>
                    <a:pt x="1190781" y="1477509"/>
                  </a:lnTo>
                  <a:close/>
                  <a:moveTo>
                    <a:pt x="1263187" y="1473199"/>
                  </a:moveTo>
                  <a:lnTo>
                    <a:pt x="1222070" y="1459594"/>
                  </a:lnTo>
                  <a:lnTo>
                    <a:pt x="1190781" y="1477509"/>
                  </a:lnTo>
                  <a:close/>
                  <a:moveTo>
                    <a:pt x="1165755" y="1421662"/>
                  </a:moveTo>
                  <a:lnTo>
                    <a:pt x="1190781" y="1477509"/>
                  </a:lnTo>
                  <a:lnTo>
                    <a:pt x="1222070" y="1459594"/>
                  </a:lnTo>
                  <a:close/>
                  <a:moveTo>
                    <a:pt x="1165755" y="1421662"/>
                  </a:moveTo>
                  <a:lnTo>
                    <a:pt x="1158070" y="1445756"/>
                  </a:lnTo>
                  <a:lnTo>
                    <a:pt x="1190781" y="1477509"/>
                  </a:lnTo>
                  <a:close/>
                  <a:moveTo>
                    <a:pt x="1309675" y="1524735"/>
                  </a:moveTo>
                  <a:lnTo>
                    <a:pt x="1343006" y="1562403"/>
                  </a:lnTo>
                  <a:lnTo>
                    <a:pt x="1346515" y="1513692"/>
                  </a:lnTo>
                  <a:close/>
                  <a:moveTo>
                    <a:pt x="1320576" y="1472037"/>
                  </a:moveTo>
                  <a:lnTo>
                    <a:pt x="1346515" y="1513692"/>
                  </a:lnTo>
                  <a:lnTo>
                    <a:pt x="1353282" y="1524735"/>
                  </a:lnTo>
                  <a:close/>
                  <a:moveTo>
                    <a:pt x="1276219" y="1470116"/>
                  </a:moveTo>
                  <a:lnTo>
                    <a:pt x="1222070" y="1459594"/>
                  </a:lnTo>
                  <a:lnTo>
                    <a:pt x="1263187" y="1473199"/>
                  </a:lnTo>
                  <a:close/>
                  <a:moveTo>
                    <a:pt x="1266748" y="1415073"/>
                  </a:moveTo>
                  <a:lnTo>
                    <a:pt x="1230121" y="1406868"/>
                  </a:lnTo>
                  <a:lnTo>
                    <a:pt x="1276219" y="1470116"/>
                  </a:lnTo>
                  <a:close/>
                  <a:moveTo>
                    <a:pt x="1320576" y="1472037"/>
                  </a:moveTo>
                  <a:lnTo>
                    <a:pt x="1318020" y="1468981"/>
                  </a:lnTo>
                  <a:lnTo>
                    <a:pt x="1266748" y="1415073"/>
                  </a:lnTo>
                  <a:close/>
                  <a:moveTo>
                    <a:pt x="1276219" y="1470116"/>
                  </a:moveTo>
                  <a:lnTo>
                    <a:pt x="1320576" y="1472037"/>
                  </a:lnTo>
                  <a:lnTo>
                    <a:pt x="1266748" y="1415073"/>
                  </a:lnTo>
                  <a:close/>
                  <a:moveTo>
                    <a:pt x="1320576" y="1472037"/>
                  </a:moveTo>
                  <a:lnTo>
                    <a:pt x="1322449" y="1473199"/>
                  </a:lnTo>
                  <a:lnTo>
                    <a:pt x="1318020" y="1468981"/>
                  </a:lnTo>
                  <a:close/>
                  <a:moveTo>
                    <a:pt x="1230121" y="1406868"/>
                  </a:moveTo>
                  <a:lnTo>
                    <a:pt x="1266748" y="1415073"/>
                  </a:lnTo>
                  <a:lnTo>
                    <a:pt x="1213549" y="1357598"/>
                  </a:lnTo>
                  <a:close/>
                  <a:moveTo>
                    <a:pt x="1076362" y="1163979"/>
                  </a:moveTo>
                  <a:lnTo>
                    <a:pt x="1069150" y="1088348"/>
                  </a:lnTo>
                  <a:lnTo>
                    <a:pt x="1042710" y="1112442"/>
                  </a:lnTo>
                  <a:close/>
                  <a:moveTo>
                    <a:pt x="1042710" y="1112442"/>
                  </a:moveTo>
                  <a:lnTo>
                    <a:pt x="1069150" y="1088348"/>
                  </a:lnTo>
                  <a:lnTo>
                    <a:pt x="1031770" y="1097449"/>
                  </a:lnTo>
                  <a:close/>
                  <a:moveTo>
                    <a:pt x="1069150" y="1088348"/>
                  </a:moveTo>
                  <a:lnTo>
                    <a:pt x="1064705" y="1085689"/>
                  </a:lnTo>
                  <a:lnTo>
                    <a:pt x="1031770" y="1097449"/>
                  </a:lnTo>
                  <a:close/>
                  <a:moveTo>
                    <a:pt x="1021458" y="1036812"/>
                  </a:moveTo>
                  <a:lnTo>
                    <a:pt x="1031770" y="1097449"/>
                  </a:lnTo>
                  <a:lnTo>
                    <a:pt x="1064705" y="1085689"/>
                  </a:lnTo>
                  <a:close/>
                  <a:moveTo>
                    <a:pt x="714069" y="727592"/>
                  </a:moveTo>
                  <a:lnTo>
                    <a:pt x="647037" y="698647"/>
                  </a:lnTo>
                  <a:lnTo>
                    <a:pt x="645883" y="700149"/>
                  </a:lnTo>
                  <a:close/>
                  <a:moveTo>
                    <a:pt x="644664" y="698184"/>
                  </a:moveTo>
                  <a:lnTo>
                    <a:pt x="645883" y="700149"/>
                  </a:lnTo>
                  <a:lnTo>
                    <a:pt x="647037" y="698647"/>
                  </a:lnTo>
                  <a:close/>
                  <a:moveTo>
                    <a:pt x="661825" y="676056"/>
                  </a:moveTo>
                  <a:lnTo>
                    <a:pt x="644664" y="698184"/>
                  </a:lnTo>
                  <a:lnTo>
                    <a:pt x="647037" y="698647"/>
                  </a:lnTo>
                  <a:close/>
                  <a:moveTo>
                    <a:pt x="228329" y="58243"/>
                  </a:moveTo>
                  <a:lnTo>
                    <a:pt x="275179" y="58136"/>
                  </a:lnTo>
                  <a:lnTo>
                    <a:pt x="249156" y="16549"/>
                  </a:lnTo>
                  <a:close/>
                  <a:moveTo>
                    <a:pt x="228329" y="58243"/>
                  </a:moveTo>
                  <a:lnTo>
                    <a:pt x="249156" y="16549"/>
                  </a:lnTo>
                  <a:lnTo>
                    <a:pt x="209461" y="10839"/>
                  </a:lnTo>
                  <a:close/>
                  <a:moveTo>
                    <a:pt x="228329" y="58243"/>
                  </a:moveTo>
                  <a:lnTo>
                    <a:pt x="209461" y="10839"/>
                  </a:lnTo>
                  <a:lnTo>
                    <a:pt x="225416" y="57617"/>
                  </a:lnTo>
                  <a:close/>
                  <a:moveTo>
                    <a:pt x="209461" y="10839"/>
                  </a:moveTo>
                  <a:lnTo>
                    <a:pt x="187108" y="6080"/>
                  </a:lnTo>
                  <a:lnTo>
                    <a:pt x="225416" y="57617"/>
                  </a:lnTo>
                  <a:close/>
                  <a:moveTo>
                    <a:pt x="1408940" y="1449105"/>
                  </a:moveTo>
                  <a:lnTo>
                    <a:pt x="1455727" y="1425011"/>
                  </a:lnTo>
                  <a:lnTo>
                    <a:pt x="1383049" y="1402539"/>
                  </a:lnTo>
                  <a:close/>
                  <a:moveTo>
                    <a:pt x="1455727" y="1425011"/>
                  </a:moveTo>
                  <a:lnTo>
                    <a:pt x="1417687" y="1397145"/>
                  </a:lnTo>
                  <a:lnTo>
                    <a:pt x="1383049" y="1402539"/>
                  </a:lnTo>
                  <a:close/>
                  <a:moveTo>
                    <a:pt x="1394389" y="1373474"/>
                  </a:moveTo>
                  <a:lnTo>
                    <a:pt x="1383049" y="1402539"/>
                  </a:lnTo>
                  <a:lnTo>
                    <a:pt x="1417687" y="1397145"/>
                  </a:lnTo>
                  <a:close/>
                  <a:moveTo>
                    <a:pt x="1394389" y="1373474"/>
                  </a:moveTo>
                  <a:lnTo>
                    <a:pt x="1378907" y="1397568"/>
                  </a:lnTo>
                  <a:lnTo>
                    <a:pt x="1383049" y="1402539"/>
                  </a:lnTo>
                  <a:close/>
                  <a:moveTo>
                    <a:pt x="1353253" y="1346032"/>
                  </a:moveTo>
                  <a:lnTo>
                    <a:pt x="1378907" y="1397568"/>
                  </a:lnTo>
                  <a:lnTo>
                    <a:pt x="1394389" y="1373474"/>
                  </a:lnTo>
                  <a:close/>
                  <a:moveTo>
                    <a:pt x="1328921" y="1277025"/>
                  </a:moveTo>
                  <a:lnTo>
                    <a:pt x="1364367" y="1332692"/>
                  </a:lnTo>
                  <a:lnTo>
                    <a:pt x="1368260" y="1321937"/>
                  </a:lnTo>
                  <a:close/>
                  <a:moveTo>
                    <a:pt x="1368260" y="1321937"/>
                  </a:moveTo>
                  <a:lnTo>
                    <a:pt x="1342611" y="1291126"/>
                  </a:lnTo>
                  <a:lnTo>
                    <a:pt x="1328921" y="1277025"/>
                  </a:lnTo>
                  <a:close/>
                  <a:moveTo>
                    <a:pt x="1064705" y="1085689"/>
                  </a:moveTo>
                  <a:lnTo>
                    <a:pt x="1069150" y="1088348"/>
                  </a:lnTo>
                  <a:lnTo>
                    <a:pt x="1067560" y="1086606"/>
                  </a:lnTo>
                  <a:close/>
                  <a:moveTo>
                    <a:pt x="896470" y="830665"/>
                  </a:moveTo>
                  <a:lnTo>
                    <a:pt x="938760" y="829257"/>
                  </a:lnTo>
                  <a:lnTo>
                    <a:pt x="926284" y="858108"/>
                  </a:lnTo>
                  <a:close/>
                  <a:moveTo>
                    <a:pt x="940013" y="863364"/>
                  </a:moveTo>
                  <a:lnTo>
                    <a:pt x="903747" y="833248"/>
                  </a:lnTo>
                  <a:lnTo>
                    <a:pt x="896470" y="830665"/>
                  </a:lnTo>
                  <a:close/>
                  <a:moveTo>
                    <a:pt x="926284" y="858108"/>
                  </a:moveTo>
                  <a:lnTo>
                    <a:pt x="940013" y="863364"/>
                  </a:lnTo>
                  <a:lnTo>
                    <a:pt x="896470" y="830665"/>
                  </a:lnTo>
                  <a:close/>
                  <a:moveTo>
                    <a:pt x="966670" y="858108"/>
                  </a:moveTo>
                  <a:lnTo>
                    <a:pt x="908802" y="825995"/>
                  </a:lnTo>
                  <a:lnTo>
                    <a:pt x="909791" y="830665"/>
                  </a:lnTo>
                  <a:close/>
                  <a:moveTo>
                    <a:pt x="903747" y="833248"/>
                  </a:moveTo>
                  <a:lnTo>
                    <a:pt x="940013" y="863364"/>
                  </a:lnTo>
                  <a:lnTo>
                    <a:pt x="966670" y="858108"/>
                  </a:lnTo>
                  <a:close/>
                  <a:moveTo>
                    <a:pt x="909791" y="830665"/>
                  </a:moveTo>
                  <a:lnTo>
                    <a:pt x="903747" y="833248"/>
                  </a:lnTo>
                  <a:lnTo>
                    <a:pt x="966670" y="858108"/>
                  </a:lnTo>
                  <a:close/>
                  <a:moveTo>
                    <a:pt x="841285" y="727592"/>
                  </a:moveTo>
                  <a:lnTo>
                    <a:pt x="852247" y="680472"/>
                  </a:lnTo>
                  <a:lnTo>
                    <a:pt x="862362" y="651962"/>
                  </a:lnTo>
                  <a:close/>
                  <a:moveTo>
                    <a:pt x="387796" y="192792"/>
                  </a:moveTo>
                  <a:lnTo>
                    <a:pt x="452346" y="233373"/>
                  </a:lnTo>
                  <a:lnTo>
                    <a:pt x="423930" y="201397"/>
                  </a:lnTo>
                  <a:close/>
                  <a:moveTo>
                    <a:pt x="225416" y="57617"/>
                  </a:moveTo>
                  <a:lnTo>
                    <a:pt x="189652" y="51704"/>
                  </a:lnTo>
                  <a:lnTo>
                    <a:pt x="230169" y="61618"/>
                  </a:lnTo>
                  <a:close/>
                  <a:moveTo>
                    <a:pt x="267388" y="65873"/>
                  </a:moveTo>
                  <a:lnTo>
                    <a:pt x="276140" y="58820"/>
                  </a:lnTo>
                  <a:lnTo>
                    <a:pt x="230169" y="61618"/>
                  </a:lnTo>
                  <a:close/>
                  <a:moveTo>
                    <a:pt x="1455727" y="1425011"/>
                  </a:moveTo>
                  <a:lnTo>
                    <a:pt x="1479362" y="1453061"/>
                  </a:lnTo>
                  <a:lnTo>
                    <a:pt x="1485118" y="1414232"/>
                  </a:lnTo>
                  <a:close/>
                  <a:moveTo>
                    <a:pt x="1485118" y="1414232"/>
                  </a:moveTo>
                  <a:lnTo>
                    <a:pt x="1417687" y="1397145"/>
                  </a:lnTo>
                  <a:lnTo>
                    <a:pt x="1455727" y="1425011"/>
                  </a:lnTo>
                  <a:close/>
                  <a:moveTo>
                    <a:pt x="1439677" y="1350449"/>
                  </a:moveTo>
                  <a:lnTo>
                    <a:pt x="1417687" y="1397145"/>
                  </a:lnTo>
                  <a:lnTo>
                    <a:pt x="1485118" y="1414232"/>
                  </a:lnTo>
                  <a:close/>
                  <a:moveTo>
                    <a:pt x="1394389" y="1373474"/>
                  </a:moveTo>
                  <a:lnTo>
                    <a:pt x="1417687" y="1397145"/>
                  </a:lnTo>
                  <a:lnTo>
                    <a:pt x="1439677" y="1350449"/>
                  </a:lnTo>
                  <a:close/>
                  <a:moveTo>
                    <a:pt x="1368260" y="1321937"/>
                  </a:moveTo>
                  <a:lnTo>
                    <a:pt x="1394389" y="1373474"/>
                  </a:lnTo>
                  <a:lnTo>
                    <a:pt x="1393464" y="1297844"/>
                  </a:lnTo>
                  <a:close/>
                  <a:moveTo>
                    <a:pt x="1368260" y="1321937"/>
                  </a:moveTo>
                  <a:lnTo>
                    <a:pt x="1393464" y="1297844"/>
                  </a:lnTo>
                  <a:lnTo>
                    <a:pt x="1342611" y="1291126"/>
                  </a:lnTo>
                  <a:close/>
                  <a:moveTo>
                    <a:pt x="1343589" y="1246307"/>
                  </a:moveTo>
                  <a:lnTo>
                    <a:pt x="1324673" y="1270401"/>
                  </a:lnTo>
                  <a:lnTo>
                    <a:pt x="1342611" y="1291126"/>
                  </a:lnTo>
                  <a:close/>
                  <a:moveTo>
                    <a:pt x="1168075" y="937087"/>
                  </a:moveTo>
                  <a:lnTo>
                    <a:pt x="1166032" y="980279"/>
                  </a:lnTo>
                  <a:lnTo>
                    <a:pt x="1203468" y="985348"/>
                  </a:lnTo>
                  <a:close/>
                  <a:moveTo>
                    <a:pt x="1068347" y="834995"/>
                  </a:moveTo>
                  <a:lnTo>
                    <a:pt x="1070595" y="834014"/>
                  </a:lnTo>
                  <a:lnTo>
                    <a:pt x="1069160" y="832545"/>
                  </a:lnTo>
                  <a:close/>
                  <a:moveTo>
                    <a:pt x="909544" y="720021"/>
                  </a:moveTo>
                  <a:lnTo>
                    <a:pt x="966612" y="679404"/>
                  </a:lnTo>
                  <a:lnTo>
                    <a:pt x="917634" y="693328"/>
                  </a:lnTo>
                  <a:close/>
                  <a:moveTo>
                    <a:pt x="959830" y="733356"/>
                  </a:moveTo>
                  <a:lnTo>
                    <a:pt x="990451" y="712942"/>
                  </a:lnTo>
                  <a:lnTo>
                    <a:pt x="909544" y="720021"/>
                  </a:lnTo>
                  <a:close/>
                  <a:moveTo>
                    <a:pt x="917634" y="693328"/>
                  </a:moveTo>
                  <a:lnTo>
                    <a:pt x="977404" y="664160"/>
                  </a:lnTo>
                  <a:lnTo>
                    <a:pt x="949719" y="642484"/>
                  </a:lnTo>
                  <a:close/>
                  <a:moveTo>
                    <a:pt x="917634" y="693328"/>
                  </a:moveTo>
                  <a:lnTo>
                    <a:pt x="949719" y="642484"/>
                  </a:lnTo>
                  <a:lnTo>
                    <a:pt x="906201" y="639881"/>
                  </a:lnTo>
                  <a:close/>
                  <a:moveTo>
                    <a:pt x="824672" y="542694"/>
                  </a:moveTo>
                  <a:lnTo>
                    <a:pt x="772538" y="557133"/>
                  </a:lnTo>
                  <a:lnTo>
                    <a:pt x="825027" y="578703"/>
                  </a:lnTo>
                  <a:close/>
                  <a:moveTo>
                    <a:pt x="824672" y="542694"/>
                  </a:moveTo>
                  <a:lnTo>
                    <a:pt x="773843" y="546035"/>
                  </a:lnTo>
                  <a:lnTo>
                    <a:pt x="772538" y="557133"/>
                  </a:lnTo>
                  <a:close/>
                  <a:moveTo>
                    <a:pt x="1211136" y="912994"/>
                  </a:moveTo>
                  <a:lnTo>
                    <a:pt x="1203468" y="985348"/>
                  </a:lnTo>
                  <a:lnTo>
                    <a:pt x="1223271" y="924486"/>
                  </a:lnTo>
                  <a:close/>
                  <a:moveTo>
                    <a:pt x="1211136" y="912994"/>
                  </a:moveTo>
                  <a:lnTo>
                    <a:pt x="1168075" y="937087"/>
                  </a:lnTo>
                  <a:lnTo>
                    <a:pt x="1203468" y="985348"/>
                  </a:lnTo>
                  <a:close/>
                  <a:moveTo>
                    <a:pt x="1069160" y="832545"/>
                  </a:moveTo>
                  <a:lnTo>
                    <a:pt x="1070595" y="834014"/>
                  </a:lnTo>
                  <a:lnTo>
                    <a:pt x="1071537" y="832402"/>
                  </a:lnTo>
                  <a:close/>
                  <a:moveTo>
                    <a:pt x="1074938" y="719248"/>
                  </a:moveTo>
                  <a:lnTo>
                    <a:pt x="1115356" y="758384"/>
                  </a:lnTo>
                  <a:lnTo>
                    <a:pt x="1064538" y="712606"/>
                  </a:lnTo>
                  <a:close/>
                  <a:moveTo>
                    <a:pt x="1064538" y="712606"/>
                  </a:moveTo>
                  <a:lnTo>
                    <a:pt x="1114861" y="772419"/>
                  </a:lnTo>
                  <a:lnTo>
                    <a:pt x="1114506" y="709965"/>
                  </a:lnTo>
                  <a:close/>
                  <a:moveTo>
                    <a:pt x="825342" y="353921"/>
                  </a:moveTo>
                  <a:lnTo>
                    <a:pt x="837812" y="356703"/>
                  </a:lnTo>
                  <a:lnTo>
                    <a:pt x="825339" y="346091"/>
                  </a:lnTo>
                  <a:close/>
                  <a:moveTo>
                    <a:pt x="481749" y="36871"/>
                  </a:moveTo>
                  <a:lnTo>
                    <a:pt x="466911" y="18027"/>
                  </a:lnTo>
                  <a:lnTo>
                    <a:pt x="486848" y="0"/>
                  </a:lnTo>
                  <a:close/>
                  <a:moveTo>
                    <a:pt x="1255296" y="796955"/>
                  </a:moveTo>
                  <a:lnTo>
                    <a:pt x="1207687" y="758384"/>
                  </a:lnTo>
                  <a:lnTo>
                    <a:pt x="1220152" y="777925"/>
                  </a:lnTo>
                  <a:close/>
                  <a:moveTo>
                    <a:pt x="1220152" y="777925"/>
                  </a:moveTo>
                  <a:lnTo>
                    <a:pt x="1207687" y="758384"/>
                  </a:lnTo>
                  <a:lnTo>
                    <a:pt x="1184217" y="778473"/>
                  </a:lnTo>
                  <a:close/>
                  <a:moveTo>
                    <a:pt x="1299158" y="785827"/>
                  </a:moveTo>
                  <a:lnTo>
                    <a:pt x="1272451" y="734290"/>
                  </a:lnTo>
                  <a:lnTo>
                    <a:pt x="1255296" y="796955"/>
                  </a:lnTo>
                  <a:close/>
                  <a:moveTo>
                    <a:pt x="925249" y="374042"/>
                  </a:moveTo>
                  <a:lnTo>
                    <a:pt x="923334" y="374980"/>
                  </a:lnTo>
                  <a:lnTo>
                    <a:pt x="953921" y="441463"/>
                  </a:lnTo>
                  <a:close/>
                  <a:moveTo>
                    <a:pt x="977686" y="395416"/>
                  </a:moveTo>
                  <a:lnTo>
                    <a:pt x="925249" y="374042"/>
                  </a:lnTo>
                  <a:lnTo>
                    <a:pt x="953921" y="441463"/>
                  </a:lnTo>
                  <a:close/>
                  <a:moveTo>
                    <a:pt x="1299158" y="785827"/>
                  </a:moveTo>
                  <a:lnTo>
                    <a:pt x="1318977" y="798062"/>
                  </a:lnTo>
                  <a:lnTo>
                    <a:pt x="1339813" y="766226"/>
                  </a:lnTo>
                  <a:close/>
                  <a:moveTo>
                    <a:pt x="1339813" y="766226"/>
                  </a:moveTo>
                  <a:lnTo>
                    <a:pt x="1343544" y="785827"/>
                  </a:lnTo>
                  <a:lnTo>
                    <a:pt x="1320149" y="71947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0" name="Output_density__4239">
              <a:extLst>
                <a:ext uri="{FF2B5EF4-FFF2-40B4-BE49-F238E27FC236}">
                  <a16:creationId xmlns:a16="http://schemas.microsoft.com/office/drawing/2014/main" id="{6F968671-9D84-3C60-F022-7376CD8A5F43}"/>
                </a:ext>
              </a:extLst>
            </p:cNvPr>
            <p:cNvSpPr>
              <a:spLocks noGrp="1"/>
            </p:cNvSpPr>
            <p:nvPr/>
          </p:nvSpPr>
          <p:spPr>
            <a:xfrm>
              <a:off x="15424223" y="2693531"/>
              <a:ext cx="1391744" cy="1917028"/>
            </a:xfrm>
            <a:custGeom>
              <a:avLst/>
              <a:gdLst/>
              <a:ahLst/>
              <a:cxnLst/>
              <a:rect l="0" t="0" r="0" b="0"/>
              <a:pathLst>
                <a:path w="1391744" h="1917028">
                  <a:moveTo>
                    <a:pt x="151783" y="1730795"/>
                  </a:moveTo>
                  <a:lnTo>
                    <a:pt x="127992" y="1686000"/>
                  </a:lnTo>
                  <a:lnTo>
                    <a:pt x="133429" y="1709311"/>
                  </a:lnTo>
                  <a:close/>
                  <a:moveTo>
                    <a:pt x="129890" y="1688717"/>
                  </a:moveTo>
                  <a:lnTo>
                    <a:pt x="127992" y="1686000"/>
                  </a:lnTo>
                  <a:lnTo>
                    <a:pt x="151783" y="1730795"/>
                  </a:lnTo>
                  <a:close/>
                  <a:moveTo>
                    <a:pt x="181318" y="1706320"/>
                  </a:moveTo>
                  <a:lnTo>
                    <a:pt x="129890" y="1688717"/>
                  </a:lnTo>
                  <a:lnTo>
                    <a:pt x="151783" y="1730795"/>
                  </a:lnTo>
                  <a:close/>
                  <a:moveTo>
                    <a:pt x="86577" y="1661674"/>
                  </a:moveTo>
                  <a:lnTo>
                    <a:pt x="80614" y="1679157"/>
                  </a:lnTo>
                  <a:lnTo>
                    <a:pt x="40139" y="1662727"/>
                  </a:lnTo>
                  <a:close/>
                  <a:moveTo>
                    <a:pt x="313421" y="1891364"/>
                  </a:moveTo>
                  <a:lnTo>
                    <a:pt x="320742" y="1894215"/>
                  </a:lnTo>
                  <a:lnTo>
                    <a:pt x="325766" y="1897034"/>
                  </a:lnTo>
                  <a:close/>
                  <a:moveTo>
                    <a:pt x="320742" y="1894215"/>
                  </a:moveTo>
                  <a:lnTo>
                    <a:pt x="313421" y="1891364"/>
                  </a:lnTo>
                  <a:lnTo>
                    <a:pt x="250500" y="1850596"/>
                  </a:lnTo>
                  <a:close/>
                  <a:moveTo>
                    <a:pt x="377834" y="1917028"/>
                  </a:moveTo>
                  <a:lnTo>
                    <a:pt x="320742" y="1894215"/>
                  </a:lnTo>
                  <a:lnTo>
                    <a:pt x="348154" y="1909913"/>
                  </a:lnTo>
                  <a:close/>
                  <a:moveTo>
                    <a:pt x="377834" y="1917028"/>
                  </a:moveTo>
                  <a:lnTo>
                    <a:pt x="325766" y="1897034"/>
                  </a:lnTo>
                  <a:lnTo>
                    <a:pt x="320742" y="1894215"/>
                  </a:lnTo>
                  <a:close/>
                  <a:moveTo>
                    <a:pt x="313421" y="1891364"/>
                  </a:moveTo>
                  <a:lnTo>
                    <a:pt x="325766" y="1897034"/>
                  </a:lnTo>
                  <a:lnTo>
                    <a:pt x="332537" y="1884626"/>
                  </a:lnTo>
                  <a:close/>
                  <a:moveTo>
                    <a:pt x="193729" y="1670539"/>
                  </a:moveTo>
                  <a:lnTo>
                    <a:pt x="129890" y="1688717"/>
                  </a:lnTo>
                  <a:lnTo>
                    <a:pt x="181318" y="1706320"/>
                  </a:lnTo>
                  <a:close/>
                  <a:moveTo>
                    <a:pt x="227323" y="1618467"/>
                  </a:moveTo>
                  <a:lnTo>
                    <a:pt x="193729" y="1670539"/>
                  </a:lnTo>
                  <a:lnTo>
                    <a:pt x="243340" y="1668189"/>
                  </a:lnTo>
                  <a:close/>
                  <a:moveTo>
                    <a:pt x="247923" y="1375968"/>
                  </a:moveTo>
                  <a:lnTo>
                    <a:pt x="249414" y="1412279"/>
                  </a:lnTo>
                  <a:lnTo>
                    <a:pt x="251293" y="1379346"/>
                  </a:lnTo>
                  <a:close/>
                  <a:moveTo>
                    <a:pt x="387039" y="1411847"/>
                  </a:moveTo>
                  <a:lnTo>
                    <a:pt x="333063" y="1384719"/>
                  </a:lnTo>
                  <a:lnTo>
                    <a:pt x="356818" y="1433754"/>
                  </a:lnTo>
                  <a:close/>
                  <a:moveTo>
                    <a:pt x="295563" y="1379412"/>
                  </a:moveTo>
                  <a:lnTo>
                    <a:pt x="323754" y="1406789"/>
                  </a:lnTo>
                  <a:lnTo>
                    <a:pt x="331277" y="1383708"/>
                  </a:lnTo>
                  <a:close/>
                  <a:moveTo>
                    <a:pt x="387039" y="1411847"/>
                  </a:moveTo>
                  <a:lnTo>
                    <a:pt x="356818" y="1433754"/>
                  </a:lnTo>
                  <a:lnTo>
                    <a:pt x="432725" y="1407983"/>
                  </a:lnTo>
                  <a:close/>
                  <a:moveTo>
                    <a:pt x="415808" y="1384509"/>
                  </a:moveTo>
                  <a:lnTo>
                    <a:pt x="445340" y="1366941"/>
                  </a:lnTo>
                  <a:lnTo>
                    <a:pt x="429959" y="1358601"/>
                  </a:lnTo>
                  <a:close/>
                  <a:moveTo>
                    <a:pt x="272706" y="1049382"/>
                  </a:moveTo>
                  <a:lnTo>
                    <a:pt x="283411" y="1064177"/>
                  </a:lnTo>
                  <a:lnTo>
                    <a:pt x="258981" y="1028044"/>
                  </a:lnTo>
                  <a:close/>
                  <a:moveTo>
                    <a:pt x="258981" y="1028044"/>
                  </a:moveTo>
                  <a:lnTo>
                    <a:pt x="302342" y="1093517"/>
                  </a:lnTo>
                  <a:lnTo>
                    <a:pt x="269446" y="1082279"/>
                  </a:lnTo>
                  <a:close/>
                  <a:moveTo>
                    <a:pt x="0" y="772948"/>
                  </a:moveTo>
                  <a:lnTo>
                    <a:pt x="20082" y="778342"/>
                  </a:lnTo>
                  <a:lnTo>
                    <a:pt x="20833" y="716068"/>
                  </a:lnTo>
                  <a:close/>
                  <a:moveTo>
                    <a:pt x="175536" y="744187"/>
                  </a:moveTo>
                  <a:lnTo>
                    <a:pt x="223144" y="743725"/>
                  </a:lnTo>
                  <a:lnTo>
                    <a:pt x="217420" y="743511"/>
                  </a:lnTo>
                  <a:close/>
                  <a:moveTo>
                    <a:pt x="175536" y="744187"/>
                  </a:moveTo>
                  <a:lnTo>
                    <a:pt x="217420" y="743511"/>
                  </a:lnTo>
                  <a:lnTo>
                    <a:pt x="176111" y="742553"/>
                  </a:lnTo>
                  <a:close/>
                  <a:moveTo>
                    <a:pt x="292343" y="770954"/>
                  </a:moveTo>
                  <a:lnTo>
                    <a:pt x="279538" y="795047"/>
                  </a:lnTo>
                  <a:lnTo>
                    <a:pt x="284421" y="798152"/>
                  </a:lnTo>
                  <a:close/>
                  <a:moveTo>
                    <a:pt x="279538" y="795047"/>
                  </a:moveTo>
                  <a:lnTo>
                    <a:pt x="292343" y="770954"/>
                  </a:lnTo>
                  <a:lnTo>
                    <a:pt x="223144" y="743725"/>
                  </a:lnTo>
                  <a:close/>
                  <a:moveTo>
                    <a:pt x="217420" y="743511"/>
                  </a:moveTo>
                  <a:lnTo>
                    <a:pt x="191247" y="668671"/>
                  </a:lnTo>
                  <a:lnTo>
                    <a:pt x="176111" y="742553"/>
                  </a:lnTo>
                  <a:close/>
                  <a:moveTo>
                    <a:pt x="712257" y="1301870"/>
                  </a:moveTo>
                  <a:lnTo>
                    <a:pt x="696794" y="1286319"/>
                  </a:lnTo>
                  <a:lnTo>
                    <a:pt x="648286" y="1253154"/>
                  </a:lnTo>
                  <a:close/>
                  <a:moveTo>
                    <a:pt x="939858" y="1419010"/>
                  </a:moveTo>
                  <a:lnTo>
                    <a:pt x="875310" y="1433505"/>
                  </a:lnTo>
                  <a:lnTo>
                    <a:pt x="931251" y="1488751"/>
                  </a:lnTo>
                  <a:close/>
                  <a:moveTo>
                    <a:pt x="931251" y="1488751"/>
                  </a:moveTo>
                  <a:lnTo>
                    <a:pt x="942623" y="1440929"/>
                  </a:lnTo>
                  <a:lnTo>
                    <a:pt x="939858" y="1419010"/>
                  </a:lnTo>
                  <a:close/>
                  <a:moveTo>
                    <a:pt x="837007" y="1371645"/>
                  </a:moveTo>
                  <a:lnTo>
                    <a:pt x="857020" y="1440929"/>
                  </a:lnTo>
                  <a:lnTo>
                    <a:pt x="879542" y="1367322"/>
                  </a:lnTo>
                  <a:close/>
                  <a:moveTo>
                    <a:pt x="875310" y="1433505"/>
                  </a:moveTo>
                  <a:lnTo>
                    <a:pt x="918905" y="1373302"/>
                  </a:lnTo>
                  <a:lnTo>
                    <a:pt x="879542" y="1367322"/>
                  </a:lnTo>
                  <a:close/>
                  <a:moveTo>
                    <a:pt x="827904" y="1365299"/>
                  </a:moveTo>
                  <a:lnTo>
                    <a:pt x="798013" y="1389393"/>
                  </a:lnTo>
                  <a:lnTo>
                    <a:pt x="807910" y="1397753"/>
                  </a:lnTo>
                  <a:close/>
                  <a:moveTo>
                    <a:pt x="749512" y="1337856"/>
                  </a:moveTo>
                  <a:lnTo>
                    <a:pt x="798013" y="1389393"/>
                  </a:lnTo>
                  <a:lnTo>
                    <a:pt x="827904" y="1365299"/>
                  </a:lnTo>
                  <a:close/>
                  <a:moveTo>
                    <a:pt x="879542" y="1367322"/>
                  </a:moveTo>
                  <a:lnTo>
                    <a:pt x="918905" y="1373302"/>
                  </a:lnTo>
                  <a:lnTo>
                    <a:pt x="862329" y="1318572"/>
                  </a:lnTo>
                  <a:close/>
                  <a:moveTo>
                    <a:pt x="862329" y="1318572"/>
                  </a:moveTo>
                  <a:lnTo>
                    <a:pt x="835256" y="1313762"/>
                  </a:lnTo>
                  <a:lnTo>
                    <a:pt x="860215" y="1365299"/>
                  </a:lnTo>
                  <a:close/>
                  <a:moveTo>
                    <a:pt x="510149" y="850292"/>
                  </a:moveTo>
                  <a:lnTo>
                    <a:pt x="456143" y="821041"/>
                  </a:lnTo>
                  <a:lnTo>
                    <a:pt x="509609" y="849933"/>
                  </a:lnTo>
                  <a:close/>
                  <a:moveTo>
                    <a:pt x="1149134" y="1665251"/>
                  </a:moveTo>
                  <a:lnTo>
                    <a:pt x="1190753" y="1674519"/>
                  </a:lnTo>
                  <a:lnTo>
                    <a:pt x="1190928" y="1598888"/>
                  </a:lnTo>
                  <a:close/>
                  <a:moveTo>
                    <a:pt x="1190928" y="1598888"/>
                  </a:moveTo>
                  <a:lnTo>
                    <a:pt x="1190753" y="1674519"/>
                  </a:lnTo>
                  <a:lnTo>
                    <a:pt x="1224259" y="1636555"/>
                  </a:lnTo>
                  <a:close/>
                  <a:moveTo>
                    <a:pt x="835256" y="1313762"/>
                  </a:moveTo>
                  <a:lnTo>
                    <a:pt x="820912" y="1262225"/>
                  </a:lnTo>
                  <a:lnTo>
                    <a:pt x="877054" y="1289668"/>
                  </a:lnTo>
                  <a:close/>
                  <a:moveTo>
                    <a:pt x="483283" y="834151"/>
                  </a:moveTo>
                  <a:lnTo>
                    <a:pt x="520277" y="901469"/>
                  </a:lnTo>
                  <a:lnTo>
                    <a:pt x="509609" y="849933"/>
                  </a:lnTo>
                  <a:close/>
                  <a:moveTo>
                    <a:pt x="569023" y="825839"/>
                  </a:moveTo>
                  <a:lnTo>
                    <a:pt x="527136" y="774302"/>
                  </a:lnTo>
                  <a:lnTo>
                    <a:pt x="547250" y="795368"/>
                  </a:lnTo>
                  <a:close/>
                  <a:moveTo>
                    <a:pt x="965513" y="1232952"/>
                  </a:moveTo>
                  <a:lnTo>
                    <a:pt x="950309" y="1222286"/>
                  </a:lnTo>
                  <a:lnTo>
                    <a:pt x="981378" y="1252495"/>
                  </a:lnTo>
                  <a:close/>
                  <a:moveTo>
                    <a:pt x="885580" y="1135058"/>
                  </a:moveTo>
                  <a:lnTo>
                    <a:pt x="902711" y="1110964"/>
                  </a:lnTo>
                  <a:lnTo>
                    <a:pt x="849065" y="1107151"/>
                  </a:lnTo>
                  <a:close/>
                  <a:moveTo>
                    <a:pt x="902711" y="1110964"/>
                  </a:moveTo>
                  <a:lnTo>
                    <a:pt x="882017" y="1095453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49065" y="1107151"/>
                  </a:lnTo>
                  <a:lnTo>
                    <a:pt x="882017" y="1095453"/>
                  </a:lnTo>
                  <a:close/>
                  <a:moveTo>
                    <a:pt x="835153" y="1059428"/>
                  </a:moveTo>
                  <a:lnTo>
                    <a:pt x="814520" y="1083522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23074" y="1049752"/>
                  </a:lnTo>
                  <a:lnTo>
                    <a:pt x="783442" y="1036473"/>
                  </a:lnTo>
                  <a:close/>
                  <a:moveTo>
                    <a:pt x="595323" y="801745"/>
                  </a:moveTo>
                  <a:lnTo>
                    <a:pt x="588287" y="830849"/>
                  </a:lnTo>
                  <a:lnTo>
                    <a:pt x="620263" y="815504"/>
                  </a:lnTo>
                  <a:close/>
                  <a:moveTo>
                    <a:pt x="93471" y="203554"/>
                  </a:moveTo>
                  <a:lnTo>
                    <a:pt x="156432" y="132289"/>
                  </a:lnTo>
                  <a:lnTo>
                    <a:pt x="109582" y="132395"/>
                  </a:lnTo>
                  <a:close/>
                  <a:moveTo>
                    <a:pt x="77502" y="32990"/>
                  </a:moveTo>
                  <a:lnTo>
                    <a:pt x="67290" y="28696"/>
                  </a:lnTo>
                  <a:lnTo>
                    <a:pt x="68361" y="80232"/>
                  </a:lnTo>
                  <a:close/>
                  <a:moveTo>
                    <a:pt x="1360616" y="1527214"/>
                  </a:moveTo>
                  <a:lnTo>
                    <a:pt x="1391744" y="1505739"/>
                  </a:lnTo>
                  <a:lnTo>
                    <a:pt x="1381797" y="1499163"/>
                  </a:lnTo>
                  <a:close/>
                  <a:moveTo>
                    <a:pt x="1080576" y="1255087"/>
                  </a:moveTo>
                  <a:lnTo>
                    <a:pt x="1064807" y="1241480"/>
                  </a:lnTo>
                  <a:lnTo>
                    <a:pt x="1061334" y="1241859"/>
                  </a:lnTo>
                  <a:close/>
                  <a:moveTo>
                    <a:pt x="1061334" y="1241859"/>
                  </a:moveTo>
                  <a:lnTo>
                    <a:pt x="1113781" y="1263272"/>
                  </a:lnTo>
                  <a:lnTo>
                    <a:pt x="1080576" y="1255087"/>
                  </a:lnTo>
                  <a:close/>
                  <a:moveTo>
                    <a:pt x="902711" y="1110964"/>
                  </a:moveTo>
                  <a:lnTo>
                    <a:pt x="945959" y="1159842"/>
                  </a:lnTo>
                  <a:lnTo>
                    <a:pt x="910775" y="1090958"/>
                  </a:lnTo>
                  <a:close/>
                  <a:moveTo>
                    <a:pt x="882017" y="1095453"/>
                  </a:moveTo>
                  <a:lnTo>
                    <a:pt x="902711" y="1110964"/>
                  </a:lnTo>
                  <a:lnTo>
                    <a:pt x="910775" y="1090958"/>
                  </a:lnTo>
                  <a:close/>
                  <a:moveTo>
                    <a:pt x="930557" y="1035334"/>
                  </a:moveTo>
                  <a:lnTo>
                    <a:pt x="958633" y="1072329"/>
                  </a:lnTo>
                  <a:lnTo>
                    <a:pt x="941709" y="1041048"/>
                  </a:lnTo>
                  <a:close/>
                  <a:moveTo>
                    <a:pt x="941709" y="1041048"/>
                  </a:moveTo>
                  <a:lnTo>
                    <a:pt x="914779" y="1000199"/>
                  </a:lnTo>
                  <a:lnTo>
                    <a:pt x="930557" y="1035334"/>
                  </a:lnTo>
                  <a:close/>
                  <a:moveTo>
                    <a:pt x="612919" y="679237"/>
                  </a:moveTo>
                  <a:lnTo>
                    <a:pt x="663510" y="738833"/>
                  </a:lnTo>
                  <a:lnTo>
                    <a:pt x="634597" y="698672"/>
                  </a:lnTo>
                  <a:close/>
                  <a:moveTo>
                    <a:pt x="612919" y="679237"/>
                  </a:moveTo>
                  <a:lnTo>
                    <a:pt x="634597" y="698672"/>
                  </a:lnTo>
                  <a:lnTo>
                    <a:pt x="611820" y="649039"/>
                  </a:lnTo>
                  <a:close/>
                  <a:moveTo>
                    <a:pt x="611820" y="649039"/>
                  </a:moveTo>
                  <a:lnTo>
                    <a:pt x="635034" y="696055"/>
                  </a:lnTo>
                  <a:lnTo>
                    <a:pt x="653791" y="631285"/>
                  </a:lnTo>
                  <a:close/>
                  <a:moveTo>
                    <a:pt x="273076" y="337915"/>
                  </a:moveTo>
                  <a:lnTo>
                    <a:pt x="316059" y="376843"/>
                  </a:lnTo>
                  <a:lnTo>
                    <a:pt x="341082" y="365358"/>
                  </a:lnTo>
                  <a:close/>
                  <a:moveTo>
                    <a:pt x="273076" y="337915"/>
                  </a:moveTo>
                  <a:lnTo>
                    <a:pt x="269049" y="266944"/>
                  </a:lnTo>
                  <a:lnTo>
                    <a:pt x="254468" y="321240"/>
                  </a:lnTo>
                  <a:close/>
                  <a:moveTo>
                    <a:pt x="401157" y="385435"/>
                  </a:moveTo>
                  <a:lnTo>
                    <a:pt x="341033" y="371891"/>
                  </a:lnTo>
                  <a:lnTo>
                    <a:pt x="375270" y="382039"/>
                  </a:lnTo>
                  <a:close/>
                  <a:moveTo>
                    <a:pt x="1381842" y="1388303"/>
                  </a:moveTo>
                  <a:lnTo>
                    <a:pt x="1360023" y="1390101"/>
                  </a:lnTo>
                  <a:lnTo>
                    <a:pt x="1360940" y="1430057"/>
                  </a:lnTo>
                  <a:close/>
                  <a:moveTo>
                    <a:pt x="1193931" y="1253365"/>
                  </a:moveTo>
                  <a:lnTo>
                    <a:pt x="1202300" y="1232092"/>
                  </a:lnTo>
                  <a:lnTo>
                    <a:pt x="1150007" y="1263813"/>
                  </a:lnTo>
                  <a:close/>
                  <a:moveTo>
                    <a:pt x="1202300" y="1232092"/>
                  </a:moveTo>
                  <a:lnTo>
                    <a:pt x="1182907" y="1212145"/>
                  </a:lnTo>
                  <a:lnTo>
                    <a:pt x="1153466" y="1171069"/>
                  </a:lnTo>
                  <a:close/>
                  <a:moveTo>
                    <a:pt x="928071" y="958063"/>
                  </a:moveTo>
                  <a:lnTo>
                    <a:pt x="1000375" y="968593"/>
                  </a:lnTo>
                  <a:lnTo>
                    <a:pt x="951848" y="908167"/>
                  </a:lnTo>
                  <a:close/>
                  <a:moveTo>
                    <a:pt x="790797" y="794174"/>
                  </a:moveTo>
                  <a:lnTo>
                    <a:pt x="798887" y="767481"/>
                  </a:lnTo>
                  <a:lnTo>
                    <a:pt x="775955" y="778456"/>
                  </a:lnTo>
                  <a:close/>
                  <a:moveTo>
                    <a:pt x="798887" y="767481"/>
                  </a:moveTo>
                  <a:lnTo>
                    <a:pt x="759809" y="718089"/>
                  </a:lnTo>
                  <a:lnTo>
                    <a:pt x="790626" y="753557"/>
                  </a:lnTo>
                  <a:close/>
                  <a:moveTo>
                    <a:pt x="655097" y="620187"/>
                  </a:moveTo>
                  <a:lnTo>
                    <a:pt x="613796" y="615782"/>
                  </a:lnTo>
                  <a:lnTo>
                    <a:pt x="611820" y="649039"/>
                  </a:lnTo>
                  <a:close/>
                  <a:moveTo>
                    <a:pt x="980986" y="959703"/>
                  </a:moveTo>
                  <a:lnTo>
                    <a:pt x="1000375" y="968593"/>
                  </a:lnTo>
                  <a:lnTo>
                    <a:pt x="1014829" y="972862"/>
                  </a:lnTo>
                  <a:close/>
                  <a:moveTo>
                    <a:pt x="164800" y="0"/>
                  </a:moveTo>
                  <a:lnTo>
                    <a:pt x="240590" y="32045"/>
                  </a:lnTo>
                  <a:lnTo>
                    <a:pt x="194734" y="2782"/>
                  </a:lnTo>
                  <a:close/>
                  <a:moveTo>
                    <a:pt x="1362557" y="1366000"/>
                  </a:moveTo>
                  <a:lnTo>
                    <a:pt x="1321906" y="1422263"/>
                  </a:lnTo>
                  <a:lnTo>
                    <a:pt x="1360023" y="1390101"/>
                  </a:lnTo>
                  <a:close/>
                  <a:moveTo>
                    <a:pt x="1342480" y="1319579"/>
                  </a:moveTo>
                  <a:lnTo>
                    <a:pt x="1327625" y="1356416"/>
                  </a:lnTo>
                  <a:lnTo>
                    <a:pt x="1362557" y="1366000"/>
                  </a:lnTo>
                  <a:close/>
                  <a:moveTo>
                    <a:pt x="1104524" y="998638"/>
                  </a:moveTo>
                  <a:lnTo>
                    <a:pt x="1144816" y="989872"/>
                  </a:lnTo>
                  <a:lnTo>
                    <a:pt x="1132822" y="987146"/>
                  </a:lnTo>
                  <a:close/>
                  <a:moveTo>
                    <a:pt x="1132822" y="987146"/>
                  </a:moveTo>
                  <a:lnTo>
                    <a:pt x="1144816" y="989872"/>
                  </a:lnTo>
                  <a:lnTo>
                    <a:pt x="1145451" y="976980"/>
                  </a:lnTo>
                  <a:close/>
                  <a:moveTo>
                    <a:pt x="672199" y="543540"/>
                  </a:moveTo>
                  <a:lnTo>
                    <a:pt x="621040" y="548608"/>
                  </a:lnTo>
                  <a:lnTo>
                    <a:pt x="670285" y="558053"/>
                  </a:lnTo>
                  <a:close/>
                  <a:moveTo>
                    <a:pt x="621235" y="546991"/>
                  </a:moveTo>
                  <a:lnTo>
                    <a:pt x="672199" y="543540"/>
                  </a:lnTo>
                  <a:lnTo>
                    <a:pt x="661563" y="489445"/>
                  </a:lnTo>
                  <a:close/>
                  <a:moveTo>
                    <a:pt x="672199" y="543540"/>
                  </a:moveTo>
                  <a:lnTo>
                    <a:pt x="670285" y="558053"/>
                  </a:lnTo>
                  <a:lnTo>
                    <a:pt x="677996" y="547411"/>
                  </a:lnTo>
                  <a:close/>
                  <a:moveTo>
                    <a:pt x="661563" y="489445"/>
                  </a:moveTo>
                  <a:lnTo>
                    <a:pt x="677996" y="547411"/>
                  </a:lnTo>
                  <a:lnTo>
                    <a:pt x="675719" y="495874"/>
                  </a:lnTo>
                  <a:close/>
                  <a:moveTo>
                    <a:pt x="661563" y="489445"/>
                  </a:moveTo>
                  <a:lnTo>
                    <a:pt x="672199" y="543540"/>
                  </a:lnTo>
                  <a:lnTo>
                    <a:pt x="677996" y="547411"/>
                  </a:lnTo>
                  <a:close/>
                  <a:moveTo>
                    <a:pt x="348164" y="92180"/>
                  </a:moveTo>
                  <a:lnTo>
                    <a:pt x="316617" y="109129"/>
                  </a:lnTo>
                  <a:lnTo>
                    <a:pt x="368101" y="74153"/>
                  </a:lnTo>
                  <a:close/>
                  <a:moveTo>
                    <a:pt x="368101" y="74153"/>
                  </a:moveTo>
                  <a:lnTo>
                    <a:pt x="316617" y="109129"/>
                  </a:lnTo>
                  <a:lnTo>
                    <a:pt x="346951" y="83581"/>
                  </a:lnTo>
                  <a:close/>
                  <a:moveTo>
                    <a:pt x="1132822" y="987146"/>
                  </a:moveTo>
                  <a:lnTo>
                    <a:pt x="1145451" y="976980"/>
                  </a:lnTo>
                  <a:lnTo>
                    <a:pt x="1109914" y="980266"/>
                  </a:lnTo>
                  <a:close/>
                  <a:moveTo>
                    <a:pt x="1148110" y="924452"/>
                  </a:moveTo>
                  <a:lnTo>
                    <a:pt x="1167478" y="935609"/>
                  </a:lnTo>
                  <a:lnTo>
                    <a:pt x="1136549" y="871108"/>
                  </a:lnTo>
                  <a:close/>
                  <a:moveTo>
                    <a:pt x="1136549" y="871108"/>
                  </a:moveTo>
                  <a:lnTo>
                    <a:pt x="1200230" y="872215"/>
                  </a:lnTo>
                  <a:lnTo>
                    <a:pt x="1180411" y="859979"/>
                  </a:lnTo>
                  <a:close/>
                  <a:moveTo>
                    <a:pt x="1148110" y="924452"/>
                  </a:moveTo>
                  <a:lnTo>
                    <a:pt x="1136549" y="871108"/>
                  </a:lnTo>
                  <a:lnTo>
                    <a:pt x="1122879" y="911516"/>
                  </a:lnTo>
                  <a:close/>
                  <a:moveTo>
                    <a:pt x="1136549" y="871108"/>
                  </a:moveTo>
                  <a:lnTo>
                    <a:pt x="1116273" y="859979"/>
                  </a:lnTo>
                  <a:lnTo>
                    <a:pt x="1122879" y="911516"/>
                  </a:lnTo>
                  <a:close/>
                  <a:moveTo>
                    <a:pt x="775379" y="466728"/>
                  </a:moveTo>
                  <a:lnTo>
                    <a:pt x="805847" y="447686"/>
                  </a:lnTo>
                  <a:lnTo>
                    <a:pt x="746318" y="397850"/>
                  </a:lnTo>
                  <a:close/>
                  <a:moveTo>
                    <a:pt x="806503" y="448195"/>
                  </a:moveTo>
                  <a:lnTo>
                    <a:pt x="858939" y="469568"/>
                  </a:lnTo>
                  <a:lnTo>
                    <a:pt x="865013" y="423592"/>
                  </a:lnTo>
                  <a:close/>
                  <a:moveTo>
                    <a:pt x="861282" y="296425"/>
                  </a:moveTo>
                  <a:lnTo>
                    <a:pt x="866156" y="311575"/>
                  </a:lnTo>
                  <a:lnTo>
                    <a:pt x="823277" y="245710"/>
                  </a:lnTo>
                  <a:close/>
                  <a:moveTo>
                    <a:pt x="823277" y="245710"/>
                  </a:moveTo>
                  <a:lnTo>
                    <a:pt x="866156" y="311575"/>
                  </a:lnTo>
                  <a:lnTo>
                    <a:pt x="835003" y="26898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41" name="Output_density__4240">
              <a:extLst>
                <a:ext uri="{FF2B5EF4-FFF2-40B4-BE49-F238E27FC236}">
                  <a16:creationId xmlns:a16="http://schemas.microsoft.com/office/drawing/2014/main" id="{8BF06CD3-F03C-DC19-5B75-89CDDF190F18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314552" cy="1899983"/>
            </a:xfrm>
            <a:custGeom>
              <a:avLst/>
              <a:gdLst/>
              <a:ahLst/>
              <a:cxnLst/>
              <a:rect l="0" t="0" r="0" b="0"/>
              <a:pathLst>
                <a:path w="1314552" h="1899983">
                  <a:moveTo>
                    <a:pt x="19286" y="1670294"/>
                  </a:moveTo>
                  <a:lnTo>
                    <a:pt x="66139" y="1717931"/>
                  </a:lnTo>
                  <a:lnTo>
                    <a:pt x="60702" y="1694619"/>
                  </a:lnTo>
                  <a:close/>
                  <a:moveTo>
                    <a:pt x="60702" y="1694619"/>
                  </a:moveTo>
                  <a:lnTo>
                    <a:pt x="42882" y="1693837"/>
                  </a:lnTo>
                  <a:lnTo>
                    <a:pt x="19286" y="1670294"/>
                  </a:lnTo>
                  <a:close/>
                  <a:moveTo>
                    <a:pt x="183209" y="1859216"/>
                  </a:moveTo>
                  <a:lnTo>
                    <a:pt x="246131" y="1899983"/>
                  </a:lnTo>
                  <a:lnTo>
                    <a:pt x="203777" y="1875818"/>
                  </a:lnTo>
                  <a:close/>
                  <a:moveTo>
                    <a:pt x="160033" y="1627086"/>
                  </a:moveTo>
                  <a:lnTo>
                    <a:pt x="133427" y="1652572"/>
                  </a:lnTo>
                  <a:lnTo>
                    <a:pt x="126438" y="1679159"/>
                  </a:lnTo>
                  <a:close/>
                  <a:moveTo>
                    <a:pt x="180633" y="1384588"/>
                  </a:moveTo>
                  <a:lnTo>
                    <a:pt x="228273" y="1388031"/>
                  </a:lnTo>
                  <a:lnTo>
                    <a:pt x="216141" y="1393243"/>
                  </a:lnTo>
                  <a:close/>
                  <a:moveTo>
                    <a:pt x="228273" y="1388031"/>
                  </a:moveTo>
                  <a:lnTo>
                    <a:pt x="263987" y="1392328"/>
                  </a:lnTo>
                  <a:lnTo>
                    <a:pt x="216141" y="1393243"/>
                  </a:lnTo>
                  <a:close/>
                  <a:moveTo>
                    <a:pt x="265773" y="1393338"/>
                  </a:moveTo>
                  <a:lnTo>
                    <a:pt x="319749" y="1420466"/>
                  </a:lnTo>
                  <a:lnTo>
                    <a:pt x="348517" y="1393129"/>
                  </a:lnTo>
                  <a:close/>
                  <a:moveTo>
                    <a:pt x="365435" y="1416602"/>
                  </a:moveTo>
                  <a:lnTo>
                    <a:pt x="378049" y="1375561"/>
                  </a:lnTo>
                  <a:lnTo>
                    <a:pt x="348517" y="1393129"/>
                  </a:lnTo>
                  <a:close/>
                  <a:moveTo>
                    <a:pt x="319749" y="1420466"/>
                  </a:moveTo>
                  <a:lnTo>
                    <a:pt x="365435" y="1416602"/>
                  </a:lnTo>
                  <a:lnTo>
                    <a:pt x="348517" y="1393129"/>
                  </a:lnTo>
                  <a:close/>
                  <a:moveTo>
                    <a:pt x="108245" y="752806"/>
                  </a:moveTo>
                  <a:lnTo>
                    <a:pt x="117847" y="827761"/>
                  </a:lnTo>
                  <a:lnTo>
                    <a:pt x="155854" y="752345"/>
                  </a:lnTo>
                  <a:close/>
                  <a:moveTo>
                    <a:pt x="107814" y="752130"/>
                  </a:moveTo>
                  <a:lnTo>
                    <a:pt x="108245" y="752806"/>
                  </a:lnTo>
                  <a:lnTo>
                    <a:pt x="108821" y="751173"/>
                  </a:lnTo>
                  <a:close/>
                  <a:moveTo>
                    <a:pt x="225052" y="779574"/>
                  </a:moveTo>
                  <a:lnTo>
                    <a:pt x="217130" y="806772"/>
                  </a:lnTo>
                  <a:lnTo>
                    <a:pt x="250364" y="796128"/>
                  </a:lnTo>
                  <a:close/>
                  <a:moveTo>
                    <a:pt x="250364" y="796128"/>
                  </a:moveTo>
                  <a:lnTo>
                    <a:pt x="217130" y="806772"/>
                  </a:lnTo>
                  <a:lnTo>
                    <a:pt x="297760" y="798654"/>
                  </a:lnTo>
                  <a:close/>
                  <a:moveTo>
                    <a:pt x="108821" y="751173"/>
                  </a:moveTo>
                  <a:lnTo>
                    <a:pt x="123957" y="677290"/>
                  </a:lnTo>
                  <a:lnTo>
                    <a:pt x="107814" y="752130"/>
                  </a:lnTo>
                  <a:close/>
                  <a:moveTo>
                    <a:pt x="107814" y="752130"/>
                  </a:moveTo>
                  <a:lnTo>
                    <a:pt x="123957" y="677290"/>
                  </a:lnTo>
                  <a:lnTo>
                    <a:pt x="123367" y="676500"/>
                  </a:lnTo>
                  <a:close/>
                  <a:moveTo>
                    <a:pt x="808019" y="1442125"/>
                  </a:moveTo>
                  <a:lnTo>
                    <a:pt x="872568" y="1427630"/>
                  </a:lnTo>
                  <a:lnTo>
                    <a:pt x="851614" y="1381922"/>
                  </a:lnTo>
                  <a:close/>
                  <a:moveTo>
                    <a:pt x="812251" y="1375941"/>
                  </a:moveTo>
                  <a:lnTo>
                    <a:pt x="795039" y="1327192"/>
                  </a:lnTo>
                  <a:lnTo>
                    <a:pt x="792925" y="1373919"/>
                  </a:lnTo>
                  <a:close/>
                  <a:moveTo>
                    <a:pt x="442859" y="858911"/>
                  </a:moveTo>
                  <a:lnTo>
                    <a:pt x="451492" y="914636"/>
                  </a:lnTo>
                  <a:lnTo>
                    <a:pt x="452146" y="934183"/>
                  </a:lnTo>
                  <a:close/>
                  <a:moveTo>
                    <a:pt x="451492" y="914636"/>
                  </a:moveTo>
                  <a:lnTo>
                    <a:pt x="442859" y="858911"/>
                  </a:lnTo>
                  <a:lnTo>
                    <a:pt x="452986" y="910089"/>
                  </a:lnTo>
                  <a:close/>
                  <a:moveTo>
                    <a:pt x="442859" y="858911"/>
                  </a:moveTo>
                  <a:lnTo>
                    <a:pt x="442318" y="858552"/>
                  </a:lnTo>
                  <a:lnTo>
                    <a:pt x="452986" y="910089"/>
                  </a:lnTo>
                  <a:close/>
                  <a:moveTo>
                    <a:pt x="1156969" y="1645175"/>
                  </a:moveTo>
                  <a:lnTo>
                    <a:pt x="1123462" y="1683138"/>
                  </a:lnTo>
                  <a:lnTo>
                    <a:pt x="1137953" y="1677520"/>
                  </a:lnTo>
                  <a:close/>
                  <a:moveTo>
                    <a:pt x="1167245" y="1607508"/>
                  </a:moveTo>
                  <a:lnTo>
                    <a:pt x="1156969" y="1645175"/>
                  </a:lnTo>
                  <a:lnTo>
                    <a:pt x="1134102" y="1683138"/>
                  </a:lnTo>
                  <a:close/>
                  <a:moveTo>
                    <a:pt x="945721" y="1244485"/>
                  </a:moveTo>
                  <a:lnTo>
                    <a:pt x="898223" y="1241572"/>
                  </a:lnTo>
                  <a:lnTo>
                    <a:pt x="914088" y="1261114"/>
                  </a:lnTo>
                  <a:close/>
                  <a:moveTo>
                    <a:pt x="945721" y="1244485"/>
                  </a:moveTo>
                  <a:lnTo>
                    <a:pt x="914088" y="1261114"/>
                  </a:lnTo>
                  <a:lnTo>
                    <a:pt x="994044" y="1250479"/>
                  </a:lnTo>
                  <a:close/>
                  <a:moveTo>
                    <a:pt x="747230" y="1092142"/>
                  </a:moveTo>
                  <a:lnTo>
                    <a:pt x="767862" y="1068048"/>
                  </a:lnTo>
                  <a:lnTo>
                    <a:pt x="716152" y="1045093"/>
                  </a:lnTo>
                  <a:close/>
                  <a:moveTo>
                    <a:pt x="679167" y="1081488"/>
                  </a:moveTo>
                  <a:lnTo>
                    <a:pt x="716152" y="1045093"/>
                  </a:lnTo>
                  <a:lnTo>
                    <a:pt x="755784" y="1058372"/>
                  </a:lnTo>
                  <a:close/>
                  <a:moveTo>
                    <a:pt x="528032" y="810365"/>
                  </a:moveTo>
                  <a:lnTo>
                    <a:pt x="501732" y="834458"/>
                  </a:lnTo>
                  <a:lnTo>
                    <a:pt x="520996" y="839469"/>
                  </a:lnTo>
                  <a:close/>
                  <a:moveTo>
                    <a:pt x="201054" y="341965"/>
                  </a:moveTo>
                  <a:lnTo>
                    <a:pt x="205786" y="346535"/>
                  </a:lnTo>
                  <a:lnTo>
                    <a:pt x="187178" y="329860"/>
                  </a:lnTo>
                  <a:close/>
                  <a:moveTo>
                    <a:pt x="26181" y="212174"/>
                  </a:moveTo>
                  <a:lnTo>
                    <a:pt x="42292" y="141015"/>
                  </a:lnTo>
                  <a:lnTo>
                    <a:pt x="9949" y="216019"/>
                  </a:lnTo>
                  <a:close/>
                  <a:moveTo>
                    <a:pt x="205786" y="346535"/>
                  </a:moveTo>
                  <a:lnTo>
                    <a:pt x="222376" y="359528"/>
                  </a:lnTo>
                  <a:lnTo>
                    <a:pt x="248768" y="385462"/>
                  </a:lnTo>
                  <a:close/>
                  <a:moveTo>
                    <a:pt x="994044" y="1250479"/>
                  </a:moveTo>
                  <a:lnTo>
                    <a:pt x="997516" y="1250100"/>
                  </a:lnTo>
                  <a:lnTo>
                    <a:pt x="980733" y="1240490"/>
                  </a:lnTo>
                  <a:close/>
                  <a:moveTo>
                    <a:pt x="994044" y="1250479"/>
                  </a:moveTo>
                  <a:lnTo>
                    <a:pt x="980733" y="1240490"/>
                  </a:lnTo>
                  <a:lnTo>
                    <a:pt x="945721" y="1244485"/>
                  </a:lnTo>
                  <a:close/>
                  <a:moveTo>
                    <a:pt x="723507" y="802794"/>
                  </a:moveTo>
                  <a:lnTo>
                    <a:pt x="676747" y="802642"/>
                  </a:lnTo>
                  <a:lnTo>
                    <a:pt x="694265" y="828363"/>
                  </a:lnTo>
                  <a:close/>
                  <a:moveTo>
                    <a:pt x="544530" y="657659"/>
                  </a:moveTo>
                  <a:lnTo>
                    <a:pt x="567306" y="707292"/>
                  </a:lnTo>
                  <a:lnTo>
                    <a:pt x="567744" y="704674"/>
                  </a:lnTo>
                  <a:close/>
                  <a:moveTo>
                    <a:pt x="248768" y="385462"/>
                  </a:moveTo>
                  <a:lnTo>
                    <a:pt x="294610" y="382178"/>
                  </a:lnTo>
                  <a:lnTo>
                    <a:pt x="273742" y="380511"/>
                  </a:lnTo>
                  <a:close/>
                  <a:moveTo>
                    <a:pt x="294610" y="382178"/>
                  </a:moveTo>
                  <a:lnTo>
                    <a:pt x="307979" y="390659"/>
                  </a:lnTo>
                  <a:lnTo>
                    <a:pt x="273742" y="380511"/>
                  </a:lnTo>
                  <a:close/>
                  <a:moveTo>
                    <a:pt x="212305" y="219368"/>
                  </a:moveTo>
                  <a:lnTo>
                    <a:pt x="202030" y="250491"/>
                  </a:lnTo>
                  <a:lnTo>
                    <a:pt x="224485" y="232327"/>
                  </a:lnTo>
                  <a:close/>
                  <a:moveTo>
                    <a:pt x="224485" y="232327"/>
                  </a:moveTo>
                  <a:lnTo>
                    <a:pt x="202030" y="250491"/>
                  </a:lnTo>
                  <a:lnTo>
                    <a:pt x="201758" y="275564"/>
                  </a:lnTo>
                  <a:close/>
                  <a:moveTo>
                    <a:pt x="212305" y="219368"/>
                  </a:moveTo>
                  <a:lnTo>
                    <a:pt x="224485" y="232327"/>
                  </a:lnTo>
                  <a:lnTo>
                    <a:pt x="233513" y="193526"/>
                  </a:lnTo>
                  <a:close/>
                  <a:moveTo>
                    <a:pt x="0" y="37316"/>
                  </a:moveTo>
                  <a:lnTo>
                    <a:pt x="20306" y="13222"/>
                  </a:lnTo>
                  <a:lnTo>
                    <a:pt x="1071" y="88852"/>
                  </a:lnTo>
                  <a:close/>
                  <a:moveTo>
                    <a:pt x="0" y="37316"/>
                  </a:moveTo>
                  <a:lnTo>
                    <a:pt x="8597" y="11532"/>
                  </a:lnTo>
                  <a:lnTo>
                    <a:pt x="41665" y="269"/>
                  </a:lnTo>
                  <a:close/>
                  <a:moveTo>
                    <a:pt x="997516" y="1250100"/>
                  </a:moveTo>
                  <a:lnTo>
                    <a:pt x="1013286" y="1263707"/>
                  </a:lnTo>
                  <a:lnTo>
                    <a:pt x="1036389" y="1273899"/>
                  </a:lnTo>
                  <a:close/>
                  <a:moveTo>
                    <a:pt x="1082716" y="1272433"/>
                  </a:moveTo>
                  <a:lnTo>
                    <a:pt x="1013286" y="1263707"/>
                  </a:lnTo>
                  <a:lnTo>
                    <a:pt x="1048491" y="1273069"/>
                  </a:lnTo>
                  <a:close/>
                  <a:moveTo>
                    <a:pt x="1082716" y="1272433"/>
                  </a:moveTo>
                  <a:lnTo>
                    <a:pt x="1036389" y="1273899"/>
                  </a:lnTo>
                  <a:lnTo>
                    <a:pt x="1013286" y="1263707"/>
                  </a:lnTo>
                  <a:close/>
                  <a:moveTo>
                    <a:pt x="1301144" y="1380616"/>
                  </a:moveTo>
                  <a:lnTo>
                    <a:pt x="1292733" y="1398721"/>
                  </a:lnTo>
                  <a:lnTo>
                    <a:pt x="1314552" y="1396923"/>
                  </a:lnTo>
                  <a:close/>
                  <a:moveTo>
                    <a:pt x="882310" y="917767"/>
                  </a:moveTo>
                  <a:lnTo>
                    <a:pt x="854080" y="992417"/>
                  </a:lnTo>
                  <a:lnTo>
                    <a:pt x="860781" y="966683"/>
                  </a:lnTo>
                  <a:close/>
                  <a:moveTo>
                    <a:pt x="676747" y="802642"/>
                  </a:moveTo>
                  <a:lnTo>
                    <a:pt x="723507" y="802794"/>
                  </a:lnTo>
                  <a:lnTo>
                    <a:pt x="708664" y="787076"/>
                  </a:lnTo>
                  <a:close/>
                  <a:moveTo>
                    <a:pt x="394343" y="358428"/>
                  </a:moveTo>
                  <a:lnTo>
                    <a:pt x="333867" y="394055"/>
                  </a:lnTo>
                  <a:lnTo>
                    <a:pt x="380861" y="395080"/>
                  </a:lnTo>
                  <a:close/>
                  <a:moveTo>
                    <a:pt x="384290" y="303859"/>
                  </a:moveTo>
                  <a:lnTo>
                    <a:pt x="394343" y="358428"/>
                  </a:lnTo>
                  <a:lnTo>
                    <a:pt x="394410" y="373978"/>
                  </a:lnTo>
                  <a:close/>
                  <a:moveTo>
                    <a:pt x="221148" y="187069"/>
                  </a:moveTo>
                  <a:lnTo>
                    <a:pt x="241004" y="156155"/>
                  </a:lnTo>
                  <a:lnTo>
                    <a:pt x="243266" y="143737"/>
                  </a:lnTo>
                  <a:close/>
                  <a:moveTo>
                    <a:pt x="221148" y="187069"/>
                  </a:moveTo>
                  <a:lnTo>
                    <a:pt x="233513" y="193526"/>
                  </a:lnTo>
                  <a:lnTo>
                    <a:pt x="241004" y="156155"/>
                  </a:lnTo>
                  <a:close/>
                  <a:moveTo>
                    <a:pt x="212305" y="219368"/>
                  </a:moveTo>
                  <a:lnTo>
                    <a:pt x="233513" y="193526"/>
                  </a:lnTo>
                  <a:lnTo>
                    <a:pt x="210316" y="205865"/>
                  </a:lnTo>
                  <a:close/>
                  <a:moveTo>
                    <a:pt x="233513" y="193526"/>
                  </a:moveTo>
                  <a:lnTo>
                    <a:pt x="249553" y="167832"/>
                  </a:lnTo>
                  <a:lnTo>
                    <a:pt x="241004" y="156155"/>
                  </a:lnTo>
                  <a:close/>
                  <a:moveTo>
                    <a:pt x="249326" y="117749"/>
                  </a:moveTo>
                  <a:lnTo>
                    <a:pt x="241004" y="156155"/>
                  </a:lnTo>
                  <a:lnTo>
                    <a:pt x="249553" y="167832"/>
                  </a:lnTo>
                  <a:close/>
                  <a:moveTo>
                    <a:pt x="127443" y="11402"/>
                  </a:moveTo>
                  <a:lnTo>
                    <a:pt x="61393" y="0"/>
                  </a:lnTo>
                  <a:lnTo>
                    <a:pt x="97510" y="8620"/>
                  </a:lnTo>
                  <a:close/>
                  <a:moveTo>
                    <a:pt x="1259147" y="1304986"/>
                  </a:moveTo>
                  <a:lnTo>
                    <a:pt x="1257978" y="1308558"/>
                  </a:lnTo>
                  <a:lnTo>
                    <a:pt x="1275190" y="1328199"/>
                  </a:lnTo>
                  <a:close/>
                  <a:moveTo>
                    <a:pt x="1295266" y="1374620"/>
                  </a:moveTo>
                  <a:lnTo>
                    <a:pt x="1292733" y="1398721"/>
                  </a:lnTo>
                  <a:lnTo>
                    <a:pt x="1301144" y="1380616"/>
                  </a:lnTo>
                  <a:close/>
                  <a:moveTo>
                    <a:pt x="1078160" y="985600"/>
                  </a:moveTo>
                  <a:lnTo>
                    <a:pt x="1077526" y="998492"/>
                  </a:lnTo>
                  <a:lnTo>
                    <a:pt x="1100187" y="944229"/>
                  </a:lnTo>
                  <a:close/>
                  <a:moveTo>
                    <a:pt x="1051544" y="925864"/>
                  </a:moveTo>
                  <a:lnTo>
                    <a:pt x="1078160" y="985600"/>
                  </a:lnTo>
                  <a:lnTo>
                    <a:pt x="1080820" y="933071"/>
                  </a:lnTo>
                  <a:close/>
                  <a:moveTo>
                    <a:pt x="1080820" y="933071"/>
                  </a:moveTo>
                  <a:lnTo>
                    <a:pt x="1078160" y="985600"/>
                  </a:lnTo>
                  <a:lnTo>
                    <a:pt x="1100187" y="944229"/>
                  </a:lnTo>
                  <a:close/>
                  <a:moveTo>
                    <a:pt x="645125" y="456723"/>
                  </a:moveTo>
                  <a:lnTo>
                    <a:pt x="639302" y="428863"/>
                  </a:lnTo>
                  <a:lnTo>
                    <a:pt x="679027" y="406470"/>
                  </a:lnTo>
                  <a:close/>
                  <a:moveTo>
                    <a:pt x="797722" y="432212"/>
                  </a:moveTo>
                  <a:lnTo>
                    <a:pt x="791648" y="478188"/>
                  </a:lnTo>
                  <a:lnTo>
                    <a:pt x="807831" y="438393"/>
                  </a:lnTo>
                  <a:close/>
                  <a:moveTo>
                    <a:pt x="807831" y="438393"/>
                  </a:moveTo>
                  <a:lnTo>
                    <a:pt x="791648" y="478188"/>
                  </a:lnTo>
                  <a:lnTo>
                    <a:pt x="815877" y="456306"/>
                  </a:lnTo>
                  <a:close/>
                  <a:moveTo>
                    <a:pt x="807831" y="438393"/>
                  </a:moveTo>
                  <a:lnTo>
                    <a:pt x="786088" y="393326"/>
                  </a:lnTo>
                  <a:lnTo>
                    <a:pt x="797722" y="432212"/>
                  </a:lnTo>
                  <a:close/>
                  <a:moveTo>
                    <a:pt x="786088" y="393326"/>
                  </a:moveTo>
                  <a:lnTo>
                    <a:pt x="772926" y="380675"/>
                  </a:lnTo>
                  <a:lnTo>
                    <a:pt x="797722" y="432212"/>
                  </a:lnTo>
                  <a:close/>
                  <a:moveTo>
                    <a:pt x="793265" y="349330"/>
                  </a:moveTo>
                  <a:lnTo>
                    <a:pt x="786088" y="393326"/>
                  </a:lnTo>
                  <a:lnTo>
                    <a:pt x="799064" y="329139"/>
                  </a:lnTo>
                  <a:close/>
                  <a:moveTo>
                    <a:pt x="772926" y="380675"/>
                  </a:moveTo>
                  <a:lnTo>
                    <a:pt x="786088" y="393326"/>
                  </a:lnTo>
                  <a:lnTo>
                    <a:pt x="793265" y="349330"/>
                  </a:lnTo>
                  <a:close/>
                  <a:moveTo>
                    <a:pt x="793265" y="349330"/>
                  </a:moveTo>
                  <a:lnTo>
                    <a:pt x="798865" y="320195"/>
                  </a:lnTo>
                  <a:lnTo>
                    <a:pt x="772926" y="380675"/>
                  </a:lnTo>
                  <a:close/>
                  <a:moveTo>
                    <a:pt x="772926" y="380675"/>
                  </a:moveTo>
                  <a:lnTo>
                    <a:pt x="798865" y="320195"/>
                  </a:lnTo>
                  <a:lnTo>
                    <a:pt x="793992" y="305045"/>
                  </a:lnTo>
                  <a:close/>
                  <a:moveTo>
                    <a:pt x="798865" y="320195"/>
                  </a:moveTo>
                  <a:lnTo>
                    <a:pt x="793265" y="349330"/>
                  </a:lnTo>
                  <a:lnTo>
                    <a:pt x="799064" y="32913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2" name="Output_density__4241">
              <a:extLst>
                <a:ext uri="{FF2B5EF4-FFF2-40B4-BE49-F238E27FC236}">
                  <a16:creationId xmlns:a16="http://schemas.microsoft.com/office/drawing/2014/main" id="{7E1A6EAE-E18A-3EBD-9F0E-71A051515167}"/>
                </a:ext>
              </a:extLst>
            </p:cNvPr>
            <p:cNvSpPr>
              <a:spLocks noGrp="1"/>
            </p:cNvSpPr>
            <p:nvPr/>
          </p:nvSpPr>
          <p:spPr>
            <a:xfrm>
              <a:off x="15410086" y="2537735"/>
              <a:ext cx="1289779" cy="1778777"/>
            </a:xfrm>
            <a:custGeom>
              <a:avLst/>
              <a:gdLst/>
              <a:ahLst/>
              <a:cxnLst/>
              <a:rect l="0" t="0" r="0" b="0"/>
              <a:pathLst>
                <a:path w="1289779" h="1778777">
                  <a:moveTo>
                    <a:pt x="90781" y="1645436"/>
                  </a:moveTo>
                  <a:lnTo>
                    <a:pt x="53524" y="1687619"/>
                  </a:lnTo>
                  <a:lnTo>
                    <a:pt x="58327" y="1686403"/>
                  </a:lnTo>
                  <a:close/>
                  <a:moveTo>
                    <a:pt x="16325" y="1676633"/>
                  </a:moveTo>
                  <a:lnTo>
                    <a:pt x="53524" y="1687619"/>
                  </a:lnTo>
                  <a:lnTo>
                    <a:pt x="90781" y="1645436"/>
                  </a:lnTo>
                  <a:close/>
                  <a:moveTo>
                    <a:pt x="95188" y="1610773"/>
                  </a:moveTo>
                  <a:lnTo>
                    <a:pt x="91459" y="1632017"/>
                  </a:lnTo>
                  <a:lnTo>
                    <a:pt x="58327" y="1686403"/>
                  </a:lnTo>
                  <a:close/>
                  <a:moveTo>
                    <a:pt x="106335" y="1568687"/>
                  </a:moveTo>
                  <a:lnTo>
                    <a:pt x="91459" y="1632017"/>
                  </a:lnTo>
                  <a:lnTo>
                    <a:pt x="95188" y="1610773"/>
                  </a:lnTo>
                  <a:close/>
                  <a:moveTo>
                    <a:pt x="205942" y="1576927"/>
                  </a:moveTo>
                  <a:lnTo>
                    <a:pt x="262060" y="1531763"/>
                  </a:lnTo>
                  <a:lnTo>
                    <a:pt x="190908" y="1535142"/>
                  </a:lnTo>
                  <a:close/>
                  <a:moveTo>
                    <a:pt x="232782" y="1422299"/>
                  </a:moveTo>
                  <a:lnTo>
                    <a:pt x="196500" y="1459511"/>
                  </a:lnTo>
                  <a:lnTo>
                    <a:pt x="219614" y="1412843"/>
                  </a:lnTo>
                  <a:close/>
                  <a:moveTo>
                    <a:pt x="264548" y="1406168"/>
                  </a:moveTo>
                  <a:lnTo>
                    <a:pt x="232782" y="1422299"/>
                  </a:lnTo>
                  <a:lnTo>
                    <a:pt x="219614" y="1412843"/>
                  </a:lnTo>
                  <a:close/>
                  <a:moveTo>
                    <a:pt x="232782" y="1422299"/>
                  </a:moveTo>
                  <a:lnTo>
                    <a:pt x="264548" y="1406168"/>
                  </a:lnTo>
                  <a:lnTo>
                    <a:pt x="235981" y="1407975"/>
                  </a:lnTo>
                  <a:close/>
                  <a:moveTo>
                    <a:pt x="264548" y="1406168"/>
                  </a:moveTo>
                  <a:lnTo>
                    <a:pt x="295101" y="1383881"/>
                  </a:lnTo>
                  <a:lnTo>
                    <a:pt x="235981" y="1407975"/>
                  </a:lnTo>
                  <a:close/>
                  <a:moveTo>
                    <a:pt x="309783" y="1380242"/>
                  </a:moveTo>
                  <a:lnTo>
                    <a:pt x="295101" y="1383881"/>
                  </a:lnTo>
                  <a:lnTo>
                    <a:pt x="343251" y="1415775"/>
                  </a:lnTo>
                  <a:close/>
                  <a:moveTo>
                    <a:pt x="343251" y="1415775"/>
                  </a:moveTo>
                  <a:lnTo>
                    <a:pt x="295101" y="1383881"/>
                  </a:lnTo>
                  <a:lnTo>
                    <a:pt x="294938" y="1384889"/>
                  </a:lnTo>
                  <a:close/>
                  <a:moveTo>
                    <a:pt x="294938" y="1384889"/>
                  </a:moveTo>
                  <a:lnTo>
                    <a:pt x="295101" y="1383881"/>
                  </a:lnTo>
                  <a:lnTo>
                    <a:pt x="264548" y="1406168"/>
                  </a:lnTo>
                  <a:close/>
                  <a:moveTo>
                    <a:pt x="198716" y="1102104"/>
                  </a:moveTo>
                  <a:lnTo>
                    <a:pt x="207731" y="1153641"/>
                  </a:lnTo>
                  <a:lnTo>
                    <a:pt x="249884" y="1139985"/>
                  </a:lnTo>
                  <a:close/>
                  <a:moveTo>
                    <a:pt x="16071" y="989913"/>
                  </a:moveTo>
                  <a:lnTo>
                    <a:pt x="69155" y="984740"/>
                  </a:lnTo>
                  <a:lnTo>
                    <a:pt x="45673" y="941087"/>
                  </a:lnTo>
                  <a:close/>
                  <a:moveTo>
                    <a:pt x="84691" y="923400"/>
                  </a:moveTo>
                  <a:lnTo>
                    <a:pt x="45673" y="941087"/>
                  </a:lnTo>
                  <a:lnTo>
                    <a:pt x="69155" y="984740"/>
                  </a:lnTo>
                  <a:close/>
                  <a:moveTo>
                    <a:pt x="102581" y="880155"/>
                  </a:moveTo>
                  <a:lnTo>
                    <a:pt x="45673" y="941087"/>
                  </a:lnTo>
                  <a:lnTo>
                    <a:pt x="84691" y="923400"/>
                  </a:lnTo>
                  <a:close/>
                  <a:moveTo>
                    <a:pt x="476624" y="1335693"/>
                  </a:moveTo>
                  <a:lnTo>
                    <a:pt x="514827" y="1373411"/>
                  </a:lnTo>
                  <a:lnTo>
                    <a:pt x="525343" y="1318942"/>
                  </a:lnTo>
                  <a:close/>
                  <a:moveTo>
                    <a:pt x="393901" y="1000846"/>
                  </a:moveTo>
                  <a:lnTo>
                    <a:pt x="354008" y="1053916"/>
                  </a:lnTo>
                  <a:lnTo>
                    <a:pt x="371875" y="1029822"/>
                  </a:lnTo>
                  <a:close/>
                  <a:moveTo>
                    <a:pt x="393901" y="1000846"/>
                  </a:moveTo>
                  <a:lnTo>
                    <a:pt x="366030" y="1031536"/>
                  </a:lnTo>
                  <a:lnTo>
                    <a:pt x="354008" y="1053916"/>
                  </a:lnTo>
                  <a:close/>
                  <a:moveTo>
                    <a:pt x="268396" y="880954"/>
                  </a:moveTo>
                  <a:lnTo>
                    <a:pt x="258136" y="875212"/>
                  </a:lnTo>
                  <a:lnTo>
                    <a:pt x="237281" y="899521"/>
                  </a:lnTo>
                  <a:close/>
                  <a:moveTo>
                    <a:pt x="258136" y="875212"/>
                  </a:moveTo>
                  <a:lnTo>
                    <a:pt x="265675" y="870782"/>
                  </a:lnTo>
                  <a:lnTo>
                    <a:pt x="231557" y="899306"/>
                  </a:lnTo>
                  <a:close/>
                  <a:moveTo>
                    <a:pt x="234542" y="838744"/>
                  </a:moveTo>
                  <a:lnTo>
                    <a:pt x="265675" y="870782"/>
                  </a:lnTo>
                  <a:lnTo>
                    <a:pt x="299812" y="823736"/>
                  </a:lnTo>
                  <a:close/>
                  <a:moveTo>
                    <a:pt x="1106235" y="1727241"/>
                  </a:moveTo>
                  <a:lnTo>
                    <a:pt x="1086171" y="1707457"/>
                  </a:lnTo>
                  <a:lnTo>
                    <a:pt x="1057444" y="1692154"/>
                  </a:lnTo>
                  <a:close/>
                  <a:moveTo>
                    <a:pt x="620147" y="1235969"/>
                  </a:moveTo>
                  <a:lnTo>
                    <a:pt x="650823" y="1262727"/>
                  </a:lnTo>
                  <a:lnTo>
                    <a:pt x="659262" y="1211875"/>
                  </a:lnTo>
                  <a:close/>
                  <a:moveTo>
                    <a:pt x="658234" y="1160338"/>
                  </a:moveTo>
                  <a:lnTo>
                    <a:pt x="656645" y="1162675"/>
                  </a:lnTo>
                  <a:lnTo>
                    <a:pt x="620147" y="1235969"/>
                  </a:lnTo>
                  <a:close/>
                  <a:moveTo>
                    <a:pt x="659262" y="1211875"/>
                  </a:moveTo>
                  <a:lnTo>
                    <a:pt x="658234" y="1160338"/>
                  </a:lnTo>
                  <a:lnTo>
                    <a:pt x="620147" y="1235969"/>
                  </a:lnTo>
                  <a:close/>
                  <a:moveTo>
                    <a:pt x="470280" y="976836"/>
                  </a:moveTo>
                  <a:lnTo>
                    <a:pt x="435738" y="982589"/>
                  </a:lnTo>
                  <a:lnTo>
                    <a:pt x="393901" y="1000846"/>
                  </a:lnTo>
                  <a:close/>
                  <a:moveTo>
                    <a:pt x="331780" y="808360"/>
                  </a:moveTo>
                  <a:lnTo>
                    <a:pt x="273062" y="870170"/>
                  </a:lnTo>
                  <a:lnTo>
                    <a:pt x="303727" y="851118"/>
                  </a:lnTo>
                  <a:close/>
                  <a:moveTo>
                    <a:pt x="265675" y="870782"/>
                  </a:moveTo>
                  <a:lnTo>
                    <a:pt x="273062" y="870170"/>
                  </a:lnTo>
                  <a:lnTo>
                    <a:pt x="331780" y="808360"/>
                  </a:lnTo>
                  <a:close/>
                  <a:moveTo>
                    <a:pt x="299812" y="823736"/>
                  </a:moveTo>
                  <a:lnTo>
                    <a:pt x="265675" y="870782"/>
                  </a:lnTo>
                  <a:lnTo>
                    <a:pt x="331780" y="808360"/>
                  </a:lnTo>
                  <a:close/>
                  <a:moveTo>
                    <a:pt x="1158577" y="1703147"/>
                  </a:moveTo>
                  <a:lnTo>
                    <a:pt x="1173402" y="1761350"/>
                  </a:lnTo>
                  <a:lnTo>
                    <a:pt x="1172842" y="1721928"/>
                  </a:lnTo>
                  <a:close/>
                  <a:moveTo>
                    <a:pt x="1109202" y="1778777"/>
                  </a:moveTo>
                  <a:lnTo>
                    <a:pt x="1173402" y="1761350"/>
                  </a:lnTo>
                  <a:lnTo>
                    <a:pt x="1158577" y="1703147"/>
                  </a:lnTo>
                  <a:close/>
                  <a:moveTo>
                    <a:pt x="1106235" y="1727241"/>
                  </a:moveTo>
                  <a:lnTo>
                    <a:pt x="1109202" y="1778777"/>
                  </a:lnTo>
                  <a:lnTo>
                    <a:pt x="1158577" y="1703147"/>
                  </a:lnTo>
                  <a:close/>
                  <a:moveTo>
                    <a:pt x="1173402" y="1761350"/>
                  </a:moveTo>
                  <a:lnTo>
                    <a:pt x="1205065" y="1754683"/>
                  </a:lnTo>
                  <a:lnTo>
                    <a:pt x="1172842" y="1721928"/>
                  </a:lnTo>
                  <a:close/>
                  <a:moveTo>
                    <a:pt x="658234" y="1160338"/>
                  </a:moveTo>
                  <a:lnTo>
                    <a:pt x="659262" y="1211875"/>
                  </a:lnTo>
                  <a:lnTo>
                    <a:pt x="678461" y="1187781"/>
                  </a:lnTo>
                  <a:close/>
                  <a:moveTo>
                    <a:pt x="658234" y="1160338"/>
                  </a:moveTo>
                  <a:lnTo>
                    <a:pt x="678461" y="1187781"/>
                  </a:lnTo>
                  <a:lnTo>
                    <a:pt x="668965" y="1136244"/>
                  </a:lnTo>
                  <a:close/>
                  <a:moveTo>
                    <a:pt x="680523" y="1103969"/>
                  </a:moveTo>
                  <a:lnTo>
                    <a:pt x="658234" y="1160338"/>
                  </a:lnTo>
                  <a:lnTo>
                    <a:pt x="668965" y="1136244"/>
                  </a:lnTo>
                  <a:close/>
                  <a:moveTo>
                    <a:pt x="1241905" y="1743640"/>
                  </a:moveTo>
                  <a:lnTo>
                    <a:pt x="1172842" y="1721928"/>
                  </a:lnTo>
                  <a:lnTo>
                    <a:pt x="1205065" y="1754683"/>
                  </a:lnTo>
                  <a:close/>
                  <a:moveTo>
                    <a:pt x="1171609" y="1700064"/>
                  </a:moveTo>
                  <a:lnTo>
                    <a:pt x="1172842" y="1721928"/>
                  </a:lnTo>
                  <a:lnTo>
                    <a:pt x="1241905" y="1743640"/>
                  </a:lnTo>
                  <a:close/>
                  <a:moveTo>
                    <a:pt x="1215966" y="1701985"/>
                  </a:moveTo>
                  <a:lnTo>
                    <a:pt x="1171609" y="1700064"/>
                  </a:lnTo>
                  <a:lnTo>
                    <a:pt x="1241905" y="1743640"/>
                  </a:lnTo>
                  <a:close/>
                  <a:moveTo>
                    <a:pt x="1158577" y="1703147"/>
                  </a:moveTo>
                  <a:lnTo>
                    <a:pt x="1172842" y="1721928"/>
                  </a:lnTo>
                  <a:lnTo>
                    <a:pt x="1171609" y="1700064"/>
                  </a:lnTo>
                  <a:close/>
                  <a:moveTo>
                    <a:pt x="680523" y="1103969"/>
                  </a:moveTo>
                  <a:lnTo>
                    <a:pt x="717661" y="1107923"/>
                  </a:lnTo>
                  <a:lnTo>
                    <a:pt x="704865" y="1084707"/>
                  </a:lnTo>
                  <a:close/>
                  <a:moveTo>
                    <a:pt x="717661" y="1107923"/>
                  </a:moveTo>
                  <a:lnTo>
                    <a:pt x="735917" y="1060614"/>
                  </a:lnTo>
                  <a:lnTo>
                    <a:pt x="704865" y="1084707"/>
                  </a:lnTo>
                  <a:close/>
                  <a:moveTo>
                    <a:pt x="1248643" y="1575980"/>
                  </a:moveTo>
                  <a:lnTo>
                    <a:pt x="1289779" y="1603422"/>
                  </a:lnTo>
                  <a:lnTo>
                    <a:pt x="1263650" y="1551886"/>
                  </a:lnTo>
                  <a:close/>
                  <a:moveTo>
                    <a:pt x="834150" y="1059205"/>
                  </a:moveTo>
                  <a:lnTo>
                    <a:pt x="804192" y="1055943"/>
                  </a:lnTo>
                  <a:lnTo>
                    <a:pt x="862060" y="1088056"/>
                  </a:lnTo>
                  <a:close/>
                  <a:moveTo>
                    <a:pt x="343285" y="469617"/>
                  </a:moveTo>
                  <a:lnTo>
                    <a:pt x="347736" y="463321"/>
                  </a:lnTo>
                  <a:lnTo>
                    <a:pt x="287213" y="493711"/>
                  </a:lnTo>
                  <a:close/>
                  <a:moveTo>
                    <a:pt x="801591" y="869829"/>
                  </a:moveTo>
                  <a:lnTo>
                    <a:pt x="757752" y="881910"/>
                  </a:lnTo>
                  <a:lnTo>
                    <a:pt x="813024" y="923277"/>
                  </a:lnTo>
                  <a:close/>
                  <a:moveTo>
                    <a:pt x="885841" y="942890"/>
                  </a:moveTo>
                  <a:lnTo>
                    <a:pt x="862002" y="909352"/>
                  </a:lnTo>
                  <a:lnTo>
                    <a:pt x="804934" y="949970"/>
                  </a:lnTo>
                  <a:close/>
                  <a:moveTo>
                    <a:pt x="862002" y="909352"/>
                  </a:moveTo>
                  <a:lnTo>
                    <a:pt x="872794" y="894108"/>
                  </a:lnTo>
                  <a:lnTo>
                    <a:pt x="813024" y="923277"/>
                  </a:lnTo>
                  <a:close/>
                  <a:moveTo>
                    <a:pt x="438607" y="497835"/>
                  </a:moveTo>
                  <a:lnTo>
                    <a:pt x="465717" y="451035"/>
                  </a:lnTo>
                  <a:lnTo>
                    <a:pt x="414025" y="455077"/>
                  </a:lnTo>
                  <a:close/>
                  <a:moveTo>
                    <a:pt x="465717" y="451035"/>
                  </a:moveTo>
                  <a:lnTo>
                    <a:pt x="451903" y="399523"/>
                  </a:lnTo>
                  <a:lnTo>
                    <a:pt x="414025" y="455077"/>
                  </a:lnTo>
                  <a:close/>
                  <a:moveTo>
                    <a:pt x="40876" y="14729"/>
                  </a:moveTo>
                  <a:lnTo>
                    <a:pt x="0" y="36576"/>
                  </a:lnTo>
                  <a:lnTo>
                    <a:pt x="76022" y="11230"/>
                  </a:lnTo>
                  <a:close/>
                  <a:moveTo>
                    <a:pt x="119737" y="0"/>
                  </a:moveTo>
                  <a:lnTo>
                    <a:pt x="40876" y="14729"/>
                  </a:lnTo>
                  <a:lnTo>
                    <a:pt x="76022" y="11230"/>
                  </a:lnTo>
                  <a:close/>
                  <a:moveTo>
                    <a:pt x="959928" y="942554"/>
                  </a:moveTo>
                  <a:lnTo>
                    <a:pt x="901240" y="960889"/>
                  </a:lnTo>
                  <a:lnTo>
                    <a:pt x="970328" y="949196"/>
                  </a:lnTo>
                  <a:close/>
                  <a:moveTo>
                    <a:pt x="970328" y="949196"/>
                  </a:moveTo>
                  <a:lnTo>
                    <a:pt x="901240" y="960889"/>
                  </a:lnTo>
                  <a:lnTo>
                    <a:pt x="891807" y="965194"/>
                  </a:lnTo>
                  <a:close/>
                  <a:moveTo>
                    <a:pt x="901240" y="960889"/>
                  </a:moveTo>
                  <a:lnTo>
                    <a:pt x="959928" y="942554"/>
                  </a:lnTo>
                  <a:lnTo>
                    <a:pt x="885841" y="942890"/>
                  </a:lnTo>
                  <a:close/>
                  <a:moveTo>
                    <a:pt x="885841" y="942890"/>
                  </a:moveTo>
                  <a:lnTo>
                    <a:pt x="959928" y="942554"/>
                  </a:lnTo>
                  <a:lnTo>
                    <a:pt x="963405" y="923312"/>
                  </a:lnTo>
                  <a:close/>
                  <a:moveTo>
                    <a:pt x="885841" y="942890"/>
                  </a:moveTo>
                  <a:lnTo>
                    <a:pt x="963405" y="923312"/>
                  </a:lnTo>
                  <a:lnTo>
                    <a:pt x="912674" y="908313"/>
                  </a:lnTo>
                  <a:close/>
                  <a:moveTo>
                    <a:pt x="885841" y="942890"/>
                  </a:moveTo>
                  <a:lnTo>
                    <a:pt x="887178" y="885258"/>
                  </a:lnTo>
                  <a:lnTo>
                    <a:pt x="862002" y="909352"/>
                  </a:lnTo>
                  <a:close/>
                  <a:moveTo>
                    <a:pt x="887178" y="885258"/>
                  </a:moveTo>
                  <a:lnTo>
                    <a:pt x="872794" y="894108"/>
                  </a:lnTo>
                  <a:lnTo>
                    <a:pt x="862002" y="909352"/>
                  </a:lnTo>
                  <a:close/>
                  <a:moveTo>
                    <a:pt x="873776" y="762883"/>
                  </a:moveTo>
                  <a:lnTo>
                    <a:pt x="850352" y="730649"/>
                  </a:lnTo>
                  <a:lnTo>
                    <a:pt x="789626" y="757837"/>
                  </a:lnTo>
                  <a:close/>
                  <a:moveTo>
                    <a:pt x="873776" y="762883"/>
                  </a:moveTo>
                  <a:lnTo>
                    <a:pt x="885734" y="713919"/>
                  </a:lnTo>
                  <a:lnTo>
                    <a:pt x="850352" y="730649"/>
                  </a:lnTo>
                  <a:close/>
                  <a:moveTo>
                    <a:pt x="1167841" y="964238"/>
                  </a:moveTo>
                  <a:lnTo>
                    <a:pt x="1194548" y="1015775"/>
                  </a:lnTo>
                  <a:lnTo>
                    <a:pt x="1235203" y="996174"/>
                  </a:lnTo>
                  <a:close/>
                  <a:moveTo>
                    <a:pt x="684525" y="444433"/>
                  </a:moveTo>
                  <a:lnTo>
                    <a:pt x="690420" y="445044"/>
                  </a:lnTo>
                  <a:lnTo>
                    <a:pt x="759235" y="414186"/>
                  </a:lnTo>
                  <a:close/>
                  <a:moveTo>
                    <a:pt x="729608" y="438316"/>
                  </a:moveTo>
                  <a:lnTo>
                    <a:pt x="684525" y="444433"/>
                  </a:lnTo>
                  <a:lnTo>
                    <a:pt x="759235" y="414186"/>
                  </a:lnTo>
                  <a:close/>
                  <a:moveTo>
                    <a:pt x="798345" y="385735"/>
                  </a:moveTo>
                  <a:lnTo>
                    <a:pt x="729608" y="438316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798345" y="385735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837414" y="401506"/>
                  </a:lnTo>
                  <a:lnTo>
                    <a:pt x="798345" y="38573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3" name="Output_density__4242">
              <a:extLst>
                <a:ext uri="{FF2B5EF4-FFF2-40B4-BE49-F238E27FC236}">
                  <a16:creationId xmlns:a16="http://schemas.microsoft.com/office/drawing/2014/main" id="{812124DB-ECF4-2189-50FC-7D0A44FDC8AA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156969" cy="1686204"/>
            </a:xfrm>
            <a:custGeom>
              <a:avLst/>
              <a:gdLst/>
              <a:ahLst/>
              <a:cxnLst/>
              <a:rect l="0" t="0" r="0" b="0"/>
              <a:pathLst>
                <a:path w="1156969" h="1686204">
                  <a:moveTo>
                    <a:pt x="154646" y="1491040"/>
                  </a:moveTo>
                  <a:lnTo>
                    <a:pt x="122238" y="1515133"/>
                  </a:lnTo>
                  <a:lnTo>
                    <a:pt x="170119" y="1480180"/>
                  </a:lnTo>
                  <a:close/>
                  <a:moveTo>
                    <a:pt x="75909" y="954928"/>
                  </a:moveTo>
                  <a:lnTo>
                    <a:pt x="88813" y="894091"/>
                  </a:lnTo>
                  <a:lnTo>
                    <a:pt x="94724" y="879298"/>
                  </a:lnTo>
                  <a:close/>
                  <a:moveTo>
                    <a:pt x="75909" y="954928"/>
                  </a:moveTo>
                  <a:lnTo>
                    <a:pt x="94724" y="879298"/>
                  </a:lnTo>
                  <a:lnTo>
                    <a:pt x="84920" y="930834"/>
                  </a:lnTo>
                  <a:close/>
                  <a:moveTo>
                    <a:pt x="94724" y="879298"/>
                  </a:moveTo>
                  <a:lnTo>
                    <a:pt x="88813" y="894091"/>
                  </a:lnTo>
                  <a:lnTo>
                    <a:pt x="101829" y="859932"/>
                  </a:lnTo>
                  <a:close/>
                  <a:moveTo>
                    <a:pt x="101829" y="859932"/>
                  </a:moveTo>
                  <a:lnTo>
                    <a:pt x="115944" y="809290"/>
                  </a:lnTo>
                  <a:lnTo>
                    <a:pt x="94724" y="879298"/>
                  </a:lnTo>
                  <a:close/>
                  <a:moveTo>
                    <a:pt x="115944" y="809290"/>
                  </a:moveTo>
                  <a:lnTo>
                    <a:pt x="101829" y="859932"/>
                  </a:lnTo>
                  <a:lnTo>
                    <a:pt x="117847" y="827761"/>
                  </a:lnTo>
                  <a:close/>
                  <a:moveTo>
                    <a:pt x="115944" y="809290"/>
                  </a:moveTo>
                  <a:lnTo>
                    <a:pt x="117847" y="827761"/>
                  </a:lnTo>
                  <a:lnTo>
                    <a:pt x="108245" y="752806"/>
                  </a:lnTo>
                  <a:close/>
                  <a:moveTo>
                    <a:pt x="115944" y="809290"/>
                  </a:moveTo>
                  <a:lnTo>
                    <a:pt x="108245" y="752806"/>
                  </a:lnTo>
                  <a:lnTo>
                    <a:pt x="115092" y="803667"/>
                  </a:lnTo>
                  <a:close/>
                  <a:moveTo>
                    <a:pt x="108245" y="752806"/>
                  </a:moveTo>
                  <a:lnTo>
                    <a:pt x="107814" y="752130"/>
                  </a:lnTo>
                  <a:lnTo>
                    <a:pt x="115092" y="803667"/>
                  </a:lnTo>
                  <a:close/>
                  <a:moveTo>
                    <a:pt x="347657" y="985213"/>
                  </a:moveTo>
                  <a:lnTo>
                    <a:pt x="358922" y="987554"/>
                  </a:lnTo>
                  <a:lnTo>
                    <a:pt x="392571" y="978463"/>
                  </a:lnTo>
                  <a:close/>
                  <a:moveTo>
                    <a:pt x="392571" y="978463"/>
                  </a:moveTo>
                  <a:lnTo>
                    <a:pt x="358922" y="987554"/>
                  </a:lnTo>
                  <a:lnTo>
                    <a:pt x="434521" y="960627"/>
                  </a:lnTo>
                  <a:close/>
                  <a:moveTo>
                    <a:pt x="421543" y="951883"/>
                  </a:moveTo>
                  <a:lnTo>
                    <a:pt x="451492" y="914636"/>
                  </a:lnTo>
                  <a:lnTo>
                    <a:pt x="452986" y="910089"/>
                  </a:lnTo>
                  <a:close/>
                  <a:moveTo>
                    <a:pt x="434521" y="960627"/>
                  </a:moveTo>
                  <a:lnTo>
                    <a:pt x="451492" y="914636"/>
                  </a:lnTo>
                  <a:lnTo>
                    <a:pt x="421543" y="951883"/>
                  </a:lnTo>
                  <a:close/>
                  <a:moveTo>
                    <a:pt x="392571" y="978463"/>
                  </a:moveTo>
                  <a:lnTo>
                    <a:pt x="434521" y="960627"/>
                  </a:lnTo>
                  <a:lnTo>
                    <a:pt x="421543" y="951883"/>
                  </a:lnTo>
                  <a:close/>
                  <a:moveTo>
                    <a:pt x="1123462" y="1683138"/>
                  </a:moveTo>
                  <a:lnTo>
                    <a:pt x="1128861" y="1684912"/>
                  </a:lnTo>
                  <a:lnTo>
                    <a:pt x="1131862" y="1686204"/>
                  </a:lnTo>
                  <a:close/>
                  <a:moveTo>
                    <a:pt x="1123462" y="1683138"/>
                  </a:moveTo>
                  <a:lnTo>
                    <a:pt x="1131862" y="1686204"/>
                  </a:lnTo>
                  <a:lnTo>
                    <a:pt x="1137953" y="1677520"/>
                  </a:lnTo>
                  <a:close/>
                  <a:moveTo>
                    <a:pt x="1137953" y="1677520"/>
                  </a:moveTo>
                  <a:lnTo>
                    <a:pt x="1131862" y="1686204"/>
                  </a:lnTo>
                  <a:lnTo>
                    <a:pt x="1134102" y="1683138"/>
                  </a:lnTo>
                  <a:close/>
                  <a:moveTo>
                    <a:pt x="1134102" y="1683138"/>
                  </a:moveTo>
                  <a:lnTo>
                    <a:pt x="1156969" y="1645175"/>
                  </a:lnTo>
                  <a:lnTo>
                    <a:pt x="1137953" y="1677520"/>
                  </a:lnTo>
                  <a:close/>
                  <a:moveTo>
                    <a:pt x="501732" y="834458"/>
                  </a:moveTo>
                  <a:lnTo>
                    <a:pt x="514778" y="838425"/>
                  </a:lnTo>
                  <a:lnTo>
                    <a:pt x="520996" y="839469"/>
                  </a:lnTo>
                  <a:close/>
                  <a:moveTo>
                    <a:pt x="530015" y="834458"/>
                  </a:moveTo>
                  <a:lnTo>
                    <a:pt x="520996" y="839469"/>
                  </a:lnTo>
                  <a:lnTo>
                    <a:pt x="514778" y="838425"/>
                  </a:lnTo>
                  <a:close/>
                  <a:moveTo>
                    <a:pt x="552973" y="824124"/>
                  </a:moveTo>
                  <a:lnTo>
                    <a:pt x="520996" y="839469"/>
                  </a:lnTo>
                  <a:lnTo>
                    <a:pt x="603948" y="840038"/>
                  </a:lnTo>
                  <a:close/>
                  <a:moveTo>
                    <a:pt x="20306" y="13222"/>
                  </a:moveTo>
                  <a:lnTo>
                    <a:pt x="0" y="37316"/>
                  </a:lnTo>
                  <a:lnTo>
                    <a:pt x="41665" y="269"/>
                  </a:lnTo>
                  <a:close/>
                  <a:moveTo>
                    <a:pt x="41665" y="269"/>
                  </a:moveTo>
                  <a:lnTo>
                    <a:pt x="8597" y="11532"/>
                  </a:lnTo>
                  <a:lnTo>
                    <a:pt x="88962" y="2425"/>
                  </a:lnTo>
                  <a:close/>
                  <a:moveTo>
                    <a:pt x="380861" y="395080"/>
                  </a:moveTo>
                  <a:lnTo>
                    <a:pt x="333867" y="394055"/>
                  </a:lnTo>
                  <a:lnTo>
                    <a:pt x="307979" y="390659"/>
                  </a:lnTo>
                  <a:close/>
                  <a:moveTo>
                    <a:pt x="394343" y="358428"/>
                  </a:moveTo>
                  <a:lnTo>
                    <a:pt x="380861" y="395080"/>
                  </a:lnTo>
                  <a:lnTo>
                    <a:pt x="394410" y="373978"/>
                  </a:lnTo>
                  <a:close/>
                  <a:moveTo>
                    <a:pt x="243266" y="143737"/>
                  </a:moveTo>
                  <a:lnTo>
                    <a:pt x="241004" y="156155"/>
                  </a:lnTo>
                  <a:lnTo>
                    <a:pt x="249326" y="117749"/>
                  </a:lnTo>
                  <a:close/>
                  <a:moveTo>
                    <a:pt x="41665" y="269"/>
                  </a:moveTo>
                  <a:lnTo>
                    <a:pt x="88962" y="2425"/>
                  </a:lnTo>
                  <a:lnTo>
                    <a:pt x="61393" y="0"/>
                  </a:lnTo>
                  <a:close/>
                  <a:moveTo>
                    <a:pt x="88962" y="2425"/>
                  </a:moveTo>
                  <a:lnTo>
                    <a:pt x="97510" y="8620"/>
                  </a:lnTo>
                  <a:lnTo>
                    <a:pt x="61393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44" name="Output_density__4243">
              <a:extLst>
                <a:ext uri="{FF2B5EF4-FFF2-40B4-BE49-F238E27FC236}">
                  <a16:creationId xmlns:a16="http://schemas.microsoft.com/office/drawing/2014/main" id="{65A8A13F-6EF7-BA02-CF13-6F955A968507}"/>
                </a:ext>
              </a:extLst>
            </p:cNvPr>
            <p:cNvSpPr>
              <a:spLocks noGrp="1"/>
            </p:cNvSpPr>
            <p:nvPr/>
          </p:nvSpPr>
          <p:spPr>
            <a:xfrm>
              <a:off x="15365733" y="2573197"/>
              <a:ext cx="1208497" cy="1987532"/>
            </a:xfrm>
            <a:custGeom>
              <a:avLst/>
              <a:gdLst/>
              <a:ahLst/>
              <a:cxnLst/>
              <a:rect l="0" t="0" r="0" b="0"/>
              <a:pathLst>
                <a:path w="1208497" h="1987532">
                  <a:moveTo>
                    <a:pt x="124113" y="1932718"/>
                  </a:moveTo>
                  <a:lnTo>
                    <a:pt x="131964" y="1938159"/>
                  </a:lnTo>
                  <a:lnTo>
                    <a:pt x="140703" y="1940369"/>
                  </a:lnTo>
                  <a:close/>
                  <a:moveTo>
                    <a:pt x="188380" y="1809050"/>
                  </a:moveTo>
                  <a:lnTo>
                    <a:pt x="168662" y="1805551"/>
                  </a:lnTo>
                  <a:lnTo>
                    <a:pt x="186482" y="1806333"/>
                  </a:lnTo>
                  <a:close/>
                  <a:moveTo>
                    <a:pt x="242596" y="1960161"/>
                  </a:moveTo>
                  <a:lnTo>
                    <a:pt x="262947" y="1970379"/>
                  </a:lnTo>
                  <a:lnTo>
                    <a:pt x="279605" y="1975447"/>
                  </a:lnTo>
                  <a:close/>
                  <a:moveTo>
                    <a:pt x="329557" y="1987532"/>
                  </a:moveTo>
                  <a:lnTo>
                    <a:pt x="279605" y="1975447"/>
                  </a:lnTo>
                  <a:lnTo>
                    <a:pt x="262947" y="1970379"/>
                  </a:lnTo>
                  <a:close/>
                  <a:moveTo>
                    <a:pt x="168662" y="1805551"/>
                  </a:moveTo>
                  <a:lnTo>
                    <a:pt x="188380" y="1809050"/>
                  </a:lnTo>
                  <a:lnTo>
                    <a:pt x="205469" y="1790897"/>
                  </a:lnTo>
                  <a:close/>
                  <a:moveTo>
                    <a:pt x="205469" y="1790897"/>
                  </a:moveTo>
                  <a:lnTo>
                    <a:pt x="188380" y="1809050"/>
                  </a:lnTo>
                  <a:lnTo>
                    <a:pt x="252219" y="1790873"/>
                  </a:lnTo>
                  <a:close/>
                  <a:moveTo>
                    <a:pt x="205469" y="1790897"/>
                  </a:moveTo>
                  <a:lnTo>
                    <a:pt x="252219" y="1790873"/>
                  </a:lnTo>
                  <a:lnTo>
                    <a:pt x="216746" y="1780205"/>
                  </a:lnTo>
                  <a:close/>
                  <a:moveTo>
                    <a:pt x="252219" y="1790873"/>
                  </a:moveTo>
                  <a:lnTo>
                    <a:pt x="259208" y="1764286"/>
                  </a:lnTo>
                  <a:lnTo>
                    <a:pt x="216746" y="1780205"/>
                  </a:lnTo>
                  <a:close/>
                  <a:moveTo>
                    <a:pt x="278485" y="1769518"/>
                  </a:moveTo>
                  <a:lnTo>
                    <a:pt x="251649" y="1757363"/>
                  </a:lnTo>
                  <a:lnTo>
                    <a:pt x="259208" y="1764286"/>
                  </a:lnTo>
                  <a:close/>
                  <a:moveTo>
                    <a:pt x="389767" y="1504041"/>
                  </a:moveTo>
                  <a:lnTo>
                    <a:pt x="391553" y="1505052"/>
                  </a:lnTo>
                  <a:lnTo>
                    <a:pt x="347225" y="1563388"/>
                  </a:lnTo>
                  <a:close/>
                  <a:moveTo>
                    <a:pt x="371093" y="1554565"/>
                  </a:moveTo>
                  <a:lnTo>
                    <a:pt x="391553" y="1505052"/>
                  </a:lnTo>
                  <a:lnTo>
                    <a:pt x="421841" y="1483393"/>
                  </a:lnTo>
                  <a:close/>
                  <a:moveTo>
                    <a:pt x="421841" y="1483393"/>
                  </a:moveTo>
                  <a:lnTo>
                    <a:pt x="391553" y="1505052"/>
                  </a:lnTo>
                  <a:lnTo>
                    <a:pt x="474298" y="1504842"/>
                  </a:lnTo>
                  <a:close/>
                  <a:moveTo>
                    <a:pt x="67980" y="1033751"/>
                  </a:moveTo>
                  <a:lnTo>
                    <a:pt x="2206" y="1089285"/>
                  </a:lnTo>
                  <a:lnTo>
                    <a:pt x="0" y="1089160"/>
                  </a:lnTo>
                  <a:close/>
                  <a:moveTo>
                    <a:pt x="421791" y="1478006"/>
                  </a:moveTo>
                  <a:lnTo>
                    <a:pt x="418292" y="1530471"/>
                  </a:lnTo>
                  <a:lnTo>
                    <a:pt x="421841" y="1483393"/>
                  </a:lnTo>
                  <a:close/>
                  <a:moveTo>
                    <a:pt x="18001" y="886664"/>
                  </a:moveTo>
                  <a:lnTo>
                    <a:pt x="61212" y="873546"/>
                  </a:lnTo>
                  <a:lnTo>
                    <a:pt x="85518" y="829522"/>
                  </a:lnTo>
                  <a:close/>
                  <a:moveTo>
                    <a:pt x="79323" y="836402"/>
                  </a:moveTo>
                  <a:lnTo>
                    <a:pt x="85518" y="829522"/>
                  </a:lnTo>
                  <a:lnTo>
                    <a:pt x="61212" y="873546"/>
                  </a:lnTo>
                  <a:close/>
                  <a:moveTo>
                    <a:pt x="460304" y="1182722"/>
                  </a:moveTo>
                  <a:lnTo>
                    <a:pt x="464973" y="1167167"/>
                  </a:lnTo>
                  <a:lnTo>
                    <a:pt x="443684" y="1160363"/>
                  </a:lnTo>
                  <a:close/>
                  <a:moveTo>
                    <a:pt x="421843" y="1213602"/>
                  </a:moveTo>
                  <a:lnTo>
                    <a:pt x="460304" y="1182722"/>
                  </a:lnTo>
                  <a:lnTo>
                    <a:pt x="443684" y="1160363"/>
                  </a:lnTo>
                  <a:close/>
                  <a:moveTo>
                    <a:pt x="464973" y="1167167"/>
                  </a:moveTo>
                  <a:lnTo>
                    <a:pt x="467227" y="1102593"/>
                  </a:lnTo>
                  <a:lnTo>
                    <a:pt x="454935" y="1148970"/>
                  </a:lnTo>
                  <a:close/>
                  <a:moveTo>
                    <a:pt x="467227" y="1102593"/>
                  </a:moveTo>
                  <a:lnTo>
                    <a:pt x="470562" y="1097433"/>
                  </a:lnTo>
                  <a:lnTo>
                    <a:pt x="454935" y="1148970"/>
                  </a:lnTo>
                  <a:close/>
                  <a:moveTo>
                    <a:pt x="233594" y="863844"/>
                  </a:moveTo>
                  <a:lnTo>
                    <a:pt x="249148" y="788214"/>
                  </a:lnTo>
                  <a:lnTo>
                    <a:pt x="246682" y="839750"/>
                  </a:lnTo>
                  <a:close/>
                  <a:moveTo>
                    <a:pt x="784225" y="1425303"/>
                  </a:moveTo>
                  <a:lnTo>
                    <a:pt x="752302" y="1399217"/>
                  </a:lnTo>
                  <a:lnTo>
                    <a:pt x="801447" y="1449916"/>
                  </a:lnTo>
                  <a:close/>
                  <a:moveTo>
                    <a:pt x="827955" y="1414125"/>
                  </a:moveTo>
                  <a:lnTo>
                    <a:pt x="784225" y="1425303"/>
                  </a:lnTo>
                  <a:lnTo>
                    <a:pt x="801447" y="1449916"/>
                  </a:lnTo>
                  <a:close/>
                  <a:moveTo>
                    <a:pt x="506178" y="1084438"/>
                  </a:moveTo>
                  <a:lnTo>
                    <a:pt x="447853" y="1143104"/>
                  </a:lnTo>
                  <a:lnTo>
                    <a:pt x="470562" y="1097433"/>
                  </a:lnTo>
                  <a:close/>
                  <a:moveTo>
                    <a:pt x="355488" y="867193"/>
                  </a:moveTo>
                  <a:lnTo>
                    <a:pt x="350832" y="891287"/>
                  </a:lnTo>
                  <a:lnTo>
                    <a:pt x="376144" y="907842"/>
                  </a:lnTo>
                  <a:close/>
                  <a:moveTo>
                    <a:pt x="249509" y="783728"/>
                  </a:moveTo>
                  <a:lnTo>
                    <a:pt x="261833" y="716428"/>
                  </a:lnTo>
                  <a:lnTo>
                    <a:pt x="249148" y="788214"/>
                  </a:lnTo>
                  <a:close/>
                  <a:moveTo>
                    <a:pt x="935993" y="1508486"/>
                  </a:moveTo>
                  <a:lnTo>
                    <a:pt x="918705" y="1485632"/>
                  </a:lnTo>
                  <a:lnTo>
                    <a:pt x="972533" y="1522348"/>
                  </a:lnTo>
                  <a:close/>
                  <a:moveTo>
                    <a:pt x="827955" y="1414125"/>
                  </a:moveTo>
                  <a:lnTo>
                    <a:pt x="869037" y="1434096"/>
                  </a:lnTo>
                  <a:lnTo>
                    <a:pt x="844493" y="1424993"/>
                  </a:lnTo>
                  <a:close/>
                  <a:moveTo>
                    <a:pt x="530909" y="1042004"/>
                  </a:moveTo>
                  <a:lnTo>
                    <a:pt x="547323" y="1063597"/>
                  </a:lnTo>
                  <a:lnTo>
                    <a:pt x="560717" y="1001826"/>
                  </a:lnTo>
                  <a:close/>
                  <a:moveTo>
                    <a:pt x="560717" y="1001826"/>
                  </a:moveTo>
                  <a:lnTo>
                    <a:pt x="547323" y="1063597"/>
                  </a:lnTo>
                  <a:lnTo>
                    <a:pt x="578766" y="1021803"/>
                  </a:lnTo>
                  <a:close/>
                  <a:moveTo>
                    <a:pt x="265738" y="709506"/>
                  </a:moveTo>
                  <a:lnTo>
                    <a:pt x="235391" y="699942"/>
                  </a:lnTo>
                  <a:lnTo>
                    <a:pt x="259811" y="712583"/>
                  </a:lnTo>
                  <a:close/>
                  <a:moveTo>
                    <a:pt x="265738" y="709506"/>
                  </a:moveTo>
                  <a:lnTo>
                    <a:pt x="271442" y="708616"/>
                  </a:lnTo>
                  <a:lnTo>
                    <a:pt x="273489" y="688489"/>
                  </a:lnTo>
                  <a:close/>
                  <a:moveTo>
                    <a:pt x="946640" y="1513075"/>
                  </a:moveTo>
                  <a:lnTo>
                    <a:pt x="972533" y="1522348"/>
                  </a:lnTo>
                  <a:lnTo>
                    <a:pt x="988934" y="1531747"/>
                  </a:lnTo>
                  <a:close/>
                  <a:moveTo>
                    <a:pt x="831875" y="1158984"/>
                  </a:moveTo>
                  <a:lnTo>
                    <a:pt x="787379" y="1203855"/>
                  </a:lnTo>
                  <a:lnTo>
                    <a:pt x="804947" y="1193201"/>
                  </a:lnTo>
                  <a:close/>
                  <a:moveTo>
                    <a:pt x="75255" y="252103"/>
                  </a:moveTo>
                  <a:lnTo>
                    <a:pt x="35818" y="221541"/>
                  </a:lnTo>
                  <a:lnTo>
                    <a:pt x="75356" y="251927"/>
                  </a:lnTo>
                  <a:close/>
                  <a:moveTo>
                    <a:pt x="75356" y="251927"/>
                  </a:moveTo>
                  <a:lnTo>
                    <a:pt x="35818" y="221541"/>
                  </a:lnTo>
                  <a:lnTo>
                    <a:pt x="75703" y="252103"/>
                  </a:lnTo>
                  <a:close/>
                  <a:moveTo>
                    <a:pt x="1106513" y="1352203"/>
                  </a:moveTo>
                  <a:lnTo>
                    <a:pt x="1024003" y="1353286"/>
                  </a:lnTo>
                  <a:lnTo>
                    <a:pt x="1071501" y="1356198"/>
                  </a:lnTo>
                  <a:close/>
                  <a:moveTo>
                    <a:pt x="312958" y="441574"/>
                  </a:moveTo>
                  <a:lnTo>
                    <a:pt x="327539" y="387278"/>
                  </a:lnTo>
                  <a:lnTo>
                    <a:pt x="297002" y="458249"/>
                  </a:lnTo>
                  <a:close/>
                  <a:moveTo>
                    <a:pt x="297002" y="458249"/>
                  </a:moveTo>
                  <a:lnTo>
                    <a:pt x="327539" y="387278"/>
                  </a:lnTo>
                  <a:lnTo>
                    <a:pt x="316233" y="382618"/>
                  </a:lnTo>
                  <a:close/>
                  <a:moveTo>
                    <a:pt x="297002" y="458249"/>
                  </a:moveTo>
                  <a:lnTo>
                    <a:pt x="316233" y="382618"/>
                  </a:lnTo>
                  <a:lnTo>
                    <a:pt x="307624" y="434155"/>
                  </a:lnTo>
                  <a:close/>
                  <a:moveTo>
                    <a:pt x="316233" y="382618"/>
                  </a:moveTo>
                  <a:lnTo>
                    <a:pt x="327539" y="387278"/>
                  </a:lnTo>
                  <a:lnTo>
                    <a:pt x="327810" y="362205"/>
                  </a:lnTo>
                  <a:close/>
                  <a:moveTo>
                    <a:pt x="75255" y="252103"/>
                  </a:moveTo>
                  <a:lnTo>
                    <a:pt x="75356" y="251927"/>
                  </a:lnTo>
                  <a:lnTo>
                    <a:pt x="98609" y="203969"/>
                  </a:lnTo>
                  <a:close/>
                  <a:moveTo>
                    <a:pt x="75356" y="251927"/>
                  </a:moveTo>
                  <a:lnTo>
                    <a:pt x="75703" y="252103"/>
                  </a:lnTo>
                  <a:lnTo>
                    <a:pt x="98609" y="203969"/>
                  </a:lnTo>
                  <a:close/>
                  <a:moveTo>
                    <a:pt x="98609" y="203969"/>
                  </a:moveTo>
                  <a:lnTo>
                    <a:pt x="75703" y="252103"/>
                  </a:lnTo>
                  <a:lnTo>
                    <a:pt x="115509" y="194736"/>
                  </a:lnTo>
                  <a:close/>
                  <a:moveTo>
                    <a:pt x="115509" y="194736"/>
                  </a:moveTo>
                  <a:lnTo>
                    <a:pt x="108115" y="176472"/>
                  </a:lnTo>
                  <a:lnTo>
                    <a:pt x="98609" y="203969"/>
                  </a:lnTo>
                  <a:close/>
                  <a:moveTo>
                    <a:pt x="146087" y="124936"/>
                  </a:moveTo>
                  <a:lnTo>
                    <a:pt x="128103" y="139564"/>
                  </a:lnTo>
                  <a:lnTo>
                    <a:pt x="126851" y="200566"/>
                  </a:lnTo>
                  <a:close/>
                  <a:moveTo>
                    <a:pt x="108115" y="176472"/>
                  </a:moveTo>
                  <a:lnTo>
                    <a:pt x="115509" y="194736"/>
                  </a:lnTo>
                  <a:lnTo>
                    <a:pt x="128103" y="139564"/>
                  </a:lnTo>
                  <a:close/>
                  <a:moveTo>
                    <a:pt x="1180245" y="1337720"/>
                  </a:moveTo>
                  <a:lnTo>
                    <a:pt x="1162169" y="1385613"/>
                  </a:lnTo>
                  <a:lnTo>
                    <a:pt x="1186057" y="1340027"/>
                  </a:lnTo>
                  <a:close/>
                  <a:moveTo>
                    <a:pt x="1180245" y="1337720"/>
                  </a:moveTo>
                  <a:lnTo>
                    <a:pt x="1123296" y="1361814"/>
                  </a:lnTo>
                  <a:lnTo>
                    <a:pt x="1162169" y="1385613"/>
                  </a:lnTo>
                  <a:close/>
                  <a:moveTo>
                    <a:pt x="1123296" y="1361814"/>
                  </a:moveTo>
                  <a:lnTo>
                    <a:pt x="1180245" y="1337720"/>
                  </a:lnTo>
                  <a:lnTo>
                    <a:pt x="1106513" y="1352203"/>
                  </a:lnTo>
                  <a:close/>
                  <a:moveTo>
                    <a:pt x="1180245" y="1337720"/>
                  </a:moveTo>
                  <a:lnTo>
                    <a:pt x="1135287" y="1324885"/>
                  </a:lnTo>
                  <a:lnTo>
                    <a:pt x="1106513" y="1352203"/>
                  </a:lnTo>
                  <a:close/>
                  <a:moveTo>
                    <a:pt x="1186057" y="1340027"/>
                  </a:moveTo>
                  <a:lnTo>
                    <a:pt x="1208497" y="1384147"/>
                  </a:lnTo>
                  <a:lnTo>
                    <a:pt x="1197006" y="1337720"/>
                  </a:lnTo>
                  <a:close/>
                  <a:moveTo>
                    <a:pt x="1162169" y="1385613"/>
                  </a:moveTo>
                  <a:lnTo>
                    <a:pt x="1208497" y="1384147"/>
                  </a:lnTo>
                  <a:lnTo>
                    <a:pt x="1186057" y="1340027"/>
                  </a:lnTo>
                  <a:close/>
                  <a:moveTo>
                    <a:pt x="642329" y="722487"/>
                  </a:moveTo>
                  <a:lnTo>
                    <a:pt x="672286" y="736116"/>
                  </a:lnTo>
                  <a:lnTo>
                    <a:pt x="641664" y="702044"/>
                  </a:lnTo>
                  <a:close/>
                  <a:moveTo>
                    <a:pt x="336096" y="317578"/>
                  </a:moveTo>
                  <a:lnTo>
                    <a:pt x="316233" y="382618"/>
                  </a:lnTo>
                  <a:lnTo>
                    <a:pt x="327810" y="362205"/>
                  </a:lnTo>
                  <a:close/>
                  <a:moveTo>
                    <a:pt x="336096" y="317578"/>
                  </a:moveTo>
                  <a:lnTo>
                    <a:pt x="327810" y="362205"/>
                  </a:lnTo>
                  <a:lnTo>
                    <a:pt x="338085" y="331082"/>
                  </a:lnTo>
                  <a:close/>
                  <a:moveTo>
                    <a:pt x="336096" y="317578"/>
                  </a:moveTo>
                  <a:lnTo>
                    <a:pt x="359293" y="305240"/>
                  </a:lnTo>
                  <a:lnTo>
                    <a:pt x="346928" y="298782"/>
                  </a:lnTo>
                  <a:close/>
                  <a:moveTo>
                    <a:pt x="143882" y="108927"/>
                  </a:moveTo>
                  <a:lnTo>
                    <a:pt x="108115" y="176472"/>
                  </a:lnTo>
                  <a:lnTo>
                    <a:pt x="128103" y="139564"/>
                  </a:lnTo>
                  <a:close/>
                  <a:moveTo>
                    <a:pt x="128103" y="139564"/>
                  </a:moveTo>
                  <a:lnTo>
                    <a:pt x="146087" y="124936"/>
                  </a:lnTo>
                  <a:lnTo>
                    <a:pt x="143882" y="108927"/>
                  </a:lnTo>
                  <a:close/>
                  <a:moveTo>
                    <a:pt x="187173" y="111714"/>
                  </a:moveTo>
                  <a:lnTo>
                    <a:pt x="170244" y="100841"/>
                  </a:lnTo>
                  <a:lnTo>
                    <a:pt x="167445" y="111982"/>
                  </a:lnTo>
                  <a:close/>
                  <a:moveTo>
                    <a:pt x="143882" y="108927"/>
                  </a:moveTo>
                  <a:lnTo>
                    <a:pt x="146087" y="124936"/>
                  </a:lnTo>
                  <a:lnTo>
                    <a:pt x="167445" y="111982"/>
                  </a:lnTo>
                  <a:close/>
                  <a:moveTo>
                    <a:pt x="253223" y="123115"/>
                  </a:moveTo>
                  <a:lnTo>
                    <a:pt x="203575" y="112164"/>
                  </a:lnTo>
                  <a:lnTo>
                    <a:pt x="187173" y="111714"/>
                  </a:lnTo>
                  <a:close/>
                  <a:moveTo>
                    <a:pt x="961466" y="1024351"/>
                  </a:moveTo>
                  <a:lnTo>
                    <a:pt x="1008903" y="1027031"/>
                  </a:lnTo>
                  <a:lnTo>
                    <a:pt x="987390" y="1008327"/>
                  </a:lnTo>
                  <a:close/>
                  <a:moveTo>
                    <a:pt x="849601" y="856155"/>
                  </a:moveTo>
                  <a:lnTo>
                    <a:pt x="788801" y="902813"/>
                  </a:lnTo>
                  <a:lnTo>
                    <a:pt x="834444" y="898790"/>
                  </a:lnTo>
                  <a:close/>
                  <a:moveTo>
                    <a:pt x="834444" y="898790"/>
                  </a:moveTo>
                  <a:lnTo>
                    <a:pt x="849116" y="873890"/>
                  </a:lnTo>
                  <a:lnTo>
                    <a:pt x="849601" y="856155"/>
                  </a:lnTo>
                  <a:close/>
                  <a:moveTo>
                    <a:pt x="679529" y="668941"/>
                  </a:moveTo>
                  <a:lnTo>
                    <a:pt x="679725" y="667325"/>
                  </a:lnTo>
                  <a:lnTo>
                    <a:pt x="667789" y="664823"/>
                  </a:lnTo>
                  <a:close/>
                  <a:moveTo>
                    <a:pt x="641664" y="702044"/>
                  </a:moveTo>
                  <a:lnTo>
                    <a:pt x="679529" y="668941"/>
                  </a:lnTo>
                  <a:lnTo>
                    <a:pt x="667789" y="664823"/>
                  </a:lnTo>
                  <a:close/>
                  <a:moveTo>
                    <a:pt x="679725" y="667325"/>
                  </a:moveTo>
                  <a:lnTo>
                    <a:pt x="720052" y="609778"/>
                  </a:lnTo>
                  <a:lnTo>
                    <a:pt x="686830" y="598806"/>
                  </a:lnTo>
                  <a:close/>
                  <a:moveTo>
                    <a:pt x="354098" y="240200"/>
                  </a:moveTo>
                  <a:lnTo>
                    <a:pt x="346928" y="298782"/>
                  </a:lnTo>
                  <a:lnTo>
                    <a:pt x="369046" y="255451"/>
                  </a:lnTo>
                  <a:close/>
                  <a:moveTo>
                    <a:pt x="354098" y="240200"/>
                  </a:moveTo>
                  <a:lnTo>
                    <a:pt x="369046" y="255451"/>
                  </a:lnTo>
                  <a:lnTo>
                    <a:pt x="357902" y="204913"/>
                  </a:lnTo>
                  <a:close/>
                  <a:moveTo>
                    <a:pt x="357902" y="204913"/>
                  </a:moveTo>
                  <a:lnTo>
                    <a:pt x="369046" y="255451"/>
                  </a:lnTo>
                  <a:lnTo>
                    <a:pt x="375107" y="229463"/>
                  </a:lnTo>
                  <a:close/>
                  <a:moveTo>
                    <a:pt x="1177324" y="1037578"/>
                  </a:moveTo>
                  <a:lnTo>
                    <a:pt x="1206600" y="1044785"/>
                  </a:lnTo>
                  <a:lnTo>
                    <a:pt x="1181369" y="1031849"/>
                  </a:lnTo>
                  <a:close/>
                  <a:moveTo>
                    <a:pt x="855396" y="842223"/>
                  </a:moveTo>
                  <a:lnTo>
                    <a:pt x="897963" y="826700"/>
                  </a:lnTo>
                  <a:lnTo>
                    <a:pt x="929721" y="810538"/>
                  </a:lnTo>
                  <a:close/>
                  <a:moveTo>
                    <a:pt x="804808" y="518184"/>
                  </a:moveTo>
                  <a:lnTo>
                    <a:pt x="864337" y="568020"/>
                  </a:lnTo>
                  <a:lnTo>
                    <a:pt x="839774" y="550429"/>
                  </a:lnTo>
                  <a:close/>
                  <a:moveTo>
                    <a:pt x="450352" y="106092"/>
                  </a:moveTo>
                  <a:lnTo>
                    <a:pt x="462014" y="155727"/>
                  </a:lnTo>
                  <a:lnTo>
                    <a:pt x="469457" y="137745"/>
                  </a:lnTo>
                  <a:close/>
                  <a:moveTo>
                    <a:pt x="450352" y="106092"/>
                  </a:moveTo>
                  <a:lnTo>
                    <a:pt x="469457" y="137745"/>
                  </a:lnTo>
                  <a:lnTo>
                    <a:pt x="491573" y="85533"/>
                  </a:lnTo>
                  <a:close/>
                  <a:moveTo>
                    <a:pt x="494952" y="76166"/>
                  </a:moveTo>
                  <a:lnTo>
                    <a:pt x="491573" y="85533"/>
                  </a:lnTo>
                  <a:lnTo>
                    <a:pt x="497513" y="80096"/>
                  </a:lnTo>
                  <a:close/>
                  <a:moveTo>
                    <a:pt x="508452" y="13744"/>
                  </a:moveTo>
                  <a:lnTo>
                    <a:pt x="497513" y="80096"/>
                  </a:lnTo>
                  <a:lnTo>
                    <a:pt x="525716" y="38512"/>
                  </a:lnTo>
                  <a:close/>
                  <a:moveTo>
                    <a:pt x="508452" y="13744"/>
                  </a:moveTo>
                  <a:lnTo>
                    <a:pt x="525716" y="38512"/>
                  </a:lnTo>
                  <a:lnTo>
                    <a:pt x="554438" y="11000"/>
                  </a:lnTo>
                  <a:close/>
                  <a:moveTo>
                    <a:pt x="848689" y="277550"/>
                  </a:moveTo>
                  <a:lnTo>
                    <a:pt x="770555" y="294995"/>
                  </a:lnTo>
                  <a:lnTo>
                    <a:pt x="818700" y="300323"/>
                  </a:lnTo>
                  <a:close/>
                  <a:moveTo>
                    <a:pt x="558183" y="0"/>
                  </a:moveTo>
                  <a:lnTo>
                    <a:pt x="508452" y="13744"/>
                  </a:lnTo>
                  <a:lnTo>
                    <a:pt x="554438" y="11000"/>
                  </a:lnTo>
                  <a:close/>
                  <a:moveTo>
                    <a:pt x="558183" y="0"/>
                  </a:moveTo>
                  <a:lnTo>
                    <a:pt x="554438" y="11000"/>
                  </a:lnTo>
                  <a:lnTo>
                    <a:pt x="561152" y="4466"/>
                  </a:lnTo>
                  <a:close/>
                  <a:moveTo>
                    <a:pt x="894283" y="273342"/>
                  </a:moveTo>
                  <a:lnTo>
                    <a:pt x="911682" y="216237"/>
                  </a:lnTo>
                  <a:lnTo>
                    <a:pt x="869489" y="220419"/>
                  </a:lnTo>
                  <a:close/>
                  <a:moveTo>
                    <a:pt x="848689" y="277550"/>
                  </a:moveTo>
                  <a:lnTo>
                    <a:pt x="894283" y="273342"/>
                  </a:lnTo>
                  <a:lnTo>
                    <a:pt x="869489" y="220419"/>
                  </a:lnTo>
                  <a:close/>
                  <a:moveTo>
                    <a:pt x="915528" y="238055"/>
                  </a:moveTo>
                  <a:lnTo>
                    <a:pt x="908188" y="190432"/>
                  </a:lnTo>
                  <a:lnTo>
                    <a:pt x="911682" y="216237"/>
                  </a:lnTo>
                  <a:close/>
                  <a:moveTo>
                    <a:pt x="914514" y="162424"/>
                  </a:moveTo>
                  <a:lnTo>
                    <a:pt x="908188" y="190432"/>
                  </a:lnTo>
                  <a:lnTo>
                    <a:pt x="915528" y="238055"/>
                  </a:lnTo>
                  <a:close/>
                  <a:moveTo>
                    <a:pt x="922422" y="108750"/>
                  </a:moveTo>
                  <a:lnTo>
                    <a:pt x="914514" y="162424"/>
                  </a:lnTo>
                  <a:lnTo>
                    <a:pt x="942638" y="144557"/>
                  </a:lnTo>
                  <a:close/>
                  <a:moveTo>
                    <a:pt x="922422" y="108750"/>
                  </a:moveTo>
                  <a:lnTo>
                    <a:pt x="942638" y="144557"/>
                  </a:lnTo>
                  <a:lnTo>
                    <a:pt x="971120" y="11614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5" name="Output_density__4244">
              <a:extLst>
                <a:ext uri="{FF2B5EF4-FFF2-40B4-BE49-F238E27FC236}">
                  <a16:creationId xmlns:a16="http://schemas.microsoft.com/office/drawing/2014/main" id="{ABF40857-5D11-1813-EC20-C45A0138C7F2}"/>
                </a:ext>
              </a:extLst>
            </p:cNvPr>
            <p:cNvSpPr>
              <a:spLocks noGrp="1"/>
            </p:cNvSpPr>
            <p:nvPr/>
          </p:nvSpPr>
          <p:spPr>
            <a:xfrm>
              <a:off x="15372555" y="2538180"/>
              <a:ext cx="919340" cy="1916199"/>
            </a:xfrm>
            <a:custGeom>
              <a:avLst/>
              <a:gdLst/>
              <a:ahLst/>
              <a:cxnLst/>
              <a:rect l="0" t="0" r="0" b="0"/>
              <a:pathLst>
                <a:path w="919340" h="1916199">
                  <a:moveTo>
                    <a:pt x="139648" y="1862050"/>
                  </a:moveTo>
                  <a:lnTo>
                    <a:pt x="93609" y="1916199"/>
                  </a:lnTo>
                  <a:lnTo>
                    <a:pt x="142966" y="1892105"/>
                  </a:lnTo>
                  <a:close/>
                  <a:moveTo>
                    <a:pt x="153838" y="1892105"/>
                  </a:moveTo>
                  <a:lnTo>
                    <a:pt x="139648" y="1862050"/>
                  </a:lnTo>
                  <a:lnTo>
                    <a:pt x="154958" y="1886193"/>
                  </a:lnTo>
                  <a:close/>
                  <a:moveTo>
                    <a:pt x="62842" y="1737495"/>
                  </a:moveTo>
                  <a:lnTo>
                    <a:pt x="98744" y="1789032"/>
                  </a:lnTo>
                  <a:lnTo>
                    <a:pt x="142496" y="1764938"/>
                  </a:lnTo>
                  <a:close/>
                  <a:moveTo>
                    <a:pt x="62842" y="1737495"/>
                  </a:moveTo>
                  <a:lnTo>
                    <a:pt x="142496" y="1764938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62842" y="1737495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93142" y="1688171"/>
                  </a:lnTo>
                  <a:lnTo>
                    <a:pt x="62842" y="1737495"/>
                  </a:lnTo>
                  <a:close/>
                  <a:moveTo>
                    <a:pt x="127699" y="1682473"/>
                  </a:moveTo>
                  <a:lnTo>
                    <a:pt x="131562" y="1661865"/>
                  </a:lnTo>
                  <a:lnTo>
                    <a:pt x="95858" y="1685959"/>
                  </a:lnTo>
                  <a:close/>
                  <a:moveTo>
                    <a:pt x="127699" y="1682473"/>
                  </a:moveTo>
                  <a:lnTo>
                    <a:pt x="121362" y="1713401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1514" y="1686270"/>
                  </a:lnTo>
                  <a:lnTo>
                    <a:pt x="145355" y="1705772"/>
                  </a:lnTo>
                  <a:close/>
                  <a:moveTo>
                    <a:pt x="145355" y="1705772"/>
                  </a:moveTo>
                  <a:lnTo>
                    <a:pt x="211514" y="1686270"/>
                  </a:lnTo>
                  <a:lnTo>
                    <a:pt x="131562" y="1661865"/>
                  </a:lnTo>
                  <a:close/>
                  <a:moveTo>
                    <a:pt x="131562" y="1661865"/>
                  </a:moveTo>
                  <a:lnTo>
                    <a:pt x="211514" y="1686270"/>
                  </a:lnTo>
                  <a:lnTo>
                    <a:pt x="189910" y="1637771"/>
                  </a:lnTo>
                  <a:close/>
                  <a:moveTo>
                    <a:pt x="131562" y="1661865"/>
                  </a:moveTo>
                  <a:lnTo>
                    <a:pt x="127699" y="1682473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2794" y="1689307"/>
                  </a:lnTo>
                  <a:lnTo>
                    <a:pt x="211514" y="1686270"/>
                  </a:lnTo>
                  <a:close/>
                  <a:moveTo>
                    <a:pt x="211937" y="1689624"/>
                  </a:moveTo>
                  <a:lnTo>
                    <a:pt x="213313" y="1692993"/>
                  </a:lnTo>
                  <a:lnTo>
                    <a:pt x="212794" y="1689307"/>
                  </a:lnTo>
                  <a:close/>
                  <a:moveTo>
                    <a:pt x="132719" y="1610328"/>
                  </a:moveTo>
                  <a:lnTo>
                    <a:pt x="131562" y="1661865"/>
                  </a:lnTo>
                  <a:lnTo>
                    <a:pt x="189910" y="1637771"/>
                  </a:lnTo>
                  <a:close/>
                  <a:moveTo>
                    <a:pt x="132719" y="1610328"/>
                  </a:moveTo>
                  <a:lnTo>
                    <a:pt x="189910" y="1637771"/>
                  </a:lnTo>
                  <a:lnTo>
                    <a:pt x="170193" y="1586234"/>
                  </a:lnTo>
                  <a:close/>
                  <a:moveTo>
                    <a:pt x="176998" y="1557218"/>
                  </a:moveTo>
                  <a:lnTo>
                    <a:pt x="132719" y="1610328"/>
                  </a:lnTo>
                  <a:lnTo>
                    <a:pt x="170193" y="1586234"/>
                  </a:lnTo>
                  <a:close/>
                  <a:moveTo>
                    <a:pt x="210026" y="1628435"/>
                  </a:moveTo>
                  <a:lnTo>
                    <a:pt x="211514" y="1686270"/>
                  </a:lnTo>
                  <a:lnTo>
                    <a:pt x="249046" y="1613677"/>
                  </a:lnTo>
                  <a:close/>
                  <a:moveTo>
                    <a:pt x="249046" y="1613677"/>
                  </a:moveTo>
                  <a:lnTo>
                    <a:pt x="211514" y="1686270"/>
                  </a:lnTo>
                  <a:lnTo>
                    <a:pt x="212794" y="1689307"/>
                  </a:lnTo>
                  <a:close/>
                  <a:moveTo>
                    <a:pt x="189910" y="1637771"/>
                  </a:moveTo>
                  <a:lnTo>
                    <a:pt x="211514" y="1686270"/>
                  </a:lnTo>
                  <a:lnTo>
                    <a:pt x="210026" y="1628435"/>
                  </a:lnTo>
                  <a:close/>
                  <a:moveTo>
                    <a:pt x="170193" y="1586234"/>
                  </a:moveTo>
                  <a:lnTo>
                    <a:pt x="210026" y="1628435"/>
                  </a:lnTo>
                  <a:lnTo>
                    <a:pt x="206008" y="1568958"/>
                  </a:lnTo>
                  <a:close/>
                  <a:moveTo>
                    <a:pt x="170193" y="1586234"/>
                  </a:moveTo>
                  <a:lnTo>
                    <a:pt x="189910" y="1637771"/>
                  </a:lnTo>
                  <a:lnTo>
                    <a:pt x="210026" y="1628435"/>
                  </a:lnTo>
                  <a:close/>
                  <a:moveTo>
                    <a:pt x="210026" y="1628435"/>
                  </a:moveTo>
                  <a:lnTo>
                    <a:pt x="243473" y="1576482"/>
                  </a:lnTo>
                  <a:lnTo>
                    <a:pt x="206008" y="1568958"/>
                  </a:lnTo>
                  <a:close/>
                  <a:moveTo>
                    <a:pt x="176998" y="1557218"/>
                  </a:moveTo>
                  <a:lnTo>
                    <a:pt x="170193" y="1586234"/>
                  </a:lnTo>
                  <a:lnTo>
                    <a:pt x="206008" y="1568958"/>
                  </a:lnTo>
                  <a:close/>
                  <a:moveTo>
                    <a:pt x="206008" y="1568958"/>
                  </a:moveTo>
                  <a:lnTo>
                    <a:pt x="224342" y="1559553"/>
                  </a:lnTo>
                  <a:lnTo>
                    <a:pt x="176998" y="1557218"/>
                  </a:lnTo>
                  <a:close/>
                  <a:moveTo>
                    <a:pt x="206008" y="1568958"/>
                  </a:moveTo>
                  <a:lnTo>
                    <a:pt x="243473" y="1576482"/>
                  </a:lnTo>
                  <a:lnTo>
                    <a:pt x="224342" y="1559553"/>
                  </a:lnTo>
                  <a:close/>
                  <a:moveTo>
                    <a:pt x="291418" y="1405642"/>
                  </a:moveTo>
                  <a:lnTo>
                    <a:pt x="257145" y="1412398"/>
                  </a:lnTo>
                  <a:lnTo>
                    <a:pt x="234738" y="1434973"/>
                  </a:lnTo>
                  <a:close/>
                  <a:moveTo>
                    <a:pt x="295711" y="1408528"/>
                  </a:moveTo>
                  <a:lnTo>
                    <a:pt x="332469" y="1384444"/>
                  </a:lnTo>
                  <a:lnTo>
                    <a:pt x="291418" y="1405642"/>
                  </a:lnTo>
                  <a:close/>
                  <a:moveTo>
                    <a:pt x="118439" y="1026029"/>
                  </a:moveTo>
                  <a:lnTo>
                    <a:pt x="85788" y="1101660"/>
                  </a:lnTo>
                  <a:lnTo>
                    <a:pt x="128043" y="1077566"/>
                  </a:lnTo>
                  <a:close/>
                  <a:moveTo>
                    <a:pt x="106686" y="984295"/>
                  </a:moveTo>
                  <a:lnTo>
                    <a:pt x="127060" y="1005587"/>
                  </a:lnTo>
                  <a:lnTo>
                    <a:pt x="130243" y="974493"/>
                  </a:lnTo>
                  <a:close/>
                  <a:moveTo>
                    <a:pt x="317604" y="1177740"/>
                  </a:moveTo>
                  <a:lnTo>
                    <a:pt x="309624" y="1180639"/>
                  </a:lnTo>
                  <a:lnTo>
                    <a:pt x="349431" y="1178065"/>
                  </a:lnTo>
                  <a:close/>
                  <a:moveTo>
                    <a:pt x="376688" y="1105299"/>
                  </a:moveTo>
                  <a:lnTo>
                    <a:pt x="310923" y="1168988"/>
                  </a:lnTo>
                  <a:lnTo>
                    <a:pt x="364688" y="1156545"/>
                  </a:lnTo>
                  <a:close/>
                  <a:moveTo>
                    <a:pt x="364688" y="1156545"/>
                  </a:moveTo>
                  <a:lnTo>
                    <a:pt x="310923" y="1168988"/>
                  </a:lnTo>
                  <a:lnTo>
                    <a:pt x="317604" y="1177740"/>
                  </a:lnTo>
                  <a:close/>
                  <a:moveTo>
                    <a:pt x="317604" y="1177740"/>
                  </a:moveTo>
                  <a:lnTo>
                    <a:pt x="349431" y="1178065"/>
                  </a:lnTo>
                  <a:lnTo>
                    <a:pt x="364688" y="1156545"/>
                  </a:lnTo>
                  <a:close/>
                  <a:moveTo>
                    <a:pt x="118439" y="1026029"/>
                  </a:moveTo>
                  <a:lnTo>
                    <a:pt x="160107" y="1003607"/>
                  </a:lnTo>
                  <a:lnTo>
                    <a:pt x="127060" y="1005587"/>
                  </a:lnTo>
                  <a:close/>
                  <a:moveTo>
                    <a:pt x="130243" y="974493"/>
                  </a:moveTo>
                  <a:lnTo>
                    <a:pt x="127060" y="1005587"/>
                  </a:lnTo>
                  <a:lnTo>
                    <a:pt x="162798" y="1001935"/>
                  </a:lnTo>
                  <a:close/>
                  <a:moveTo>
                    <a:pt x="364688" y="1156545"/>
                  </a:moveTo>
                  <a:lnTo>
                    <a:pt x="376830" y="1104830"/>
                  </a:lnTo>
                  <a:lnTo>
                    <a:pt x="376688" y="1105299"/>
                  </a:lnTo>
                  <a:close/>
                  <a:moveTo>
                    <a:pt x="310593" y="869726"/>
                  </a:moveTo>
                  <a:lnTo>
                    <a:pt x="305927" y="880509"/>
                  </a:lnTo>
                  <a:lnTo>
                    <a:pt x="341257" y="850674"/>
                  </a:lnTo>
                  <a:close/>
                  <a:moveTo>
                    <a:pt x="164179" y="644528"/>
                  </a:moveTo>
                  <a:lnTo>
                    <a:pt x="147258" y="700339"/>
                  </a:lnTo>
                  <a:lnTo>
                    <a:pt x="156708" y="696064"/>
                  </a:lnTo>
                  <a:close/>
                  <a:moveTo>
                    <a:pt x="164179" y="644528"/>
                  </a:moveTo>
                  <a:lnTo>
                    <a:pt x="156708" y="696064"/>
                  </a:lnTo>
                  <a:lnTo>
                    <a:pt x="196101" y="620434"/>
                  </a:lnTo>
                  <a:close/>
                  <a:moveTo>
                    <a:pt x="210179" y="602077"/>
                  </a:moveTo>
                  <a:lnTo>
                    <a:pt x="164179" y="644528"/>
                  </a:lnTo>
                  <a:lnTo>
                    <a:pt x="196101" y="620434"/>
                  </a:lnTo>
                  <a:close/>
                  <a:moveTo>
                    <a:pt x="753900" y="1111706"/>
                  </a:moveTo>
                  <a:lnTo>
                    <a:pt x="757461" y="1173523"/>
                  </a:lnTo>
                  <a:lnTo>
                    <a:pt x="757842" y="1117387"/>
                  </a:lnTo>
                  <a:close/>
                  <a:moveTo>
                    <a:pt x="715992" y="1187336"/>
                  </a:moveTo>
                  <a:lnTo>
                    <a:pt x="757461" y="1173523"/>
                  </a:lnTo>
                  <a:lnTo>
                    <a:pt x="753900" y="1111706"/>
                  </a:lnTo>
                  <a:close/>
                  <a:moveTo>
                    <a:pt x="706496" y="1135800"/>
                  </a:moveTo>
                  <a:lnTo>
                    <a:pt x="715992" y="1187336"/>
                  </a:lnTo>
                  <a:lnTo>
                    <a:pt x="753900" y="1111706"/>
                  </a:lnTo>
                  <a:close/>
                  <a:moveTo>
                    <a:pt x="757461" y="1173523"/>
                  </a:moveTo>
                  <a:lnTo>
                    <a:pt x="785633" y="1163242"/>
                  </a:lnTo>
                  <a:lnTo>
                    <a:pt x="757842" y="1117387"/>
                  </a:lnTo>
                  <a:close/>
                  <a:moveTo>
                    <a:pt x="755192" y="1107479"/>
                  </a:moveTo>
                  <a:lnTo>
                    <a:pt x="706496" y="1135800"/>
                  </a:lnTo>
                  <a:lnTo>
                    <a:pt x="753900" y="1111706"/>
                  </a:lnTo>
                  <a:close/>
                  <a:moveTo>
                    <a:pt x="755192" y="1107479"/>
                  </a:moveTo>
                  <a:lnTo>
                    <a:pt x="718054" y="1103525"/>
                  </a:lnTo>
                  <a:lnTo>
                    <a:pt x="706496" y="1135800"/>
                  </a:lnTo>
                  <a:close/>
                  <a:moveTo>
                    <a:pt x="760855" y="1108021"/>
                  </a:moveTo>
                  <a:lnTo>
                    <a:pt x="757842" y="1117387"/>
                  </a:lnTo>
                  <a:lnTo>
                    <a:pt x="807404" y="1087612"/>
                  </a:lnTo>
                  <a:close/>
                  <a:moveTo>
                    <a:pt x="757842" y="1117387"/>
                  </a:moveTo>
                  <a:lnTo>
                    <a:pt x="785633" y="1163242"/>
                  </a:lnTo>
                  <a:lnTo>
                    <a:pt x="807404" y="1087612"/>
                  </a:lnTo>
                  <a:close/>
                  <a:moveTo>
                    <a:pt x="753900" y="1111706"/>
                  </a:moveTo>
                  <a:lnTo>
                    <a:pt x="757842" y="1117387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53900" y="1111706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60855" y="1108021"/>
                  </a:lnTo>
                  <a:lnTo>
                    <a:pt x="773448" y="1060169"/>
                  </a:lnTo>
                  <a:close/>
                  <a:moveTo>
                    <a:pt x="773448" y="1060169"/>
                  </a:moveTo>
                  <a:lnTo>
                    <a:pt x="760855" y="1108021"/>
                  </a:lnTo>
                  <a:lnTo>
                    <a:pt x="807404" y="1087612"/>
                  </a:lnTo>
                  <a:close/>
                  <a:moveTo>
                    <a:pt x="910706" y="1190685"/>
                  </a:moveTo>
                  <a:lnTo>
                    <a:pt x="895077" y="1137608"/>
                  </a:lnTo>
                  <a:lnTo>
                    <a:pt x="898686" y="1159727"/>
                  </a:lnTo>
                  <a:close/>
                  <a:moveTo>
                    <a:pt x="884369" y="1139149"/>
                  </a:moveTo>
                  <a:lnTo>
                    <a:pt x="898686" y="1159727"/>
                  </a:lnTo>
                  <a:lnTo>
                    <a:pt x="895077" y="1137608"/>
                  </a:lnTo>
                  <a:close/>
                  <a:moveTo>
                    <a:pt x="891388" y="1132437"/>
                  </a:moveTo>
                  <a:lnTo>
                    <a:pt x="884369" y="1139149"/>
                  </a:lnTo>
                  <a:lnTo>
                    <a:pt x="895077" y="1137608"/>
                  </a:lnTo>
                  <a:close/>
                  <a:moveTo>
                    <a:pt x="842610" y="989843"/>
                  </a:moveTo>
                  <a:lnTo>
                    <a:pt x="816639" y="1027640"/>
                  </a:lnTo>
                  <a:lnTo>
                    <a:pt x="810901" y="1036075"/>
                  </a:lnTo>
                  <a:close/>
                  <a:moveTo>
                    <a:pt x="380816" y="469173"/>
                  </a:moveTo>
                  <a:lnTo>
                    <a:pt x="403449" y="518503"/>
                  </a:lnTo>
                  <a:lnTo>
                    <a:pt x="392606" y="464576"/>
                  </a:lnTo>
                  <a:close/>
                  <a:moveTo>
                    <a:pt x="385267" y="462877"/>
                  </a:moveTo>
                  <a:lnTo>
                    <a:pt x="380816" y="469173"/>
                  </a:lnTo>
                  <a:lnTo>
                    <a:pt x="392606" y="464576"/>
                  </a:lnTo>
                  <a:close/>
                  <a:moveTo>
                    <a:pt x="63838" y="40004"/>
                  </a:moveTo>
                  <a:lnTo>
                    <a:pt x="10036" y="56880"/>
                  </a:lnTo>
                  <a:lnTo>
                    <a:pt x="79192" y="56992"/>
                  </a:lnTo>
                  <a:close/>
                  <a:moveTo>
                    <a:pt x="10036" y="56880"/>
                  </a:moveTo>
                  <a:lnTo>
                    <a:pt x="0" y="70485"/>
                  </a:lnTo>
                  <a:lnTo>
                    <a:pt x="79192" y="56992"/>
                  </a:lnTo>
                  <a:close/>
                  <a:moveTo>
                    <a:pt x="113553" y="10786"/>
                  </a:moveTo>
                  <a:lnTo>
                    <a:pt x="63838" y="40004"/>
                  </a:lnTo>
                  <a:lnTo>
                    <a:pt x="92095" y="32786"/>
                  </a:lnTo>
                  <a:close/>
                  <a:moveTo>
                    <a:pt x="37531" y="36131"/>
                  </a:moveTo>
                  <a:lnTo>
                    <a:pt x="63838" y="40004"/>
                  </a:lnTo>
                  <a:lnTo>
                    <a:pt x="113553" y="10786"/>
                  </a:lnTo>
                  <a:close/>
                  <a:moveTo>
                    <a:pt x="63838" y="40004"/>
                  </a:moveTo>
                  <a:lnTo>
                    <a:pt x="79192" y="56992"/>
                  </a:lnTo>
                  <a:lnTo>
                    <a:pt x="92095" y="32786"/>
                  </a:lnTo>
                  <a:close/>
                  <a:moveTo>
                    <a:pt x="146748" y="0"/>
                  </a:moveTo>
                  <a:lnTo>
                    <a:pt x="92095" y="32786"/>
                  </a:lnTo>
                  <a:lnTo>
                    <a:pt x="140334" y="8692"/>
                  </a:lnTo>
                  <a:close/>
                  <a:moveTo>
                    <a:pt x="146748" y="0"/>
                  </a:moveTo>
                  <a:lnTo>
                    <a:pt x="113553" y="10786"/>
                  </a:lnTo>
                  <a:lnTo>
                    <a:pt x="92095" y="32786"/>
                  </a:lnTo>
                  <a:close/>
                  <a:moveTo>
                    <a:pt x="908935" y="928246"/>
                  </a:moveTo>
                  <a:lnTo>
                    <a:pt x="908475" y="936351"/>
                  </a:lnTo>
                  <a:lnTo>
                    <a:pt x="913478" y="934420"/>
                  </a:lnTo>
                  <a:close/>
                  <a:moveTo>
                    <a:pt x="919340" y="936351"/>
                  </a:moveTo>
                  <a:lnTo>
                    <a:pt x="908935" y="928246"/>
                  </a:lnTo>
                  <a:lnTo>
                    <a:pt x="913478" y="934420"/>
                  </a:lnTo>
                  <a:close/>
                  <a:moveTo>
                    <a:pt x="678623" y="456279"/>
                  </a:moveTo>
                  <a:lnTo>
                    <a:pt x="664531" y="499964"/>
                  </a:lnTo>
                  <a:lnTo>
                    <a:pt x="718054" y="477407"/>
                  </a:lnTo>
                  <a:close/>
                  <a:moveTo>
                    <a:pt x="761634" y="457066"/>
                  </a:moveTo>
                  <a:lnTo>
                    <a:pt x="678623" y="456279"/>
                  </a:lnTo>
                  <a:lnTo>
                    <a:pt x="728373" y="475870"/>
                  </a:lnTo>
                  <a:close/>
                  <a:moveTo>
                    <a:pt x="812168" y="414116"/>
                  </a:moveTo>
                  <a:lnTo>
                    <a:pt x="789226" y="424334"/>
                  </a:lnTo>
                  <a:lnTo>
                    <a:pt x="831340" y="408107"/>
                  </a:lnTo>
                  <a:close/>
                  <a:moveTo>
                    <a:pt x="831340" y="408107"/>
                  </a:moveTo>
                  <a:lnTo>
                    <a:pt x="789226" y="424334"/>
                  </a:lnTo>
                  <a:lnTo>
                    <a:pt x="761634" y="457066"/>
                  </a:lnTo>
                  <a:close/>
                  <a:moveTo>
                    <a:pt x="831340" y="408107"/>
                  </a:moveTo>
                  <a:lnTo>
                    <a:pt x="761634" y="457066"/>
                  </a:lnTo>
                  <a:lnTo>
                    <a:pt x="793152" y="440007"/>
                  </a:lnTo>
                  <a:close/>
                  <a:moveTo>
                    <a:pt x="796766" y="413741"/>
                  </a:moveTo>
                  <a:lnTo>
                    <a:pt x="789226" y="424334"/>
                  </a:lnTo>
                  <a:lnTo>
                    <a:pt x="812168" y="41411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46" name="Output_density__4245">
              <a:extLst>
                <a:ext uri="{FF2B5EF4-FFF2-40B4-BE49-F238E27FC236}">
                  <a16:creationId xmlns:a16="http://schemas.microsoft.com/office/drawing/2014/main" id="{B7AA0EA6-3B8B-DDAB-9DF4-665565D71164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468539" cy="2367960"/>
            </a:xfrm>
            <a:custGeom>
              <a:avLst/>
              <a:gdLst/>
              <a:ahLst/>
              <a:cxnLst/>
              <a:rect l="0" t="0" r="0" b="0"/>
              <a:pathLst>
                <a:path w="1468539" h="2367960">
                  <a:moveTo>
                    <a:pt x="228894" y="2190033"/>
                  </a:moveTo>
                  <a:lnTo>
                    <a:pt x="197924" y="2209139"/>
                  </a:lnTo>
                  <a:lnTo>
                    <a:pt x="182855" y="2244182"/>
                  </a:lnTo>
                  <a:close/>
                  <a:moveTo>
                    <a:pt x="187991" y="2117015"/>
                  </a:moveTo>
                  <a:lnTo>
                    <a:pt x="181053" y="2146061"/>
                  </a:lnTo>
                  <a:lnTo>
                    <a:pt x="221528" y="2162491"/>
                  </a:lnTo>
                  <a:close/>
                  <a:moveTo>
                    <a:pt x="473451" y="2367960"/>
                  </a:moveTo>
                  <a:lnTo>
                    <a:pt x="528670" y="2350604"/>
                  </a:lnTo>
                  <a:lnTo>
                    <a:pt x="486702" y="2320328"/>
                  </a:lnTo>
                  <a:close/>
                  <a:moveTo>
                    <a:pt x="291715" y="2250231"/>
                  </a:moveTo>
                  <a:lnTo>
                    <a:pt x="243084" y="2220088"/>
                  </a:lnTo>
                  <a:lnTo>
                    <a:pt x="244204" y="2214176"/>
                  </a:lnTo>
                  <a:close/>
                  <a:moveTo>
                    <a:pt x="221528" y="2162491"/>
                  </a:moveTo>
                  <a:lnTo>
                    <a:pt x="299170" y="2143206"/>
                  </a:lnTo>
                  <a:lnTo>
                    <a:pt x="245780" y="2118264"/>
                  </a:lnTo>
                  <a:close/>
                  <a:moveTo>
                    <a:pt x="528670" y="2350604"/>
                  </a:moveTo>
                  <a:lnTo>
                    <a:pt x="543636" y="2358515"/>
                  </a:lnTo>
                  <a:lnTo>
                    <a:pt x="546478" y="2346573"/>
                  </a:lnTo>
                  <a:close/>
                  <a:moveTo>
                    <a:pt x="546478" y="2346573"/>
                  </a:moveTo>
                  <a:lnTo>
                    <a:pt x="486702" y="2320328"/>
                  </a:lnTo>
                  <a:lnTo>
                    <a:pt x="528670" y="2350604"/>
                  </a:lnTo>
                  <a:close/>
                  <a:moveTo>
                    <a:pt x="493061" y="2289275"/>
                  </a:moveTo>
                  <a:lnTo>
                    <a:pt x="486702" y="2320328"/>
                  </a:lnTo>
                  <a:lnTo>
                    <a:pt x="546478" y="2346573"/>
                  </a:lnTo>
                  <a:close/>
                  <a:moveTo>
                    <a:pt x="539258" y="2289700"/>
                  </a:moveTo>
                  <a:lnTo>
                    <a:pt x="493061" y="2289275"/>
                  </a:lnTo>
                  <a:lnTo>
                    <a:pt x="546478" y="2346573"/>
                  </a:lnTo>
                  <a:close/>
                  <a:moveTo>
                    <a:pt x="493061" y="2289275"/>
                  </a:moveTo>
                  <a:lnTo>
                    <a:pt x="440680" y="2322934"/>
                  </a:lnTo>
                  <a:lnTo>
                    <a:pt x="486702" y="2320328"/>
                  </a:lnTo>
                  <a:close/>
                  <a:moveTo>
                    <a:pt x="493061" y="2289275"/>
                  </a:moveTo>
                  <a:lnTo>
                    <a:pt x="477451" y="2285740"/>
                  </a:lnTo>
                  <a:lnTo>
                    <a:pt x="426093" y="2242994"/>
                  </a:lnTo>
                  <a:close/>
                  <a:moveTo>
                    <a:pt x="346604" y="1830434"/>
                  </a:moveTo>
                  <a:lnTo>
                    <a:pt x="316988" y="1816530"/>
                  </a:lnTo>
                  <a:lnTo>
                    <a:pt x="323016" y="1786868"/>
                  </a:lnTo>
                  <a:close/>
                  <a:moveTo>
                    <a:pt x="127174" y="1455681"/>
                  </a:moveTo>
                  <a:lnTo>
                    <a:pt x="152100" y="1505273"/>
                  </a:lnTo>
                  <a:lnTo>
                    <a:pt x="136998" y="1481527"/>
                  </a:lnTo>
                  <a:close/>
                  <a:moveTo>
                    <a:pt x="470029" y="1743314"/>
                  </a:moveTo>
                  <a:lnTo>
                    <a:pt x="421715" y="1712427"/>
                  </a:lnTo>
                  <a:lnTo>
                    <a:pt x="465724" y="1738862"/>
                  </a:lnTo>
                  <a:close/>
                  <a:moveTo>
                    <a:pt x="478296" y="1749298"/>
                  </a:moveTo>
                  <a:lnTo>
                    <a:pt x="470029" y="1743314"/>
                  </a:lnTo>
                  <a:lnTo>
                    <a:pt x="465724" y="1738862"/>
                  </a:lnTo>
                  <a:close/>
                  <a:moveTo>
                    <a:pt x="133533" y="1450511"/>
                  </a:moveTo>
                  <a:lnTo>
                    <a:pt x="175035" y="1429643"/>
                  </a:lnTo>
                  <a:lnTo>
                    <a:pt x="150405" y="1396751"/>
                  </a:lnTo>
                  <a:close/>
                  <a:moveTo>
                    <a:pt x="22167" y="1350664"/>
                  </a:moveTo>
                  <a:lnTo>
                    <a:pt x="22281" y="1401974"/>
                  </a:lnTo>
                  <a:lnTo>
                    <a:pt x="30314" y="1332976"/>
                  </a:lnTo>
                  <a:close/>
                  <a:moveTo>
                    <a:pt x="22167" y="1350664"/>
                  </a:moveTo>
                  <a:lnTo>
                    <a:pt x="31404" y="1301183"/>
                  </a:lnTo>
                  <a:lnTo>
                    <a:pt x="34025" y="1275033"/>
                  </a:lnTo>
                  <a:close/>
                  <a:moveTo>
                    <a:pt x="22167" y="1350664"/>
                  </a:moveTo>
                  <a:lnTo>
                    <a:pt x="34025" y="1275033"/>
                  </a:lnTo>
                  <a:lnTo>
                    <a:pt x="23242" y="1299127"/>
                  </a:lnTo>
                  <a:close/>
                  <a:moveTo>
                    <a:pt x="21432" y="1263898"/>
                  </a:moveTo>
                  <a:lnTo>
                    <a:pt x="1816" y="1230659"/>
                  </a:lnTo>
                  <a:lnTo>
                    <a:pt x="34025" y="1275033"/>
                  </a:lnTo>
                  <a:close/>
                  <a:moveTo>
                    <a:pt x="0" y="1223496"/>
                  </a:moveTo>
                  <a:lnTo>
                    <a:pt x="1816" y="1230659"/>
                  </a:lnTo>
                  <a:lnTo>
                    <a:pt x="21432" y="1263898"/>
                  </a:lnTo>
                  <a:close/>
                  <a:moveTo>
                    <a:pt x="4347" y="1200018"/>
                  </a:moveTo>
                  <a:lnTo>
                    <a:pt x="1816" y="1230659"/>
                  </a:lnTo>
                  <a:lnTo>
                    <a:pt x="0" y="1223496"/>
                  </a:lnTo>
                  <a:close/>
                  <a:moveTo>
                    <a:pt x="445923" y="1724930"/>
                  </a:moveTo>
                  <a:lnTo>
                    <a:pt x="478296" y="1749298"/>
                  </a:lnTo>
                  <a:lnTo>
                    <a:pt x="465724" y="1738862"/>
                  </a:lnTo>
                  <a:close/>
                  <a:moveTo>
                    <a:pt x="517364" y="1767574"/>
                  </a:moveTo>
                  <a:lnTo>
                    <a:pt x="478296" y="1749298"/>
                  </a:lnTo>
                  <a:lnTo>
                    <a:pt x="445923" y="1724930"/>
                  </a:lnTo>
                  <a:close/>
                  <a:moveTo>
                    <a:pt x="517364" y="1767574"/>
                  </a:moveTo>
                  <a:lnTo>
                    <a:pt x="508023" y="1738862"/>
                  </a:lnTo>
                  <a:lnTo>
                    <a:pt x="478296" y="1749298"/>
                  </a:lnTo>
                  <a:close/>
                  <a:moveTo>
                    <a:pt x="526093" y="1735717"/>
                  </a:moveTo>
                  <a:lnTo>
                    <a:pt x="508023" y="1738862"/>
                  </a:lnTo>
                  <a:lnTo>
                    <a:pt x="517364" y="1767574"/>
                  </a:lnTo>
                  <a:close/>
                  <a:moveTo>
                    <a:pt x="445923" y="1724930"/>
                  </a:moveTo>
                  <a:lnTo>
                    <a:pt x="465724" y="1738862"/>
                  </a:lnTo>
                  <a:lnTo>
                    <a:pt x="421715" y="1712427"/>
                  </a:lnTo>
                  <a:close/>
                  <a:moveTo>
                    <a:pt x="158227" y="1367692"/>
                  </a:moveTo>
                  <a:lnTo>
                    <a:pt x="150405" y="1396751"/>
                  </a:lnTo>
                  <a:lnTo>
                    <a:pt x="207685" y="1354012"/>
                  </a:lnTo>
                  <a:close/>
                  <a:moveTo>
                    <a:pt x="158227" y="1367692"/>
                  </a:moveTo>
                  <a:lnTo>
                    <a:pt x="195932" y="1312278"/>
                  </a:lnTo>
                  <a:lnTo>
                    <a:pt x="142849" y="1317452"/>
                  </a:lnTo>
                  <a:close/>
                  <a:moveTo>
                    <a:pt x="142849" y="1317452"/>
                  </a:moveTo>
                  <a:lnTo>
                    <a:pt x="172450" y="1268625"/>
                  </a:lnTo>
                  <a:lnTo>
                    <a:pt x="140914" y="1256282"/>
                  </a:lnTo>
                  <a:close/>
                  <a:moveTo>
                    <a:pt x="0" y="1223496"/>
                  </a:moveTo>
                  <a:lnTo>
                    <a:pt x="14572" y="1157545"/>
                  </a:lnTo>
                  <a:lnTo>
                    <a:pt x="4347" y="1200018"/>
                  </a:lnTo>
                  <a:close/>
                  <a:moveTo>
                    <a:pt x="17034" y="1147866"/>
                  </a:moveTo>
                  <a:lnTo>
                    <a:pt x="14572" y="1157545"/>
                  </a:lnTo>
                  <a:lnTo>
                    <a:pt x="0" y="1223496"/>
                  </a:lnTo>
                  <a:close/>
                  <a:moveTo>
                    <a:pt x="399895" y="1511378"/>
                  </a:moveTo>
                  <a:lnTo>
                    <a:pt x="364049" y="1536601"/>
                  </a:lnTo>
                  <a:lnTo>
                    <a:pt x="398870" y="1508622"/>
                  </a:lnTo>
                  <a:close/>
                  <a:moveTo>
                    <a:pt x="218816" y="1226845"/>
                  </a:moveTo>
                  <a:lnTo>
                    <a:pt x="218504" y="1206885"/>
                  </a:lnTo>
                  <a:lnTo>
                    <a:pt x="216802" y="1232569"/>
                  </a:lnTo>
                  <a:close/>
                  <a:moveTo>
                    <a:pt x="232292" y="1278382"/>
                  </a:moveTo>
                  <a:lnTo>
                    <a:pt x="216802" y="1232569"/>
                  </a:lnTo>
                  <a:lnTo>
                    <a:pt x="228190" y="1286053"/>
                  </a:lnTo>
                  <a:close/>
                  <a:moveTo>
                    <a:pt x="232292" y="1278382"/>
                  </a:moveTo>
                  <a:lnTo>
                    <a:pt x="218816" y="1226845"/>
                  </a:lnTo>
                  <a:lnTo>
                    <a:pt x="216802" y="1232569"/>
                  </a:lnTo>
                  <a:close/>
                  <a:moveTo>
                    <a:pt x="781584" y="1644935"/>
                  </a:moveTo>
                  <a:lnTo>
                    <a:pt x="788601" y="1698992"/>
                  </a:lnTo>
                  <a:lnTo>
                    <a:pt x="783399" y="1694023"/>
                  </a:lnTo>
                  <a:close/>
                  <a:moveTo>
                    <a:pt x="1187922" y="1979149"/>
                  </a:moveTo>
                  <a:lnTo>
                    <a:pt x="1187217" y="1978570"/>
                  </a:lnTo>
                  <a:lnTo>
                    <a:pt x="1147617" y="1965412"/>
                  </a:lnTo>
                  <a:close/>
                  <a:moveTo>
                    <a:pt x="597057" y="1304375"/>
                  </a:moveTo>
                  <a:lnTo>
                    <a:pt x="602235" y="1309173"/>
                  </a:lnTo>
                  <a:lnTo>
                    <a:pt x="624197" y="1317485"/>
                  </a:lnTo>
                  <a:close/>
                  <a:moveTo>
                    <a:pt x="584484" y="1297140"/>
                  </a:moveTo>
                  <a:lnTo>
                    <a:pt x="602235" y="1309173"/>
                  </a:lnTo>
                  <a:lnTo>
                    <a:pt x="597057" y="1304375"/>
                  </a:lnTo>
                  <a:close/>
                  <a:moveTo>
                    <a:pt x="430504" y="1178657"/>
                  </a:moveTo>
                  <a:lnTo>
                    <a:pt x="437912" y="1230194"/>
                  </a:lnTo>
                  <a:lnTo>
                    <a:pt x="433580" y="1170278"/>
                  </a:lnTo>
                  <a:close/>
                  <a:moveTo>
                    <a:pt x="331750" y="999953"/>
                  </a:moveTo>
                  <a:lnTo>
                    <a:pt x="309081" y="1007301"/>
                  </a:lnTo>
                  <a:lnTo>
                    <a:pt x="348163" y="1072507"/>
                  </a:lnTo>
                  <a:close/>
                  <a:moveTo>
                    <a:pt x="340683" y="948417"/>
                  </a:moveTo>
                  <a:lnTo>
                    <a:pt x="311169" y="973972"/>
                  </a:lnTo>
                  <a:lnTo>
                    <a:pt x="345200" y="953176"/>
                  </a:lnTo>
                  <a:close/>
                  <a:moveTo>
                    <a:pt x="331750" y="999953"/>
                  </a:moveTo>
                  <a:lnTo>
                    <a:pt x="352482" y="953757"/>
                  </a:lnTo>
                  <a:lnTo>
                    <a:pt x="345200" y="953176"/>
                  </a:lnTo>
                  <a:close/>
                  <a:moveTo>
                    <a:pt x="1252288" y="1964355"/>
                  </a:moveTo>
                  <a:lnTo>
                    <a:pt x="1244237" y="2017081"/>
                  </a:lnTo>
                  <a:lnTo>
                    <a:pt x="1298387" y="2027603"/>
                  </a:lnTo>
                  <a:close/>
                  <a:moveTo>
                    <a:pt x="1187922" y="1979149"/>
                  </a:moveTo>
                  <a:lnTo>
                    <a:pt x="1244237" y="2017081"/>
                  </a:lnTo>
                  <a:lnTo>
                    <a:pt x="1252288" y="1964355"/>
                  </a:lnTo>
                  <a:close/>
                  <a:moveTo>
                    <a:pt x="1252288" y="1964355"/>
                  </a:moveTo>
                  <a:lnTo>
                    <a:pt x="1187217" y="1978570"/>
                  </a:lnTo>
                  <a:lnTo>
                    <a:pt x="1187922" y="1979149"/>
                  </a:lnTo>
                  <a:close/>
                  <a:moveTo>
                    <a:pt x="1199572" y="1906487"/>
                  </a:moveTo>
                  <a:lnTo>
                    <a:pt x="1187217" y="1978570"/>
                  </a:lnTo>
                  <a:lnTo>
                    <a:pt x="1252288" y="1964355"/>
                  </a:lnTo>
                  <a:close/>
                  <a:moveTo>
                    <a:pt x="846707" y="1501506"/>
                  </a:moveTo>
                  <a:lnTo>
                    <a:pt x="805238" y="1515319"/>
                  </a:lnTo>
                  <a:lnTo>
                    <a:pt x="856545" y="1556251"/>
                  </a:lnTo>
                  <a:close/>
                  <a:moveTo>
                    <a:pt x="856545" y="1556251"/>
                  </a:moveTo>
                  <a:lnTo>
                    <a:pt x="805238" y="1515319"/>
                  </a:lnTo>
                  <a:lnTo>
                    <a:pt x="817390" y="1509009"/>
                  </a:lnTo>
                  <a:close/>
                  <a:moveTo>
                    <a:pt x="703237" y="1256885"/>
                  </a:moveTo>
                  <a:lnTo>
                    <a:pt x="669204" y="1256134"/>
                  </a:lnTo>
                  <a:lnTo>
                    <a:pt x="736237" y="1285079"/>
                  </a:lnTo>
                  <a:close/>
                  <a:moveTo>
                    <a:pt x="311169" y="973972"/>
                  </a:moveTo>
                  <a:lnTo>
                    <a:pt x="340683" y="948417"/>
                  </a:lnTo>
                  <a:lnTo>
                    <a:pt x="317958" y="937341"/>
                  </a:lnTo>
                  <a:close/>
                  <a:moveTo>
                    <a:pt x="317958" y="937341"/>
                  </a:moveTo>
                  <a:lnTo>
                    <a:pt x="340683" y="948417"/>
                  </a:lnTo>
                  <a:lnTo>
                    <a:pt x="299425" y="930060"/>
                  </a:lnTo>
                  <a:close/>
                  <a:moveTo>
                    <a:pt x="683992" y="1233542"/>
                  </a:moveTo>
                  <a:lnTo>
                    <a:pt x="669204" y="1256134"/>
                  </a:lnTo>
                  <a:lnTo>
                    <a:pt x="703237" y="1256885"/>
                  </a:lnTo>
                  <a:close/>
                  <a:moveTo>
                    <a:pt x="64063" y="512030"/>
                  </a:moveTo>
                  <a:lnTo>
                    <a:pt x="65510" y="463944"/>
                  </a:lnTo>
                  <a:lnTo>
                    <a:pt x="70938" y="522275"/>
                  </a:lnTo>
                  <a:close/>
                  <a:moveTo>
                    <a:pt x="64063" y="512030"/>
                  </a:moveTo>
                  <a:lnTo>
                    <a:pt x="62551" y="460494"/>
                  </a:lnTo>
                  <a:lnTo>
                    <a:pt x="65510" y="463944"/>
                  </a:lnTo>
                  <a:close/>
                  <a:moveTo>
                    <a:pt x="976067" y="1542762"/>
                  </a:moveTo>
                  <a:lnTo>
                    <a:pt x="999952" y="1518668"/>
                  </a:lnTo>
                  <a:lnTo>
                    <a:pt x="963988" y="1533086"/>
                  </a:lnTo>
                  <a:close/>
                  <a:moveTo>
                    <a:pt x="874879" y="1491226"/>
                  </a:moveTo>
                  <a:lnTo>
                    <a:pt x="914299" y="1521984"/>
                  </a:lnTo>
                  <a:lnTo>
                    <a:pt x="930826" y="1471102"/>
                  </a:lnTo>
                  <a:close/>
                  <a:moveTo>
                    <a:pt x="914299" y="1521984"/>
                  </a:moveTo>
                  <a:lnTo>
                    <a:pt x="973615" y="1467132"/>
                  </a:lnTo>
                  <a:lnTo>
                    <a:pt x="930826" y="1471102"/>
                  </a:lnTo>
                  <a:close/>
                  <a:moveTo>
                    <a:pt x="963988" y="1533086"/>
                  </a:moveTo>
                  <a:lnTo>
                    <a:pt x="987933" y="1487710"/>
                  </a:lnTo>
                  <a:lnTo>
                    <a:pt x="914299" y="1521984"/>
                  </a:lnTo>
                  <a:close/>
                  <a:moveTo>
                    <a:pt x="948451" y="1415595"/>
                  </a:moveTo>
                  <a:lnTo>
                    <a:pt x="931175" y="1450179"/>
                  </a:lnTo>
                  <a:lnTo>
                    <a:pt x="962180" y="1420851"/>
                  </a:lnTo>
                  <a:close/>
                  <a:moveTo>
                    <a:pt x="962180" y="1420851"/>
                  </a:moveTo>
                  <a:lnTo>
                    <a:pt x="931175" y="1450179"/>
                  </a:lnTo>
                  <a:lnTo>
                    <a:pt x="930826" y="1471102"/>
                  </a:lnTo>
                  <a:close/>
                  <a:moveTo>
                    <a:pt x="709781" y="1223146"/>
                  </a:moveTo>
                  <a:lnTo>
                    <a:pt x="703237" y="1256885"/>
                  </a:lnTo>
                  <a:lnTo>
                    <a:pt x="767770" y="1209448"/>
                  </a:lnTo>
                  <a:close/>
                  <a:moveTo>
                    <a:pt x="767770" y="1209448"/>
                  </a:moveTo>
                  <a:lnTo>
                    <a:pt x="703237" y="1256885"/>
                  </a:lnTo>
                  <a:lnTo>
                    <a:pt x="736237" y="1285079"/>
                  </a:lnTo>
                  <a:close/>
                  <a:moveTo>
                    <a:pt x="767770" y="1209448"/>
                  </a:moveTo>
                  <a:lnTo>
                    <a:pt x="736237" y="1285079"/>
                  </a:lnTo>
                  <a:lnTo>
                    <a:pt x="757576" y="1260985"/>
                  </a:lnTo>
                  <a:close/>
                  <a:moveTo>
                    <a:pt x="683992" y="1233542"/>
                  </a:moveTo>
                  <a:lnTo>
                    <a:pt x="703237" y="1256885"/>
                  </a:lnTo>
                  <a:lnTo>
                    <a:pt x="709781" y="1223146"/>
                  </a:lnTo>
                  <a:close/>
                  <a:moveTo>
                    <a:pt x="638290" y="1182006"/>
                  </a:moveTo>
                  <a:lnTo>
                    <a:pt x="709781" y="1223146"/>
                  </a:lnTo>
                  <a:lnTo>
                    <a:pt x="670460" y="1174117"/>
                  </a:lnTo>
                  <a:close/>
                  <a:moveTo>
                    <a:pt x="683992" y="1233542"/>
                  </a:moveTo>
                  <a:lnTo>
                    <a:pt x="709781" y="1223146"/>
                  </a:lnTo>
                  <a:lnTo>
                    <a:pt x="638290" y="1182006"/>
                  </a:lnTo>
                  <a:close/>
                  <a:moveTo>
                    <a:pt x="753833" y="1162572"/>
                  </a:moveTo>
                  <a:lnTo>
                    <a:pt x="713970" y="1162116"/>
                  </a:lnTo>
                  <a:lnTo>
                    <a:pt x="709781" y="1223146"/>
                  </a:lnTo>
                  <a:close/>
                  <a:moveTo>
                    <a:pt x="767770" y="1209448"/>
                  </a:moveTo>
                  <a:lnTo>
                    <a:pt x="771534" y="1202660"/>
                  </a:lnTo>
                  <a:lnTo>
                    <a:pt x="753833" y="1162572"/>
                  </a:lnTo>
                  <a:close/>
                  <a:moveTo>
                    <a:pt x="709781" y="1223146"/>
                  </a:moveTo>
                  <a:lnTo>
                    <a:pt x="767770" y="1209448"/>
                  </a:lnTo>
                  <a:lnTo>
                    <a:pt x="753833" y="1162572"/>
                  </a:lnTo>
                  <a:close/>
                  <a:moveTo>
                    <a:pt x="771534" y="1202660"/>
                  </a:moveTo>
                  <a:lnTo>
                    <a:pt x="776393" y="1209448"/>
                  </a:lnTo>
                  <a:lnTo>
                    <a:pt x="753833" y="1162572"/>
                  </a:lnTo>
                  <a:close/>
                  <a:moveTo>
                    <a:pt x="826908" y="1235020"/>
                  </a:moveTo>
                  <a:lnTo>
                    <a:pt x="804424" y="1222167"/>
                  </a:lnTo>
                  <a:lnTo>
                    <a:pt x="776393" y="1209448"/>
                  </a:lnTo>
                  <a:close/>
                  <a:moveTo>
                    <a:pt x="470062" y="797156"/>
                  </a:moveTo>
                  <a:lnTo>
                    <a:pt x="413990" y="821250"/>
                  </a:lnTo>
                  <a:lnTo>
                    <a:pt x="481996" y="848693"/>
                  </a:lnTo>
                  <a:close/>
                  <a:moveTo>
                    <a:pt x="252336" y="619105"/>
                  </a:moveTo>
                  <a:lnTo>
                    <a:pt x="211819" y="609191"/>
                  </a:lnTo>
                  <a:lnTo>
                    <a:pt x="244911" y="631118"/>
                  </a:lnTo>
                  <a:close/>
                  <a:moveTo>
                    <a:pt x="252336" y="619105"/>
                  </a:moveTo>
                  <a:lnTo>
                    <a:pt x="244911" y="631118"/>
                  </a:lnTo>
                  <a:lnTo>
                    <a:pt x="289555" y="623360"/>
                  </a:lnTo>
                  <a:close/>
                  <a:moveTo>
                    <a:pt x="197934" y="557736"/>
                  </a:moveTo>
                  <a:lnTo>
                    <a:pt x="211819" y="609191"/>
                  </a:lnTo>
                  <a:lnTo>
                    <a:pt x="247583" y="615103"/>
                  </a:lnTo>
                  <a:close/>
                  <a:moveTo>
                    <a:pt x="481996" y="848693"/>
                  </a:moveTo>
                  <a:lnTo>
                    <a:pt x="481947" y="855225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1844" y="1907936"/>
                  </a:lnTo>
                  <a:lnTo>
                    <a:pt x="1462820" y="1905598"/>
                  </a:lnTo>
                  <a:close/>
                  <a:moveTo>
                    <a:pt x="1416556" y="1930961"/>
                  </a:moveTo>
                  <a:lnTo>
                    <a:pt x="1461844" y="1907936"/>
                  </a:lnTo>
                  <a:lnTo>
                    <a:pt x="1415632" y="1855331"/>
                  </a:lnTo>
                  <a:close/>
                  <a:moveTo>
                    <a:pt x="1415632" y="1855331"/>
                  </a:moveTo>
                  <a:lnTo>
                    <a:pt x="1398819" y="1840986"/>
                  </a:lnTo>
                  <a:lnTo>
                    <a:pt x="1364778" y="1848613"/>
                  </a:lnTo>
                  <a:close/>
                  <a:moveTo>
                    <a:pt x="1365756" y="1803794"/>
                  </a:moveTo>
                  <a:lnTo>
                    <a:pt x="1364778" y="1848613"/>
                  </a:lnTo>
                  <a:lnTo>
                    <a:pt x="1398819" y="1840986"/>
                  </a:lnTo>
                  <a:close/>
                  <a:moveTo>
                    <a:pt x="1090924" y="1494574"/>
                  </a:moveTo>
                  <a:lnTo>
                    <a:pt x="1049765" y="1450371"/>
                  </a:lnTo>
                  <a:lnTo>
                    <a:pt x="1066669" y="1472516"/>
                  </a:lnTo>
                  <a:close/>
                  <a:moveTo>
                    <a:pt x="931175" y="1450179"/>
                  </a:moveTo>
                  <a:lnTo>
                    <a:pt x="948451" y="1415595"/>
                  </a:lnTo>
                  <a:lnTo>
                    <a:pt x="949239" y="1393390"/>
                  </a:lnTo>
                  <a:close/>
                  <a:moveTo>
                    <a:pt x="1037343" y="1397727"/>
                  </a:moveTo>
                  <a:lnTo>
                    <a:pt x="988837" y="1415595"/>
                  </a:lnTo>
                  <a:lnTo>
                    <a:pt x="980634" y="1460421"/>
                  </a:lnTo>
                  <a:close/>
                  <a:moveTo>
                    <a:pt x="1049765" y="1450371"/>
                  </a:moveTo>
                  <a:lnTo>
                    <a:pt x="1037343" y="1397727"/>
                  </a:lnTo>
                  <a:lnTo>
                    <a:pt x="984324" y="1465591"/>
                  </a:lnTo>
                  <a:close/>
                  <a:moveTo>
                    <a:pt x="1037343" y="1397727"/>
                  </a:moveTo>
                  <a:lnTo>
                    <a:pt x="1049765" y="1450371"/>
                  </a:lnTo>
                  <a:lnTo>
                    <a:pt x="1090515" y="1392481"/>
                  </a:lnTo>
                  <a:close/>
                  <a:moveTo>
                    <a:pt x="960928" y="1386743"/>
                  </a:moveTo>
                  <a:lnTo>
                    <a:pt x="959513" y="1391501"/>
                  </a:lnTo>
                  <a:lnTo>
                    <a:pt x="950461" y="1387384"/>
                  </a:lnTo>
                  <a:close/>
                  <a:moveTo>
                    <a:pt x="949239" y="1393390"/>
                  </a:moveTo>
                  <a:lnTo>
                    <a:pt x="948451" y="1415595"/>
                  </a:lnTo>
                  <a:lnTo>
                    <a:pt x="960928" y="1386743"/>
                  </a:lnTo>
                  <a:close/>
                  <a:moveTo>
                    <a:pt x="960928" y="1386743"/>
                  </a:moveTo>
                  <a:lnTo>
                    <a:pt x="988837" y="1415595"/>
                  </a:lnTo>
                  <a:lnTo>
                    <a:pt x="1043891" y="1387351"/>
                  </a:lnTo>
                  <a:close/>
                  <a:moveTo>
                    <a:pt x="811178" y="1215983"/>
                  </a:moveTo>
                  <a:lnTo>
                    <a:pt x="775453" y="1207738"/>
                  </a:lnTo>
                  <a:lnTo>
                    <a:pt x="767770" y="1209448"/>
                  </a:lnTo>
                  <a:close/>
                  <a:moveTo>
                    <a:pt x="776393" y="1209448"/>
                  </a:moveTo>
                  <a:lnTo>
                    <a:pt x="775453" y="1207738"/>
                  </a:lnTo>
                  <a:lnTo>
                    <a:pt x="826908" y="1235020"/>
                  </a:lnTo>
                  <a:close/>
                  <a:moveTo>
                    <a:pt x="775453" y="1207738"/>
                  </a:moveTo>
                  <a:lnTo>
                    <a:pt x="771534" y="1202660"/>
                  </a:lnTo>
                  <a:lnTo>
                    <a:pt x="767770" y="1209448"/>
                  </a:lnTo>
                  <a:close/>
                  <a:moveTo>
                    <a:pt x="775453" y="1207738"/>
                  </a:moveTo>
                  <a:lnTo>
                    <a:pt x="776393" y="1209448"/>
                  </a:lnTo>
                  <a:lnTo>
                    <a:pt x="771534" y="1202660"/>
                  </a:lnTo>
                  <a:close/>
                  <a:moveTo>
                    <a:pt x="491126" y="852970"/>
                  </a:moveTo>
                  <a:lnTo>
                    <a:pt x="492696" y="846486"/>
                  </a:lnTo>
                  <a:lnTo>
                    <a:pt x="481996" y="848693"/>
                  </a:lnTo>
                  <a:close/>
                  <a:moveTo>
                    <a:pt x="565384" y="825374"/>
                  </a:moveTo>
                  <a:lnTo>
                    <a:pt x="491126" y="852970"/>
                  </a:lnTo>
                  <a:lnTo>
                    <a:pt x="542071" y="868769"/>
                  </a:lnTo>
                  <a:close/>
                  <a:moveTo>
                    <a:pt x="565384" y="825374"/>
                  </a:moveTo>
                  <a:lnTo>
                    <a:pt x="492696" y="846486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2820" y="1905598"/>
                  </a:lnTo>
                  <a:lnTo>
                    <a:pt x="1468539" y="1839750"/>
                  </a:lnTo>
                  <a:close/>
                  <a:moveTo>
                    <a:pt x="1415632" y="1855331"/>
                  </a:moveTo>
                  <a:lnTo>
                    <a:pt x="1468539" y="1839750"/>
                  </a:lnTo>
                  <a:lnTo>
                    <a:pt x="1398819" y="1840986"/>
                  </a:lnTo>
                  <a:close/>
                  <a:moveTo>
                    <a:pt x="1396153" y="1779700"/>
                  </a:moveTo>
                  <a:lnTo>
                    <a:pt x="1398819" y="1840986"/>
                  </a:lnTo>
                  <a:lnTo>
                    <a:pt x="1427799" y="1814437"/>
                  </a:lnTo>
                  <a:close/>
                  <a:moveTo>
                    <a:pt x="1396153" y="1779700"/>
                  </a:moveTo>
                  <a:lnTo>
                    <a:pt x="1365756" y="1803794"/>
                  </a:lnTo>
                  <a:lnTo>
                    <a:pt x="1398819" y="1840986"/>
                  </a:lnTo>
                  <a:close/>
                  <a:moveTo>
                    <a:pt x="972864" y="1296473"/>
                  </a:moveTo>
                  <a:lnTo>
                    <a:pt x="1008586" y="1264334"/>
                  </a:lnTo>
                  <a:lnTo>
                    <a:pt x="1053304" y="1287647"/>
                  </a:lnTo>
                  <a:close/>
                  <a:moveTo>
                    <a:pt x="972864" y="1296473"/>
                  </a:moveTo>
                  <a:lnTo>
                    <a:pt x="1053304" y="1287647"/>
                  </a:lnTo>
                  <a:lnTo>
                    <a:pt x="1018584" y="1292733"/>
                  </a:lnTo>
                  <a:close/>
                  <a:moveTo>
                    <a:pt x="1097105" y="1276735"/>
                  </a:moveTo>
                  <a:lnTo>
                    <a:pt x="1018584" y="1292733"/>
                  </a:lnTo>
                  <a:lnTo>
                    <a:pt x="1053304" y="1287647"/>
                  </a:lnTo>
                  <a:close/>
                  <a:moveTo>
                    <a:pt x="1156962" y="1325854"/>
                  </a:moveTo>
                  <a:lnTo>
                    <a:pt x="1122204" y="1303975"/>
                  </a:lnTo>
                  <a:lnTo>
                    <a:pt x="1141882" y="1309246"/>
                  </a:lnTo>
                  <a:close/>
                  <a:moveTo>
                    <a:pt x="1008586" y="1264334"/>
                  </a:moveTo>
                  <a:lnTo>
                    <a:pt x="1088261" y="1293588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097105" y="1276735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122204" y="1303975"/>
                  </a:lnTo>
                  <a:lnTo>
                    <a:pt x="1097105" y="1276735"/>
                  </a:lnTo>
                  <a:close/>
                  <a:moveTo>
                    <a:pt x="1122204" y="1303975"/>
                  </a:moveTo>
                  <a:lnTo>
                    <a:pt x="1137523" y="1315870"/>
                  </a:lnTo>
                  <a:lnTo>
                    <a:pt x="1097105" y="1276735"/>
                  </a:lnTo>
                  <a:close/>
                  <a:moveTo>
                    <a:pt x="1013956" y="1212797"/>
                  </a:moveTo>
                  <a:lnTo>
                    <a:pt x="1039451" y="1235852"/>
                  </a:lnTo>
                  <a:lnTo>
                    <a:pt x="1030480" y="1188703"/>
                  </a:lnTo>
                  <a:close/>
                  <a:moveTo>
                    <a:pt x="503916" y="594358"/>
                  </a:moveTo>
                  <a:lnTo>
                    <a:pt x="517161" y="645895"/>
                  </a:lnTo>
                  <a:lnTo>
                    <a:pt x="513318" y="578748"/>
                  </a:lnTo>
                  <a:close/>
                  <a:moveTo>
                    <a:pt x="489078" y="575514"/>
                  </a:moveTo>
                  <a:lnTo>
                    <a:pt x="503916" y="594358"/>
                  </a:lnTo>
                  <a:lnTo>
                    <a:pt x="513318" y="578748"/>
                  </a:lnTo>
                  <a:close/>
                  <a:moveTo>
                    <a:pt x="1226032" y="1320290"/>
                  </a:moveTo>
                  <a:lnTo>
                    <a:pt x="1242319" y="1335412"/>
                  </a:lnTo>
                  <a:lnTo>
                    <a:pt x="1188435" y="1308627"/>
                  </a:lnTo>
                  <a:close/>
                  <a:moveTo>
                    <a:pt x="1088562" y="1105115"/>
                  </a:moveTo>
                  <a:lnTo>
                    <a:pt x="1123465" y="1105490"/>
                  </a:lnTo>
                  <a:lnTo>
                    <a:pt x="1070082" y="1080577"/>
                  </a:lnTo>
                  <a:close/>
                  <a:moveTo>
                    <a:pt x="1088562" y="1105115"/>
                  </a:moveTo>
                  <a:lnTo>
                    <a:pt x="1130280" y="1109181"/>
                  </a:lnTo>
                  <a:lnTo>
                    <a:pt x="1123465" y="1105490"/>
                  </a:lnTo>
                  <a:close/>
                  <a:moveTo>
                    <a:pt x="752347" y="536352"/>
                  </a:moveTo>
                  <a:lnTo>
                    <a:pt x="823144" y="573613"/>
                  </a:lnTo>
                  <a:lnTo>
                    <a:pt x="773132" y="534140"/>
                  </a:lnTo>
                  <a:close/>
                  <a:moveTo>
                    <a:pt x="752347" y="536352"/>
                  </a:moveTo>
                  <a:lnTo>
                    <a:pt x="818475" y="583316"/>
                  </a:lnTo>
                  <a:lnTo>
                    <a:pt x="823144" y="573613"/>
                  </a:lnTo>
                  <a:close/>
                  <a:moveTo>
                    <a:pt x="955301" y="730984"/>
                  </a:moveTo>
                  <a:lnTo>
                    <a:pt x="1008335" y="755665"/>
                  </a:lnTo>
                  <a:lnTo>
                    <a:pt x="966297" y="732319"/>
                  </a:lnTo>
                  <a:close/>
                  <a:moveTo>
                    <a:pt x="994106" y="579238"/>
                  </a:moveTo>
                  <a:lnTo>
                    <a:pt x="950633" y="525425"/>
                  </a:lnTo>
                  <a:lnTo>
                    <a:pt x="935072" y="526507"/>
                  </a:lnTo>
                  <a:close/>
                  <a:moveTo>
                    <a:pt x="787009" y="257201"/>
                  </a:moveTo>
                  <a:lnTo>
                    <a:pt x="840107" y="243648"/>
                  </a:lnTo>
                  <a:lnTo>
                    <a:pt x="793166" y="204342"/>
                  </a:lnTo>
                  <a:close/>
                  <a:moveTo>
                    <a:pt x="797502" y="185927"/>
                  </a:moveTo>
                  <a:lnTo>
                    <a:pt x="793166" y="204342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848964" y="103387"/>
                  </a:lnTo>
                  <a:lnTo>
                    <a:pt x="827042" y="74408"/>
                  </a:lnTo>
                  <a:close/>
                  <a:moveTo>
                    <a:pt x="799533" y="121533"/>
                  </a:moveTo>
                  <a:lnTo>
                    <a:pt x="837679" y="116481"/>
                  </a:lnTo>
                  <a:lnTo>
                    <a:pt x="827042" y="74408"/>
                  </a:lnTo>
                  <a:close/>
                  <a:moveTo>
                    <a:pt x="775754" y="4342"/>
                  </a:moveTo>
                  <a:lnTo>
                    <a:pt x="696720" y="18425"/>
                  </a:lnTo>
                  <a:lnTo>
                    <a:pt x="727873" y="0"/>
                  </a:lnTo>
                  <a:close/>
                  <a:moveTo>
                    <a:pt x="1017935" y="308894"/>
                  </a:moveTo>
                  <a:lnTo>
                    <a:pt x="1047092" y="320123"/>
                  </a:lnTo>
                  <a:lnTo>
                    <a:pt x="995297" y="301147"/>
                  </a:lnTo>
                  <a:close/>
                  <a:moveTo>
                    <a:pt x="1017935" y="308894"/>
                  </a:moveTo>
                  <a:lnTo>
                    <a:pt x="1054482" y="317164"/>
                  </a:lnTo>
                  <a:lnTo>
                    <a:pt x="1047092" y="320123"/>
                  </a:lnTo>
                  <a:close/>
                  <a:moveTo>
                    <a:pt x="742305" y="4590"/>
                  </a:moveTo>
                  <a:lnTo>
                    <a:pt x="783131" y="9382"/>
                  </a:lnTo>
                  <a:lnTo>
                    <a:pt x="775754" y="434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7" name="Output_density__4246">
              <a:extLst>
                <a:ext uri="{FF2B5EF4-FFF2-40B4-BE49-F238E27FC236}">
                  <a16:creationId xmlns:a16="http://schemas.microsoft.com/office/drawing/2014/main" id="{CEF9C3C4-77B2-21EA-DAA0-72CF8DAF91B2}"/>
                </a:ext>
              </a:extLst>
            </p:cNvPr>
            <p:cNvSpPr>
              <a:spLocks noGrp="1"/>
            </p:cNvSpPr>
            <p:nvPr/>
          </p:nvSpPr>
          <p:spPr>
            <a:xfrm>
              <a:off x="15285124" y="2214538"/>
              <a:ext cx="1501655" cy="2363618"/>
            </a:xfrm>
            <a:custGeom>
              <a:avLst/>
              <a:gdLst/>
              <a:ahLst/>
              <a:cxnLst/>
              <a:rect l="0" t="0" r="0" b="0"/>
              <a:pathLst>
                <a:path w="1501655" h="2363618">
                  <a:moveTo>
                    <a:pt x="227078" y="2185691"/>
                  </a:moveTo>
                  <a:lnTo>
                    <a:pt x="241268" y="2215746"/>
                  </a:lnTo>
                  <a:lnTo>
                    <a:pt x="196108" y="2204797"/>
                  </a:lnTo>
                  <a:close/>
                  <a:moveTo>
                    <a:pt x="410165" y="2346190"/>
                  </a:moveTo>
                  <a:lnTo>
                    <a:pt x="471636" y="2363618"/>
                  </a:lnTo>
                  <a:lnTo>
                    <a:pt x="484886" y="2315986"/>
                  </a:lnTo>
                  <a:close/>
                  <a:moveTo>
                    <a:pt x="410165" y="2346190"/>
                  </a:moveTo>
                  <a:lnTo>
                    <a:pt x="484886" y="2315986"/>
                  </a:lnTo>
                  <a:lnTo>
                    <a:pt x="438864" y="2318592"/>
                  </a:lnTo>
                  <a:close/>
                  <a:moveTo>
                    <a:pt x="491245" y="2284933"/>
                  </a:moveTo>
                  <a:lnTo>
                    <a:pt x="448718" y="2281525"/>
                  </a:lnTo>
                  <a:lnTo>
                    <a:pt x="438864" y="2318592"/>
                  </a:lnTo>
                  <a:close/>
                  <a:moveTo>
                    <a:pt x="448718" y="2281525"/>
                  </a:moveTo>
                  <a:lnTo>
                    <a:pt x="491245" y="2284933"/>
                  </a:lnTo>
                  <a:lnTo>
                    <a:pt x="424278" y="2238652"/>
                  </a:lnTo>
                  <a:close/>
                  <a:moveTo>
                    <a:pt x="94850" y="1449395"/>
                  </a:moveTo>
                  <a:lnTo>
                    <a:pt x="125358" y="1451339"/>
                  </a:lnTo>
                  <a:lnTo>
                    <a:pt x="135182" y="1477185"/>
                  </a:lnTo>
                  <a:close/>
                  <a:moveTo>
                    <a:pt x="20469" y="1397858"/>
                  </a:moveTo>
                  <a:lnTo>
                    <a:pt x="20498" y="1397881"/>
                  </a:lnTo>
                  <a:lnTo>
                    <a:pt x="20552" y="1397956"/>
                  </a:lnTo>
                  <a:close/>
                  <a:moveTo>
                    <a:pt x="20466" y="1397632"/>
                  </a:moveTo>
                  <a:lnTo>
                    <a:pt x="20498" y="1397881"/>
                  </a:lnTo>
                  <a:lnTo>
                    <a:pt x="20469" y="1397858"/>
                  </a:lnTo>
                  <a:close/>
                  <a:moveTo>
                    <a:pt x="80608" y="1447819"/>
                  </a:moveTo>
                  <a:lnTo>
                    <a:pt x="20552" y="1397956"/>
                  </a:lnTo>
                  <a:lnTo>
                    <a:pt x="20498" y="1397881"/>
                  </a:lnTo>
                  <a:close/>
                  <a:moveTo>
                    <a:pt x="20498" y="1397881"/>
                  </a:moveTo>
                  <a:lnTo>
                    <a:pt x="20466" y="1397632"/>
                  </a:lnTo>
                  <a:lnTo>
                    <a:pt x="33599" y="1362470"/>
                  </a:lnTo>
                  <a:close/>
                  <a:moveTo>
                    <a:pt x="135182" y="1477185"/>
                  </a:moveTo>
                  <a:lnTo>
                    <a:pt x="131717" y="1446169"/>
                  </a:lnTo>
                  <a:lnTo>
                    <a:pt x="94850" y="1449395"/>
                  </a:lnTo>
                  <a:close/>
                  <a:moveTo>
                    <a:pt x="94850" y="1449395"/>
                  </a:moveTo>
                  <a:lnTo>
                    <a:pt x="131717" y="1446169"/>
                  </a:lnTo>
                  <a:lnTo>
                    <a:pt x="148589" y="1392409"/>
                  </a:lnTo>
                  <a:close/>
                  <a:moveTo>
                    <a:pt x="20469" y="1397858"/>
                  </a:moveTo>
                  <a:lnTo>
                    <a:pt x="28498" y="1328634"/>
                  </a:lnTo>
                  <a:lnTo>
                    <a:pt x="20466" y="1397632"/>
                  </a:lnTo>
                  <a:close/>
                  <a:moveTo>
                    <a:pt x="32209" y="1270691"/>
                  </a:moveTo>
                  <a:lnTo>
                    <a:pt x="0" y="1226317"/>
                  </a:lnTo>
                  <a:lnTo>
                    <a:pt x="8113" y="1243248"/>
                  </a:lnTo>
                  <a:close/>
                  <a:moveTo>
                    <a:pt x="32209" y="1270691"/>
                  </a:moveTo>
                  <a:lnTo>
                    <a:pt x="8113" y="1243248"/>
                  </a:lnTo>
                  <a:lnTo>
                    <a:pt x="21426" y="1294785"/>
                  </a:lnTo>
                  <a:close/>
                  <a:moveTo>
                    <a:pt x="502399" y="1836665"/>
                  </a:moveTo>
                  <a:lnTo>
                    <a:pt x="563345" y="1825100"/>
                  </a:lnTo>
                  <a:lnTo>
                    <a:pt x="552625" y="1771072"/>
                  </a:lnTo>
                  <a:close/>
                  <a:moveTo>
                    <a:pt x="502399" y="1836665"/>
                  </a:moveTo>
                  <a:lnTo>
                    <a:pt x="552625" y="1771072"/>
                  </a:lnTo>
                  <a:lnTo>
                    <a:pt x="515548" y="1763232"/>
                  </a:lnTo>
                  <a:close/>
                  <a:moveTo>
                    <a:pt x="552625" y="1771072"/>
                  </a:moveTo>
                  <a:lnTo>
                    <a:pt x="563345" y="1825100"/>
                  </a:lnTo>
                  <a:lnTo>
                    <a:pt x="569058" y="1837594"/>
                  </a:lnTo>
                  <a:close/>
                  <a:moveTo>
                    <a:pt x="552625" y="1771072"/>
                  </a:moveTo>
                  <a:lnTo>
                    <a:pt x="524277" y="1731375"/>
                  </a:lnTo>
                  <a:lnTo>
                    <a:pt x="515548" y="1763232"/>
                  </a:lnTo>
                  <a:close/>
                  <a:moveTo>
                    <a:pt x="141033" y="1313110"/>
                  </a:moveTo>
                  <a:lnTo>
                    <a:pt x="139349" y="1298134"/>
                  </a:lnTo>
                  <a:lnTo>
                    <a:pt x="160480" y="1349670"/>
                  </a:lnTo>
                  <a:close/>
                  <a:moveTo>
                    <a:pt x="95817" y="1249145"/>
                  </a:moveTo>
                  <a:lnTo>
                    <a:pt x="32209" y="1270691"/>
                  </a:lnTo>
                  <a:lnTo>
                    <a:pt x="29589" y="1296841"/>
                  </a:lnTo>
                  <a:close/>
                  <a:moveTo>
                    <a:pt x="95817" y="1249145"/>
                  </a:moveTo>
                  <a:lnTo>
                    <a:pt x="141033" y="1313110"/>
                  </a:lnTo>
                  <a:lnTo>
                    <a:pt x="139098" y="1251940"/>
                  </a:lnTo>
                  <a:close/>
                  <a:moveTo>
                    <a:pt x="19616" y="1259556"/>
                  </a:moveTo>
                  <a:lnTo>
                    <a:pt x="32209" y="1270691"/>
                  </a:lnTo>
                  <a:lnTo>
                    <a:pt x="98610" y="1245323"/>
                  </a:lnTo>
                  <a:close/>
                  <a:moveTo>
                    <a:pt x="888610" y="1816848"/>
                  </a:moveTo>
                  <a:lnTo>
                    <a:pt x="967002" y="1844291"/>
                  </a:lnTo>
                  <a:lnTo>
                    <a:pt x="949646" y="1792755"/>
                  </a:lnTo>
                  <a:close/>
                  <a:moveTo>
                    <a:pt x="778277" y="1713775"/>
                  </a:moveTo>
                  <a:lnTo>
                    <a:pt x="820084" y="1751553"/>
                  </a:lnTo>
                  <a:lnTo>
                    <a:pt x="786785" y="1694650"/>
                  </a:lnTo>
                  <a:close/>
                  <a:moveTo>
                    <a:pt x="786785" y="1694650"/>
                  </a:moveTo>
                  <a:lnTo>
                    <a:pt x="820084" y="1751553"/>
                  </a:lnTo>
                  <a:lnTo>
                    <a:pt x="832910" y="1757876"/>
                  </a:lnTo>
                  <a:close/>
                  <a:moveTo>
                    <a:pt x="428688" y="1174315"/>
                  </a:moveTo>
                  <a:lnTo>
                    <a:pt x="431441" y="1249946"/>
                  </a:lnTo>
                  <a:lnTo>
                    <a:pt x="436096" y="1225852"/>
                  </a:lnTo>
                  <a:close/>
                  <a:moveTo>
                    <a:pt x="1129955" y="1941600"/>
                  </a:moveTo>
                  <a:lnTo>
                    <a:pt x="1111093" y="1934619"/>
                  </a:lnTo>
                  <a:lnTo>
                    <a:pt x="1145801" y="1961070"/>
                  </a:lnTo>
                  <a:close/>
                  <a:moveTo>
                    <a:pt x="1185401" y="1974228"/>
                  </a:moveTo>
                  <a:lnTo>
                    <a:pt x="1129955" y="1941600"/>
                  </a:lnTo>
                  <a:lnTo>
                    <a:pt x="1145801" y="1961070"/>
                  </a:lnTo>
                  <a:close/>
                  <a:moveTo>
                    <a:pt x="622381" y="1313143"/>
                  </a:moveTo>
                  <a:lnTo>
                    <a:pt x="600419" y="1304831"/>
                  </a:lnTo>
                  <a:lnTo>
                    <a:pt x="638491" y="1356368"/>
                  </a:lnTo>
                  <a:close/>
                  <a:moveTo>
                    <a:pt x="436096" y="1225852"/>
                  </a:moveTo>
                  <a:lnTo>
                    <a:pt x="435683" y="1225494"/>
                  </a:lnTo>
                  <a:lnTo>
                    <a:pt x="431764" y="1165937"/>
                  </a:lnTo>
                  <a:close/>
                  <a:moveTo>
                    <a:pt x="340419" y="1071242"/>
                  </a:moveTo>
                  <a:lnTo>
                    <a:pt x="316000" y="1058601"/>
                  </a:lnTo>
                  <a:lnTo>
                    <a:pt x="315064" y="1122779"/>
                  </a:lnTo>
                  <a:close/>
                  <a:moveTo>
                    <a:pt x="307265" y="1002959"/>
                  </a:moveTo>
                  <a:lnTo>
                    <a:pt x="316000" y="1058601"/>
                  </a:lnTo>
                  <a:lnTo>
                    <a:pt x="346347" y="1068165"/>
                  </a:lnTo>
                  <a:close/>
                  <a:moveTo>
                    <a:pt x="354098" y="1047148"/>
                  </a:moveTo>
                  <a:lnTo>
                    <a:pt x="329934" y="995611"/>
                  </a:lnTo>
                  <a:lnTo>
                    <a:pt x="346347" y="1068165"/>
                  </a:lnTo>
                  <a:close/>
                  <a:moveTo>
                    <a:pt x="1108143" y="1923270"/>
                  </a:moveTo>
                  <a:lnTo>
                    <a:pt x="1111093" y="1934619"/>
                  </a:lnTo>
                  <a:lnTo>
                    <a:pt x="1129955" y="1941600"/>
                  </a:lnTo>
                  <a:close/>
                  <a:moveTo>
                    <a:pt x="1111093" y="1934619"/>
                  </a:moveTo>
                  <a:lnTo>
                    <a:pt x="1108143" y="1923270"/>
                  </a:lnTo>
                  <a:lnTo>
                    <a:pt x="1053142" y="1881007"/>
                  </a:lnTo>
                  <a:close/>
                  <a:moveTo>
                    <a:pt x="122489" y="638015"/>
                  </a:moveTo>
                  <a:lnTo>
                    <a:pt x="170430" y="686392"/>
                  </a:lnTo>
                  <a:lnTo>
                    <a:pt x="130406" y="649929"/>
                  </a:lnTo>
                  <a:close/>
                  <a:moveTo>
                    <a:pt x="111975" y="634855"/>
                  </a:moveTo>
                  <a:lnTo>
                    <a:pt x="122489" y="638015"/>
                  </a:lnTo>
                  <a:lnTo>
                    <a:pt x="130406" y="649929"/>
                  </a:lnTo>
                  <a:close/>
                  <a:moveTo>
                    <a:pt x="118876" y="606819"/>
                  </a:moveTo>
                  <a:lnTo>
                    <a:pt x="122489" y="638015"/>
                  </a:lnTo>
                  <a:lnTo>
                    <a:pt x="111975" y="634855"/>
                  </a:lnTo>
                  <a:close/>
                  <a:moveTo>
                    <a:pt x="1233901" y="1910743"/>
                  </a:moveTo>
                  <a:lnTo>
                    <a:pt x="1197756" y="1902145"/>
                  </a:lnTo>
                  <a:lnTo>
                    <a:pt x="1250473" y="1960013"/>
                  </a:lnTo>
                  <a:close/>
                  <a:moveTo>
                    <a:pt x="1129955" y="1941600"/>
                  </a:moveTo>
                  <a:lnTo>
                    <a:pt x="1146330" y="1905972"/>
                  </a:lnTo>
                  <a:lnTo>
                    <a:pt x="1108143" y="1923270"/>
                  </a:lnTo>
                  <a:close/>
                  <a:moveTo>
                    <a:pt x="1197756" y="1902145"/>
                  </a:moveTo>
                  <a:lnTo>
                    <a:pt x="1129955" y="1941600"/>
                  </a:lnTo>
                  <a:lnTo>
                    <a:pt x="1185401" y="1974228"/>
                  </a:lnTo>
                  <a:close/>
                  <a:moveTo>
                    <a:pt x="1197756" y="1902145"/>
                  </a:moveTo>
                  <a:lnTo>
                    <a:pt x="1146330" y="1905972"/>
                  </a:lnTo>
                  <a:lnTo>
                    <a:pt x="1129955" y="1941600"/>
                  </a:lnTo>
                  <a:close/>
                  <a:moveTo>
                    <a:pt x="844891" y="1497165"/>
                  </a:moveTo>
                  <a:lnTo>
                    <a:pt x="867987" y="1562514"/>
                  </a:lnTo>
                  <a:lnTo>
                    <a:pt x="912484" y="1517642"/>
                  </a:lnTo>
                  <a:close/>
                  <a:moveTo>
                    <a:pt x="636474" y="1177664"/>
                  </a:moveTo>
                  <a:lnTo>
                    <a:pt x="628554" y="1201758"/>
                  </a:lnTo>
                  <a:lnTo>
                    <a:pt x="682176" y="1229201"/>
                  </a:lnTo>
                  <a:close/>
                  <a:moveTo>
                    <a:pt x="636474" y="1177664"/>
                  </a:moveTo>
                  <a:lnTo>
                    <a:pt x="633172" y="1172051"/>
                  </a:lnTo>
                  <a:lnTo>
                    <a:pt x="608738" y="1136006"/>
                  </a:lnTo>
                  <a:close/>
                  <a:moveTo>
                    <a:pt x="379141" y="982507"/>
                  </a:moveTo>
                  <a:lnTo>
                    <a:pt x="409427" y="994434"/>
                  </a:lnTo>
                  <a:lnTo>
                    <a:pt x="350667" y="949415"/>
                  </a:lnTo>
                  <a:close/>
                  <a:moveTo>
                    <a:pt x="410699" y="994833"/>
                  </a:moveTo>
                  <a:lnTo>
                    <a:pt x="379141" y="982507"/>
                  </a:lnTo>
                  <a:lnTo>
                    <a:pt x="444747" y="991588"/>
                  </a:lnTo>
                  <a:close/>
                  <a:moveTo>
                    <a:pt x="175784" y="662298"/>
                  </a:moveTo>
                  <a:lnTo>
                    <a:pt x="170430" y="686392"/>
                  </a:lnTo>
                  <a:lnTo>
                    <a:pt x="206095" y="713835"/>
                  </a:lnTo>
                  <a:close/>
                  <a:moveTo>
                    <a:pt x="130406" y="649929"/>
                  </a:moveTo>
                  <a:lnTo>
                    <a:pt x="155451" y="611217"/>
                  </a:lnTo>
                  <a:lnTo>
                    <a:pt x="111975" y="634855"/>
                  </a:lnTo>
                  <a:close/>
                  <a:moveTo>
                    <a:pt x="1087911" y="1639751"/>
                  </a:moveTo>
                  <a:lnTo>
                    <a:pt x="1088025" y="1649930"/>
                  </a:lnTo>
                  <a:lnTo>
                    <a:pt x="1058448" y="1625722"/>
                  </a:lnTo>
                  <a:close/>
                  <a:moveTo>
                    <a:pt x="1058448" y="1625722"/>
                  </a:moveTo>
                  <a:lnTo>
                    <a:pt x="1088025" y="1649930"/>
                  </a:lnTo>
                  <a:lnTo>
                    <a:pt x="1098577" y="1668936"/>
                  </a:lnTo>
                  <a:close/>
                  <a:moveTo>
                    <a:pt x="1098577" y="1668936"/>
                  </a:moveTo>
                  <a:lnTo>
                    <a:pt x="1088025" y="1649930"/>
                  </a:lnTo>
                  <a:lnTo>
                    <a:pt x="1086720" y="1693030"/>
                  </a:lnTo>
                  <a:close/>
                  <a:moveTo>
                    <a:pt x="998137" y="1514326"/>
                  </a:moveTo>
                  <a:lnTo>
                    <a:pt x="974251" y="1538420"/>
                  </a:lnTo>
                  <a:lnTo>
                    <a:pt x="1011589" y="1565863"/>
                  </a:lnTo>
                  <a:close/>
                  <a:moveTo>
                    <a:pt x="734421" y="1280737"/>
                  </a:moveTo>
                  <a:lnTo>
                    <a:pt x="759361" y="1294496"/>
                  </a:lnTo>
                  <a:lnTo>
                    <a:pt x="755760" y="1256643"/>
                  </a:lnTo>
                  <a:close/>
                  <a:moveTo>
                    <a:pt x="668645" y="1169775"/>
                  </a:moveTo>
                  <a:lnTo>
                    <a:pt x="707965" y="1218804"/>
                  </a:lnTo>
                  <a:lnTo>
                    <a:pt x="712154" y="1157775"/>
                  </a:lnTo>
                  <a:close/>
                  <a:moveTo>
                    <a:pt x="639646" y="1173622"/>
                  </a:moveTo>
                  <a:lnTo>
                    <a:pt x="636474" y="1177664"/>
                  </a:lnTo>
                  <a:lnTo>
                    <a:pt x="668645" y="1169775"/>
                  </a:lnTo>
                  <a:close/>
                  <a:moveTo>
                    <a:pt x="715252" y="1153570"/>
                  </a:moveTo>
                  <a:lnTo>
                    <a:pt x="712154" y="1157775"/>
                  </a:lnTo>
                  <a:lnTo>
                    <a:pt x="752018" y="1158230"/>
                  </a:lnTo>
                  <a:close/>
                  <a:moveTo>
                    <a:pt x="774577" y="1205107"/>
                  </a:moveTo>
                  <a:lnTo>
                    <a:pt x="802608" y="1217826"/>
                  </a:lnTo>
                  <a:lnTo>
                    <a:pt x="752018" y="1158230"/>
                  </a:lnTo>
                  <a:close/>
                  <a:moveTo>
                    <a:pt x="633172" y="1172051"/>
                  </a:moveTo>
                  <a:lnTo>
                    <a:pt x="636474" y="1177664"/>
                  </a:lnTo>
                  <a:lnTo>
                    <a:pt x="639646" y="1173622"/>
                  </a:lnTo>
                  <a:close/>
                  <a:moveTo>
                    <a:pt x="715252" y="1153570"/>
                  </a:moveTo>
                  <a:lnTo>
                    <a:pt x="752018" y="1158230"/>
                  </a:lnTo>
                  <a:lnTo>
                    <a:pt x="750919" y="1128032"/>
                  </a:lnTo>
                  <a:close/>
                  <a:moveTo>
                    <a:pt x="599639" y="1126127"/>
                  </a:moveTo>
                  <a:lnTo>
                    <a:pt x="639646" y="1173622"/>
                  </a:lnTo>
                  <a:lnTo>
                    <a:pt x="593536" y="1110384"/>
                  </a:lnTo>
                  <a:close/>
                  <a:moveTo>
                    <a:pt x="633172" y="1172051"/>
                  </a:moveTo>
                  <a:lnTo>
                    <a:pt x="639646" y="1173622"/>
                  </a:lnTo>
                  <a:lnTo>
                    <a:pt x="599639" y="1126127"/>
                  </a:lnTo>
                  <a:close/>
                  <a:moveTo>
                    <a:pt x="480180" y="844351"/>
                  </a:moveTo>
                  <a:lnTo>
                    <a:pt x="455157" y="855835"/>
                  </a:lnTo>
                  <a:lnTo>
                    <a:pt x="480131" y="850883"/>
                  </a:lnTo>
                  <a:close/>
                  <a:moveTo>
                    <a:pt x="156312" y="610762"/>
                  </a:moveTo>
                  <a:lnTo>
                    <a:pt x="243095" y="626776"/>
                  </a:lnTo>
                  <a:lnTo>
                    <a:pt x="210003" y="604849"/>
                  </a:lnTo>
                  <a:close/>
                  <a:moveTo>
                    <a:pt x="540256" y="864427"/>
                  </a:moveTo>
                  <a:lnTo>
                    <a:pt x="489310" y="848628"/>
                  </a:lnTo>
                  <a:lnTo>
                    <a:pt x="480131" y="850883"/>
                  </a:lnTo>
                  <a:close/>
                  <a:moveTo>
                    <a:pt x="1460029" y="1903594"/>
                  </a:moveTo>
                  <a:lnTo>
                    <a:pt x="1500038" y="1909050"/>
                  </a:lnTo>
                  <a:lnTo>
                    <a:pt x="1461004" y="1901256"/>
                  </a:lnTo>
                  <a:close/>
                  <a:moveTo>
                    <a:pt x="1322565" y="1751157"/>
                  </a:moveTo>
                  <a:lnTo>
                    <a:pt x="1353078" y="1807314"/>
                  </a:lnTo>
                  <a:lnTo>
                    <a:pt x="1363940" y="1799452"/>
                  </a:lnTo>
                  <a:close/>
                  <a:moveTo>
                    <a:pt x="1363940" y="1799452"/>
                  </a:moveTo>
                  <a:lnTo>
                    <a:pt x="1328424" y="1754913"/>
                  </a:lnTo>
                  <a:lnTo>
                    <a:pt x="1322565" y="1751157"/>
                  </a:lnTo>
                  <a:close/>
                  <a:moveTo>
                    <a:pt x="1060469" y="1462790"/>
                  </a:moveTo>
                  <a:lnTo>
                    <a:pt x="1047949" y="1446029"/>
                  </a:lnTo>
                  <a:lnTo>
                    <a:pt x="1089108" y="1490232"/>
                  </a:lnTo>
                  <a:close/>
                  <a:moveTo>
                    <a:pt x="987022" y="1411253"/>
                  </a:moveTo>
                  <a:lnTo>
                    <a:pt x="1035527" y="1393385"/>
                  </a:lnTo>
                  <a:lnTo>
                    <a:pt x="1042075" y="1383009"/>
                  </a:lnTo>
                  <a:close/>
                  <a:moveTo>
                    <a:pt x="712154" y="1157775"/>
                  </a:moveTo>
                  <a:lnTo>
                    <a:pt x="715252" y="1153570"/>
                  </a:lnTo>
                  <a:lnTo>
                    <a:pt x="711883" y="1152876"/>
                  </a:lnTo>
                  <a:close/>
                  <a:moveTo>
                    <a:pt x="711883" y="1152876"/>
                  </a:moveTo>
                  <a:lnTo>
                    <a:pt x="668645" y="1169775"/>
                  </a:lnTo>
                  <a:lnTo>
                    <a:pt x="712154" y="1157775"/>
                  </a:lnTo>
                  <a:close/>
                  <a:moveTo>
                    <a:pt x="1397003" y="1836644"/>
                  </a:moveTo>
                  <a:lnTo>
                    <a:pt x="1466724" y="1835408"/>
                  </a:lnTo>
                  <a:lnTo>
                    <a:pt x="1464367" y="1778930"/>
                  </a:lnTo>
                  <a:close/>
                  <a:moveTo>
                    <a:pt x="1397003" y="1836644"/>
                  </a:moveTo>
                  <a:lnTo>
                    <a:pt x="1464367" y="1778930"/>
                  </a:lnTo>
                  <a:lnTo>
                    <a:pt x="1425983" y="1810095"/>
                  </a:lnTo>
                  <a:close/>
                  <a:moveTo>
                    <a:pt x="1501655" y="1844992"/>
                  </a:moveTo>
                  <a:lnTo>
                    <a:pt x="1466724" y="1835408"/>
                  </a:lnTo>
                  <a:lnTo>
                    <a:pt x="1461004" y="1901256"/>
                  </a:lnTo>
                  <a:close/>
                  <a:moveTo>
                    <a:pt x="1363940" y="1799452"/>
                  </a:moveTo>
                  <a:lnTo>
                    <a:pt x="1394337" y="1775358"/>
                  </a:lnTo>
                  <a:lnTo>
                    <a:pt x="1328424" y="1754913"/>
                  </a:lnTo>
                  <a:close/>
                  <a:moveTo>
                    <a:pt x="1130758" y="1405005"/>
                  </a:moveTo>
                  <a:lnTo>
                    <a:pt x="1091888" y="1385547"/>
                  </a:lnTo>
                  <a:lnTo>
                    <a:pt x="1136166" y="1414602"/>
                  </a:lnTo>
                  <a:close/>
                  <a:moveTo>
                    <a:pt x="1136166" y="1414602"/>
                  </a:moveTo>
                  <a:lnTo>
                    <a:pt x="1091888" y="1385547"/>
                  </a:lnTo>
                  <a:lnTo>
                    <a:pt x="1090946" y="1387159"/>
                  </a:lnTo>
                  <a:close/>
                  <a:moveTo>
                    <a:pt x="1136166" y="1414602"/>
                  </a:moveTo>
                  <a:lnTo>
                    <a:pt x="1090946" y="1387159"/>
                  </a:lnTo>
                  <a:lnTo>
                    <a:pt x="1120084" y="1438696"/>
                  </a:lnTo>
                  <a:close/>
                  <a:moveTo>
                    <a:pt x="811298" y="1022533"/>
                  </a:moveTo>
                  <a:lnTo>
                    <a:pt x="760333" y="1025984"/>
                  </a:lnTo>
                  <a:lnTo>
                    <a:pt x="760138" y="1027600"/>
                  </a:lnTo>
                  <a:close/>
                  <a:moveTo>
                    <a:pt x="1464879" y="1774165"/>
                  </a:moveTo>
                  <a:lnTo>
                    <a:pt x="1431428" y="1763379"/>
                  </a:lnTo>
                  <a:lnTo>
                    <a:pt x="1425983" y="1810095"/>
                  </a:lnTo>
                  <a:close/>
                  <a:moveTo>
                    <a:pt x="1431428" y="1763379"/>
                  </a:moveTo>
                  <a:lnTo>
                    <a:pt x="1464879" y="1774165"/>
                  </a:lnTo>
                  <a:lnTo>
                    <a:pt x="1459943" y="1715435"/>
                  </a:lnTo>
                  <a:close/>
                  <a:moveTo>
                    <a:pt x="1431428" y="1763379"/>
                  </a:moveTo>
                  <a:lnTo>
                    <a:pt x="1459943" y="1715435"/>
                  </a:lnTo>
                  <a:lnTo>
                    <a:pt x="1420010" y="1709918"/>
                  </a:lnTo>
                  <a:close/>
                  <a:moveTo>
                    <a:pt x="1249012" y="1459258"/>
                  </a:moveTo>
                  <a:lnTo>
                    <a:pt x="1231487" y="1466139"/>
                  </a:lnTo>
                  <a:lnTo>
                    <a:pt x="1243622" y="1477631"/>
                  </a:lnTo>
                  <a:close/>
                  <a:moveTo>
                    <a:pt x="1249012" y="1459258"/>
                  </a:moveTo>
                  <a:lnTo>
                    <a:pt x="1243622" y="1477631"/>
                  </a:lnTo>
                  <a:lnTo>
                    <a:pt x="1271921" y="1466139"/>
                  </a:lnTo>
                  <a:close/>
                  <a:moveTo>
                    <a:pt x="1083627" y="1354280"/>
                  </a:moveTo>
                  <a:lnTo>
                    <a:pt x="1140066" y="1304905"/>
                  </a:lnTo>
                  <a:lnTo>
                    <a:pt x="1120388" y="1299633"/>
                  </a:lnTo>
                  <a:close/>
                  <a:moveTo>
                    <a:pt x="1028664" y="1184361"/>
                  </a:moveTo>
                  <a:lnTo>
                    <a:pt x="1037635" y="1231510"/>
                  </a:lnTo>
                  <a:lnTo>
                    <a:pt x="1066429" y="1204267"/>
                  </a:lnTo>
                  <a:close/>
                  <a:moveTo>
                    <a:pt x="1037635" y="1231510"/>
                  </a:moveTo>
                  <a:lnTo>
                    <a:pt x="1088366" y="1246509"/>
                  </a:lnTo>
                  <a:lnTo>
                    <a:pt x="1115609" y="1213464"/>
                  </a:lnTo>
                  <a:close/>
                  <a:moveTo>
                    <a:pt x="1224216" y="1315948"/>
                  </a:moveTo>
                  <a:lnTo>
                    <a:pt x="1247609" y="1334913"/>
                  </a:lnTo>
                  <a:lnTo>
                    <a:pt x="1240503" y="1331070"/>
                  </a:lnTo>
                  <a:close/>
                  <a:moveTo>
                    <a:pt x="1247609" y="1334913"/>
                  </a:moveTo>
                  <a:lnTo>
                    <a:pt x="1224216" y="1315948"/>
                  </a:lnTo>
                  <a:lnTo>
                    <a:pt x="1284819" y="1361860"/>
                  </a:lnTo>
                  <a:close/>
                  <a:moveTo>
                    <a:pt x="1247609" y="1334913"/>
                  </a:moveTo>
                  <a:lnTo>
                    <a:pt x="1255371" y="1338972"/>
                  </a:lnTo>
                  <a:lnTo>
                    <a:pt x="1240503" y="1331070"/>
                  </a:lnTo>
                  <a:close/>
                  <a:moveTo>
                    <a:pt x="964481" y="727977"/>
                  </a:moveTo>
                  <a:lnTo>
                    <a:pt x="1000380" y="775418"/>
                  </a:lnTo>
                  <a:lnTo>
                    <a:pt x="962375" y="724702"/>
                  </a:lnTo>
                  <a:close/>
                  <a:moveTo>
                    <a:pt x="811846" y="620808"/>
                  </a:moveTo>
                  <a:lnTo>
                    <a:pt x="821328" y="569271"/>
                  </a:lnTo>
                  <a:lnTo>
                    <a:pt x="816659" y="578974"/>
                  </a:lnTo>
                  <a:close/>
                  <a:moveTo>
                    <a:pt x="746421" y="517734"/>
                  </a:moveTo>
                  <a:lnTo>
                    <a:pt x="750531" y="532010"/>
                  </a:lnTo>
                  <a:lnTo>
                    <a:pt x="771317" y="529798"/>
                  </a:lnTo>
                  <a:close/>
                  <a:moveTo>
                    <a:pt x="746421" y="517734"/>
                  </a:moveTo>
                  <a:lnTo>
                    <a:pt x="743825" y="474719"/>
                  </a:lnTo>
                  <a:lnTo>
                    <a:pt x="750531" y="532010"/>
                  </a:lnTo>
                  <a:close/>
                  <a:moveTo>
                    <a:pt x="964481" y="727977"/>
                  </a:moveTo>
                  <a:lnTo>
                    <a:pt x="1006519" y="751324"/>
                  </a:lnTo>
                  <a:lnTo>
                    <a:pt x="1006316" y="751721"/>
                  </a:lnTo>
                  <a:close/>
                  <a:moveTo>
                    <a:pt x="821328" y="569271"/>
                  </a:moveTo>
                  <a:lnTo>
                    <a:pt x="813480" y="545177"/>
                  </a:lnTo>
                  <a:lnTo>
                    <a:pt x="771317" y="529798"/>
                  </a:lnTo>
                  <a:close/>
                  <a:moveTo>
                    <a:pt x="988797" y="549091"/>
                  </a:moveTo>
                  <a:lnTo>
                    <a:pt x="948818" y="521083"/>
                  </a:lnTo>
                  <a:lnTo>
                    <a:pt x="992290" y="574896"/>
                  </a:lnTo>
                  <a:close/>
                  <a:moveTo>
                    <a:pt x="948818" y="521083"/>
                  </a:moveTo>
                  <a:lnTo>
                    <a:pt x="988797" y="549091"/>
                  </a:lnTo>
                  <a:lnTo>
                    <a:pt x="985666" y="517538"/>
                  </a:lnTo>
                  <a:close/>
                  <a:moveTo>
                    <a:pt x="1003031" y="467409"/>
                  </a:moveTo>
                  <a:lnTo>
                    <a:pt x="948818" y="521083"/>
                  </a:lnTo>
                  <a:lnTo>
                    <a:pt x="985666" y="517538"/>
                  </a:lnTo>
                  <a:close/>
                  <a:moveTo>
                    <a:pt x="785193" y="252859"/>
                  </a:moveTo>
                  <a:lnTo>
                    <a:pt x="777378" y="314937"/>
                  </a:lnTo>
                  <a:lnTo>
                    <a:pt x="793875" y="308543"/>
                  </a:lnTo>
                  <a:close/>
                  <a:moveTo>
                    <a:pt x="811273" y="60602"/>
                  </a:moveTo>
                  <a:lnTo>
                    <a:pt x="797436" y="87855"/>
                  </a:lnTo>
                  <a:lnTo>
                    <a:pt x="825226" y="70066"/>
                  </a:lnTo>
                  <a:close/>
                  <a:moveTo>
                    <a:pt x="825226" y="70066"/>
                  </a:moveTo>
                  <a:lnTo>
                    <a:pt x="797436" y="87855"/>
                  </a:lnTo>
                  <a:lnTo>
                    <a:pt x="797717" y="117191"/>
                  </a:lnTo>
                  <a:close/>
                  <a:moveTo>
                    <a:pt x="781315" y="5040"/>
                  </a:moveTo>
                  <a:lnTo>
                    <a:pt x="811273" y="60602"/>
                  </a:lnTo>
                  <a:lnTo>
                    <a:pt x="783612" y="9066"/>
                  </a:lnTo>
                  <a:close/>
                  <a:moveTo>
                    <a:pt x="781315" y="5040"/>
                  </a:moveTo>
                  <a:lnTo>
                    <a:pt x="809483" y="44883"/>
                  </a:lnTo>
                  <a:lnTo>
                    <a:pt x="811273" y="60602"/>
                  </a:lnTo>
                  <a:close/>
                  <a:moveTo>
                    <a:pt x="781315" y="5040"/>
                  </a:moveTo>
                  <a:lnTo>
                    <a:pt x="783612" y="9066"/>
                  </a:lnTo>
                  <a:lnTo>
                    <a:pt x="773938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48" name="Output_density__4247">
              <a:extLst>
                <a:ext uri="{FF2B5EF4-FFF2-40B4-BE49-F238E27FC236}">
                  <a16:creationId xmlns:a16="http://schemas.microsoft.com/office/drawing/2014/main" id="{8D3A2401-927D-0E68-6ECC-FF47FE242E26}"/>
                </a:ext>
              </a:extLst>
            </p:cNvPr>
            <p:cNvSpPr>
              <a:spLocks noGrp="1"/>
            </p:cNvSpPr>
            <p:nvPr/>
          </p:nvSpPr>
          <p:spPr>
            <a:xfrm>
              <a:off x="15339578" y="2210196"/>
              <a:ext cx="1010400" cy="2162491"/>
            </a:xfrm>
            <a:custGeom>
              <a:avLst/>
              <a:gdLst/>
              <a:ahLst/>
              <a:cxnLst/>
              <a:rect l="0" t="0" r="0" b="0"/>
              <a:pathLst>
                <a:path w="1010400" h="2162491">
                  <a:moveTo>
                    <a:pt x="70356" y="2089572"/>
                  </a:moveTo>
                  <a:lnTo>
                    <a:pt x="131721" y="2117015"/>
                  </a:lnTo>
                  <a:lnTo>
                    <a:pt x="95819" y="2065478"/>
                  </a:lnTo>
                  <a:close/>
                  <a:moveTo>
                    <a:pt x="175473" y="2092921"/>
                  </a:moveTo>
                  <a:lnTo>
                    <a:pt x="131721" y="2117015"/>
                  </a:lnTo>
                  <a:lnTo>
                    <a:pt x="165259" y="2162491"/>
                  </a:lnTo>
                  <a:close/>
                  <a:moveTo>
                    <a:pt x="282023" y="1941660"/>
                  </a:moveTo>
                  <a:lnTo>
                    <a:pt x="301905" y="1919338"/>
                  </a:lnTo>
                  <a:lnTo>
                    <a:pt x="243003" y="1956418"/>
                  </a:lnTo>
                  <a:close/>
                  <a:moveTo>
                    <a:pt x="243003" y="1956418"/>
                  </a:moveTo>
                  <a:lnTo>
                    <a:pt x="301905" y="1919338"/>
                  </a:lnTo>
                  <a:lnTo>
                    <a:pt x="276450" y="1904465"/>
                  </a:lnTo>
                  <a:close/>
                  <a:moveTo>
                    <a:pt x="266747" y="1786868"/>
                  </a:moveTo>
                  <a:lnTo>
                    <a:pt x="261876" y="1809452"/>
                  </a:lnTo>
                  <a:lnTo>
                    <a:pt x="267715" y="1762956"/>
                  </a:lnTo>
                  <a:close/>
                  <a:moveTo>
                    <a:pt x="260719" y="1816530"/>
                  </a:moveTo>
                  <a:lnTo>
                    <a:pt x="261876" y="1809452"/>
                  </a:lnTo>
                  <a:lnTo>
                    <a:pt x="266747" y="1786868"/>
                  </a:lnTo>
                  <a:close/>
                  <a:moveTo>
                    <a:pt x="290121" y="1740381"/>
                  </a:moveTo>
                  <a:lnTo>
                    <a:pt x="266747" y="1786868"/>
                  </a:lnTo>
                  <a:lnTo>
                    <a:pt x="267715" y="1762956"/>
                  </a:lnTo>
                  <a:close/>
                  <a:moveTo>
                    <a:pt x="365446" y="1712427"/>
                  </a:moveTo>
                  <a:lnTo>
                    <a:pt x="335056" y="1733706"/>
                  </a:lnTo>
                  <a:lnTo>
                    <a:pt x="290121" y="1740381"/>
                  </a:lnTo>
                  <a:close/>
                  <a:moveTo>
                    <a:pt x="365446" y="1712427"/>
                  </a:moveTo>
                  <a:lnTo>
                    <a:pt x="290121" y="1740381"/>
                  </a:lnTo>
                  <a:lnTo>
                    <a:pt x="324395" y="1733626"/>
                  </a:lnTo>
                  <a:close/>
                  <a:moveTo>
                    <a:pt x="88305" y="1509853"/>
                  </a:moveTo>
                  <a:lnTo>
                    <a:pt x="121630" y="1499548"/>
                  </a:lnTo>
                  <a:lnTo>
                    <a:pt x="95831" y="1505273"/>
                  </a:lnTo>
                  <a:close/>
                  <a:moveTo>
                    <a:pt x="121630" y="1499548"/>
                  </a:moveTo>
                  <a:lnTo>
                    <a:pt x="134347" y="1481180"/>
                  </a:lnTo>
                  <a:lnTo>
                    <a:pt x="95831" y="1505273"/>
                  </a:lnTo>
                  <a:close/>
                  <a:moveTo>
                    <a:pt x="77264" y="1450511"/>
                  </a:moveTo>
                  <a:lnTo>
                    <a:pt x="80728" y="1481527"/>
                  </a:lnTo>
                  <a:lnTo>
                    <a:pt x="118765" y="1429643"/>
                  </a:lnTo>
                  <a:close/>
                  <a:moveTo>
                    <a:pt x="118765" y="1429643"/>
                  </a:moveTo>
                  <a:lnTo>
                    <a:pt x="80728" y="1481527"/>
                  </a:lnTo>
                  <a:lnTo>
                    <a:pt x="95831" y="1505273"/>
                  </a:lnTo>
                  <a:close/>
                  <a:moveTo>
                    <a:pt x="118765" y="1429643"/>
                  </a:moveTo>
                  <a:lnTo>
                    <a:pt x="95831" y="1505273"/>
                  </a:lnTo>
                  <a:lnTo>
                    <a:pt x="134347" y="1481180"/>
                  </a:lnTo>
                  <a:close/>
                  <a:moveTo>
                    <a:pt x="328688" y="1736511"/>
                  </a:moveTo>
                  <a:lnTo>
                    <a:pt x="389654" y="1724930"/>
                  </a:lnTo>
                  <a:lnTo>
                    <a:pt x="365446" y="1712427"/>
                  </a:lnTo>
                  <a:close/>
                  <a:moveTo>
                    <a:pt x="151416" y="1354012"/>
                  </a:moveTo>
                  <a:lnTo>
                    <a:pt x="94135" y="1396751"/>
                  </a:lnTo>
                  <a:lnTo>
                    <a:pt x="118765" y="1429643"/>
                  </a:lnTo>
                  <a:close/>
                  <a:moveTo>
                    <a:pt x="151416" y="1354012"/>
                  </a:moveTo>
                  <a:lnTo>
                    <a:pt x="160037" y="1333570"/>
                  </a:lnTo>
                  <a:lnTo>
                    <a:pt x="101958" y="1367692"/>
                  </a:lnTo>
                  <a:close/>
                  <a:moveTo>
                    <a:pt x="101958" y="1367692"/>
                  </a:moveTo>
                  <a:lnTo>
                    <a:pt x="160037" y="1333570"/>
                  </a:lnTo>
                  <a:lnTo>
                    <a:pt x="139663" y="1312278"/>
                  </a:lnTo>
                  <a:close/>
                  <a:moveTo>
                    <a:pt x="382408" y="1506048"/>
                  </a:moveTo>
                  <a:lnTo>
                    <a:pt x="342600" y="1508622"/>
                  </a:lnTo>
                  <a:lnTo>
                    <a:pt x="307779" y="1536601"/>
                  </a:lnTo>
                  <a:close/>
                  <a:moveTo>
                    <a:pt x="195775" y="1329918"/>
                  </a:moveTo>
                  <a:lnTo>
                    <a:pt x="171921" y="1286053"/>
                  </a:lnTo>
                  <a:lnTo>
                    <a:pt x="163220" y="1302476"/>
                  </a:lnTo>
                  <a:close/>
                  <a:moveTo>
                    <a:pt x="155199" y="1250939"/>
                  </a:moveTo>
                  <a:lnTo>
                    <a:pt x="163220" y="1302476"/>
                  </a:lnTo>
                  <a:lnTo>
                    <a:pt x="160532" y="1232569"/>
                  </a:lnTo>
                  <a:close/>
                  <a:moveTo>
                    <a:pt x="163220" y="1302476"/>
                  </a:moveTo>
                  <a:lnTo>
                    <a:pt x="171921" y="1286053"/>
                  </a:lnTo>
                  <a:lnTo>
                    <a:pt x="160532" y="1232569"/>
                  </a:lnTo>
                  <a:close/>
                  <a:moveTo>
                    <a:pt x="382408" y="1506048"/>
                  </a:moveTo>
                  <a:lnTo>
                    <a:pt x="411181" y="1519199"/>
                  </a:lnTo>
                  <a:lnTo>
                    <a:pt x="397665" y="1484528"/>
                  </a:lnTo>
                  <a:close/>
                  <a:moveTo>
                    <a:pt x="397665" y="1484528"/>
                  </a:moveTo>
                  <a:lnTo>
                    <a:pt x="448892" y="1511971"/>
                  </a:lnTo>
                  <a:lnTo>
                    <a:pt x="445549" y="1460434"/>
                  </a:lnTo>
                  <a:close/>
                  <a:moveTo>
                    <a:pt x="423546" y="1408898"/>
                  </a:moveTo>
                  <a:lnTo>
                    <a:pt x="409807" y="1432813"/>
                  </a:lnTo>
                  <a:lnTo>
                    <a:pt x="397665" y="1484528"/>
                  </a:lnTo>
                  <a:close/>
                  <a:moveTo>
                    <a:pt x="445549" y="1460434"/>
                  </a:moveTo>
                  <a:lnTo>
                    <a:pt x="423546" y="1408898"/>
                  </a:lnTo>
                  <a:lnTo>
                    <a:pt x="397665" y="1484528"/>
                  </a:lnTo>
                  <a:close/>
                  <a:moveTo>
                    <a:pt x="410208" y="1432991"/>
                  </a:moveTo>
                  <a:lnTo>
                    <a:pt x="431654" y="1380596"/>
                  </a:lnTo>
                  <a:lnTo>
                    <a:pt x="442383" y="1357361"/>
                  </a:lnTo>
                  <a:close/>
                  <a:moveTo>
                    <a:pt x="431654" y="1380596"/>
                  </a:moveTo>
                  <a:lnTo>
                    <a:pt x="409807" y="1432813"/>
                  </a:lnTo>
                  <a:lnTo>
                    <a:pt x="423546" y="1408898"/>
                  </a:lnTo>
                  <a:close/>
                  <a:moveTo>
                    <a:pt x="431654" y="1380596"/>
                  </a:moveTo>
                  <a:lnTo>
                    <a:pt x="455464" y="1334717"/>
                  </a:lnTo>
                  <a:lnTo>
                    <a:pt x="442383" y="1357361"/>
                  </a:lnTo>
                  <a:close/>
                  <a:moveTo>
                    <a:pt x="455464" y="1334717"/>
                  </a:moveTo>
                  <a:lnTo>
                    <a:pt x="456395" y="1333267"/>
                  </a:lnTo>
                  <a:lnTo>
                    <a:pt x="442383" y="1357361"/>
                  </a:lnTo>
                  <a:close/>
                  <a:moveTo>
                    <a:pt x="151257" y="1030944"/>
                  </a:moveTo>
                  <a:lnTo>
                    <a:pt x="119214" y="1048141"/>
                  </a:lnTo>
                  <a:lnTo>
                    <a:pt x="180235" y="1028322"/>
                  </a:lnTo>
                  <a:close/>
                  <a:moveTo>
                    <a:pt x="731215" y="1532096"/>
                  </a:moveTo>
                  <a:lnTo>
                    <a:pt x="748969" y="1515319"/>
                  </a:lnTo>
                  <a:lnTo>
                    <a:pt x="729769" y="1539413"/>
                  </a:lnTo>
                  <a:close/>
                  <a:moveTo>
                    <a:pt x="377311" y="1170278"/>
                  </a:moveTo>
                  <a:lnTo>
                    <a:pt x="402288" y="1135899"/>
                  </a:lnTo>
                  <a:lnTo>
                    <a:pt x="374234" y="1178657"/>
                  </a:lnTo>
                  <a:close/>
                  <a:moveTo>
                    <a:pt x="288930" y="953176"/>
                  </a:moveTo>
                  <a:lnTo>
                    <a:pt x="254900" y="973972"/>
                  </a:lnTo>
                  <a:lnTo>
                    <a:pt x="252811" y="1007301"/>
                  </a:lnTo>
                  <a:close/>
                  <a:moveTo>
                    <a:pt x="252811" y="1007301"/>
                  </a:moveTo>
                  <a:lnTo>
                    <a:pt x="275481" y="999953"/>
                  </a:lnTo>
                  <a:lnTo>
                    <a:pt x="288930" y="953176"/>
                  </a:lnTo>
                  <a:close/>
                  <a:moveTo>
                    <a:pt x="243155" y="930060"/>
                  </a:moveTo>
                  <a:lnTo>
                    <a:pt x="213333" y="953458"/>
                  </a:lnTo>
                  <a:lnTo>
                    <a:pt x="197156" y="972511"/>
                  </a:lnTo>
                  <a:close/>
                  <a:moveTo>
                    <a:pt x="761121" y="1509009"/>
                  </a:moveTo>
                  <a:lnTo>
                    <a:pt x="748969" y="1515319"/>
                  </a:lnTo>
                  <a:lnTo>
                    <a:pt x="731215" y="1532096"/>
                  </a:lnTo>
                  <a:close/>
                  <a:moveTo>
                    <a:pt x="790438" y="1501506"/>
                  </a:moveTo>
                  <a:lnTo>
                    <a:pt x="858030" y="1521984"/>
                  </a:lnTo>
                  <a:lnTo>
                    <a:pt x="818610" y="1491226"/>
                  </a:lnTo>
                  <a:close/>
                  <a:moveTo>
                    <a:pt x="324687" y="986849"/>
                  </a:moveTo>
                  <a:lnTo>
                    <a:pt x="296213" y="953757"/>
                  </a:lnTo>
                  <a:lnTo>
                    <a:pt x="275481" y="999953"/>
                  </a:lnTo>
                  <a:close/>
                  <a:moveTo>
                    <a:pt x="943683" y="1518668"/>
                  </a:moveTo>
                  <a:lnTo>
                    <a:pt x="931663" y="1487710"/>
                  </a:lnTo>
                  <a:lnTo>
                    <a:pt x="907719" y="1533086"/>
                  </a:lnTo>
                  <a:close/>
                  <a:moveTo>
                    <a:pt x="840380" y="1415595"/>
                  </a:moveTo>
                  <a:lnTo>
                    <a:pt x="818610" y="1491226"/>
                  </a:lnTo>
                  <a:lnTo>
                    <a:pt x="874906" y="1450179"/>
                  </a:lnTo>
                  <a:close/>
                  <a:moveTo>
                    <a:pt x="874906" y="1450179"/>
                  </a:moveTo>
                  <a:lnTo>
                    <a:pt x="818610" y="1491226"/>
                  </a:lnTo>
                  <a:lnTo>
                    <a:pt x="874557" y="1471102"/>
                  </a:lnTo>
                  <a:close/>
                  <a:moveTo>
                    <a:pt x="931663" y="1487710"/>
                  </a:moveTo>
                  <a:lnTo>
                    <a:pt x="917346" y="1467132"/>
                  </a:lnTo>
                  <a:lnTo>
                    <a:pt x="858030" y="1521984"/>
                  </a:lnTo>
                  <a:close/>
                  <a:moveTo>
                    <a:pt x="917346" y="1467132"/>
                  </a:moveTo>
                  <a:lnTo>
                    <a:pt x="924364" y="1460421"/>
                  </a:lnTo>
                  <a:lnTo>
                    <a:pt x="905910" y="1420851"/>
                  </a:lnTo>
                  <a:close/>
                  <a:moveTo>
                    <a:pt x="874557" y="1471102"/>
                  </a:moveTo>
                  <a:lnTo>
                    <a:pt x="917346" y="1467132"/>
                  </a:lnTo>
                  <a:lnTo>
                    <a:pt x="905910" y="1420851"/>
                  </a:lnTo>
                  <a:close/>
                  <a:moveTo>
                    <a:pt x="806425" y="1388152"/>
                  </a:moveTo>
                  <a:lnTo>
                    <a:pt x="840380" y="1415595"/>
                  </a:lnTo>
                  <a:lnTo>
                    <a:pt x="843878" y="1364058"/>
                  </a:lnTo>
                  <a:close/>
                  <a:moveTo>
                    <a:pt x="905910" y="1420851"/>
                  </a:moveTo>
                  <a:lnTo>
                    <a:pt x="924364" y="1460421"/>
                  </a:lnTo>
                  <a:lnTo>
                    <a:pt x="932568" y="1415595"/>
                  </a:lnTo>
                  <a:close/>
                  <a:moveTo>
                    <a:pt x="849615" y="1355623"/>
                  </a:moveTo>
                  <a:lnTo>
                    <a:pt x="806425" y="1388152"/>
                  </a:lnTo>
                  <a:lnTo>
                    <a:pt x="843878" y="1364058"/>
                  </a:lnTo>
                  <a:close/>
                  <a:moveTo>
                    <a:pt x="32977" y="398469"/>
                  </a:moveTo>
                  <a:lnTo>
                    <a:pt x="6282" y="460494"/>
                  </a:lnTo>
                  <a:lnTo>
                    <a:pt x="0" y="436400"/>
                  </a:lnTo>
                  <a:close/>
                  <a:moveTo>
                    <a:pt x="32977" y="398469"/>
                  </a:moveTo>
                  <a:lnTo>
                    <a:pt x="11180" y="451874"/>
                  </a:lnTo>
                  <a:lnTo>
                    <a:pt x="6282" y="460494"/>
                  </a:lnTo>
                  <a:close/>
                  <a:moveTo>
                    <a:pt x="32977" y="398469"/>
                  </a:moveTo>
                  <a:lnTo>
                    <a:pt x="43013" y="384863"/>
                  </a:lnTo>
                  <a:lnTo>
                    <a:pt x="41068" y="408957"/>
                  </a:lnTo>
                  <a:close/>
                  <a:moveTo>
                    <a:pt x="943683" y="1518668"/>
                  </a:moveTo>
                  <a:lnTo>
                    <a:pt x="1010400" y="1472516"/>
                  </a:lnTo>
                  <a:lnTo>
                    <a:pt x="928054" y="1465591"/>
                  </a:lnTo>
                  <a:close/>
                  <a:moveTo>
                    <a:pt x="928054" y="1465591"/>
                  </a:moveTo>
                  <a:lnTo>
                    <a:pt x="1010400" y="1472516"/>
                  </a:lnTo>
                  <a:lnTo>
                    <a:pt x="993495" y="1450371"/>
                  </a:lnTo>
                  <a:close/>
                  <a:moveTo>
                    <a:pt x="928054" y="1465591"/>
                  </a:moveTo>
                  <a:lnTo>
                    <a:pt x="981074" y="1397727"/>
                  </a:lnTo>
                  <a:lnTo>
                    <a:pt x="924364" y="1460421"/>
                  </a:lnTo>
                  <a:close/>
                  <a:moveTo>
                    <a:pt x="894191" y="1387384"/>
                  </a:moveTo>
                  <a:lnTo>
                    <a:pt x="892969" y="1393390"/>
                  </a:lnTo>
                  <a:lnTo>
                    <a:pt x="904658" y="1386743"/>
                  </a:lnTo>
                  <a:close/>
                  <a:moveTo>
                    <a:pt x="916595" y="1296473"/>
                  </a:moveTo>
                  <a:lnTo>
                    <a:pt x="849615" y="1355623"/>
                  </a:lnTo>
                  <a:lnTo>
                    <a:pt x="875587" y="1317826"/>
                  </a:lnTo>
                  <a:close/>
                  <a:moveTo>
                    <a:pt x="425727" y="848693"/>
                  </a:moveTo>
                  <a:lnTo>
                    <a:pt x="436426" y="846486"/>
                  </a:lnTo>
                  <a:lnTo>
                    <a:pt x="413792" y="797156"/>
                  </a:lnTo>
                  <a:close/>
                  <a:moveTo>
                    <a:pt x="436426" y="846486"/>
                  </a:moveTo>
                  <a:lnTo>
                    <a:pt x="509115" y="825374"/>
                  </a:lnTo>
                  <a:lnTo>
                    <a:pt x="484533" y="782616"/>
                  </a:lnTo>
                  <a:close/>
                  <a:moveTo>
                    <a:pt x="436426" y="846486"/>
                  </a:moveTo>
                  <a:lnTo>
                    <a:pt x="484533" y="782616"/>
                  </a:lnTo>
                  <a:lnTo>
                    <a:pt x="425583" y="792559"/>
                  </a:lnTo>
                  <a:close/>
                  <a:moveTo>
                    <a:pt x="70508" y="364114"/>
                  </a:moveTo>
                  <a:lnTo>
                    <a:pt x="43013" y="384863"/>
                  </a:lnTo>
                  <a:lnTo>
                    <a:pt x="96815" y="367987"/>
                  </a:lnTo>
                  <a:close/>
                  <a:moveTo>
                    <a:pt x="875587" y="1317826"/>
                  </a:moveTo>
                  <a:lnTo>
                    <a:pt x="901942" y="1323352"/>
                  </a:lnTo>
                  <a:lnTo>
                    <a:pt x="916595" y="1296473"/>
                  </a:lnTo>
                  <a:close/>
                  <a:moveTo>
                    <a:pt x="916595" y="1296473"/>
                  </a:moveTo>
                  <a:lnTo>
                    <a:pt x="901942" y="1323352"/>
                  </a:lnTo>
                  <a:lnTo>
                    <a:pt x="941452" y="1264334"/>
                  </a:lnTo>
                  <a:close/>
                  <a:moveTo>
                    <a:pt x="941912" y="1256229"/>
                  </a:moveTo>
                  <a:lnTo>
                    <a:pt x="938231" y="1269089"/>
                  </a:lnTo>
                  <a:lnTo>
                    <a:pt x="941452" y="1264334"/>
                  </a:lnTo>
                  <a:close/>
                  <a:moveTo>
                    <a:pt x="983182" y="1235852"/>
                  </a:moveTo>
                  <a:lnTo>
                    <a:pt x="957686" y="1212797"/>
                  </a:lnTo>
                  <a:lnTo>
                    <a:pt x="956349" y="1270428"/>
                  </a:lnTo>
                  <a:close/>
                  <a:moveTo>
                    <a:pt x="941912" y="1256229"/>
                  </a:moveTo>
                  <a:lnTo>
                    <a:pt x="952316" y="1264334"/>
                  </a:lnTo>
                  <a:lnTo>
                    <a:pt x="938231" y="1269089"/>
                  </a:lnTo>
                  <a:close/>
                  <a:moveTo>
                    <a:pt x="222960" y="314953"/>
                  </a:moveTo>
                  <a:lnTo>
                    <a:pt x="190245" y="327539"/>
                  </a:lnTo>
                  <a:lnTo>
                    <a:pt x="146529" y="338769"/>
                  </a:lnTo>
                  <a:close/>
                  <a:moveTo>
                    <a:pt x="222960" y="314953"/>
                  </a:moveTo>
                  <a:lnTo>
                    <a:pt x="146529" y="338769"/>
                  </a:lnTo>
                  <a:lnTo>
                    <a:pt x="179725" y="327983"/>
                  </a:lnTo>
                  <a:close/>
                  <a:moveTo>
                    <a:pt x="457049" y="578748"/>
                  </a:moveTo>
                  <a:lnTo>
                    <a:pt x="460939" y="570264"/>
                  </a:lnTo>
                  <a:lnTo>
                    <a:pt x="432809" y="575514"/>
                  </a:lnTo>
                  <a:close/>
                  <a:moveTo>
                    <a:pt x="697989" y="848512"/>
                  </a:moveTo>
                  <a:lnTo>
                    <a:pt x="687867" y="870204"/>
                  </a:lnTo>
                  <a:lnTo>
                    <a:pt x="697508" y="827947"/>
                  </a:lnTo>
                  <a:close/>
                  <a:moveTo>
                    <a:pt x="711600" y="784262"/>
                  </a:moveTo>
                  <a:lnTo>
                    <a:pt x="697989" y="848512"/>
                  </a:lnTo>
                  <a:lnTo>
                    <a:pt x="697508" y="827947"/>
                  </a:lnTo>
                  <a:close/>
                  <a:moveTo>
                    <a:pt x="760928" y="772583"/>
                  </a:moveTo>
                  <a:lnTo>
                    <a:pt x="739333" y="776411"/>
                  </a:lnTo>
                  <a:lnTo>
                    <a:pt x="794611" y="785049"/>
                  </a:lnTo>
                  <a:close/>
                  <a:moveTo>
                    <a:pt x="739333" y="776411"/>
                  </a:moveTo>
                  <a:lnTo>
                    <a:pt x="711600" y="784262"/>
                  </a:lnTo>
                  <a:lnTo>
                    <a:pt x="794611" y="785049"/>
                  </a:lnTo>
                  <a:close/>
                  <a:moveTo>
                    <a:pt x="760928" y="772583"/>
                  </a:moveTo>
                  <a:lnTo>
                    <a:pt x="794611" y="785049"/>
                  </a:lnTo>
                  <a:lnTo>
                    <a:pt x="822203" y="752317"/>
                  </a:lnTo>
                  <a:close/>
                  <a:moveTo>
                    <a:pt x="907921" y="729044"/>
                  </a:moveTo>
                  <a:lnTo>
                    <a:pt x="845144" y="742099"/>
                  </a:lnTo>
                  <a:lnTo>
                    <a:pt x="910027" y="732319"/>
                  </a:lnTo>
                  <a:close/>
                  <a:moveTo>
                    <a:pt x="845144" y="742099"/>
                  </a:moveTo>
                  <a:lnTo>
                    <a:pt x="864317" y="736090"/>
                  </a:lnTo>
                  <a:lnTo>
                    <a:pt x="910027" y="732319"/>
                  </a:lnTo>
                  <a:close/>
                  <a:moveTo>
                    <a:pt x="864317" y="736090"/>
                  </a:moveTo>
                  <a:lnTo>
                    <a:pt x="899031" y="730984"/>
                  </a:lnTo>
                  <a:lnTo>
                    <a:pt x="910027" y="732319"/>
                  </a:lnTo>
                  <a:close/>
                  <a:moveTo>
                    <a:pt x="589638" y="138019"/>
                  </a:moveTo>
                  <a:lnTo>
                    <a:pt x="615859" y="101158"/>
                  </a:lnTo>
                  <a:lnTo>
                    <a:pt x="592910" y="113132"/>
                  </a:lnTo>
                  <a:close/>
                  <a:moveTo>
                    <a:pt x="614119" y="89039"/>
                  </a:moveTo>
                  <a:lnTo>
                    <a:pt x="626431" y="37502"/>
                  </a:lnTo>
                  <a:lnTo>
                    <a:pt x="592910" y="113132"/>
                  </a:lnTo>
                  <a:close/>
                  <a:moveTo>
                    <a:pt x="671604" y="0"/>
                  </a:moveTo>
                  <a:lnTo>
                    <a:pt x="640451" y="18425"/>
                  </a:lnTo>
                  <a:lnTo>
                    <a:pt x="626431" y="375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9" name="Output_density__4248">
              <a:extLst>
                <a:ext uri="{FF2B5EF4-FFF2-40B4-BE49-F238E27FC236}">
                  <a16:creationId xmlns:a16="http://schemas.microsoft.com/office/drawing/2014/main" id="{DD060A63-9766-D7E9-7A14-E4214AEEB3C8}"/>
                </a:ext>
              </a:extLst>
            </p:cNvPr>
            <p:cNvSpPr>
              <a:spLocks noGrp="1"/>
            </p:cNvSpPr>
            <p:nvPr/>
          </p:nvSpPr>
          <p:spPr>
            <a:xfrm>
              <a:off x="15317333" y="2453845"/>
              <a:ext cx="1449369" cy="2131049"/>
            </a:xfrm>
            <a:custGeom>
              <a:avLst/>
              <a:gdLst/>
              <a:ahLst/>
              <a:cxnLst/>
              <a:rect l="0" t="0" r="0" b="0"/>
              <a:pathLst>
                <a:path w="1449369" h="2131049">
                  <a:moveTo>
                    <a:pt x="193466" y="1901360"/>
                  </a:moveTo>
                  <a:lnTo>
                    <a:pt x="217062" y="1924903"/>
                  </a:lnTo>
                  <a:lnTo>
                    <a:pt x="187503" y="1918843"/>
                  </a:lnTo>
                  <a:close/>
                  <a:moveTo>
                    <a:pt x="420311" y="2131049"/>
                  </a:moveTo>
                  <a:lnTo>
                    <a:pt x="439427" y="2124312"/>
                  </a:lnTo>
                  <a:lnTo>
                    <a:pt x="377956" y="2106884"/>
                  </a:lnTo>
                  <a:close/>
                  <a:moveTo>
                    <a:pt x="328004" y="2094799"/>
                  </a:moveTo>
                  <a:lnTo>
                    <a:pt x="377956" y="2106884"/>
                  </a:lnTo>
                  <a:lnTo>
                    <a:pt x="406655" y="2079285"/>
                  </a:lnTo>
                  <a:close/>
                  <a:moveTo>
                    <a:pt x="217062" y="1924903"/>
                  </a:moveTo>
                  <a:lnTo>
                    <a:pt x="253868" y="1910250"/>
                  </a:lnTo>
                  <a:lnTo>
                    <a:pt x="187503" y="1918843"/>
                  </a:lnTo>
                  <a:close/>
                  <a:moveTo>
                    <a:pt x="187503" y="1918843"/>
                  </a:moveTo>
                  <a:lnTo>
                    <a:pt x="253868" y="1910250"/>
                  </a:lnTo>
                  <a:lnTo>
                    <a:pt x="265145" y="1899558"/>
                  </a:lnTo>
                  <a:close/>
                  <a:moveTo>
                    <a:pt x="307607" y="1883638"/>
                  </a:moveTo>
                  <a:lnTo>
                    <a:pt x="293285" y="1869868"/>
                  </a:lnTo>
                  <a:lnTo>
                    <a:pt x="265145" y="1899558"/>
                  </a:lnTo>
                  <a:close/>
                  <a:moveTo>
                    <a:pt x="312580" y="1586786"/>
                  </a:moveTo>
                  <a:lnTo>
                    <a:pt x="354812" y="1615654"/>
                  </a:lnTo>
                  <a:lnTo>
                    <a:pt x="390321" y="1624309"/>
                  </a:lnTo>
                  <a:close/>
                  <a:moveTo>
                    <a:pt x="93149" y="1212032"/>
                  </a:moveTo>
                  <a:lnTo>
                    <a:pt x="62641" y="1210088"/>
                  </a:lnTo>
                  <a:lnTo>
                    <a:pt x="17729" y="1172623"/>
                  </a:lnTo>
                  <a:close/>
                  <a:moveTo>
                    <a:pt x="101972" y="1185994"/>
                  </a:moveTo>
                  <a:lnTo>
                    <a:pt x="50606" y="1208637"/>
                  </a:lnTo>
                  <a:lnTo>
                    <a:pt x="116380" y="1153103"/>
                  </a:lnTo>
                  <a:close/>
                  <a:moveTo>
                    <a:pt x="48400" y="1208513"/>
                  </a:moveTo>
                  <a:lnTo>
                    <a:pt x="62641" y="1210088"/>
                  </a:lnTo>
                  <a:lnTo>
                    <a:pt x="116380" y="1153103"/>
                  </a:lnTo>
                  <a:close/>
                  <a:moveTo>
                    <a:pt x="531136" y="1585793"/>
                  </a:moveTo>
                  <a:lnTo>
                    <a:pt x="470241" y="1602746"/>
                  </a:lnTo>
                  <a:lnTo>
                    <a:pt x="522697" y="1624195"/>
                  </a:lnTo>
                  <a:close/>
                  <a:moveTo>
                    <a:pt x="531136" y="1585793"/>
                  </a:moveTo>
                  <a:lnTo>
                    <a:pt x="470190" y="1597359"/>
                  </a:lnTo>
                  <a:lnTo>
                    <a:pt x="470241" y="1602746"/>
                  </a:lnTo>
                  <a:close/>
                  <a:moveTo>
                    <a:pt x="531136" y="1585793"/>
                  </a:moveTo>
                  <a:lnTo>
                    <a:pt x="522697" y="1624195"/>
                  </a:lnTo>
                  <a:lnTo>
                    <a:pt x="536849" y="1598287"/>
                  </a:lnTo>
                  <a:close/>
                  <a:moveTo>
                    <a:pt x="124203" y="1124044"/>
                  </a:moveTo>
                  <a:lnTo>
                    <a:pt x="108824" y="1073804"/>
                  </a:lnTo>
                  <a:lnTo>
                    <a:pt x="128271" y="1110364"/>
                  </a:lnTo>
                  <a:close/>
                  <a:moveTo>
                    <a:pt x="63608" y="1009838"/>
                  </a:moveTo>
                  <a:lnTo>
                    <a:pt x="107140" y="1058827"/>
                  </a:lnTo>
                  <a:lnTo>
                    <a:pt x="108824" y="1073804"/>
                  </a:lnTo>
                  <a:close/>
                  <a:moveTo>
                    <a:pt x="0" y="1031385"/>
                  </a:moveTo>
                  <a:lnTo>
                    <a:pt x="63608" y="1009838"/>
                  </a:lnTo>
                  <a:lnTo>
                    <a:pt x="66401" y="1006017"/>
                  </a:lnTo>
                  <a:close/>
                  <a:moveTo>
                    <a:pt x="63608" y="1009838"/>
                  </a:moveTo>
                  <a:lnTo>
                    <a:pt x="106889" y="1012633"/>
                  </a:lnTo>
                  <a:lnTo>
                    <a:pt x="66401" y="1006017"/>
                  </a:lnTo>
                  <a:close/>
                  <a:moveTo>
                    <a:pt x="106889" y="1012633"/>
                  </a:moveTo>
                  <a:lnTo>
                    <a:pt x="109612" y="992899"/>
                  </a:lnTo>
                  <a:lnTo>
                    <a:pt x="66401" y="1006017"/>
                  </a:lnTo>
                  <a:close/>
                  <a:moveTo>
                    <a:pt x="109612" y="992899"/>
                  </a:moveTo>
                  <a:lnTo>
                    <a:pt x="106889" y="1012633"/>
                  </a:lnTo>
                  <a:lnTo>
                    <a:pt x="127722" y="955754"/>
                  </a:lnTo>
                  <a:close/>
                  <a:moveTo>
                    <a:pt x="492084" y="1279715"/>
                  </a:moveTo>
                  <a:lnTo>
                    <a:pt x="513373" y="1286520"/>
                  </a:lnTo>
                  <a:lnTo>
                    <a:pt x="503335" y="1268322"/>
                  </a:lnTo>
                  <a:close/>
                  <a:moveTo>
                    <a:pt x="934793" y="1604985"/>
                  </a:moveTo>
                  <a:lnTo>
                    <a:pt x="914799" y="1637439"/>
                  </a:lnTo>
                  <a:lnTo>
                    <a:pt x="943897" y="1611331"/>
                  </a:lnTo>
                  <a:close/>
                  <a:moveTo>
                    <a:pt x="917437" y="1553448"/>
                  </a:moveTo>
                  <a:lnTo>
                    <a:pt x="876355" y="1533478"/>
                  </a:lnTo>
                  <a:lnTo>
                    <a:pt x="849846" y="1569268"/>
                  </a:lnTo>
                  <a:close/>
                  <a:moveTo>
                    <a:pt x="849846" y="1569268"/>
                  </a:moveTo>
                  <a:lnTo>
                    <a:pt x="800702" y="1518570"/>
                  </a:lnTo>
                  <a:lnTo>
                    <a:pt x="803683" y="1526005"/>
                  </a:lnTo>
                  <a:close/>
                  <a:moveTo>
                    <a:pt x="787875" y="1512247"/>
                  </a:moveTo>
                  <a:lnTo>
                    <a:pt x="803683" y="1526005"/>
                  </a:lnTo>
                  <a:lnTo>
                    <a:pt x="800702" y="1518570"/>
                  </a:lnTo>
                  <a:close/>
                  <a:moveTo>
                    <a:pt x="518962" y="1216786"/>
                  </a:moveTo>
                  <a:lnTo>
                    <a:pt x="496252" y="1262456"/>
                  </a:lnTo>
                  <a:lnTo>
                    <a:pt x="503335" y="1268322"/>
                  </a:lnTo>
                  <a:close/>
                  <a:moveTo>
                    <a:pt x="289925" y="939793"/>
                  </a:moveTo>
                  <a:lnTo>
                    <a:pt x="317467" y="976205"/>
                  </a:lnTo>
                  <a:lnTo>
                    <a:pt x="295081" y="959103"/>
                  </a:lnTo>
                  <a:close/>
                  <a:moveTo>
                    <a:pt x="403887" y="986546"/>
                  </a:moveTo>
                  <a:lnTo>
                    <a:pt x="424544" y="1027194"/>
                  </a:lnTo>
                  <a:lnTo>
                    <a:pt x="459613" y="1023410"/>
                  </a:lnTo>
                  <a:close/>
                  <a:moveTo>
                    <a:pt x="297547" y="907566"/>
                  </a:moveTo>
                  <a:lnTo>
                    <a:pt x="282855" y="883472"/>
                  </a:lnTo>
                  <a:lnTo>
                    <a:pt x="295081" y="959103"/>
                  </a:lnTo>
                  <a:close/>
                  <a:moveTo>
                    <a:pt x="297547" y="907566"/>
                  </a:moveTo>
                  <a:lnTo>
                    <a:pt x="308210" y="831936"/>
                  </a:lnTo>
                  <a:lnTo>
                    <a:pt x="282855" y="883472"/>
                  </a:lnTo>
                  <a:close/>
                  <a:moveTo>
                    <a:pt x="917437" y="1553448"/>
                  </a:moveTo>
                  <a:lnTo>
                    <a:pt x="934793" y="1604985"/>
                  </a:lnTo>
                  <a:lnTo>
                    <a:pt x="892893" y="1544346"/>
                  </a:lnTo>
                  <a:close/>
                  <a:moveTo>
                    <a:pt x="590172" y="1073837"/>
                  </a:moveTo>
                  <a:lnTo>
                    <a:pt x="609116" y="1121179"/>
                  </a:lnTo>
                  <a:lnTo>
                    <a:pt x="627166" y="1141155"/>
                  </a:lnTo>
                  <a:close/>
                  <a:moveTo>
                    <a:pt x="609116" y="1121179"/>
                  </a:moveTo>
                  <a:lnTo>
                    <a:pt x="590172" y="1073837"/>
                  </a:lnTo>
                  <a:lnTo>
                    <a:pt x="606282" y="1117061"/>
                  </a:lnTo>
                  <a:close/>
                  <a:moveTo>
                    <a:pt x="459613" y="1023410"/>
                  </a:moveTo>
                  <a:lnTo>
                    <a:pt x="403474" y="986187"/>
                  </a:lnTo>
                  <a:lnTo>
                    <a:pt x="403887" y="986546"/>
                  </a:lnTo>
                  <a:close/>
                  <a:moveTo>
                    <a:pt x="1020933" y="1641701"/>
                  </a:moveTo>
                  <a:lnTo>
                    <a:pt x="1075935" y="1683964"/>
                  </a:lnTo>
                  <a:lnTo>
                    <a:pt x="1037334" y="1651099"/>
                  </a:lnTo>
                  <a:close/>
                  <a:moveTo>
                    <a:pt x="1130755" y="1608334"/>
                  </a:moveTo>
                  <a:lnTo>
                    <a:pt x="1116539" y="1637659"/>
                  </a:lnTo>
                  <a:lnTo>
                    <a:pt x="1143547" y="1617982"/>
                  </a:lnTo>
                  <a:close/>
                  <a:moveTo>
                    <a:pt x="1143547" y="1617982"/>
                  </a:moveTo>
                  <a:lnTo>
                    <a:pt x="1116539" y="1637659"/>
                  </a:lnTo>
                  <a:lnTo>
                    <a:pt x="1114121" y="1666665"/>
                  </a:lnTo>
                  <a:close/>
                  <a:moveTo>
                    <a:pt x="1143547" y="1617982"/>
                  </a:moveTo>
                  <a:lnTo>
                    <a:pt x="1114121" y="1666665"/>
                  </a:lnTo>
                  <a:lnTo>
                    <a:pt x="1165548" y="1662839"/>
                  </a:lnTo>
                  <a:close/>
                  <a:moveTo>
                    <a:pt x="1165548" y="1662839"/>
                  </a:moveTo>
                  <a:lnTo>
                    <a:pt x="1201692" y="1671437"/>
                  </a:lnTo>
                  <a:lnTo>
                    <a:pt x="1143547" y="1617982"/>
                  </a:lnTo>
                  <a:close/>
                  <a:moveTo>
                    <a:pt x="822520" y="1312603"/>
                  </a:moveTo>
                  <a:lnTo>
                    <a:pt x="835778" y="1323208"/>
                  </a:lnTo>
                  <a:lnTo>
                    <a:pt x="812682" y="1257858"/>
                  </a:lnTo>
                  <a:close/>
                  <a:moveTo>
                    <a:pt x="880275" y="1278336"/>
                  </a:moveTo>
                  <a:lnTo>
                    <a:pt x="853346" y="1312554"/>
                  </a:lnTo>
                  <a:lnTo>
                    <a:pt x="929963" y="1289438"/>
                  </a:lnTo>
                  <a:close/>
                  <a:moveTo>
                    <a:pt x="123242" y="371911"/>
                  </a:moveTo>
                  <a:lnTo>
                    <a:pt x="98197" y="410623"/>
                  </a:lnTo>
                  <a:lnTo>
                    <a:pt x="124103" y="371455"/>
                  </a:lnTo>
                  <a:close/>
                  <a:moveTo>
                    <a:pt x="124103" y="371455"/>
                  </a:moveTo>
                  <a:lnTo>
                    <a:pt x="98197" y="410623"/>
                  </a:lnTo>
                  <a:lnTo>
                    <a:pt x="138221" y="447085"/>
                  </a:lnTo>
                  <a:close/>
                  <a:moveTo>
                    <a:pt x="124103" y="371455"/>
                  </a:moveTo>
                  <a:lnTo>
                    <a:pt x="138221" y="447085"/>
                  </a:lnTo>
                  <a:lnTo>
                    <a:pt x="143575" y="422992"/>
                  </a:lnTo>
                  <a:close/>
                  <a:moveTo>
                    <a:pt x="86667" y="367512"/>
                  </a:moveTo>
                  <a:lnTo>
                    <a:pt x="79766" y="395549"/>
                  </a:lnTo>
                  <a:lnTo>
                    <a:pt x="123242" y="371911"/>
                  </a:lnTo>
                  <a:close/>
                  <a:moveTo>
                    <a:pt x="124103" y="371455"/>
                  </a:moveTo>
                  <a:lnTo>
                    <a:pt x="84218" y="340893"/>
                  </a:lnTo>
                  <a:lnTo>
                    <a:pt x="87133" y="344012"/>
                  </a:lnTo>
                  <a:close/>
                  <a:moveTo>
                    <a:pt x="86667" y="367512"/>
                  </a:moveTo>
                  <a:lnTo>
                    <a:pt x="123242" y="371911"/>
                  </a:lnTo>
                  <a:lnTo>
                    <a:pt x="124103" y="371455"/>
                  </a:lnTo>
                  <a:close/>
                  <a:moveTo>
                    <a:pt x="87133" y="344012"/>
                  </a:moveTo>
                  <a:lnTo>
                    <a:pt x="86667" y="367512"/>
                  </a:lnTo>
                  <a:lnTo>
                    <a:pt x="124103" y="371455"/>
                  </a:lnTo>
                  <a:close/>
                  <a:moveTo>
                    <a:pt x="1116237" y="1602202"/>
                  </a:moveTo>
                  <a:lnTo>
                    <a:pt x="1130755" y="1608334"/>
                  </a:lnTo>
                  <a:lnTo>
                    <a:pt x="1102604" y="1585559"/>
                  </a:lnTo>
                  <a:close/>
                  <a:moveTo>
                    <a:pt x="942042" y="1299114"/>
                  </a:moveTo>
                  <a:lnTo>
                    <a:pt x="988907" y="1335139"/>
                  </a:lnTo>
                  <a:lnTo>
                    <a:pt x="979380" y="1326556"/>
                  </a:lnTo>
                  <a:close/>
                  <a:moveTo>
                    <a:pt x="718664" y="1070100"/>
                  </a:moveTo>
                  <a:lnTo>
                    <a:pt x="727152" y="1055190"/>
                  </a:lnTo>
                  <a:lnTo>
                    <a:pt x="752822" y="1080313"/>
                  </a:lnTo>
                  <a:close/>
                  <a:moveTo>
                    <a:pt x="163909" y="314088"/>
                  </a:moveTo>
                  <a:lnTo>
                    <a:pt x="124103" y="371455"/>
                  </a:lnTo>
                  <a:lnTo>
                    <a:pt x="177794" y="365543"/>
                  </a:lnTo>
                  <a:close/>
                  <a:moveTo>
                    <a:pt x="175251" y="319918"/>
                  </a:moveTo>
                  <a:lnTo>
                    <a:pt x="176503" y="258916"/>
                  </a:lnTo>
                  <a:lnTo>
                    <a:pt x="163909" y="314088"/>
                  </a:lnTo>
                  <a:close/>
                  <a:moveTo>
                    <a:pt x="1037446" y="1275020"/>
                  </a:moveTo>
                  <a:lnTo>
                    <a:pt x="1028260" y="1223483"/>
                  </a:lnTo>
                  <a:lnTo>
                    <a:pt x="1056899" y="1250926"/>
                  </a:lnTo>
                  <a:close/>
                  <a:moveTo>
                    <a:pt x="953805" y="1156349"/>
                  </a:moveTo>
                  <a:lnTo>
                    <a:pt x="925488" y="1147853"/>
                  </a:lnTo>
                  <a:lnTo>
                    <a:pt x="926903" y="1143095"/>
                  </a:lnTo>
                  <a:close/>
                  <a:moveTo>
                    <a:pt x="1009866" y="1143703"/>
                  </a:moveTo>
                  <a:lnTo>
                    <a:pt x="953805" y="1156349"/>
                  </a:lnTo>
                  <a:lnTo>
                    <a:pt x="926903" y="1143095"/>
                  </a:lnTo>
                  <a:close/>
                  <a:moveTo>
                    <a:pt x="1003318" y="1154078"/>
                  </a:moveTo>
                  <a:lnTo>
                    <a:pt x="1056490" y="1148833"/>
                  </a:lnTo>
                  <a:lnTo>
                    <a:pt x="1009866" y="1143703"/>
                  </a:lnTo>
                  <a:close/>
                  <a:moveTo>
                    <a:pt x="882844" y="1018142"/>
                  </a:moveTo>
                  <a:lnTo>
                    <a:pt x="905777" y="1007167"/>
                  </a:lnTo>
                  <a:lnTo>
                    <a:pt x="897515" y="993243"/>
                  </a:lnTo>
                  <a:close/>
                  <a:moveTo>
                    <a:pt x="720685" y="855468"/>
                  </a:moveTo>
                  <a:lnTo>
                    <a:pt x="683043" y="914264"/>
                  </a:lnTo>
                  <a:lnTo>
                    <a:pt x="718710" y="888725"/>
                  </a:lnTo>
                  <a:close/>
                  <a:moveTo>
                    <a:pt x="679674" y="913570"/>
                  </a:moveTo>
                  <a:lnTo>
                    <a:pt x="683043" y="914264"/>
                  </a:lnTo>
                  <a:lnTo>
                    <a:pt x="720685" y="855468"/>
                  </a:lnTo>
                  <a:close/>
                  <a:moveTo>
                    <a:pt x="690729" y="841840"/>
                  </a:moveTo>
                  <a:lnTo>
                    <a:pt x="679674" y="913570"/>
                  </a:lnTo>
                  <a:lnTo>
                    <a:pt x="720685" y="855468"/>
                  </a:lnTo>
                  <a:close/>
                  <a:moveTo>
                    <a:pt x="720685" y="855468"/>
                  </a:moveTo>
                  <a:lnTo>
                    <a:pt x="727929" y="788293"/>
                  </a:lnTo>
                  <a:lnTo>
                    <a:pt x="690063" y="821397"/>
                  </a:lnTo>
                  <a:close/>
                  <a:moveTo>
                    <a:pt x="568523" y="589494"/>
                  </a:moveTo>
                  <a:lnTo>
                    <a:pt x="531360" y="581725"/>
                  </a:lnTo>
                  <a:lnTo>
                    <a:pt x="508047" y="625121"/>
                  </a:lnTo>
                  <a:close/>
                  <a:moveTo>
                    <a:pt x="340764" y="497244"/>
                  </a:moveTo>
                  <a:lnTo>
                    <a:pt x="356024" y="553508"/>
                  </a:lnTo>
                  <a:lnTo>
                    <a:pt x="364633" y="501971"/>
                  </a:lnTo>
                  <a:close/>
                  <a:moveTo>
                    <a:pt x="340764" y="497244"/>
                  </a:moveTo>
                  <a:lnTo>
                    <a:pt x="364633" y="501971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40764" y="497244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84495" y="436931"/>
                  </a:lnTo>
                  <a:lnTo>
                    <a:pt x="347782" y="415049"/>
                  </a:lnTo>
                  <a:close/>
                  <a:moveTo>
                    <a:pt x="384495" y="436931"/>
                  </a:moveTo>
                  <a:lnTo>
                    <a:pt x="395327" y="418135"/>
                  </a:lnTo>
                  <a:lnTo>
                    <a:pt x="347782" y="415049"/>
                  </a:lnTo>
                  <a:close/>
                  <a:moveTo>
                    <a:pt x="218644" y="220194"/>
                  </a:moveTo>
                  <a:lnTo>
                    <a:pt x="235573" y="231066"/>
                  </a:lnTo>
                  <a:lnTo>
                    <a:pt x="251974" y="231516"/>
                  </a:lnTo>
                  <a:close/>
                  <a:moveTo>
                    <a:pt x="215845" y="231335"/>
                  </a:moveTo>
                  <a:lnTo>
                    <a:pt x="218644" y="220194"/>
                  </a:lnTo>
                  <a:lnTo>
                    <a:pt x="198641" y="206787"/>
                  </a:lnTo>
                  <a:close/>
                  <a:moveTo>
                    <a:pt x="198641" y="206787"/>
                  </a:moveTo>
                  <a:lnTo>
                    <a:pt x="192281" y="228279"/>
                  </a:lnTo>
                  <a:lnTo>
                    <a:pt x="215845" y="231335"/>
                  </a:lnTo>
                  <a:close/>
                  <a:moveTo>
                    <a:pt x="1449369" y="1559265"/>
                  </a:moveTo>
                  <a:lnTo>
                    <a:pt x="1432158" y="1539624"/>
                  </a:lnTo>
                  <a:lnTo>
                    <a:pt x="1434515" y="1596102"/>
                  </a:lnTo>
                  <a:close/>
                  <a:moveTo>
                    <a:pt x="1288161" y="1484515"/>
                  </a:moveTo>
                  <a:lnTo>
                    <a:pt x="1288496" y="1508609"/>
                  </a:lnTo>
                  <a:lnTo>
                    <a:pt x="1296215" y="1515606"/>
                  </a:lnTo>
                  <a:close/>
                  <a:moveTo>
                    <a:pt x="1199278" y="1226832"/>
                  </a:moveTo>
                  <a:lnTo>
                    <a:pt x="1156218" y="1206634"/>
                  </a:lnTo>
                  <a:lnTo>
                    <a:pt x="1121719" y="1212548"/>
                  </a:lnTo>
                  <a:close/>
                  <a:moveTo>
                    <a:pt x="1103957" y="1175295"/>
                  </a:moveTo>
                  <a:lnTo>
                    <a:pt x="1121719" y="1212548"/>
                  </a:lnTo>
                  <a:lnTo>
                    <a:pt x="1156218" y="1206634"/>
                  </a:lnTo>
                  <a:close/>
                  <a:moveTo>
                    <a:pt x="1103957" y="1175295"/>
                  </a:moveTo>
                  <a:lnTo>
                    <a:pt x="1087875" y="1199389"/>
                  </a:lnTo>
                  <a:lnTo>
                    <a:pt x="1121719" y="1212548"/>
                  </a:lnTo>
                  <a:close/>
                  <a:moveTo>
                    <a:pt x="1057303" y="1146383"/>
                  </a:moveTo>
                  <a:lnTo>
                    <a:pt x="1059679" y="1146240"/>
                  </a:lnTo>
                  <a:lnTo>
                    <a:pt x="1035790" y="1127679"/>
                  </a:lnTo>
                  <a:close/>
                  <a:moveTo>
                    <a:pt x="406301" y="324266"/>
                  </a:moveTo>
                  <a:lnTo>
                    <a:pt x="423506" y="348815"/>
                  </a:lnTo>
                  <a:lnTo>
                    <a:pt x="455053" y="331866"/>
                  </a:lnTo>
                  <a:close/>
                  <a:moveTo>
                    <a:pt x="266053" y="196100"/>
                  </a:moveTo>
                  <a:lnTo>
                    <a:pt x="218644" y="220194"/>
                  </a:lnTo>
                  <a:lnTo>
                    <a:pt x="251974" y="231516"/>
                  </a:lnTo>
                  <a:close/>
                  <a:moveTo>
                    <a:pt x="251974" y="231516"/>
                  </a:moveTo>
                  <a:lnTo>
                    <a:pt x="301623" y="242468"/>
                  </a:lnTo>
                  <a:lnTo>
                    <a:pt x="337115" y="240266"/>
                  </a:lnTo>
                  <a:close/>
                  <a:moveTo>
                    <a:pt x="280416" y="202957"/>
                  </a:moveTo>
                  <a:lnTo>
                    <a:pt x="251974" y="231516"/>
                  </a:lnTo>
                  <a:lnTo>
                    <a:pt x="337115" y="240266"/>
                  </a:lnTo>
                  <a:close/>
                  <a:moveTo>
                    <a:pt x="1098549" y="1165699"/>
                  </a:moveTo>
                  <a:lnTo>
                    <a:pt x="1035790" y="1127679"/>
                  </a:lnTo>
                  <a:lnTo>
                    <a:pt x="1059679" y="1146240"/>
                  </a:lnTo>
                  <a:close/>
                  <a:moveTo>
                    <a:pt x="1432670" y="1534858"/>
                  </a:moveTo>
                  <a:lnTo>
                    <a:pt x="1393774" y="1570789"/>
                  </a:lnTo>
                  <a:lnTo>
                    <a:pt x="1432158" y="1539624"/>
                  </a:lnTo>
                  <a:close/>
                  <a:moveTo>
                    <a:pt x="1432670" y="1534858"/>
                  </a:moveTo>
                  <a:lnTo>
                    <a:pt x="1432158" y="1539624"/>
                  </a:lnTo>
                  <a:lnTo>
                    <a:pt x="1433327" y="1536052"/>
                  </a:lnTo>
                  <a:close/>
                  <a:moveTo>
                    <a:pt x="1427734" y="1476129"/>
                  </a:moveTo>
                  <a:lnTo>
                    <a:pt x="1433327" y="1536052"/>
                  </a:lnTo>
                  <a:lnTo>
                    <a:pt x="1438171" y="1484515"/>
                  </a:lnTo>
                  <a:close/>
                  <a:moveTo>
                    <a:pt x="1427734" y="1476129"/>
                  </a:moveTo>
                  <a:lnTo>
                    <a:pt x="1432670" y="1534858"/>
                  </a:lnTo>
                  <a:lnTo>
                    <a:pt x="1433327" y="1536052"/>
                  </a:lnTo>
                  <a:close/>
                  <a:moveTo>
                    <a:pt x="1410563" y="1458881"/>
                  </a:moveTo>
                  <a:lnTo>
                    <a:pt x="1387801" y="1470612"/>
                  </a:lnTo>
                  <a:lnTo>
                    <a:pt x="1427734" y="1476129"/>
                  </a:lnTo>
                  <a:close/>
                  <a:moveTo>
                    <a:pt x="1199278" y="1226832"/>
                  </a:moveTo>
                  <a:lnTo>
                    <a:pt x="1216803" y="1219951"/>
                  </a:lnTo>
                  <a:lnTo>
                    <a:pt x="1225724" y="1156930"/>
                  </a:lnTo>
                  <a:close/>
                  <a:moveTo>
                    <a:pt x="1156218" y="1206634"/>
                  </a:moveTo>
                  <a:lnTo>
                    <a:pt x="1199278" y="1226832"/>
                  </a:lnTo>
                  <a:lnTo>
                    <a:pt x="1225724" y="1156930"/>
                  </a:lnTo>
                  <a:close/>
                  <a:moveTo>
                    <a:pt x="1216803" y="1219951"/>
                  </a:moveTo>
                  <a:lnTo>
                    <a:pt x="1252340" y="1216666"/>
                  </a:lnTo>
                  <a:lnTo>
                    <a:pt x="1225724" y="1156930"/>
                  </a:lnTo>
                  <a:close/>
                  <a:moveTo>
                    <a:pt x="1103957" y="1175295"/>
                  </a:moveTo>
                  <a:lnTo>
                    <a:pt x="1156218" y="1206634"/>
                  </a:lnTo>
                  <a:lnTo>
                    <a:pt x="1102596" y="1174092"/>
                  </a:lnTo>
                  <a:close/>
                  <a:moveTo>
                    <a:pt x="1098549" y="1165699"/>
                  </a:moveTo>
                  <a:lnTo>
                    <a:pt x="1103957" y="1175295"/>
                  </a:lnTo>
                  <a:lnTo>
                    <a:pt x="1102596" y="1174092"/>
                  </a:lnTo>
                  <a:close/>
                  <a:moveTo>
                    <a:pt x="979931" y="969149"/>
                  </a:moveTo>
                  <a:lnTo>
                    <a:pt x="996456" y="945055"/>
                  </a:lnTo>
                  <a:lnTo>
                    <a:pt x="946363" y="946053"/>
                  </a:lnTo>
                  <a:close/>
                  <a:moveTo>
                    <a:pt x="996456" y="945055"/>
                  </a:moveTo>
                  <a:lnTo>
                    <a:pt x="978121" y="929891"/>
                  </a:lnTo>
                  <a:lnTo>
                    <a:pt x="946363" y="946053"/>
                  </a:lnTo>
                  <a:close/>
                  <a:moveTo>
                    <a:pt x="1034221" y="964961"/>
                  </a:moveTo>
                  <a:lnTo>
                    <a:pt x="1005426" y="992203"/>
                  </a:lnTo>
                  <a:lnTo>
                    <a:pt x="1083400" y="974158"/>
                  </a:lnTo>
                  <a:close/>
                  <a:moveTo>
                    <a:pt x="455053" y="331866"/>
                  </a:moveTo>
                  <a:lnTo>
                    <a:pt x="436079" y="300700"/>
                  </a:lnTo>
                  <a:lnTo>
                    <a:pt x="406301" y="324266"/>
                  </a:lnTo>
                  <a:close/>
                  <a:moveTo>
                    <a:pt x="1223162" y="1099665"/>
                  </a:moveTo>
                  <a:lnTo>
                    <a:pt x="1215400" y="1095606"/>
                  </a:lnTo>
                  <a:lnTo>
                    <a:pt x="1261844" y="1127108"/>
                  </a:lnTo>
                  <a:close/>
                  <a:moveTo>
                    <a:pt x="1229768" y="1151202"/>
                  </a:moveTo>
                  <a:lnTo>
                    <a:pt x="1223162" y="1099665"/>
                  </a:lnTo>
                  <a:lnTo>
                    <a:pt x="1261844" y="1127108"/>
                  </a:lnTo>
                  <a:close/>
                  <a:moveTo>
                    <a:pt x="912737" y="687372"/>
                  </a:moveTo>
                  <a:lnTo>
                    <a:pt x="913392" y="687881"/>
                  </a:lnTo>
                  <a:lnTo>
                    <a:pt x="888174" y="669782"/>
                  </a:lnTo>
                  <a:close/>
                  <a:moveTo>
                    <a:pt x="495351" y="259304"/>
                  </a:moveTo>
                  <a:lnTo>
                    <a:pt x="525268" y="284810"/>
                  </a:lnTo>
                  <a:lnTo>
                    <a:pt x="510413" y="275079"/>
                  </a:lnTo>
                  <a:close/>
                  <a:moveTo>
                    <a:pt x="543352" y="195519"/>
                  </a:moveTo>
                  <a:lnTo>
                    <a:pt x="545913" y="199449"/>
                  </a:lnTo>
                  <a:lnTo>
                    <a:pt x="556852" y="133096"/>
                  </a:lnTo>
                  <a:close/>
                  <a:moveTo>
                    <a:pt x="974108" y="512415"/>
                  </a:moveTo>
                  <a:lnTo>
                    <a:pt x="968171" y="536111"/>
                  </a:lnTo>
                  <a:lnTo>
                    <a:pt x="932272" y="488670"/>
                  </a:lnTo>
                  <a:close/>
                  <a:moveTo>
                    <a:pt x="953457" y="278232"/>
                  </a:moveTo>
                  <a:lnTo>
                    <a:pt x="956588" y="309784"/>
                  </a:lnTo>
                  <a:lnTo>
                    <a:pt x="962914" y="281777"/>
                  </a:lnTo>
                  <a:close/>
                  <a:moveTo>
                    <a:pt x="953457" y="278232"/>
                  </a:moveTo>
                  <a:lnTo>
                    <a:pt x="962914" y="281777"/>
                  </a:lnTo>
                  <a:lnTo>
                    <a:pt x="970822" y="228102"/>
                  </a:lnTo>
                  <a:close/>
                  <a:moveTo>
                    <a:pt x="806082" y="0"/>
                  </a:moveTo>
                  <a:lnTo>
                    <a:pt x="752984" y="13553"/>
                  </a:lnTo>
                  <a:lnTo>
                    <a:pt x="799261" y="709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0" name="Output_density__4249">
              <a:extLst>
                <a:ext uri="{FF2B5EF4-FFF2-40B4-BE49-F238E27FC236}">
                  <a16:creationId xmlns:a16="http://schemas.microsoft.com/office/drawing/2014/main" id="{85FE8C74-8F8A-A863-C316-E98F2CF1F1A6}"/>
                </a:ext>
              </a:extLst>
            </p:cNvPr>
            <p:cNvSpPr>
              <a:spLocks noGrp="1"/>
            </p:cNvSpPr>
            <p:nvPr/>
          </p:nvSpPr>
          <p:spPr>
            <a:xfrm>
              <a:off x="15614880" y="2516323"/>
              <a:ext cx="886140" cy="1579222"/>
            </a:xfrm>
            <a:custGeom>
              <a:avLst/>
              <a:gdLst/>
              <a:ahLst/>
              <a:cxnLst/>
              <a:rect l="0" t="0" r="0" b="0"/>
              <a:pathLst>
                <a:path w="886140" h="1579222">
                  <a:moveTo>
                    <a:pt x="221415" y="1154307"/>
                  </a:moveTo>
                  <a:lnTo>
                    <a:pt x="218079" y="1159467"/>
                  </a:lnTo>
                  <a:lnTo>
                    <a:pt x="224290" y="1153800"/>
                  </a:lnTo>
                  <a:close/>
                  <a:moveTo>
                    <a:pt x="688884" y="1544529"/>
                  </a:moveTo>
                  <a:lnTo>
                    <a:pt x="669557" y="1542506"/>
                  </a:lnTo>
                  <a:lnTo>
                    <a:pt x="646349" y="1548852"/>
                  </a:lnTo>
                  <a:close/>
                  <a:moveTo>
                    <a:pt x="221415" y="1154307"/>
                  </a:moveTo>
                  <a:lnTo>
                    <a:pt x="225699" y="1153272"/>
                  </a:lnTo>
                  <a:lnTo>
                    <a:pt x="257030" y="1141312"/>
                  </a:lnTo>
                  <a:close/>
                  <a:moveTo>
                    <a:pt x="225699" y="1153272"/>
                  </a:moveTo>
                  <a:lnTo>
                    <a:pt x="221415" y="1154307"/>
                  </a:lnTo>
                  <a:lnTo>
                    <a:pt x="224290" y="1153800"/>
                  </a:lnTo>
                  <a:close/>
                  <a:moveTo>
                    <a:pt x="277050" y="1130213"/>
                  </a:moveTo>
                  <a:lnTo>
                    <a:pt x="225699" y="1153272"/>
                  </a:lnTo>
                  <a:lnTo>
                    <a:pt x="298175" y="1120471"/>
                  </a:lnTo>
                  <a:close/>
                  <a:moveTo>
                    <a:pt x="298175" y="1120471"/>
                  </a:moveTo>
                  <a:lnTo>
                    <a:pt x="225699" y="1153272"/>
                  </a:lnTo>
                  <a:lnTo>
                    <a:pt x="224290" y="1153800"/>
                  </a:lnTo>
                  <a:close/>
                  <a:moveTo>
                    <a:pt x="298175" y="1120471"/>
                  </a:moveTo>
                  <a:lnTo>
                    <a:pt x="224290" y="1153800"/>
                  </a:lnTo>
                  <a:lnTo>
                    <a:pt x="269204" y="1147051"/>
                  </a:lnTo>
                  <a:close/>
                  <a:moveTo>
                    <a:pt x="49004" y="932004"/>
                  </a:moveTo>
                  <a:lnTo>
                    <a:pt x="34770" y="969249"/>
                  </a:lnTo>
                  <a:lnTo>
                    <a:pt x="53596" y="948161"/>
                  </a:lnTo>
                  <a:close/>
                  <a:moveTo>
                    <a:pt x="0" y="845087"/>
                  </a:moveTo>
                  <a:lnTo>
                    <a:pt x="12685" y="773302"/>
                  </a:lnTo>
                  <a:lnTo>
                    <a:pt x="10663" y="769457"/>
                  </a:lnTo>
                  <a:close/>
                  <a:moveTo>
                    <a:pt x="10663" y="769457"/>
                  </a:moveTo>
                  <a:lnTo>
                    <a:pt x="12685" y="773302"/>
                  </a:lnTo>
                  <a:lnTo>
                    <a:pt x="16591" y="766380"/>
                  </a:lnTo>
                  <a:close/>
                  <a:moveTo>
                    <a:pt x="277050" y="1130213"/>
                  </a:moveTo>
                  <a:lnTo>
                    <a:pt x="257030" y="1141312"/>
                  </a:lnTo>
                  <a:lnTo>
                    <a:pt x="225699" y="1153272"/>
                  </a:lnTo>
                  <a:close/>
                  <a:moveTo>
                    <a:pt x="723386" y="1579222"/>
                  </a:moveTo>
                  <a:lnTo>
                    <a:pt x="669557" y="1542506"/>
                  </a:lnTo>
                  <a:lnTo>
                    <a:pt x="694592" y="1539888"/>
                  </a:lnTo>
                  <a:close/>
                  <a:moveTo>
                    <a:pt x="277050" y="1130213"/>
                  </a:moveTo>
                  <a:lnTo>
                    <a:pt x="298175" y="1120471"/>
                  </a:lnTo>
                  <a:lnTo>
                    <a:pt x="271158" y="1116314"/>
                  </a:lnTo>
                  <a:close/>
                  <a:moveTo>
                    <a:pt x="63810" y="498448"/>
                  </a:moveTo>
                  <a:lnTo>
                    <a:pt x="47854" y="515123"/>
                  </a:lnTo>
                  <a:lnTo>
                    <a:pt x="9781" y="524691"/>
                  </a:lnTo>
                  <a:close/>
                  <a:moveTo>
                    <a:pt x="511865" y="990692"/>
                  </a:moveTo>
                  <a:lnTo>
                    <a:pt x="429605" y="992712"/>
                  </a:lnTo>
                  <a:lnTo>
                    <a:pt x="480581" y="1008625"/>
                  </a:lnTo>
                  <a:close/>
                  <a:moveTo>
                    <a:pt x="836460" y="1418688"/>
                  </a:moveTo>
                  <a:lnTo>
                    <a:pt x="857366" y="1409077"/>
                  </a:lnTo>
                  <a:lnTo>
                    <a:pt x="886140" y="1381759"/>
                  </a:lnTo>
                  <a:close/>
                  <a:moveTo>
                    <a:pt x="692098" y="1085374"/>
                  </a:moveTo>
                  <a:lnTo>
                    <a:pt x="656258" y="1093871"/>
                  </a:lnTo>
                  <a:lnTo>
                    <a:pt x="712319" y="1081225"/>
                  </a:lnTo>
                  <a:close/>
                  <a:moveTo>
                    <a:pt x="539653" y="959687"/>
                  </a:moveTo>
                  <a:lnTo>
                    <a:pt x="511865" y="990692"/>
                  </a:lnTo>
                  <a:lnTo>
                    <a:pt x="585297" y="955664"/>
                  </a:lnTo>
                  <a:close/>
                  <a:moveTo>
                    <a:pt x="738243" y="1065201"/>
                  </a:moveTo>
                  <a:lnTo>
                    <a:pt x="692098" y="1085374"/>
                  </a:lnTo>
                  <a:lnTo>
                    <a:pt x="712319" y="1081225"/>
                  </a:lnTo>
                  <a:close/>
                  <a:moveTo>
                    <a:pt x="430577" y="724199"/>
                  </a:moveTo>
                  <a:lnTo>
                    <a:pt x="437682" y="655680"/>
                  </a:lnTo>
                  <a:lnTo>
                    <a:pt x="423725" y="700524"/>
                  </a:lnTo>
                  <a:close/>
                  <a:moveTo>
                    <a:pt x="238080" y="161064"/>
                  </a:moveTo>
                  <a:lnTo>
                    <a:pt x="248366" y="136970"/>
                  </a:lnTo>
                  <a:lnTo>
                    <a:pt x="242425" y="142407"/>
                  </a:lnTo>
                  <a:close/>
                  <a:moveTo>
                    <a:pt x="284356" y="85434"/>
                  </a:moveTo>
                  <a:lnTo>
                    <a:pt x="312005" y="61340"/>
                  </a:lnTo>
                  <a:lnTo>
                    <a:pt x="305290" y="67874"/>
                  </a:lnTo>
                  <a:close/>
                  <a:moveTo>
                    <a:pt x="599542" y="334424"/>
                  </a:moveTo>
                  <a:lnTo>
                    <a:pt x="569552" y="357197"/>
                  </a:lnTo>
                  <a:lnTo>
                    <a:pt x="645135" y="330216"/>
                  </a:lnTo>
                  <a:close/>
                  <a:moveTo>
                    <a:pt x="327925" y="17601"/>
                  </a:moveTo>
                  <a:lnTo>
                    <a:pt x="309036" y="56874"/>
                  </a:lnTo>
                  <a:lnTo>
                    <a:pt x="369937" y="0"/>
                  </a:lnTo>
                  <a:close/>
                  <a:moveTo>
                    <a:pt x="662534" y="273111"/>
                  </a:moveTo>
                  <a:lnTo>
                    <a:pt x="645135" y="330216"/>
                  </a:lnTo>
                  <a:lnTo>
                    <a:pt x="666381" y="29492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1" name="Output_density__4250">
              <a:extLst>
                <a:ext uri="{FF2B5EF4-FFF2-40B4-BE49-F238E27FC236}">
                  <a16:creationId xmlns:a16="http://schemas.microsoft.com/office/drawing/2014/main" id="{5724240C-E49A-2A0C-6D22-5B6FC6DF469E}"/>
                </a:ext>
              </a:extLst>
            </p:cNvPr>
            <p:cNvSpPr>
              <a:spLocks noGrp="1"/>
            </p:cNvSpPr>
            <p:nvPr/>
          </p:nvSpPr>
          <p:spPr>
            <a:xfrm>
              <a:off x="15304740" y="2219578"/>
              <a:ext cx="1411811" cy="2313552"/>
            </a:xfrm>
            <a:custGeom>
              <a:avLst/>
              <a:gdLst/>
              <a:ahLst/>
              <a:cxnLst/>
              <a:rect l="0" t="0" r="0" b="0"/>
              <a:pathLst>
                <a:path w="1411811" h="2313552">
                  <a:moveTo>
                    <a:pt x="209126" y="2262243"/>
                  </a:moveTo>
                  <a:lnTo>
                    <a:pt x="201695" y="2293988"/>
                  </a:lnTo>
                  <a:lnTo>
                    <a:pt x="235000" y="2283610"/>
                  </a:lnTo>
                  <a:close/>
                  <a:moveTo>
                    <a:pt x="302594" y="2289685"/>
                  </a:moveTo>
                  <a:lnTo>
                    <a:pt x="298670" y="2306559"/>
                  </a:lnTo>
                  <a:lnTo>
                    <a:pt x="322562" y="2301413"/>
                  </a:lnTo>
                  <a:close/>
                  <a:moveTo>
                    <a:pt x="387966" y="2271945"/>
                  </a:moveTo>
                  <a:lnTo>
                    <a:pt x="322562" y="2301413"/>
                  </a:lnTo>
                  <a:lnTo>
                    <a:pt x="372142" y="2312109"/>
                  </a:lnTo>
                  <a:close/>
                  <a:moveTo>
                    <a:pt x="429102" y="2276485"/>
                  </a:moveTo>
                  <a:lnTo>
                    <a:pt x="372142" y="2312109"/>
                  </a:lnTo>
                  <a:lnTo>
                    <a:pt x="419248" y="2313552"/>
                  </a:lnTo>
                  <a:close/>
                  <a:moveTo>
                    <a:pt x="429102" y="2276485"/>
                  </a:moveTo>
                  <a:lnTo>
                    <a:pt x="387966" y="2271945"/>
                  </a:lnTo>
                  <a:lnTo>
                    <a:pt x="372142" y="2312109"/>
                  </a:lnTo>
                  <a:close/>
                  <a:moveTo>
                    <a:pt x="387966" y="2271945"/>
                  </a:moveTo>
                  <a:lnTo>
                    <a:pt x="429102" y="2276485"/>
                  </a:lnTo>
                  <a:lnTo>
                    <a:pt x="404661" y="2233612"/>
                  </a:lnTo>
                  <a:close/>
                  <a:moveTo>
                    <a:pt x="387966" y="2271945"/>
                  </a:moveTo>
                  <a:lnTo>
                    <a:pt x="404661" y="2233612"/>
                  </a:lnTo>
                  <a:lnTo>
                    <a:pt x="367529" y="2225817"/>
                  </a:lnTo>
                  <a:close/>
                  <a:moveTo>
                    <a:pt x="320200" y="2117905"/>
                  </a:moveTo>
                  <a:lnTo>
                    <a:pt x="312642" y="2110982"/>
                  </a:lnTo>
                  <a:lnTo>
                    <a:pt x="305878" y="2104134"/>
                  </a:lnTo>
                  <a:close/>
                  <a:moveTo>
                    <a:pt x="350057" y="2086888"/>
                  </a:moveTo>
                  <a:lnTo>
                    <a:pt x="312642" y="2110982"/>
                  </a:lnTo>
                  <a:lnTo>
                    <a:pt x="361220" y="2136374"/>
                  </a:lnTo>
                  <a:close/>
                  <a:moveTo>
                    <a:pt x="26364" y="1420261"/>
                  </a:moveTo>
                  <a:lnTo>
                    <a:pt x="936" y="1392916"/>
                  </a:lnTo>
                  <a:lnTo>
                    <a:pt x="38594" y="1424925"/>
                  </a:lnTo>
                  <a:close/>
                  <a:moveTo>
                    <a:pt x="853" y="1392818"/>
                  </a:moveTo>
                  <a:lnTo>
                    <a:pt x="936" y="1392916"/>
                  </a:lnTo>
                  <a:lnTo>
                    <a:pt x="26364" y="1420261"/>
                  </a:lnTo>
                  <a:close/>
                  <a:moveTo>
                    <a:pt x="4480" y="1368724"/>
                  </a:moveTo>
                  <a:lnTo>
                    <a:pt x="853" y="1392818"/>
                  </a:lnTo>
                  <a:lnTo>
                    <a:pt x="26364" y="1420261"/>
                  </a:lnTo>
                  <a:close/>
                  <a:moveTo>
                    <a:pt x="448811" y="1821262"/>
                  </a:moveTo>
                  <a:lnTo>
                    <a:pt x="468306" y="1868156"/>
                  </a:lnTo>
                  <a:lnTo>
                    <a:pt x="482783" y="1831625"/>
                  </a:lnTo>
                  <a:close/>
                  <a:moveTo>
                    <a:pt x="448811" y="1821262"/>
                  </a:moveTo>
                  <a:lnTo>
                    <a:pt x="482783" y="1831625"/>
                  </a:lnTo>
                  <a:lnTo>
                    <a:pt x="495932" y="1758192"/>
                  </a:lnTo>
                  <a:close/>
                  <a:moveTo>
                    <a:pt x="7422" y="1262038"/>
                  </a:moveTo>
                  <a:lnTo>
                    <a:pt x="75853" y="1241557"/>
                  </a:lnTo>
                  <a:lnTo>
                    <a:pt x="9972" y="1291801"/>
                  </a:lnTo>
                  <a:close/>
                  <a:moveTo>
                    <a:pt x="78994" y="1240283"/>
                  </a:moveTo>
                  <a:lnTo>
                    <a:pt x="7422" y="1262038"/>
                  </a:lnTo>
                  <a:lnTo>
                    <a:pt x="0" y="1254516"/>
                  </a:lnTo>
                  <a:close/>
                  <a:moveTo>
                    <a:pt x="123257" y="1331334"/>
                  </a:moveTo>
                  <a:lnTo>
                    <a:pt x="116318" y="1379831"/>
                  </a:lnTo>
                  <a:lnTo>
                    <a:pt x="140864" y="1344630"/>
                  </a:lnTo>
                  <a:close/>
                  <a:moveTo>
                    <a:pt x="446019" y="1509817"/>
                  </a:moveTo>
                  <a:lnTo>
                    <a:pt x="466025" y="1578219"/>
                  </a:lnTo>
                  <a:lnTo>
                    <a:pt x="504676" y="1513981"/>
                  </a:lnTo>
                  <a:close/>
                  <a:moveTo>
                    <a:pt x="230612" y="1320536"/>
                  </a:moveTo>
                  <a:lnTo>
                    <a:pt x="244683" y="1372073"/>
                  </a:lnTo>
                  <a:lnTo>
                    <a:pt x="312445" y="1319287"/>
                  </a:lnTo>
                  <a:close/>
                  <a:moveTo>
                    <a:pt x="230444" y="1320158"/>
                  </a:moveTo>
                  <a:lnTo>
                    <a:pt x="230612" y="1320536"/>
                  </a:lnTo>
                  <a:lnTo>
                    <a:pt x="312445" y="1319287"/>
                  </a:lnTo>
                  <a:close/>
                  <a:moveTo>
                    <a:pt x="243959" y="1371913"/>
                  </a:moveTo>
                  <a:lnTo>
                    <a:pt x="230444" y="1320158"/>
                  </a:lnTo>
                  <a:lnTo>
                    <a:pt x="312445" y="1319287"/>
                  </a:lnTo>
                  <a:close/>
                  <a:moveTo>
                    <a:pt x="200402" y="1244906"/>
                  </a:moveTo>
                  <a:lnTo>
                    <a:pt x="174708" y="1202002"/>
                  </a:lnTo>
                  <a:lnTo>
                    <a:pt x="197384" y="1217463"/>
                  </a:lnTo>
                  <a:close/>
                  <a:moveTo>
                    <a:pt x="197072" y="1197503"/>
                  </a:moveTo>
                  <a:lnTo>
                    <a:pt x="197384" y="1217463"/>
                  </a:lnTo>
                  <a:lnTo>
                    <a:pt x="174708" y="1202002"/>
                  </a:lnTo>
                  <a:close/>
                  <a:moveTo>
                    <a:pt x="483729" y="1502589"/>
                  </a:moveTo>
                  <a:lnTo>
                    <a:pt x="504676" y="1513981"/>
                  </a:lnTo>
                  <a:lnTo>
                    <a:pt x="508845" y="1496723"/>
                  </a:lnTo>
                  <a:close/>
                  <a:moveTo>
                    <a:pt x="483729" y="1502589"/>
                  </a:moveTo>
                  <a:lnTo>
                    <a:pt x="508845" y="1496723"/>
                  </a:lnTo>
                  <a:lnTo>
                    <a:pt x="492939" y="1426958"/>
                  </a:lnTo>
                  <a:close/>
                  <a:moveTo>
                    <a:pt x="480387" y="1451052"/>
                  </a:moveTo>
                  <a:lnTo>
                    <a:pt x="483729" y="1502589"/>
                  </a:lnTo>
                  <a:lnTo>
                    <a:pt x="492939" y="1426958"/>
                  </a:lnTo>
                  <a:close/>
                  <a:moveTo>
                    <a:pt x="508845" y="1496723"/>
                  </a:moveTo>
                  <a:lnTo>
                    <a:pt x="504676" y="1513981"/>
                  </a:lnTo>
                  <a:lnTo>
                    <a:pt x="515927" y="1502589"/>
                  </a:lnTo>
                  <a:close/>
                  <a:moveTo>
                    <a:pt x="310990" y="1229915"/>
                  </a:moveTo>
                  <a:lnTo>
                    <a:pt x="359144" y="1228749"/>
                  </a:lnTo>
                  <a:lnTo>
                    <a:pt x="302518" y="1174059"/>
                  </a:lnTo>
                  <a:close/>
                  <a:moveTo>
                    <a:pt x="250638" y="1178255"/>
                  </a:moveTo>
                  <a:lnTo>
                    <a:pt x="304659" y="1220812"/>
                  </a:lnTo>
                  <a:lnTo>
                    <a:pt x="310990" y="1229915"/>
                  </a:lnTo>
                  <a:close/>
                  <a:moveTo>
                    <a:pt x="250638" y="1178255"/>
                  </a:moveTo>
                  <a:lnTo>
                    <a:pt x="238366" y="1125488"/>
                  </a:lnTo>
                  <a:lnTo>
                    <a:pt x="237960" y="1169275"/>
                  </a:lnTo>
                  <a:close/>
                  <a:moveTo>
                    <a:pt x="307674" y="1193369"/>
                  </a:moveTo>
                  <a:lnTo>
                    <a:pt x="295669" y="1121665"/>
                  </a:lnTo>
                  <a:lnTo>
                    <a:pt x="302518" y="1174059"/>
                  </a:lnTo>
                  <a:close/>
                  <a:moveTo>
                    <a:pt x="295448" y="1117739"/>
                  </a:moveTo>
                  <a:lnTo>
                    <a:pt x="295669" y="1121665"/>
                  </a:lnTo>
                  <a:lnTo>
                    <a:pt x="307674" y="1193369"/>
                  </a:lnTo>
                  <a:close/>
                  <a:moveTo>
                    <a:pt x="238366" y="1125488"/>
                  </a:moveTo>
                  <a:lnTo>
                    <a:pt x="293607" y="1117739"/>
                  </a:lnTo>
                  <a:lnTo>
                    <a:pt x="242534" y="1097680"/>
                  </a:lnTo>
                  <a:close/>
                  <a:moveTo>
                    <a:pt x="845217" y="1778922"/>
                  </a:moveTo>
                  <a:lnTo>
                    <a:pt x="836322" y="1763620"/>
                  </a:lnTo>
                  <a:lnTo>
                    <a:pt x="827890" y="1753915"/>
                  </a:lnTo>
                  <a:close/>
                  <a:moveTo>
                    <a:pt x="730407" y="1618773"/>
                  </a:moveTo>
                  <a:lnTo>
                    <a:pt x="760152" y="1635553"/>
                  </a:lnTo>
                  <a:lnTo>
                    <a:pt x="770494" y="1660547"/>
                  </a:lnTo>
                  <a:close/>
                  <a:moveTo>
                    <a:pt x="400327" y="1196718"/>
                  </a:moveTo>
                  <a:lnTo>
                    <a:pt x="416067" y="1220454"/>
                  </a:lnTo>
                  <a:lnTo>
                    <a:pt x="457951" y="1244156"/>
                  </a:lnTo>
                  <a:close/>
                  <a:moveTo>
                    <a:pt x="1088527" y="1918230"/>
                  </a:moveTo>
                  <a:lnTo>
                    <a:pt x="1126714" y="1900932"/>
                  </a:lnTo>
                  <a:lnTo>
                    <a:pt x="1129132" y="1871925"/>
                  </a:lnTo>
                  <a:close/>
                  <a:moveTo>
                    <a:pt x="574995" y="1292697"/>
                  </a:moveTo>
                  <a:lnTo>
                    <a:pt x="618875" y="1351328"/>
                  </a:lnTo>
                  <a:lnTo>
                    <a:pt x="580803" y="1299791"/>
                  </a:lnTo>
                  <a:close/>
                  <a:moveTo>
                    <a:pt x="542004" y="1281537"/>
                  </a:moveTo>
                  <a:lnTo>
                    <a:pt x="604704" y="1331287"/>
                  </a:lnTo>
                  <a:lnTo>
                    <a:pt x="574995" y="1292697"/>
                  </a:lnTo>
                  <a:close/>
                  <a:moveTo>
                    <a:pt x="1027043" y="1717769"/>
                  </a:moveTo>
                  <a:lnTo>
                    <a:pt x="1080658" y="1774907"/>
                  </a:lnTo>
                  <a:lnTo>
                    <a:pt x="1042353" y="1739527"/>
                  </a:lnTo>
                  <a:close/>
                  <a:moveTo>
                    <a:pt x="573920" y="1105343"/>
                  </a:moveTo>
                  <a:lnTo>
                    <a:pt x="620030" y="1168582"/>
                  </a:lnTo>
                  <a:lnTo>
                    <a:pt x="629677" y="1148530"/>
                  </a:lnTo>
                  <a:close/>
                  <a:moveTo>
                    <a:pt x="156168" y="657258"/>
                  </a:moveTo>
                  <a:lnTo>
                    <a:pt x="185361" y="633164"/>
                  </a:lnTo>
                  <a:lnTo>
                    <a:pt x="136695" y="605721"/>
                  </a:lnTo>
                  <a:close/>
                  <a:moveTo>
                    <a:pt x="730714" y="1303140"/>
                  </a:moveTo>
                  <a:lnTo>
                    <a:pt x="731257" y="1304367"/>
                  </a:lnTo>
                  <a:lnTo>
                    <a:pt x="734148" y="1308306"/>
                  </a:lnTo>
                  <a:close/>
                  <a:moveTo>
                    <a:pt x="629677" y="1148530"/>
                  </a:moveTo>
                  <a:lnTo>
                    <a:pt x="620030" y="1168582"/>
                  </a:lnTo>
                  <a:lnTo>
                    <a:pt x="649028" y="1164735"/>
                  </a:lnTo>
                  <a:close/>
                  <a:moveTo>
                    <a:pt x="1162496" y="1726867"/>
                  </a:moveTo>
                  <a:lnTo>
                    <a:pt x="1135600" y="1691339"/>
                  </a:lnTo>
                  <a:lnTo>
                    <a:pt x="1080323" y="1729212"/>
                  </a:lnTo>
                  <a:close/>
                  <a:moveTo>
                    <a:pt x="1135600" y="1691339"/>
                  </a:moveTo>
                  <a:lnTo>
                    <a:pt x="1086348" y="1644795"/>
                  </a:lnTo>
                  <a:lnTo>
                    <a:pt x="1078961" y="1663896"/>
                  </a:lnTo>
                  <a:close/>
                  <a:moveTo>
                    <a:pt x="1056146" y="1638820"/>
                  </a:moveTo>
                  <a:lnTo>
                    <a:pt x="1078961" y="1663896"/>
                  </a:lnTo>
                  <a:lnTo>
                    <a:pt x="1086348" y="1644795"/>
                  </a:lnTo>
                  <a:close/>
                  <a:moveTo>
                    <a:pt x="326229" y="778325"/>
                  </a:moveTo>
                  <a:lnTo>
                    <a:pt x="369849" y="780845"/>
                  </a:lnTo>
                  <a:lnTo>
                    <a:pt x="353357" y="731510"/>
                  </a:lnTo>
                  <a:close/>
                  <a:moveTo>
                    <a:pt x="357257" y="665596"/>
                  </a:moveTo>
                  <a:lnTo>
                    <a:pt x="319195" y="670029"/>
                  </a:lnTo>
                  <a:lnTo>
                    <a:pt x="314814" y="724863"/>
                  </a:lnTo>
                  <a:close/>
                  <a:moveTo>
                    <a:pt x="357257" y="665596"/>
                  </a:moveTo>
                  <a:lnTo>
                    <a:pt x="314814" y="724863"/>
                  </a:lnTo>
                  <a:lnTo>
                    <a:pt x="353357" y="731510"/>
                  </a:lnTo>
                  <a:close/>
                  <a:moveTo>
                    <a:pt x="160353" y="460758"/>
                  </a:moveTo>
                  <a:lnTo>
                    <a:pt x="106695" y="403656"/>
                  </a:lnTo>
                  <a:lnTo>
                    <a:pt x="113338" y="460998"/>
                  </a:lnTo>
                  <a:close/>
                  <a:moveTo>
                    <a:pt x="160353" y="460758"/>
                  </a:moveTo>
                  <a:lnTo>
                    <a:pt x="204874" y="462546"/>
                  </a:lnTo>
                  <a:lnTo>
                    <a:pt x="159596" y="422666"/>
                  </a:lnTo>
                  <a:close/>
                  <a:moveTo>
                    <a:pt x="204874" y="462546"/>
                  </a:moveTo>
                  <a:lnTo>
                    <a:pt x="211234" y="441054"/>
                  </a:lnTo>
                  <a:lnTo>
                    <a:pt x="159596" y="422666"/>
                  </a:lnTo>
                  <a:close/>
                  <a:moveTo>
                    <a:pt x="1374721" y="1770318"/>
                  </a:moveTo>
                  <a:lnTo>
                    <a:pt x="1345893" y="1753629"/>
                  </a:lnTo>
                  <a:lnTo>
                    <a:pt x="1308808" y="1749873"/>
                  </a:lnTo>
                  <a:close/>
                  <a:moveTo>
                    <a:pt x="337925" y="605156"/>
                  </a:moveTo>
                  <a:lnTo>
                    <a:pt x="335609" y="660607"/>
                  </a:lnTo>
                  <a:lnTo>
                    <a:pt x="360375" y="649315"/>
                  </a:lnTo>
                  <a:close/>
                  <a:moveTo>
                    <a:pt x="231237" y="454460"/>
                  </a:moveTo>
                  <a:lnTo>
                    <a:pt x="278645" y="430366"/>
                  </a:lnTo>
                  <a:lnTo>
                    <a:pt x="211234" y="441054"/>
                  </a:lnTo>
                  <a:close/>
                  <a:moveTo>
                    <a:pt x="278645" y="430366"/>
                  </a:moveTo>
                  <a:lnTo>
                    <a:pt x="237357" y="403824"/>
                  </a:lnTo>
                  <a:lnTo>
                    <a:pt x="211234" y="441054"/>
                  </a:lnTo>
                  <a:close/>
                  <a:moveTo>
                    <a:pt x="1400394" y="1704878"/>
                  </a:moveTo>
                  <a:lnTo>
                    <a:pt x="1374721" y="1770318"/>
                  </a:lnTo>
                  <a:lnTo>
                    <a:pt x="1411811" y="1758339"/>
                  </a:lnTo>
                  <a:close/>
                  <a:moveTo>
                    <a:pt x="1219606" y="1612423"/>
                  </a:moveTo>
                  <a:lnTo>
                    <a:pt x="1215503" y="1591614"/>
                  </a:lnTo>
                  <a:lnTo>
                    <a:pt x="1202847" y="1568156"/>
                  </a:lnTo>
                  <a:close/>
                  <a:moveTo>
                    <a:pt x="1173024" y="1612312"/>
                  </a:moveTo>
                  <a:lnTo>
                    <a:pt x="1186288" y="1615708"/>
                  </a:lnTo>
                  <a:lnTo>
                    <a:pt x="1202847" y="1568156"/>
                  </a:lnTo>
                  <a:close/>
                  <a:moveTo>
                    <a:pt x="1115189" y="1408359"/>
                  </a:moveTo>
                  <a:lnTo>
                    <a:pt x="1150277" y="1442575"/>
                  </a:lnTo>
                  <a:lnTo>
                    <a:pt x="1081914" y="1397428"/>
                  </a:lnTo>
                  <a:close/>
                  <a:moveTo>
                    <a:pt x="1111142" y="1399965"/>
                  </a:moveTo>
                  <a:lnTo>
                    <a:pt x="1115189" y="1408359"/>
                  </a:lnTo>
                  <a:lnTo>
                    <a:pt x="1084985" y="1333931"/>
                  </a:lnTo>
                  <a:close/>
                  <a:moveTo>
                    <a:pt x="1084985" y="1333931"/>
                  </a:moveTo>
                  <a:lnTo>
                    <a:pt x="1120450" y="1299865"/>
                  </a:lnTo>
                  <a:lnTo>
                    <a:pt x="1064011" y="1349240"/>
                  </a:lnTo>
                  <a:close/>
                  <a:moveTo>
                    <a:pt x="1066830" y="1284206"/>
                  </a:moveTo>
                  <a:lnTo>
                    <a:pt x="1066801" y="1282395"/>
                  </a:lnTo>
                  <a:lnTo>
                    <a:pt x="1080834" y="1333931"/>
                  </a:lnTo>
                  <a:close/>
                  <a:moveTo>
                    <a:pt x="1066801" y="1282395"/>
                  </a:moveTo>
                  <a:lnTo>
                    <a:pt x="1066830" y="1284206"/>
                  </a:lnTo>
                  <a:lnTo>
                    <a:pt x="981292" y="1253021"/>
                  </a:lnTo>
                  <a:close/>
                  <a:moveTo>
                    <a:pt x="278645" y="430366"/>
                  </a:moveTo>
                  <a:lnTo>
                    <a:pt x="301951" y="406273"/>
                  </a:lnTo>
                  <a:lnTo>
                    <a:pt x="237357" y="403824"/>
                  </a:lnTo>
                  <a:close/>
                  <a:moveTo>
                    <a:pt x="349707" y="474532"/>
                  </a:moveTo>
                  <a:lnTo>
                    <a:pt x="326675" y="428194"/>
                  </a:lnTo>
                  <a:lnTo>
                    <a:pt x="293009" y="437224"/>
                  </a:lnTo>
                  <a:close/>
                  <a:moveTo>
                    <a:pt x="1026719" y="1155227"/>
                  </a:moveTo>
                  <a:lnTo>
                    <a:pt x="1009048" y="1179321"/>
                  </a:lnTo>
                  <a:lnTo>
                    <a:pt x="1065396" y="1206764"/>
                  </a:lnTo>
                  <a:close/>
                  <a:moveTo>
                    <a:pt x="1032279" y="1052154"/>
                  </a:moveTo>
                  <a:lnTo>
                    <a:pt x="1008428" y="1095490"/>
                  </a:lnTo>
                  <a:lnTo>
                    <a:pt x="1038008" y="1056666"/>
                  </a:lnTo>
                  <a:close/>
                  <a:moveTo>
                    <a:pt x="448672" y="534967"/>
                  </a:moveTo>
                  <a:lnTo>
                    <a:pt x="495777" y="560882"/>
                  </a:lnTo>
                  <a:lnTo>
                    <a:pt x="475693" y="501093"/>
                  </a:lnTo>
                  <a:close/>
                  <a:moveTo>
                    <a:pt x="475693" y="501093"/>
                  </a:moveTo>
                  <a:lnTo>
                    <a:pt x="495777" y="560882"/>
                  </a:lnTo>
                  <a:lnTo>
                    <a:pt x="507944" y="493570"/>
                  </a:lnTo>
                  <a:close/>
                  <a:moveTo>
                    <a:pt x="577116" y="538059"/>
                  </a:moveTo>
                  <a:lnTo>
                    <a:pt x="537861" y="519076"/>
                  </a:lnTo>
                  <a:lnTo>
                    <a:pt x="507944" y="493570"/>
                  </a:lnTo>
                  <a:close/>
                  <a:moveTo>
                    <a:pt x="1261169" y="1390404"/>
                  </a:moveTo>
                  <a:lnTo>
                    <a:pt x="1289007" y="1405754"/>
                  </a:lnTo>
                  <a:lnTo>
                    <a:pt x="1269210" y="1359107"/>
                  </a:lnTo>
                  <a:close/>
                  <a:moveTo>
                    <a:pt x="1232009" y="1351368"/>
                  </a:moveTo>
                  <a:lnTo>
                    <a:pt x="1269210" y="1359107"/>
                  </a:lnTo>
                  <a:lnTo>
                    <a:pt x="1265203" y="1356820"/>
                  </a:lnTo>
                  <a:close/>
                  <a:moveTo>
                    <a:pt x="1008428" y="1095490"/>
                  </a:moveTo>
                  <a:lnTo>
                    <a:pt x="1032279" y="1052154"/>
                  </a:lnTo>
                  <a:lnTo>
                    <a:pt x="1011442" y="1040281"/>
                  </a:lnTo>
                  <a:close/>
                  <a:moveTo>
                    <a:pt x="1099730" y="857477"/>
                  </a:moveTo>
                  <a:lnTo>
                    <a:pt x="1133492" y="876799"/>
                  </a:lnTo>
                  <a:lnTo>
                    <a:pt x="1076091" y="837477"/>
                  </a:lnTo>
                  <a:close/>
                  <a:moveTo>
                    <a:pt x="1133492" y="876799"/>
                  </a:moveTo>
                  <a:lnTo>
                    <a:pt x="1145648" y="881653"/>
                  </a:lnTo>
                  <a:lnTo>
                    <a:pt x="1076091" y="837477"/>
                  </a:lnTo>
                  <a:close/>
                  <a:moveTo>
                    <a:pt x="1076091" y="837477"/>
                  </a:moveTo>
                  <a:lnTo>
                    <a:pt x="1145648" y="881653"/>
                  </a:lnTo>
                  <a:lnTo>
                    <a:pt x="1104523" y="849357"/>
                  </a:lnTo>
                  <a:close/>
                  <a:moveTo>
                    <a:pt x="1160934" y="911628"/>
                  </a:moveTo>
                  <a:lnTo>
                    <a:pt x="1145648" y="881653"/>
                  </a:lnTo>
                  <a:lnTo>
                    <a:pt x="1133492" y="876799"/>
                  </a:lnTo>
                  <a:close/>
                  <a:moveTo>
                    <a:pt x="1039516" y="829229"/>
                  </a:moveTo>
                  <a:lnTo>
                    <a:pt x="1076091" y="837477"/>
                  </a:lnTo>
                  <a:lnTo>
                    <a:pt x="1005357" y="794256"/>
                  </a:lnTo>
                  <a:close/>
                  <a:moveTo>
                    <a:pt x="958560" y="731577"/>
                  </a:moveTo>
                  <a:lnTo>
                    <a:pt x="1005357" y="794256"/>
                  </a:lnTo>
                  <a:lnTo>
                    <a:pt x="986903" y="746283"/>
                  </a:lnTo>
                  <a:close/>
                  <a:moveTo>
                    <a:pt x="919816" y="534161"/>
                  </a:moveTo>
                  <a:lnTo>
                    <a:pt x="951659" y="567580"/>
                  </a:lnTo>
                  <a:lnTo>
                    <a:pt x="972674" y="569856"/>
                  </a:lnTo>
                  <a:close/>
                  <a:moveTo>
                    <a:pt x="862651" y="495108"/>
                  </a:moveTo>
                  <a:lnTo>
                    <a:pt x="793863" y="540137"/>
                  </a:lnTo>
                  <a:lnTo>
                    <a:pt x="863893" y="519585"/>
                  </a:lnTo>
                  <a:close/>
                  <a:moveTo>
                    <a:pt x="829943" y="464507"/>
                  </a:moveTo>
                  <a:lnTo>
                    <a:pt x="793863" y="540137"/>
                  </a:lnTo>
                  <a:lnTo>
                    <a:pt x="862651" y="495108"/>
                  </a:lnTo>
                  <a:close/>
                  <a:moveTo>
                    <a:pt x="790476" y="478547"/>
                  </a:moveTo>
                  <a:lnTo>
                    <a:pt x="829943" y="464507"/>
                  </a:lnTo>
                  <a:lnTo>
                    <a:pt x="806208" y="458751"/>
                  </a:lnTo>
                  <a:close/>
                  <a:moveTo>
                    <a:pt x="789582" y="464507"/>
                  </a:moveTo>
                  <a:lnTo>
                    <a:pt x="790476" y="478547"/>
                  </a:lnTo>
                  <a:lnTo>
                    <a:pt x="806208" y="458751"/>
                  </a:lnTo>
                  <a:close/>
                  <a:moveTo>
                    <a:pt x="869631" y="521203"/>
                  </a:moveTo>
                  <a:lnTo>
                    <a:pt x="904174" y="515456"/>
                  </a:lnTo>
                  <a:lnTo>
                    <a:pt x="919816" y="534161"/>
                  </a:lnTo>
                  <a:close/>
                  <a:moveTo>
                    <a:pt x="861974" y="395660"/>
                  </a:moveTo>
                  <a:lnTo>
                    <a:pt x="829943" y="464507"/>
                  </a:lnTo>
                  <a:lnTo>
                    <a:pt x="857705" y="461874"/>
                  </a:lnTo>
                  <a:close/>
                  <a:moveTo>
                    <a:pt x="861974" y="395660"/>
                  </a:moveTo>
                  <a:lnTo>
                    <a:pt x="900923" y="388876"/>
                  </a:lnTo>
                  <a:lnTo>
                    <a:pt x="865777" y="371894"/>
                  </a:lnTo>
                  <a:close/>
                  <a:moveTo>
                    <a:pt x="765577" y="247819"/>
                  </a:moveTo>
                  <a:lnTo>
                    <a:pt x="734883" y="182730"/>
                  </a:lnTo>
                  <a:lnTo>
                    <a:pt x="718435" y="185419"/>
                  </a:lnTo>
                  <a:close/>
                  <a:moveTo>
                    <a:pt x="718435" y="185419"/>
                  </a:moveTo>
                  <a:lnTo>
                    <a:pt x="723593" y="189647"/>
                  </a:lnTo>
                  <a:lnTo>
                    <a:pt x="765577" y="247819"/>
                  </a:lnTo>
                  <a:close/>
                  <a:moveTo>
                    <a:pt x="723593" y="189647"/>
                  </a:moveTo>
                  <a:lnTo>
                    <a:pt x="718435" y="185419"/>
                  </a:lnTo>
                  <a:lnTo>
                    <a:pt x="718113" y="182730"/>
                  </a:lnTo>
                  <a:close/>
                  <a:moveTo>
                    <a:pt x="865777" y="371894"/>
                  </a:moveTo>
                  <a:lnTo>
                    <a:pt x="941417" y="345122"/>
                  </a:lnTo>
                  <a:lnTo>
                    <a:pt x="891224" y="332137"/>
                  </a:lnTo>
                  <a:close/>
                  <a:moveTo>
                    <a:pt x="749715" y="210173"/>
                  </a:moveTo>
                  <a:lnTo>
                    <a:pt x="723593" y="189647"/>
                  </a:lnTo>
                  <a:lnTo>
                    <a:pt x="718113" y="182730"/>
                  </a:lnTo>
                  <a:close/>
                  <a:moveTo>
                    <a:pt x="962599" y="289420"/>
                  </a:moveTo>
                  <a:lnTo>
                    <a:pt x="941417" y="345122"/>
                  </a:lnTo>
                  <a:lnTo>
                    <a:pt x="996503" y="299512"/>
                  </a:lnTo>
                  <a:close/>
                  <a:moveTo>
                    <a:pt x="996503" y="299512"/>
                  </a:moveTo>
                  <a:lnTo>
                    <a:pt x="973865" y="291765"/>
                  </a:lnTo>
                  <a:lnTo>
                    <a:pt x="963308" y="289152"/>
                  </a:lnTo>
                  <a:close/>
                  <a:moveTo>
                    <a:pt x="777820" y="82815"/>
                  </a:moveTo>
                  <a:lnTo>
                    <a:pt x="791657" y="55562"/>
                  </a:lnTo>
                  <a:lnTo>
                    <a:pt x="789867" y="39843"/>
                  </a:lnTo>
                  <a:close/>
                  <a:moveTo>
                    <a:pt x="777820" y="82815"/>
                  </a:moveTo>
                  <a:lnTo>
                    <a:pt x="789867" y="39843"/>
                  </a:lnTo>
                  <a:lnTo>
                    <a:pt x="728929" y="74698"/>
                  </a:lnTo>
                  <a:close/>
                  <a:moveTo>
                    <a:pt x="728929" y="74698"/>
                  </a:moveTo>
                  <a:lnTo>
                    <a:pt x="789867" y="39843"/>
                  </a:lnTo>
                  <a:lnTo>
                    <a:pt x="747209" y="36540"/>
                  </a:lnTo>
                  <a:close/>
                  <a:moveTo>
                    <a:pt x="747209" y="36540"/>
                  </a:moveTo>
                  <a:lnTo>
                    <a:pt x="789867" y="39843"/>
                  </a:lnTo>
                  <a:lnTo>
                    <a:pt x="761699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52" name="Output_density__4251">
              <a:extLst>
                <a:ext uri="{FF2B5EF4-FFF2-40B4-BE49-F238E27FC236}">
                  <a16:creationId xmlns:a16="http://schemas.microsoft.com/office/drawing/2014/main" id="{A21CC7DA-FC00-1EB7-B5C3-988A48B29945}"/>
                </a:ext>
              </a:extLst>
            </p:cNvPr>
            <p:cNvSpPr>
              <a:spLocks noGrp="1"/>
            </p:cNvSpPr>
            <p:nvPr/>
          </p:nvSpPr>
          <p:spPr>
            <a:xfrm>
              <a:off x="15305677" y="2326677"/>
              <a:ext cx="1399457" cy="2221967"/>
            </a:xfrm>
            <a:custGeom>
              <a:avLst/>
              <a:gdLst/>
              <a:ahLst/>
              <a:cxnLst/>
              <a:rect l="0" t="0" r="0" b="0"/>
              <a:pathLst>
                <a:path w="1399457" h="2221967">
                  <a:moveTo>
                    <a:pt x="208190" y="2155144"/>
                  </a:moveTo>
                  <a:lnTo>
                    <a:pt x="184169" y="2179238"/>
                  </a:lnTo>
                  <a:lnTo>
                    <a:pt x="200759" y="2186889"/>
                  </a:lnTo>
                  <a:close/>
                  <a:moveTo>
                    <a:pt x="339661" y="2221967"/>
                  </a:moveTo>
                  <a:lnTo>
                    <a:pt x="297734" y="2199460"/>
                  </a:lnTo>
                  <a:lnTo>
                    <a:pt x="302652" y="2206680"/>
                  </a:lnTo>
                  <a:close/>
                  <a:moveTo>
                    <a:pt x="321626" y="2194314"/>
                  </a:moveTo>
                  <a:lnTo>
                    <a:pt x="297734" y="2199460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21626" y="2194314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39661" y="2221967"/>
                  </a:lnTo>
                  <a:lnTo>
                    <a:pt x="418312" y="2206453"/>
                  </a:lnTo>
                  <a:close/>
                  <a:moveTo>
                    <a:pt x="284662" y="2191011"/>
                  </a:moveTo>
                  <a:lnTo>
                    <a:pt x="297734" y="2199460"/>
                  </a:lnTo>
                  <a:lnTo>
                    <a:pt x="234064" y="2176511"/>
                  </a:lnTo>
                  <a:close/>
                  <a:moveTo>
                    <a:pt x="349121" y="1979789"/>
                  </a:moveTo>
                  <a:lnTo>
                    <a:pt x="360284" y="2029275"/>
                  </a:lnTo>
                  <a:lnTo>
                    <a:pt x="391472" y="2010981"/>
                  </a:lnTo>
                  <a:close/>
                  <a:moveTo>
                    <a:pt x="438289" y="2011344"/>
                  </a:moveTo>
                  <a:lnTo>
                    <a:pt x="417273" y="1972548"/>
                  </a:lnTo>
                  <a:lnTo>
                    <a:pt x="391472" y="2010981"/>
                  </a:lnTo>
                  <a:close/>
                  <a:moveTo>
                    <a:pt x="0" y="1285817"/>
                  </a:moveTo>
                  <a:lnTo>
                    <a:pt x="60056" y="1335680"/>
                  </a:lnTo>
                  <a:lnTo>
                    <a:pt x="37658" y="1317826"/>
                  </a:lnTo>
                  <a:close/>
                  <a:moveTo>
                    <a:pt x="95235" y="1332310"/>
                  </a:moveTo>
                  <a:lnTo>
                    <a:pt x="46157" y="1323489"/>
                  </a:lnTo>
                  <a:lnTo>
                    <a:pt x="37658" y="1317826"/>
                  </a:lnTo>
                  <a:close/>
                  <a:moveTo>
                    <a:pt x="467370" y="1761057"/>
                  </a:moveTo>
                  <a:lnTo>
                    <a:pt x="478348" y="1776991"/>
                  </a:lnTo>
                  <a:lnTo>
                    <a:pt x="481847" y="1724526"/>
                  </a:lnTo>
                  <a:close/>
                  <a:moveTo>
                    <a:pt x="105649" y="1300532"/>
                  </a:moveTo>
                  <a:lnTo>
                    <a:pt x="46157" y="1323489"/>
                  </a:lnTo>
                  <a:lnTo>
                    <a:pt x="95235" y="1332310"/>
                  </a:lnTo>
                  <a:close/>
                  <a:moveTo>
                    <a:pt x="105649" y="1300532"/>
                  </a:moveTo>
                  <a:lnTo>
                    <a:pt x="50965" y="1307007"/>
                  </a:lnTo>
                  <a:lnTo>
                    <a:pt x="46157" y="1323489"/>
                  </a:lnTo>
                  <a:close/>
                  <a:moveTo>
                    <a:pt x="115381" y="1272732"/>
                  </a:moveTo>
                  <a:lnTo>
                    <a:pt x="135859" y="1251211"/>
                  </a:lnTo>
                  <a:lnTo>
                    <a:pt x="139928" y="1237531"/>
                  </a:lnTo>
                  <a:close/>
                  <a:moveTo>
                    <a:pt x="115381" y="1272732"/>
                  </a:moveTo>
                  <a:lnTo>
                    <a:pt x="128037" y="1280270"/>
                  </a:lnTo>
                  <a:lnTo>
                    <a:pt x="135859" y="1251211"/>
                  </a:lnTo>
                  <a:close/>
                  <a:moveTo>
                    <a:pt x="105649" y="1300532"/>
                  </a:moveTo>
                  <a:lnTo>
                    <a:pt x="128037" y="1280270"/>
                  </a:lnTo>
                  <a:lnTo>
                    <a:pt x="115381" y="1272732"/>
                  </a:lnTo>
                  <a:close/>
                  <a:moveTo>
                    <a:pt x="113629" y="1313162"/>
                  </a:moveTo>
                  <a:lnTo>
                    <a:pt x="128037" y="1280270"/>
                  </a:lnTo>
                  <a:lnTo>
                    <a:pt x="105649" y="1300532"/>
                  </a:lnTo>
                  <a:close/>
                  <a:moveTo>
                    <a:pt x="9036" y="1184702"/>
                  </a:moveTo>
                  <a:lnTo>
                    <a:pt x="74917" y="1134458"/>
                  </a:lnTo>
                  <a:lnTo>
                    <a:pt x="80039" y="1140593"/>
                  </a:lnTo>
                  <a:close/>
                  <a:moveTo>
                    <a:pt x="80039" y="1140593"/>
                  </a:moveTo>
                  <a:lnTo>
                    <a:pt x="75264" y="1137006"/>
                  </a:lnTo>
                  <a:lnTo>
                    <a:pt x="9036" y="1184702"/>
                  </a:lnTo>
                  <a:close/>
                  <a:moveTo>
                    <a:pt x="80039" y="1140593"/>
                  </a:moveTo>
                  <a:lnTo>
                    <a:pt x="118797" y="1185995"/>
                  </a:lnTo>
                  <a:lnTo>
                    <a:pt x="75264" y="1137006"/>
                  </a:lnTo>
                  <a:close/>
                  <a:moveTo>
                    <a:pt x="74917" y="1134458"/>
                  </a:moveTo>
                  <a:lnTo>
                    <a:pt x="6486" y="1154939"/>
                  </a:lnTo>
                  <a:lnTo>
                    <a:pt x="78058" y="1133184"/>
                  </a:lnTo>
                  <a:close/>
                  <a:moveTo>
                    <a:pt x="106942" y="1173995"/>
                  </a:moveTo>
                  <a:lnTo>
                    <a:pt x="139928" y="1237531"/>
                  </a:lnTo>
                  <a:lnTo>
                    <a:pt x="118797" y="1185995"/>
                  </a:lnTo>
                  <a:close/>
                  <a:moveTo>
                    <a:pt x="106942" y="1173995"/>
                  </a:moveTo>
                  <a:lnTo>
                    <a:pt x="122321" y="1224235"/>
                  </a:lnTo>
                  <a:lnTo>
                    <a:pt x="139928" y="1237531"/>
                  </a:lnTo>
                  <a:close/>
                  <a:moveTo>
                    <a:pt x="58733" y="1112463"/>
                  </a:moveTo>
                  <a:lnTo>
                    <a:pt x="106942" y="1173995"/>
                  </a:lnTo>
                  <a:lnTo>
                    <a:pt x="74917" y="1134458"/>
                  </a:lnTo>
                  <a:close/>
                  <a:moveTo>
                    <a:pt x="58733" y="1112463"/>
                  </a:moveTo>
                  <a:lnTo>
                    <a:pt x="74917" y="1134458"/>
                  </a:lnTo>
                  <a:lnTo>
                    <a:pt x="59725" y="1104418"/>
                  </a:lnTo>
                  <a:close/>
                  <a:moveTo>
                    <a:pt x="59725" y="1104418"/>
                  </a:moveTo>
                  <a:lnTo>
                    <a:pt x="74917" y="1134458"/>
                  </a:lnTo>
                  <a:lnTo>
                    <a:pt x="78058" y="1133184"/>
                  </a:lnTo>
                  <a:close/>
                  <a:moveTo>
                    <a:pt x="59725" y="1104418"/>
                  </a:moveTo>
                  <a:lnTo>
                    <a:pt x="78058" y="1133184"/>
                  </a:lnTo>
                  <a:lnTo>
                    <a:pt x="98221" y="1073672"/>
                  </a:lnTo>
                  <a:close/>
                  <a:moveTo>
                    <a:pt x="445083" y="1402718"/>
                  </a:moveTo>
                  <a:lnTo>
                    <a:pt x="414700" y="1452179"/>
                  </a:lnTo>
                  <a:lnTo>
                    <a:pt x="450566" y="1461003"/>
                  </a:lnTo>
                  <a:close/>
                  <a:moveTo>
                    <a:pt x="450566" y="1461003"/>
                  </a:moveTo>
                  <a:lnTo>
                    <a:pt x="465089" y="1471120"/>
                  </a:lnTo>
                  <a:lnTo>
                    <a:pt x="445083" y="1402718"/>
                  </a:lnTo>
                  <a:close/>
                  <a:moveTo>
                    <a:pt x="173771" y="1094903"/>
                  </a:moveTo>
                  <a:lnTo>
                    <a:pt x="162421" y="1086270"/>
                  </a:lnTo>
                  <a:lnTo>
                    <a:pt x="145574" y="1076041"/>
                  </a:lnTo>
                  <a:close/>
                  <a:moveTo>
                    <a:pt x="492002" y="1319859"/>
                  </a:moveTo>
                  <a:lnTo>
                    <a:pt x="507909" y="1389624"/>
                  </a:lnTo>
                  <a:lnTo>
                    <a:pt x="519573" y="1331178"/>
                  </a:lnTo>
                  <a:close/>
                  <a:moveTo>
                    <a:pt x="519573" y="1331178"/>
                  </a:moveTo>
                  <a:lnTo>
                    <a:pt x="507909" y="1389624"/>
                  </a:lnTo>
                  <a:lnTo>
                    <a:pt x="566234" y="1330958"/>
                  </a:lnTo>
                  <a:close/>
                  <a:moveTo>
                    <a:pt x="310054" y="1122816"/>
                  </a:moveTo>
                  <a:lnTo>
                    <a:pt x="309978" y="1185620"/>
                  </a:lnTo>
                  <a:lnTo>
                    <a:pt x="358208" y="1121650"/>
                  </a:lnTo>
                  <a:close/>
                  <a:moveTo>
                    <a:pt x="358208" y="1121650"/>
                  </a:moveTo>
                  <a:lnTo>
                    <a:pt x="329123" y="1103372"/>
                  </a:lnTo>
                  <a:lnTo>
                    <a:pt x="301582" y="1066960"/>
                  </a:lnTo>
                  <a:close/>
                  <a:moveTo>
                    <a:pt x="826954" y="1646816"/>
                  </a:moveTo>
                  <a:lnTo>
                    <a:pt x="814429" y="1668814"/>
                  </a:lnTo>
                  <a:lnTo>
                    <a:pt x="844281" y="1671823"/>
                  </a:lnTo>
                  <a:close/>
                  <a:moveTo>
                    <a:pt x="457014" y="1137057"/>
                  </a:moveTo>
                  <a:lnTo>
                    <a:pt x="415131" y="1113354"/>
                  </a:lnTo>
                  <a:lnTo>
                    <a:pt x="471269" y="1150578"/>
                  </a:lnTo>
                  <a:close/>
                  <a:moveTo>
                    <a:pt x="333545" y="935009"/>
                  </a:moveTo>
                  <a:lnTo>
                    <a:pt x="331498" y="955135"/>
                  </a:lnTo>
                  <a:lnTo>
                    <a:pt x="361628" y="955103"/>
                  </a:lnTo>
                  <a:close/>
                  <a:moveTo>
                    <a:pt x="1048990" y="1778267"/>
                  </a:moveTo>
                  <a:lnTo>
                    <a:pt x="1087591" y="1811131"/>
                  </a:lnTo>
                  <a:lnTo>
                    <a:pt x="1128196" y="1764826"/>
                  </a:lnTo>
                  <a:close/>
                  <a:moveTo>
                    <a:pt x="574059" y="1185598"/>
                  </a:moveTo>
                  <a:lnTo>
                    <a:pt x="603768" y="1224188"/>
                  </a:lnTo>
                  <a:lnTo>
                    <a:pt x="617939" y="1244229"/>
                  </a:lnTo>
                  <a:close/>
                  <a:moveTo>
                    <a:pt x="1128196" y="1764826"/>
                  </a:moveTo>
                  <a:lnTo>
                    <a:pt x="1127894" y="1729370"/>
                  </a:lnTo>
                  <a:lnTo>
                    <a:pt x="1107980" y="1787037"/>
                  </a:lnTo>
                  <a:close/>
                  <a:moveTo>
                    <a:pt x="1127894" y="1729370"/>
                  </a:moveTo>
                  <a:lnTo>
                    <a:pt x="1128196" y="1764826"/>
                  </a:lnTo>
                  <a:lnTo>
                    <a:pt x="1142411" y="1735501"/>
                  </a:lnTo>
                  <a:close/>
                  <a:moveTo>
                    <a:pt x="1106404" y="1711407"/>
                  </a:moveTo>
                  <a:lnTo>
                    <a:pt x="1127894" y="1729370"/>
                  </a:lnTo>
                  <a:lnTo>
                    <a:pt x="1079721" y="1667808"/>
                  </a:lnTo>
                  <a:close/>
                  <a:moveTo>
                    <a:pt x="1079721" y="1667808"/>
                  </a:moveTo>
                  <a:lnTo>
                    <a:pt x="1127894" y="1729370"/>
                  </a:lnTo>
                  <a:lnTo>
                    <a:pt x="1093252" y="1683964"/>
                  </a:lnTo>
                  <a:close/>
                  <a:moveTo>
                    <a:pt x="1079386" y="1622113"/>
                  </a:moveTo>
                  <a:lnTo>
                    <a:pt x="1064287" y="1617613"/>
                  </a:lnTo>
                  <a:lnTo>
                    <a:pt x="1132473" y="1645918"/>
                  </a:lnTo>
                  <a:close/>
                  <a:moveTo>
                    <a:pt x="523305" y="1013988"/>
                  </a:moveTo>
                  <a:lnTo>
                    <a:pt x="587828" y="1006995"/>
                  </a:lnTo>
                  <a:lnTo>
                    <a:pt x="575732" y="1041431"/>
                  </a:lnTo>
                  <a:close/>
                  <a:moveTo>
                    <a:pt x="523305" y="1013988"/>
                  </a:moveTo>
                  <a:lnTo>
                    <a:pt x="575732" y="1041431"/>
                  </a:lnTo>
                  <a:lnTo>
                    <a:pt x="555933" y="1065525"/>
                  </a:lnTo>
                  <a:close/>
                  <a:moveTo>
                    <a:pt x="572983" y="998244"/>
                  </a:moveTo>
                  <a:lnTo>
                    <a:pt x="628741" y="1041431"/>
                  </a:lnTo>
                  <a:lnTo>
                    <a:pt x="587828" y="1006995"/>
                  </a:lnTo>
                  <a:close/>
                  <a:moveTo>
                    <a:pt x="1132473" y="1645918"/>
                  </a:moveTo>
                  <a:lnTo>
                    <a:pt x="1161560" y="1619768"/>
                  </a:lnTo>
                  <a:lnTo>
                    <a:pt x="1079386" y="1622113"/>
                  </a:lnTo>
                  <a:close/>
                  <a:moveTo>
                    <a:pt x="1004624" y="1502650"/>
                  </a:moveTo>
                  <a:lnTo>
                    <a:pt x="1085412" y="1537696"/>
                  </a:lnTo>
                  <a:lnTo>
                    <a:pt x="1073964" y="1532703"/>
                  </a:lnTo>
                  <a:close/>
                  <a:moveTo>
                    <a:pt x="1055210" y="1531721"/>
                  </a:moveTo>
                  <a:lnTo>
                    <a:pt x="1085412" y="1537696"/>
                  </a:lnTo>
                  <a:lnTo>
                    <a:pt x="1010973" y="1505261"/>
                  </a:lnTo>
                  <a:close/>
                  <a:moveTo>
                    <a:pt x="628741" y="1041431"/>
                  </a:moveTo>
                  <a:lnTo>
                    <a:pt x="648092" y="1057636"/>
                  </a:lnTo>
                  <a:lnTo>
                    <a:pt x="650979" y="1035560"/>
                  </a:lnTo>
                  <a:close/>
                  <a:moveTo>
                    <a:pt x="628741" y="1041431"/>
                  </a:moveTo>
                  <a:lnTo>
                    <a:pt x="650979" y="1035560"/>
                  </a:lnTo>
                  <a:lnTo>
                    <a:pt x="587828" y="1006995"/>
                  </a:lnTo>
                  <a:close/>
                  <a:moveTo>
                    <a:pt x="691331" y="1040737"/>
                  </a:moveTo>
                  <a:lnTo>
                    <a:pt x="650979" y="1035560"/>
                  </a:lnTo>
                  <a:lnTo>
                    <a:pt x="648092" y="1057636"/>
                  </a:lnTo>
                  <a:close/>
                  <a:moveTo>
                    <a:pt x="702385" y="969007"/>
                  </a:moveTo>
                  <a:lnTo>
                    <a:pt x="650979" y="1035560"/>
                  </a:lnTo>
                  <a:lnTo>
                    <a:pt x="691331" y="1040737"/>
                  </a:lnTo>
                  <a:close/>
                  <a:moveTo>
                    <a:pt x="334673" y="553508"/>
                  </a:moveTo>
                  <a:lnTo>
                    <a:pt x="318259" y="562930"/>
                  </a:lnTo>
                  <a:lnTo>
                    <a:pt x="356321" y="558497"/>
                  </a:lnTo>
                  <a:close/>
                  <a:moveTo>
                    <a:pt x="334673" y="553508"/>
                  </a:moveTo>
                  <a:lnTo>
                    <a:pt x="356321" y="558497"/>
                  </a:lnTo>
                  <a:lnTo>
                    <a:pt x="359439" y="542216"/>
                  </a:lnTo>
                  <a:close/>
                  <a:moveTo>
                    <a:pt x="159417" y="353659"/>
                  </a:moveTo>
                  <a:lnTo>
                    <a:pt x="161804" y="414461"/>
                  </a:lnTo>
                  <a:lnTo>
                    <a:pt x="203938" y="355447"/>
                  </a:lnTo>
                  <a:close/>
                  <a:moveTo>
                    <a:pt x="112402" y="353899"/>
                  </a:moveTo>
                  <a:lnTo>
                    <a:pt x="161804" y="414461"/>
                  </a:lnTo>
                  <a:lnTo>
                    <a:pt x="159417" y="353659"/>
                  </a:lnTo>
                  <a:close/>
                  <a:moveTo>
                    <a:pt x="1299817" y="1611682"/>
                  </a:moveTo>
                  <a:lnTo>
                    <a:pt x="1307872" y="1642774"/>
                  </a:lnTo>
                  <a:lnTo>
                    <a:pt x="1344957" y="1646530"/>
                  </a:lnTo>
                  <a:close/>
                  <a:moveTo>
                    <a:pt x="1195344" y="1571405"/>
                  </a:moveTo>
                  <a:lnTo>
                    <a:pt x="1211457" y="1511188"/>
                  </a:lnTo>
                  <a:lnTo>
                    <a:pt x="1177165" y="1584240"/>
                  </a:lnTo>
                  <a:close/>
                  <a:moveTo>
                    <a:pt x="1216638" y="1516122"/>
                  </a:moveTo>
                  <a:lnTo>
                    <a:pt x="1208282" y="1576512"/>
                  </a:lnTo>
                  <a:lnTo>
                    <a:pt x="1177165" y="1584240"/>
                  </a:lnTo>
                  <a:close/>
                  <a:moveTo>
                    <a:pt x="1208282" y="1576512"/>
                  </a:moveTo>
                  <a:lnTo>
                    <a:pt x="1216638" y="1516122"/>
                  </a:lnTo>
                  <a:lnTo>
                    <a:pt x="1240302" y="1584240"/>
                  </a:lnTo>
                  <a:close/>
                  <a:moveTo>
                    <a:pt x="1211457" y="1511188"/>
                  </a:moveTo>
                  <a:lnTo>
                    <a:pt x="1195344" y="1571405"/>
                  </a:lnTo>
                  <a:lnTo>
                    <a:pt x="1240302" y="1584240"/>
                  </a:lnTo>
                  <a:close/>
                  <a:moveTo>
                    <a:pt x="978657" y="1285280"/>
                  </a:moveTo>
                  <a:lnTo>
                    <a:pt x="931380" y="1273243"/>
                  </a:lnTo>
                  <a:lnTo>
                    <a:pt x="937145" y="1275020"/>
                  </a:lnTo>
                  <a:close/>
                  <a:moveTo>
                    <a:pt x="964198" y="1270996"/>
                  </a:moveTo>
                  <a:lnTo>
                    <a:pt x="931380" y="1273243"/>
                  </a:lnTo>
                  <a:lnTo>
                    <a:pt x="978657" y="1285280"/>
                  </a:lnTo>
                  <a:close/>
                  <a:moveTo>
                    <a:pt x="320035" y="550015"/>
                  </a:moveTo>
                  <a:lnTo>
                    <a:pt x="318259" y="562930"/>
                  </a:lnTo>
                  <a:lnTo>
                    <a:pt x="334673" y="553508"/>
                  </a:lnTo>
                  <a:close/>
                  <a:moveTo>
                    <a:pt x="320035" y="550015"/>
                  </a:moveTo>
                  <a:lnTo>
                    <a:pt x="334673" y="553508"/>
                  </a:lnTo>
                  <a:lnTo>
                    <a:pt x="336989" y="498057"/>
                  </a:lnTo>
                  <a:close/>
                  <a:moveTo>
                    <a:pt x="336989" y="498057"/>
                  </a:moveTo>
                  <a:lnTo>
                    <a:pt x="359439" y="542216"/>
                  </a:lnTo>
                  <a:lnTo>
                    <a:pt x="383867" y="498651"/>
                  </a:lnTo>
                  <a:close/>
                  <a:moveTo>
                    <a:pt x="383867" y="498651"/>
                  </a:moveTo>
                  <a:lnTo>
                    <a:pt x="414154" y="486720"/>
                  </a:lnTo>
                  <a:lnTo>
                    <a:pt x="404814" y="477877"/>
                  </a:lnTo>
                  <a:close/>
                  <a:moveTo>
                    <a:pt x="359439" y="542216"/>
                  </a:moveTo>
                  <a:lnTo>
                    <a:pt x="406984" y="545302"/>
                  </a:lnTo>
                  <a:lnTo>
                    <a:pt x="383867" y="498651"/>
                  </a:lnTo>
                  <a:close/>
                  <a:moveTo>
                    <a:pt x="404814" y="477877"/>
                  </a:moveTo>
                  <a:lnTo>
                    <a:pt x="414154" y="486720"/>
                  </a:lnTo>
                  <a:lnTo>
                    <a:pt x="417958" y="451433"/>
                  </a:lnTo>
                  <a:close/>
                  <a:moveTo>
                    <a:pt x="277709" y="323267"/>
                  </a:moveTo>
                  <a:lnTo>
                    <a:pt x="263631" y="358684"/>
                  </a:lnTo>
                  <a:lnTo>
                    <a:pt x="292073" y="330125"/>
                  </a:lnTo>
                  <a:close/>
                  <a:moveTo>
                    <a:pt x="1344957" y="1646530"/>
                  </a:moveTo>
                  <a:lnTo>
                    <a:pt x="1373785" y="1663219"/>
                  </a:lnTo>
                  <a:lnTo>
                    <a:pt x="1374233" y="1621088"/>
                  </a:lnTo>
                  <a:close/>
                  <a:moveTo>
                    <a:pt x="1374233" y="1621088"/>
                  </a:moveTo>
                  <a:lnTo>
                    <a:pt x="1373785" y="1663219"/>
                  </a:lnTo>
                  <a:lnTo>
                    <a:pt x="1399457" y="1597779"/>
                  </a:lnTo>
                  <a:close/>
                  <a:moveTo>
                    <a:pt x="1344957" y="1646530"/>
                  </a:moveTo>
                  <a:lnTo>
                    <a:pt x="1312415" y="1592579"/>
                  </a:lnTo>
                  <a:lnTo>
                    <a:pt x="1299817" y="1611682"/>
                  </a:lnTo>
                  <a:close/>
                  <a:moveTo>
                    <a:pt x="1054446" y="1259067"/>
                  </a:moveTo>
                  <a:lnTo>
                    <a:pt x="1110206" y="1292866"/>
                  </a:lnTo>
                  <a:lnTo>
                    <a:pt x="1084049" y="1226832"/>
                  </a:lnTo>
                  <a:close/>
                  <a:moveTo>
                    <a:pt x="1063075" y="1242141"/>
                  </a:moveTo>
                  <a:lnTo>
                    <a:pt x="1099836" y="1187494"/>
                  </a:lnTo>
                  <a:lnTo>
                    <a:pt x="1065893" y="1177107"/>
                  </a:lnTo>
                  <a:close/>
                  <a:moveTo>
                    <a:pt x="1063075" y="1242141"/>
                  </a:moveTo>
                  <a:lnTo>
                    <a:pt x="1065893" y="1177107"/>
                  </a:lnTo>
                  <a:lnTo>
                    <a:pt x="1079898" y="1226832"/>
                  </a:lnTo>
                  <a:close/>
                  <a:moveTo>
                    <a:pt x="870674" y="1096004"/>
                  </a:moveTo>
                  <a:lnTo>
                    <a:pt x="915452" y="1088743"/>
                  </a:lnTo>
                  <a:lnTo>
                    <a:pt x="942408" y="1054628"/>
                  </a:lnTo>
                  <a:close/>
                  <a:moveTo>
                    <a:pt x="894345" y="1049605"/>
                  </a:moveTo>
                  <a:lnTo>
                    <a:pt x="870674" y="1096004"/>
                  </a:lnTo>
                  <a:lnTo>
                    <a:pt x="942408" y="1054628"/>
                  </a:lnTo>
                  <a:close/>
                  <a:moveTo>
                    <a:pt x="942408" y="1054628"/>
                  </a:moveTo>
                  <a:lnTo>
                    <a:pt x="915452" y="1088743"/>
                  </a:lnTo>
                  <a:lnTo>
                    <a:pt x="989777" y="1057058"/>
                  </a:lnTo>
                  <a:close/>
                  <a:moveTo>
                    <a:pt x="400865" y="427303"/>
                  </a:moveTo>
                  <a:lnTo>
                    <a:pt x="417958" y="451433"/>
                  </a:lnTo>
                  <a:lnTo>
                    <a:pt x="447736" y="427868"/>
                  </a:lnTo>
                  <a:close/>
                  <a:moveTo>
                    <a:pt x="292073" y="330125"/>
                  </a:moveTo>
                  <a:lnTo>
                    <a:pt x="301015" y="299174"/>
                  </a:lnTo>
                  <a:lnTo>
                    <a:pt x="277709" y="323267"/>
                  </a:lnTo>
                  <a:close/>
                  <a:moveTo>
                    <a:pt x="325738" y="321095"/>
                  </a:moveTo>
                  <a:lnTo>
                    <a:pt x="301015" y="299174"/>
                  </a:lnTo>
                  <a:lnTo>
                    <a:pt x="292073" y="330125"/>
                  </a:lnTo>
                  <a:close/>
                  <a:moveTo>
                    <a:pt x="1008112" y="1072222"/>
                  </a:moveTo>
                  <a:lnTo>
                    <a:pt x="1045877" y="1092128"/>
                  </a:lnTo>
                  <a:lnTo>
                    <a:pt x="1064459" y="1099665"/>
                  </a:lnTo>
                  <a:close/>
                  <a:moveTo>
                    <a:pt x="618239" y="246520"/>
                  </a:moveTo>
                  <a:lnTo>
                    <a:pt x="574472" y="244119"/>
                  </a:lnTo>
                  <a:lnTo>
                    <a:pt x="568509" y="260264"/>
                  </a:lnTo>
                  <a:close/>
                  <a:moveTo>
                    <a:pt x="1169163" y="821237"/>
                  </a:moveTo>
                  <a:lnTo>
                    <a:pt x="1144712" y="774554"/>
                  </a:lnTo>
                  <a:lnTo>
                    <a:pt x="1159997" y="804529"/>
                  </a:lnTo>
                  <a:close/>
                  <a:moveTo>
                    <a:pt x="1152841" y="793794"/>
                  </a:moveTo>
                  <a:lnTo>
                    <a:pt x="1144712" y="774554"/>
                  </a:lnTo>
                  <a:lnTo>
                    <a:pt x="1169163" y="821237"/>
                  </a:lnTo>
                  <a:close/>
                  <a:moveTo>
                    <a:pt x="929545" y="466938"/>
                  </a:moveTo>
                  <a:lnTo>
                    <a:pt x="971738" y="462757"/>
                  </a:lnTo>
                  <a:lnTo>
                    <a:pt x="950723" y="460481"/>
                  </a:lnTo>
                  <a:close/>
                  <a:moveTo>
                    <a:pt x="789844" y="433038"/>
                  </a:moveTo>
                  <a:lnTo>
                    <a:pt x="789540" y="371448"/>
                  </a:lnTo>
                  <a:lnTo>
                    <a:pt x="788646" y="357408"/>
                  </a:lnTo>
                  <a:close/>
                  <a:moveTo>
                    <a:pt x="788646" y="357408"/>
                  </a:moveTo>
                  <a:lnTo>
                    <a:pt x="809931" y="369072"/>
                  </a:lnTo>
                  <a:lnTo>
                    <a:pt x="789844" y="433038"/>
                  </a:lnTo>
                  <a:close/>
                  <a:moveTo>
                    <a:pt x="829006" y="357408"/>
                  </a:moveTo>
                  <a:lnTo>
                    <a:pt x="789540" y="371448"/>
                  </a:lnTo>
                  <a:lnTo>
                    <a:pt x="788033" y="422099"/>
                  </a:lnTo>
                  <a:close/>
                  <a:moveTo>
                    <a:pt x="937547" y="452572"/>
                  </a:moveTo>
                  <a:lnTo>
                    <a:pt x="929545" y="466938"/>
                  </a:lnTo>
                  <a:lnTo>
                    <a:pt x="950723" y="460481"/>
                  </a:lnTo>
                  <a:close/>
                  <a:moveTo>
                    <a:pt x="937547" y="452572"/>
                  </a:moveTo>
                  <a:lnTo>
                    <a:pt x="950723" y="460481"/>
                  </a:lnTo>
                  <a:lnTo>
                    <a:pt x="918880" y="427062"/>
                  </a:lnTo>
                  <a:close/>
                  <a:moveTo>
                    <a:pt x="805271" y="351652"/>
                  </a:moveTo>
                  <a:lnTo>
                    <a:pt x="829006" y="357408"/>
                  </a:lnTo>
                  <a:lnTo>
                    <a:pt x="826214" y="295054"/>
                  </a:lnTo>
                  <a:close/>
                  <a:moveTo>
                    <a:pt x="826214" y="295054"/>
                  </a:moveTo>
                  <a:lnTo>
                    <a:pt x="829006" y="357408"/>
                  </a:lnTo>
                  <a:lnTo>
                    <a:pt x="861038" y="288561"/>
                  </a:lnTo>
                  <a:close/>
                  <a:moveTo>
                    <a:pt x="840511" y="281777"/>
                  </a:moveTo>
                  <a:lnTo>
                    <a:pt x="861038" y="288561"/>
                  </a:lnTo>
                  <a:lnTo>
                    <a:pt x="864841" y="264795"/>
                  </a:lnTo>
                  <a:close/>
                  <a:moveTo>
                    <a:pt x="722657" y="82548"/>
                  </a:moveTo>
                  <a:lnTo>
                    <a:pt x="755142" y="127167"/>
                  </a:lnTo>
                  <a:lnTo>
                    <a:pt x="764641" y="140720"/>
                  </a:lnTo>
                  <a:close/>
                  <a:moveTo>
                    <a:pt x="1019100" y="309220"/>
                  </a:moveTo>
                  <a:lnTo>
                    <a:pt x="1012454" y="366912"/>
                  </a:lnTo>
                  <a:lnTo>
                    <a:pt x="1012203" y="331506"/>
                  </a:lnTo>
                  <a:close/>
                  <a:moveTo>
                    <a:pt x="982479" y="355270"/>
                  </a:moveTo>
                  <a:lnTo>
                    <a:pt x="1031176" y="362667"/>
                  </a:lnTo>
                  <a:lnTo>
                    <a:pt x="1019100" y="309220"/>
                  </a:lnTo>
                  <a:close/>
                  <a:moveTo>
                    <a:pt x="840511" y="281777"/>
                  </a:moveTo>
                  <a:lnTo>
                    <a:pt x="864841" y="264795"/>
                  </a:lnTo>
                  <a:lnTo>
                    <a:pt x="890287" y="225038"/>
                  </a:lnTo>
                  <a:close/>
                  <a:moveTo>
                    <a:pt x="755142" y="127167"/>
                  </a:moveTo>
                  <a:lnTo>
                    <a:pt x="722657" y="82548"/>
                  </a:lnTo>
                  <a:lnTo>
                    <a:pt x="754048" y="111350"/>
                  </a:lnTo>
                  <a:close/>
                  <a:moveTo>
                    <a:pt x="717177" y="75631"/>
                  </a:moveTo>
                  <a:lnTo>
                    <a:pt x="712065" y="19995"/>
                  </a:lnTo>
                  <a:lnTo>
                    <a:pt x="707766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3" name="Output_density__4252">
              <a:extLst>
                <a:ext uri="{FF2B5EF4-FFF2-40B4-BE49-F238E27FC236}">
                  <a16:creationId xmlns:a16="http://schemas.microsoft.com/office/drawing/2014/main" id="{136F3596-741A-210A-6E75-97C87454AEFD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4786"/>
              <a:ext cx="1433243" cy="2311351"/>
            </a:xfrm>
            <a:custGeom>
              <a:avLst/>
              <a:gdLst/>
              <a:ahLst/>
              <a:cxnLst/>
              <a:rect l="0" t="0" r="0" b="0"/>
              <a:pathLst>
                <a:path w="1433243" h="2311351">
                  <a:moveTo>
                    <a:pt x="182855" y="2239592"/>
                  </a:moveTo>
                  <a:lnTo>
                    <a:pt x="206538" y="2291129"/>
                  </a:lnTo>
                  <a:lnTo>
                    <a:pt x="230558" y="2267035"/>
                  </a:lnTo>
                  <a:close/>
                  <a:moveTo>
                    <a:pt x="293636" y="2242941"/>
                  </a:moveTo>
                  <a:lnTo>
                    <a:pt x="320102" y="2311351"/>
                  </a:lnTo>
                  <a:lnTo>
                    <a:pt x="324026" y="2294477"/>
                  </a:lnTo>
                  <a:close/>
                  <a:moveTo>
                    <a:pt x="256432" y="2288402"/>
                  </a:moveTo>
                  <a:lnTo>
                    <a:pt x="320102" y="2311351"/>
                  </a:lnTo>
                  <a:lnTo>
                    <a:pt x="293636" y="2242941"/>
                  </a:lnTo>
                  <a:close/>
                  <a:moveTo>
                    <a:pt x="268388" y="2252669"/>
                  </a:moveTo>
                  <a:lnTo>
                    <a:pt x="293636" y="2242941"/>
                  </a:lnTo>
                  <a:lnTo>
                    <a:pt x="291715" y="2245641"/>
                  </a:lnTo>
                  <a:close/>
                  <a:moveTo>
                    <a:pt x="244204" y="2209586"/>
                  </a:moveTo>
                  <a:lnTo>
                    <a:pt x="268388" y="2252669"/>
                  </a:lnTo>
                  <a:lnTo>
                    <a:pt x="291715" y="2245641"/>
                  </a:lnTo>
                  <a:close/>
                  <a:moveTo>
                    <a:pt x="353150" y="2284484"/>
                  </a:moveTo>
                  <a:lnTo>
                    <a:pt x="409398" y="2276737"/>
                  </a:lnTo>
                  <a:lnTo>
                    <a:pt x="388961" y="2230609"/>
                  </a:lnTo>
                  <a:close/>
                  <a:moveTo>
                    <a:pt x="353150" y="2284484"/>
                  </a:moveTo>
                  <a:lnTo>
                    <a:pt x="388961" y="2230609"/>
                  </a:lnTo>
                  <a:lnTo>
                    <a:pt x="351142" y="2223373"/>
                  </a:lnTo>
                  <a:close/>
                  <a:moveTo>
                    <a:pt x="351142" y="2223373"/>
                  </a:moveTo>
                  <a:lnTo>
                    <a:pt x="388961" y="2230609"/>
                  </a:lnTo>
                  <a:lnTo>
                    <a:pt x="316745" y="2188594"/>
                  </a:lnTo>
                  <a:close/>
                  <a:moveTo>
                    <a:pt x="299170" y="2138616"/>
                  </a:moveTo>
                  <a:lnTo>
                    <a:pt x="327310" y="2108926"/>
                  </a:lnTo>
                  <a:lnTo>
                    <a:pt x="245780" y="2113674"/>
                  </a:lnTo>
                  <a:close/>
                  <a:moveTo>
                    <a:pt x="338097" y="1861440"/>
                  </a:moveTo>
                  <a:lnTo>
                    <a:pt x="365629" y="1873121"/>
                  </a:lnTo>
                  <a:lnTo>
                    <a:pt x="338292" y="1937070"/>
                  </a:lnTo>
                  <a:close/>
                  <a:moveTo>
                    <a:pt x="365629" y="1873121"/>
                  </a:moveTo>
                  <a:lnTo>
                    <a:pt x="338097" y="1861440"/>
                  </a:lnTo>
                  <a:lnTo>
                    <a:pt x="316988" y="1811940"/>
                  </a:lnTo>
                  <a:close/>
                  <a:moveTo>
                    <a:pt x="427138" y="1823114"/>
                  </a:moveTo>
                  <a:lnTo>
                    <a:pt x="470243" y="1826054"/>
                  </a:lnTo>
                  <a:lnTo>
                    <a:pt x="469266" y="1764104"/>
                  </a:lnTo>
                  <a:close/>
                  <a:moveTo>
                    <a:pt x="470243" y="1826054"/>
                  </a:moveTo>
                  <a:lnTo>
                    <a:pt x="517364" y="1762984"/>
                  </a:lnTo>
                  <a:lnTo>
                    <a:pt x="469266" y="1764104"/>
                  </a:lnTo>
                  <a:close/>
                  <a:moveTo>
                    <a:pt x="30003" y="1246349"/>
                  </a:moveTo>
                  <a:lnTo>
                    <a:pt x="28854" y="1266830"/>
                  </a:lnTo>
                  <a:lnTo>
                    <a:pt x="33085" y="1321980"/>
                  </a:lnTo>
                  <a:close/>
                  <a:moveTo>
                    <a:pt x="30003" y="1246349"/>
                  </a:moveTo>
                  <a:lnTo>
                    <a:pt x="21432" y="1259308"/>
                  </a:lnTo>
                  <a:lnTo>
                    <a:pt x="28854" y="1266830"/>
                  </a:lnTo>
                  <a:close/>
                  <a:moveTo>
                    <a:pt x="0" y="1218906"/>
                  </a:moveTo>
                  <a:lnTo>
                    <a:pt x="21432" y="1259308"/>
                  </a:lnTo>
                  <a:lnTo>
                    <a:pt x="30003" y="1246349"/>
                  </a:lnTo>
                  <a:close/>
                  <a:moveTo>
                    <a:pt x="228190" y="1281463"/>
                  </a:moveTo>
                  <a:lnTo>
                    <a:pt x="250101" y="1320433"/>
                  </a:lnTo>
                  <a:lnTo>
                    <a:pt x="232292" y="1273792"/>
                  </a:lnTo>
                  <a:close/>
                  <a:moveTo>
                    <a:pt x="250101" y="1320433"/>
                  </a:moveTo>
                  <a:lnTo>
                    <a:pt x="228190" y="1281463"/>
                  </a:lnTo>
                  <a:lnTo>
                    <a:pt x="252044" y="1325328"/>
                  </a:lnTo>
                  <a:close/>
                  <a:moveTo>
                    <a:pt x="684164" y="1816600"/>
                  </a:moveTo>
                  <a:lnTo>
                    <a:pt x="627690" y="1840694"/>
                  </a:lnTo>
                  <a:lnTo>
                    <a:pt x="682609" y="1889447"/>
                  </a:lnTo>
                  <a:close/>
                  <a:moveTo>
                    <a:pt x="467451" y="1514609"/>
                  </a:moveTo>
                  <a:lnTo>
                    <a:pt x="526108" y="1518773"/>
                  </a:lnTo>
                  <a:lnTo>
                    <a:pt x="505161" y="1507381"/>
                  </a:lnTo>
                  <a:close/>
                  <a:moveTo>
                    <a:pt x="438678" y="1501458"/>
                  </a:moveTo>
                  <a:lnTo>
                    <a:pt x="460217" y="1507381"/>
                  </a:lnTo>
                  <a:lnTo>
                    <a:pt x="467451" y="1514609"/>
                  </a:lnTo>
                  <a:close/>
                  <a:moveTo>
                    <a:pt x="250101" y="1320433"/>
                  </a:moveTo>
                  <a:lnTo>
                    <a:pt x="252044" y="1325328"/>
                  </a:lnTo>
                  <a:lnTo>
                    <a:pt x="251876" y="1324949"/>
                  </a:lnTo>
                  <a:close/>
                  <a:moveTo>
                    <a:pt x="247208" y="1301234"/>
                  </a:moveTo>
                  <a:lnTo>
                    <a:pt x="250101" y="1320433"/>
                  </a:lnTo>
                  <a:lnTo>
                    <a:pt x="251876" y="1324949"/>
                  </a:lnTo>
                  <a:close/>
                  <a:moveTo>
                    <a:pt x="232292" y="1273792"/>
                  </a:moveTo>
                  <a:lnTo>
                    <a:pt x="250101" y="1320433"/>
                  </a:lnTo>
                  <a:lnTo>
                    <a:pt x="247208" y="1301234"/>
                  </a:lnTo>
                  <a:close/>
                  <a:moveTo>
                    <a:pt x="221834" y="1249698"/>
                  </a:moveTo>
                  <a:lnTo>
                    <a:pt x="218816" y="1222255"/>
                  </a:lnTo>
                  <a:lnTo>
                    <a:pt x="232292" y="1273792"/>
                  </a:lnTo>
                  <a:close/>
                  <a:moveTo>
                    <a:pt x="694151" y="1757967"/>
                  </a:moveTo>
                  <a:lnTo>
                    <a:pt x="729526" y="1755287"/>
                  </a:lnTo>
                  <a:lnTo>
                    <a:pt x="674710" y="1725017"/>
                  </a:lnTo>
                  <a:close/>
                  <a:moveTo>
                    <a:pt x="776792" y="1740970"/>
                  </a:moveTo>
                  <a:lnTo>
                    <a:pt x="748034" y="1814886"/>
                  </a:lnTo>
                  <a:lnTo>
                    <a:pt x="768839" y="1767370"/>
                  </a:lnTo>
                  <a:close/>
                  <a:moveTo>
                    <a:pt x="792144" y="1754264"/>
                  </a:moveTo>
                  <a:lnTo>
                    <a:pt x="776792" y="1740970"/>
                  </a:lnTo>
                  <a:lnTo>
                    <a:pt x="788601" y="1694402"/>
                  </a:lnTo>
                  <a:close/>
                  <a:moveTo>
                    <a:pt x="514371" y="1431750"/>
                  </a:moveTo>
                  <a:lnTo>
                    <a:pt x="479816" y="1404308"/>
                  </a:lnTo>
                  <a:lnTo>
                    <a:pt x="501818" y="1455844"/>
                  </a:lnTo>
                  <a:close/>
                  <a:moveTo>
                    <a:pt x="272070" y="1183047"/>
                  </a:moveTo>
                  <a:lnTo>
                    <a:pt x="332422" y="1234707"/>
                  </a:lnTo>
                  <a:lnTo>
                    <a:pt x="323950" y="1178851"/>
                  </a:lnTo>
                  <a:close/>
                  <a:moveTo>
                    <a:pt x="317100" y="1126457"/>
                  </a:moveTo>
                  <a:lnTo>
                    <a:pt x="315039" y="1122531"/>
                  </a:lnTo>
                  <a:lnTo>
                    <a:pt x="323950" y="1178851"/>
                  </a:lnTo>
                  <a:close/>
                  <a:moveTo>
                    <a:pt x="323950" y="1178851"/>
                  </a:moveTo>
                  <a:lnTo>
                    <a:pt x="315039" y="1122531"/>
                  </a:lnTo>
                  <a:lnTo>
                    <a:pt x="259798" y="1130280"/>
                  </a:lnTo>
                  <a:close/>
                  <a:moveTo>
                    <a:pt x="323950" y="1178851"/>
                  </a:moveTo>
                  <a:lnTo>
                    <a:pt x="259798" y="1130280"/>
                  </a:lnTo>
                  <a:lnTo>
                    <a:pt x="272070" y="1183047"/>
                  </a:lnTo>
                  <a:close/>
                  <a:moveTo>
                    <a:pt x="263966" y="1102471"/>
                  </a:moveTo>
                  <a:lnTo>
                    <a:pt x="219815" y="1070994"/>
                  </a:lnTo>
                  <a:lnTo>
                    <a:pt x="259798" y="1130280"/>
                  </a:lnTo>
                  <a:close/>
                  <a:moveTo>
                    <a:pt x="211593" y="1081334"/>
                  </a:moveTo>
                  <a:lnTo>
                    <a:pt x="253346" y="1122531"/>
                  </a:lnTo>
                  <a:lnTo>
                    <a:pt x="259798" y="1130280"/>
                  </a:lnTo>
                  <a:close/>
                  <a:moveTo>
                    <a:pt x="791926" y="1665339"/>
                  </a:moveTo>
                  <a:lnTo>
                    <a:pt x="781584" y="1640345"/>
                  </a:lnTo>
                  <a:lnTo>
                    <a:pt x="783399" y="1689433"/>
                  </a:lnTo>
                  <a:close/>
                  <a:moveTo>
                    <a:pt x="736056" y="1573652"/>
                  </a:moveTo>
                  <a:lnTo>
                    <a:pt x="781053" y="1637796"/>
                  </a:lnTo>
                  <a:lnTo>
                    <a:pt x="751838" y="1623565"/>
                  </a:lnTo>
                  <a:close/>
                  <a:moveTo>
                    <a:pt x="315039" y="1122531"/>
                  </a:moveTo>
                  <a:lnTo>
                    <a:pt x="317100" y="1126457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263966" y="1102471"/>
                  </a:lnTo>
                  <a:lnTo>
                    <a:pt x="315039" y="1122531"/>
                  </a:lnTo>
                  <a:close/>
                  <a:moveTo>
                    <a:pt x="267585" y="1061207"/>
                  </a:moveTo>
                  <a:lnTo>
                    <a:pt x="263966" y="1102471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317100" y="1126457"/>
                  </a:lnTo>
                  <a:lnTo>
                    <a:pt x="316880" y="1122531"/>
                  </a:lnTo>
                  <a:close/>
                  <a:moveTo>
                    <a:pt x="316880" y="1122531"/>
                  </a:moveTo>
                  <a:lnTo>
                    <a:pt x="317816" y="1058353"/>
                  </a:lnTo>
                  <a:lnTo>
                    <a:pt x="316490" y="1122173"/>
                  </a:lnTo>
                  <a:close/>
                  <a:moveTo>
                    <a:pt x="754281" y="1613803"/>
                  </a:moveTo>
                  <a:lnTo>
                    <a:pt x="736056" y="1573652"/>
                  </a:lnTo>
                  <a:lnTo>
                    <a:pt x="751838" y="1623565"/>
                  </a:lnTo>
                  <a:close/>
                  <a:moveTo>
                    <a:pt x="421759" y="1201510"/>
                  </a:moveTo>
                  <a:lnTo>
                    <a:pt x="433580" y="1165688"/>
                  </a:lnTo>
                  <a:lnTo>
                    <a:pt x="437499" y="1225245"/>
                  </a:lnTo>
                  <a:close/>
                  <a:moveTo>
                    <a:pt x="584484" y="1292550"/>
                  </a:moveTo>
                  <a:lnTo>
                    <a:pt x="563436" y="1286328"/>
                  </a:lnTo>
                  <a:lnTo>
                    <a:pt x="596427" y="1297489"/>
                  </a:lnTo>
                  <a:close/>
                  <a:moveTo>
                    <a:pt x="596427" y="1297489"/>
                  </a:moveTo>
                  <a:lnTo>
                    <a:pt x="602235" y="1304583"/>
                  </a:lnTo>
                  <a:lnTo>
                    <a:pt x="584484" y="1292550"/>
                  </a:lnTo>
                  <a:close/>
                  <a:moveTo>
                    <a:pt x="355913" y="1046900"/>
                  </a:moveTo>
                  <a:lnTo>
                    <a:pt x="383997" y="1066994"/>
                  </a:lnTo>
                  <a:lnTo>
                    <a:pt x="387210" y="1022806"/>
                  </a:lnTo>
                  <a:close/>
                  <a:moveTo>
                    <a:pt x="1086655" y="1729503"/>
                  </a:moveTo>
                  <a:lnTo>
                    <a:pt x="1101754" y="1734004"/>
                  </a:lnTo>
                  <a:lnTo>
                    <a:pt x="1079764" y="1720224"/>
                  </a:lnTo>
                  <a:close/>
                  <a:moveTo>
                    <a:pt x="1086655" y="1729503"/>
                  </a:moveTo>
                  <a:lnTo>
                    <a:pt x="1079764" y="1720224"/>
                  </a:lnTo>
                  <a:lnTo>
                    <a:pt x="1095629" y="1711104"/>
                  </a:lnTo>
                  <a:close/>
                  <a:moveTo>
                    <a:pt x="1100393" y="1668688"/>
                  </a:moveTo>
                  <a:lnTo>
                    <a:pt x="1086655" y="1729503"/>
                  </a:lnTo>
                  <a:lnTo>
                    <a:pt x="1095629" y="1711104"/>
                  </a:lnTo>
                  <a:close/>
                  <a:moveTo>
                    <a:pt x="757576" y="1256395"/>
                  </a:moveTo>
                  <a:lnTo>
                    <a:pt x="761177" y="1294248"/>
                  </a:lnTo>
                  <a:lnTo>
                    <a:pt x="752689" y="1309159"/>
                  </a:lnTo>
                  <a:close/>
                  <a:moveTo>
                    <a:pt x="757576" y="1256395"/>
                  </a:moveTo>
                  <a:lnTo>
                    <a:pt x="752689" y="1309159"/>
                  </a:lnTo>
                  <a:lnTo>
                    <a:pt x="752210" y="1300497"/>
                  </a:lnTo>
                  <a:close/>
                  <a:moveTo>
                    <a:pt x="402976" y="1003054"/>
                  </a:moveTo>
                  <a:lnTo>
                    <a:pt x="431172" y="973577"/>
                  </a:lnTo>
                  <a:lnTo>
                    <a:pt x="446562" y="991340"/>
                  </a:lnTo>
                  <a:close/>
                  <a:moveTo>
                    <a:pt x="260950" y="741029"/>
                  </a:moveTo>
                  <a:lnTo>
                    <a:pt x="214683" y="689775"/>
                  </a:lnTo>
                  <a:lnTo>
                    <a:pt x="207911" y="713586"/>
                  </a:lnTo>
                  <a:close/>
                  <a:moveTo>
                    <a:pt x="260950" y="741029"/>
                  </a:moveTo>
                  <a:lnTo>
                    <a:pt x="207911" y="713586"/>
                  </a:lnTo>
                  <a:lnTo>
                    <a:pt x="212936" y="765123"/>
                  </a:lnTo>
                  <a:close/>
                  <a:moveTo>
                    <a:pt x="214683" y="689775"/>
                  </a:moveTo>
                  <a:lnTo>
                    <a:pt x="213678" y="684433"/>
                  </a:lnTo>
                  <a:lnTo>
                    <a:pt x="207911" y="713586"/>
                  </a:lnTo>
                  <a:close/>
                  <a:moveTo>
                    <a:pt x="752210" y="1300497"/>
                  </a:moveTo>
                  <a:lnTo>
                    <a:pt x="752689" y="1309159"/>
                  </a:lnTo>
                  <a:lnTo>
                    <a:pt x="752146" y="1307932"/>
                  </a:lnTo>
                  <a:close/>
                  <a:moveTo>
                    <a:pt x="1100393" y="1668688"/>
                  </a:moveTo>
                  <a:lnTo>
                    <a:pt x="1095629" y="1711104"/>
                  </a:lnTo>
                  <a:lnTo>
                    <a:pt x="1157032" y="1696131"/>
                  </a:lnTo>
                  <a:close/>
                  <a:moveTo>
                    <a:pt x="907970" y="1335374"/>
                  </a:moveTo>
                  <a:lnTo>
                    <a:pt x="949239" y="1388800"/>
                  </a:lnTo>
                  <a:lnTo>
                    <a:pt x="950461" y="1382794"/>
                  </a:lnTo>
                  <a:close/>
                  <a:moveTo>
                    <a:pt x="896650" y="1411005"/>
                  </a:moveTo>
                  <a:lnTo>
                    <a:pt x="949239" y="1388800"/>
                  </a:lnTo>
                  <a:lnTo>
                    <a:pt x="907970" y="1335374"/>
                  </a:lnTo>
                  <a:close/>
                  <a:moveTo>
                    <a:pt x="900147" y="1359468"/>
                  </a:moveTo>
                  <a:lnTo>
                    <a:pt x="896650" y="1411005"/>
                  </a:lnTo>
                  <a:lnTo>
                    <a:pt x="907970" y="1335374"/>
                  </a:lnTo>
                  <a:close/>
                  <a:moveTo>
                    <a:pt x="931856" y="1313236"/>
                  </a:moveTo>
                  <a:lnTo>
                    <a:pt x="900147" y="1359468"/>
                  </a:lnTo>
                  <a:lnTo>
                    <a:pt x="907970" y="1335374"/>
                  </a:lnTo>
                  <a:close/>
                  <a:moveTo>
                    <a:pt x="757576" y="1256395"/>
                  </a:moveTo>
                  <a:lnTo>
                    <a:pt x="768868" y="1233263"/>
                  </a:lnTo>
                  <a:lnTo>
                    <a:pt x="767770" y="1204858"/>
                  </a:lnTo>
                  <a:close/>
                  <a:moveTo>
                    <a:pt x="552353" y="1077296"/>
                  </a:moveTo>
                  <a:lnTo>
                    <a:pt x="576375" y="1087580"/>
                  </a:lnTo>
                  <a:lnTo>
                    <a:pt x="594796" y="1061309"/>
                  </a:lnTo>
                  <a:close/>
                  <a:moveTo>
                    <a:pt x="347661" y="783117"/>
                  </a:moveTo>
                  <a:lnTo>
                    <a:pt x="374789" y="736302"/>
                  </a:lnTo>
                  <a:lnTo>
                    <a:pt x="336245" y="729655"/>
                  </a:lnTo>
                  <a:close/>
                  <a:moveTo>
                    <a:pt x="181028" y="427458"/>
                  </a:moveTo>
                  <a:lnTo>
                    <a:pt x="132282" y="407716"/>
                  </a:lnTo>
                  <a:lnTo>
                    <a:pt x="181785" y="465550"/>
                  </a:lnTo>
                  <a:close/>
                  <a:moveTo>
                    <a:pt x="1199533" y="1696131"/>
                  </a:moveTo>
                  <a:lnTo>
                    <a:pt x="1233825" y="1623079"/>
                  </a:lnTo>
                  <a:lnTo>
                    <a:pt x="1207720" y="1620500"/>
                  </a:lnTo>
                  <a:close/>
                  <a:moveTo>
                    <a:pt x="1207720" y="1620500"/>
                  </a:moveTo>
                  <a:lnTo>
                    <a:pt x="1239007" y="1628013"/>
                  </a:lnTo>
                  <a:lnTo>
                    <a:pt x="1199533" y="1696131"/>
                  </a:lnTo>
                  <a:close/>
                  <a:moveTo>
                    <a:pt x="1262670" y="1696131"/>
                  </a:moveTo>
                  <a:lnTo>
                    <a:pt x="1239007" y="1628013"/>
                  </a:lnTo>
                  <a:lnTo>
                    <a:pt x="1244154" y="1620500"/>
                  </a:lnTo>
                  <a:close/>
                  <a:moveTo>
                    <a:pt x="1244154" y="1620500"/>
                  </a:moveTo>
                  <a:lnTo>
                    <a:pt x="1233825" y="1623079"/>
                  </a:lnTo>
                  <a:lnTo>
                    <a:pt x="1262670" y="1696131"/>
                  </a:lnTo>
                  <a:close/>
                  <a:moveTo>
                    <a:pt x="1207720" y="1620500"/>
                  </a:moveTo>
                  <a:lnTo>
                    <a:pt x="1233825" y="1623079"/>
                  </a:lnTo>
                  <a:lnTo>
                    <a:pt x="1224279" y="1572948"/>
                  </a:lnTo>
                  <a:close/>
                  <a:moveTo>
                    <a:pt x="953748" y="1385134"/>
                  </a:moveTo>
                  <a:lnTo>
                    <a:pt x="971445" y="1326351"/>
                  </a:lnTo>
                  <a:lnTo>
                    <a:pt x="959513" y="1386911"/>
                  </a:lnTo>
                  <a:close/>
                  <a:moveTo>
                    <a:pt x="959513" y="1386911"/>
                  </a:moveTo>
                  <a:lnTo>
                    <a:pt x="971445" y="1326351"/>
                  </a:lnTo>
                  <a:lnTo>
                    <a:pt x="974063" y="1311280"/>
                  </a:lnTo>
                  <a:close/>
                  <a:moveTo>
                    <a:pt x="958211" y="1318762"/>
                  </a:moveTo>
                  <a:lnTo>
                    <a:pt x="950461" y="1382794"/>
                  </a:lnTo>
                  <a:lnTo>
                    <a:pt x="959513" y="1386911"/>
                  </a:lnTo>
                  <a:close/>
                  <a:moveTo>
                    <a:pt x="907970" y="1335374"/>
                  </a:moveTo>
                  <a:lnTo>
                    <a:pt x="950461" y="1382794"/>
                  </a:lnTo>
                  <a:lnTo>
                    <a:pt x="958211" y="1318762"/>
                  </a:lnTo>
                  <a:close/>
                  <a:moveTo>
                    <a:pt x="971445" y="1326351"/>
                  </a:moveTo>
                  <a:lnTo>
                    <a:pt x="953748" y="1385134"/>
                  </a:lnTo>
                  <a:lnTo>
                    <a:pt x="962396" y="1362817"/>
                  </a:lnTo>
                  <a:close/>
                  <a:moveTo>
                    <a:pt x="931856" y="1313236"/>
                  </a:moveTo>
                  <a:lnTo>
                    <a:pt x="907970" y="1335374"/>
                  </a:lnTo>
                  <a:lnTo>
                    <a:pt x="958211" y="1318762"/>
                  </a:lnTo>
                  <a:close/>
                  <a:moveTo>
                    <a:pt x="258788" y="408616"/>
                  </a:moveTo>
                  <a:lnTo>
                    <a:pt x="225448" y="383622"/>
                  </a:lnTo>
                  <a:lnTo>
                    <a:pt x="181028" y="427458"/>
                  </a:lnTo>
                  <a:close/>
                  <a:moveTo>
                    <a:pt x="232665" y="445846"/>
                  </a:moveTo>
                  <a:lnTo>
                    <a:pt x="258788" y="408616"/>
                  </a:lnTo>
                  <a:lnTo>
                    <a:pt x="181028" y="427458"/>
                  </a:lnTo>
                  <a:close/>
                  <a:moveTo>
                    <a:pt x="1396153" y="1775110"/>
                  </a:moveTo>
                  <a:lnTo>
                    <a:pt x="1427799" y="1809847"/>
                  </a:lnTo>
                  <a:lnTo>
                    <a:pt x="1433243" y="1763130"/>
                  </a:lnTo>
                  <a:close/>
                  <a:moveTo>
                    <a:pt x="1103346" y="1402220"/>
                  </a:moveTo>
                  <a:lnTo>
                    <a:pt x="1171709" y="1447367"/>
                  </a:lnTo>
                  <a:lnTo>
                    <a:pt x="1122406" y="1406517"/>
                  </a:lnTo>
                  <a:close/>
                  <a:moveTo>
                    <a:pt x="1136621" y="1413150"/>
                  </a:moveTo>
                  <a:lnTo>
                    <a:pt x="1103346" y="1402220"/>
                  </a:lnTo>
                  <a:lnTo>
                    <a:pt x="1106417" y="1338723"/>
                  </a:lnTo>
                  <a:close/>
                  <a:moveTo>
                    <a:pt x="1037690" y="1264454"/>
                  </a:moveTo>
                  <a:lnTo>
                    <a:pt x="1088233" y="1287187"/>
                  </a:lnTo>
                  <a:lnTo>
                    <a:pt x="1002724" y="1257813"/>
                  </a:lnTo>
                  <a:close/>
                  <a:moveTo>
                    <a:pt x="1002724" y="1257813"/>
                  </a:moveTo>
                  <a:lnTo>
                    <a:pt x="1088261" y="1288998"/>
                  </a:lnTo>
                  <a:lnTo>
                    <a:pt x="1008586" y="1259744"/>
                  </a:lnTo>
                  <a:close/>
                  <a:moveTo>
                    <a:pt x="489078" y="570924"/>
                  </a:moveTo>
                  <a:lnTo>
                    <a:pt x="517209" y="565674"/>
                  </a:lnTo>
                  <a:lnTo>
                    <a:pt x="470104" y="539759"/>
                  </a:lnTo>
                  <a:close/>
                  <a:moveTo>
                    <a:pt x="258788" y="408616"/>
                  </a:moveTo>
                  <a:lnTo>
                    <a:pt x="225937" y="366913"/>
                  </a:lnTo>
                  <a:lnTo>
                    <a:pt x="225448" y="383622"/>
                  </a:lnTo>
                  <a:close/>
                  <a:moveTo>
                    <a:pt x="506596" y="617211"/>
                  </a:moveTo>
                  <a:lnTo>
                    <a:pt x="513318" y="574158"/>
                  </a:lnTo>
                  <a:lnTo>
                    <a:pt x="510062" y="639549"/>
                  </a:lnTo>
                  <a:close/>
                  <a:moveTo>
                    <a:pt x="1226032" y="1315700"/>
                  </a:moveTo>
                  <a:lnTo>
                    <a:pt x="1228555" y="1319137"/>
                  </a:lnTo>
                  <a:lnTo>
                    <a:pt x="1286635" y="1361612"/>
                  </a:lnTo>
                  <a:close/>
                  <a:moveTo>
                    <a:pt x="1044127" y="1108483"/>
                  </a:moveTo>
                  <a:lnTo>
                    <a:pt x="1012145" y="1168949"/>
                  </a:lnTo>
                  <a:lnTo>
                    <a:pt x="1030480" y="1184113"/>
                  </a:lnTo>
                  <a:close/>
                  <a:moveTo>
                    <a:pt x="1026182" y="1113256"/>
                  </a:moveTo>
                  <a:lnTo>
                    <a:pt x="964776" y="1166519"/>
                  </a:lnTo>
                  <a:lnTo>
                    <a:pt x="1012145" y="1168949"/>
                  </a:lnTo>
                  <a:close/>
                  <a:moveTo>
                    <a:pt x="1026182" y="1113256"/>
                  </a:moveTo>
                  <a:lnTo>
                    <a:pt x="970732" y="1120354"/>
                  </a:lnTo>
                  <a:lnTo>
                    <a:pt x="964776" y="1166519"/>
                  </a:lnTo>
                  <a:close/>
                  <a:moveTo>
                    <a:pt x="970732" y="1120354"/>
                  </a:moveTo>
                  <a:lnTo>
                    <a:pt x="1026182" y="1113256"/>
                  </a:lnTo>
                  <a:lnTo>
                    <a:pt x="979352" y="1086115"/>
                  </a:lnTo>
                  <a:close/>
                  <a:moveTo>
                    <a:pt x="1059439" y="1061458"/>
                  </a:moveTo>
                  <a:lnTo>
                    <a:pt x="1029860" y="1100281"/>
                  </a:lnTo>
                  <a:lnTo>
                    <a:pt x="1026182" y="1113256"/>
                  </a:lnTo>
                  <a:close/>
                  <a:moveTo>
                    <a:pt x="1044127" y="1108483"/>
                  </a:moveTo>
                  <a:lnTo>
                    <a:pt x="1070082" y="1075987"/>
                  </a:lnTo>
                  <a:lnTo>
                    <a:pt x="1059439" y="1061458"/>
                  </a:lnTo>
                  <a:close/>
                  <a:moveTo>
                    <a:pt x="1026182" y="1113256"/>
                  </a:moveTo>
                  <a:lnTo>
                    <a:pt x="1044127" y="1108483"/>
                  </a:lnTo>
                  <a:lnTo>
                    <a:pt x="1059439" y="1061458"/>
                  </a:lnTo>
                  <a:close/>
                  <a:moveTo>
                    <a:pt x="529375" y="498362"/>
                  </a:moveTo>
                  <a:lnTo>
                    <a:pt x="517209" y="565674"/>
                  </a:lnTo>
                  <a:lnTo>
                    <a:pt x="534699" y="556776"/>
                  </a:lnTo>
                  <a:close/>
                  <a:moveTo>
                    <a:pt x="534699" y="556776"/>
                  </a:moveTo>
                  <a:lnTo>
                    <a:pt x="598547" y="542851"/>
                  </a:lnTo>
                  <a:lnTo>
                    <a:pt x="529375" y="498362"/>
                  </a:lnTo>
                  <a:close/>
                  <a:moveTo>
                    <a:pt x="598547" y="542851"/>
                  </a:moveTo>
                  <a:lnTo>
                    <a:pt x="600694" y="543760"/>
                  </a:lnTo>
                  <a:lnTo>
                    <a:pt x="650692" y="556019"/>
                  </a:lnTo>
                  <a:close/>
                  <a:moveTo>
                    <a:pt x="308437" y="284669"/>
                  </a:moveTo>
                  <a:lnTo>
                    <a:pt x="341161" y="283897"/>
                  </a:lnTo>
                  <a:lnTo>
                    <a:pt x="343935" y="284204"/>
                  </a:lnTo>
                  <a:close/>
                  <a:moveTo>
                    <a:pt x="296374" y="279342"/>
                  </a:moveTo>
                  <a:lnTo>
                    <a:pt x="341161" y="283897"/>
                  </a:lnTo>
                  <a:lnTo>
                    <a:pt x="308437" y="284669"/>
                  </a:lnTo>
                  <a:close/>
                  <a:moveTo>
                    <a:pt x="1253441" y="1356160"/>
                  </a:moveTo>
                  <a:lnTo>
                    <a:pt x="1286635" y="1361612"/>
                  </a:lnTo>
                  <a:lnTo>
                    <a:pt x="1228555" y="1319137"/>
                  </a:lnTo>
                  <a:close/>
                  <a:moveTo>
                    <a:pt x="1130280" y="1104591"/>
                  </a:moveTo>
                  <a:lnTo>
                    <a:pt x="1088562" y="1100525"/>
                  </a:lnTo>
                  <a:lnTo>
                    <a:pt x="1161661" y="1108810"/>
                  </a:lnTo>
                  <a:close/>
                  <a:moveTo>
                    <a:pt x="1032874" y="1045073"/>
                  </a:moveTo>
                  <a:lnTo>
                    <a:pt x="979352" y="1086115"/>
                  </a:lnTo>
                  <a:lnTo>
                    <a:pt x="1029860" y="1100281"/>
                  </a:lnTo>
                  <a:close/>
                  <a:moveTo>
                    <a:pt x="979992" y="736369"/>
                  </a:moveTo>
                  <a:lnTo>
                    <a:pt x="1008335" y="751075"/>
                  </a:lnTo>
                  <a:lnTo>
                    <a:pt x="955301" y="726394"/>
                  </a:lnTo>
                  <a:close/>
                  <a:moveTo>
                    <a:pt x="935072" y="521916"/>
                  </a:moveTo>
                  <a:lnTo>
                    <a:pt x="941248" y="538953"/>
                  </a:lnTo>
                  <a:lnTo>
                    <a:pt x="994106" y="574648"/>
                  </a:lnTo>
                  <a:close/>
                  <a:moveTo>
                    <a:pt x="885325" y="524377"/>
                  </a:moveTo>
                  <a:lnTo>
                    <a:pt x="935072" y="521916"/>
                  </a:lnTo>
                  <a:lnTo>
                    <a:pt x="884083" y="499900"/>
                  </a:lnTo>
                  <a:close/>
                  <a:moveTo>
                    <a:pt x="935072" y="521916"/>
                  </a:moveTo>
                  <a:lnTo>
                    <a:pt x="885325" y="524377"/>
                  </a:lnTo>
                  <a:lnTo>
                    <a:pt x="941248" y="538953"/>
                  </a:lnTo>
                  <a:close/>
                  <a:moveTo>
                    <a:pt x="885325" y="524377"/>
                  </a:moveTo>
                  <a:lnTo>
                    <a:pt x="891063" y="525995"/>
                  </a:lnTo>
                  <a:lnTo>
                    <a:pt x="941248" y="538953"/>
                  </a:lnTo>
                  <a:close/>
                  <a:moveTo>
                    <a:pt x="851374" y="469299"/>
                  </a:moveTo>
                  <a:lnTo>
                    <a:pt x="884083" y="499900"/>
                  </a:lnTo>
                  <a:lnTo>
                    <a:pt x="879136" y="466666"/>
                  </a:lnTo>
                  <a:close/>
                  <a:moveTo>
                    <a:pt x="975176" y="445205"/>
                  </a:moveTo>
                  <a:lnTo>
                    <a:pt x="950633" y="520835"/>
                  </a:lnTo>
                  <a:lnTo>
                    <a:pt x="1004847" y="467161"/>
                  </a:lnTo>
                  <a:close/>
                  <a:moveTo>
                    <a:pt x="933400" y="460533"/>
                  </a:moveTo>
                  <a:lnTo>
                    <a:pt x="879136" y="466666"/>
                  </a:lnTo>
                  <a:lnTo>
                    <a:pt x="884083" y="499900"/>
                  </a:lnTo>
                  <a:close/>
                  <a:moveTo>
                    <a:pt x="933400" y="460533"/>
                  </a:moveTo>
                  <a:lnTo>
                    <a:pt x="922354" y="393668"/>
                  </a:lnTo>
                  <a:lnTo>
                    <a:pt x="883406" y="400452"/>
                  </a:lnTo>
                  <a:close/>
                  <a:moveTo>
                    <a:pt x="933400" y="460533"/>
                  </a:moveTo>
                  <a:lnTo>
                    <a:pt x="883406" y="400452"/>
                  </a:lnTo>
                  <a:lnTo>
                    <a:pt x="879136" y="466666"/>
                  </a:lnTo>
                  <a:close/>
                  <a:moveTo>
                    <a:pt x="793166" y="199752"/>
                  </a:moveTo>
                  <a:lnTo>
                    <a:pt x="756314" y="187521"/>
                  </a:lnTo>
                  <a:lnTo>
                    <a:pt x="787009" y="252611"/>
                  </a:lnTo>
                  <a:close/>
                  <a:moveTo>
                    <a:pt x="739867" y="190211"/>
                  </a:moveTo>
                  <a:lnTo>
                    <a:pt x="756314" y="187521"/>
                  </a:lnTo>
                  <a:lnTo>
                    <a:pt x="737629" y="166783"/>
                  </a:lnTo>
                  <a:close/>
                  <a:moveTo>
                    <a:pt x="739545" y="187521"/>
                  </a:moveTo>
                  <a:lnTo>
                    <a:pt x="739867" y="190211"/>
                  </a:lnTo>
                  <a:lnTo>
                    <a:pt x="737629" y="166783"/>
                  </a:lnTo>
                  <a:close/>
                  <a:moveTo>
                    <a:pt x="1004847" y="467161"/>
                  </a:moveTo>
                  <a:lnTo>
                    <a:pt x="1020890" y="427387"/>
                  </a:lnTo>
                  <a:lnTo>
                    <a:pt x="975176" y="445205"/>
                  </a:lnTo>
                  <a:close/>
                  <a:moveTo>
                    <a:pt x="1041468" y="421110"/>
                  </a:moveTo>
                  <a:lnTo>
                    <a:pt x="1020890" y="427387"/>
                  </a:lnTo>
                  <a:lnTo>
                    <a:pt x="1004847" y="467161"/>
                  </a:lnTo>
                  <a:close/>
                  <a:moveTo>
                    <a:pt x="1020890" y="427387"/>
                  </a:moveTo>
                  <a:lnTo>
                    <a:pt x="1041468" y="421110"/>
                  </a:lnTo>
                  <a:lnTo>
                    <a:pt x="1026741" y="414120"/>
                  </a:lnTo>
                  <a:close/>
                  <a:moveTo>
                    <a:pt x="922354" y="393668"/>
                  </a:moveTo>
                  <a:lnTo>
                    <a:pt x="951634" y="382967"/>
                  </a:lnTo>
                  <a:lnTo>
                    <a:pt x="887209" y="376686"/>
                  </a:lnTo>
                  <a:close/>
                  <a:moveTo>
                    <a:pt x="887209" y="376686"/>
                  </a:moveTo>
                  <a:lnTo>
                    <a:pt x="951634" y="382967"/>
                  </a:lnTo>
                  <a:lnTo>
                    <a:pt x="962849" y="349914"/>
                  </a:lnTo>
                  <a:close/>
                  <a:moveTo>
                    <a:pt x="847660" y="266501"/>
                  </a:moveTo>
                  <a:lnTo>
                    <a:pt x="840107" y="239058"/>
                  </a:lnTo>
                  <a:lnTo>
                    <a:pt x="837551" y="290595"/>
                  </a:lnTo>
                  <a:close/>
                  <a:moveTo>
                    <a:pt x="756314" y="187521"/>
                  </a:moveTo>
                  <a:lnTo>
                    <a:pt x="793166" y="199752"/>
                  </a:lnTo>
                  <a:lnTo>
                    <a:pt x="797502" y="181337"/>
                  </a:lnTo>
                  <a:close/>
                  <a:moveTo>
                    <a:pt x="737629" y="166783"/>
                  </a:moveTo>
                  <a:lnTo>
                    <a:pt x="734433" y="131886"/>
                  </a:lnTo>
                  <a:lnTo>
                    <a:pt x="739545" y="187521"/>
                  </a:lnTo>
                  <a:close/>
                  <a:moveTo>
                    <a:pt x="797502" y="181337"/>
                  </a:moveTo>
                  <a:lnTo>
                    <a:pt x="737629" y="166783"/>
                  </a:lnTo>
                  <a:lnTo>
                    <a:pt x="756314" y="187521"/>
                  </a:lnTo>
                  <a:close/>
                  <a:moveTo>
                    <a:pt x="734433" y="131886"/>
                  </a:moveTo>
                  <a:lnTo>
                    <a:pt x="737629" y="166783"/>
                  </a:lnTo>
                  <a:lnTo>
                    <a:pt x="797502" y="181337"/>
                  </a:lnTo>
                  <a:close/>
                  <a:moveTo>
                    <a:pt x="799533" y="116943"/>
                  </a:moveTo>
                  <a:lnTo>
                    <a:pt x="734433" y="131886"/>
                  </a:lnTo>
                  <a:lnTo>
                    <a:pt x="797502" y="181337"/>
                  </a:lnTo>
                  <a:close/>
                  <a:moveTo>
                    <a:pt x="672129" y="96568"/>
                  </a:moveTo>
                  <a:lnTo>
                    <a:pt x="702620" y="75672"/>
                  </a:lnTo>
                  <a:lnTo>
                    <a:pt x="734433" y="131886"/>
                  </a:lnTo>
                  <a:close/>
                  <a:moveTo>
                    <a:pt x="734433" y="131886"/>
                  </a:moveTo>
                  <a:lnTo>
                    <a:pt x="750361" y="79490"/>
                  </a:lnTo>
                  <a:lnTo>
                    <a:pt x="712839" y="60354"/>
                  </a:lnTo>
                  <a:close/>
                  <a:moveTo>
                    <a:pt x="734433" y="131886"/>
                  </a:moveTo>
                  <a:lnTo>
                    <a:pt x="799533" y="116943"/>
                  </a:lnTo>
                  <a:lnTo>
                    <a:pt x="750361" y="79490"/>
                  </a:lnTo>
                  <a:close/>
                  <a:moveTo>
                    <a:pt x="799533" y="116943"/>
                  </a:moveTo>
                  <a:lnTo>
                    <a:pt x="799252" y="87607"/>
                  </a:lnTo>
                  <a:lnTo>
                    <a:pt x="750361" y="79490"/>
                  </a:lnTo>
                  <a:close/>
                  <a:moveTo>
                    <a:pt x="1041468" y="421110"/>
                  </a:moveTo>
                  <a:lnTo>
                    <a:pt x="1034571" y="443397"/>
                  </a:lnTo>
                  <a:lnTo>
                    <a:pt x="1039607" y="412170"/>
                  </a:lnTo>
                  <a:close/>
                  <a:moveTo>
                    <a:pt x="962849" y="349914"/>
                  </a:moveTo>
                  <a:lnTo>
                    <a:pt x="979025" y="369574"/>
                  </a:lnTo>
                  <a:lnTo>
                    <a:pt x="1017935" y="304304"/>
                  </a:lnTo>
                  <a:close/>
                  <a:moveTo>
                    <a:pt x="856729" y="139333"/>
                  </a:moveTo>
                  <a:lnTo>
                    <a:pt x="833290" y="89499"/>
                  </a:lnTo>
                  <a:lnTo>
                    <a:pt x="837679" y="111891"/>
                  </a:lnTo>
                  <a:close/>
                  <a:moveTo>
                    <a:pt x="712839" y="60354"/>
                  </a:moveTo>
                  <a:lnTo>
                    <a:pt x="750361" y="79490"/>
                  </a:lnTo>
                  <a:lnTo>
                    <a:pt x="768641" y="41332"/>
                  </a:lnTo>
                  <a:close/>
                  <a:moveTo>
                    <a:pt x="848964" y="98797"/>
                  </a:moveTo>
                  <a:lnTo>
                    <a:pt x="837679" y="111891"/>
                  </a:lnTo>
                  <a:lnTo>
                    <a:pt x="833290" y="89499"/>
                  </a:lnTo>
                  <a:close/>
                  <a:moveTo>
                    <a:pt x="768641" y="41332"/>
                  </a:moveTo>
                  <a:lnTo>
                    <a:pt x="783131" y="4792"/>
                  </a:lnTo>
                  <a:lnTo>
                    <a:pt x="742305" y="0"/>
                  </a:lnTo>
                  <a:close/>
                  <a:moveTo>
                    <a:pt x="1078997" y="299921"/>
                  </a:moveTo>
                  <a:lnTo>
                    <a:pt x="1064693" y="269849"/>
                  </a:lnTo>
                  <a:lnTo>
                    <a:pt x="1086911" y="2862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54" name="Output_density__4253">
              <a:extLst>
                <a:ext uri="{FF2B5EF4-FFF2-40B4-BE49-F238E27FC236}">
                  <a16:creationId xmlns:a16="http://schemas.microsoft.com/office/drawing/2014/main" id="{F91EDBF5-FC58-D105-665A-F346FB92B875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210196"/>
              <a:ext cx="1218243" cy="2271625"/>
            </a:xfrm>
            <a:custGeom>
              <a:avLst/>
              <a:gdLst/>
              <a:ahLst/>
              <a:cxnLst/>
              <a:rect l="0" t="0" r="0" b="0"/>
              <a:pathLst>
                <a:path w="1218243" h="2271625">
                  <a:moveTo>
                    <a:pt x="156945" y="2244182"/>
                  </a:moveTo>
                  <a:lnTo>
                    <a:pt x="204647" y="2271625"/>
                  </a:lnTo>
                  <a:lnTo>
                    <a:pt x="206301" y="2220088"/>
                  </a:lnTo>
                  <a:close/>
                  <a:moveTo>
                    <a:pt x="206301" y="2220088"/>
                  </a:moveTo>
                  <a:lnTo>
                    <a:pt x="242477" y="2257259"/>
                  </a:lnTo>
                  <a:lnTo>
                    <a:pt x="218294" y="2214176"/>
                  </a:lnTo>
                  <a:close/>
                  <a:moveTo>
                    <a:pt x="206301" y="2220088"/>
                  </a:moveTo>
                  <a:lnTo>
                    <a:pt x="204647" y="2271625"/>
                  </a:lnTo>
                  <a:lnTo>
                    <a:pt x="242477" y="2257259"/>
                  </a:lnTo>
                  <a:close/>
                  <a:moveTo>
                    <a:pt x="202984" y="2190033"/>
                  </a:moveTo>
                  <a:lnTo>
                    <a:pt x="206301" y="2220088"/>
                  </a:lnTo>
                  <a:lnTo>
                    <a:pt x="218294" y="2214176"/>
                  </a:lnTo>
                  <a:close/>
                  <a:moveTo>
                    <a:pt x="205831" y="2092921"/>
                  </a:moveTo>
                  <a:lnTo>
                    <a:pt x="219869" y="2118264"/>
                  </a:lnTo>
                  <a:lnTo>
                    <a:pt x="219716" y="2087535"/>
                  </a:lnTo>
                  <a:close/>
                  <a:moveTo>
                    <a:pt x="184698" y="2041384"/>
                  </a:moveTo>
                  <a:lnTo>
                    <a:pt x="219716" y="2087535"/>
                  </a:lnTo>
                  <a:lnTo>
                    <a:pt x="208691" y="2033755"/>
                  </a:lnTo>
                  <a:close/>
                  <a:moveTo>
                    <a:pt x="184698" y="2041384"/>
                  </a:moveTo>
                  <a:lnTo>
                    <a:pt x="205831" y="2092921"/>
                  </a:lnTo>
                  <a:lnTo>
                    <a:pt x="219716" y="2087535"/>
                  </a:lnTo>
                  <a:close/>
                  <a:moveTo>
                    <a:pt x="219869" y="2118264"/>
                  </a:moveTo>
                  <a:lnTo>
                    <a:pt x="277426" y="2068827"/>
                  </a:lnTo>
                  <a:lnTo>
                    <a:pt x="219716" y="2087535"/>
                  </a:lnTo>
                  <a:close/>
                  <a:moveTo>
                    <a:pt x="301399" y="2113516"/>
                  </a:moveTo>
                  <a:lnTo>
                    <a:pt x="277426" y="2068827"/>
                  </a:lnTo>
                  <a:lnTo>
                    <a:pt x="219869" y="2118264"/>
                  </a:lnTo>
                  <a:close/>
                  <a:moveTo>
                    <a:pt x="277426" y="2068827"/>
                  </a:moveTo>
                  <a:lnTo>
                    <a:pt x="276648" y="2020977"/>
                  </a:lnTo>
                  <a:lnTo>
                    <a:pt x="219716" y="2087535"/>
                  </a:lnTo>
                  <a:close/>
                  <a:moveTo>
                    <a:pt x="219716" y="2087535"/>
                  </a:moveTo>
                  <a:lnTo>
                    <a:pt x="276648" y="2020977"/>
                  </a:lnTo>
                  <a:lnTo>
                    <a:pt x="275273" y="2017607"/>
                  </a:lnTo>
                  <a:close/>
                  <a:moveTo>
                    <a:pt x="219716" y="2087535"/>
                  </a:moveTo>
                  <a:lnTo>
                    <a:pt x="275273" y="2017607"/>
                  </a:lnTo>
                  <a:lnTo>
                    <a:pt x="208691" y="2033755"/>
                  </a:lnTo>
                  <a:close/>
                  <a:moveTo>
                    <a:pt x="317502" y="2044733"/>
                  </a:moveTo>
                  <a:lnTo>
                    <a:pt x="301399" y="2113516"/>
                  </a:lnTo>
                  <a:lnTo>
                    <a:pt x="320795" y="2051134"/>
                  </a:lnTo>
                  <a:close/>
                  <a:moveTo>
                    <a:pt x="317502" y="2044733"/>
                  </a:moveTo>
                  <a:lnTo>
                    <a:pt x="277426" y="2068827"/>
                  </a:lnTo>
                  <a:lnTo>
                    <a:pt x="301399" y="2113516"/>
                  </a:lnTo>
                  <a:close/>
                  <a:moveTo>
                    <a:pt x="316182" y="2033886"/>
                  </a:moveTo>
                  <a:lnTo>
                    <a:pt x="277426" y="2068827"/>
                  </a:lnTo>
                  <a:lnTo>
                    <a:pt x="317502" y="2044733"/>
                  </a:lnTo>
                  <a:close/>
                  <a:moveTo>
                    <a:pt x="316182" y="2033886"/>
                  </a:moveTo>
                  <a:lnTo>
                    <a:pt x="276648" y="2020977"/>
                  </a:lnTo>
                  <a:lnTo>
                    <a:pt x="277426" y="2068827"/>
                  </a:lnTo>
                  <a:close/>
                  <a:moveTo>
                    <a:pt x="276648" y="2020977"/>
                  </a:moveTo>
                  <a:lnTo>
                    <a:pt x="316182" y="2033886"/>
                  </a:lnTo>
                  <a:lnTo>
                    <a:pt x="276129" y="2017290"/>
                  </a:lnTo>
                  <a:close/>
                  <a:moveTo>
                    <a:pt x="316182" y="2033886"/>
                  </a:moveTo>
                  <a:lnTo>
                    <a:pt x="307540" y="1993196"/>
                  </a:lnTo>
                  <a:lnTo>
                    <a:pt x="276129" y="2017290"/>
                  </a:lnTo>
                  <a:close/>
                  <a:moveTo>
                    <a:pt x="312382" y="1941660"/>
                  </a:moveTo>
                  <a:lnTo>
                    <a:pt x="276129" y="2017290"/>
                  </a:lnTo>
                  <a:lnTo>
                    <a:pt x="307540" y="1993196"/>
                  </a:lnTo>
                  <a:close/>
                  <a:moveTo>
                    <a:pt x="316182" y="2033886"/>
                  </a:moveTo>
                  <a:lnTo>
                    <a:pt x="317502" y="2044733"/>
                  </a:lnTo>
                  <a:lnTo>
                    <a:pt x="321058" y="2043127"/>
                  </a:lnTo>
                  <a:close/>
                  <a:moveTo>
                    <a:pt x="316182" y="2033886"/>
                  </a:moveTo>
                  <a:lnTo>
                    <a:pt x="321058" y="2043127"/>
                  </a:lnTo>
                  <a:lnTo>
                    <a:pt x="307540" y="1993196"/>
                  </a:lnTo>
                  <a:close/>
                  <a:moveTo>
                    <a:pt x="312382" y="1941660"/>
                  </a:moveTo>
                  <a:lnTo>
                    <a:pt x="307540" y="1993196"/>
                  </a:lnTo>
                  <a:lnTo>
                    <a:pt x="347585" y="1969103"/>
                  </a:lnTo>
                  <a:close/>
                  <a:moveTo>
                    <a:pt x="312382" y="1941660"/>
                  </a:moveTo>
                  <a:lnTo>
                    <a:pt x="347585" y="1969103"/>
                  </a:lnTo>
                  <a:lnTo>
                    <a:pt x="337426" y="1917566"/>
                  </a:lnTo>
                  <a:close/>
                  <a:moveTo>
                    <a:pt x="337426" y="1917566"/>
                  </a:moveTo>
                  <a:lnTo>
                    <a:pt x="312186" y="1866030"/>
                  </a:lnTo>
                  <a:lnTo>
                    <a:pt x="312382" y="1941660"/>
                  </a:lnTo>
                  <a:close/>
                  <a:moveTo>
                    <a:pt x="309388" y="1801644"/>
                  </a:moveTo>
                  <a:lnTo>
                    <a:pt x="300816" y="1841537"/>
                  </a:lnTo>
                  <a:lnTo>
                    <a:pt x="325627" y="1790399"/>
                  </a:lnTo>
                  <a:close/>
                  <a:moveTo>
                    <a:pt x="325627" y="1790399"/>
                  </a:moveTo>
                  <a:lnTo>
                    <a:pt x="300816" y="1841537"/>
                  </a:lnTo>
                  <a:lnTo>
                    <a:pt x="312186" y="1866030"/>
                  </a:lnTo>
                  <a:close/>
                  <a:moveTo>
                    <a:pt x="292234" y="1809452"/>
                  </a:moveTo>
                  <a:lnTo>
                    <a:pt x="309388" y="1801644"/>
                  </a:lnTo>
                  <a:lnTo>
                    <a:pt x="298074" y="1762956"/>
                  </a:lnTo>
                  <a:close/>
                  <a:moveTo>
                    <a:pt x="298074" y="1762956"/>
                  </a:moveTo>
                  <a:lnTo>
                    <a:pt x="309388" y="1801644"/>
                  </a:lnTo>
                  <a:lnTo>
                    <a:pt x="325627" y="1790399"/>
                  </a:lnTo>
                  <a:close/>
                  <a:moveTo>
                    <a:pt x="298074" y="1762956"/>
                  </a:moveTo>
                  <a:lnTo>
                    <a:pt x="325627" y="1790399"/>
                  </a:lnTo>
                  <a:lnTo>
                    <a:pt x="350264" y="1738862"/>
                  </a:lnTo>
                  <a:close/>
                  <a:moveTo>
                    <a:pt x="354754" y="1733626"/>
                  </a:moveTo>
                  <a:lnTo>
                    <a:pt x="298074" y="1762956"/>
                  </a:lnTo>
                  <a:lnTo>
                    <a:pt x="350264" y="1738862"/>
                  </a:lnTo>
                  <a:close/>
                  <a:moveTo>
                    <a:pt x="401228" y="1827704"/>
                  </a:moveTo>
                  <a:lnTo>
                    <a:pt x="443356" y="1768694"/>
                  </a:lnTo>
                  <a:lnTo>
                    <a:pt x="387317" y="1776271"/>
                  </a:lnTo>
                  <a:close/>
                  <a:moveTo>
                    <a:pt x="350264" y="1738862"/>
                  </a:moveTo>
                  <a:lnTo>
                    <a:pt x="387317" y="1776271"/>
                  </a:lnTo>
                  <a:lnTo>
                    <a:pt x="359047" y="1736511"/>
                  </a:lnTo>
                  <a:close/>
                  <a:moveTo>
                    <a:pt x="350264" y="1738862"/>
                  </a:moveTo>
                  <a:lnTo>
                    <a:pt x="325627" y="1790399"/>
                  </a:lnTo>
                  <a:lnTo>
                    <a:pt x="387317" y="1776271"/>
                  </a:lnTo>
                  <a:close/>
                  <a:moveTo>
                    <a:pt x="387317" y="1776271"/>
                  </a:moveTo>
                  <a:lnTo>
                    <a:pt x="420012" y="1724930"/>
                  </a:lnTo>
                  <a:lnTo>
                    <a:pt x="359047" y="1736511"/>
                  </a:lnTo>
                  <a:close/>
                  <a:moveTo>
                    <a:pt x="354754" y="1733626"/>
                  </a:moveTo>
                  <a:lnTo>
                    <a:pt x="350264" y="1738862"/>
                  </a:lnTo>
                  <a:lnTo>
                    <a:pt x="359047" y="1736511"/>
                  </a:lnTo>
                  <a:close/>
                  <a:moveTo>
                    <a:pt x="185942" y="1491595"/>
                  </a:moveTo>
                  <a:lnTo>
                    <a:pt x="151989" y="1499548"/>
                  </a:lnTo>
                  <a:lnTo>
                    <a:pt x="113749" y="1531253"/>
                  </a:lnTo>
                  <a:close/>
                  <a:moveTo>
                    <a:pt x="151989" y="1499548"/>
                  </a:moveTo>
                  <a:lnTo>
                    <a:pt x="185942" y="1491595"/>
                  </a:lnTo>
                  <a:lnTo>
                    <a:pt x="164705" y="1481180"/>
                  </a:lnTo>
                  <a:close/>
                  <a:moveTo>
                    <a:pt x="185942" y="1491595"/>
                  </a:moveTo>
                  <a:lnTo>
                    <a:pt x="199651" y="1457085"/>
                  </a:lnTo>
                  <a:lnTo>
                    <a:pt x="164705" y="1481180"/>
                  </a:lnTo>
                  <a:close/>
                  <a:moveTo>
                    <a:pt x="149124" y="1429643"/>
                  </a:moveTo>
                  <a:lnTo>
                    <a:pt x="164705" y="1481180"/>
                  </a:lnTo>
                  <a:lnTo>
                    <a:pt x="199651" y="1457085"/>
                  </a:lnTo>
                  <a:close/>
                  <a:moveTo>
                    <a:pt x="149124" y="1429643"/>
                  </a:moveTo>
                  <a:lnTo>
                    <a:pt x="199651" y="1457085"/>
                  </a:lnTo>
                  <a:lnTo>
                    <a:pt x="191379" y="1405549"/>
                  </a:lnTo>
                  <a:close/>
                  <a:moveTo>
                    <a:pt x="236722" y="1432991"/>
                  </a:moveTo>
                  <a:lnTo>
                    <a:pt x="239504" y="1382277"/>
                  </a:lnTo>
                  <a:lnTo>
                    <a:pt x="191379" y="1405549"/>
                  </a:lnTo>
                  <a:close/>
                  <a:moveTo>
                    <a:pt x="199651" y="1457085"/>
                  </a:moveTo>
                  <a:lnTo>
                    <a:pt x="236722" y="1432991"/>
                  </a:lnTo>
                  <a:lnTo>
                    <a:pt x="191379" y="1405549"/>
                  </a:lnTo>
                  <a:close/>
                  <a:moveTo>
                    <a:pt x="181775" y="1354012"/>
                  </a:moveTo>
                  <a:lnTo>
                    <a:pt x="191379" y="1405549"/>
                  </a:lnTo>
                  <a:lnTo>
                    <a:pt x="238730" y="1381905"/>
                  </a:lnTo>
                  <a:close/>
                  <a:moveTo>
                    <a:pt x="54847" y="1081007"/>
                  </a:moveTo>
                  <a:lnTo>
                    <a:pt x="18298" y="1079256"/>
                  </a:lnTo>
                  <a:lnTo>
                    <a:pt x="0" y="1123772"/>
                  </a:lnTo>
                  <a:close/>
                  <a:moveTo>
                    <a:pt x="94529" y="1054693"/>
                  </a:moveTo>
                  <a:lnTo>
                    <a:pt x="18298" y="1079256"/>
                  </a:lnTo>
                  <a:lnTo>
                    <a:pt x="54847" y="1081007"/>
                  </a:lnTo>
                  <a:close/>
                  <a:moveTo>
                    <a:pt x="648800" y="1729607"/>
                  </a:moveTo>
                  <a:lnTo>
                    <a:pt x="647018" y="1769654"/>
                  </a:lnTo>
                  <a:lnTo>
                    <a:pt x="668240" y="1762557"/>
                  </a:lnTo>
                  <a:close/>
                  <a:moveTo>
                    <a:pt x="128917" y="1081502"/>
                  </a:moveTo>
                  <a:lnTo>
                    <a:pt x="179591" y="1078288"/>
                  </a:lnTo>
                  <a:lnTo>
                    <a:pt x="140339" y="1051293"/>
                  </a:lnTo>
                  <a:close/>
                  <a:moveTo>
                    <a:pt x="210594" y="1028322"/>
                  </a:moveTo>
                  <a:lnTo>
                    <a:pt x="149573" y="1048141"/>
                  </a:lnTo>
                  <a:lnTo>
                    <a:pt x="217376" y="1029745"/>
                  </a:lnTo>
                  <a:close/>
                  <a:moveTo>
                    <a:pt x="217376" y="1029745"/>
                  </a:moveTo>
                  <a:lnTo>
                    <a:pt x="140339" y="1051293"/>
                  </a:lnTo>
                  <a:lnTo>
                    <a:pt x="193905" y="1075584"/>
                  </a:lnTo>
                  <a:close/>
                  <a:moveTo>
                    <a:pt x="193905" y="1075584"/>
                  </a:moveTo>
                  <a:lnTo>
                    <a:pt x="140339" y="1051293"/>
                  </a:lnTo>
                  <a:lnTo>
                    <a:pt x="179591" y="1078288"/>
                  </a:lnTo>
                  <a:close/>
                  <a:moveTo>
                    <a:pt x="210594" y="1028322"/>
                  </a:moveTo>
                  <a:lnTo>
                    <a:pt x="217376" y="1029745"/>
                  </a:lnTo>
                  <a:lnTo>
                    <a:pt x="220043" y="1024047"/>
                  </a:lnTo>
                  <a:close/>
                  <a:moveTo>
                    <a:pt x="217376" y="1029745"/>
                  </a:moveTo>
                  <a:lnTo>
                    <a:pt x="193905" y="1075584"/>
                  </a:lnTo>
                  <a:lnTo>
                    <a:pt x="241674" y="1065797"/>
                  </a:lnTo>
                  <a:close/>
                  <a:moveTo>
                    <a:pt x="241674" y="1065797"/>
                  </a:moveTo>
                  <a:lnTo>
                    <a:pt x="220043" y="1024047"/>
                  </a:lnTo>
                  <a:lnTo>
                    <a:pt x="217376" y="1029745"/>
                  </a:lnTo>
                  <a:close/>
                  <a:moveTo>
                    <a:pt x="283170" y="1007301"/>
                  </a:moveTo>
                  <a:lnTo>
                    <a:pt x="220043" y="1024047"/>
                  </a:lnTo>
                  <a:lnTo>
                    <a:pt x="241674" y="1065797"/>
                  </a:lnTo>
                  <a:close/>
                  <a:moveTo>
                    <a:pt x="259436" y="948417"/>
                  </a:moveTo>
                  <a:lnTo>
                    <a:pt x="283170" y="1007301"/>
                  </a:lnTo>
                  <a:lnTo>
                    <a:pt x="285259" y="973972"/>
                  </a:lnTo>
                  <a:close/>
                  <a:moveTo>
                    <a:pt x="220043" y="1024047"/>
                  </a:moveTo>
                  <a:lnTo>
                    <a:pt x="283170" y="1007301"/>
                  </a:lnTo>
                  <a:lnTo>
                    <a:pt x="259436" y="948417"/>
                  </a:lnTo>
                  <a:close/>
                  <a:moveTo>
                    <a:pt x="305839" y="999953"/>
                  </a:moveTo>
                  <a:lnTo>
                    <a:pt x="377065" y="1007644"/>
                  </a:lnTo>
                  <a:lnTo>
                    <a:pt x="355046" y="986849"/>
                  </a:lnTo>
                  <a:close/>
                  <a:moveTo>
                    <a:pt x="1053853" y="1724815"/>
                  </a:moveTo>
                  <a:lnTo>
                    <a:pt x="1075844" y="1738594"/>
                  </a:lnTo>
                  <a:lnTo>
                    <a:pt x="1077097" y="1720799"/>
                  </a:lnTo>
                  <a:close/>
                  <a:moveTo>
                    <a:pt x="1053853" y="1724815"/>
                  </a:moveTo>
                  <a:lnTo>
                    <a:pt x="1077097" y="1720799"/>
                  </a:lnTo>
                  <a:lnTo>
                    <a:pt x="1069719" y="1715694"/>
                  </a:lnTo>
                  <a:close/>
                  <a:moveTo>
                    <a:pt x="142527" y="384976"/>
                  </a:moveTo>
                  <a:lnTo>
                    <a:pt x="63336" y="398469"/>
                  </a:lnTo>
                  <a:lnTo>
                    <a:pt x="106372" y="412306"/>
                  </a:lnTo>
                  <a:close/>
                  <a:moveTo>
                    <a:pt x="593831" y="1024264"/>
                  </a:moveTo>
                  <a:lnTo>
                    <a:pt x="575195" y="1047304"/>
                  </a:lnTo>
                  <a:lnTo>
                    <a:pt x="589629" y="1030745"/>
                  </a:lnTo>
                  <a:close/>
                  <a:moveTo>
                    <a:pt x="593831" y="1024264"/>
                  </a:moveTo>
                  <a:lnTo>
                    <a:pt x="602350" y="1025228"/>
                  </a:lnTo>
                  <a:lnTo>
                    <a:pt x="632279" y="993339"/>
                  </a:lnTo>
                  <a:close/>
                  <a:moveTo>
                    <a:pt x="632279" y="993339"/>
                  </a:moveTo>
                  <a:lnTo>
                    <a:pt x="602350" y="1025228"/>
                  </a:lnTo>
                  <a:lnTo>
                    <a:pt x="639752" y="955114"/>
                  </a:lnTo>
                  <a:close/>
                  <a:moveTo>
                    <a:pt x="142527" y="384976"/>
                  </a:moveTo>
                  <a:lnTo>
                    <a:pt x="164012" y="400781"/>
                  </a:lnTo>
                  <a:lnTo>
                    <a:pt x="155430" y="360769"/>
                  </a:lnTo>
                  <a:close/>
                  <a:moveTo>
                    <a:pt x="1218243" y="1625090"/>
                  </a:moveTo>
                  <a:lnTo>
                    <a:pt x="1213096" y="1632603"/>
                  </a:lnTo>
                  <a:lnTo>
                    <a:pt x="1215127" y="1621805"/>
                  </a:lnTo>
                  <a:close/>
                  <a:moveTo>
                    <a:pt x="480685" y="621801"/>
                  </a:moveTo>
                  <a:lnTo>
                    <a:pt x="491298" y="570264"/>
                  </a:lnTo>
                  <a:lnTo>
                    <a:pt x="487408" y="578748"/>
                  </a:lnTo>
                  <a:close/>
                  <a:moveTo>
                    <a:pt x="806929" y="892274"/>
                  </a:moveTo>
                  <a:lnTo>
                    <a:pt x="781666" y="855390"/>
                  </a:lnTo>
                  <a:lnTo>
                    <a:pt x="808485" y="908848"/>
                  </a:lnTo>
                  <a:close/>
                  <a:moveTo>
                    <a:pt x="808485" y="908848"/>
                  </a:moveTo>
                  <a:lnTo>
                    <a:pt x="781666" y="855390"/>
                  </a:lnTo>
                  <a:lnTo>
                    <a:pt x="728345" y="873275"/>
                  </a:lnTo>
                  <a:close/>
                  <a:moveTo>
                    <a:pt x="718226" y="870204"/>
                  </a:moveTo>
                  <a:lnTo>
                    <a:pt x="713628" y="879484"/>
                  </a:lnTo>
                  <a:lnTo>
                    <a:pt x="728345" y="873275"/>
                  </a:lnTo>
                  <a:close/>
                  <a:moveTo>
                    <a:pt x="781389" y="805390"/>
                  </a:moveTo>
                  <a:lnTo>
                    <a:pt x="727867" y="827947"/>
                  </a:lnTo>
                  <a:lnTo>
                    <a:pt x="786207" y="814797"/>
                  </a:lnTo>
                  <a:close/>
                  <a:moveTo>
                    <a:pt x="727867" y="827947"/>
                  </a:moveTo>
                  <a:lnTo>
                    <a:pt x="718226" y="870204"/>
                  </a:lnTo>
                  <a:lnTo>
                    <a:pt x="786207" y="814797"/>
                  </a:lnTo>
                  <a:close/>
                  <a:moveTo>
                    <a:pt x="786207" y="814797"/>
                  </a:moveTo>
                  <a:lnTo>
                    <a:pt x="718226" y="870204"/>
                  </a:lnTo>
                  <a:lnTo>
                    <a:pt x="781666" y="855390"/>
                  </a:lnTo>
                  <a:close/>
                  <a:moveTo>
                    <a:pt x="781666" y="855390"/>
                  </a:moveTo>
                  <a:lnTo>
                    <a:pt x="718226" y="870204"/>
                  </a:lnTo>
                  <a:lnTo>
                    <a:pt x="728345" y="873275"/>
                  </a:lnTo>
                  <a:close/>
                  <a:moveTo>
                    <a:pt x="791709" y="803853"/>
                  </a:moveTo>
                  <a:lnTo>
                    <a:pt x="741959" y="784262"/>
                  </a:lnTo>
                  <a:lnTo>
                    <a:pt x="781389" y="805390"/>
                  </a:lnTo>
                  <a:close/>
                  <a:moveTo>
                    <a:pt x="781389" y="805390"/>
                  </a:moveTo>
                  <a:lnTo>
                    <a:pt x="786207" y="814797"/>
                  </a:lnTo>
                  <a:lnTo>
                    <a:pt x="791709" y="803853"/>
                  </a:lnTo>
                  <a:close/>
                  <a:moveTo>
                    <a:pt x="491298" y="570264"/>
                  </a:moveTo>
                  <a:lnTo>
                    <a:pt x="531547" y="561374"/>
                  </a:lnTo>
                  <a:lnTo>
                    <a:pt x="508789" y="561366"/>
                  </a:lnTo>
                  <a:close/>
                  <a:moveTo>
                    <a:pt x="508789" y="561366"/>
                  </a:moveTo>
                  <a:lnTo>
                    <a:pt x="531547" y="561374"/>
                  </a:lnTo>
                  <a:lnTo>
                    <a:pt x="574783" y="548350"/>
                  </a:lnTo>
                  <a:close/>
                  <a:moveTo>
                    <a:pt x="786207" y="814797"/>
                  </a:moveTo>
                  <a:lnTo>
                    <a:pt x="781666" y="855390"/>
                  </a:lnTo>
                  <a:lnTo>
                    <a:pt x="817935" y="838422"/>
                  </a:lnTo>
                  <a:close/>
                  <a:moveTo>
                    <a:pt x="786207" y="814797"/>
                  </a:moveTo>
                  <a:lnTo>
                    <a:pt x="817935" y="838422"/>
                  </a:lnTo>
                  <a:lnTo>
                    <a:pt x="791709" y="803853"/>
                  </a:lnTo>
                  <a:close/>
                  <a:moveTo>
                    <a:pt x="791709" y="803853"/>
                  </a:moveTo>
                  <a:lnTo>
                    <a:pt x="831199" y="831296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791709" y="803853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824969" y="785049"/>
                  </a:lnTo>
                  <a:lnTo>
                    <a:pt x="791709" y="803853"/>
                  </a:lnTo>
                  <a:close/>
                  <a:moveTo>
                    <a:pt x="856488" y="767990"/>
                  </a:moveTo>
                  <a:lnTo>
                    <a:pt x="836149" y="779759"/>
                  </a:lnTo>
                  <a:lnTo>
                    <a:pt x="869638" y="771627"/>
                  </a:lnTo>
                  <a:close/>
                  <a:moveTo>
                    <a:pt x="929390" y="730984"/>
                  </a:moveTo>
                  <a:lnTo>
                    <a:pt x="869638" y="771627"/>
                  </a:lnTo>
                  <a:lnTo>
                    <a:pt x="904685" y="755665"/>
                  </a:lnTo>
                  <a:close/>
                  <a:moveTo>
                    <a:pt x="856488" y="767990"/>
                  </a:moveTo>
                  <a:lnTo>
                    <a:pt x="869638" y="771627"/>
                  </a:lnTo>
                  <a:lnTo>
                    <a:pt x="929390" y="730984"/>
                  </a:lnTo>
                  <a:close/>
                  <a:moveTo>
                    <a:pt x="894675" y="736090"/>
                  </a:moveTo>
                  <a:lnTo>
                    <a:pt x="856488" y="767990"/>
                  </a:lnTo>
                  <a:lnTo>
                    <a:pt x="929390" y="730984"/>
                  </a:lnTo>
                  <a:close/>
                  <a:moveTo>
                    <a:pt x="812346" y="168018"/>
                  </a:moveTo>
                  <a:lnTo>
                    <a:pt x="811768" y="116481"/>
                  </a:lnTo>
                  <a:lnTo>
                    <a:pt x="771591" y="185927"/>
                  </a:lnTo>
                  <a:close/>
                  <a:moveTo>
                    <a:pt x="656789" y="37502"/>
                  </a:moveTo>
                  <a:lnTo>
                    <a:pt x="644478" y="89039"/>
                  </a:lnTo>
                  <a:lnTo>
                    <a:pt x="686929" y="64944"/>
                  </a:lnTo>
                  <a:close/>
                  <a:moveTo>
                    <a:pt x="656789" y="37502"/>
                  </a:moveTo>
                  <a:lnTo>
                    <a:pt x="686929" y="64944"/>
                  </a:lnTo>
                  <a:lnTo>
                    <a:pt x="690771" y="13408"/>
                  </a:lnTo>
                  <a:close/>
                  <a:moveTo>
                    <a:pt x="701962" y="0"/>
                  </a:moveTo>
                  <a:lnTo>
                    <a:pt x="656789" y="37502"/>
                  </a:lnTo>
                  <a:lnTo>
                    <a:pt x="690771" y="13408"/>
                  </a:lnTo>
                  <a:close/>
                  <a:moveTo>
                    <a:pt x="992024" y="308894"/>
                  </a:moveTo>
                  <a:lnTo>
                    <a:pt x="1015178" y="350070"/>
                  </a:lnTo>
                  <a:lnTo>
                    <a:pt x="1015768" y="339663"/>
                  </a:lnTo>
                  <a:close/>
                  <a:moveTo>
                    <a:pt x="806303" y="215435"/>
                  </a:moveTo>
                  <a:lnTo>
                    <a:pt x="813466" y="214627"/>
                  </a:lnTo>
                  <a:lnTo>
                    <a:pt x="812346" y="168018"/>
                  </a:lnTo>
                  <a:close/>
                  <a:moveTo>
                    <a:pt x="701962" y="0"/>
                  </a:moveTo>
                  <a:lnTo>
                    <a:pt x="690771" y="13408"/>
                  </a:lnTo>
                  <a:lnTo>
                    <a:pt x="716394" y="459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55" name="Output_density__4254">
              <a:extLst>
                <a:ext uri="{FF2B5EF4-FFF2-40B4-BE49-F238E27FC236}">
                  <a16:creationId xmlns:a16="http://schemas.microsoft.com/office/drawing/2014/main" id="{15DB041F-EAFC-0251-238F-726EC6A478DA}"/>
                </a:ext>
              </a:extLst>
            </p:cNvPr>
            <p:cNvSpPr>
              <a:spLocks noGrp="1"/>
            </p:cNvSpPr>
            <p:nvPr/>
          </p:nvSpPr>
          <p:spPr>
            <a:xfrm>
              <a:off x="15343334" y="2481287"/>
              <a:ext cx="1363817" cy="2036401"/>
            </a:xfrm>
            <a:custGeom>
              <a:avLst/>
              <a:gdLst/>
              <a:ahLst/>
              <a:cxnLst/>
              <a:rect l="0" t="0" r="0" b="0"/>
              <a:pathLst>
                <a:path w="1363817" h="2036401">
                  <a:moveTo>
                    <a:pt x="196406" y="2021902"/>
                  </a:moveTo>
                  <a:lnTo>
                    <a:pt x="163101" y="2032279"/>
                  </a:lnTo>
                  <a:lnTo>
                    <a:pt x="247004" y="2036401"/>
                  </a:lnTo>
                  <a:close/>
                  <a:moveTo>
                    <a:pt x="300884" y="1861428"/>
                  </a:moveTo>
                  <a:lnTo>
                    <a:pt x="322627" y="1874665"/>
                  </a:lnTo>
                  <a:lnTo>
                    <a:pt x="274048" y="1849273"/>
                  </a:lnTo>
                  <a:close/>
                  <a:moveTo>
                    <a:pt x="431914" y="1855628"/>
                  </a:moveTo>
                  <a:lnTo>
                    <a:pt x="431777" y="1852622"/>
                  </a:lnTo>
                  <a:lnTo>
                    <a:pt x="400631" y="1856735"/>
                  </a:lnTo>
                  <a:close/>
                  <a:moveTo>
                    <a:pt x="24605" y="1181195"/>
                  </a:moveTo>
                  <a:lnTo>
                    <a:pt x="75971" y="1158552"/>
                  </a:lnTo>
                  <a:lnTo>
                    <a:pt x="57578" y="1177700"/>
                  </a:lnTo>
                  <a:close/>
                  <a:moveTo>
                    <a:pt x="22398" y="1181070"/>
                  </a:moveTo>
                  <a:lnTo>
                    <a:pt x="24605" y="1181195"/>
                  </a:lnTo>
                  <a:lnTo>
                    <a:pt x="0" y="1163216"/>
                  </a:lnTo>
                  <a:close/>
                  <a:moveTo>
                    <a:pt x="57578" y="1177700"/>
                  </a:moveTo>
                  <a:lnTo>
                    <a:pt x="0" y="1163216"/>
                  </a:lnTo>
                  <a:lnTo>
                    <a:pt x="24605" y="1181195"/>
                  </a:lnTo>
                  <a:close/>
                  <a:moveTo>
                    <a:pt x="67991" y="1145922"/>
                  </a:moveTo>
                  <a:lnTo>
                    <a:pt x="57578" y="1177700"/>
                  </a:lnTo>
                  <a:lnTo>
                    <a:pt x="75971" y="1158552"/>
                  </a:lnTo>
                  <a:close/>
                  <a:moveTo>
                    <a:pt x="69284" y="1019385"/>
                  </a:moveTo>
                  <a:lnTo>
                    <a:pt x="81139" y="1031385"/>
                  </a:lnTo>
                  <a:lnTo>
                    <a:pt x="42381" y="985983"/>
                  </a:lnTo>
                  <a:close/>
                  <a:moveTo>
                    <a:pt x="37260" y="979848"/>
                  </a:moveTo>
                  <a:lnTo>
                    <a:pt x="69284" y="1019385"/>
                  </a:lnTo>
                  <a:lnTo>
                    <a:pt x="42381" y="985983"/>
                  </a:lnTo>
                  <a:close/>
                  <a:moveTo>
                    <a:pt x="60563" y="919062"/>
                  </a:moveTo>
                  <a:lnTo>
                    <a:pt x="40400" y="978574"/>
                  </a:lnTo>
                  <a:lnTo>
                    <a:pt x="107917" y="921432"/>
                  </a:lnTo>
                  <a:close/>
                  <a:moveTo>
                    <a:pt x="639198" y="1574193"/>
                  </a:moveTo>
                  <a:lnTo>
                    <a:pt x="651429" y="1595898"/>
                  </a:lnTo>
                  <a:lnTo>
                    <a:pt x="622583" y="1622946"/>
                  </a:lnTo>
                  <a:close/>
                  <a:moveTo>
                    <a:pt x="466083" y="1252273"/>
                  </a:moveTo>
                  <a:lnTo>
                    <a:pt x="427431" y="1316510"/>
                  </a:lnTo>
                  <a:lnTo>
                    <a:pt x="444242" y="1305512"/>
                  </a:lnTo>
                  <a:close/>
                  <a:moveTo>
                    <a:pt x="107917" y="921432"/>
                  </a:moveTo>
                  <a:lnTo>
                    <a:pt x="137161" y="904218"/>
                  </a:lnTo>
                  <a:lnTo>
                    <a:pt x="136114" y="940293"/>
                  </a:lnTo>
                  <a:close/>
                  <a:moveTo>
                    <a:pt x="107917" y="921432"/>
                  </a:moveTo>
                  <a:lnTo>
                    <a:pt x="124764" y="931660"/>
                  </a:lnTo>
                  <a:lnTo>
                    <a:pt x="93400" y="906935"/>
                  </a:lnTo>
                  <a:close/>
                  <a:moveTo>
                    <a:pt x="107917" y="921432"/>
                  </a:moveTo>
                  <a:lnTo>
                    <a:pt x="93400" y="906935"/>
                  </a:lnTo>
                  <a:lnTo>
                    <a:pt x="60563" y="919062"/>
                  </a:lnTo>
                  <a:close/>
                  <a:moveTo>
                    <a:pt x="320550" y="967040"/>
                  </a:moveTo>
                  <a:lnTo>
                    <a:pt x="271758" y="1034733"/>
                  </a:lnTo>
                  <a:lnTo>
                    <a:pt x="306316" y="1004285"/>
                  </a:lnTo>
                  <a:close/>
                  <a:moveTo>
                    <a:pt x="272320" y="1031010"/>
                  </a:moveTo>
                  <a:lnTo>
                    <a:pt x="271758" y="1034733"/>
                  </a:lnTo>
                  <a:lnTo>
                    <a:pt x="320550" y="967040"/>
                  </a:lnTo>
                  <a:close/>
                  <a:moveTo>
                    <a:pt x="272320" y="1031010"/>
                  </a:moveTo>
                  <a:lnTo>
                    <a:pt x="272396" y="968206"/>
                  </a:lnTo>
                  <a:lnTo>
                    <a:pt x="277587" y="1010640"/>
                  </a:lnTo>
                  <a:close/>
                  <a:moveTo>
                    <a:pt x="816147" y="1520175"/>
                  </a:moveTo>
                  <a:lnTo>
                    <a:pt x="797728" y="1501912"/>
                  </a:lnTo>
                  <a:lnTo>
                    <a:pt x="806624" y="1517213"/>
                  </a:lnTo>
                  <a:close/>
                  <a:moveTo>
                    <a:pt x="481915" y="1176569"/>
                  </a:moveTo>
                  <a:lnTo>
                    <a:pt x="435993" y="1162141"/>
                  </a:lnTo>
                  <a:lnTo>
                    <a:pt x="454345" y="1165249"/>
                  </a:lnTo>
                  <a:close/>
                  <a:moveTo>
                    <a:pt x="553308" y="1133914"/>
                  </a:moveTo>
                  <a:lnTo>
                    <a:pt x="583115" y="1093736"/>
                  </a:lnTo>
                  <a:lnTo>
                    <a:pt x="580281" y="1089619"/>
                  </a:lnTo>
                  <a:close/>
                  <a:moveTo>
                    <a:pt x="1070322" y="1632428"/>
                  </a:moveTo>
                  <a:lnTo>
                    <a:pt x="1045342" y="1636019"/>
                  </a:lnTo>
                  <a:lnTo>
                    <a:pt x="1090538" y="1610216"/>
                  </a:lnTo>
                  <a:close/>
                  <a:moveTo>
                    <a:pt x="1090538" y="1610216"/>
                  </a:moveTo>
                  <a:lnTo>
                    <a:pt x="1045342" y="1636019"/>
                  </a:lnTo>
                  <a:lnTo>
                    <a:pt x="1011333" y="1623657"/>
                  </a:lnTo>
                  <a:close/>
                  <a:moveTo>
                    <a:pt x="553308" y="1133914"/>
                  </a:moveTo>
                  <a:lnTo>
                    <a:pt x="566111" y="1069579"/>
                  </a:lnTo>
                  <a:lnTo>
                    <a:pt x="546619" y="1141155"/>
                  </a:lnTo>
                  <a:close/>
                  <a:moveTo>
                    <a:pt x="566111" y="1069579"/>
                  </a:moveTo>
                  <a:lnTo>
                    <a:pt x="553308" y="1133914"/>
                  </a:lnTo>
                  <a:lnTo>
                    <a:pt x="580281" y="1089619"/>
                  </a:lnTo>
                  <a:close/>
                  <a:moveTo>
                    <a:pt x="468273" y="985651"/>
                  </a:moveTo>
                  <a:lnTo>
                    <a:pt x="508972" y="1007929"/>
                  </a:lnTo>
                  <a:lnTo>
                    <a:pt x="428417" y="980071"/>
                  </a:lnTo>
                  <a:close/>
                  <a:moveTo>
                    <a:pt x="29433" y="361613"/>
                  </a:moveTo>
                  <a:lnTo>
                    <a:pt x="97653" y="344013"/>
                  </a:lnTo>
                  <a:lnTo>
                    <a:pt x="60069" y="377616"/>
                  </a:lnTo>
                  <a:close/>
                  <a:moveTo>
                    <a:pt x="1070322" y="1632428"/>
                  </a:moveTo>
                  <a:lnTo>
                    <a:pt x="1090236" y="1574760"/>
                  </a:lnTo>
                  <a:lnTo>
                    <a:pt x="1068746" y="1556797"/>
                  </a:lnTo>
                  <a:close/>
                  <a:moveTo>
                    <a:pt x="927804" y="1128907"/>
                  </a:moveTo>
                  <a:lnTo>
                    <a:pt x="940999" y="1130670"/>
                  </a:lnTo>
                  <a:lnTo>
                    <a:pt x="899487" y="1120410"/>
                  </a:lnTo>
                  <a:close/>
                  <a:moveTo>
                    <a:pt x="550170" y="852385"/>
                  </a:moveTo>
                  <a:lnTo>
                    <a:pt x="613322" y="880950"/>
                  </a:lnTo>
                  <a:lnTo>
                    <a:pt x="629092" y="837885"/>
                  </a:lnTo>
                  <a:close/>
                  <a:moveTo>
                    <a:pt x="659158" y="811190"/>
                  </a:moveTo>
                  <a:lnTo>
                    <a:pt x="629092" y="837885"/>
                  </a:lnTo>
                  <a:lnTo>
                    <a:pt x="664728" y="814397"/>
                  </a:lnTo>
                  <a:close/>
                  <a:moveTo>
                    <a:pt x="664728" y="814397"/>
                  </a:moveTo>
                  <a:lnTo>
                    <a:pt x="629092" y="837885"/>
                  </a:lnTo>
                  <a:lnTo>
                    <a:pt x="613322" y="880950"/>
                  </a:lnTo>
                  <a:close/>
                  <a:moveTo>
                    <a:pt x="659158" y="811190"/>
                  </a:moveTo>
                  <a:lnTo>
                    <a:pt x="664728" y="814397"/>
                  </a:lnTo>
                  <a:lnTo>
                    <a:pt x="664062" y="793954"/>
                  </a:lnTo>
                  <a:close/>
                  <a:moveTo>
                    <a:pt x="314763" y="469802"/>
                  </a:moveTo>
                  <a:lnTo>
                    <a:pt x="331255" y="519136"/>
                  </a:lnTo>
                  <a:lnTo>
                    <a:pt x="330023" y="526065"/>
                  </a:lnTo>
                  <a:close/>
                  <a:moveTo>
                    <a:pt x="124147" y="259851"/>
                  </a:moveTo>
                  <a:lnTo>
                    <a:pt x="121008" y="295879"/>
                  </a:lnTo>
                  <a:lnTo>
                    <a:pt x="130514" y="268382"/>
                  </a:lnTo>
                  <a:close/>
                  <a:moveTo>
                    <a:pt x="124147" y="259851"/>
                  </a:moveTo>
                  <a:lnTo>
                    <a:pt x="130514" y="268382"/>
                  </a:lnTo>
                  <a:lnTo>
                    <a:pt x="166280" y="200837"/>
                  </a:lnTo>
                  <a:close/>
                  <a:moveTo>
                    <a:pt x="1246935" y="1440904"/>
                  </a:moveTo>
                  <a:lnTo>
                    <a:pt x="1202644" y="1429630"/>
                  </a:lnTo>
                  <a:lnTo>
                    <a:pt x="1208456" y="1431937"/>
                  </a:lnTo>
                  <a:close/>
                  <a:moveTo>
                    <a:pt x="871999" y="948065"/>
                  </a:moveTo>
                  <a:lnTo>
                    <a:pt x="832862" y="941900"/>
                  </a:lnTo>
                  <a:lnTo>
                    <a:pt x="811199" y="994723"/>
                  </a:lnTo>
                  <a:close/>
                  <a:moveTo>
                    <a:pt x="832862" y="941900"/>
                  </a:moveTo>
                  <a:lnTo>
                    <a:pt x="871999" y="948065"/>
                  </a:lnTo>
                  <a:lnTo>
                    <a:pt x="805818" y="914264"/>
                  </a:lnTo>
                  <a:close/>
                  <a:moveTo>
                    <a:pt x="877794" y="934133"/>
                  </a:moveTo>
                  <a:lnTo>
                    <a:pt x="833017" y="941394"/>
                  </a:lnTo>
                  <a:lnTo>
                    <a:pt x="805818" y="914264"/>
                  </a:lnTo>
                  <a:close/>
                  <a:moveTo>
                    <a:pt x="369326" y="390692"/>
                  </a:moveTo>
                  <a:lnTo>
                    <a:pt x="376496" y="332110"/>
                  </a:lnTo>
                  <a:lnTo>
                    <a:pt x="346209" y="344041"/>
                  </a:lnTo>
                  <a:close/>
                  <a:moveTo>
                    <a:pt x="1361800" y="1443169"/>
                  </a:moveTo>
                  <a:lnTo>
                    <a:pt x="1353148" y="1432979"/>
                  </a:lnTo>
                  <a:lnTo>
                    <a:pt x="1336575" y="1466479"/>
                  </a:lnTo>
                  <a:close/>
                  <a:moveTo>
                    <a:pt x="1246935" y="1440904"/>
                  </a:moveTo>
                  <a:lnTo>
                    <a:pt x="1262160" y="1457072"/>
                  </a:lnTo>
                  <a:lnTo>
                    <a:pt x="1274757" y="1437969"/>
                  </a:lnTo>
                  <a:close/>
                  <a:moveTo>
                    <a:pt x="979665" y="1140334"/>
                  </a:moveTo>
                  <a:lnTo>
                    <a:pt x="1016789" y="1104457"/>
                  </a:lnTo>
                  <a:lnTo>
                    <a:pt x="1042240" y="1072223"/>
                  </a:lnTo>
                  <a:close/>
                  <a:moveTo>
                    <a:pt x="832939" y="941706"/>
                  </a:moveTo>
                  <a:lnTo>
                    <a:pt x="833017" y="941394"/>
                  </a:lnTo>
                  <a:lnTo>
                    <a:pt x="856687" y="894995"/>
                  </a:lnTo>
                  <a:close/>
                  <a:moveTo>
                    <a:pt x="357836" y="309298"/>
                  </a:moveTo>
                  <a:lnTo>
                    <a:pt x="346209" y="344041"/>
                  </a:lnTo>
                  <a:lnTo>
                    <a:pt x="367156" y="323267"/>
                  </a:lnTo>
                  <a:close/>
                  <a:moveTo>
                    <a:pt x="357836" y="309298"/>
                  </a:moveTo>
                  <a:lnTo>
                    <a:pt x="367156" y="323267"/>
                  </a:lnTo>
                  <a:lnTo>
                    <a:pt x="363207" y="272693"/>
                  </a:lnTo>
                  <a:close/>
                  <a:moveTo>
                    <a:pt x="363207" y="272693"/>
                  </a:moveTo>
                  <a:lnTo>
                    <a:pt x="367156" y="323267"/>
                  </a:lnTo>
                  <a:lnTo>
                    <a:pt x="380300" y="296823"/>
                  </a:lnTo>
                  <a:close/>
                  <a:moveTo>
                    <a:pt x="1353148" y="1432979"/>
                  </a:moveTo>
                  <a:lnTo>
                    <a:pt x="1363817" y="1393653"/>
                  </a:lnTo>
                  <a:lnTo>
                    <a:pt x="1349560" y="1415138"/>
                  </a:lnTo>
                  <a:close/>
                  <a:moveTo>
                    <a:pt x="469350" y="231861"/>
                  </a:moveTo>
                  <a:lnTo>
                    <a:pt x="458730" y="223543"/>
                  </a:lnTo>
                  <a:lnTo>
                    <a:pt x="437099" y="239384"/>
                  </a:lnTo>
                  <a:close/>
                  <a:moveTo>
                    <a:pt x="469350" y="231861"/>
                  </a:moveTo>
                  <a:lnTo>
                    <a:pt x="484412" y="247637"/>
                  </a:lnTo>
                  <a:lnTo>
                    <a:pt x="472750" y="198002"/>
                  </a:lnTo>
                  <a:close/>
                  <a:moveTo>
                    <a:pt x="458730" y="223543"/>
                  </a:moveTo>
                  <a:lnTo>
                    <a:pt x="469350" y="231861"/>
                  </a:lnTo>
                  <a:lnTo>
                    <a:pt x="472750" y="198002"/>
                  </a:lnTo>
                  <a:close/>
                  <a:moveTo>
                    <a:pt x="981740" y="743395"/>
                  </a:moveTo>
                  <a:lnTo>
                    <a:pt x="972848" y="778572"/>
                  </a:lnTo>
                  <a:lnTo>
                    <a:pt x="1024545" y="728758"/>
                  </a:lnTo>
                  <a:close/>
                  <a:moveTo>
                    <a:pt x="457076" y="179176"/>
                  </a:moveTo>
                  <a:lnTo>
                    <a:pt x="472750" y="198002"/>
                  </a:lnTo>
                  <a:lnTo>
                    <a:pt x="480377" y="160153"/>
                  </a:lnTo>
                  <a:close/>
                  <a:moveTo>
                    <a:pt x="458730" y="223543"/>
                  </a:moveTo>
                  <a:lnTo>
                    <a:pt x="472750" y="198002"/>
                  </a:lnTo>
                  <a:lnTo>
                    <a:pt x="448612" y="210739"/>
                  </a:lnTo>
                  <a:close/>
                  <a:moveTo>
                    <a:pt x="517351" y="168076"/>
                  </a:moveTo>
                  <a:lnTo>
                    <a:pt x="472750" y="198002"/>
                  </a:lnTo>
                  <a:lnTo>
                    <a:pt x="513971" y="177443"/>
                  </a:lnTo>
                  <a:close/>
                  <a:moveTo>
                    <a:pt x="517351" y="168076"/>
                  </a:moveTo>
                  <a:lnTo>
                    <a:pt x="480377" y="160153"/>
                  </a:lnTo>
                  <a:lnTo>
                    <a:pt x="472750" y="198002"/>
                  </a:lnTo>
                  <a:close/>
                  <a:moveTo>
                    <a:pt x="480377" y="160153"/>
                  </a:moveTo>
                  <a:lnTo>
                    <a:pt x="517351" y="168076"/>
                  </a:lnTo>
                  <a:lnTo>
                    <a:pt x="486585" y="114830"/>
                  </a:lnTo>
                  <a:close/>
                  <a:moveTo>
                    <a:pt x="517351" y="168076"/>
                  </a:moveTo>
                  <a:lnTo>
                    <a:pt x="530851" y="105654"/>
                  </a:lnTo>
                  <a:lnTo>
                    <a:pt x="486585" y="114830"/>
                  </a:lnTo>
                  <a:close/>
                  <a:moveTo>
                    <a:pt x="477497" y="147912"/>
                  </a:moveTo>
                  <a:lnTo>
                    <a:pt x="480377" y="160153"/>
                  </a:lnTo>
                  <a:lnTo>
                    <a:pt x="486585" y="114830"/>
                  </a:lnTo>
                  <a:close/>
                  <a:moveTo>
                    <a:pt x="1024545" y="728758"/>
                  </a:moveTo>
                  <a:lnTo>
                    <a:pt x="1059813" y="745854"/>
                  </a:lnTo>
                  <a:lnTo>
                    <a:pt x="981740" y="743395"/>
                  </a:lnTo>
                  <a:close/>
                  <a:moveTo>
                    <a:pt x="871088" y="369460"/>
                  </a:moveTo>
                  <a:lnTo>
                    <a:pt x="820958" y="386892"/>
                  </a:lnTo>
                  <a:lnTo>
                    <a:pt x="792953" y="386905"/>
                  </a:lnTo>
                  <a:close/>
                  <a:moveTo>
                    <a:pt x="530851" y="105654"/>
                  </a:moveTo>
                  <a:lnTo>
                    <a:pt x="536815" y="89510"/>
                  </a:lnTo>
                  <a:lnTo>
                    <a:pt x="513695" y="81290"/>
                  </a:lnTo>
                  <a:close/>
                  <a:moveTo>
                    <a:pt x="486585" y="114830"/>
                  </a:moveTo>
                  <a:lnTo>
                    <a:pt x="530851" y="105654"/>
                  </a:lnTo>
                  <a:lnTo>
                    <a:pt x="513695" y="81290"/>
                  </a:lnTo>
                  <a:close/>
                  <a:moveTo>
                    <a:pt x="536815" y="89510"/>
                  </a:moveTo>
                  <a:lnTo>
                    <a:pt x="580582" y="91910"/>
                  </a:lnTo>
                  <a:lnTo>
                    <a:pt x="552724" y="52534"/>
                  </a:lnTo>
                  <a:close/>
                  <a:moveTo>
                    <a:pt x="526357" y="72282"/>
                  </a:moveTo>
                  <a:lnTo>
                    <a:pt x="536815" y="89510"/>
                  </a:lnTo>
                  <a:lnTo>
                    <a:pt x="552724" y="52534"/>
                  </a:lnTo>
                  <a:close/>
                  <a:moveTo>
                    <a:pt x="836023" y="381501"/>
                  </a:moveTo>
                  <a:lnTo>
                    <a:pt x="871088" y="369460"/>
                  </a:lnTo>
                  <a:lnTo>
                    <a:pt x="891888" y="312329"/>
                  </a:lnTo>
                  <a:close/>
                  <a:moveTo>
                    <a:pt x="891888" y="312329"/>
                  </a:moveTo>
                  <a:lnTo>
                    <a:pt x="899889" y="297962"/>
                  </a:lnTo>
                  <a:lnTo>
                    <a:pt x="864385" y="357408"/>
                  </a:lnTo>
                  <a:close/>
                  <a:moveTo>
                    <a:pt x="881222" y="272452"/>
                  </a:moveTo>
                  <a:lnTo>
                    <a:pt x="908434" y="281777"/>
                  </a:lnTo>
                  <a:lnTo>
                    <a:pt x="899889" y="297962"/>
                  </a:lnTo>
                  <a:close/>
                  <a:moveTo>
                    <a:pt x="993519" y="208057"/>
                  </a:moveTo>
                  <a:lnTo>
                    <a:pt x="1026347" y="208375"/>
                  </a:lnTo>
                  <a:lnTo>
                    <a:pt x="981442" y="154610"/>
                  </a:lnTo>
                  <a:close/>
                  <a:moveTo>
                    <a:pt x="924714" y="27443"/>
                  </a:moveTo>
                  <a:lnTo>
                    <a:pt x="935271" y="30056"/>
                  </a:lnTo>
                  <a:lnTo>
                    <a:pt x="91212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56" name="Output_density__4255">
              <a:extLst>
                <a:ext uri="{FF2B5EF4-FFF2-40B4-BE49-F238E27FC236}">
                  <a16:creationId xmlns:a16="http://schemas.microsoft.com/office/drawing/2014/main" id="{6E09C718-8C91-3C34-301E-5CCC57E0A35B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228555" cy="2292992"/>
            </a:xfrm>
            <a:custGeom>
              <a:avLst/>
              <a:gdLst/>
              <a:ahLst/>
              <a:cxnLst/>
              <a:rect l="0" t="0" r="0" b="0"/>
              <a:pathLst>
                <a:path w="1228555" h="2292992">
                  <a:moveTo>
                    <a:pt x="230558" y="2271625"/>
                  </a:moveTo>
                  <a:lnTo>
                    <a:pt x="256432" y="2292992"/>
                  </a:lnTo>
                  <a:lnTo>
                    <a:pt x="268388" y="2257259"/>
                  </a:lnTo>
                  <a:close/>
                  <a:moveTo>
                    <a:pt x="293636" y="2247531"/>
                  </a:moveTo>
                  <a:lnTo>
                    <a:pt x="268388" y="2257259"/>
                  </a:lnTo>
                  <a:lnTo>
                    <a:pt x="256432" y="2292992"/>
                  </a:lnTo>
                  <a:close/>
                  <a:moveTo>
                    <a:pt x="231742" y="2092921"/>
                  </a:moveTo>
                  <a:lnTo>
                    <a:pt x="221528" y="2162491"/>
                  </a:lnTo>
                  <a:lnTo>
                    <a:pt x="245780" y="2118264"/>
                  </a:lnTo>
                  <a:close/>
                  <a:moveTo>
                    <a:pt x="308607" y="2195994"/>
                  </a:moveTo>
                  <a:lnTo>
                    <a:pt x="293636" y="2247531"/>
                  </a:lnTo>
                  <a:lnTo>
                    <a:pt x="351142" y="2227963"/>
                  </a:lnTo>
                  <a:close/>
                  <a:moveTo>
                    <a:pt x="334074" y="2120364"/>
                  </a:moveTo>
                  <a:lnTo>
                    <a:pt x="371489" y="2096270"/>
                  </a:lnTo>
                  <a:lnTo>
                    <a:pt x="327310" y="2113516"/>
                  </a:lnTo>
                  <a:close/>
                  <a:moveTo>
                    <a:pt x="371489" y="2096270"/>
                  </a:moveTo>
                  <a:lnTo>
                    <a:pt x="346705" y="2051134"/>
                  </a:lnTo>
                  <a:lnTo>
                    <a:pt x="327310" y="2113516"/>
                  </a:lnTo>
                  <a:close/>
                  <a:moveTo>
                    <a:pt x="316988" y="1816530"/>
                  </a:moveTo>
                  <a:lnTo>
                    <a:pt x="338097" y="1866030"/>
                  </a:lnTo>
                  <a:lnTo>
                    <a:pt x="326727" y="1841537"/>
                  </a:lnTo>
                  <a:close/>
                  <a:moveTo>
                    <a:pt x="317808" y="1814493"/>
                  </a:moveTo>
                  <a:lnTo>
                    <a:pt x="316988" y="1816530"/>
                  </a:lnTo>
                  <a:lnTo>
                    <a:pt x="326727" y="1841537"/>
                  </a:lnTo>
                  <a:close/>
                  <a:moveTo>
                    <a:pt x="318145" y="1809452"/>
                  </a:moveTo>
                  <a:lnTo>
                    <a:pt x="316988" y="1816530"/>
                  </a:lnTo>
                  <a:lnTo>
                    <a:pt x="317808" y="1814493"/>
                  </a:lnTo>
                  <a:close/>
                  <a:moveTo>
                    <a:pt x="338097" y="1866030"/>
                  </a:moveTo>
                  <a:lnTo>
                    <a:pt x="363337" y="1917566"/>
                  </a:lnTo>
                  <a:lnTo>
                    <a:pt x="405518" y="1893472"/>
                  </a:lnTo>
                  <a:close/>
                  <a:moveTo>
                    <a:pt x="317808" y="1814493"/>
                  </a:moveTo>
                  <a:lnTo>
                    <a:pt x="326727" y="1841537"/>
                  </a:lnTo>
                  <a:lnTo>
                    <a:pt x="335298" y="1801644"/>
                  </a:lnTo>
                  <a:close/>
                  <a:moveTo>
                    <a:pt x="318145" y="1809452"/>
                  </a:moveTo>
                  <a:lnTo>
                    <a:pt x="317808" y="1814493"/>
                  </a:lnTo>
                  <a:lnTo>
                    <a:pt x="335298" y="1801644"/>
                  </a:lnTo>
                  <a:close/>
                  <a:moveTo>
                    <a:pt x="177899" y="1499548"/>
                  </a:moveTo>
                  <a:lnTo>
                    <a:pt x="144574" y="1509853"/>
                  </a:lnTo>
                  <a:lnTo>
                    <a:pt x="139659" y="1531253"/>
                  </a:lnTo>
                  <a:close/>
                  <a:moveTo>
                    <a:pt x="413227" y="1776271"/>
                  </a:moveTo>
                  <a:lnTo>
                    <a:pt x="469266" y="1768694"/>
                  </a:lnTo>
                  <a:lnTo>
                    <a:pt x="445923" y="1724930"/>
                  </a:lnTo>
                  <a:close/>
                  <a:moveTo>
                    <a:pt x="469266" y="1768694"/>
                  </a:moveTo>
                  <a:lnTo>
                    <a:pt x="517364" y="1767574"/>
                  </a:lnTo>
                  <a:lnTo>
                    <a:pt x="445923" y="1724930"/>
                  </a:lnTo>
                  <a:close/>
                  <a:moveTo>
                    <a:pt x="21136" y="1199402"/>
                  </a:moveTo>
                  <a:lnTo>
                    <a:pt x="0" y="1223496"/>
                  </a:lnTo>
                  <a:lnTo>
                    <a:pt x="30003" y="1250939"/>
                  </a:lnTo>
                  <a:close/>
                  <a:moveTo>
                    <a:pt x="21136" y="1199402"/>
                  </a:moveTo>
                  <a:lnTo>
                    <a:pt x="17034" y="1147866"/>
                  </a:lnTo>
                  <a:lnTo>
                    <a:pt x="0" y="1223496"/>
                  </a:lnTo>
                  <a:close/>
                  <a:moveTo>
                    <a:pt x="217290" y="1405549"/>
                  </a:moveTo>
                  <a:lnTo>
                    <a:pt x="265414" y="1382277"/>
                  </a:lnTo>
                  <a:lnTo>
                    <a:pt x="264641" y="1381905"/>
                  </a:lnTo>
                  <a:close/>
                  <a:moveTo>
                    <a:pt x="207685" y="1354012"/>
                  </a:moveTo>
                  <a:lnTo>
                    <a:pt x="264641" y="1381905"/>
                  </a:lnTo>
                  <a:lnTo>
                    <a:pt x="249353" y="1331590"/>
                  </a:lnTo>
                  <a:close/>
                  <a:moveTo>
                    <a:pt x="266115" y="1381455"/>
                  </a:moveTo>
                  <a:lnTo>
                    <a:pt x="252044" y="1329918"/>
                  </a:lnTo>
                  <a:lnTo>
                    <a:pt x="264641" y="1381905"/>
                  </a:lnTo>
                  <a:close/>
                  <a:moveTo>
                    <a:pt x="252044" y="1329918"/>
                  </a:moveTo>
                  <a:lnTo>
                    <a:pt x="249353" y="1331590"/>
                  </a:lnTo>
                  <a:lnTo>
                    <a:pt x="264641" y="1381905"/>
                  </a:lnTo>
                  <a:close/>
                  <a:moveTo>
                    <a:pt x="264641" y="1381905"/>
                  </a:moveTo>
                  <a:lnTo>
                    <a:pt x="265414" y="1382277"/>
                  </a:lnTo>
                  <a:lnTo>
                    <a:pt x="266115" y="1381455"/>
                  </a:lnTo>
                  <a:close/>
                  <a:moveTo>
                    <a:pt x="216307" y="1333570"/>
                  </a:moveTo>
                  <a:lnTo>
                    <a:pt x="249353" y="1331590"/>
                  </a:lnTo>
                  <a:lnTo>
                    <a:pt x="252044" y="1329918"/>
                  </a:lnTo>
                  <a:close/>
                  <a:moveTo>
                    <a:pt x="21136" y="1199402"/>
                  </a:moveTo>
                  <a:lnTo>
                    <a:pt x="30003" y="1250939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21136" y="1199402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52459" y="1175308"/>
                  </a:lnTo>
                  <a:lnTo>
                    <a:pt x="25911" y="1123772"/>
                  </a:lnTo>
                  <a:close/>
                  <a:moveTo>
                    <a:pt x="44209" y="1079256"/>
                  </a:moveTo>
                  <a:lnTo>
                    <a:pt x="17034" y="1147866"/>
                  </a:lnTo>
                  <a:lnTo>
                    <a:pt x="25911" y="1123772"/>
                  </a:lnTo>
                  <a:close/>
                  <a:moveTo>
                    <a:pt x="639428" y="1793747"/>
                  </a:moveTo>
                  <a:lnTo>
                    <a:pt x="627690" y="1845284"/>
                  </a:lnTo>
                  <a:lnTo>
                    <a:pt x="684164" y="1821190"/>
                  </a:lnTo>
                  <a:close/>
                  <a:moveTo>
                    <a:pt x="639428" y="1793747"/>
                  </a:moveTo>
                  <a:lnTo>
                    <a:pt x="684164" y="1821190"/>
                  </a:lnTo>
                  <a:lnTo>
                    <a:pt x="672929" y="1769654"/>
                  </a:lnTo>
                  <a:close/>
                  <a:moveTo>
                    <a:pt x="674710" y="1729607"/>
                  </a:moveTo>
                  <a:lnTo>
                    <a:pt x="639428" y="1793747"/>
                  </a:lnTo>
                  <a:lnTo>
                    <a:pt x="672929" y="1769654"/>
                  </a:lnTo>
                  <a:close/>
                  <a:moveTo>
                    <a:pt x="453934" y="1484528"/>
                  </a:moveTo>
                  <a:lnTo>
                    <a:pt x="467451" y="1519199"/>
                  </a:lnTo>
                  <a:lnTo>
                    <a:pt x="505161" y="1511971"/>
                  </a:lnTo>
                  <a:close/>
                  <a:moveTo>
                    <a:pt x="262633" y="1432991"/>
                  </a:moveTo>
                  <a:lnTo>
                    <a:pt x="265391" y="1381295"/>
                  </a:lnTo>
                  <a:lnTo>
                    <a:pt x="265414" y="1382277"/>
                  </a:lnTo>
                  <a:close/>
                  <a:moveTo>
                    <a:pt x="106165" y="1058321"/>
                  </a:moveTo>
                  <a:lnTo>
                    <a:pt x="61994" y="1072235"/>
                  </a:lnTo>
                  <a:lnTo>
                    <a:pt x="120439" y="1054693"/>
                  </a:lnTo>
                  <a:close/>
                  <a:moveTo>
                    <a:pt x="120439" y="1054693"/>
                  </a:moveTo>
                  <a:lnTo>
                    <a:pt x="61994" y="1072235"/>
                  </a:lnTo>
                  <a:lnTo>
                    <a:pt x="44209" y="1079256"/>
                  </a:lnTo>
                  <a:close/>
                  <a:moveTo>
                    <a:pt x="788601" y="1698992"/>
                  </a:moveTo>
                  <a:lnTo>
                    <a:pt x="776792" y="1745560"/>
                  </a:lnTo>
                  <a:lnTo>
                    <a:pt x="783399" y="1694023"/>
                  </a:lnTo>
                  <a:close/>
                  <a:moveTo>
                    <a:pt x="259798" y="1134870"/>
                  </a:moveTo>
                  <a:lnTo>
                    <a:pt x="219815" y="1075584"/>
                  </a:lnTo>
                  <a:lnTo>
                    <a:pt x="205501" y="1078288"/>
                  </a:lnTo>
                  <a:close/>
                  <a:moveTo>
                    <a:pt x="205501" y="1078288"/>
                  </a:moveTo>
                  <a:lnTo>
                    <a:pt x="211593" y="1085924"/>
                  </a:lnTo>
                  <a:lnTo>
                    <a:pt x="259798" y="1134870"/>
                  </a:lnTo>
                  <a:close/>
                  <a:moveTo>
                    <a:pt x="154828" y="1081502"/>
                  </a:moveTo>
                  <a:lnTo>
                    <a:pt x="166249" y="1051293"/>
                  </a:lnTo>
                  <a:lnTo>
                    <a:pt x="120439" y="1054693"/>
                  </a:lnTo>
                  <a:close/>
                  <a:moveTo>
                    <a:pt x="175483" y="1048141"/>
                  </a:moveTo>
                  <a:lnTo>
                    <a:pt x="166249" y="1051293"/>
                  </a:lnTo>
                  <a:lnTo>
                    <a:pt x="243286" y="1029745"/>
                  </a:lnTo>
                  <a:close/>
                  <a:moveTo>
                    <a:pt x="783399" y="1694023"/>
                  </a:moveTo>
                  <a:lnTo>
                    <a:pt x="776792" y="1745560"/>
                  </a:lnTo>
                  <a:lnTo>
                    <a:pt x="821769" y="1721466"/>
                  </a:lnTo>
                  <a:close/>
                  <a:moveTo>
                    <a:pt x="783399" y="1694023"/>
                  </a:moveTo>
                  <a:lnTo>
                    <a:pt x="821769" y="1721466"/>
                  </a:lnTo>
                  <a:lnTo>
                    <a:pt x="791926" y="1669929"/>
                  </a:lnTo>
                  <a:close/>
                  <a:moveTo>
                    <a:pt x="219815" y="1075584"/>
                  </a:moveTo>
                  <a:lnTo>
                    <a:pt x="263966" y="1107061"/>
                  </a:lnTo>
                  <a:lnTo>
                    <a:pt x="267585" y="1065797"/>
                  </a:lnTo>
                  <a:close/>
                  <a:moveTo>
                    <a:pt x="317816" y="1062943"/>
                  </a:moveTo>
                  <a:lnTo>
                    <a:pt x="267585" y="1065797"/>
                  </a:lnTo>
                  <a:lnTo>
                    <a:pt x="316490" y="1126763"/>
                  </a:lnTo>
                  <a:close/>
                  <a:moveTo>
                    <a:pt x="317816" y="1062943"/>
                  </a:moveTo>
                  <a:lnTo>
                    <a:pt x="309081" y="1007301"/>
                  </a:lnTo>
                  <a:lnTo>
                    <a:pt x="267585" y="1065797"/>
                  </a:lnTo>
                  <a:close/>
                  <a:moveTo>
                    <a:pt x="754281" y="1618393"/>
                  </a:moveTo>
                  <a:lnTo>
                    <a:pt x="737805" y="1566856"/>
                  </a:lnTo>
                  <a:lnTo>
                    <a:pt x="736056" y="1578242"/>
                  </a:lnTo>
                  <a:close/>
                  <a:moveTo>
                    <a:pt x="745888" y="1551250"/>
                  </a:moveTo>
                  <a:lnTo>
                    <a:pt x="736056" y="1578242"/>
                  </a:lnTo>
                  <a:lnTo>
                    <a:pt x="737805" y="1566856"/>
                  </a:lnTo>
                  <a:close/>
                  <a:moveTo>
                    <a:pt x="421759" y="1206100"/>
                  </a:moveTo>
                  <a:lnTo>
                    <a:pt x="439216" y="1154563"/>
                  </a:lnTo>
                  <a:lnTo>
                    <a:pt x="433580" y="1170278"/>
                  </a:lnTo>
                  <a:close/>
                  <a:moveTo>
                    <a:pt x="443548" y="1119559"/>
                  </a:moveTo>
                  <a:lnTo>
                    <a:pt x="433580" y="1170278"/>
                  </a:lnTo>
                  <a:lnTo>
                    <a:pt x="439216" y="1154563"/>
                  </a:lnTo>
                  <a:close/>
                  <a:moveTo>
                    <a:pt x="775502" y="1527073"/>
                  </a:moveTo>
                  <a:lnTo>
                    <a:pt x="745888" y="1551250"/>
                  </a:lnTo>
                  <a:lnTo>
                    <a:pt x="737805" y="1566856"/>
                  </a:lnTo>
                  <a:close/>
                  <a:moveTo>
                    <a:pt x="817390" y="1509009"/>
                  </a:moveTo>
                  <a:lnTo>
                    <a:pt x="745888" y="1551250"/>
                  </a:lnTo>
                  <a:lnTo>
                    <a:pt x="775502" y="1527073"/>
                  </a:lnTo>
                  <a:close/>
                  <a:moveTo>
                    <a:pt x="421759" y="1206100"/>
                  </a:moveTo>
                  <a:lnTo>
                    <a:pt x="480705" y="1130469"/>
                  </a:lnTo>
                  <a:lnTo>
                    <a:pt x="439216" y="1154563"/>
                  </a:lnTo>
                  <a:close/>
                  <a:moveTo>
                    <a:pt x="480705" y="1130469"/>
                  </a:moveTo>
                  <a:lnTo>
                    <a:pt x="443548" y="1119559"/>
                  </a:lnTo>
                  <a:lnTo>
                    <a:pt x="439216" y="1154563"/>
                  </a:lnTo>
                  <a:close/>
                  <a:moveTo>
                    <a:pt x="387210" y="1027396"/>
                  </a:moveTo>
                  <a:lnTo>
                    <a:pt x="402976" y="1007644"/>
                  </a:lnTo>
                  <a:lnTo>
                    <a:pt x="331750" y="999953"/>
                  </a:lnTo>
                  <a:close/>
                  <a:moveTo>
                    <a:pt x="355913" y="1051490"/>
                  </a:moveTo>
                  <a:lnTo>
                    <a:pt x="387210" y="1027396"/>
                  </a:lnTo>
                  <a:lnTo>
                    <a:pt x="331750" y="999953"/>
                  </a:lnTo>
                  <a:close/>
                  <a:moveTo>
                    <a:pt x="380957" y="986849"/>
                  </a:moveTo>
                  <a:lnTo>
                    <a:pt x="402976" y="1007644"/>
                  </a:lnTo>
                  <a:lnTo>
                    <a:pt x="446562" y="995930"/>
                  </a:lnTo>
                  <a:close/>
                  <a:moveTo>
                    <a:pt x="285347" y="948417"/>
                  </a:moveTo>
                  <a:lnTo>
                    <a:pt x="311169" y="973972"/>
                  </a:lnTo>
                  <a:lnTo>
                    <a:pt x="317958" y="937341"/>
                  </a:lnTo>
                  <a:close/>
                  <a:moveTo>
                    <a:pt x="299425" y="930060"/>
                  </a:moveTo>
                  <a:lnTo>
                    <a:pt x="285347" y="948417"/>
                  </a:lnTo>
                  <a:lnTo>
                    <a:pt x="317958" y="937341"/>
                  </a:lnTo>
                  <a:close/>
                  <a:moveTo>
                    <a:pt x="1101754" y="1738594"/>
                  </a:moveTo>
                  <a:lnTo>
                    <a:pt x="1157032" y="1700721"/>
                  </a:lnTo>
                  <a:lnTo>
                    <a:pt x="1103008" y="1720799"/>
                  </a:lnTo>
                  <a:close/>
                  <a:moveTo>
                    <a:pt x="1095629" y="1715694"/>
                  </a:moveTo>
                  <a:lnTo>
                    <a:pt x="1103008" y="1720799"/>
                  </a:lnTo>
                  <a:lnTo>
                    <a:pt x="1157032" y="1700721"/>
                  </a:lnTo>
                  <a:close/>
                  <a:moveTo>
                    <a:pt x="1045891" y="1494574"/>
                  </a:moveTo>
                  <a:lnTo>
                    <a:pt x="1066669" y="1472516"/>
                  </a:lnTo>
                  <a:lnTo>
                    <a:pt x="999952" y="1518668"/>
                  </a:lnTo>
                  <a:close/>
                  <a:moveTo>
                    <a:pt x="896650" y="1415595"/>
                  </a:moveTo>
                  <a:lnTo>
                    <a:pt x="931175" y="1450179"/>
                  </a:lnTo>
                  <a:lnTo>
                    <a:pt x="949239" y="1393390"/>
                  </a:lnTo>
                  <a:close/>
                  <a:moveTo>
                    <a:pt x="594796" y="1065899"/>
                  </a:moveTo>
                  <a:lnTo>
                    <a:pt x="576375" y="1092170"/>
                  </a:lnTo>
                  <a:lnTo>
                    <a:pt x="615540" y="1030745"/>
                  </a:lnTo>
                  <a:close/>
                  <a:moveTo>
                    <a:pt x="594796" y="1065899"/>
                  </a:moveTo>
                  <a:lnTo>
                    <a:pt x="615540" y="1030745"/>
                  </a:lnTo>
                  <a:lnTo>
                    <a:pt x="601106" y="1047304"/>
                  </a:lnTo>
                  <a:close/>
                  <a:moveTo>
                    <a:pt x="593770" y="1054839"/>
                  </a:moveTo>
                  <a:lnTo>
                    <a:pt x="594796" y="1065899"/>
                  </a:lnTo>
                  <a:lnTo>
                    <a:pt x="601106" y="1047304"/>
                  </a:lnTo>
                  <a:close/>
                  <a:moveTo>
                    <a:pt x="619741" y="1024264"/>
                  </a:moveTo>
                  <a:lnTo>
                    <a:pt x="593770" y="1054839"/>
                  </a:lnTo>
                  <a:lnTo>
                    <a:pt x="601106" y="1047304"/>
                  </a:lnTo>
                  <a:close/>
                  <a:moveTo>
                    <a:pt x="627487" y="1013447"/>
                  </a:moveTo>
                  <a:lnTo>
                    <a:pt x="593770" y="1054839"/>
                  </a:lnTo>
                  <a:lnTo>
                    <a:pt x="619741" y="1024264"/>
                  </a:lnTo>
                  <a:close/>
                  <a:moveTo>
                    <a:pt x="658190" y="993339"/>
                  </a:moveTo>
                  <a:lnTo>
                    <a:pt x="627487" y="1013447"/>
                  </a:lnTo>
                  <a:lnTo>
                    <a:pt x="619741" y="1024264"/>
                  </a:lnTo>
                  <a:close/>
                  <a:moveTo>
                    <a:pt x="181785" y="470140"/>
                  </a:moveTo>
                  <a:lnTo>
                    <a:pt x="132282" y="412306"/>
                  </a:lnTo>
                  <a:lnTo>
                    <a:pt x="128127" y="413038"/>
                  </a:lnTo>
                  <a:close/>
                  <a:moveTo>
                    <a:pt x="89246" y="398469"/>
                  </a:moveTo>
                  <a:lnTo>
                    <a:pt x="56269" y="436400"/>
                  </a:lnTo>
                  <a:lnTo>
                    <a:pt x="128127" y="413038"/>
                  </a:lnTo>
                  <a:close/>
                  <a:moveTo>
                    <a:pt x="132282" y="412306"/>
                  </a:moveTo>
                  <a:lnTo>
                    <a:pt x="89246" y="398469"/>
                  </a:lnTo>
                  <a:lnTo>
                    <a:pt x="128127" y="413038"/>
                  </a:lnTo>
                  <a:close/>
                  <a:moveTo>
                    <a:pt x="974063" y="1315870"/>
                  </a:moveTo>
                  <a:lnTo>
                    <a:pt x="958211" y="1323352"/>
                  </a:lnTo>
                  <a:lnTo>
                    <a:pt x="959513" y="1391501"/>
                  </a:lnTo>
                  <a:close/>
                  <a:moveTo>
                    <a:pt x="997721" y="1264334"/>
                  </a:moveTo>
                  <a:lnTo>
                    <a:pt x="958211" y="1323352"/>
                  </a:lnTo>
                  <a:lnTo>
                    <a:pt x="974063" y="1315870"/>
                  </a:lnTo>
                  <a:close/>
                  <a:moveTo>
                    <a:pt x="658190" y="993339"/>
                  </a:moveTo>
                  <a:lnTo>
                    <a:pt x="665663" y="955114"/>
                  </a:lnTo>
                  <a:lnTo>
                    <a:pt x="665554" y="970149"/>
                  </a:lnTo>
                  <a:close/>
                  <a:moveTo>
                    <a:pt x="667362" y="979208"/>
                  </a:moveTo>
                  <a:lnTo>
                    <a:pt x="658190" y="993339"/>
                  </a:lnTo>
                  <a:lnTo>
                    <a:pt x="665554" y="970149"/>
                  </a:lnTo>
                  <a:close/>
                  <a:moveTo>
                    <a:pt x="678384" y="933943"/>
                  </a:moveTo>
                  <a:lnTo>
                    <a:pt x="667362" y="979208"/>
                  </a:lnTo>
                  <a:lnTo>
                    <a:pt x="665554" y="970149"/>
                  </a:lnTo>
                  <a:close/>
                  <a:moveTo>
                    <a:pt x="189923" y="400781"/>
                  </a:moveTo>
                  <a:lnTo>
                    <a:pt x="132282" y="412306"/>
                  </a:lnTo>
                  <a:lnTo>
                    <a:pt x="181028" y="432048"/>
                  </a:lnTo>
                  <a:close/>
                  <a:moveTo>
                    <a:pt x="168438" y="384976"/>
                  </a:moveTo>
                  <a:lnTo>
                    <a:pt x="132282" y="412306"/>
                  </a:lnTo>
                  <a:lnTo>
                    <a:pt x="189923" y="400781"/>
                  </a:lnTo>
                  <a:close/>
                  <a:moveTo>
                    <a:pt x="181028" y="432048"/>
                  </a:moveTo>
                  <a:lnTo>
                    <a:pt x="225448" y="388212"/>
                  </a:lnTo>
                  <a:lnTo>
                    <a:pt x="189923" y="400781"/>
                  </a:lnTo>
                  <a:close/>
                  <a:moveTo>
                    <a:pt x="181341" y="360769"/>
                  </a:moveTo>
                  <a:lnTo>
                    <a:pt x="189923" y="400781"/>
                  </a:lnTo>
                  <a:lnTo>
                    <a:pt x="225448" y="388212"/>
                  </a:lnTo>
                  <a:close/>
                  <a:moveTo>
                    <a:pt x="181341" y="360769"/>
                  </a:moveTo>
                  <a:lnTo>
                    <a:pt x="225448" y="388212"/>
                  </a:lnTo>
                  <a:lnTo>
                    <a:pt x="229580" y="336675"/>
                  </a:lnTo>
                  <a:close/>
                  <a:moveTo>
                    <a:pt x="678384" y="933943"/>
                  </a:moveTo>
                  <a:lnTo>
                    <a:pt x="665554" y="970149"/>
                  </a:lnTo>
                  <a:lnTo>
                    <a:pt x="665663" y="955114"/>
                  </a:lnTo>
                  <a:close/>
                  <a:moveTo>
                    <a:pt x="974063" y="1315870"/>
                  </a:moveTo>
                  <a:lnTo>
                    <a:pt x="971445" y="1330941"/>
                  </a:lnTo>
                  <a:lnTo>
                    <a:pt x="972798" y="1311493"/>
                  </a:lnTo>
                  <a:close/>
                  <a:moveTo>
                    <a:pt x="1102266" y="1343313"/>
                  </a:moveTo>
                  <a:lnTo>
                    <a:pt x="1107706" y="1356148"/>
                  </a:lnTo>
                  <a:lnTo>
                    <a:pt x="1103346" y="1406810"/>
                  </a:lnTo>
                  <a:close/>
                  <a:moveTo>
                    <a:pt x="1106417" y="1343313"/>
                  </a:moveTo>
                  <a:lnTo>
                    <a:pt x="1103346" y="1406810"/>
                  </a:lnTo>
                  <a:lnTo>
                    <a:pt x="1107706" y="1356148"/>
                  </a:lnTo>
                  <a:close/>
                  <a:moveTo>
                    <a:pt x="974063" y="1315870"/>
                  </a:moveTo>
                  <a:lnTo>
                    <a:pt x="972798" y="1311493"/>
                  </a:lnTo>
                  <a:lnTo>
                    <a:pt x="997721" y="1264334"/>
                  </a:lnTo>
                  <a:close/>
                  <a:moveTo>
                    <a:pt x="997721" y="1264334"/>
                  </a:moveTo>
                  <a:lnTo>
                    <a:pt x="972798" y="1311493"/>
                  </a:lnTo>
                  <a:lnTo>
                    <a:pt x="1037690" y="1269044"/>
                  </a:lnTo>
                  <a:close/>
                  <a:moveTo>
                    <a:pt x="1037690" y="1269044"/>
                  </a:moveTo>
                  <a:lnTo>
                    <a:pt x="1002724" y="1262403"/>
                  </a:lnTo>
                  <a:lnTo>
                    <a:pt x="997721" y="1264334"/>
                  </a:lnTo>
                  <a:close/>
                  <a:moveTo>
                    <a:pt x="678384" y="933943"/>
                  </a:moveTo>
                  <a:lnTo>
                    <a:pt x="710727" y="933423"/>
                  </a:lnTo>
                  <a:lnTo>
                    <a:pt x="718915" y="910804"/>
                  </a:lnTo>
                  <a:close/>
                  <a:moveTo>
                    <a:pt x="718915" y="910804"/>
                  </a:moveTo>
                  <a:lnTo>
                    <a:pt x="710727" y="933423"/>
                  </a:lnTo>
                  <a:lnTo>
                    <a:pt x="739539" y="879484"/>
                  </a:lnTo>
                  <a:close/>
                  <a:moveTo>
                    <a:pt x="496417" y="642728"/>
                  </a:moveTo>
                  <a:lnTo>
                    <a:pt x="468560" y="673475"/>
                  </a:lnTo>
                  <a:lnTo>
                    <a:pt x="458601" y="697431"/>
                  </a:lnTo>
                  <a:close/>
                  <a:moveTo>
                    <a:pt x="225448" y="388212"/>
                  </a:moveTo>
                  <a:lnTo>
                    <a:pt x="240517" y="312581"/>
                  </a:lnTo>
                  <a:lnTo>
                    <a:pt x="229580" y="336675"/>
                  </a:lnTo>
                  <a:close/>
                  <a:moveTo>
                    <a:pt x="261749" y="289376"/>
                  </a:moveTo>
                  <a:lnTo>
                    <a:pt x="229580" y="336675"/>
                  </a:lnTo>
                  <a:lnTo>
                    <a:pt x="240517" y="312581"/>
                  </a:lnTo>
                  <a:close/>
                  <a:moveTo>
                    <a:pt x="261749" y="289376"/>
                  </a:moveTo>
                  <a:lnTo>
                    <a:pt x="235994" y="327983"/>
                  </a:lnTo>
                  <a:lnTo>
                    <a:pt x="229580" y="336675"/>
                  </a:lnTo>
                  <a:close/>
                  <a:moveTo>
                    <a:pt x="744136" y="870204"/>
                  </a:moveTo>
                  <a:lnTo>
                    <a:pt x="731774" y="891552"/>
                  </a:lnTo>
                  <a:lnTo>
                    <a:pt x="739539" y="879484"/>
                  </a:lnTo>
                  <a:close/>
                  <a:moveTo>
                    <a:pt x="1176149" y="1322862"/>
                  </a:moveTo>
                  <a:lnTo>
                    <a:pt x="1106417" y="1343313"/>
                  </a:lnTo>
                  <a:lnTo>
                    <a:pt x="1183805" y="1331089"/>
                  </a:lnTo>
                  <a:close/>
                  <a:moveTo>
                    <a:pt x="1106417" y="1343313"/>
                  </a:moveTo>
                  <a:lnTo>
                    <a:pt x="1107706" y="1356148"/>
                  </a:lnTo>
                  <a:lnTo>
                    <a:pt x="1183805" y="1331089"/>
                  </a:lnTo>
                  <a:close/>
                  <a:moveTo>
                    <a:pt x="1141882" y="1309246"/>
                  </a:moveTo>
                  <a:lnTo>
                    <a:pt x="1106417" y="1343313"/>
                  </a:lnTo>
                  <a:lnTo>
                    <a:pt x="1176149" y="1322862"/>
                  </a:lnTo>
                  <a:close/>
                  <a:moveTo>
                    <a:pt x="1176149" y="1322862"/>
                  </a:moveTo>
                  <a:lnTo>
                    <a:pt x="1188435" y="1308627"/>
                  </a:lnTo>
                  <a:lnTo>
                    <a:pt x="1141882" y="1309246"/>
                  </a:lnTo>
                  <a:close/>
                  <a:moveTo>
                    <a:pt x="1176149" y="1322862"/>
                  </a:moveTo>
                  <a:lnTo>
                    <a:pt x="1226032" y="1320290"/>
                  </a:lnTo>
                  <a:lnTo>
                    <a:pt x="1188435" y="1308627"/>
                  </a:lnTo>
                  <a:close/>
                  <a:moveTo>
                    <a:pt x="1226032" y="1320290"/>
                  </a:moveTo>
                  <a:lnTo>
                    <a:pt x="1176149" y="1322862"/>
                  </a:lnTo>
                  <a:lnTo>
                    <a:pt x="1228555" y="1323728"/>
                  </a:lnTo>
                  <a:close/>
                  <a:moveTo>
                    <a:pt x="1176149" y="1322862"/>
                  </a:moveTo>
                  <a:lnTo>
                    <a:pt x="1183805" y="1331089"/>
                  </a:lnTo>
                  <a:lnTo>
                    <a:pt x="1228555" y="1323728"/>
                  </a:lnTo>
                  <a:close/>
                  <a:moveTo>
                    <a:pt x="1026182" y="1117846"/>
                  </a:moveTo>
                  <a:lnTo>
                    <a:pt x="1012145" y="1173539"/>
                  </a:lnTo>
                  <a:lnTo>
                    <a:pt x="1044127" y="1113073"/>
                  </a:lnTo>
                  <a:close/>
                  <a:moveTo>
                    <a:pt x="1044127" y="1113073"/>
                  </a:moveTo>
                  <a:lnTo>
                    <a:pt x="1030480" y="1188703"/>
                  </a:lnTo>
                  <a:lnTo>
                    <a:pt x="1048151" y="1164609"/>
                  </a:lnTo>
                  <a:close/>
                  <a:moveTo>
                    <a:pt x="1026182" y="1117846"/>
                  </a:moveTo>
                  <a:lnTo>
                    <a:pt x="1029860" y="1104871"/>
                  </a:lnTo>
                  <a:lnTo>
                    <a:pt x="979352" y="1090705"/>
                  </a:lnTo>
                  <a:close/>
                  <a:moveTo>
                    <a:pt x="598547" y="547441"/>
                  </a:moveTo>
                  <a:lnTo>
                    <a:pt x="534699" y="561366"/>
                  </a:lnTo>
                  <a:lnTo>
                    <a:pt x="600694" y="548350"/>
                  </a:lnTo>
                  <a:close/>
                  <a:moveTo>
                    <a:pt x="343935" y="288794"/>
                  </a:moveTo>
                  <a:lnTo>
                    <a:pt x="344461" y="289046"/>
                  </a:lnTo>
                  <a:lnTo>
                    <a:pt x="391383" y="289804"/>
                  </a:lnTo>
                  <a:close/>
                  <a:moveTo>
                    <a:pt x="344461" y="289046"/>
                  </a:moveTo>
                  <a:lnTo>
                    <a:pt x="343935" y="288794"/>
                  </a:lnTo>
                  <a:lnTo>
                    <a:pt x="341161" y="288487"/>
                  </a:lnTo>
                  <a:close/>
                  <a:moveTo>
                    <a:pt x="1044127" y="1113073"/>
                  </a:moveTo>
                  <a:lnTo>
                    <a:pt x="1115378" y="1115034"/>
                  </a:lnTo>
                  <a:lnTo>
                    <a:pt x="1088562" y="1105115"/>
                  </a:lnTo>
                  <a:close/>
                  <a:moveTo>
                    <a:pt x="1088562" y="1105115"/>
                  </a:moveTo>
                  <a:lnTo>
                    <a:pt x="1070082" y="1080577"/>
                  </a:lnTo>
                  <a:lnTo>
                    <a:pt x="1044127" y="1113073"/>
                  </a:lnTo>
                  <a:close/>
                  <a:moveTo>
                    <a:pt x="1088562" y="1105115"/>
                  </a:moveTo>
                  <a:lnTo>
                    <a:pt x="1115378" y="1115034"/>
                  </a:lnTo>
                  <a:lnTo>
                    <a:pt x="1161661" y="1113400"/>
                  </a:lnTo>
                  <a:close/>
                  <a:moveTo>
                    <a:pt x="631623" y="529089"/>
                  </a:moveTo>
                  <a:lnTo>
                    <a:pt x="600694" y="548350"/>
                  </a:lnTo>
                  <a:lnTo>
                    <a:pt x="557458" y="561374"/>
                  </a:lnTo>
                  <a:close/>
                  <a:moveTo>
                    <a:pt x="420711" y="264555"/>
                  </a:moveTo>
                  <a:lnTo>
                    <a:pt x="391383" y="289804"/>
                  </a:lnTo>
                  <a:lnTo>
                    <a:pt x="344461" y="289046"/>
                  </a:lnTo>
                  <a:close/>
                  <a:moveTo>
                    <a:pt x="955301" y="730984"/>
                  </a:moveTo>
                  <a:lnTo>
                    <a:pt x="930595" y="755665"/>
                  </a:lnTo>
                  <a:lnTo>
                    <a:pt x="979992" y="740959"/>
                  </a:lnTo>
                  <a:close/>
                  <a:moveTo>
                    <a:pt x="935072" y="526507"/>
                  </a:moveTo>
                  <a:lnTo>
                    <a:pt x="934252" y="517385"/>
                  </a:lnTo>
                  <a:lnTo>
                    <a:pt x="884083" y="504490"/>
                  </a:lnTo>
                  <a:close/>
                  <a:moveTo>
                    <a:pt x="934252" y="517385"/>
                  </a:moveTo>
                  <a:lnTo>
                    <a:pt x="935072" y="526507"/>
                  </a:lnTo>
                  <a:lnTo>
                    <a:pt x="950633" y="525425"/>
                  </a:lnTo>
                  <a:close/>
                  <a:moveTo>
                    <a:pt x="933400" y="465123"/>
                  </a:moveTo>
                  <a:lnTo>
                    <a:pt x="934252" y="517385"/>
                  </a:lnTo>
                  <a:lnTo>
                    <a:pt x="975176" y="449795"/>
                  </a:lnTo>
                  <a:close/>
                  <a:moveTo>
                    <a:pt x="934252" y="517385"/>
                  </a:moveTo>
                  <a:lnTo>
                    <a:pt x="950633" y="525425"/>
                  </a:lnTo>
                  <a:lnTo>
                    <a:pt x="975176" y="449795"/>
                  </a:lnTo>
                  <a:close/>
                  <a:moveTo>
                    <a:pt x="933400" y="465123"/>
                  </a:moveTo>
                  <a:lnTo>
                    <a:pt x="884083" y="504490"/>
                  </a:lnTo>
                  <a:lnTo>
                    <a:pt x="934252" y="517385"/>
                  </a:lnTo>
                  <a:close/>
                  <a:moveTo>
                    <a:pt x="943463" y="416925"/>
                  </a:moveTo>
                  <a:lnTo>
                    <a:pt x="922354" y="398258"/>
                  </a:lnTo>
                  <a:lnTo>
                    <a:pt x="933400" y="465123"/>
                  </a:lnTo>
                  <a:close/>
                  <a:moveTo>
                    <a:pt x="933400" y="465123"/>
                  </a:moveTo>
                  <a:lnTo>
                    <a:pt x="975176" y="449795"/>
                  </a:lnTo>
                  <a:lnTo>
                    <a:pt x="943463" y="416925"/>
                  </a:lnTo>
                  <a:close/>
                  <a:moveTo>
                    <a:pt x="672129" y="101158"/>
                  </a:moveTo>
                  <a:lnTo>
                    <a:pt x="670389" y="89039"/>
                  </a:lnTo>
                  <a:lnTo>
                    <a:pt x="649179" y="113132"/>
                  </a:lnTo>
                  <a:close/>
                  <a:moveTo>
                    <a:pt x="951634" y="387557"/>
                  </a:moveTo>
                  <a:lnTo>
                    <a:pt x="943463" y="416925"/>
                  </a:lnTo>
                  <a:lnTo>
                    <a:pt x="979025" y="374164"/>
                  </a:lnTo>
                  <a:close/>
                  <a:moveTo>
                    <a:pt x="943463" y="416925"/>
                  </a:moveTo>
                  <a:lnTo>
                    <a:pt x="975176" y="449795"/>
                  </a:lnTo>
                  <a:lnTo>
                    <a:pt x="979025" y="374164"/>
                  </a:lnTo>
                  <a:close/>
                  <a:moveTo>
                    <a:pt x="979025" y="374164"/>
                  </a:moveTo>
                  <a:lnTo>
                    <a:pt x="975176" y="449795"/>
                  </a:lnTo>
                  <a:lnTo>
                    <a:pt x="1026741" y="418710"/>
                  </a:lnTo>
                  <a:close/>
                  <a:moveTo>
                    <a:pt x="1026741" y="418710"/>
                  </a:moveTo>
                  <a:lnTo>
                    <a:pt x="975176" y="449795"/>
                  </a:lnTo>
                  <a:lnTo>
                    <a:pt x="1020890" y="431977"/>
                  </a:lnTo>
                  <a:close/>
                  <a:moveTo>
                    <a:pt x="922354" y="398258"/>
                  </a:moveTo>
                  <a:lnTo>
                    <a:pt x="943463" y="416925"/>
                  </a:lnTo>
                  <a:lnTo>
                    <a:pt x="951634" y="387557"/>
                  </a:lnTo>
                  <a:close/>
                  <a:moveTo>
                    <a:pt x="951634" y="387557"/>
                  </a:moveTo>
                  <a:lnTo>
                    <a:pt x="979025" y="374164"/>
                  </a:lnTo>
                  <a:lnTo>
                    <a:pt x="962849" y="354504"/>
                  </a:lnTo>
                  <a:close/>
                  <a:moveTo>
                    <a:pt x="847660" y="271091"/>
                  </a:moveTo>
                  <a:lnTo>
                    <a:pt x="831164" y="221303"/>
                  </a:lnTo>
                  <a:lnTo>
                    <a:pt x="840107" y="243648"/>
                  </a:lnTo>
                  <a:close/>
                  <a:moveTo>
                    <a:pt x="831164" y="221303"/>
                  </a:moveTo>
                  <a:lnTo>
                    <a:pt x="832213" y="215435"/>
                  </a:lnTo>
                  <a:lnTo>
                    <a:pt x="840107" y="243648"/>
                  </a:lnTo>
                  <a:close/>
                  <a:moveTo>
                    <a:pt x="840107" y="243648"/>
                  </a:moveTo>
                  <a:lnTo>
                    <a:pt x="832213" y="215435"/>
                  </a:lnTo>
                  <a:lnTo>
                    <a:pt x="838257" y="168018"/>
                  </a:lnTo>
                  <a:close/>
                  <a:moveTo>
                    <a:pt x="838257" y="168018"/>
                  </a:moveTo>
                  <a:lnTo>
                    <a:pt x="797502" y="185927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799533" y="121533"/>
                  </a:lnTo>
                  <a:lnTo>
                    <a:pt x="797502" y="185927"/>
                  </a:lnTo>
                  <a:close/>
                  <a:moveTo>
                    <a:pt x="670389" y="89039"/>
                  </a:moveTo>
                  <a:lnTo>
                    <a:pt x="672129" y="101158"/>
                  </a:lnTo>
                  <a:lnTo>
                    <a:pt x="734433" y="136476"/>
                  </a:lnTo>
                  <a:close/>
                  <a:moveTo>
                    <a:pt x="712839" y="64944"/>
                  </a:moveTo>
                  <a:lnTo>
                    <a:pt x="670389" y="89039"/>
                  </a:lnTo>
                  <a:lnTo>
                    <a:pt x="734433" y="136476"/>
                  </a:lnTo>
                  <a:close/>
                  <a:moveTo>
                    <a:pt x="1026741" y="418710"/>
                  </a:moveTo>
                  <a:lnTo>
                    <a:pt x="1041468" y="425701"/>
                  </a:lnTo>
                  <a:lnTo>
                    <a:pt x="1039607" y="416760"/>
                  </a:lnTo>
                  <a:close/>
                  <a:moveTo>
                    <a:pt x="979025" y="374164"/>
                  </a:moveTo>
                  <a:lnTo>
                    <a:pt x="1026741" y="418710"/>
                  </a:lnTo>
                  <a:lnTo>
                    <a:pt x="1045633" y="401607"/>
                  </a:lnTo>
                  <a:close/>
                  <a:moveTo>
                    <a:pt x="979025" y="374164"/>
                  </a:moveTo>
                  <a:lnTo>
                    <a:pt x="1041089" y="350070"/>
                  </a:lnTo>
                  <a:lnTo>
                    <a:pt x="1017935" y="308894"/>
                  </a:lnTo>
                  <a:close/>
                  <a:moveTo>
                    <a:pt x="1017935" y="308894"/>
                  </a:moveTo>
                  <a:lnTo>
                    <a:pt x="1041679" y="339663"/>
                  </a:lnTo>
                  <a:lnTo>
                    <a:pt x="1078997" y="304511"/>
                  </a:lnTo>
                  <a:close/>
                  <a:moveTo>
                    <a:pt x="856729" y="143923"/>
                  </a:moveTo>
                  <a:lnTo>
                    <a:pt x="837679" y="116481"/>
                  </a:lnTo>
                  <a:lnTo>
                    <a:pt x="838257" y="168018"/>
                  </a:lnTo>
                  <a:close/>
                  <a:moveTo>
                    <a:pt x="716682" y="13408"/>
                  </a:moveTo>
                  <a:lnTo>
                    <a:pt x="768641" y="45922"/>
                  </a:lnTo>
                  <a:lnTo>
                    <a:pt x="742305" y="4590"/>
                  </a:lnTo>
                  <a:close/>
                  <a:moveTo>
                    <a:pt x="712839" y="64944"/>
                  </a:moveTo>
                  <a:lnTo>
                    <a:pt x="768641" y="45922"/>
                  </a:lnTo>
                  <a:lnTo>
                    <a:pt x="716682" y="13408"/>
                  </a:lnTo>
                  <a:close/>
                  <a:moveTo>
                    <a:pt x="742305" y="4590"/>
                  </a:moveTo>
                  <a:lnTo>
                    <a:pt x="775754" y="4342"/>
                  </a:lnTo>
                  <a:lnTo>
                    <a:pt x="727873" y="0"/>
                  </a:lnTo>
                  <a:close/>
                  <a:moveTo>
                    <a:pt x="1041679" y="339663"/>
                  </a:moveTo>
                  <a:lnTo>
                    <a:pt x="1057549" y="339431"/>
                  </a:lnTo>
                  <a:lnTo>
                    <a:pt x="1078997" y="30451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57" name="Output_density__4256">
              <a:extLst>
                <a:ext uri="{FF2B5EF4-FFF2-40B4-BE49-F238E27FC236}">
                  <a16:creationId xmlns:a16="http://schemas.microsoft.com/office/drawing/2014/main" id="{1677B791-A7AF-0C00-1ADB-886690901362}"/>
                </a:ext>
              </a:extLst>
            </p:cNvPr>
            <p:cNvSpPr>
              <a:spLocks noGrp="1"/>
            </p:cNvSpPr>
            <p:nvPr/>
          </p:nvSpPr>
          <p:spPr>
            <a:xfrm>
              <a:off x="15440988" y="2519975"/>
              <a:ext cx="1268155" cy="1835977"/>
            </a:xfrm>
            <a:custGeom>
              <a:avLst/>
              <a:gdLst/>
              <a:ahLst/>
              <a:cxnLst/>
              <a:rect l="0" t="0" r="0" b="0"/>
              <a:pathLst>
                <a:path w="1268155" h="1835977">
                  <a:moveTo>
                    <a:pt x="256161" y="1817683"/>
                  </a:moveTo>
                  <a:lnTo>
                    <a:pt x="224973" y="1835977"/>
                  </a:lnTo>
                  <a:lnTo>
                    <a:pt x="302978" y="1818047"/>
                  </a:lnTo>
                  <a:close/>
                  <a:moveTo>
                    <a:pt x="334261" y="1816940"/>
                  </a:moveTo>
                  <a:lnTo>
                    <a:pt x="302978" y="1818047"/>
                  </a:lnTo>
                  <a:lnTo>
                    <a:pt x="345467" y="1813933"/>
                  </a:lnTo>
                  <a:close/>
                  <a:moveTo>
                    <a:pt x="315255" y="1267705"/>
                  </a:moveTo>
                  <a:lnTo>
                    <a:pt x="265167" y="1311756"/>
                  </a:lnTo>
                  <a:lnTo>
                    <a:pt x="307502" y="1295362"/>
                  </a:lnTo>
                  <a:close/>
                  <a:moveTo>
                    <a:pt x="315255" y="1267705"/>
                  </a:moveTo>
                  <a:lnTo>
                    <a:pt x="307502" y="1295362"/>
                  </a:lnTo>
                  <a:lnTo>
                    <a:pt x="329778" y="1277822"/>
                  </a:lnTo>
                  <a:close/>
                  <a:moveTo>
                    <a:pt x="174667" y="992322"/>
                  </a:moveTo>
                  <a:lnTo>
                    <a:pt x="176197" y="1018890"/>
                  </a:lnTo>
                  <a:lnTo>
                    <a:pt x="174105" y="996045"/>
                  </a:lnTo>
                  <a:close/>
                  <a:moveTo>
                    <a:pt x="678633" y="1487317"/>
                  </a:moveTo>
                  <a:lnTo>
                    <a:pt x="679118" y="1475516"/>
                  </a:lnTo>
                  <a:lnTo>
                    <a:pt x="675044" y="1526358"/>
                  </a:lnTo>
                  <a:close/>
                  <a:moveTo>
                    <a:pt x="679118" y="1475516"/>
                  </a:moveTo>
                  <a:lnTo>
                    <a:pt x="678633" y="1487317"/>
                  </a:lnTo>
                  <a:lnTo>
                    <a:pt x="708970" y="1478525"/>
                  </a:lnTo>
                  <a:close/>
                  <a:moveTo>
                    <a:pt x="419094" y="1133210"/>
                  </a:moveTo>
                  <a:lnTo>
                    <a:pt x="445051" y="1112661"/>
                  </a:lnTo>
                  <a:lnTo>
                    <a:pt x="448965" y="1102467"/>
                  </a:lnTo>
                  <a:close/>
                  <a:moveTo>
                    <a:pt x="430923" y="1137660"/>
                  </a:moveTo>
                  <a:lnTo>
                    <a:pt x="445051" y="1112661"/>
                  </a:lnTo>
                  <a:lnTo>
                    <a:pt x="419094" y="1133210"/>
                  </a:lnTo>
                  <a:close/>
                  <a:moveTo>
                    <a:pt x="384262" y="1137880"/>
                  </a:moveTo>
                  <a:lnTo>
                    <a:pt x="430923" y="1137660"/>
                  </a:lnTo>
                  <a:lnTo>
                    <a:pt x="419094" y="1133210"/>
                  </a:lnTo>
                  <a:close/>
                  <a:moveTo>
                    <a:pt x="445051" y="1112661"/>
                  </a:moveTo>
                  <a:lnTo>
                    <a:pt x="430923" y="1137660"/>
                  </a:lnTo>
                  <a:lnTo>
                    <a:pt x="450943" y="1126561"/>
                  </a:lnTo>
                  <a:close/>
                  <a:moveTo>
                    <a:pt x="445051" y="1112661"/>
                  </a:moveTo>
                  <a:lnTo>
                    <a:pt x="472068" y="1116819"/>
                  </a:lnTo>
                  <a:lnTo>
                    <a:pt x="455654" y="1095226"/>
                  </a:lnTo>
                  <a:close/>
                  <a:moveTo>
                    <a:pt x="448965" y="1102467"/>
                  </a:moveTo>
                  <a:lnTo>
                    <a:pt x="445051" y="1112661"/>
                  </a:lnTo>
                  <a:lnTo>
                    <a:pt x="455654" y="1095226"/>
                  </a:lnTo>
                  <a:close/>
                  <a:moveTo>
                    <a:pt x="12014" y="281230"/>
                  </a:moveTo>
                  <a:lnTo>
                    <a:pt x="0" y="305325"/>
                  </a:lnTo>
                  <a:lnTo>
                    <a:pt x="23355" y="257190"/>
                  </a:lnTo>
                  <a:close/>
                  <a:moveTo>
                    <a:pt x="1010353" y="1415036"/>
                  </a:moveTo>
                  <a:lnTo>
                    <a:pt x="1026249" y="1426470"/>
                  </a:lnTo>
                  <a:lnTo>
                    <a:pt x="997162" y="1452620"/>
                  </a:lnTo>
                  <a:close/>
                  <a:moveTo>
                    <a:pt x="1010353" y="1415036"/>
                  </a:moveTo>
                  <a:lnTo>
                    <a:pt x="1041854" y="1390942"/>
                  </a:lnTo>
                  <a:lnTo>
                    <a:pt x="1026249" y="1426470"/>
                  </a:lnTo>
                  <a:close/>
                  <a:moveTo>
                    <a:pt x="1041854" y="1390942"/>
                  </a:moveTo>
                  <a:lnTo>
                    <a:pt x="1010353" y="1415036"/>
                  </a:lnTo>
                  <a:lnTo>
                    <a:pt x="1060033" y="1378107"/>
                  </a:lnTo>
                  <a:close/>
                  <a:moveTo>
                    <a:pt x="1101924" y="1422418"/>
                  </a:moveTo>
                  <a:lnTo>
                    <a:pt x="1104991" y="1390942"/>
                  </a:lnTo>
                  <a:lnTo>
                    <a:pt x="1149281" y="1402216"/>
                  </a:lnTo>
                  <a:close/>
                  <a:moveTo>
                    <a:pt x="713546" y="956035"/>
                  </a:moveTo>
                  <a:lnTo>
                    <a:pt x="735209" y="903211"/>
                  </a:lnTo>
                  <a:lnTo>
                    <a:pt x="705146" y="978649"/>
                  </a:lnTo>
                  <a:close/>
                  <a:moveTo>
                    <a:pt x="705146" y="978649"/>
                  </a:moveTo>
                  <a:lnTo>
                    <a:pt x="735209" y="903211"/>
                  </a:lnTo>
                  <a:lnTo>
                    <a:pt x="735286" y="903018"/>
                  </a:lnTo>
                  <a:close/>
                  <a:moveTo>
                    <a:pt x="705146" y="978649"/>
                  </a:moveTo>
                  <a:lnTo>
                    <a:pt x="735286" y="903018"/>
                  </a:lnTo>
                  <a:lnTo>
                    <a:pt x="717719" y="954555"/>
                  </a:lnTo>
                  <a:close/>
                  <a:moveTo>
                    <a:pt x="735286" y="903018"/>
                  </a:moveTo>
                  <a:lnTo>
                    <a:pt x="735209" y="903211"/>
                  </a:lnTo>
                  <a:lnTo>
                    <a:pt x="735363" y="902706"/>
                  </a:lnTo>
                  <a:close/>
                  <a:moveTo>
                    <a:pt x="565767" y="801533"/>
                  </a:moveTo>
                  <a:lnTo>
                    <a:pt x="531439" y="799197"/>
                  </a:lnTo>
                  <a:lnTo>
                    <a:pt x="561505" y="772502"/>
                  </a:lnTo>
                  <a:close/>
                  <a:moveTo>
                    <a:pt x="561505" y="772502"/>
                  </a:moveTo>
                  <a:lnTo>
                    <a:pt x="566409" y="755266"/>
                  </a:lnTo>
                  <a:lnTo>
                    <a:pt x="592534" y="718045"/>
                  </a:lnTo>
                  <a:close/>
                  <a:moveTo>
                    <a:pt x="592534" y="718045"/>
                  </a:moveTo>
                  <a:lnTo>
                    <a:pt x="604470" y="720547"/>
                  </a:lnTo>
                  <a:lnTo>
                    <a:pt x="597618" y="696872"/>
                  </a:lnTo>
                  <a:close/>
                  <a:moveTo>
                    <a:pt x="1250584" y="1336493"/>
                  </a:moveTo>
                  <a:lnTo>
                    <a:pt x="1268155" y="1338479"/>
                  </a:lnTo>
                  <a:lnTo>
                    <a:pt x="1252092" y="1318660"/>
                  </a:lnTo>
                  <a:close/>
                  <a:moveTo>
                    <a:pt x="738370" y="342813"/>
                  </a:moveTo>
                  <a:lnTo>
                    <a:pt x="723304" y="348204"/>
                  </a:lnTo>
                  <a:lnTo>
                    <a:pt x="773434" y="330772"/>
                  </a:lnTo>
                  <a:close/>
                  <a:moveTo>
                    <a:pt x="482928" y="53222"/>
                  </a:moveTo>
                  <a:lnTo>
                    <a:pt x="501818" y="13949"/>
                  </a:lnTo>
                  <a:lnTo>
                    <a:pt x="455070" y="13846"/>
                  </a:lnTo>
                  <a:close/>
                  <a:moveTo>
                    <a:pt x="738370" y="342813"/>
                  </a:moveTo>
                  <a:lnTo>
                    <a:pt x="731292" y="347886"/>
                  </a:lnTo>
                  <a:lnTo>
                    <a:pt x="723304" y="348204"/>
                  </a:lnTo>
                  <a:close/>
                  <a:moveTo>
                    <a:pt x="738370" y="342813"/>
                  </a:moveTo>
                  <a:lnTo>
                    <a:pt x="761272" y="325076"/>
                  </a:lnTo>
                  <a:lnTo>
                    <a:pt x="731292" y="347886"/>
                  </a:lnTo>
                  <a:close/>
                  <a:moveTo>
                    <a:pt x="766731" y="318719"/>
                  </a:moveTo>
                  <a:lnTo>
                    <a:pt x="738370" y="342813"/>
                  </a:lnTo>
                  <a:lnTo>
                    <a:pt x="794234" y="273641"/>
                  </a:lnTo>
                  <a:close/>
                  <a:moveTo>
                    <a:pt x="455070" y="13846"/>
                  </a:moveTo>
                  <a:lnTo>
                    <a:pt x="501818" y="13949"/>
                  </a:lnTo>
                  <a:lnTo>
                    <a:pt x="534167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8" name="Output_density__4257">
              <a:extLst>
                <a:ext uri="{FF2B5EF4-FFF2-40B4-BE49-F238E27FC236}">
                  <a16:creationId xmlns:a16="http://schemas.microsoft.com/office/drawing/2014/main" id="{94690C4A-6232-6468-3079-AB809A6568E8}"/>
                </a:ext>
              </a:extLst>
            </p:cNvPr>
            <p:cNvSpPr>
              <a:spLocks noGrp="1"/>
            </p:cNvSpPr>
            <p:nvPr/>
          </p:nvSpPr>
          <p:spPr>
            <a:xfrm>
              <a:off x="15725145" y="3797798"/>
              <a:ext cx="45621" cy="17540"/>
            </a:xfrm>
            <a:custGeom>
              <a:avLst/>
              <a:gdLst/>
              <a:ahLst/>
              <a:cxnLst/>
              <a:rect l="0" t="0" r="0" b="0"/>
              <a:pathLst>
                <a:path w="45621" h="17540">
                  <a:moveTo>
                    <a:pt x="45621" y="0"/>
                  </a:moveTo>
                  <a:lnTo>
                    <a:pt x="23345" y="17540"/>
                  </a:lnTo>
                  <a:lnTo>
                    <a:pt x="0" y="15165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59" name="Output_density__4258">
              <a:extLst>
                <a:ext uri="{FF2B5EF4-FFF2-40B4-BE49-F238E27FC236}">
                  <a16:creationId xmlns:a16="http://schemas.microsoft.com/office/drawing/2014/main" id="{D4EF4559-AAA1-3E2F-57C6-89041A2DA4B0}"/>
                </a:ext>
              </a:extLst>
            </p:cNvPr>
            <p:cNvSpPr>
              <a:spLocks noGrp="1"/>
            </p:cNvSpPr>
            <p:nvPr/>
          </p:nvSpPr>
          <p:spPr>
            <a:xfrm>
              <a:off x="15313312" y="2468150"/>
              <a:ext cx="1318937" cy="2052842"/>
            </a:xfrm>
            <a:custGeom>
              <a:avLst/>
              <a:gdLst/>
              <a:ahLst/>
              <a:cxnLst/>
              <a:rect l="0" t="0" r="0" b="0"/>
              <a:pathLst>
                <a:path w="1318937" h="2052842">
                  <a:moveTo>
                    <a:pt x="294023" y="2041114"/>
                  </a:moveTo>
                  <a:lnTo>
                    <a:pt x="313991" y="2052842"/>
                  </a:lnTo>
                  <a:lnTo>
                    <a:pt x="323147" y="2031120"/>
                  </a:lnTo>
                  <a:close/>
                  <a:moveTo>
                    <a:pt x="379395" y="2023374"/>
                  </a:moveTo>
                  <a:lnTo>
                    <a:pt x="323147" y="2031120"/>
                  </a:lnTo>
                  <a:lnTo>
                    <a:pt x="313991" y="2052842"/>
                  </a:lnTo>
                  <a:close/>
                  <a:moveTo>
                    <a:pt x="393263" y="1814222"/>
                  </a:moveTo>
                  <a:lnTo>
                    <a:pt x="383837" y="1869509"/>
                  </a:lnTo>
                  <a:lnTo>
                    <a:pt x="409638" y="1831075"/>
                  </a:lnTo>
                  <a:close/>
                  <a:moveTo>
                    <a:pt x="393263" y="1814222"/>
                  </a:moveTo>
                  <a:lnTo>
                    <a:pt x="341486" y="1838316"/>
                  </a:lnTo>
                  <a:lnTo>
                    <a:pt x="383837" y="1869509"/>
                  </a:lnTo>
                  <a:close/>
                  <a:moveTo>
                    <a:pt x="445203" y="1790128"/>
                  </a:moveTo>
                  <a:lnTo>
                    <a:pt x="409638" y="1831075"/>
                  </a:lnTo>
                  <a:lnTo>
                    <a:pt x="461800" y="1865759"/>
                  </a:lnTo>
                  <a:close/>
                  <a:moveTo>
                    <a:pt x="406491" y="1624888"/>
                  </a:moveTo>
                  <a:lnTo>
                    <a:pt x="459735" y="1619584"/>
                  </a:lnTo>
                  <a:lnTo>
                    <a:pt x="440240" y="1572690"/>
                  </a:lnTo>
                  <a:close/>
                  <a:moveTo>
                    <a:pt x="406491" y="1624888"/>
                  </a:moveTo>
                  <a:lnTo>
                    <a:pt x="440240" y="1572690"/>
                  </a:lnTo>
                  <a:lnTo>
                    <a:pt x="397135" y="1569751"/>
                  </a:lnTo>
                  <a:close/>
                  <a:moveTo>
                    <a:pt x="0" y="992985"/>
                  </a:moveTo>
                  <a:lnTo>
                    <a:pt x="51098" y="97099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35388" y="1123341"/>
                  </a:lnTo>
                  <a:lnTo>
                    <a:pt x="232630" y="1175038"/>
                  </a:lnTo>
                  <a:close/>
                  <a:moveTo>
                    <a:pt x="251400" y="1150944"/>
                  </a:moveTo>
                  <a:lnTo>
                    <a:pt x="224417" y="1099407"/>
                  </a:lnTo>
                  <a:lnTo>
                    <a:pt x="232630" y="1175038"/>
                  </a:lnTo>
                  <a:close/>
                  <a:moveTo>
                    <a:pt x="191831" y="996334"/>
                  </a:moveTo>
                  <a:lnTo>
                    <a:pt x="202289" y="1020428"/>
                  </a:lnTo>
                  <a:lnTo>
                    <a:pt x="217205" y="1047871"/>
                  </a:lnTo>
                  <a:close/>
                  <a:moveTo>
                    <a:pt x="52090" y="962945"/>
                  </a:moveTo>
                  <a:lnTo>
                    <a:pt x="51070" y="89326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21873" y="1071586"/>
                  </a:lnTo>
                  <a:lnTo>
                    <a:pt x="235388" y="1123341"/>
                  </a:lnTo>
                  <a:close/>
                  <a:moveTo>
                    <a:pt x="224417" y="1099407"/>
                  </a:moveTo>
                  <a:lnTo>
                    <a:pt x="217205" y="1047871"/>
                  </a:lnTo>
                  <a:lnTo>
                    <a:pt x="221873" y="1071586"/>
                  </a:lnTo>
                  <a:close/>
                  <a:moveTo>
                    <a:pt x="718031" y="1561522"/>
                  </a:moveTo>
                  <a:lnTo>
                    <a:pt x="701684" y="1539143"/>
                  </a:lnTo>
                  <a:lnTo>
                    <a:pt x="738836" y="1514006"/>
                  </a:lnTo>
                  <a:close/>
                  <a:moveTo>
                    <a:pt x="664148" y="1504603"/>
                  </a:moveTo>
                  <a:lnTo>
                    <a:pt x="696331" y="1541182"/>
                  </a:lnTo>
                  <a:lnTo>
                    <a:pt x="705096" y="1509296"/>
                  </a:lnTo>
                  <a:close/>
                  <a:moveTo>
                    <a:pt x="191831" y="996334"/>
                  </a:moveTo>
                  <a:lnTo>
                    <a:pt x="217205" y="1047871"/>
                  </a:lnTo>
                  <a:lnTo>
                    <a:pt x="249873" y="1023777"/>
                  </a:lnTo>
                  <a:close/>
                  <a:moveTo>
                    <a:pt x="191831" y="996334"/>
                  </a:moveTo>
                  <a:lnTo>
                    <a:pt x="249873" y="1023777"/>
                  </a:lnTo>
                  <a:lnTo>
                    <a:pt x="220438" y="972240"/>
                  </a:lnTo>
                  <a:close/>
                  <a:moveTo>
                    <a:pt x="191831" y="996334"/>
                  </a:moveTo>
                  <a:lnTo>
                    <a:pt x="220438" y="972240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0438" y="972240"/>
                  </a:lnTo>
                  <a:lnTo>
                    <a:pt x="257108" y="935643"/>
                  </a:lnTo>
                  <a:close/>
                  <a:moveTo>
                    <a:pt x="189582" y="992751"/>
                  </a:moveTo>
                  <a:lnTo>
                    <a:pt x="191831" y="996334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9389" y="920704"/>
                  </a:lnTo>
                  <a:lnTo>
                    <a:pt x="219983" y="971517"/>
                  </a:lnTo>
                  <a:close/>
                  <a:moveTo>
                    <a:pt x="219983" y="971517"/>
                  </a:moveTo>
                  <a:lnTo>
                    <a:pt x="189582" y="992751"/>
                  </a:lnTo>
                  <a:lnTo>
                    <a:pt x="242067" y="929683"/>
                  </a:lnTo>
                  <a:close/>
                  <a:moveTo>
                    <a:pt x="257108" y="935643"/>
                  </a:moveTo>
                  <a:lnTo>
                    <a:pt x="296088" y="972240"/>
                  </a:lnTo>
                  <a:lnTo>
                    <a:pt x="242067" y="929683"/>
                  </a:lnTo>
                  <a:close/>
                  <a:moveTo>
                    <a:pt x="806794" y="1527342"/>
                  </a:moveTo>
                  <a:lnTo>
                    <a:pt x="819319" y="1505344"/>
                  </a:lnTo>
                  <a:lnTo>
                    <a:pt x="759393" y="1527896"/>
                  </a:lnTo>
                  <a:close/>
                  <a:moveTo>
                    <a:pt x="761923" y="1411976"/>
                  </a:moveTo>
                  <a:lnTo>
                    <a:pt x="739180" y="1380393"/>
                  </a:lnTo>
                  <a:lnTo>
                    <a:pt x="721835" y="1370201"/>
                  </a:lnTo>
                  <a:close/>
                  <a:moveTo>
                    <a:pt x="257108" y="935643"/>
                  </a:moveTo>
                  <a:lnTo>
                    <a:pt x="220438" y="972240"/>
                  </a:lnTo>
                  <a:lnTo>
                    <a:pt x="294518" y="940613"/>
                  </a:lnTo>
                  <a:close/>
                  <a:moveTo>
                    <a:pt x="257108" y="935643"/>
                  </a:moveTo>
                  <a:lnTo>
                    <a:pt x="304236" y="948146"/>
                  </a:lnTo>
                  <a:lnTo>
                    <a:pt x="296088" y="972240"/>
                  </a:lnTo>
                  <a:close/>
                  <a:moveTo>
                    <a:pt x="257108" y="935643"/>
                  </a:moveTo>
                  <a:lnTo>
                    <a:pt x="294518" y="940613"/>
                  </a:lnTo>
                  <a:lnTo>
                    <a:pt x="304236" y="948146"/>
                  </a:lnTo>
                  <a:close/>
                  <a:moveTo>
                    <a:pt x="181590" y="827971"/>
                  </a:moveTo>
                  <a:lnTo>
                    <a:pt x="140195" y="847878"/>
                  </a:lnTo>
                  <a:lnTo>
                    <a:pt x="221103" y="840805"/>
                  </a:lnTo>
                  <a:close/>
                  <a:moveTo>
                    <a:pt x="724278" y="1360439"/>
                  </a:moveTo>
                  <a:lnTo>
                    <a:pt x="721835" y="1370201"/>
                  </a:lnTo>
                  <a:lnTo>
                    <a:pt x="739180" y="1380393"/>
                  </a:lnTo>
                  <a:close/>
                  <a:moveTo>
                    <a:pt x="761923" y="1411976"/>
                  </a:moveTo>
                  <a:lnTo>
                    <a:pt x="832152" y="1439419"/>
                  </a:lnTo>
                  <a:lnTo>
                    <a:pt x="778126" y="1387882"/>
                  </a:lnTo>
                  <a:close/>
                  <a:moveTo>
                    <a:pt x="761923" y="1411976"/>
                  </a:moveTo>
                  <a:lnTo>
                    <a:pt x="778126" y="1387882"/>
                  </a:lnTo>
                  <a:lnTo>
                    <a:pt x="739180" y="1380393"/>
                  </a:lnTo>
                  <a:close/>
                  <a:moveTo>
                    <a:pt x="778126" y="1387882"/>
                  </a:moveTo>
                  <a:lnTo>
                    <a:pt x="776707" y="1385803"/>
                  </a:lnTo>
                  <a:lnTo>
                    <a:pt x="739180" y="1380393"/>
                  </a:lnTo>
                  <a:close/>
                  <a:moveTo>
                    <a:pt x="533433" y="1032965"/>
                  </a:moveTo>
                  <a:lnTo>
                    <a:pt x="475996" y="1051219"/>
                  </a:lnTo>
                  <a:lnTo>
                    <a:pt x="542287" y="1033377"/>
                  </a:lnTo>
                  <a:close/>
                  <a:moveTo>
                    <a:pt x="542287" y="1033377"/>
                  </a:moveTo>
                  <a:lnTo>
                    <a:pt x="475996" y="1051219"/>
                  </a:lnTo>
                  <a:lnTo>
                    <a:pt x="465108" y="1054392"/>
                  </a:lnTo>
                  <a:close/>
                  <a:moveTo>
                    <a:pt x="542287" y="1033377"/>
                  </a:moveTo>
                  <a:lnTo>
                    <a:pt x="465108" y="1054392"/>
                  </a:lnTo>
                  <a:lnTo>
                    <a:pt x="494578" y="1029675"/>
                  </a:lnTo>
                  <a:close/>
                  <a:moveTo>
                    <a:pt x="391756" y="948146"/>
                  </a:moveTo>
                  <a:lnTo>
                    <a:pt x="449380" y="995585"/>
                  </a:lnTo>
                  <a:lnTo>
                    <a:pt x="392734" y="945900"/>
                  </a:lnTo>
                  <a:close/>
                  <a:moveTo>
                    <a:pt x="1032852" y="1520250"/>
                  </a:moveTo>
                  <a:lnTo>
                    <a:pt x="1072086" y="1526335"/>
                  </a:lnTo>
                  <a:lnTo>
                    <a:pt x="1018472" y="1469198"/>
                  </a:lnTo>
                  <a:close/>
                  <a:moveTo>
                    <a:pt x="1032852" y="1520250"/>
                  </a:moveTo>
                  <a:lnTo>
                    <a:pt x="1037856" y="1528590"/>
                  </a:lnTo>
                  <a:lnTo>
                    <a:pt x="1093991" y="1563791"/>
                  </a:lnTo>
                  <a:close/>
                  <a:moveTo>
                    <a:pt x="1018472" y="1469198"/>
                  </a:moveTo>
                  <a:lnTo>
                    <a:pt x="994956" y="1425573"/>
                  </a:lnTo>
                  <a:lnTo>
                    <a:pt x="987837" y="1466861"/>
                  </a:lnTo>
                  <a:close/>
                  <a:moveTo>
                    <a:pt x="787387" y="1251055"/>
                  </a:moveTo>
                  <a:lnTo>
                    <a:pt x="745499" y="1269120"/>
                  </a:lnTo>
                  <a:lnTo>
                    <a:pt x="821881" y="1245123"/>
                  </a:lnTo>
                  <a:close/>
                  <a:moveTo>
                    <a:pt x="184680" y="436412"/>
                  </a:moveTo>
                  <a:lnTo>
                    <a:pt x="185135" y="436527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4680" y="436412"/>
                  </a:lnTo>
                  <a:lnTo>
                    <a:pt x="184343" y="436129"/>
                  </a:lnTo>
                  <a:close/>
                  <a:moveTo>
                    <a:pt x="962237" y="1466861"/>
                  </a:moveTo>
                  <a:lnTo>
                    <a:pt x="983797" y="1501148"/>
                  </a:lnTo>
                  <a:lnTo>
                    <a:pt x="977435" y="1464578"/>
                  </a:lnTo>
                  <a:close/>
                  <a:moveTo>
                    <a:pt x="977435" y="1464578"/>
                  </a:moveTo>
                  <a:lnTo>
                    <a:pt x="983797" y="150114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77435" y="146457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64099" y="1339694"/>
                  </a:lnTo>
                  <a:lnTo>
                    <a:pt x="910426" y="1355587"/>
                  </a:lnTo>
                  <a:close/>
                  <a:moveTo>
                    <a:pt x="894137" y="1340601"/>
                  </a:moveTo>
                  <a:lnTo>
                    <a:pt x="910426" y="1355587"/>
                  </a:lnTo>
                  <a:lnTo>
                    <a:pt x="964099" y="1339694"/>
                  </a:lnTo>
                  <a:close/>
                  <a:moveTo>
                    <a:pt x="722143" y="1054569"/>
                  </a:moveTo>
                  <a:lnTo>
                    <a:pt x="725577" y="1059734"/>
                  </a:lnTo>
                  <a:lnTo>
                    <a:pt x="730934" y="1082011"/>
                  </a:lnTo>
                  <a:close/>
                  <a:moveTo>
                    <a:pt x="546372" y="834217"/>
                  </a:moveTo>
                  <a:lnTo>
                    <a:pt x="614108" y="857425"/>
                  </a:lnTo>
                  <a:lnTo>
                    <a:pt x="575224" y="824328"/>
                  </a:lnTo>
                  <a:close/>
                  <a:moveTo>
                    <a:pt x="511684" y="824436"/>
                  </a:moveTo>
                  <a:lnTo>
                    <a:pt x="561682" y="884513"/>
                  </a:lnTo>
                  <a:lnTo>
                    <a:pt x="546372" y="834217"/>
                  </a:lnTo>
                  <a:close/>
                  <a:moveTo>
                    <a:pt x="511684" y="824436"/>
                  </a:moveTo>
                  <a:lnTo>
                    <a:pt x="546372" y="834217"/>
                  </a:lnTo>
                  <a:lnTo>
                    <a:pt x="490792" y="778678"/>
                  </a:lnTo>
                  <a:close/>
                  <a:moveTo>
                    <a:pt x="428910" y="728262"/>
                  </a:moveTo>
                  <a:lnTo>
                    <a:pt x="450650" y="745349"/>
                  </a:lnTo>
                  <a:lnTo>
                    <a:pt x="401169" y="720213"/>
                  </a:lnTo>
                  <a:close/>
                  <a:moveTo>
                    <a:pt x="237400" y="519038"/>
                  </a:moveTo>
                  <a:lnTo>
                    <a:pt x="230947" y="487666"/>
                  </a:lnTo>
                  <a:lnTo>
                    <a:pt x="208256" y="522974"/>
                  </a:lnTo>
                  <a:close/>
                  <a:moveTo>
                    <a:pt x="250290" y="483798"/>
                  </a:moveTo>
                  <a:lnTo>
                    <a:pt x="230947" y="487666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250290" y="483798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317658" y="529754"/>
                  </a:lnTo>
                  <a:lnTo>
                    <a:pt x="306243" y="476292"/>
                  </a:lnTo>
                  <a:close/>
                  <a:moveTo>
                    <a:pt x="271443" y="529344"/>
                  </a:moveTo>
                  <a:lnTo>
                    <a:pt x="295154" y="538292"/>
                  </a:lnTo>
                  <a:lnTo>
                    <a:pt x="341584" y="537210"/>
                  </a:lnTo>
                  <a:close/>
                  <a:moveTo>
                    <a:pt x="184343" y="436129"/>
                  </a:moveTo>
                  <a:lnTo>
                    <a:pt x="185135" y="436527"/>
                  </a:lnTo>
                  <a:lnTo>
                    <a:pt x="185464" y="435775"/>
                  </a:lnTo>
                  <a:close/>
                  <a:moveTo>
                    <a:pt x="185464" y="435775"/>
                  </a:moveTo>
                  <a:lnTo>
                    <a:pt x="185135" y="436527"/>
                  </a:lnTo>
                  <a:lnTo>
                    <a:pt x="225680" y="412035"/>
                  </a:lnTo>
                  <a:close/>
                  <a:moveTo>
                    <a:pt x="185135" y="436527"/>
                  </a:moveTo>
                  <a:lnTo>
                    <a:pt x="230947" y="487666"/>
                  </a:lnTo>
                  <a:lnTo>
                    <a:pt x="225680" y="412035"/>
                  </a:lnTo>
                  <a:close/>
                  <a:moveTo>
                    <a:pt x="225680" y="412035"/>
                  </a:moveTo>
                  <a:lnTo>
                    <a:pt x="230947" y="487666"/>
                  </a:lnTo>
                  <a:lnTo>
                    <a:pt x="267116" y="433464"/>
                  </a:lnTo>
                  <a:close/>
                  <a:moveTo>
                    <a:pt x="250290" y="483798"/>
                  </a:moveTo>
                  <a:lnTo>
                    <a:pt x="306243" y="476292"/>
                  </a:lnTo>
                  <a:lnTo>
                    <a:pt x="267116" y="433464"/>
                  </a:lnTo>
                  <a:close/>
                  <a:moveTo>
                    <a:pt x="185464" y="435775"/>
                  </a:moveTo>
                  <a:lnTo>
                    <a:pt x="183675" y="431069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5464" y="435775"/>
                  </a:lnTo>
                  <a:lnTo>
                    <a:pt x="225680" y="412035"/>
                  </a:lnTo>
                  <a:close/>
                  <a:moveTo>
                    <a:pt x="1151843" y="1418673"/>
                  </a:moveTo>
                  <a:lnTo>
                    <a:pt x="1127029" y="1442767"/>
                  </a:lnTo>
                  <a:lnTo>
                    <a:pt x="1157094" y="1470210"/>
                  </a:lnTo>
                  <a:close/>
                  <a:moveTo>
                    <a:pt x="1093394" y="1383527"/>
                  </a:moveTo>
                  <a:lnTo>
                    <a:pt x="1086614" y="1401310"/>
                  </a:lnTo>
                  <a:lnTo>
                    <a:pt x="1152085" y="1367137"/>
                  </a:lnTo>
                  <a:close/>
                  <a:moveTo>
                    <a:pt x="1152085" y="1367137"/>
                  </a:moveTo>
                  <a:lnTo>
                    <a:pt x="1086614" y="1401310"/>
                  </a:lnTo>
                  <a:lnTo>
                    <a:pt x="1127029" y="1442767"/>
                  </a:lnTo>
                  <a:close/>
                  <a:moveTo>
                    <a:pt x="1152085" y="1367137"/>
                  </a:moveTo>
                  <a:lnTo>
                    <a:pt x="1127029" y="1442767"/>
                  </a:lnTo>
                  <a:lnTo>
                    <a:pt x="1151843" y="1418673"/>
                  </a:lnTo>
                  <a:close/>
                  <a:moveTo>
                    <a:pt x="1093394" y="1383527"/>
                  </a:moveTo>
                  <a:lnTo>
                    <a:pt x="1152085" y="1367137"/>
                  </a:lnTo>
                  <a:lnTo>
                    <a:pt x="1110434" y="1355468"/>
                  </a:lnTo>
                  <a:close/>
                  <a:moveTo>
                    <a:pt x="772168" y="1006380"/>
                  </a:moveTo>
                  <a:lnTo>
                    <a:pt x="706007" y="968629"/>
                  </a:lnTo>
                  <a:lnTo>
                    <a:pt x="737740" y="978937"/>
                  </a:lnTo>
                  <a:close/>
                  <a:moveTo>
                    <a:pt x="772168" y="1006380"/>
                  </a:moveTo>
                  <a:lnTo>
                    <a:pt x="737740" y="978937"/>
                  </a:lnTo>
                  <a:lnTo>
                    <a:pt x="735960" y="1030474"/>
                  </a:lnTo>
                  <a:close/>
                  <a:moveTo>
                    <a:pt x="575224" y="824328"/>
                  </a:moveTo>
                  <a:lnTo>
                    <a:pt x="614108" y="857425"/>
                  </a:lnTo>
                  <a:lnTo>
                    <a:pt x="632388" y="802269"/>
                  </a:lnTo>
                  <a:close/>
                  <a:moveTo>
                    <a:pt x="637131" y="800234"/>
                  </a:moveTo>
                  <a:lnTo>
                    <a:pt x="632388" y="802269"/>
                  </a:lnTo>
                  <a:lnTo>
                    <a:pt x="614108" y="857425"/>
                  </a:lnTo>
                  <a:close/>
                  <a:moveTo>
                    <a:pt x="1110434" y="1355468"/>
                  </a:moveTo>
                  <a:lnTo>
                    <a:pt x="1152085" y="1367137"/>
                  </a:lnTo>
                  <a:lnTo>
                    <a:pt x="1133746" y="1291506"/>
                  </a:lnTo>
                  <a:close/>
                  <a:moveTo>
                    <a:pt x="1082631" y="1204049"/>
                  </a:moveTo>
                  <a:lnTo>
                    <a:pt x="1040196" y="1212527"/>
                  </a:lnTo>
                  <a:lnTo>
                    <a:pt x="1111150" y="1223247"/>
                  </a:lnTo>
                  <a:close/>
                  <a:moveTo>
                    <a:pt x="1040196" y="1212527"/>
                  </a:moveTo>
                  <a:lnTo>
                    <a:pt x="1026076" y="1214746"/>
                  </a:lnTo>
                  <a:lnTo>
                    <a:pt x="1111150" y="1223247"/>
                  </a:lnTo>
                  <a:close/>
                  <a:moveTo>
                    <a:pt x="1111150" y="1223247"/>
                  </a:moveTo>
                  <a:lnTo>
                    <a:pt x="1082414" y="1212527"/>
                  </a:lnTo>
                  <a:lnTo>
                    <a:pt x="1082631" y="1204049"/>
                  </a:lnTo>
                  <a:close/>
                  <a:moveTo>
                    <a:pt x="195934" y="113549"/>
                  </a:moveTo>
                  <a:lnTo>
                    <a:pt x="209828" y="124151"/>
                  </a:lnTo>
                  <a:lnTo>
                    <a:pt x="185482" y="106165"/>
                  </a:lnTo>
                  <a:close/>
                  <a:moveTo>
                    <a:pt x="209828" y="124151"/>
                  </a:moveTo>
                  <a:lnTo>
                    <a:pt x="195934" y="113549"/>
                  </a:lnTo>
                  <a:lnTo>
                    <a:pt x="228786" y="155252"/>
                  </a:lnTo>
                  <a:close/>
                  <a:moveTo>
                    <a:pt x="1094662" y="1131524"/>
                  </a:moveTo>
                  <a:lnTo>
                    <a:pt x="1045336" y="1151858"/>
                  </a:lnTo>
                  <a:lnTo>
                    <a:pt x="1092403" y="1153154"/>
                  </a:lnTo>
                  <a:close/>
                  <a:moveTo>
                    <a:pt x="1052006" y="1065478"/>
                  </a:moveTo>
                  <a:lnTo>
                    <a:pt x="1077703" y="1098195"/>
                  </a:lnTo>
                  <a:lnTo>
                    <a:pt x="1072263" y="1085360"/>
                  </a:lnTo>
                  <a:close/>
                  <a:moveTo>
                    <a:pt x="1094662" y="1131524"/>
                  </a:moveTo>
                  <a:lnTo>
                    <a:pt x="1077703" y="1098195"/>
                  </a:lnTo>
                  <a:lnTo>
                    <a:pt x="1052006" y="1065478"/>
                  </a:lnTo>
                  <a:close/>
                  <a:moveTo>
                    <a:pt x="897335" y="812956"/>
                  </a:moveTo>
                  <a:lnTo>
                    <a:pt x="884016" y="803583"/>
                  </a:lnTo>
                  <a:lnTo>
                    <a:pt x="892039" y="868593"/>
                  </a:lnTo>
                  <a:close/>
                  <a:moveTo>
                    <a:pt x="892039" y="868593"/>
                  </a:moveTo>
                  <a:lnTo>
                    <a:pt x="834589" y="814573"/>
                  </a:lnTo>
                  <a:lnTo>
                    <a:pt x="859158" y="857342"/>
                  </a:lnTo>
                  <a:close/>
                  <a:moveTo>
                    <a:pt x="892039" y="868593"/>
                  </a:moveTo>
                  <a:lnTo>
                    <a:pt x="940729" y="866991"/>
                  </a:lnTo>
                  <a:lnTo>
                    <a:pt x="897335" y="812956"/>
                  </a:lnTo>
                  <a:close/>
                  <a:moveTo>
                    <a:pt x="940729" y="866991"/>
                  </a:moveTo>
                  <a:lnTo>
                    <a:pt x="949349" y="832752"/>
                  </a:lnTo>
                  <a:lnTo>
                    <a:pt x="897335" y="812956"/>
                  </a:lnTo>
                  <a:close/>
                  <a:moveTo>
                    <a:pt x="780426" y="820625"/>
                  </a:moveTo>
                  <a:lnTo>
                    <a:pt x="827924" y="757249"/>
                  </a:lnTo>
                  <a:lnTo>
                    <a:pt x="776181" y="761333"/>
                  </a:lnTo>
                  <a:close/>
                  <a:moveTo>
                    <a:pt x="1252598" y="1141833"/>
                  </a:moveTo>
                  <a:lnTo>
                    <a:pt x="1260639" y="1110535"/>
                  </a:lnTo>
                  <a:lnTo>
                    <a:pt x="1223438" y="1102797"/>
                  </a:lnTo>
                  <a:close/>
                  <a:moveTo>
                    <a:pt x="1056824" y="958193"/>
                  </a:moveTo>
                  <a:lnTo>
                    <a:pt x="1049055" y="895962"/>
                  </a:lnTo>
                  <a:lnTo>
                    <a:pt x="1063886" y="882562"/>
                  </a:lnTo>
                  <a:close/>
                  <a:moveTo>
                    <a:pt x="1056824" y="958193"/>
                  </a:moveTo>
                  <a:lnTo>
                    <a:pt x="1063886" y="882562"/>
                  </a:lnTo>
                  <a:lnTo>
                    <a:pt x="1018148" y="906656"/>
                  </a:lnTo>
                  <a:close/>
                  <a:moveTo>
                    <a:pt x="955538" y="792208"/>
                  </a:moveTo>
                  <a:lnTo>
                    <a:pt x="897335" y="812956"/>
                  </a:lnTo>
                  <a:lnTo>
                    <a:pt x="949349" y="832752"/>
                  </a:lnTo>
                  <a:close/>
                  <a:moveTo>
                    <a:pt x="955538" y="792208"/>
                  </a:moveTo>
                  <a:lnTo>
                    <a:pt x="1002871" y="791709"/>
                  </a:lnTo>
                  <a:lnTo>
                    <a:pt x="961379" y="742831"/>
                  </a:lnTo>
                  <a:close/>
                  <a:moveTo>
                    <a:pt x="1275839" y="1185681"/>
                  </a:moveTo>
                  <a:lnTo>
                    <a:pt x="1318937" y="1188625"/>
                  </a:lnTo>
                  <a:lnTo>
                    <a:pt x="1309229" y="1170002"/>
                  </a:lnTo>
                  <a:close/>
                  <a:moveTo>
                    <a:pt x="1166773" y="851836"/>
                  </a:moveTo>
                  <a:lnTo>
                    <a:pt x="1131658" y="855446"/>
                  </a:lnTo>
                  <a:lnTo>
                    <a:pt x="1085376" y="857080"/>
                  </a:lnTo>
                  <a:close/>
                  <a:moveTo>
                    <a:pt x="1024601" y="711300"/>
                  </a:moveTo>
                  <a:lnTo>
                    <a:pt x="961379" y="742831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29262" y="687058"/>
                  </a:lnTo>
                  <a:lnTo>
                    <a:pt x="978963" y="673674"/>
                  </a:lnTo>
                  <a:close/>
                  <a:moveTo>
                    <a:pt x="1056089" y="703858"/>
                  </a:moveTo>
                  <a:lnTo>
                    <a:pt x="1024601" y="711300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56089" y="703858"/>
                  </a:lnTo>
                  <a:lnTo>
                    <a:pt x="1029262" y="687058"/>
                  </a:lnTo>
                  <a:close/>
                  <a:moveTo>
                    <a:pt x="885693" y="676416"/>
                  </a:moveTo>
                  <a:lnTo>
                    <a:pt x="902618" y="671763"/>
                  </a:lnTo>
                  <a:lnTo>
                    <a:pt x="886314" y="600785"/>
                  </a:lnTo>
                  <a:close/>
                  <a:moveTo>
                    <a:pt x="868293" y="624879"/>
                  </a:moveTo>
                  <a:lnTo>
                    <a:pt x="885693" y="676416"/>
                  </a:lnTo>
                  <a:lnTo>
                    <a:pt x="886314" y="600785"/>
                  </a:lnTo>
                  <a:close/>
                  <a:moveTo>
                    <a:pt x="902618" y="671763"/>
                  </a:moveTo>
                  <a:lnTo>
                    <a:pt x="954657" y="652322"/>
                  </a:lnTo>
                  <a:lnTo>
                    <a:pt x="915896" y="612557"/>
                  </a:lnTo>
                  <a:close/>
                  <a:moveTo>
                    <a:pt x="827107" y="573342"/>
                  </a:moveTo>
                  <a:lnTo>
                    <a:pt x="868293" y="624879"/>
                  </a:lnTo>
                  <a:lnTo>
                    <a:pt x="886314" y="600785"/>
                  </a:lnTo>
                  <a:close/>
                  <a:moveTo>
                    <a:pt x="827107" y="573342"/>
                  </a:moveTo>
                  <a:lnTo>
                    <a:pt x="886314" y="600785"/>
                  </a:lnTo>
                  <a:lnTo>
                    <a:pt x="865381" y="549248"/>
                  </a:lnTo>
                  <a:close/>
                  <a:moveTo>
                    <a:pt x="1081541" y="755395"/>
                  </a:moveTo>
                  <a:lnTo>
                    <a:pt x="1072054" y="679764"/>
                  </a:lnTo>
                  <a:lnTo>
                    <a:pt x="1056089" y="703858"/>
                  </a:lnTo>
                  <a:close/>
                  <a:moveTo>
                    <a:pt x="989430" y="639169"/>
                  </a:moveTo>
                  <a:lnTo>
                    <a:pt x="1030945" y="580658"/>
                  </a:lnTo>
                  <a:lnTo>
                    <a:pt x="986849" y="578525"/>
                  </a:lnTo>
                  <a:close/>
                  <a:moveTo>
                    <a:pt x="1067520" y="588905"/>
                  </a:moveTo>
                  <a:lnTo>
                    <a:pt x="1030945" y="580658"/>
                  </a:lnTo>
                  <a:lnTo>
                    <a:pt x="1091159" y="608905"/>
                  </a:lnTo>
                  <a:close/>
                  <a:moveTo>
                    <a:pt x="1030945" y="580658"/>
                  </a:moveTo>
                  <a:lnTo>
                    <a:pt x="1040251" y="593243"/>
                  </a:lnTo>
                  <a:lnTo>
                    <a:pt x="1091159" y="608905"/>
                  </a:lnTo>
                  <a:close/>
                  <a:moveTo>
                    <a:pt x="970159" y="505857"/>
                  </a:moveTo>
                  <a:lnTo>
                    <a:pt x="994581" y="525155"/>
                  </a:lnTo>
                  <a:lnTo>
                    <a:pt x="949989" y="483006"/>
                  </a:lnTo>
                  <a:close/>
                  <a:moveTo>
                    <a:pt x="1102665" y="623075"/>
                  </a:moveTo>
                  <a:lnTo>
                    <a:pt x="1124921" y="628228"/>
                  </a:lnTo>
                  <a:lnTo>
                    <a:pt x="1091159" y="608905"/>
                  </a:lnTo>
                  <a:close/>
                  <a:moveTo>
                    <a:pt x="984421" y="517756"/>
                  </a:moveTo>
                  <a:lnTo>
                    <a:pt x="994581" y="525155"/>
                  </a:lnTo>
                  <a:lnTo>
                    <a:pt x="970159" y="505857"/>
                  </a:lnTo>
                  <a:close/>
                  <a:moveTo>
                    <a:pt x="687527" y="112862"/>
                  </a:moveTo>
                  <a:lnTo>
                    <a:pt x="686220" y="142966"/>
                  </a:lnTo>
                  <a:lnTo>
                    <a:pt x="687431" y="105331"/>
                  </a:lnTo>
                  <a:close/>
                  <a:moveTo>
                    <a:pt x="987256" y="165083"/>
                  </a:moveTo>
                  <a:lnTo>
                    <a:pt x="1009604" y="158807"/>
                  </a:lnTo>
                  <a:lnTo>
                    <a:pt x="1004568" y="190033"/>
                  </a:lnTo>
                  <a:close/>
                  <a:moveTo>
                    <a:pt x="1034690" y="16486"/>
                  </a:moveTo>
                  <a:lnTo>
                    <a:pt x="1120080" y="42536"/>
                  </a:lnTo>
                  <a:lnTo>
                    <a:pt x="1090598" y="5457"/>
                  </a:lnTo>
                  <a:close/>
                  <a:moveTo>
                    <a:pt x="1120971" y="43929"/>
                  </a:moveTo>
                  <a:lnTo>
                    <a:pt x="1090598" y="5457"/>
                  </a:lnTo>
                  <a:lnTo>
                    <a:pt x="1120080" y="42536"/>
                  </a:lnTo>
                  <a:close/>
                  <a:moveTo>
                    <a:pt x="1090598" y="5457"/>
                  </a:moveTo>
                  <a:lnTo>
                    <a:pt x="1072623" y="0"/>
                  </a:lnTo>
                  <a:lnTo>
                    <a:pt x="1034690" y="16486"/>
                  </a:lnTo>
                  <a:close/>
                  <a:moveTo>
                    <a:pt x="1120080" y="42536"/>
                  </a:moveTo>
                  <a:lnTo>
                    <a:pt x="1119340" y="43929"/>
                  </a:lnTo>
                  <a:lnTo>
                    <a:pt x="1121049" y="43444"/>
                  </a:lnTo>
                  <a:close/>
                  <a:moveTo>
                    <a:pt x="1121049" y="43444"/>
                  </a:moveTo>
                  <a:lnTo>
                    <a:pt x="1120971" y="43929"/>
                  </a:lnTo>
                  <a:lnTo>
                    <a:pt x="1120080" y="42536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0" name="Output_density__4259">
              <a:extLst>
                <a:ext uri="{FF2B5EF4-FFF2-40B4-BE49-F238E27FC236}">
                  <a16:creationId xmlns:a16="http://schemas.microsoft.com/office/drawing/2014/main" id="{9923D7DA-A103-271F-FB4F-C62EEC14E62D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54120"/>
              <a:ext cx="1313322" cy="2155144"/>
            </a:xfrm>
            <a:custGeom>
              <a:avLst/>
              <a:gdLst/>
              <a:ahLst/>
              <a:cxnLst/>
              <a:rect l="0" t="0" r="0" b="0"/>
              <a:pathLst>
                <a:path w="1313322" h="2155144">
                  <a:moveTo>
                    <a:pt x="267726" y="2103607"/>
                  </a:moveTo>
                  <a:lnTo>
                    <a:pt x="327239" y="2145150"/>
                  </a:lnTo>
                  <a:lnTo>
                    <a:pt x="325231" y="2084040"/>
                  </a:lnTo>
                  <a:close/>
                  <a:moveTo>
                    <a:pt x="267726" y="2103607"/>
                  </a:moveTo>
                  <a:lnTo>
                    <a:pt x="298116" y="2155144"/>
                  </a:lnTo>
                  <a:lnTo>
                    <a:pt x="327239" y="2145150"/>
                  </a:lnTo>
                  <a:close/>
                  <a:moveTo>
                    <a:pt x="361811" y="1876716"/>
                  </a:moveTo>
                  <a:lnTo>
                    <a:pt x="345579" y="1952346"/>
                  </a:lnTo>
                  <a:lnTo>
                    <a:pt x="397356" y="1928252"/>
                  </a:lnTo>
                  <a:close/>
                  <a:moveTo>
                    <a:pt x="425023" y="1915407"/>
                  </a:moveTo>
                  <a:lnTo>
                    <a:pt x="413731" y="1945105"/>
                  </a:lnTo>
                  <a:lnTo>
                    <a:pt x="449295" y="1904158"/>
                  </a:lnTo>
                  <a:close/>
                  <a:moveTo>
                    <a:pt x="397356" y="1928252"/>
                  </a:moveTo>
                  <a:lnTo>
                    <a:pt x="413731" y="1945105"/>
                  </a:lnTo>
                  <a:lnTo>
                    <a:pt x="425023" y="1915407"/>
                  </a:lnTo>
                  <a:close/>
                  <a:moveTo>
                    <a:pt x="361811" y="1876716"/>
                  </a:moveTo>
                  <a:lnTo>
                    <a:pt x="397356" y="1928252"/>
                  </a:lnTo>
                  <a:lnTo>
                    <a:pt x="425023" y="1915407"/>
                  </a:lnTo>
                  <a:close/>
                  <a:moveTo>
                    <a:pt x="449295" y="1904158"/>
                  </a:moveTo>
                  <a:lnTo>
                    <a:pt x="426184" y="1852622"/>
                  </a:lnTo>
                  <a:lnTo>
                    <a:pt x="425023" y="1915407"/>
                  </a:lnTo>
                  <a:close/>
                  <a:moveTo>
                    <a:pt x="312186" y="1722106"/>
                  </a:moveTo>
                  <a:lnTo>
                    <a:pt x="379607" y="1749549"/>
                  </a:lnTo>
                  <a:lnTo>
                    <a:pt x="346952" y="1698012"/>
                  </a:lnTo>
                  <a:close/>
                  <a:moveTo>
                    <a:pt x="486077" y="1778268"/>
                  </a:moveTo>
                  <a:lnTo>
                    <a:pt x="491454" y="1776991"/>
                  </a:lnTo>
                  <a:lnTo>
                    <a:pt x="521733" y="1729755"/>
                  </a:lnTo>
                  <a:close/>
                  <a:moveTo>
                    <a:pt x="562148" y="1817149"/>
                  </a:moveTo>
                  <a:lnTo>
                    <a:pt x="554254" y="1760824"/>
                  </a:lnTo>
                  <a:lnTo>
                    <a:pt x="502269" y="1827848"/>
                  </a:lnTo>
                  <a:close/>
                  <a:moveTo>
                    <a:pt x="521733" y="1729755"/>
                  </a:moveTo>
                  <a:lnTo>
                    <a:pt x="491454" y="1776991"/>
                  </a:lnTo>
                  <a:lnTo>
                    <a:pt x="554254" y="1760824"/>
                  </a:lnTo>
                  <a:close/>
                  <a:moveTo>
                    <a:pt x="185942" y="1347672"/>
                  </a:moveTo>
                  <a:lnTo>
                    <a:pt x="211514" y="1347611"/>
                  </a:lnTo>
                  <a:lnTo>
                    <a:pt x="199651" y="1313162"/>
                  </a:lnTo>
                  <a:close/>
                  <a:moveTo>
                    <a:pt x="199651" y="1313162"/>
                  </a:moveTo>
                  <a:lnTo>
                    <a:pt x="234582" y="1340604"/>
                  </a:lnTo>
                  <a:lnTo>
                    <a:pt x="236722" y="1289068"/>
                  </a:lnTo>
                  <a:close/>
                  <a:moveTo>
                    <a:pt x="234582" y="1340604"/>
                  </a:moveTo>
                  <a:lnTo>
                    <a:pt x="255492" y="1264974"/>
                  </a:lnTo>
                  <a:lnTo>
                    <a:pt x="236722" y="1289068"/>
                  </a:lnTo>
                  <a:close/>
                  <a:moveTo>
                    <a:pt x="0" y="979848"/>
                  </a:moveTo>
                  <a:lnTo>
                    <a:pt x="26548" y="1031385"/>
                  </a:lnTo>
                  <a:lnTo>
                    <a:pt x="55162" y="1007291"/>
                  </a:lnTo>
                  <a:close/>
                  <a:moveTo>
                    <a:pt x="846402" y="1680615"/>
                  </a:moveTo>
                  <a:lnTo>
                    <a:pt x="847184" y="1708258"/>
                  </a:lnTo>
                  <a:lnTo>
                    <a:pt x="854243" y="1668867"/>
                  </a:lnTo>
                  <a:close/>
                  <a:moveTo>
                    <a:pt x="846402" y="1680615"/>
                  </a:moveTo>
                  <a:lnTo>
                    <a:pt x="874316" y="1604985"/>
                  </a:lnTo>
                  <a:lnTo>
                    <a:pt x="831843" y="1629079"/>
                  </a:lnTo>
                  <a:close/>
                  <a:moveTo>
                    <a:pt x="831843" y="1629079"/>
                  </a:moveTo>
                  <a:lnTo>
                    <a:pt x="874316" y="1604985"/>
                  </a:lnTo>
                  <a:lnTo>
                    <a:pt x="823411" y="1619374"/>
                  </a:lnTo>
                  <a:close/>
                  <a:moveTo>
                    <a:pt x="874316" y="1604985"/>
                  </a:moveTo>
                  <a:lnTo>
                    <a:pt x="845609" y="1567467"/>
                  </a:lnTo>
                  <a:lnTo>
                    <a:pt x="823411" y="1619374"/>
                  </a:lnTo>
                  <a:close/>
                  <a:moveTo>
                    <a:pt x="836244" y="1553449"/>
                  </a:moveTo>
                  <a:lnTo>
                    <a:pt x="823411" y="1619374"/>
                  </a:lnTo>
                  <a:lnTo>
                    <a:pt x="845609" y="1567467"/>
                  </a:lnTo>
                  <a:close/>
                  <a:moveTo>
                    <a:pt x="836244" y="1553449"/>
                  </a:moveTo>
                  <a:lnTo>
                    <a:pt x="795859" y="1577542"/>
                  </a:lnTo>
                  <a:lnTo>
                    <a:pt x="823411" y="1619374"/>
                  </a:lnTo>
                  <a:close/>
                  <a:moveTo>
                    <a:pt x="766015" y="1526006"/>
                  </a:moveTo>
                  <a:lnTo>
                    <a:pt x="795859" y="1577542"/>
                  </a:lnTo>
                  <a:lnTo>
                    <a:pt x="836244" y="1553449"/>
                  </a:lnTo>
                  <a:close/>
                  <a:moveTo>
                    <a:pt x="748636" y="1450375"/>
                  </a:moveTo>
                  <a:lnTo>
                    <a:pt x="743272" y="1494423"/>
                  </a:lnTo>
                  <a:lnTo>
                    <a:pt x="780800" y="1499833"/>
                  </a:lnTo>
                  <a:close/>
                  <a:moveTo>
                    <a:pt x="748636" y="1450375"/>
                  </a:moveTo>
                  <a:lnTo>
                    <a:pt x="728370" y="1474469"/>
                  </a:lnTo>
                  <a:lnTo>
                    <a:pt x="743272" y="1494423"/>
                  </a:lnTo>
                  <a:close/>
                  <a:moveTo>
                    <a:pt x="711895" y="1422933"/>
                  </a:moveTo>
                  <a:lnTo>
                    <a:pt x="728370" y="1474469"/>
                  </a:lnTo>
                  <a:lnTo>
                    <a:pt x="748636" y="1450375"/>
                  </a:lnTo>
                  <a:close/>
                  <a:moveTo>
                    <a:pt x="396826" y="1059930"/>
                  </a:moveTo>
                  <a:lnTo>
                    <a:pt x="416765" y="1012152"/>
                  </a:lnTo>
                  <a:lnTo>
                    <a:pt x="395849" y="1062176"/>
                  </a:lnTo>
                  <a:close/>
                  <a:moveTo>
                    <a:pt x="395849" y="1062176"/>
                  </a:moveTo>
                  <a:lnTo>
                    <a:pt x="416765" y="1012152"/>
                  </a:lnTo>
                  <a:lnTo>
                    <a:pt x="454795" y="986546"/>
                  </a:lnTo>
                  <a:close/>
                  <a:moveTo>
                    <a:pt x="416765" y="1012152"/>
                  </a:moveTo>
                  <a:lnTo>
                    <a:pt x="396826" y="1059930"/>
                  </a:lnTo>
                  <a:lnTo>
                    <a:pt x="402017" y="1038083"/>
                  </a:lnTo>
                  <a:close/>
                  <a:moveTo>
                    <a:pt x="991929" y="1580891"/>
                  </a:moveTo>
                  <a:lnTo>
                    <a:pt x="987890" y="1615178"/>
                  </a:lnTo>
                  <a:lnTo>
                    <a:pt x="1022564" y="1583228"/>
                  </a:lnTo>
                  <a:close/>
                  <a:moveTo>
                    <a:pt x="1022564" y="1583228"/>
                  </a:moveTo>
                  <a:lnTo>
                    <a:pt x="987890" y="1615178"/>
                  </a:lnTo>
                  <a:lnTo>
                    <a:pt x="990402" y="1634136"/>
                  </a:lnTo>
                  <a:close/>
                  <a:moveTo>
                    <a:pt x="1022564" y="1583228"/>
                  </a:moveTo>
                  <a:lnTo>
                    <a:pt x="990402" y="1634136"/>
                  </a:lnTo>
                  <a:lnTo>
                    <a:pt x="1036944" y="1634280"/>
                  </a:lnTo>
                  <a:close/>
                  <a:moveTo>
                    <a:pt x="1036944" y="1634280"/>
                  </a:moveTo>
                  <a:lnTo>
                    <a:pt x="990402" y="1634136"/>
                  </a:lnTo>
                  <a:lnTo>
                    <a:pt x="1041949" y="1642620"/>
                  </a:lnTo>
                  <a:close/>
                  <a:moveTo>
                    <a:pt x="836244" y="1553449"/>
                  </a:moveTo>
                  <a:lnTo>
                    <a:pt x="845609" y="1567467"/>
                  </a:lnTo>
                  <a:lnTo>
                    <a:pt x="847740" y="1548668"/>
                  </a:lnTo>
                  <a:close/>
                  <a:moveTo>
                    <a:pt x="825973" y="1359153"/>
                  </a:moveTo>
                  <a:lnTo>
                    <a:pt x="773600" y="1382731"/>
                  </a:lnTo>
                  <a:lnTo>
                    <a:pt x="796878" y="1374745"/>
                  </a:lnTo>
                  <a:close/>
                  <a:moveTo>
                    <a:pt x="749591" y="1383150"/>
                  </a:moveTo>
                  <a:lnTo>
                    <a:pt x="773600" y="1382731"/>
                  </a:lnTo>
                  <a:lnTo>
                    <a:pt x="825973" y="1359153"/>
                  </a:lnTo>
                  <a:close/>
                  <a:moveTo>
                    <a:pt x="377065" y="863720"/>
                  </a:moveTo>
                  <a:lnTo>
                    <a:pt x="361299" y="883473"/>
                  </a:lnTo>
                  <a:lnTo>
                    <a:pt x="362366" y="848542"/>
                  </a:lnTo>
                  <a:close/>
                  <a:moveTo>
                    <a:pt x="177944" y="643272"/>
                  </a:moveTo>
                  <a:lnTo>
                    <a:pt x="151827" y="677326"/>
                  </a:lnTo>
                  <a:lnTo>
                    <a:pt x="212349" y="637004"/>
                  </a:lnTo>
                  <a:close/>
                  <a:moveTo>
                    <a:pt x="177944" y="643272"/>
                  </a:moveTo>
                  <a:lnTo>
                    <a:pt x="212349" y="637004"/>
                  </a:lnTo>
                  <a:lnTo>
                    <a:pt x="187025" y="625790"/>
                  </a:lnTo>
                  <a:close/>
                  <a:moveTo>
                    <a:pt x="212349" y="637004"/>
                  </a:moveTo>
                  <a:lnTo>
                    <a:pt x="235039" y="601696"/>
                  </a:lnTo>
                  <a:lnTo>
                    <a:pt x="187025" y="625790"/>
                  </a:lnTo>
                  <a:close/>
                  <a:moveTo>
                    <a:pt x="189227" y="550557"/>
                  </a:moveTo>
                  <a:lnTo>
                    <a:pt x="188773" y="550442"/>
                  </a:lnTo>
                  <a:lnTo>
                    <a:pt x="235039" y="601696"/>
                  </a:lnTo>
                  <a:close/>
                  <a:moveTo>
                    <a:pt x="740053" y="1144504"/>
                  </a:moveTo>
                  <a:lnTo>
                    <a:pt x="726235" y="1168599"/>
                  </a:lnTo>
                  <a:lnTo>
                    <a:pt x="735026" y="1196041"/>
                  </a:lnTo>
                  <a:close/>
                  <a:moveTo>
                    <a:pt x="275535" y="643374"/>
                  </a:moveTo>
                  <a:lnTo>
                    <a:pt x="310335" y="590322"/>
                  </a:lnTo>
                  <a:lnTo>
                    <a:pt x="254383" y="597828"/>
                  </a:lnTo>
                  <a:close/>
                  <a:moveTo>
                    <a:pt x="321750" y="643784"/>
                  </a:moveTo>
                  <a:lnTo>
                    <a:pt x="275535" y="643374"/>
                  </a:lnTo>
                  <a:lnTo>
                    <a:pt x="345676" y="651240"/>
                  </a:lnTo>
                  <a:close/>
                  <a:moveTo>
                    <a:pt x="271208" y="547494"/>
                  </a:moveTo>
                  <a:lnTo>
                    <a:pt x="235039" y="601696"/>
                  </a:lnTo>
                  <a:lnTo>
                    <a:pt x="254383" y="597828"/>
                  </a:lnTo>
                  <a:close/>
                  <a:moveTo>
                    <a:pt x="389268" y="605044"/>
                  </a:moveTo>
                  <a:lnTo>
                    <a:pt x="393322" y="623579"/>
                  </a:lnTo>
                  <a:lnTo>
                    <a:pt x="379359" y="642276"/>
                  </a:lnTo>
                  <a:close/>
                  <a:moveTo>
                    <a:pt x="379359" y="642276"/>
                  </a:moveTo>
                  <a:lnTo>
                    <a:pt x="389121" y="638998"/>
                  </a:lnTo>
                  <a:lnTo>
                    <a:pt x="345676" y="651240"/>
                  </a:lnTo>
                  <a:close/>
                  <a:moveTo>
                    <a:pt x="1156178" y="1481167"/>
                  </a:moveTo>
                  <a:lnTo>
                    <a:pt x="1197277" y="1517154"/>
                  </a:lnTo>
                  <a:lnTo>
                    <a:pt x="1168545" y="1477770"/>
                  </a:lnTo>
                  <a:close/>
                  <a:moveTo>
                    <a:pt x="1213096" y="1488680"/>
                  </a:moveTo>
                  <a:lnTo>
                    <a:pt x="1211024" y="1457073"/>
                  </a:lnTo>
                  <a:lnTo>
                    <a:pt x="1215127" y="1477881"/>
                  </a:lnTo>
                  <a:close/>
                  <a:moveTo>
                    <a:pt x="1213096" y="1488680"/>
                  </a:moveTo>
                  <a:lnTo>
                    <a:pt x="1181810" y="1481167"/>
                  </a:lnTo>
                  <a:lnTo>
                    <a:pt x="1168545" y="1477770"/>
                  </a:lnTo>
                  <a:close/>
                  <a:moveTo>
                    <a:pt x="1137838" y="1405536"/>
                  </a:moveTo>
                  <a:lnTo>
                    <a:pt x="1156178" y="1481167"/>
                  </a:lnTo>
                  <a:lnTo>
                    <a:pt x="1187926" y="1434352"/>
                  </a:lnTo>
                  <a:close/>
                  <a:moveTo>
                    <a:pt x="1187926" y="1434352"/>
                  </a:moveTo>
                  <a:lnTo>
                    <a:pt x="1156178" y="1481167"/>
                  </a:lnTo>
                  <a:lnTo>
                    <a:pt x="1168545" y="1477770"/>
                  </a:lnTo>
                  <a:close/>
                  <a:moveTo>
                    <a:pt x="1115242" y="1337277"/>
                  </a:moveTo>
                  <a:lnTo>
                    <a:pt x="1030168" y="1328776"/>
                  </a:lnTo>
                  <a:lnTo>
                    <a:pt x="1107588" y="1353999"/>
                  </a:lnTo>
                  <a:close/>
                  <a:moveTo>
                    <a:pt x="1107588" y="1353999"/>
                  </a:moveTo>
                  <a:lnTo>
                    <a:pt x="1030168" y="1328776"/>
                  </a:lnTo>
                  <a:lnTo>
                    <a:pt x="1067125" y="1358772"/>
                  </a:lnTo>
                  <a:close/>
                  <a:moveTo>
                    <a:pt x="940147" y="1147853"/>
                  </a:moveTo>
                  <a:lnTo>
                    <a:pt x="946887" y="1167570"/>
                  </a:lnTo>
                  <a:lnTo>
                    <a:pt x="929595" y="1167202"/>
                  </a:lnTo>
                  <a:close/>
                  <a:moveTo>
                    <a:pt x="946887" y="1167570"/>
                  </a:moveTo>
                  <a:lnTo>
                    <a:pt x="945534" y="1187018"/>
                  </a:lnTo>
                  <a:lnTo>
                    <a:pt x="929595" y="1167202"/>
                  </a:lnTo>
                  <a:close/>
                  <a:moveTo>
                    <a:pt x="1011779" y="1125121"/>
                  </a:moveTo>
                  <a:lnTo>
                    <a:pt x="946887" y="1167570"/>
                  </a:lnTo>
                  <a:lnTo>
                    <a:pt x="963611" y="1119706"/>
                  </a:lnTo>
                  <a:close/>
                  <a:moveTo>
                    <a:pt x="409770" y="581301"/>
                  </a:moveTo>
                  <a:lnTo>
                    <a:pt x="444774" y="577275"/>
                  </a:lnTo>
                  <a:lnTo>
                    <a:pt x="432690" y="553508"/>
                  </a:lnTo>
                  <a:close/>
                  <a:moveTo>
                    <a:pt x="444774" y="577275"/>
                  </a:moveTo>
                  <a:lnTo>
                    <a:pt x="447651" y="529414"/>
                  </a:lnTo>
                  <a:lnTo>
                    <a:pt x="432690" y="553508"/>
                  </a:lnTo>
                  <a:close/>
                  <a:moveTo>
                    <a:pt x="205675" y="207353"/>
                  </a:moveTo>
                  <a:lnTo>
                    <a:pt x="200026" y="227579"/>
                  </a:lnTo>
                  <a:lnTo>
                    <a:pt x="189575" y="220195"/>
                  </a:lnTo>
                  <a:close/>
                  <a:moveTo>
                    <a:pt x="200026" y="227579"/>
                  </a:moveTo>
                  <a:lnTo>
                    <a:pt x="205675" y="207353"/>
                  </a:lnTo>
                  <a:lnTo>
                    <a:pt x="199538" y="244288"/>
                  </a:lnTo>
                  <a:close/>
                  <a:moveTo>
                    <a:pt x="199538" y="244288"/>
                  </a:moveTo>
                  <a:lnTo>
                    <a:pt x="205675" y="207353"/>
                  </a:lnTo>
                  <a:lnTo>
                    <a:pt x="214606" y="168658"/>
                  </a:lnTo>
                  <a:close/>
                  <a:moveTo>
                    <a:pt x="963611" y="1119706"/>
                  </a:moveTo>
                  <a:lnTo>
                    <a:pt x="946887" y="1167570"/>
                  </a:lnTo>
                  <a:lnTo>
                    <a:pt x="940147" y="1147853"/>
                  </a:lnTo>
                  <a:close/>
                  <a:moveTo>
                    <a:pt x="1115242" y="1337277"/>
                  </a:moveTo>
                  <a:lnTo>
                    <a:pt x="1124542" y="1350075"/>
                  </a:lnTo>
                  <a:lnTo>
                    <a:pt x="1135430" y="1302463"/>
                  </a:lnTo>
                  <a:close/>
                  <a:moveTo>
                    <a:pt x="1135430" y="1302463"/>
                  </a:moveTo>
                  <a:lnTo>
                    <a:pt x="1124542" y="1350075"/>
                  </a:lnTo>
                  <a:lnTo>
                    <a:pt x="1187434" y="1329906"/>
                  </a:lnTo>
                  <a:close/>
                  <a:moveTo>
                    <a:pt x="1135430" y="1302463"/>
                  </a:moveTo>
                  <a:lnTo>
                    <a:pt x="1187434" y="1329906"/>
                  </a:lnTo>
                  <a:lnTo>
                    <a:pt x="1167644" y="1278369"/>
                  </a:lnTo>
                  <a:close/>
                  <a:moveTo>
                    <a:pt x="1143236" y="1226832"/>
                  </a:moveTo>
                  <a:lnTo>
                    <a:pt x="1096495" y="1267184"/>
                  </a:lnTo>
                  <a:lnTo>
                    <a:pt x="1135430" y="1302463"/>
                  </a:lnTo>
                  <a:close/>
                  <a:moveTo>
                    <a:pt x="1143236" y="1226832"/>
                  </a:moveTo>
                  <a:lnTo>
                    <a:pt x="1135430" y="1302463"/>
                  </a:lnTo>
                  <a:lnTo>
                    <a:pt x="1167644" y="1278369"/>
                  </a:lnTo>
                  <a:close/>
                  <a:moveTo>
                    <a:pt x="896131" y="982623"/>
                  </a:moveTo>
                  <a:lnTo>
                    <a:pt x="888108" y="917613"/>
                  </a:lnTo>
                  <a:lnTo>
                    <a:pt x="838682" y="928603"/>
                  </a:lnTo>
                  <a:close/>
                  <a:moveTo>
                    <a:pt x="784519" y="934655"/>
                  </a:moveTo>
                  <a:lnTo>
                    <a:pt x="838682" y="928603"/>
                  </a:lnTo>
                  <a:lnTo>
                    <a:pt x="832016" y="871279"/>
                  </a:lnTo>
                  <a:close/>
                  <a:moveTo>
                    <a:pt x="888108" y="917613"/>
                  </a:moveTo>
                  <a:lnTo>
                    <a:pt x="855910" y="866076"/>
                  </a:lnTo>
                  <a:lnTo>
                    <a:pt x="838682" y="928603"/>
                  </a:lnTo>
                  <a:close/>
                  <a:moveTo>
                    <a:pt x="855910" y="866076"/>
                  </a:moveTo>
                  <a:lnTo>
                    <a:pt x="832016" y="871279"/>
                  </a:lnTo>
                  <a:lnTo>
                    <a:pt x="838682" y="928603"/>
                  </a:lnTo>
                  <a:close/>
                  <a:moveTo>
                    <a:pt x="832998" y="845819"/>
                  </a:moveTo>
                  <a:lnTo>
                    <a:pt x="798031" y="814540"/>
                  </a:lnTo>
                  <a:lnTo>
                    <a:pt x="832016" y="871279"/>
                  </a:lnTo>
                  <a:close/>
                  <a:moveTo>
                    <a:pt x="832016" y="871279"/>
                  </a:moveTo>
                  <a:lnTo>
                    <a:pt x="798031" y="814540"/>
                  </a:lnTo>
                  <a:lnTo>
                    <a:pt x="765989" y="824234"/>
                  </a:lnTo>
                  <a:close/>
                  <a:moveTo>
                    <a:pt x="832016" y="871279"/>
                  </a:moveTo>
                  <a:lnTo>
                    <a:pt x="765989" y="824234"/>
                  </a:lnTo>
                  <a:lnTo>
                    <a:pt x="780273" y="875363"/>
                  </a:lnTo>
                  <a:close/>
                  <a:moveTo>
                    <a:pt x="832998" y="845819"/>
                  </a:moveTo>
                  <a:lnTo>
                    <a:pt x="832016" y="871279"/>
                  </a:lnTo>
                  <a:lnTo>
                    <a:pt x="855910" y="866076"/>
                  </a:lnTo>
                  <a:close/>
                  <a:moveTo>
                    <a:pt x="504416" y="453783"/>
                  </a:moveTo>
                  <a:lnTo>
                    <a:pt x="531547" y="417450"/>
                  </a:lnTo>
                  <a:lnTo>
                    <a:pt x="491298" y="426341"/>
                  </a:lnTo>
                  <a:close/>
                  <a:moveTo>
                    <a:pt x="480685" y="477877"/>
                  </a:moveTo>
                  <a:lnTo>
                    <a:pt x="504416" y="453783"/>
                  </a:lnTo>
                  <a:lnTo>
                    <a:pt x="491298" y="426341"/>
                  </a:lnTo>
                  <a:close/>
                  <a:moveTo>
                    <a:pt x="232957" y="174456"/>
                  </a:moveTo>
                  <a:lnTo>
                    <a:pt x="205675" y="207353"/>
                  </a:lnTo>
                  <a:lnTo>
                    <a:pt x="189575" y="220195"/>
                  </a:lnTo>
                  <a:close/>
                  <a:moveTo>
                    <a:pt x="205675" y="207353"/>
                  </a:moveTo>
                  <a:lnTo>
                    <a:pt x="232957" y="174456"/>
                  </a:lnTo>
                  <a:lnTo>
                    <a:pt x="214606" y="168658"/>
                  </a:lnTo>
                  <a:close/>
                  <a:moveTo>
                    <a:pt x="232957" y="174456"/>
                  </a:moveTo>
                  <a:lnTo>
                    <a:pt x="263195" y="144564"/>
                  </a:lnTo>
                  <a:lnTo>
                    <a:pt x="214606" y="168658"/>
                  </a:lnTo>
                  <a:close/>
                  <a:moveTo>
                    <a:pt x="270463" y="140008"/>
                  </a:moveTo>
                  <a:lnTo>
                    <a:pt x="214606" y="168658"/>
                  </a:lnTo>
                  <a:lnTo>
                    <a:pt x="263195" y="144564"/>
                  </a:lnTo>
                  <a:close/>
                  <a:moveTo>
                    <a:pt x="270463" y="140008"/>
                  </a:moveTo>
                  <a:lnTo>
                    <a:pt x="235839" y="145453"/>
                  </a:lnTo>
                  <a:lnTo>
                    <a:pt x="214606" y="168658"/>
                  </a:lnTo>
                  <a:close/>
                  <a:moveTo>
                    <a:pt x="1193501" y="1269253"/>
                  </a:moveTo>
                  <a:lnTo>
                    <a:pt x="1256690" y="1255863"/>
                  </a:lnTo>
                  <a:lnTo>
                    <a:pt x="1227530" y="1216827"/>
                  </a:lnTo>
                  <a:close/>
                  <a:moveTo>
                    <a:pt x="1193501" y="1269253"/>
                  </a:moveTo>
                  <a:lnTo>
                    <a:pt x="1227530" y="1216827"/>
                  </a:lnTo>
                  <a:lnTo>
                    <a:pt x="1180951" y="1216712"/>
                  </a:lnTo>
                  <a:close/>
                  <a:moveTo>
                    <a:pt x="1256690" y="1255863"/>
                  </a:moveTo>
                  <a:lnTo>
                    <a:pt x="1261966" y="1266698"/>
                  </a:lnTo>
                  <a:lnTo>
                    <a:pt x="1313322" y="1284032"/>
                  </a:lnTo>
                  <a:close/>
                  <a:moveTo>
                    <a:pt x="1180951" y="1216712"/>
                  </a:moveTo>
                  <a:lnTo>
                    <a:pt x="1202644" y="1179804"/>
                  </a:lnTo>
                  <a:lnTo>
                    <a:pt x="1157894" y="1187166"/>
                  </a:lnTo>
                  <a:close/>
                  <a:moveTo>
                    <a:pt x="1180951" y="1216712"/>
                  </a:moveTo>
                  <a:lnTo>
                    <a:pt x="1227530" y="1216827"/>
                  </a:lnTo>
                  <a:lnTo>
                    <a:pt x="1202644" y="1179804"/>
                  </a:lnTo>
                  <a:close/>
                  <a:moveTo>
                    <a:pt x="888108" y="917613"/>
                  </a:moveTo>
                  <a:lnTo>
                    <a:pt x="901427" y="926986"/>
                  </a:lnTo>
                  <a:lnTo>
                    <a:pt x="901794" y="915276"/>
                  </a:lnTo>
                  <a:close/>
                  <a:moveTo>
                    <a:pt x="855910" y="866076"/>
                  </a:moveTo>
                  <a:lnTo>
                    <a:pt x="901794" y="915276"/>
                  </a:lnTo>
                  <a:lnTo>
                    <a:pt x="895073" y="857997"/>
                  </a:lnTo>
                  <a:close/>
                  <a:moveTo>
                    <a:pt x="855910" y="866076"/>
                  </a:moveTo>
                  <a:lnTo>
                    <a:pt x="888108" y="917613"/>
                  </a:lnTo>
                  <a:lnTo>
                    <a:pt x="901794" y="915276"/>
                  </a:lnTo>
                  <a:close/>
                  <a:moveTo>
                    <a:pt x="959630" y="906238"/>
                  </a:moveTo>
                  <a:lnTo>
                    <a:pt x="901794" y="915276"/>
                  </a:lnTo>
                  <a:lnTo>
                    <a:pt x="901427" y="926986"/>
                  </a:lnTo>
                  <a:close/>
                  <a:moveTo>
                    <a:pt x="965471" y="856861"/>
                  </a:moveTo>
                  <a:lnTo>
                    <a:pt x="949321" y="841982"/>
                  </a:lnTo>
                  <a:lnTo>
                    <a:pt x="959630" y="906238"/>
                  </a:lnTo>
                  <a:close/>
                  <a:moveTo>
                    <a:pt x="959630" y="906238"/>
                  </a:moveTo>
                  <a:lnTo>
                    <a:pt x="949321" y="841982"/>
                  </a:lnTo>
                  <a:lnTo>
                    <a:pt x="895073" y="857997"/>
                  </a:lnTo>
                  <a:close/>
                  <a:moveTo>
                    <a:pt x="959630" y="906238"/>
                  </a:moveTo>
                  <a:lnTo>
                    <a:pt x="895073" y="857997"/>
                  </a:lnTo>
                  <a:lnTo>
                    <a:pt x="901794" y="915276"/>
                  </a:lnTo>
                  <a:close/>
                  <a:moveTo>
                    <a:pt x="836439" y="804941"/>
                  </a:moveTo>
                  <a:lnTo>
                    <a:pt x="832998" y="845819"/>
                  </a:lnTo>
                  <a:lnTo>
                    <a:pt x="889785" y="790446"/>
                  </a:lnTo>
                  <a:close/>
                  <a:moveTo>
                    <a:pt x="832998" y="845819"/>
                  </a:moveTo>
                  <a:lnTo>
                    <a:pt x="855910" y="866076"/>
                  </a:lnTo>
                  <a:lnTo>
                    <a:pt x="889785" y="790446"/>
                  </a:lnTo>
                  <a:close/>
                  <a:moveTo>
                    <a:pt x="889785" y="790446"/>
                  </a:moveTo>
                  <a:lnTo>
                    <a:pt x="855910" y="866076"/>
                  </a:lnTo>
                  <a:lnTo>
                    <a:pt x="903493" y="799811"/>
                  </a:lnTo>
                  <a:close/>
                  <a:moveTo>
                    <a:pt x="903493" y="799811"/>
                  </a:moveTo>
                  <a:lnTo>
                    <a:pt x="855910" y="866076"/>
                  </a:lnTo>
                  <a:lnTo>
                    <a:pt x="895073" y="857997"/>
                  </a:lnTo>
                  <a:close/>
                  <a:moveTo>
                    <a:pt x="895073" y="857997"/>
                  </a:moveTo>
                  <a:lnTo>
                    <a:pt x="949321" y="841982"/>
                  </a:lnTo>
                  <a:lnTo>
                    <a:pt x="903493" y="799811"/>
                  </a:lnTo>
                  <a:close/>
                  <a:moveTo>
                    <a:pt x="815470" y="763003"/>
                  </a:moveTo>
                  <a:lnTo>
                    <a:pt x="889785" y="790446"/>
                  </a:lnTo>
                  <a:lnTo>
                    <a:pt x="872385" y="738909"/>
                  </a:lnTo>
                  <a:close/>
                  <a:moveTo>
                    <a:pt x="278977" y="138633"/>
                  </a:moveTo>
                  <a:lnTo>
                    <a:pt x="263195" y="144564"/>
                  </a:lnTo>
                  <a:lnTo>
                    <a:pt x="304194" y="131222"/>
                  </a:lnTo>
                  <a:close/>
                  <a:moveTo>
                    <a:pt x="315251" y="144564"/>
                  </a:moveTo>
                  <a:lnTo>
                    <a:pt x="278977" y="138633"/>
                  </a:lnTo>
                  <a:lnTo>
                    <a:pt x="318551" y="145123"/>
                  </a:lnTo>
                  <a:close/>
                  <a:moveTo>
                    <a:pt x="318551" y="145123"/>
                  </a:moveTo>
                  <a:lnTo>
                    <a:pt x="278977" y="138633"/>
                  </a:lnTo>
                  <a:lnTo>
                    <a:pt x="304194" y="131222"/>
                  </a:lnTo>
                  <a:close/>
                  <a:moveTo>
                    <a:pt x="318551" y="145123"/>
                  </a:moveTo>
                  <a:lnTo>
                    <a:pt x="304194" y="131222"/>
                  </a:lnTo>
                  <a:lnTo>
                    <a:pt x="356873" y="153505"/>
                  </a:lnTo>
                  <a:close/>
                  <a:moveTo>
                    <a:pt x="394800" y="120631"/>
                  </a:moveTo>
                  <a:lnTo>
                    <a:pt x="318551" y="145123"/>
                  </a:lnTo>
                  <a:lnTo>
                    <a:pt x="356873" y="153505"/>
                  </a:lnTo>
                  <a:close/>
                  <a:moveTo>
                    <a:pt x="270463" y="140008"/>
                  </a:moveTo>
                  <a:lnTo>
                    <a:pt x="263195" y="144564"/>
                  </a:lnTo>
                  <a:lnTo>
                    <a:pt x="278977" y="138633"/>
                  </a:lnTo>
                  <a:close/>
                  <a:moveTo>
                    <a:pt x="278977" y="138633"/>
                  </a:moveTo>
                  <a:lnTo>
                    <a:pt x="315251" y="144564"/>
                  </a:lnTo>
                  <a:lnTo>
                    <a:pt x="270463" y="140008"/>
                  </a:lnTo>
                  <a:close/>
                  <a:moveTo>
                    <a:pt x="1279932" y="1299711"/>
                  </a:moveTo>
                  <a:lnTo>
                    <a:pt x="1313322" y="1284032"/>
                  </a:lnTo>
                  <a:lnTo>
                    <a:pt x="1261966" y="1266698"/>
                  </a:lnTo>
                  <a:close/>
                  <a:moveTo>
                    <a:pt x="949321" y="841982"/>
                  </a:moveTo>
                  <a:lnTo>
                    <a:pt x="965471" y="856861"/>
                  </a:lnTo>
                  <a:lnTo>
                    <a:pt x="970052" y="835023"/>
                  </a:lnTo>
                  <a:close/>
                  <a:moveTo>
                    <a:pt x="906711" y="785793"/>
                  </a:moveTo>
                  <a:lnTo>
                    <a:pt x="903493" y="799811"/>
                  </a:lnTo>
                  <a:lnTo>
                    <a:pt x="958750" y="766352"/>
                  </a:lnTo>
                  <a:close/>
                  <a:moveTo>
                    <a:pt x="903493" y="799811"/>
                  </a:moveTo>
                  <a:lnTo>
                    <a:pt x="949321" y="841982"/>
                  </a:lnTo>
                  <a:lnTo>
                    <a:pt x="958750" y="766352"/>
                  </a:lnTo>
                  <a:close/>
                  <a:moveTo>
                    <a:pt x="958750" y="766352"/>
                  </a:moveTo>
                  <a:lnTo>
                    <a:pt x="949321" y="841982"/>
                  </a:lnTo>
                  <a:lnTo>
                    <a:pt x="983055" y="787704"/>
                  </a:lnTo>
                  <a:close/>
                  <a:moveTo>
                    <a:pt x="983055" y="787704"/>
                  </a:moveTo>
                  <a:lnTo>
                    <a:pt x="949321" y="841982"/>
                  </a:lnTo>
                  <a:lnTo>
                    <a:pt x="970052" y="835023"/>
                  </a:lnTo>
                  <a:close/>
                  <a:moveTo>
                    <a:pt x="1028694" y="825330"/>
                  </a:moveTo>
                  <a:lnTo>
                    <a:pt x="970052" y="835023"/>
                  </a:lnTo>
                  <a:lnTo>
                    <a:pt x="965471" y="856861"/>
                  </a:lnTo>
                  <a:close/>
                  <a:moveTo>
                    <a:pt x="970052" y="835023"/>
                  </a:moveTo>
                  <a:lnTo>
                    <a:pt x="1028694" y="825330"/>
                  </a:lnTo>
                  <a:lnTo>
                    <a:pt x="983055" y="787704"/>
                  </a:lnTo>
                  <a:close/>
                  <a:moveTo>
                    <a:pt x="889785" y="790446"/>
                  </a:moveTo>
                  <a:lnTo>
                    <a:pt x="903493" y="799811"/>
                  </a:lnTo>
                  <a:lnTo>
                    <a:pt x="906711" y="785793"/>
                  </a:lnTo>
                  <a:close/>
                  <a:moveTo>
                    <a:pt x="429314" y="114775"/>
                  </a:moveTo>
                  <a:lnTo>
                    <a:pt x="394800" y="120631"/>
                  </a:lnTo>
                  <a:lnTo>
                    <a:pt x="356873" y="153505"/>
                  </a:lnTo>
                  <a:close/>
                  <a:moveTo>
                    <a:pt x="458606" y="106544"/>
                  </a:moveTo>
                  <a:lnTo>
                    <a:pt x="395632" y="120470"/>
                  </a:lnTo>
                  <a:lnTo>
                    <a:pt x="473211" y="104220"/>
                  </a:lnTo>
                  <a:close/>
                  <a:moveTo>
                    <a:pt x="473211" y="104220"/>
                  </a:moveTo>
                  <a:lnTo>
                    <a:pt x="395632" y="120470"/>
                  </a:lnTo>
                  <a:lnTo>
                    <a:pt x="394800" y="120631"/>
                  </a:lnTo>
                  <a:close/>
                  <a:moveTo>
                    <a:pt x="473211" y="104220"/>
                  </a:moveTo>
                  <a:lnTo>
                    <a:pt x="394800" y="120631"/>
                  </a:lnTo>
                  <a:lnTo>
                    <a:pt x="429314" y="114775"/>
                  </a:lnTo>
                  <a:close/>
                  <a:moveTo>
                    <a:pt x="1060181" y="817888"/>
                  </a:moveTo>
                  <a:lnTo>
                    <a:pt x="1076146" y="793795"/>
                  </a:lnTo>
                  <a:lnTo>
                    <a:pt x="1033354" y="801088"/>
                  </a:lnTo>
                  <a:close/>
                  <a:moveTo>
                    <a:pt x="1076146" y="793795"/>
                  </a:moveTo>
                  <a:lnTo>
                    <a:pt x="1063301" y="778154"/>
                  </a:lnTo>
                  <a:lnTo>
                    <a:pt x="1033354" y="801088"/>
                  </a:lnTo>
                  <a:close/>
                  <a:moveTo>
                    <a:pt x="1033354" y="801088"/>
                  </a:moveTo>
                  <a:lnTo>
                    <a:pt x="1063301" y="778154"/>
                  </a:lnTo>
                  <a:lnTo>
                    <a:pt x="983055" y="787704"/>
                  </a:lnTo>
                  <a:close/>
                  <a:moveTo>
                    <a:pt x="993522" y="753199"/>
                  </a:moveTo>
                  <a:lnTo>
                    <a:pt x="1044343" y="707273"/>
                  </a:lnTo>
                  <a:lnTo>
                    <a:pt x="1035037" y="694688"/>
                  </a:lnTo>
                  <a:close/>
                  <a:moveTo>
                    <a:pt x="954081" y="597036"/>
                  </a:moveTo>
                  <a:lnTo>
                    <a:pt x="904685" y="611742"/>
                  </a:lnTo>
                  <a:lnTo>
                    <a:pt x="974251" y="619887"/>
                  </a:lnTo>
                  <a:close/>
                  <a:moveTo>
                    <a:pt x="974251" y="619887"/>
                  </a:moveTo>
                  <a:lnTo>
                    <a:pt x="904685" y="611742"/>
                  </a:lnTo>
                  <a:lnTo>
                    <a:pt x="894109" y="629825"/>
                  </a:lnTo>
                  <a:close/>
                  <a:moveTo>
                    <a:pt x="974251" y="619887"/>
                  </a:moveTo>
                  <a:lnTo>
                    <a:pt x="894109" y="629825"/>
                  </a:lnTo>
                  <a:lnTo>
                    <a:pt x="928820" y="624705"/>
                  </a:lnTo>
                  <a:close/>
                  <a:moveTo>
                    <a:pt x="626339" y="327387"/>
                  </a:moveTo>
                  <a:lnTo>
                    <a:pt x="656161" y="335614"/>
                  </a:lnTo>
                  <a:lnTo>
                    <a:pt x="644168" y="302522"/>
                  </a:lnTo>
                  <a:close/>
                  <a:moveTo>
                    <a:pt x="644168" y="302522"/>
                  </a:moveTo>
                  <a:lnTo>
                    <a:pt x="670142" y="329965"/>
                  </a:lnTo>
                  <a:lnTo>
                    <a:pt x="685792" y="278428"/>
                  </a:lnTo>
                  <a:close/>
                  <a:moveTo>
                    <a:pt x="690313" y="256996"/>
                  </a:moveTo>
                  <a:lnTo>
                    <a:pt x="644168" y="302522"/>
                  </a:lnTo>
                  <a:lnTo>
                    <a:pt x="685792" y="278428"/>
                  </a:lnTo>
                  <a:close/>
                  <a:moveTo>
                    <a:pt x="523688" y="72282"/>
                  </a:moveTo>
                  <a:lnTo>
                    <a:pt x="519245" y="95227"/>
                  </a:lnTo>
                  <a:lnTo>
                    <a:pt x="513424" y="119669"/>
                  </a:lnTo>
                  <a:close/>
                  <a:moveTo>
                    <a:pt x="513424" y="119669"/>
                  </a:moveTo>
                  <a:lnTo>
                    <a:pt x="519245" y="95227"/>
                  </a:lnTo>
                  <a:lnTo>
                    <a:pt x="518752" y="99813"/>
                  </a:lnTo>
                  <a:close/>
                  <a:moveTo>
                    <a:pt x="513424" y="119669"/>
                  </a:moveTo>
                  <a:lnTo>
                    <a:pt x="518752" y="99813"/>
                  </a:lnTo>
                  <a:lnTo>
                    <a:pt x="473211" y="104220"/>
                  </a:lnTo>
                  <a:close/>
                  <a:moveTo>
                    <a:pt x="541161" y="48696"/>
                  </a:moveTo>
                  <a:lnTo>
                    <a:pt x="519245" y="95227"/>
                  </a:lnTo>
                  <a:lnTo>
                    <a:pt x="523688" y="72282"/>
                  </a:lnTo>
                  <a:close/>
                  <a:moveTo>
                    <a:pt x="1106758" y="737105"/>
                  </a:moveTo>
                  <a:lnTo>
                    <a:pt x="1063290" y="734461"/>
                  </a:lnTo>
                  <a:lnTo>
                    <a:pt x="1132580" y="778855"/>
                  </a:lnTo>
                  <a:close/>
                  <a:moveTo>
                    <a:pt x="1063290" y="734461"/>
                  </a:moveTo>
                  <a:lnTo>
                    <a:pt x="1095251" y="722935"/>
                  </a:lnTo>
                  <a:lnTo>
                    <a:pt x="1044343" y="707273"/>
                  </a:lnTo>
                  <a:close/>
                  <a:moveTo>
                    <a:pt x="1063290" y="734461"/>
                  </a:moveTo>
                  <a:lnTo>
                    <a:pt x="1106758" y="737105"/>
                  </a:lnTo>
                  <a:lnTo>
                    <a:pt x="1095251" y="722935"/>
                  </a:lnTo>
                  <a:close/>
                  <a:moveTo>
                    <a:pt x="569246" y="18804"/>
                  </a:moveTo>
                  <a:lnTo>
                    <a:pt x="541161" y="48696"/>
                  </a:lnTo>
                  <a:lnTo>
                    <a:pt x="523688" y="72282"/>
                  </a:lnTo>
                  <a:close/>
                  <a:moveTo>
                    <a:pt x="817281" y="112556"/>
                  </a:moveTo>
                  <a:lnTo>
                    <a:pt x="805253" y="77380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05253" y="77380"/>
                  </a:lnTo>
                  <a:lnTo>
                    <a:pt x="817281" y="112556"/>
                  </a:lnTo>
                  <a:close/>
                  <a:moveTo>
                    <a:pt x="805253" y="77380"/>
                  </a:moveTo>
                  <a:lnTo>
                    <a:pt x="799928" y="75631"/>
                  </a:lnTo>
                  <a:lnTo>
                    <a:pt x="806303" y="71511"/>
                  </a:lnTo>
                  <a:close/>
                  <a:moveTo>
                    <a:pt x="1019723" y="257683"/>
                  </a:moveTo>
                  <a:lnTo>
                    <a:pt x="1013697" y="272837"/>
                  </a:lnTo>
                  <a:lnTo>
                    <a:pt x="991348" y="279113"/>
                  </a:lnTo>
                  <a:close/>
                  <a:moveTo>
                    <a:pt x="1019723" y="257683"/>
                  </a:moveTo>
                  <a:lnTo>
                    <a:pt x="1000830" y="274786"/>
                  </a:lnTo>
                  <a:lnTo>
                    <a:pt x="1013697" y="272837"/>
                  </a:lnTo>
                  <a:close/>
                  <a:moveTo>
                    <a:pt x="1015178" y="206147"/>
                  </a:moveTo>
                  <a:lnTo>
                    <a:pt x="953114" y="230241"/>
                  </a:lnTo>
                  <a:lnTo>
                    <a:pt x="1019723" y="257683"/>
                  </a:lnTo>
                  <a:close/>
                  <a:moveTo>
                    <a:pt x="821394" y="127936"/>
                  </a:moveTo>
                  <a:lnTo>
                    <a:pt x="834793" y="103074"/>
                  </a:lnTo>
                  <a:lnTo>
                    <a:pt x="822935" y="125748"/>
                  </a:lnTo>
                  <a:close/>
                  <a:moveTo>
                    <a:pt x="821749" y="127167"/>
                  </a:moveTo>
                  <a:lnTo>
                    <a:pt x="821394" y="127936"/>
                  </a:lnTo>
                  <a:lnTo>
                    <a:pt x="822935" y="125748"/>
                  </a:lnTo>
                  <a:close/>
                  <a:moveTo>
                    <a:pt x="822935" y="125748"/>
                  </a:moveTo>
                  <a:lnTo>
                    <a:pt x="842292" y="71170"/>
                  </a:lnTo>
                  <a:lnTo>
                    <a:pt x="821749" y="127167"/>
                  </a:lnTo>
                  <a:close/>
                  <a:moveTo>
                    <a:pt x="813466" y="70703"/>
                  </a:moveTo>
                  <a:lnTo>
                    <a:pt x="817281" y="112556"/>
                  </a:lnTo>
                  <a:lnTo>
                    <a:pt x="821749" y="127167"/>
                  </a:lnTo>
                  <a:close/>
                  <a:moveTo>
                    <a:pt x="841372" y="51537"/>
                  </a:moveTo>
                  <a:lnTo>
                    <a:pt x="813466" y="70703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17281" y="112556"/>
                  </a:lnTo>
                  <a:lnTo>
                    <a:pt x="813466" y="70703"/>
                  </a:lnTo>
                  <a:close/>
                  <a:moveTo>
                    <a:pt x="842292" y="71170"/>
                  </a:moveTo>
                  <a:lnTo>
                    <a:pt x="822935" y="125748"/>
                  </a:lnTo>
                  <a:lnTo>
                    <a:pt x="834793" y="103074"/>
                  </a:lnTo>
                  <a:close/>
                  <a:moveTo>
                    <a:pt x="806303" y="71511"/>
                  </a:moveTo>
                  <a:lnTo>
                    <a:pt x="799928" y="75631"/>
                  </a:lnTo>
                  <a:lnTo>
                    <a:pt x="813466" y="70703"/>
                  </a:lnTo>
                  <a:close/>
                  <a:moveTo>
                    <a:pt x="812346" y="24094"/>
                  </a:moveTo>
                  <a:lnTo>
                    <a:pt x="841372" y="51537"/>
                  </a:lnTo>
                  <a:lnTo>
                    <a:pt x="830818" y="0"/>
                  </a:lnTo>
                  <a:close/>
                  <a:moveTo>
                    <a:pt x="1019723" y="257683"/>
                  </a:moveTo>
                  <a:lnTo>
                    <a:pt x="1031309" y="233589"/>
                  </a:lnTo>
                  <a:lnTo>
                    <a:pt x="1015178" y="206147"/>
                  </a:lnTo>
                  <a:close/>
                  <a:moveTo>
                    <a:pt x="1053087" y="160588"/>
                  </a:moveTo>
                  <a:lnTo>
                    <a:pt x="1031638" y="195508"/>
                  </a:lnTo>
                  <a:lnTo>
                    <a:pt x="1038782" y="130516"/>
                  </a:lnTo>
                  <a:close/>
                  <a:moveTo>
                    <a:pt x="868406" y="27443"/>
                  </a:moveTo>
                  <a:lnTo>
                    <a:pt x="830818" y="0"/>
                  </a:lnTo>
                  <a:lnTo>
                    <a:pt x="841372" y="51537"/>
                  </a:lnTo>
                  <a:close/>
                  <a:moveTo>
                    <a:pt x="1123432" y="157959"/>
                  </a:moveTo>
                  <a:lnTo>
                    <a:pt x="1124172" y="156566"/>
                  </a:lnTo>
                  <a:lnTo>
                    <a:pt x="1038782" y="130516"/>
                  </a:lnTo>
                  <a:close/>
                  <a:moveTo>
                    <a:pt x="1051494" y="182053"/>
                  </a:moveTo>
                  <a:lnTo>
                    <a:pt x="1123432" y="157959"/>
                  </a:lnTo>
                  <a:lnTo>
                    <a:pt x="1038782" y="13051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1" name="Output_density__4260">
              <a:extLst>
                <a:ext uri="{FF2B5EF4-FFF2-40B4-BE49-F238E27FC236}">
                  <a16:creationId xmlns:a16="http://schemas.microsoft.com/office/drawing/2014/main" id="{581DF6DC-1A82-B7D5-6C8A-F82F163AF0C3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78214"/>
              <a:ext cx="1261966" cy="1928252"/>
            </a:xfrm>
            <a:custGeom>
              <a:avLst/>
              <a:gdLst/>
              <a:ahLst/>
              <a:cxnLst/>
              <a:rect l="0" t="0" r="0" b="0"/>
              <a:pathLst>
                <a:path w="1261966" h="1928252">
                  <a:moveTo>
                    <a:pt x="321058" y="1875110"/>
                  </a:moveTo>
                  <a:lnTo>
                    <a:pt x="320795" y="1883116"/>
                  </a:lnTo>
                  <a:lnTo>
                    <a:pt x="361811" y="1852622"/>
                  </a:lnTo>
                  <a:close/>
                  <a:moveTo>
                    <a:pt x="361811" y="1852622"/>
                  </a:moveTo>
                  <a:lnTo>
                    <a:pt x="320795" y="1883116"/>
                  </a:lnTo>
                  <a:lnTo>
                    <a:pt x="345579" y="1928252"/>
                  </a:lnTo>
                  <a:close/>
                  <a:moveTo>
                    <a:pt x="317502" y="1876715"/>
                  </a:moveTo>
                  <a:lnTo>
                    <a:pt x="320795" y="1883116"/>
                  </a:lnTo>
                  <a:lnTo>
                    <a:pt x="321058" y="1875110"/>
                  </a:lnTo>
                  <a:close/>
                  <a:moveTo>
                    <a:pt x="307540" y="1825179"/>
                  </a:moveTo>
                  <a:lnTo>
                    <a:pt x="321058" y="1875110"/>
                  </a:lnTo>
                  <a:lnTo>
                    <a:pt x="361811" y="1852622"/>
                  </a:lnTo>
                  <a:close/>
                  <a:moveTo>
                    <a:pt x="307540" y="1825179"/>
                  </a:moveTo>
                  <a:lnTo>
                    <a:pt x="361811" y="1852622"/>
                  </a:lnTo>
                  <a:lnTo>
                    <a:pt x="347585" y="1801085"/>
                  </a:lnTo>
                  <a:close/>
                  <a:moveTo>
                    <a:pt x="361811" y="1852622"/>
                  </a:moveTo>
                  <a:lnTo>
                    <a:pt x="425023" y="1891313"/>
                  </a:lnTo>
                  <a:lnTo>
                    <a:pt x="424564" y="1828943"/>
                  </a:lnTo>
                  <a:close/>
                  <a:moveTo>
                    <a:pt x="426184" y="1828528"/>
                  </a:moveTo>
                  <a:lnTo>
                    <a:pt x="424564" y="1828943"/>
                  </a:lnTo>
                  <a:lnTo>
                    <a:pt x="425023" y="1891313"/>
                  </a:lnTo>
                  <a:close/>
                  <a:moveTo>
                    <a:pt x="405061" y="1776991"/>
                  </a:moveTo>
                  <a:lnTo>
                    <a:pt x="424564" y="1828943"/>
                  </a:lnTo>
                  <a:lnTo>
                    <a:pt x="424038" y="1824650"/>
                  </a:lnTo>
                  <a:close/>
                  <a:moveTo>
                    <a:pt x="361811" y="1852622"/>
                  </a:moveTo>
                  <a:lnTo>
                    <a:pt x="424564" y="1828943"/>
                  </a:lnTo>
                  <a:lnTo>
                    <a:pt x="405061" y="1776991"/>
                  </a:lnTo>
                  <a:close/>
                  <a:moveTo>
                    <a:pt x="347585" y="1801085"/>
                  </a:moveTo>
                  <a:lnTo>
                    <a:pt x="361811" y="1852622"/>
                  </a:lnTo>
                  <a:lnTo>
                    <a:pt x="405061" y="1776991"/>
                  </a:lnTo>
                  <a:close/>
                  <a:moveTo>
                    <a:pt x="424564" y="1828943"/>
                  </a:moveTo>
                  <a:lnTo>
                    <a:pt x="426184" y="1828528"/>
                  </a:lnTo>
                  <a:lnTo>
                    <a:pt x="424038" y="1824650"/>
                  </a:lnTo>
                  <a:close/>
                  <a:moveTo>
                    <a:pt x="337426" y="1749548"/>
                  </a:moveTo>
                  <a:lnTo>
                    <a:pt x="347585" y="1801085"/>
                  </a:lnTo>
                  <a:lnTo>
                    <a:pt x="405061" y="1776991"/>
                  </a:lnTo>
                  <a:close/>
                  <a:moveTo>
                    <a:pt x="337426" y="1749548"/>
                  </a:moveTo>
                  <a:lnTo>
                    <a:pt x="405061" y="1776991"/>
                  </a:lnTo>
                  <a:lnTo>
                    <a:pt x="379607" y="1725454"/>
                  </a:lnTo>
                  <a:close/>
                  <a:moveTo>
                    <a:pt x="325627" y="1622381"/>
                  </a:moveTo>
                  <a:lnTo>
                    <a:pt x="312186" y="1698012"/>
                  </a:lnTo>
                  <a:lnTo>
                    <a:pt x="346952" y="1673918"/>
                  </a:lnTo>
                  <a:close/>
                  <a:moveTo>
                    <a:pt x="500089" y="1804433"/>
                  </a:moveTo>
                  <a:lnTo>
                    <a:pt x="497358" y="1789203"/>
                  </a:lnTo>
                  <a:lnTo>
                    <a:pt x="426184" y="1828528"/>
                  </a:lnTo>
                  <a:close/>
                  <a:moveTo>
                    <a:pt x="426184" y="1828528"/>
                  </a:moveTo>
                  <a:lnTo>
                    <a:pt x="497358" y="1789203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97358" y="1789203"/>
                  </a:lnTo>
                  <a:lnTo>
                    <a:pt x="486077" y="1754174"/>
                  </a:lnTo>
                  <a:close/>
                  <a:moveTo>
                    <a:pt x="426184" y="1828528"/>
                  </a:moveTo>
                  <a:lnTo>
                    <a:pt x="416923" y="1772412"/>
                  </a:lnTo>
                  <a:lnTo>
                    <a:pt x="424038" y="1824650"/>
                  </a:lnTo>
                  <a:close/>
                  <a:moveTo>
                    <a:pt x="405061" y="1776991"/>
                  </a:moveTo>
                  <a:lnTo>
                    <a:pt x="424038" y="1824650"/>
                  </a:lnTo>
                  <a:lnTo>
                    <a:pt x="416923" y="1772412"/>
                  </a:lnTo>
                  <a:close/>
                  <a:moveTo>
                    <a:pt x="379607" y="1725454"/>
                  </a:moveTo>
                  <a:lnTo>
                    <a:pt x="416923" y="1772412"/>
                  </a:lnTo>
                  <a:lnTo>
                    <a:pt x="410583" y="1714824"/>
                  </a:lnTo>
                  <a:close/>
                  <a:moveTo>
                    <a:pt x="379607" y="1725454"/>
                  </a:moveTo>
                  <a:lnTo>
                    <a:pt x="405061" y="1776991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86077" y="1754174"/>
                  </a:lnTo>
                  <a:lnTo>
                    <a:pt x="463827" y="1709520"/>
                  </a:lnTo>
                  <a:close/>
                  <a:moveTo>
                    <a:pt x="416923" y="1772412"/>
                  </a:moveTo>
                  <a:lnTo>
                    <a:pt x="463827" y="1709520"/>
                  </a:lnTo>
                  <a:lnTo>
                    <a:pt x="410583" y="1714824"/>
                  </a:lnTo>
                  <a:close/>
                  <a:moveTo>
                    <a:pt x="486077" y="1754174"/>
                  </a:moveTo>
                  <a:lnTo>
                    <a:pt x="497358" y="1789203"/>
                  </a:lnTo>
                  <a:lnTo>
                    <a:pt x="491454" y="1752897"/>
                  </a:lnTo>
                  <a:close/>
                  <a:moveTo>
                    <a:pt x="346952" y="1673918"/>
                  </a:moveTo>
                  <a:lnTo>
                    <a:pt x="410583" y="1714824"/>
                  </a:lnTo>
                  <a:lnTo>
                    <a:pt x="401228" y="1659687"/>
                  </a:lnTo>
                  <a:close/>
                  <a:moveTo>
                    <a:pt x="346952" y="1673918"/>
                  </a:moveTo>
                  <a:lnTo>
                    <a:pt x="379607" y="1725454"/>
                  </a:lnTo>
                  <a:lnTo>
                    <a:pt x="410583" y="1714824"/>
                  </a:lnTo>
                  <a:close/>
                  <a:moveTo>
                    <a:pt x="325627" y="1622381"/>
                  </a:moveTo>
                  <a:lnTo>
                    <a:pt x="401228" y="1659687"/>
                  </a:lnTo>
                  <a:lnTo>
                    <a:pt x="387317" y="1608253"/>
                  </a:lnTo>
                  <a:close/>
                  <a:moveTo>
                    <a:pt x="325627" y="1622381"/>
                  </a:moveTo>
                  <a:lnTo>
                    <a:pt x="346952" y="1673918"/>
                  </a:lnTo>
                  <a:lnTo>
                    <a:pt x="401228" y="1659687"/>
                  </a:lnTo>
                  <a:close/>
                  <a:moveTo>
                    <a:pt x="502269" y="1803753"/>
                  </a:moveTo>
                  <a:lnTo>
                    <a:pt x="491454" y="1752897"/>
                  </a:lnTo>
                  <a:lnTo>
                    <a:pt x="497358" y="1789203"/>
                  </a:lnTo>
                  <a:close/>
                  <a:moveTo>
                    <a:pt x="554254" y="1736729"/>
                  </a:moveTo>
                  <a:lnTo>
                    <a:pt x="491454" y="1752897"/>
                  </a:lnTo>
                  <a:lnTo>
                    <a:pt x="502269" y="1803753"/>
                  </a:lnTo>
                  <a:close/>
                  <a:moveTo>
                    <a:pt x="0" y="955754"/>
                  </a:moveTo>
                  <a:lnTo>
                    <a:pt x="55162" y="983197"/>
                  </a:lnTo>
                  <a:lnTo>
                    <a:pt x="47210" y="931660"/>
                  </a:lnTo>
                  <a:close/>
                  <a:moveTo>
                    <a:pt x="54847" y="912989"/>
                  </a:moveTo>
                  <a:lnTo>
                    <a:pt x="0" y="955754"/>
                  </a:lnTo>
                  <a:lnTo>
                    <a:pt x="47210" y="931660"/>
                  </a:lnTo>
                  <a:close/>
                  <a:moveTo>
                    <a:pt x="658253" y="1653172"/>
                  </a:moveTo>
                  <a:lnTo>
                    <a:pt x="685544" y="1698971"/>
                  </a:lnTo>
                  <a:lnTo>
                    <a:pt x="700423" y="1631118"/>
                  </a:lnTo>
                  <a:close/>
                  <a:moveTo>
                    <a:pt x="647018" y="1601636"/>
                  </a:moveTo>
                  <a:lnTo>
                    <a:pt x="700423" y="1631118"/>
                  </a:lnTo>
                  <a:lnTo>
                    <a:pt x="668240" y="1594539"/>
                  </a:lnTo>
                  <a:close/>
                  <a:moveTo>
                    <a:pt x="647018" y="1601636"/>
                  </a:moveTo>
                  <a:lnTo>
                    <a:pt x="658253" y="1653172"/>
                  </a:lnTo>
                  <a:lnTo>
                    <a:pt x="700423" y="1631118"/>
                  </a:lnTo>
                  <a:close/>
                  <a:moveTo>
                    <a:pt x="47210" y="931660"/>
                  </a:moveTo>
                  <a:lnTo>
                    <a:pt x="98102" y="939813"/>
                  </a:lnTo>
                  <a:lnTo>
                    <a:pt x="69271" y="923994"/>
                  </a:lnTo>
                  <a:close/>
                  <a:moveTo>
                    <a:pt x="54847" y="912989"/>
                  </a:moveTo>
                  <a:lnTo>
                    <a:pt x="47210" y="931660"/>
                  </a:lnTo>
                  <a:lnTo>
                    <a:pt x="69271" y="923994"/>
                  </a:lnTo>
                  <a:close/>
                  <a:moveTo>
                    <a:pt x="69271" y="923994"/>
                  </a:moveTo>
                  <a:lnTo>
                    <a:pt x="94529" y="886676"/>
                  </a:lnTo>
                  <a:lnTo>
                    <a:pt x="54847" y="912989"/>
                  </a:lnTo>
                  <a:close/>
                  <a:moveTo>
                    <a:pt x="69271" y="923994"/>
                  </a:moveTo>
                  <a:lnTo>
                    <a:pt x="128917" y="913484"/>
                  </a:lnTo>
                  <a:lnTo>
                    <a:pt x="94529" y="886676"/>
                  </a:lnTo>
                  <a:close/>
                  <a:moveTo>
                    <a:pt x="128917" y="913484"/>
                  </a:moveTo>
                  <a:lnTo>
                    <a:pt x="69271" y="923994"/>
                  </a:lnTo>
                  <a:lnTo>
                    <a:pt x="144287" y="937814"/>
                  </a:lnTo>
                  <a:close/>
                  <a:moveTo>
                    <a:pt x="69271" y="923994"/>
                  </a:moveTo>
                  <a:lnTo>
                    <a:pt x="98102" y="939813"/>
                  </a:lnTo>
                  <a:lnTo>
                    <a:pt x="144287" y="937814"/>
                  </a:lnTo>
                  <a:close/>
                  <a:moveTo>
                    <a:pt x="179591" y="910270"/>
                  </a:moveTo>
                  <a:lnTo>
                    <a:pt x="128917" y="913484"/>
                  </a:lnTo>
                  <a:lnTo>
                    <a:pt x="185682" y="917906"/>
                  </a:lnTo>
                  <a:close/>
                  <a:moveTo>
                    <a:pt x="128917" y="913484"/>
                  </a:moveTo>
                  <a:lnTo>
                    <a:pt x="144287" y="937814"/>
                  </a:lnTo>
                  <a:lnTo>
                    <a:pt x="185682" y="917906"/>
                  </a:lnTo>
                  <a:close/>
                  <a:moveTo>
                    <a:pt x="705777" y="1629079"/>
                  </a:moveTo>
                  <a:lnTo>
                    <a:pt x="786271" y="1631095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786271" y="1631095"/>
                  </a:lnTo>
                  <a:lnTo>
                    <a:pt x="822115" y="1656521"/>
                  </a:lnTo>
                  <a:close/>
                  <a:moveTo>
                    <a:pt x="742928" y="1603942"/>
                  </a:moveTo>
                  <a:lnTo>
                    <a:pt x="705777" y="1629079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823411" y="1595279"/>
                  </a:lnTo>
                  <a:lnTo>
                    <a:pt x="750882" y="1577542"/>
                  </a:lnTo>
                  <a:close/>
                  <a:moveTo>
                    <a:pt x="750882" y="1577542"/>
                  </a:moveTo>
                  <a:lnTo>
                    <a:pt x="823411" y="1595279"/>
                  </a:lnTo>
                  <a:lnTo>
                    <a:pt x="795859" y="1553448"/>
                  </a:lnTo>
                  <a:close/>
                  <a:moveTo>
                    <a:pt x="750882" y="1577542"/>
                  </a:moveTo>
                  <a:lnTo>
                    <a:pt x="742928" y="1603942"/>
                  </a:lnTo>
                  <a:lnTo>
                    <a:pt x="763486" y="1617831"/>
                  </a:lnTo>
                  <a:close/>
                  <a:moveTo>
                    <a:pt x="711895" y="1398838"/>
                  </a:moveTo>
                  <a:lnTo>
                    <a:pt x="748636" y="1426281"/>
                  </a:lnTo>
                  <a:lnTo>
                    <a:pt x="743832" y="1374745"/>
                  </a:lnTo>
                  <a:close/>
                  <a:moveTo>
                    <a:pt x="749591" y="1359056"/>
                  </a:moveTo>
                  <a:lnTo>
                    <a:pt x="711895" y="1398838"/>
                  </a:lnTo>
                  <a:lnTo>
                    <a:pt x="743832" y="1374745"/>
                  </a:lnTo>
                  <a:close/>
                  <a:moveTo>
                    <a:pt x="743832" y="1374745"/>
                  </a:moveTo>
                  <a:lnTo>
                    <a:pt x="795286" y="1395002"/>
                  </a:lnTo>
                  <a:lnTo>
                    <a:pt x="773600" y="1358637"/>
                  </a:lnTo>
                  <a:close/>
                  <a:moveTo>
                    <a:pt x="749591" y="1359056"/>
                  </a:moveTo>
                  <a:lnTo>
                    <a:pt x="743832" y="1374745"/>
                  </a:lnTo>
                  <a:lnTo>
                    <a:pt x="773600" y="1358637"/>
                  </a:lnTo>
                  <a:close/>
                  <a:moveTo>
                    <a:pt x="589629" y="862727"/>
                  </a:moveTo>
                  <a:lnTo>
                    <a:pt x="550464" y="924153"/>
                  </a:lnTo>
                  <a:lnTo>
                    <a:pt x="579316" y="914263"/>
                  </a:lnTo>
                  <a:close/>
                  <a:moveTo>
                    <a:pt x="589629" y="862727"/>
                  </a:moveTo>
                  <a:lnTo>
                    <a:pt x="636481" y="892205"/>
                  </a:lnTo>
                  <a:lnTo>
                    <a:pt x="602350" y="857210"/>
                  </a:lnTo>
                  <a:close/>
                  <a:moveTo>
                    <a:pt x="589629" y="862727"/>
                  </a:moveTo>
                  <a:lnTo>
                    <a:pt x="579316" y="914263"/>
                  </a:lnTo>
                  <a:lnTo>
                    <a:pt x="636481" y="892205"/>
                  </a:lnTo>
                  <a:close/>
                  <a:moveTo>
                    <a:pt x="641223" y="890170"/>
                  </a:moveTo>
                  <a:lnTo>
                    <a:pt x="646852" y="838633"/>
                  </a:lnTo>
                  <a:lnTo>
                    <a:pt x="636481" y="892205"/>
                  </a:lnTo>
                  <a:close/>
                  <a:moveTo>
                    <a:pt x="646852" y="838633"/>
                  </a:moveTo>
                  <a:lnTo>
                    <a:pt x="602350" y="857210"/>
                  </a:lnTo>
                  <a:lnTo>
                    <a:pt x="636481" y="892205"/>
                  </a:lnTo>
                  <a:close/>
                  <a:moveTo>
                    <a:pt x="593831" y="856247"/>
                  </a:moveTo>
                  <a:lnTo>
                    <a:pt x="589629" y="862727"/>
                  </a:lnTo>
                  <a:lnTo>
                    <a:pt x="602350" y="857210"/>
                  </a:lnTo>
                  <a:close/>
                  <a:moveTo>
                    <a:pt x="639752" y="787097"/>
                  </a:moveTo>
                  <a:lnTo>
                    <a:pt x="602350" y="857210"/>
                  </a:lnTo>
                  <a:lnTo>
                    <a:pt x="646852" y="838633"/>
                  </a:lnTo>
                  <a:close/>
                  <a:moveTo>
                    <a:pt x="1156178" y="1457072"/>
                  </a:moveTo>
                  <a:lnTo>
                    <a:pt x="1155935" y="1508609"/>
                  </a:lnTo>
                  <a:lnTo>
                    <a:pt x="1197277" y="1493060"/>
                  </a:lnTo>
                  <a:close/>
                  <a:moveTo>
                    <a:pt x="1223374" y="1484515"/>
                  </a:moveTo>
                  <a:lnTo>
                    <a:pt x="1211024" y="1432979"/>
                  </a:lnTo>
                  <a:lnTo>
                    <a:pt x="1213096" y="1464586"/>
                  </a:lnTo>
                  <a:close/>
                  <a:moveTo>
                    <a:pt x="1197277" y="1493060"/>
                  </a:moveTo>
                  <a:lnTo>
                    <a:pt x="1223374" y="1484515"/>
                  </a:lnTo>
                  <a:lnTo>
                    <a:pt x="1213096" y="1464586"/>
                  </a:lnTo>
                  <a:close/>
                  <a:moveTo>
                    <a:pt x="1168545" y="1453676"/>
                  </a:moveTo>
                  <a:lnTo>
                    <a:pt x="1197277" y="1493060"/>
                  </a:lnTo>
                  <a:lnTo>
                    <a:pt x="1213096" y="1464586"/>
                  </a:lnTo>
                  <a:close/>
                  <a:moveTo>
                    <a:pt x="639752" y="787097"/>
                  </a:moveTo>
                  <a:lnTo>
                    <a:pt x="689056" y="767802"/>
                  </a:lnTo>
                  <a:lnTo>
                    <a:pt x="684816" y="765406"/>
                  </a:lnTo>
                  <a:close/>
                  <a:moveTo>
                    <a:pt x="682371" y="814539"/>
                  </a:moveTo>
                  <a:lnTo>
                    <a:pt x="689056" y="767802"/>
                  </a:lnTo>
                  <a:lnTo>
                    <a:pt x="639752" y="787097"/>
                  </a:lnTo>
                  <a:close/>
                  <a:moveTo>
                    <a:pt x="646852" y="838633"/>
                  </a:moveTo>
                  <a:lnTo>
                    <a:pt x="682371" y="814539"/>
                  </a:lnTo>
                  <a:lnTo>
                    <a:pt x="639752" y="787097"/>
                  </a:lnTo>
                  <a:close/>
                  <a:moveTo>
                    <a:pt x="652473" y="765925"/>
                  </a:moveTo>
                  <a:lnTo>
                    <a:pt x="639752" y="787097"/>
                  </a:lnTo>
                  <a:lnTo>
                    <a:pt x="684816" y="765406"/>
                  </a:lnTo>
                  <a:close/>
                  <a:moveTo>
                    <a:pt x="713628" y="711466"/>
                  </a:moveTo>
                  <a:lnTo>
                    <a:pt x="684816" y="765406"/>
                  </a:lnTo>
                  <a:lnTo>
                    <a:pt x="689631" y="763003"/>
                  </a:lnTo>
                  <a:close/>
                  <a:moveTo>
                    <a:pt x="684816" y="765406"/>
                  </a:moveTo>
                  <a:lnTo>
                    <a:pt x="689056" y="767802"/>
                  </a:lnTo>
                  <a:lnTo>
                    <a:pt x="689631" y="763003"/>
                  </a:lnTo>
                  <a:close/>
                  <a:moveTo>
                    <a:pt x="444774" y="553180"/>
                  </a:moveTo>
                  <a:lnTo>
                    <a:pt x="409770" y="557207"/>
                  </a:lnTo>
                  <a:lnTo>
                    <a:pt x="389268" y="580950"/>
                  </a:lnTo>
                  <a:close/>
                  <a:moveTo>
                    <a:pt x="1115242" y="1313183"/>
                  </a:moveTo>
                  <a:lnTo>
                    <a:pt x="1107588" y="1329905"/>
                  </a:lnTo>
                  <a:lnTo>
                    <a:pt x="1124542" y="1325981"/>
                  </a:lnTo>
                  <a:close/>
                  <a:moveTo>
                    <a:pt x="1098755" y="1221460"/>
                  </a:moveTo>
                  <a:lnTo>
                    <a:pt x="1096495" y="1243089"/>
                  </a:lnTo>
                  <a:lnTo>
                    <a:pt x="1143236" y="1202738"/>
                  </a:lnTo>
                  <a:close/>
                  <a:moveTo>
                    <a:pt x="1157894" y="1163072"/>
                  </a:moveTo>
                  <a:lnTo>
                    <a:pt x="1081795" y="1188130"/>
                  </a:lnTo>
                  <a:lnTo>
                    <a:pt x="1143236" y="1202738"/>
                  </a:lnTo>
                  <a:close/>
                  <a:moveTo>
                    <a:pt x="1143236" y="1202738"/>
                  </a:moveTo>
                  <a:lnTo>
                    <a:pt x="1081795" y="1188130"/>
                  </a:lnTo>
                  <a:lnTo>
                    <a:pt x="1098755" y="1221460"/>
                  </a:lnTo>
                  <a:close/>
                  <a:moveTo>
                    <a:pt x="689056" y="767802"/>
                  </a:moveTo>
                  <a:lnTo>
                    <a:pt x="682371" y="814539"/>
                  </a:lnTo>
                  <a:lnTo>
                    <a:pt x="716125" y="802695"/>
                  </a:lnTo>
                  <a:close/>
                  <a:moveTo>
                    <a:pt x="716125" y="802695"/>
                  </a:moveTo>
                  <a:lnTo>
                    <a:pt x="689631" y="763003"/>
                  </a:lnTo>
                  <a:lnTo>
                    <a:pt x="689056" y="767802"/>
                  </a:lnTo>
                  <a:close/>
                  <a:moveTo>
                    <a:pt x="760451" y="741899"/>
                  </a:moveTo>
                  <a:lnTo>
                    <a:pt x="689631" y="763003"/>
                  </a:lnTo>
                  <a:lnTo>
                    <a:pt x="716125" y="802695"/>
                  </a:lnTo>
                  <a:close/>
                  <a:moveTo>
                    <a:pt x="765989" y="800139"/>
                  </a:moveTo>
                  <a:lnTo>
                    <a:pt x="760451" y="741899"/>
                  </a:lnTo>
                  <a:lnTo>
                    <a:pt x="716125" y="802695"/>
                  </a:lnTo>
                  <a:close/>
                  <a:moveTo>
                    <a:pt x="798031" y="790445"/>
                  </a:moveTo>
                  <a:lnTo>
                    <a:pt x="812876" y="746491"/>
                  </a:lnTo>
                  <a:lnTo>
                    <a:pt x="765989" y="800139"/>
                  </a:lnTo>
                  <a:close/>
                  <a:moveTo>
                    <a:pt x="765989" y="800139"/>
                  </a:moveTo>
                  <a:lnTo>
                    <a:pt x="812876" y="746491"/>
                  </a:lnTo>
                  <a:lnTo>
                    <a:pt x="808485" y="740830"/>
                  </a:lnTo>
                  <a:close/>
                  <a:moveTo>
                    <a:pt x="765989" y="800139"/>
                  </a:moveTo>
                  <a:lnTo>
                    <a:pt x="808485" y="740830"/>
                  </a:lnTo>
                  <a:lnTo>
                    <a:pt x="760451" y="741899"/>
                  </a:lnTo>
                  <a:close/>
                  <a:moveTo>
                    <a:pt x="815470" y="738909"/>
                  </a:moveTo>
                  <a:lnTo>
                    <a:pt x="808485" y="740830"/>
                  </a:lnTo>
                  <a:lnTo>
                    <a:pt x="812876" y="746491"/>
                  </a:lnTo>
                  <a:close/>
                  <a:moveTo>
                    <a:pt x="713628" y="711466"/>
                  </a:moveTo>
                  <a:lnTo>
                    <a:pt x="760451" y="741899"/>
                  </a:lnTo>
                  <a:lnTo>
                    <a:pt x="728345" y="705257"/>
                  </a:lnTo>
                  <a:close/>
                  <a:moveTo>
                    <a:pt x="713628" y="711466"/>
                  </a:moveTo>
                  <a:lnTo>
                    <a:pt x="689631" y="763003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728345" y="705257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815470" y="738909"/>
                  </a:lnTo>
                  <a:lnTo>
                    <a:pt x="806929" y="724257"/>
                  </a:lnTo>
                  <a:close/>
                  <a:moveTo>
                    <a:pt x="1202211" y="1300820"/>
                  </a:moveTo>
                  <a:lnTo>
                    <a:pt x="1261966" y="1242604"/>
                  </a:lnTo>
                  <a:lnTo>
                    <a:pt x="1256690" y="1231769"/>
                  </a:lnTo>
                  <a:close/>
                  <a:moveTo>
                    <a:pt x="1202211" y="1300820"/>
                  </a:moveTo>
                  <a:lnTo>
                    <a:pt x="1256690" y="1231769"/>
                  </a:lnTo>
                  <a:lnTo>
                    <a:pt x="1193501" y="1245158"/>
                  </a:lnTo>
                  <a:close/>
                  <a:moveTo>
                    <a:pt x="1143236" y="1202738"/>
                  </a:moveTo>
                  <a:lnTo>
                    <a:pt x="1193501" y="1245158"/>
                  </a:lnTo>
                  <a:lnTo>
                    <a:pt x="1180951" y="1192618"/>
                  </a:lnTo>
                  <a:close/>
                  <a:moveTo>
                    <a:pt x="1143236" y="1202738"/>
                  </a:moveTo>
                  <a:lnTo>
                    <a:pt x="1167644" y="1254275"/>
                  </a:lnTo>
                  <a:lnTo>
                    <a:pt x="1193501" y="1245158"/>
                  </a:lnTo>
                  <a:close/>
                  <a:moveTo>
                    <a:pt x="1157894" y="1163072"/>
                  </a:moveTo>
                  <a:lnTo>
                    <a:pt x="1143236" y="1202738"/>
                  </a:lnTo>
                  <a:lnTo>
                    <a:pt x="1180951" y="1192618"/>
                  </a:lnTo>
                  <a:close/>
                  <a:moveTo>
                    <a:pt x="1067979" y="972497"/>
                  </a:moveTo>
                  <a:lnTo>
                    <a:pt x="1089468" y="947016"/>
                  </a:lnTo>
                  <a:lnTo>
                    <a:pt x="1018216" y="945055"/>
                  </a:lnTo>
                  <a:close/>
                  <a:moveTo>
                    <a:pt x="1022240" y="996592"/>
                  </a:moveTo>
                  <a:lnTo>
                    <a:pt x="1067979" y="972497"/>
                  </a:lnTo>
                  <a:lnTo>
                    <a:pt x="1018216" y="945055"/>
                  </a:lnTo>
                  <a:close/>
                  <a:moveTo>
                    <a:pt x="798031" y="790445"/>
                  </a:moveTo>
                  <a:lnTo>
                    <a:pt x="832998" y="82172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798031" y="79044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836439" y="780846"/>
                  </a:lnTo>
                  <a:lnTo>
                    <a:pt x="815470" y="738909"/>
                  </a:lnTo>
                  <a:close/>
                  <a:moveTo>
                    <a:pt x="815470" y="738909"/>
                  </a:moveTo>
                  <a:lnTo>
                    <a:pt x="836439" y="780846"/>
                  </a:lnTo>
                  <a:lnTo>
                    <a:pt x="889785" y="766351"/>
                  </a:lnTo>
                  <a:close/>
                  <a:moveTo>
                    <a:pt x="817935" y="670404"/>
                  </a:moveTo>
                  <a:lnTo>
                    <a:pt x="806929" y="724257"/>
                  </a:lnTo>
                  <a:lnTo>
                    <a:pt x="831199" y="663278"/>
                  </a:lnTo>
                  <a:close/>
                  <a:moveTo>
                    <a:pt x="831199" y="663278"/>
                  </a:moveTo>
                  <a:lnTo>
                    <a:pt x="806929" y="724257"/>
                  </a:lnTo>
                  <a:lnTo>
                    <a:pt x="815470" y="738909"/>
                  </a:lnTo>
                  <a:close/>
                  <a:moveTo>
                    <a:pt x="831199" y="663278"/>
                  </a:moveTo>
                  <a:lnTo>
                    <a:pt x="815470" y="738909"/>
                  </a:lnTo>
                  <a:lnTo>
                    <a:pt x="872385" y="714815"/>
                  </a:lnTo>
                  <a:close/>
                  <a:moveTo>
                    <a:pt x="781666" y="687372"/>
                  </a:moveTo>
                  <a:lnTo>
                    <a:pt x="806929" y="724257"/>
                  </a:lnTo>
                  <a:lnTo>
                    <a:pt x="817935" y="670404"/>
                  </a:lnTo>
                  <a:close/>
                  <a:moveTo>
                    <a:pt x="791709" y="635835"/>
                  </a:moveTo>
                  <a:lnTo>
                    <a:pt x="817935" y="670404"/>
                  </a:lnTo>
                  <a:lnTo>
                    <a:pt x="831199" y="663278"/>
                  </a:lnTo>
                  <a:close/>
                  <a:moveTo>
                    <a:pt x="836149" y="611742"/>
                  </a:moveTo>
                  <a:lnTo>
                    <a:pt x="894109" y="605731"/>
                  </a:lnTo>
                  <a:lnTo>
                    <a:pt x="869638" y="603610"/>
                  </a:lnTo>
                  <a:close/>
                  <a:moveTo>
                    <a:pt x="869473" y="639184"/>
                  </a:moveTo>
                  <a:lnTo>
                    <a:pt x="894109" y="605731"/>
                  </a:lnTo>
                  <a:lnTo>
                    <a:pt x="836149" y="611742"/>
                  </a:lnTo>
                  <a:close/>
                  <a:moveTo>
                    <a:pt x="831199" y="663278"/>
                  </a:moveTo>
                  <a:lnTo>
                    <a:pt x="869473" y="639184"/>
                  </a:lnTo>
                  <a:lnTo>
                    <a:pt x="836149" y="611742"/>
                  </a:lnTo>
                  <a:close/>
                  <a:moveTo>
                    <a:pt x="869638" y="603610"/>
                  </a:moveTo>
                  <a:lnTo>
                    <a:pt x="894109" y="605731"/>
                  </a:lnTo>
                  <a:lnTo>
                    <a:pt x="904685" y="587648"/>
                  </a:lnTo>
                  <a:close/>
                  <a:moveTo>
                    <a:pt x="928820" y="600611"/>
                  </a:moveTo>
                  <a:lnTo>
                    <a:pt x="894109" y="605731"/>
                  </a:lnTo>
                  <a:lnTo>
                    <a:pt x="869473" y="639184"/>
                  </a:lnTo>
                  <a:close/>
                  <a:moveTo>
                    <a:pt x="473211" y="80126"/>
                  </a:moveTo>
                  <a:lnTo>
                    <a:pt x="429314" y="90680"/>
                  </a:lnTo>
                  <a:lnTo>
                    <a:pt x="513424" y="95575"/>
                  </a:lnTo>
                  <a:close/>
                  <a:moveTo>
                    <a:pt x="821749" y="103073"/>
                  </a:moveTo>
                  <a:lnTo>
                    <a:pt x="842292" y="47075"/>
                  </a:lnTo>
                  <a:lnTo>
                    <a:pt x="841372" y="27442"/>
                  </a:lnTo>
                  <a:close/>
                  <a:moveTo>
                    <a:pt x="812346" y="0"/>
                  </a:moveTo>
                  <a:lnTo>
                    <a:pt x="813466" y="46609"/>
                  </a:lnTo>
                  <a:lnTo>
                    <a:pt x="841372" y="27442"/>
                  </a:lnTo>
                  <a:close/>
                  <a:moveTo>
                    <a:pt x="1015178" y="182052"/>
                  </a:moveTo>
                  <a:lnTo>
                    <a:pt x="1049394" y="162465"/>
                  </a:lnTo>
                  <a:lnTo>
                    <a:pt x="1031638" y="171414"/>
                  </a:lnTo>
                  <a:close/>
                  <a:moveTo>
                    <a:pt x="1031309" y="209495"/>
                  </a:moveTo>
                  <a:lnTo>
                    <a:pt x="1049394" y="162465"/>
                  </a:lnTo>
                  <a:lnTo>
                    <a:pt x="1015178" y="182052"/>
                  </a:lnTo>
                  <a:close/>
                  <a:moveTo>
                    <a:pt x="1031638" y="171414"/>
                  </a:moveTo>
                  <a:lnTo>
                    <a:pt x="1015768" y="171645"/>
                  </a:lnTo>
                  <a:lnTo>
                    <a:pt x="1015178" y="182052"/>
                  </a:lnTo>
                  <a:close/>
                  <a:moveTo>
                    <a:pt x="1038782" y="106422"/>
                  </a:moveTo>
                  <a:lnTo>
                    <a:pt x="1031638" y="171414"/>
                  </a:lnTo>
                  <a:lnTo>
                    <a:pt x="1051494" y="157958"/>
                  </a:lnTo>
                  <a:close/>
                  <a:moveTo>
                    <a:pt x="1031638" y="171414"/>
                  </a:moveTo>
                  <a:lnTo>
                    <a:pt x="1049394" y="162465"/>
                  </a:lnTo>
                  <a:lnTo>
                    <a:pt x="1051494" y="157958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62" name="Output_density__4261">
              <a:extLst>
                <a:ext uri="{FF2B5EF4-FFF2-40B4-BE49-F238E27FC236}">
                  <a16:creationId xmlns:a16="http://schemas.microsoft.com/office/drawing/2014/main" id="{0683330A-F82A-DCC2-3E09-B6310D5C847F}"/>
                </a:ext>
              </a:extLst>
            </p:cNvPr>
            <p:cNvSpPr>
              <a:spLocks noGrp="1"/>
            </p:cNvSpPr>
            <p:nvPr/>
          </p:nvSpPr>
          <p:spPr>
            <a:xfrm>
              <a:off x="15331105" y="2378214"/>
              <a:ext cx="1371772" cy="1959808"/>
            </a:xfrm>
            <a:custGeom>
              <a:avLst/>
              <a:gdLst/>
              <a:ahLst/>
              <a:cxnLst/>
              <a:rect l="0" t="0" r="0" b="0"/>
              <a:pathLst>
                <a:path w="1371772" h="1959808">
                  <a:moveTo>
                    <a:pt x="412861" y="1959808"/>
                  </a:moveTo>
                  <a:lnTo>
                    <a:pt x="444007" y="1955695"/>
                  </a:lnTo>
                  <a:lnTo>
                    <a:pt x="391845" y="1921011"/>
                  </a:lnTo>
                  <a:close/>
                  <a:moveTo>
                    <a:pt x="476875" y="1931601"/>
                  </a:moveTo>
                  <a:lnTo>
                    <a:pt x="448905" y="1959670"/>
                  </a:lnTo>
                  <a:lnTo>
                    <a:pt x="477636" y="1932193"/>
                  </a:lnTo>
                  <a:close/>
                  <a:moveTo>
                    <a:pt x="476875" y="1931601"/>
                  </a:moveTo>
                  <a:lnTo>
                    <a:pt x="444007" y="1955695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77636" y="1932193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83528" y="1931601"/>
                  </a:lnTo>
                  <a:lnTo>
                    <a:pt x="477636" y="1932193"/>
                  </a:lnTo>
                  <a:close/>
                  <a:moveTo>
                    <a:pt x="0" y="1261625"/>
                  </a:moveTo>
                  <a:lnTo>
                    <a:pt x="12230" y="1266289"/>
                  </a:lnTo>
                  <a:lnTo>
                    <a:pt x="20729" y="1271953"/>
                  </a:lnTo>
                  <a:close/>
                  <a:moveTo>
                    <a:pt x="495533" y="1864206"/>
                  </a:moveTo>
                  <a:lnTo>
                    <a:pt x="483528" y="1931601"/>
                  </a:lnTo>
                  <a:lnTo>
                    <a:pt x="522392" y="1924850"/>
                  </a:lnTo>
                  <a:close/>
                  <a:moveTo>
                    <a:pt x="25537" y="1255470"/>
                  </a:moveTo>
                  <a:lnTo>
                    <a:pt x="0" y="1261625"/>
                  </a:lnTo>
                  <a:lnTo>
                    <a:pt x="20729" y="1271953"/>
                  </a:lnTo>
                  <a:close/>
                  <a:moveTo>
                    <a:pt x="38205" y="1202395"/>
                  </a:moveTo>
                  <a:lnTo>
                    <a:pt x="0" y="1261625"/>
                  </a:lnTo>
                  <a:lnTo>
                    <a:pt x="25537" y="1255470"/>
                  </a:lnTo>
                  <a:close/>
                  <a:moveTo>
                    <a:pt x="25537" y="1255470"/>
                  </a:moveTo>
                  <a:lnTo>
                    <a:pt x="80221" y="1248995"/>
                  </a:lnTo>
                  <a:lnTo>
                    <a:pt x="38205" y="1202395"/>
                  </a:lnTo>
                  <a:close/>
                  <a:moveTo>
                    <a:pt x="80221" y="1248995"/>
                  </a:moveTo>
                  <a:lnTo>
                    <a:pt x="89953" y="1221195"/>
                  </a:lnTo>
                  <a:lnTo>
                    <a:pt x="38205" y="1202395"/>
                  </a:lnTo>
                  <a:close/>
                  <a:moveTo>
                    <a:pt x="548881" y="1848791"/>
                  </a:moveTo>
                  <a:lnTo>
                    <a:pt x="549288" y="1890512"/>
                  </a:lnTo>
                  <a:lnTo>
                    <a:pt x="582280" y="1855970"/>
                  </a:lnTo>
                  <a:close/>
                  <a:moveTo>
                    <a:pt x="96892" y="1172699"/>
                  </a:moveTo>
                  <a:lnTo>
                    <a:pt x="48997" y="1173655"/>
                  </a:lnTo>
                  <a:lnTo>
                    <a:pt x="38205" y="1202395"/>
                  </a:lnTo>
                  <a:close/>
                  <a:moveTo>
                    <a:pt x="412421" y="1343953"/>
                  </a:moveTo>
                  <a:lnTo>
                    <a:pt x="391902" y="1381626"/>
                  </a:lnTo>
                  <a:lnTo>
                    <a:pt x="419655" y="1351182"/>
                  </a:lnTo>
                  <a:close/>
                  <a:moveTo>
                    <a:pt x="419655" y="1351182"/>
                  </a:moveTo>
                  <a:lnTo>
                    <a:pt x="391902" y="1381626"/>
                  </a:lnTo>
                  <a:lnTo>
                    <a:pt x="389272" y="1400642"/>
                  </a:lnTo>
                  <a:close/>
                  <a:moveTo>
                    <a:pt x="34297" y="1052881"/>
                  </a:moveTo>
                  <a:lnTo>
                    <a:pt x="72793" y="1022135"/>
                  </a:lnTo>
                  <a:lnTo>
                    <a:pt x="105630" y="1010008"/>
                  </a:lnTo>
                  <a:close/>
                  <a:moveTo>
                    <a:pt x="284626" y="1071279"/>
                  </a:moveTo>
                  <a:lnTo>
                    <a:pt x="278295" y="1062176"/>
                  </a:lnTo>
                  <a:lnTo>
                    <a:pt x="289816" y="1113713"/>
                  </a:lnTo>
                  <a:close/>
                  <a:moveTo>
                    <a:pt x="707822" y="1680615"/>
                  </a:moveTo>
                  <a:lnTo>
                    <a:pt x="715824" y="1701530"/>
                  </a:lnTo>
                  <a:lnTo>
                    <a:pt x="754375" y="1728568"/>
                  </a:lnTo>
                  <a:close/>
                  <a:moveTo>
                    <a:pt x="741600" y="1617831"/>
                  </a:moveTo>
                  <a:lnTo>
                    <a:pt x="784927" y="1668119"/>
                  </a:lnTo>
                  <a:lnTo>
                    <a:pt x="789001" y="1617278"/>
                  </a:lnTo>
                  <a:close/>
                  <a:moveTo>
                    <a:pt x="202190" y="1061453"/>
                  </a:moveTo>
                  <a:lnTo>
                    <a:pt x="211596" y="1010639"/>
                  </a:lnTo>
                  <a:lnTo>
                    <a:pt x="201344" y="1000278"/>
                  </a:lnTo>
                  <a:close/>
                  <a:moveTo>
                    <a:pt x="440647" y="1083144"/>
                  </a:moveTo>
                  <a:lnTo>
                    <a:pt x="521202" y="1111002"/>
                  </a:lnTo>
                  <a:lnTo>
                    <a:pt x="473542" y="1107486"/>
                  </a:lnTo>
                  <a:close/>
                  <a:moveTo>
                    <a:pt x="374941" y="1035836"/>
                  </a:moveTo>
                  <a:lnTo>
                    <a:pt x="431586" y="1085520"/>
                  </a:lnTo>
                  <a:lnTo>
                    <a:pt x="440647" y="1083144"/>
                  </a:lnTo>
                  <a:close/>
                  <a:moveTo>
                    <a:pt x="1076198" y="1653726"/>
                  </a:moveTo>
                  <a:lnTo>
                    <a:pt x="1080976" y="1659870"/>
                  </a:lnTo>
                  <a:lnTo>
                    <a:pt x="1054293" y="1616271"/>
                  </a:lnTo>
                  <a:close/>
                  <a:moveTo>
                    <a:pt x="552124" y="1155982"/>
                  </a:moveTo>
                  <a:lnTo>
                    <a:pt x="568429" y="1220134"/>
                  </a:lnTo>
                  <a:lnTo>
                    <a:pt x="570805" y="1168598"/>
                  </a:lnTo>
                  <a:close/>
                  <a:moveTo>
                    <a:pt x="552124" y="1155982"/>
                  </a:moveTo>
                  <a:lnTo>
                    <a:pt x="570805" y="1168598"/>
                  </a:lnTo>
                  <a:lnTo>
                    <a:pt x="524494" y="1123313"/>
                  </a:lnTo>
                  <a:close/>
                  <a:moveTo>
                    <a:pt x="518398" y="1041431"/>
                  </a:moveTo>
                  <a:lnTo>
                    <a:pt x="483624" y="1110947"/>
                  </a:lnTo>
                  <a:lnTo>
                    <a:pt x="521202" y="1111002"/>
                  </a:lnTo>
                  <a:close/>
                  <a:moveTo>
                    <a:pt x="905469" y="1404530"/>
                  </a:moveTo>
                  <a:lnTo>
                    <a:pt x="879863" y="1393161"/>
                  </a:lnTo>
                  <a:lnTo>
                    <a:pt x="946306" y="1429629"/>
                  </a:lnTo>
                  <a:close/>
                  <a:moveTo>
                    <a:pt x="979196" y="1451113"/>
                  </a:moveTo>
                  <a:lnTo>
                    <a:pt x="1048536" y="1481166"/>
                  </a:lnTo>
                  <a:lnTo>
                    <a:pt x="1017168" y="1472801"/>
                  </a:lnTo>
                  <a:close/>
                  <a:moveTo>
                    <a:pt x="543888" y="974449"/>
                  </a:moveTo>
                  <a:lnTo>
                    <a:pt x="550304" y="989894"/>
                  </a:lnTo>
                  <a:lnTo>
                    <a:pt x="528579" y="924153"/>
                  </a:lnTo>
                  <a:close/>
                  <a:moveTo>
                    <a:pt x="528579" y="924153"/>
                  </a:moveTo>
                  <a:lnTo>
                    <a:pt x="550304" y="989894"/>
                  </a:lnTo>
                  <a:lnTo>
                    <a:pt x="596315" y="947361"/>
                  </a:lnTo>
                  <a:close/>
                  <a:moveTo>
                    <a:pt x="1109236" y="1532703"/>
                  </a:moveTo>
                  <a:lnTo>
                    <a:pt x="1136131" y="1568231"/>
                  </a:lnTo>
                  <a:lnTo>
                    <a:pt x="1139300" y="1560145"/>
                  </a:lnTo>
                  <a:close/>
                  <a:moveTo>
                    <a:pt x="1017168" y="1472801"/>
                  </a:moveTo>
                  <a:lnTo>
                    <a:pt x="1092641" y="1445404"/>
                  </a:lnTo>
                  <a:lnTo>
                    <a:pt x="1045303" y="1443096"/>
                  </a:lnTo>
                  <a:close/>
                  <a:moveTo>
                    <a:pt x="675650" y="943294"/>
                  </a:moveTo>
                  <a:lnTo>
                    <a:pt x="617518" y="952572"/>
                  </a:lnTo>
                  <a:lnTo>
                    <a:pt x="619337" y="890170"/>
                  </a:lnTo>
                  <a:close/>
                  <a:moveTo>
                    <a:pt x="641322" y="940958"/>
                  </a:moveTo>
                  <a:lnTo>
                    <a:pt x="675650" y="943294"/>
                  </a:lnTo>
                  <a:lnTo>
                    <a:pt x="619337" y="890170"/>
                  </a:lnTo>
                  <a:close/>
                  <a:moveTo>
                    <a:pt x="596315" y="947361"/>
                  </a:moveTo>
                  <a:lnTo>
                    <a:pt x="641322" y="940958"/>
                  </a:lnTo>
                  <a:lnTo>
                    <a:pt x="619337" y="890170"/>
                  </a:lnTo>
                  <a:close/>
                  <a:moveTo>
                    <a:pt x="193685" y="490058"/>
                  </a:moveTo>
                  <a:lnTo>
                    <a:pt x="259433" y="489092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249323" y="523400"/>
                  </a:lnTo>
                  <a:lnTo>
                    <a:pt x="292831" y="511393"/>
                  </a:lnTo>
                  <a:close/>
                  <a:moveTo>
                    <a:pt x="294607" y="498479"/>
                  </a:moveTo>
                  <a:lnTo>
                    <a:pt x="259433" y="489092"/>
                  </a:lnTo>
                  <a:lnTo>
                    <a:pt x="249323" y="523400"/>
                  </a:lnTo>
                  <a:close/>
                  <a:moveTo>
                    <a:pt x="259433" y="489092"/>
                  </a:moveTo>
                  <a:lnTo>
                    <a:pt x="294607" y="498479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311561" y="446521"/>
                  </a:lnTo>
                  <a:lnTo>
                    <a:pt x="262237" y="436784"/>
                  </a:lnTo>
                  <a:close/>
                  <a:moveTo>
                    <a:pt x="1123913" y="1283939"/>
                  </a:moveTo>
                  <a:lnTo>
                    <a:pt x="1127936" y="1343412"/>
                  </a:lnTo>
                  <a:lnTo>
                    <a:pt x="1093357" y="1313183"/>
                  </a:lnTo>
                  <a:close/>
                  <a:moveTo>
                    <a:pt x="1018220" y="1231159"/>
                  </a:moveTo>
                  <a:lnTo>
                    <a:pt x="1074610" y="1243089"/>
                  </a:lnTo>
                  <a:lnTo>
                    <a:pt x="1027543" y="1241793"/>
                  </a:lnTo>
                  <a:close/>
                  <a:moveTo>
                    <a:pt x="827602" y="1096316"/>
                  </a:moveTo>
                  <a:lnTo>
                    <a:pt x="850286" y="1072222"/>
                  </a:lnTo>
                  <a:lnTo>
                    <a:pt x="837348" y="1147853"/>
                  </a:lnTo>
                  <a:close/>
                  <a:moveTo>
                    <a:pt x="837713" y="1020686"/>
                  </a:moveTo>
                  <a:lnTo>
                    <a:pt x="850286" y="1072222"/>
                  </a:lnTo>
                  <a:lnTo>
                    <a:pt x="845169" y="1044779"/>
                  </a:lnTo>
                  <a:close/>
                  <a:moveTo>
                    <a:pt x="837713" y="1020686"/>
                  </a:moveTo>
                  <a:lnTo>
                    <a:pt x="845169" y="1044779"/>
                  </a:lnTo>
                  <a:lnTo>
                    <a:pt x="868917" y="998068"/>
                  </a:lnTo>
                  <a:close/>
                  <a:moveTo>
                    <a:pt x="483625" y="609003"/>
                  </a:moveTo>
                  <a:lnTo>
                    <a:pt x="484801" y="632487"/>
                  </a:lnTo>
                  <a:lnTo>
                    <a:pt x="483838" y="606383"/>
                  </a:lnTo>
                  <a:close/>
                  <a:moveTo>
                    <a:pt x="335829" y="402357"/>
                  </a:moveTo>
                  <a:lnTo>
                    <a:pt x="333320" y="40224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35829" y="40235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58439" y="447114"/>
                  </a:lnTo>
                  <a:lnTo>
                    <a:pt x="335829" y="402357"/>
                  </a:lnTo>
                  <a:close/>
                  <a:moveTo>
                    <a:pt x="275587" y="247637"/>
                  </a:moveTo>
                  <a:lnTo>
                    <a:pt x="245517" y="239370"/>
                  </a:lnTo>
                  <a:lnTo>
                    <a:pt x="210992" y="245188"/>
                  </a:lnTo>
                  <a:close/>
                  <a:moveTo>
                    <a:pt x="1076869" y="1221460"/>
                  </a:moveTo>
                  <a:lnTo>
                    <a:pt x="1031701" y="1220199"/>
                  </a:lnTo>
                  <a:lnTo>
                    <a:pt x="1027543" y="1241793"/>
                  </a:lnTo>
                  <a:close/>
                  <a:moveTo>
                    <a:pt x="1031701" y="1220199"/>
                  </a:moveTo>
                  <a:lnTo>
                    <a:pt x="1076869" y="1221460"/>
                  </a:lnTo>
                  <a:lnTo>
                    <a:pt x="1034213" y="1155414"/>
                  </a:lnTo>
                  <a:close/>
                  <a:moveTo>
                    <a:pt x="1020156" y="1104099"/>
                  </a:moveTo>
                  <a:lnTo>
                    <a:pt x="1034213" y="1155414"/>
                  </a:lnTo>
                  <a:lnTo>
                    <a:pt x="1054470" y="1175296"/>
                  </a:lnTo>
                  <a:close/>
                  <a:moveTo>
                    <a:pt x="874245" y="958528"/>
                  </a:moveTo>
                  <a:lnTo>
                    <a:pt x="837713" y="1020686"/>
                  </a:lnTo>
                  <a:lnTo>
                    <a:pt x="868917" y="998068"/>
                  </a:lnTo>
                  <a:close/>
                  <a:moveTo>
                    <a:pt x="335829" y="402357"/>
                  </a:moveTo>
                  <a:lnTo>
                    <a:pt x="335946" y="402127"/>
                  </a:lnTo>
                  <a:lnTo>
                    <a:pt x="333320" y="402247"/>
                  </a:lnTo>
                  <a:close/>
                  <a:moveTo>
                    <a:pt x="335946" y="402127"/>
                  </a:moveTo>
                  <a:lnTo>
                    <a:pt x="335829" y="402357"/>
                  </a:lnTo>
                  <a:lnTo>
                    <a:pt x="336021" y="402247"/>
                  </a:lnTo>
                  <a:close/>
                  <a:moveTo>
                    <a:pt x="358432" y="351963"/>
                  </a:moveTo>
                  <a:lnTo>
                    <a:pt x="336021" y="402247"/>
                  </a:lnTo>
                  <a:lnTo>
                    <a:pt x="375437" y="375766"/>
                  </a:lnTo>
                  <a:close/>
                  <a:moveTo>
                    <a:pt x="1307164" y="1281717"/>
                  </a:moveTo>
                  <a:lnTo>
                    <a:pt x="1262643" y="1247119"/>
                  </a:lnTo>
                  <a:lnTo>
                    <a:pt x="1291436" y="1259937"/>
                  </a:lnTo>
                  <a:close/>
                  <a:moveTo>
                    <a:pt x="1317213" y="1328240"/>
                  </a:moveTo>
                  <a:lnTo>
                    <a:pt x="1371414" y="1384285"/>
                  </a:lnTo>
                  <a:lnTo>
                    <a:pt x="1323755" y="1333254"/>
                  </a:lnTo>
                  <a:close/>
                  <a:moveTo>
                    <a:pt x="1371693" y="1384674"/>
                  </a:moveTo>
                  <a:lnTo>
                    <a:pt x="1371414" y="1384285"/>
                  </a:lnTo>
                  <a:lnTo>
                    <a:pt x="1317213" y="1328240"/>
                  </a:lnTo>
                  <a:close/>
                  <a:moveTo>
                    <a:pt x="1371693" y="1384674"/>
                  </a:moveTo>
                  <a:lnTo>
                    <a:pt x="1371772" y="1384791"/>
                  </a:lnTo>
                  <a:lnTo>
                    <a:pt x="1371414" y="1384285"/>
                  </a:lnTo>
                  <a:close/>
                  <a:moveTo>
                    <a:pt x="993970" y="846468"/>
                  </a:moveTo>
                  <a:lnTo>
                    <a:pt x="1072042" y="848927"/>
                  </a:lnTo>
                  <a:lnTo>
                    <a:pt x="1038295" y="793794"/>
                  </a:lnTo>
                  <a:close/>
                  <a:moveTo>
                    <a:pt x="1153276" y="946353"/>
                  </a:moveTo>
                  <a:lnTo>
                    <a:pt x="1180036" y="999940"/>
                  </a:lnTo>
                  <a:lnTo>
                    <a:pt x="1154672" y="948404"/>
                  </a:lnTo>
                  <a:close/>
                  <a:moveTo>
                    <a:pt x="1153276" y="946353"/>
                  </a:moveTo>
                  <a:lnTo>
                    <a:pt x="1173523" y="992636"/>
                  </a:lnTo>
                  <a:lnTo>
                    <a:pt x="1180036" y="999940"/>
                  </a:lnTo>
                  <a:close/>
                  <a:moveTo>
                    <a:pt x="976788" y="615090"/>
                  </a:moveTo>
                  <a:lnTo>
                    <a:pt x="968712" y="656910"/>
                  </a:lnTo>
                  <a:lnTo>
                    <a:pt x="978993" y="635621"/>
                  </a:lnTo>
                  <a:close/>
                  <a:moveTo>
                    <a:pt x="978993" y="635621"/>
                  </a:moveTo>
                  <a:lnTo>
                    <a:pt x="968712" y="656910"/>
                  </a:lnTo>
                  <a:lnTo>
                    <a:pt x="969055" y="668461"/>
                  </a:lnTo>
                  <a:close/>
                  <a:moveTo>
                    <a:pt x="1110694" y="754760"/>
                  </a:moveTo>
                  <a:lnTo>
                    <a:pt x="1146095" y="796086"/>
                  </a:lnTo>
                  <a:lnTo>
                    <a:pt x="1141157" y="767978"/>
                  </a:lnTo>
                  <a:close/>
                  <a:moveTo>
                    <a:pt x="1141157" y="767978"/>
                  </a:moveTo>
                  <a:lnTo>
                    <a:pt x="1146095" y="796086"/>
                  </a:lnTo>
                  <a:lnTo>
                    <a:pt x="1143735" y="769700"/>
                  </a:lnTo>
                  <a:close/>
                  <a:moveTo>
                    <a:pt x="1141157" y="767978"/>
                  </a:moveTo>
                  <a:lnTo>
                    <a:pt x="1143735" y="769700"/>
                  </a:lnTo>
                  <a:lnTo>
                    <a:pt x="1134569" y="752993"/>
                  </a:lnTo>
                  <a:close/>
                  <a:moveTo>
                    <a:pt x="750986" y="292601"/>
                  </a:moveTo>
                  <a:lnTo>
                    <a:pt x="784503" y="317535"/>
                  </a:lnTo>
                  <a:lnTo>
                    <a:pt x="763217" y="305871"/>
                  </a:lnTo>
                  <a:close/>
                  <a:moveTo>
                    <a:pt x="807546" y="347343"/>
                  </a:moveTo>
                  <a:lnTo>
                    <a:pt x="784503" y="317535"/>
                  </a:lnTo>
                  <a:lnTo>
                    <a:pt x="750986" y="292601"/>
                  </a:lnTo>
                  <a:close/>
                  <a:moveTo>
                    <a:pt x="762618" y="275490"/>
                  </a:moveTo>
                  <a:lnTo>
                    <a:pt x="763217" y="305871"/>
                  </a:lnTo>
                  <a:lnTo>
                    <a:pt x="779843" y="300115"/>
                  </a:lnTo>
                  <a:close/>
                  <a:moveTo>
                    <a:pt x="723351" y="51537"/>
                  </a:moveTo>
                  <a:lnTo>
                    <a:pt x="691749" y="24094"/>
                  </a:lnTo>
                  <a:lnTo>
                    <a:pt x="695185" y="0"/>
                  </a:lnTo>
                  <a:close/>
                  <a:moveTo>
                    <a:pt x="970139" y="140876"/>
                  </a:moveTo>
                  <a:lnTo>
                    <a:pt x="936943" y="130516"/>
                  </a:lnTo>
                  <a:lnTo>
                    <a:pt x="936235" y="130784"/>
                  </a:lnTo>
                  <a:close/>
                  <a:moveTo>
                    <a:pt x="864859" y="173501"/>
                  </a:moveTo>
                  <a:lnTo>
                    <a:pt x="915052" y="186486"/>
                  </a:lnTo>
                  <a:lnTo>
                    <a:pt x="936235" y="130784"/>
                  </a:lnTo>
                  <a:close/>
                  <a:moveTo>
                    <a:pt x="1103177" y="133865"/>
                  </a:moveTo>
                  <a:lnTo>
                    <a:pt x="1136379" y="185401"/>
                  </a:lnTo>
                  <a:lnTo>
                    <a:pt x="1107168" y="157958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63" name="Output_density__4262">
              <a:extLst>
                <a:ext uri="{FF2B5EF4-FFF2-40B4-BE49-F238E27FC236}">
                  <a16:creationId xmlns:a16="http://schemas.microsoft.com/office/drawing/2014/main" id="{C7871FBA-9604-47E6-3B6F-94F6A6C6B637}"/>
                </a:ext>
              </a:extLst>
            </p:cNvPr>
            <p:cNvSpPr>
              <a:spLocks noGrp="1"/>
            </p:cNvSpPr>
            <p:nvPr/>
          </p:nvSpPr>
          <p:spPr>
            <a:xfrm>
              <a:off x="15380102" y="2465391"/>
              <a:ext cx="1327049" cy="1872493"/>
            </a:xfrm>
            <a:custGeom>
              <a:avLst/>
              <a:gdLst/>
              <a:ahLst/>
              <a:cxnLst/>
              <a:rect l="0" t="0" r="0" b="0"/>
              <a:pathLst>
                <a:path w="1327049" h="1872493">
                  <a:moveTo>
                    <a:pt x="395010" y="1868518"/>
                  </a:moveTo>
                  <a:lnTo>
                    <a:pt x="395147" y="1871524"/>
                  </a:lnTo>
                  <a:lnTo>
                    <a:pt x="399908" y="1872493"/>
                  </a:lnTo>
                  <a:close/>
                  <a:moveTo>
                    <a:pt x="406353" y="1868518"/>
                  </a:moveTo>
                  <a:lnTo>
                    <a:pt x="399908" y="1872493"/>
                  </a:lnTo>
                  <a:lnTo>
                    <a:pt x="395147" y="1871524"/>
                  </a:lnTo>
                  <a:close/>
                  <a:moveTo>
                    <a:pt x="434531" y="1844424"/>
                  </a:moveTo>
                  <a:lnTo>
                    <a:pt x="406353" y="1868518"/>
                  </a:lnTo>
                  <a:lnTo>
                    <a:pt x="473395" y="1837673"/>
                  </a:lnTo>
                  <a:close/>
                  <a:moveTo>
                    <a:pt x="487224" y="1792887"/>
                  </a:moveTo>
                  <a:lnTo>
                    <a:pt x="533284" y="1768793"/>
                  </a:lnTo>
                  <a:lnTo>
                    <a:pt x="500291" y="1803335"/>
                  </a:lnTo>
                  <a:close/>
                  <a:moveTo>
                    <a:pt x="499884" y="1761613"/>
                  </a:moveTo>
                  <a:lnTo>
                    <a:pt x="533284" y="1768793"/>
                  </a:lnTo>
                  <a:lnTo>
                    <a:pt x="526484" y="1715228"/>
                  </a:lnTo>
                  <a:close/>
                  <a:moveTo>
                    <a:pt x="491265" y="1705878"/>
                  </a:moveTo>
                  <a:lnTo>
                    <a:pt x="526484" y="1715228"/>
                  </a:lnTo>
                  <a:lnTo>
                    <a:pt x="520868" y="1657050"/>
                  </a:lnTo>
                  <a:close/>
                  <a:moveTo>
                    <a:pt x="32517" y="1035281"/>
                  </a:moveTo>
                  <a:lnTo>
                    <a:pt x="0" y="1086478"/>
                  </a:lnTo>
                  <a:lnTo>
                    <a:pt x="47896" y="1085522"/>
                  </a:lnTo>
                  <a:close/>
                  <a:moveTo>
                    <a:pt x="293063" y="1376609"/>
                  </a:moveTo>
                  <a:lnTo>
                    <a:pt x="287319" y="1396196"/>
                  </a:lnTo>
                  <a:lnTo>
                    <a:pt x="302441" y="1383943"/>
                  </a:lnTo>
                  <a:close/>
                  <a:moveTo>
                    <a:pt x="303455" y="1321628"/>
                  </a:moveTo>
                  <a:lnTo>
                    <a:pt x="340276" y="1313465"/>
                  </a:lnTo>
                  <a:lnTo>
                    <a:pt x="323093" y="1308313"/>
                  </a:lnTo>
                  <a:close/>
                  <a:moveTo>
                    <a:pt x="303455" y="1321628"/>
                  </a:moveTo>
                  <a:lnTo>
                    <a:pt x="326053" y="1366340"/>
                  </a:lnTo>
                  <a:lnTo>
                    <a:pt x="340276" y="1313465"/>
                  </a:lnTo>
                  <a:close/>
                  <a:moveTo>
                    <a:pt x="293063" y="1376609"/>
                  </a:moveTo>
                  <a:lnTo>
                    <a:pt x="326053" y="1366340"/>
                  </a:lnTo>
                  <a:lnTo>
                    <a:pt x="303455" y="1321628"/>
                  </a:lnTo>
                  <a:close/>
                  <a:moveTo>
                    <a:pt x="302441" y="1383943"/>
                  </a:moveTo>
                  <a:lnTo>
                    <a:pt x="326053" y="1366340"/>
                  </a:lnTo>
                  <a:lnTo>
                    <a:pt x="293063" y="1376609"/>
                  </a:lnTo>
                  <a:close/>
                  <a:moveTo>
                    <a:pt x="376141" y="1322289"/>
                  </a:moveTo>
                  <a:lnTo>
                    <a:pt x="340276" y="1313465"/>
                  </a:lnTo>
                  <a:lnTo>
                    <a:pt x="326053" y="1366340"/>
                  </a:lnTo>
                  <a:close/>
                  <a:moveTo>
                    <a:pt x="323093" y="1308313"/>
                  </a:moveTo>
                  <a:lnTo>
                    <a:pt x="340276" y="1313465"/>
                  </a:lnTo>
                  <a:lnTo>
                    <a:pt x="342905" y="1294448"/>
                  </a:lnTo>
                  <a:close/>
                  <a:moveTo>
                    <a:pt x="363424" y="1256776"/>
                  </a:moveTo>
                  <a:lnTo>
                    <a:pt x="369980" y="1260775"/>
                  </a:lnTo>
                  <a:lnTo>
                    <a:pt x="342905" y="1294448"/>
                  </a:lnTo>
                  <a:close/>
                  <a:moveTo>
                    <a:pt x="156553" y="871926"/>
                  </a:moveTo>
                  <a:lnTo>
                    <a:pt x="158305" y="847832"/>
                  </a:lnTo>
                  <a:lnTo>
                    <a:pt x="162599" y="923462"/>
                  </a:lnTo>
                  <a:close/>
                  <a:moveTo>
                    <a:pt x="509851" y="1157051"/>
                  </a:moveTo>
                  <a:lnTo>
                    <a:pt x="529343" y="1085474"/>
                  </a:lnTo>
                  <a:lnTo>
                    <a:pt x="521808" y="1081421"/>
                  </a:lnTo>
                  <a:close/>
                  <a:moveTo>
                    <a:pt x="509851" y="1157051"/>
                  </a:moveTo>
                  <a:lnTo>
                    <a:pt x="521808" y="1081421"/>
                  </a:lnTo>
                  <a:lnTo>
                    <a:pt x="519433" y="1132957"/>
                  </a:lnTo>
                  <a:close/>
                  <a:moveTo>
                    <a:pt x="480780" y="961488"/>
                  </a:moveTo>
                  <a:lnTo>
                    <a:pt x="469402" y="954254"/>
                  </a:lnTo>
                  <a:lnTo>
                    <a:pt x="472205" y="1023825"/>
                  </a:lnTo>
                  <a:close/>
                  <a:moveTo>
                    <a:pt x="480780" y="961488"/>
                  </a:moveTo>
                  <a:lnTo>
                    <a:pt x="472205" y="1023825"/>
                  </a:lnTo>
                  <a:lnTo>
                    <a:pt x="490016" y="978348"/>
                  </a:lnTo>
                  <a:close/>
                  <a:moveTo>
                    <a:pt x="469402" y="954254"/>
                  </a:moveTo>
                  <a:lnTo>
                    <a:pt x="480780" y="961488"/>
                  </a:lnTo>
                  <a:lnTo>
                    <a:pt x="484725" y="935735"/>
                  </a:lnTo>
                  <a:close/>
                  <a:moveTo>
                    <a:pt x="892336" y="1366547"/>
                  </a:moveTo>
                  <a:lnTo>
                    <a:pt x="906171" y="1408231"/>
                  </a:lnTo>
                  <a:lnTo>
                    <a:pt x="912857" y="1418083"/>
                  </a:lnTo>
                  <a:close/>
                  <a:moveTo>
                    <a:pt x="968171" y="1385624"/>
                  </a:moveTo>
                  <a:lnTo>
                    <a:pt x="906171" y="1408231"/>
                  </a:lnTo>
                  <a:lnTo>
                    <a:pt x="892336" y="1366547"/>
                  </a:lnTo>
                  <a:close/>
                  <a:moveTo>
                    <a:pt x="494892" y="887272"/>
                  </a:moveTo>
                  <a:lnTo>
                    <a:pt x="484725" y="935735"/>
                  </a:lnTo>
                  <a:lnTo>
                    <a:pt x="501307" y="902717"/>
                  </a:lnTo>
                  <a:close/>
                  <a:moveTo>
                    <a:pt x="547318" y="860184"/>
                  </a:moveTo>
                  <a:lnTo>
                    <a:pt x="501307" y="902717"/>
                  </a:lnTo>
                  <a:lnTo>
                    <a:pt x="513403" y="868281"/>
                  </a:lnTo>
                  <a:close/>
                  <a:moveTo>
                    <a:pt x="513403" y="868281"/>
                  </a:moveTo>
                  <a:lnTo>
                    <a:pt x="592325" y="853781"/>
                  </a:lnTo>
                  <a:lnTo>
                    <a:pt x="547318" y="860184"/>
                  </a:lnTo>
                  <a:close/>
                  <a:moveTo>
                    <a:pt x="58487" y="386740"/>
                  </a:moveTo>
                  <a:lnTo>
                    <a:pt x="144689" y="402880"/>
                  </a:lnTo>
                  <a:lnTo>
                    <a:pt x="98251" y="403934"/>
                  </a:lnTo>
                  <a:close/>
                  <a:moveTo>
                    <a:pt x="778605" y="1009139"/>
                  </a:moveTo>
                  <a:lnTo>
                    <a:pt x="788351" y="1060676"/>
                  </a:lnTo>
                  <a:lnTo>
                    <a:pt x="766032" y="1033233"/>
                  </a:lnTo>
                  <a:close/>
                  <a:moveTo>
                    <a:pt x="1246151" y="1456438"/>
                  </a:moveTo>
                  <a:lnTo>
                    <a:pt x="1183861" y="1472968"/>
                  </a:lnTo>
                  <a:lnTo>
                    <a:pt x="1237990" y="1453865"/>
                  </a:lnTo>
                  <a:close/>
                  <a:moveTo>
                    <a:pt x="1237990" y="1453865"/>
                  </a:moveTo>
                  <a:lnTo>
                    <a:pt x="1183861" y="1472968"/>
                  </a:lnTo>
                  <a:lnTo>
                    <a:pt x="1210167" y="1456800"/>
                  </a:lnTo>
                  <a:close/>
                  <a:moveTo>
                    <a:pt x="1246151" y="1456438"/>
                  </a:moveTo>
                  <a:lnTo>
                    <a:pt x="1237990" y="1453865"/>
                  </a:lnTo>
                  <a:lnTo>
                    <a:pt x="1270532" y="1507816"/>
                  </a:lnTo>
                  <a:close/>
                  <a:moveTo>
                    <a:pt x="1299808" y="1482375"/>
                  </a:moveTo>
                  <a:lnTo>
                    <a:pt x="1246151" y="1456438"/>
                  </a:lnTo>
                  <a:lnTo>
                    <a:pt x="1270532" y="1507816"/>
                  </a:lnTo>
                  <a:close/>
                  <a:moveTo>
                    <a:pt x="969223" y="1143982"/>
                  </a:moveTo>
                  <a:lnTo>
                    <a:pt x="942897" y="1156230"/>
                  </a:lnTo>
                  <a:lnTo>
                    <a:pt x="1005473" y="1088119"/>
                  </a:lnTo>
                  <a:close/>
                  <a:moveTo>
                    <a:pt x="801289" y="985045"/>
                  </a:moveTo>
                  <a:lnTo>
                    <a:pt x="778605" y="1009139"/>
                  </a:lnTo>
                  <a:lnTo>
                    <a:pt x="796172" y="957602"/>
                  </a:lnTo>
                  <a:close/>
                  <a:moveTo>
                    <a:pt x="286832" y="315180"/>
                  </a:moveTo>
                  <a:lnTo>
                    <a:pt x="321068" y="325194"/>
                  </a:lnTo>
                  <a:lnTo>
                    <a:pt x="287025" y="315069"/>
                  </a:lnTo>
                  <a:close/>
                  <a:moveTo>
                    <a:pt x="309442" y="359937"/>
                  </a:moveTo>
                  <a:lnTo>
                    <a:pt x="321068" y="325194"/>
                  </a:lnTo>
                  <a:lnTo>
                    <a:pt x="286832" y="315180"/>
                  </a:lnTo>
                  <a:close/>
                  <a:moveTo>
                    <a:pt x="287025" y="315069"/>
                  </a:moveTo>
                  <a:lnTo>
                    <a:pt x="321068" y="325194"/>
                  </a:lnTo>
                  <a:lnTo>
                    <a:pt x="326440" y="288589"/>
                  </a:lnTo>
                  <a:close/>
                  <a:moveTo>
                    <a:pt x="1312793" y="1431034"/>
                  </a:moveTo>
                  <a:lnTo>
                    <a:pt x="1246151" y="1456438"/>
                  </a:lnTo>
                  <a:lnTo>
                    <a:pt x="1299808" y="1482375"/>
                  </a:lnTo>
                  <a:close/>
                  <a:moveTo>
                    <a:pt x="1312793" y="1431034"/>
                  </a:moveTo>
                  <a:lnTo>
                    <a:pt x="1258417" y="1437257"/>
                  </a:lnTo>
                  <a:lnTo>
                    <a:pt x="1246151" y="1456438"/>
                  </a:lnTo>
                  <a:close/>
                  <a:moveTo>
                    <a:pt x="1258417" y="1437257"/>
                  </a:moveTo>
                  <a:lnTo>
                    <a:pt x="1312793" y="1431034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311470" y="1391077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299808" y="1482375"/>
                  </a:lnTo>
                  <a:lnTo>
                    <a:pt x="1316381" y="1448875"/>
                  </a:lnTo>
                  <a:close/>
                  <a:moveTo>
                    <a:pt x="1312793" y="1431034"/>
                  </a:moveTo>
                  <a:lnTo>
                    <a:pt x="1327049" y="1409549"/>
                  </a:lnTo>
                  <a:lnTo>
                    <a:pt x="1311470" y="1391077"/>
                  </a:lnTo>
                  <a:close/>
                  <a:moveTo>
                    <a:pt x="474605" y="493200"/>
                  </a:moveTo>
                  <a:lnTo>
                    <a:pt x="503275" y="465494"/>
                  </a:lnTo>
                  <a:lnTo>
                    <a:pt x="434841" y="519206"/>
                  </a:lnTo>
                  <a:close/>
                  <a:moveTo>
                    <a:pt x="309435" y="264786"/>
                  </a:moveTo>
                  <a:lnTo>
                    <a:pt x="326440" y="288589"/>
                  </a:lnTo>
                  <a:lnTo>
                    <a:pt x="356765" y="267068"/>
                  </a:lnTo>
                  <a:close/>
                  <a:moveTo>
                    <a:pt x="326440" y="288589"/>
                  </a:moveTo>
                  <a:lnTo>
                    <a:pt x="373311" y="289154"/>
                  </a:lnTo>
                  <a:lnTo>
                    <a:pt x="400332" y="255280"/>
                  </a:lnTo>
                  <a:close/>
                  <a:moveTo>
                    <a:pt x="356765" y="267068"/>
                  </a:moveTo>
                  <a:lnTo>
                    <a:pt x="326440" y="288589"/>
                  </a:lnTo>
                  <a:lnTo>
                    <a:pt x="400332" y="255280"/>
                  </a:lnTo>
                  <a:close/>
                  <a:moveTo>
                    <a:pt x="196520" y="152193"/>
                  </a:moveTo>
                  <a:lnTo>
                    <a:pt x="226590" y="160460"/>
                  </a:lnTo>
                  <a:lnTo>
                    <a:pt x="208709" y="152348"/>
                  </a:lnTo>
                  <a:close/>
                  <a:moveTo>
                    <a:pt x="411845" y="226635"/>
                  </a:moveTo>
                  <a:lnTo>
                    <a:pt x="356765" y="267068"/>
                  </a:lnTo>
                  <a:lnTo>
                    <a:pt x="400332" y="255280"/>
                  </a:lnTo>
                  <a:close/>
                  <a:moveTo>
                    <a:pt x="411845" y="226635"/>
                  </a:moveTo>
                  <a:lnTo>
                    <a:pt x="420309" y="195071"/>
                  </a:lnTo>
                  <a:lnTo>
                    <a:pt x="377776" y="210725"/>
                  </a:lnTo>
                  <a:close/>
                  <a:moveTo>
                    <a:pt x="411845" y="226635"/>
                  </a:moveTo>
                  <a:lnTo>
                    <a:pt x="400332" y="255280"/>
                  </a:lnTo>
                  <a:lnTo>
                    <a:pt x="421962" y="239439"/>
                  </a:lnTo>
                  <a:close/>
                  <a:moveTo>
                    <a:pt x="420309" y="195071"/>
                  </a:moveTo>
                  <a:lnTo>
                    <a:pt x="443610" y="176049"/>
                  </a:lnTo>
                  <a:lnTo>
                    <a:pt x="440730" y="163808"/>
                  </a:lnTo>
                  <a:close/>
                  <a:moveTo>
                    <a:pt x="411845" y="226635"/>
                  </a:moveTo>
                  <a:lnTo>
                    <a:pt x="435983" y="213898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3657" y="147469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9754" y="139714"/>
                  </a:lnTo>
                  <a:lnTo>
                    <a:pt x="443657" y="147469"/>
                  </a:lnTo>
                  <a:close/>
                  <a:moveTo>
                    <a:pt x="1124526" y="905459"/>
                  </a:moveTo>
                  <a:lnTo>
                    <a:pt x="1124381" y="945814"/>
                  </a:lnTo>
                  <a:lnTo>
                    <a:pt x="1131039" y="912763"/>
                  </a:lnTo>
                  <a:close/>
                  <a:moveTo>
                    <a:pt x="1100898" y="734060"/>
                  </a:moveTo>
                  <a:lnTo>
                    <a:pt x="1097098" y="708909"/>
                  </a:lnTo>
                  <a:lnTo>
                    <a:pt x="1086788" y="709966"/>
                  </a:lnTo>
                  <a:close/>
                  <a:moveTo>
                    <a:pt x="701989" y="205423"/>
                  </a:moveTo>
                  <a:lnTo>
                    <a:pt x="714221" y="218694"/>
                  </a:lnTo>
                  <a:lnTo>
                    <a:pt x="713621" y="188313"/>
                  </a:lnTo>
                  <a:close/>
                  <a:moveTo>
                    <a:pt x="713621" y="188313"/>
                  </a:moveTo>
                  <a:lnTo>
                    <a:pt x="730847" y="212938"/>
                  </a:lnTo>
                  <a:lnTo>
                    <a:pt x="751789" y="156340"/>
                  </a:lnTo>
                  <a:close/>
                  <a:moveTo>
                    <a:pt x="786613" y="149847"/>
                  </a:moveTo>
                  <a:lnTo>
                    <a:pt x="766087" y="143063"/>
                  </a:lnTo>
                  <a:lnTo>
                    <a:pt x="751789" y="156340"/>
                  </a:lnTo>
                  <a:close/>
                  <a:moveTo>
                    <a:pt x="558273" y="58069"/>
                  </a:moveTo>
                  <a:lnTo>
                    <a:pt x="559659" y="39990"/>
                  </a:lnTo>
                  <a:lnTo>
                    <a:pt x="549497" y="58934"/>
                  </a:lnTo>
                  <a:close/>
                  <a:moveTo>
                    <a:pt x="508052" y="60916"/>
                  </a:moveTo>
                  <a:lnTo>
                    <a:pt x="521011" y="64084"/>
                  </a:lnTo>
                  <a:lnTo>
                    <a:pt x="549497" y="58934"/>
                  </a:lnTo>
                  <a:close/>
                  <a:moveTo>
                    <a:pt x="887238" y="43607"/>
                  </a:moveTo>
                  <a:lnTo>
                    <a:pt x="887947" y="43339"/>
                  </a:lnTo>
                  <a:lnTo>
                    <a:pt x="887453" y="43105"/>
                  </a:lnTo>
                  <a:close/>
                  <a:moveTo>
                    <a:pt x="912142" y="1818"/>
                  </a:moveTo>
                  <a:lnTo>
                    <a:pt x="887453" y="43105"/>
                  </a:lnTo>
                  <a:lnTo>
                    <a:pt x="958375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64" name="Output_density__4263">
              <a:extLst>
                <a:ext uri="{FF2B5EF4-FFF2-40B4-BE49-F238E27FC236}">
                  <a16:creationId xmlns:a16="http://schemas.microsoft.com/office/drawing/2014/main" id="{75ACF332-63C0-DC25-5E3E-C191854D49E1}"/>
                </a:ext>
              </a:extLst>
            </p:cNvPr>
            <p:cNvSpPr>
              <a:spLocks noGrp="1"/>
            </p:cNvSpPr>
            <p:nvPr/>
          </p:nvSpPr>
          <p:spPr>
            <a:xfrm>
              <a:off x="15302039" y="2347406"/>
              <a:ext cx="1352821" cy="1986502"/>
            </a:xfrm>
            <a:custGeom>
              <a:avLst/>
              <a:gdLst/>
              <a:ahLst/>
              <a:cxnLst/>
              <a:rect l="0" t="0" r="0" b="0"/>
              <a:pathLst>
                <a:path w="1352821" h="1986502">
                  <a:moveTo>
                    <a:pt x="456475" y="1910872"/>
                  </a:moveTo>
                  <a:lnTo>
                    <a:pt x="473073" y="1986502"/>
                  </a:lnTo>
                  <a:lnTo>
                    <a:pt x="505941" y="1962409"/>
                  </a:lnTo>
                  <a:close/>
                  <a:moveTo>
                    <a:pt x="524599" y="1895014"/>
                  </a:moveTo>
                  <a:lnTo>
                    <a:pt x="551458" y="1955658"/>
                  </a:lnTo>
                  <a:lnTo>
                    <a:pt x="578354" y="1921320"/>
                  </a:lnTo>
                  <a:close/>
                  <a:moveTo>
                    <a:pt x="493258" y="1784982"/>
                  </a:moveTo>
                  <a:lnTo>
                    <a:pt x="481986" y="1756262"/>
                  </a:lnTo>
                  <a:lnTo>
                    <a:pt x="471008" y="1740328"/>
                  </a:lnTo>
                  <a:close/>
                  <a:moveTo>
                    <a:pt x="7181" y="1240896"/>
                  </a:moveTo>
                  <a:lnTo>
                    <a:pt x="29066" y="1292433"/>
                  </a:lnTo>
                  <a:lnTo>
                    <a:pt x="67271" y="1233203"/>
                  </a:lnTo>
                  <a:close/>
                  <a:moveTo>
                    <a:pt x="0" y="1229944"/>
                  </a:moveTo>
                  <a:lnTo>
                    <a:pt x="7181" y="1240896"/>
                  </a:lnTo>
                  <a:lnTo>
                    <a:pt x="67271" y="1233203"/>
                  </a:lnTo>
                  <a:close/>
                  <a:moveTo>
                    <a:pt x="569328" y="1823863"/>
                  </a:moveTo>
                  <a:lnTo>
                    <a:pt x="577947" y="1879598"/>
                  </a:lnTo>
                  <a:lnTo>
                    <a:pt x="604546" y="1833213"/>
                  </a:lnTo>
                  <a:close/>
                  <a:moveTo>
                    <a:pt x="569328" y="1823863"/>
                  </a:moveTo>
                  <a:lnTo>
                    <a:pt x="598930" y="1775035"/>
                  </a:lnTo>
                  <a:lnTo>
                    <a:pt x="561434" y="1767537"/>
                  </a:lnTo>
                  <a:close/>
                  <a:moveTo>
                    <a:pt x="125958" y="1203507"/>
                  </a:moveTo>
                  <a:lnTo>
                    <a:pt x="67271" y="1233203"/>
                  </a:lnTo>
                  <a:lnTo>
                    <a:pt x="119019" y="1252003"/>
                  </a:lnTo>
                  <a:close/>
                  <a:moveTo>
                    <a:pt x="33728" y="1038098"/>
                  </a:moveTo>
                  <a:lnTo>
                    <a:pt x="62371" y="1091734"/>
                  </a:lnTo>
                  <a:lnTo>
                    <a:pt x="63362" y="1083689"/>
                  </a:lnTo>
                  <a:close/>
                  <a:moveTo>
                    <a:pt x="665434" y="1683980"/>
                  </a:moveTo>
                  <a:lnTo>
                    <a:pt x="663878" y="1756827"/>
                  </a:lnTo>
                  <a:lnTo>
                    <a:pt x="692724" y="1729779"/>
                  </a:lnTo>
                  <a:close/>
                  <a:moveTo>
                    <a:pt x="200854" y="1113494"/>
                  </a:moveTo>
                  <a:lnTo>
                    <a:pt x="177409" y="1074174"/>
                  </a:lnTo>
                  <a:lnTo>
                    <a:pt x="203104" y="1117078"/>
                  </a:lnTo>
                  <a:close/>
                  <a:moveTo>
                    <a:pt x="166059" y="1065541"/>
                  </a:moveTo>
                  <a:lnTo>
                    <a:pt x="177409" y="1074174"/>
                  </a:lnTo>
                  <a:lnTo>
                    <a:pt x="200854" y="1113494"/>
                  </a:lnTo>
                  <a:close/>
                  <a:moveTo>
                    <a:pt x="712957" y="1659887"/>
                  </a:moveTo>
                  <a:lnTo>
                    <a:pt x="729304" y="1682266"/>
                  </a:lnTo>
                  <a:lnTo>
                    <a:pt x="736888" y="1711423"/>
                  </a:lnTo>
                  <a:close/>
                  <a:moveTo>
                    <a:pt x="722595" y="1683980"/>
                  </a:moveTo>
                  <a:lnTo>
                    <a:pt x="707603" y="1661926"/>
                  </a:lnTo>
                  <a:lnTo>
                    <a:pt x="692724" y="1729779"/>
                  </a:lnTo>
                  <a:close/>
                  <a:moveTo>
                    <a:pt x="235690" y="1220151"/>
                  </a:moveTo>
                  <a:lnTo>
                    <a:pt x="261145" y="1144520"/>
                  </a:lnTo>
                  <a:lnTo>
                    <a:pt x="228477" y="1168614"/>
                  </a:lnTo>
                  <a:close/>
                  <a:moveTo>
                    <a:pt x="231256" y="1092261"/>
                  </a:moveTo>
                  <a:lnTo>
                    <a:pt x="178793" y="1070790"/>
                  </a:lnTo>
                  <a:lnTo>
                    <a:pt x="200854" y="1113494"/>
                  </a:lnTo>
                  <a:close/>
                  <a:moveTo>
                    <a:pt x="241068" y="997661"/>
                  </a:moveTo>
                  <a:lnTo>
                    <a:pt x="234615" y="989911"/>
                  </a:lnTo>
                  <a:lnTo>
                    <a:pt x="240661" y="1041447"/>
                  </a:lnTo>
                  <a:close/>
                  <a:moveTo>
                    <a:pt x="829295" y="1687329"/>
                  </a:moveTo>
                  <a:lnTo>
                    <a:pt x="813993" y="1698927"/>
                  </a:lnTo>
                  <a:lnTo>
                    <a:pt x="770666" y="1648639"/>
                  </a:lnTo>
                  <a:close/>
                  <a:moveTo>
                    <a:pt x="839024" y="1635792"/>
                  </a:moveTo>
                  <a:lnTo>
                    <a:pt x="857443" y="1654056"/>
                  </a:lnTo>
                  <a:lnTo>
                    <a:pt x="853582" y="1687329"/>
                  </a:lnTo>
                  <a:close/>
                  <a:moveTo>
                    <a:pt x="234615" y="989911"/>
                  </a:moveTo>
                  <a:lnTo>
                    <a:pt x="192862" y="948714"/>
                  </a:lnTo>
                  <a:lnTo>
                    <a:pt x="236368" y="965817"/>
                  </a:lnTo>
                  <a:close/>
                  <a:moveTo>
                    <a:pt x="553560" y="1154120"/>
                  </a:moveTo>
                  <a:lnTo>
                    <a:pt x="599870" y="1199406"/>
                  </a:lnTo>
                  <a:lnTo>
                    <a:pt x="544705" y="1153709"/>
                  </a:lnTo>
                  <a:close/>
                  <a:moveTo>
                    <a:pt x="544705" y="1153709"/>
                  </a:moveTo>
                  <a:lnTo>
                    <a:pt x="599870" y="1199406"/>
                  </a:lnTo>
                  <a:lnTo>
                    <a:pt x="607406" y="1203459"/>
                  </a:lnTo>
                  <a:close/>
                  <a:moveTo>
                    <a:pt x="1083359" y="1647079"/>
                  </a:moveTo>
                  <a:lnTo>
                    <a:pt x="1044125" y="1640994"/>
                  </a:lnTo>
                  <a:lnTo>
                    <a:pt x="1105264" y="1684534"/>
                  </a:lnTo>
                  <a:close/>
                  <a:moveTo>
                    <a:pt x="1006228" y="1546317"/>
                  </a:moveTo>
                  <a:lnTo>
                    <a:pt x="990919" y="1536068"/>
                  </a:lnTo>
                  <a:lnTo>
                    <a:pt x="999110" y="1587605"/>
                  </a:lnTo>
                  <a:close/>
                  <a:moveTo>
                    <a:pt x="505851" y="1150419"/>
                  </a:moveTo>
                  <a:lnTo>
                    <a:pt x="581190" y="1186790"/>
                  </a:lnTo>
                  <a:lnTo>
                    <a:pt x="553560" y="1154120"/>
                  </a:lnTo>
                  <a:close/>
                  <a:moveTo>
                    <a:pt x="461975" y="993259"/>
                  </a:moveTo>
                  <a:lnTo>
                    <a:pt x="423945" y="1018865"/>
                  </a:lnTo>
                  <a:lnTo>
                    <a:pt x="445288" y="970340"/>
                  </a:lnTo>
                  <a:close/>
                  <a:moveTo>
                    <a:pt x="984234" y="1526216"/>
                  </a:moveTo>
                  <a:lnTo>
                    <a:pt x="999110" y="1587605"/>
                  </a:lnTo>
                  <a:lnTo>
                    <a:pt x="990919" y="1536068"/>
                  </a:lnTo>
                  <a:close/>
                  <a:moveTo>
                    <a:pt x="1089049" y="1516967"/>
                  </a:moveTo>
                  <a:lnTo>
                    <a:pt x="1097887" y="1522053"/>
                  </a:lnTo>
                  <a:lnTo>
                    <a:pt x="1077601" y="1511974"/>
                  </a:lnTo>
                  <a:close/>
                  <a:moveTo>
                    <a:pt x="1097887" y="1522053"/>
                  </a:moveTo>
                  <a:lnTo>
                    <a:pt x="1089049" y="1516967"/>
                  </a:lnTo>
                  <a:lnTo>
                    <a:pt x="1138302" y="1563511"/>
                  </a:lnTo>
                  <a:close/>
                  <a:moveTo>
                    <a:pt x="990418" y="1469599"/>
                  </a:moveTo>
                  <a:lnTo>
                    <a:pt x="975372" y="1460437"/>
                  </a:lnTo>
                  <a:lnTo>
                    <a:pt x="984234" y="1526216"/>
                  </a:lnTo>
                  <a:close/>
                  <a:moveTo>
                    <a:pt x="990418" y="1469599"/>
                  </a:moveTo>
                  <a:lnTo>
                    <a:pt x="984234" y="1526216"/>
                  </a:lnTo>
                  <a:lnTo>
                    <a:pt x="1046234" y="1503609"/>
                  </a:lnTo>
                  <a:close/>
                  <a:moveTo>
                    <a:pt x="887638" y="1432995"/>
                  </a:moveTo>
                  <a:lnTo>
                    <a:pt x="921699" y="1476330"/>
                  </a:lnTo>
                  <a:lnTo>
                    <a:pt x="905410" y="1461345"/>
                  </a:lnTo>
                  <a:close/>
                  <a:moveTo>
                    <a:pt x="918069" y="1432995"/>
                  </a:moveTo>
                  <a:lnTo>
                    <a:pt x="905410" y="1461345"/>
                  </a:lnTo>
                  <a:lnTo>
                    <a:pt x="975372" y="1460437"/>
                  </a:lnTo>
                  <a:close/>
                  <a:moveTo>
                    <a:pt x="557645" y="954960"/>
                  </a:moveTo>
                  <a:lnTo>
                    <a:pt x="533622" y="944676"/>
                  </a:lnTo>
                  <a:lnTo>
                    <a:pt x="502064" y="899422"/>
                  </a:lnTo>
                  <a:close/>
                  <a:moveTo>
                    <a:pt x="440183" y="849005"/>
                  </a:moveTo>
                  <a:lnTo>
                    <a:pt x="502064" y="899422"/>
                  </a:lnTo>
                  <a:lnTo>
                    <a:pt x="461923" y="866093"/>
                  </a:lnTo>
                  <a:close/>
                  <a:moveTo>
                    <a:pt x="461923" y="866093"/>
                  </a:moveTo>
                  <a:lnTo>
                    <a:pt x="502064" y="899422"/>
                  </a:lnTo>
                  <a:lnTo>
                    <a:pt x="467138" y="870780"/>
                  </a:lnTo>
                  <a:close/>
                  <a:moveTo>
                    <a:pt x="328931" y="650497"/>
                  </a:moveTo>
                  <a:lnTo>
                    <a:pt x="352857" y="657954"/>
                  </a:lnTo>
                  <a:lnTo>
                    <a:pt x="367316" y="711483"/>
                  </a:lnTo>
                  <a:close/>
                  <a:moveTo>
                    <a:pt x="317515" y="597035"/>
                  </a:moveTo>
                  <a:lnTo>
                    <a:pt x="321897" y="542201"/>
                  </a:lnTo>
                  <a:lnTo>
                    <a:pt x="278389" y="554208"/>
                  </a:lnTo>
                  <a:close/>
                  <a:moveTo>
                    <a:pt x="222751" y="520865"/>
                  </a:moveTo>
                  <a:lnTo>
                    <a:pt x="183690" y="504383"/>
                  </a:lnTo>
                  <a:lnTo>
                    <a:pt x="236952" y="532779"/>
                  </a:lnTo>
                  <a:close/>
                  <a:moveTo>
                    <a:pt x="188062" y="505336"/>
                  </a:moveTo>
                  <a:lnTo>
                    <a:pt x="194948" y="551813"/>
                  </a:lnTo>
                  <a:lnTo>
                    <a:pt x="236952" y="532779"/>
                  </a:lnTo>
                  <a:close/>
                  <a:moveTo>
                    <a:pt x="1077601" y="1511974"/>
                  </a:moveTo>
                  <a:lnTo>
                    <a:pt x="1097887" y="1522053"/>
                  </a:lnTo>
                  <a:lnTo>
                    <a:pt x="1104667" y="1504270"/>
                  </a:lnTo>
                  <a:close/>
                  <a:moveTo>
                    <a:pt x="1077601" y="1511974"/>
                  </a:moveTo>
                  <a:lnTo>
                    <a:pt x="1104667" y="1504270"/>
                  </a:lnTo>
                  <a:lnTo>
                    <a:pt x="1046234" y="1503609"/>
                  </a:lnTo>
                  <a:close/>
                  <a:moveTo>
                    <a:pt x="1046234" y="1503609"/>
                  </a:moveTo>
                  <a:lnTo>
                    <a:pt x="1104667" y="1504270"/>
                  </a:lnTo>
                  <a:lnTo>
                    <a:pt x="1121706" y="1476211"/>
                  </a:lnTo>
                  <a:close/>
                  <a:moveTo>
                    <a:pt x="990418" y="1469599"/>
                  </a:moveTo>
                  <a:lnTo>
                    <a:pt x="1046234" y="1503609"/>
                  </a:lnTo>
                  <a:lnTo>
                    <a:pt x="1074369" y="1473904"/>
                  </a:lnTo>
                  <a:close/>
                  <a:moveTo>
                    <a:pt x="236952" y="532779"/>
                  </a:moveTo>
                  <a:lnTo>
                    <a:pt x="278389" y="554208"/>
                  </a:lnTo>
                  <a:lnTo>
                    <a:pt x="288498" y="519900"/>
                  </a:lnTo>
                  <a:close/>
                  <a:moveTo>
                    <a:pt x="236952" y="532779"/>
                  </a:moveTo>
                  <a:lnTo>
                    <a:pt x="288498" y="519900"/>
                  </a:lnTo>
                  <a:lnTo>
                    <a:pt x="222751" y="520865"/>
                  </a:lnTo>
                  <a:close/>
                  <a:moveTo>
                    <a:pt x="943665" y="1230197"/>
                  </a:moveTo>
                  <a:lnTo>
                    <a:pt x="935018" y="1252514"/>
                  </a:lnTo>
                  <a:lnTo>
                    <a:pt x="967836" y="1250267"/>
                  </a:lnTo>
                  <a:close/>
                  <a:moveTo>
                    <a:pt x="1205548" y="1440329"/>
                  </a:moveTo>
                  <a:lnTo>
                    <a:pt x="1218204" y="1463787"/>
                  </a:lnTo>
                  <a:lnTo>
                    <a:pt x="1195107" y="1441065"/>
                  </a:lnTo>
                  <a:close/>
                  <a:moveTo>
                    <a:pt x="1195107" y="1441065"/>
                  </a:moveTo>
                  <a:lnTo>
                    <a:pt x="1175725" y="1484484"/>
                  </a:lnTo>
                  <a:lnTo>
                    <a:pt x="1205548" y="1440329"/>
                  </a:lnTo>
                  <a:close/>
                  <a:moveTo>
                    <a:pt x="1011980" y="1315430"/>
                  </a:moveTo>
                  <a:lnTo>
                    <a:pt x="1037349" y="1335490"/>
                  </a:lnTo>
                  <a:lnTo>
                    <a:pt x="1029228" y="1333271"/>
                  </a:lnTo>
                  <a:close/>
                  <a:moveTo>
                    <a:pt x="1131009" y="1384807"/>
                  </a:moveTo>
                  <a:lnTo>
                    <a:pt x="1093686" y="1333271"/>
                  </a:lnTo>
                  <a:lnTo>
                    <a:pt x="1122423" y="1343990"/>
                  </a:lnTo>
                  <a:close/>
                  <a:moveTo>
                    <a:pt x="1122423" y="1343990"/>
                  </a:moveTo>
                  <a:lnTo>
                    <a:pt x="1142610" y="1309177"/>
                  </a:lnTo>
                  <a:lnTo>
                    <a:pt x="1152979" y="1314747"/>
                  </a:lnTo>
                  <a:close/>
                  <a:moveTo>
                    <a:pt x="1084616" y="1269600"/>
                  </a:moveTo>
                  <a:lnTo>
                    <a:pt x="1103676" y="1273897"/>
                  </a:lnTo>
                  <a:lnTo>
                    <a:pt x="1047285" y="1261967"/>
                  </a:lnTo>
                  <a:close/>
                  <a:moveTo>
                    <a:pt x="1152979" y="1314747"/>
                  </a:moveTo>
                  <a:lnTo>
                    <a:pt x="1142610" y="1309177"/>
                  </a:lnTo>
                  <a:lnTo>
                    <a:pt x="1103676" y="1273897"/>
                  </a:lnTo>
                  <a:close/>
                  <a:moveTo>
                    <a:pt x="1084616" y="1269600"/>
                  </a:moveTo>
                  <a:lnTo>
                    <a:pt x="1047285" y="1261967"/>
                  </a:lnTo>
                  <a:lnTo>
                    <a:pt x="1083535" y="1206104"/>
                  </a:lnTo>
                  <a:close/>
                  <a:moveTo>
                    <a:pt x="274583" y="270178"/>
                  </a:moveTo>
                  <a:lnTo>
                    <a:pt x="221100" y="244895"/>
                  </a:lnTo>
                  <a:lnTo>
                    <a:pt x="240058" y="275996"/>
                  </a:lnTo>
                  <a:close/>
                  <a:moveTo>
                    <a:pt x="1049222" y="1134907"/>
                  </a:moveTo>
                  <a:lnTo>
                    <a:pt x="1083535" y="1206104"/>
                  </a:lnTo>
                  <a:lnTo>
                    <a:pt x="1069502" y="1154567"/>
                  </a:lnTo>
                  <a:close/>
                  <a:moveTo>
                    <a:pt x="861977" y="1047701"/>
                  </a:moveTo>
                  <a:lnTo>
                    <a:pt x="866779" y="1051493"/>
                  </a:lnTo>
                  <a:lnTo>
                    <a:pt x="903311" y="989336"/>
                  </a:lnTo>
                  <a:close/>
                  <a:moveTo>
                    <a:pt x="952001" y="987735"/>
                  </a:moveTo>
                  <a:lnTo>
                    <a:pt x="897982" y="1028876"/>
                  </a:lnTo>
                  <a:lnTo>
                    <a:pt x="946046" y="1033899"/>
                  </a:lnTo>
                  <a:close/>
                  <a:moveTo>
                    <a:pt x="952001" y="987735"/>
                  </a:moveTo>
                  <a:lnTo>
                    <a:pt x="903311" y="989336"/>
                  </a:lnTo>
                  <a:lnTo>
                    <a:pt x="897982" y="1028876"/>
                  </a:lnTo>
                  <a:close/>
                  <a:moveTo>
                    <a:pt x="1291709" y="1277926"/>
                  </a:moveTo>
                  <a:lnTo>
                    <a:pt x="1263871" y="1262577"/>
                  </a:lnTo>
                  <a:lnTo>
                    <a:pt x="1320502" y="1290745"/>
                  </a:lnTo>
                  <a:close/>
                  <a:moveTo>
                    <a:pt x="1014144" y="912453"/>
                  </a:moveTo>
                  <a:lnTo>
                    <a:pt x="966811" y="912952"/>
                  </a:lnTo>
                  <a:lnTo>
                    <a:pt x="960622" y="953496"/>
                  </a:lnTo>
                  <a:close/>
                  <a:moveTo>
                    <a:pt x="1014144" y="912453"/>
                  </a:moveTo>
                  <a:lnTo>
                    <a:pt x="1023036" y="877276"/>
                  </a:lnTo>
                  <a:lnTo>
                    <a:pt x="972652" y="863575"/>
                  </a:lnTo>
                  <a:close/>
                  <a:moveTo>
                    <a:pt x="1330210" y="1309369"/>
                  </a:moveTo>
                  <a:lnTo>
                    <a:pt x="1352821" y="1364062"/>
                  </a:lnTo>
                  <a:lnTo>
                    <a:pt x="1336230" y="1312525"/>
                  </a:lnTo>
                  <a:close/>
                  <a:moveTo>
                    <a:pt x="1330210" y="1309369"/>
                  </a:moveTo>
                  <a:lnTo>
                    <a:pt x="1346279" y="1359048"/>
                  </a:lnTo>
                  <a:lnTo>
                    <a:pt x="1352821" y="1364062"/>
                  </a:lnTo>
                  <a:close/>
                  <a:moveTo>
                    <a:pt x="1330210" y="1309369"/>
                  </a:moveTo>
                  <a:lnTo>
                    <a:pt x="1336230" y="1312525"/>
                  </a:lnTo>
                  <a:lnTo>
                    <a:pt x="1320502" y="1290745"/>
                  </a:lnTo>
                  <a:close/>
                  <a:moveTo>
                    <a:pt x="1142931" y="976190"/>
                  </a:moveTo>
                  <a:lnTo>
                    <a:pt x="1178046" y="972580"/>
                  </a:lnTo>
                  <a:lnTo>
                    <a:pt x="1183738" y="979212"/>
                  </a:lnTo>
                  <a:close/>
                  <a:moveTo>
                    <a:pt x="1182342" y="977161"/>
                  </a:moveTo>
                  <a:lnTo>
                    <a:pt x="1183738" y="979212"/>
                  </a:lnTo>
                  <a:lnTo>
                    <a:pt x="1178046" y="972580"/>
                  </a:lnTo>
                  <a:close/>
                  <a:moveTo>
                    <a:pt x="1008059" y="666428"/>
                  </a:moveTo>
                  <a:lnTo>
                    <a:pt x="998121" y="699269"/>
                  </a:lnTo>
                  <a:lnTo>
                    <a:pt x="1042217" y="701402"/>
                  </a:lnTo>
                  <a:close/>
                  <a:moveTo>
                    <a:pt x="1005854" y="645898"/>
                  </a:moveTo>
                  <a:lnTo>
                    <a:pt x="1008059" y="666428"/>
                  </a:lnTo>
                  <a:lnTo>
                    <a:pt x="961262" y="603749"/>
                  </a:lnTo>
                  <a:close/>
                  <a:moveTo>
                    <a:pt x="1113938" y="743819"/>
                  </a:moveTo>
                  <a:lnTo>
                    <a:pt x="1163635" y="783801"/>
                  </a:lnTo>
                  <a:lnTo>
                    <a:pt x="1136193" y="748971"/>
                  </a:lnTo>
                  <a:close/>
                  <a:moveTo>
                    <a:pt x="1170223" y="798785"/>
                  </a:moveTo>
                  <a:lnTo>
                    <a:pt x="1163635" y="783801"/>
                  </a:lnTo>
                  <a:lnTo>
                    <a:pt x="1113938" y="743819"/>
                  </a:lnTo>
                  <a:close/>
                  <a:moveTo>
                    <a:pt x="1139760" y="785568"/>
                  </a:moveTo>
                  <a:lnTo>
                    <a:pt x="1170223" y="798785"/>
                  </a:lnTo>
                  <a:lnTo>
                    <a:pt x="1113938" y="743819"/>
                  </a:lnTo>
                  <a:close/>
                  <a:moveTo>
                    <a:pt x="995694" y="638499"/>
                  </a:moveTo>
                  <a:lnTo>
                    <a:pt x="997778" y="687718"/>
                  </a:lnTo>
                  <a:lnTo>
                    <a:pt x="1005854" y="645898"/>
                  </a:lnTo>
                  <a:close/>
                  <a:moveTo>
                    <a:pt x="862491" y="388215"/>
                  </a:moveTo>
                  <a:lnTo>
                    <a:pt x="836612" y="378151"/>
                  </a:lnTo>
                  <a:lnTo>
                    <a:pt x="872332" y="393375"/>
                  </a:lnTo>
                  <a:close/>
                  <a:moveTo>
                    <a:pt x="798496" y="371156"/>
                  </a:moveTo>
                  <a:lnTo>
                    <a:pt x="836612" y="378151"/>
                  </a:lnTo>
                  <a:lnTo>
                    <a:pt x="780052" y="323408"/>
                  </a:lnTo>
                  <a:close/>
                  <a:moveTo>
                    <a:pt x="836612" y="378151"/>
                  </a:moveTo>
                  <a:lnTo>
                    <a:pt x="862491" y="388215"/>
                  </a:lnTo>
                  <a:lnTo>
                    <a:pt x="813569" y="348343"/>
                  </a:lnTo>
                  <a:close/>
                  <a:moveTo>
                    <a:pt x="757685" y="90621"/>
                  </a:moveTo>
                  <a:lnTo>
                    <a:pt x="726295" y="61819"/>
                  </a:lnTo>
                  <a:lnTo>
                    <a:pt x="752417" y="82345"/>
                  </a:lnTo>
                  <a:close/>
                  <a:moveTo>
                    <a:pt x="875586" y="34157"/>
                  </a:moveTo>
                  <a:lnTo>
                    <a:pt x="838696" y="0"/>
                  </a:lnTo>
                  <a:lnTo>
                    <a:pt x="837999" y="671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5" name="Output_density__4264">
              <a:extLst>
                <a:ext uri="{FF2B5EF4-FFF2-40B4-BE49-F238E27FC236}">
                  <a16:creationId xmlns:a16="http://schemas.microsoft.com/office/drawing/2014/main" id="{C6DDB69A-18D5-6871-87EE-1CB4A702EDF5}"/>
                </a:ext>
              </a:extLst>
            </p:cNvPr>
            <p:cNvSpPr>
              <a:spLocks noGrp="1"/>
            </p:cNvSpPr>
            <p:nvPr/>
          </p:nvSpPr>
          <p:spPr>
            <a:xfrm>
              <a:off x="15354842" y="2429867"/>
              <a:ext cx="1368226" cy="1873197"/>
            </a:xfrm>
            <a:custGeom>
              <a:avLst/>
              <a:gdLst/>
              <a:ahLst/>
              <a:cxnLst/>
              <a:rect l="0" t="0" r="0" b="0"/>
              <a:pathLst>
                <a:path w="1368226" h="1873197">
                  <a:moveTo>
                    <a:pt x="512484" y="1828411"/>
                  </a:moveTo>
                  <a:lnTo>
                    <a:pt x="525551" y="1838859"/>
                  </a:lnTo>
                  <a:lnTo>
                    <a:pt x="498655" y="1873197"/>
                  </a:lnTo>
                  <a:close/>
                  <a:moveTo>
                    <a:pt x="237879" y="1462004"/>
                  </a:moveTo>
                  <a:lnTo>
                    <a:pt x="279742" y="1443850"/>
                  </a:lnTo>
                  <a:lnTo>
                    <a:pt x="312579" y="1431720"/>
                  </a:lnTo>
                  <a:close/>
                  <a:moveTo>
                    <a:pt x="279980" y="1443561"/>
                  </a:moveTo>
                  <a:lnTo>
                    <a:pt x="312579" y="1431720"/>
                  </a:lnTo>
                  <a:lnTo>
                    <a:pt x="279742" y="1443850"/>
                  </a:lnTo>
                  <a:close/>
                  <a:moveTo>
                    <a:pt x="279980" y="1443561"/>
                  </a:moveTo>
                  <a:lnTo>
                    <a:pt x="327701" y="1419467"/>
                  </a:lnTo>
                  <a:lnTo>
                    <a:pt x="312579" y="1431720"/>
                  </a:lnTo>
                  <a:close/>
                  <a:moveTo>
                    <a:pt x="327701" y="1419467"/>
                  </a:moveTo>
                  <a:lnTo>
                    <a:pt x="279980" y="1443561"/>
                  </a:lnTo>
                  <a:lnTo>
                    <a:pt x="351313" y="1401864"/>
                  </a:lnTo>
                  <a:close/>
                  <a:moveTo>
                    <a:pt x="14468" y="1150742"/>
                  </a:moveTo>
                  <a:lnTo>
                    <a:pt x="25260" y="1122002"/>
                  </a:lnTo>
                  <a:lnTo>
                    <a:pt x="0" y="1185878"/>
                  </a:lnTo>
                  <a:close/>
                  <a:moveTo>
                    <a:pt x="348353" y="1343837"/>
                  </a:moveTo>
                  <a:lnTo>
                    <a:pt x="368165" y="1329972"/>
                  </a:lnTo>
                  <a:lnTo>
                    <a:pt x="395240" y="1296299"/>
                  </a:lnTo>
                  <a:close/>
                  <a:moveTo>
                    <a:pt x="736746" y="1676313"/>
                  </a:moveTo>
                  <a:lnTo>
                    <a:pt x="730638" y="1676914"/>
                  </a:lnTo>
                  <a:lnTo>
                    <a:pt x="761685" y="1628962"/>
                  </a:lnTo>
                  <a:close/>
                  <a:moveTo>
                    <a:pt x="505240" y="1223319"/>
                  </a:moveTo>
                  <a:lnTo>
                    <a:pt x="462407" y="1237848"/>
                  </a:lnTo>
                  <a:lnTo>
                    <a:pt x="470408" y="1227988"/>
                  </a:lnTo>
                  <a:close/>
                  <a:moveTo>
                    <a:pt x="535111" y="1192575"/>
                  </a:moveTo>
                  <a:lnTo>
                    <a:pt x="532991" y="1192175"/>
                  </a:lnTo>
                  <a:lnTo>
                    <a:pt x="505240" y="1223319"/>
                  </a:lnTo>
                  <a:close/>
                  <a:moveTo>
                    <a:pt x="535111" y="1192575"/>
                  </a:moveTo>
                  <a:lnTo>
                    <a:pt x="544693" y="1168481"/>
                  </a:lnTo>
                  <a:lnTo>
                    <a:pt x="532991" y="1192175"/>
                  </a:lnTo>
                  <a:close/>
                  <a:moveTo>
                    <a:pt x="515276" y="1013872"/>
                  </a:moveTo>
                  <a:lnTo>
                    <a:pt x="509985" y="971259"/>
                  </a:lnTo>
                  <a:lnTo>
                    <a:pt x="506040" y="997012"/>
                  </a:lnTo>
                  <a:close/>
                  <a:moveTo>
                    <a:pt x="526567" y="938241"/>
                  </a:moveTo>
                  <a:lnTo>
                    <a:pt x="509985" y="971259"/>
                  </a:lnTo>
                  <a:lnTo>
                    <a:pt x="515276" y="1013872"/>
                  </a:lnTo>
                  <a:close/>
                  <a:moveTo>
                    <a:pt x="1112395" y="1516578"/>
                  </a:moveTo>
                  <a:lnTo>
                    <a:pt x="1128000" y="1481050"/>
                  </a:lnTo>
                  <a:lnTo>
                    <a:pt x="1132710" y="1519551"/>
                  </a:lnTo>
                  <a:close/>
                  <a:moveTo>
                    <a:pt x="459888" y="557350"/>
                  </a:moveTo>
                  <a:lnTo>
                    <a:pt x="441627" y="620558"/>
                  </a:lnTo>
                  <a:lnTo>
                    <a:pt x="461064" y="580834"/>
                  </a:lnTo>
                  <a:close/>
                  <a:moveTo>
                    <a:pt x="460101" y="554730"/>
                  </a:moveTo>
                  <a:lnTo>
                    <a:pt x="461064" y="580834"/>
                  </a:lnTo>
                  <a:lnTo>
                    <a:pt x="471023" y="555787"/>
                  </a:lnTo>
                  <a:close/>
                  <a:moveTo>
                    <a:pt x="460101" y="554730"/>
                  </a:moveTo>
                  <a:lnTo>
                    <a:pt x="471023" y="555787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28535" y="501018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40913" y="481109"/>
                  </a:lnTo>
                  <a:lnTo>
                    <a:pt x="528535" y="501018"/>
                  </a:lnTo>
                  <a:close/>
                  <a:moveTo>
                    <a:pt x="1368226" y="1409460"/>
                  </a:moveTo>
                  <a:lnTo>
                    <a:pt x="1297637" y="1455116"/>
                  </a:lnTo>
                  <a:lnTo>
                    <a:pt x="1336730" y="1426601"/>
                  </a:lnTo>
                  <a:close/>
                  <a:moveTo>
                    <a:pt x="1338238" y="1408768"/>
                  </a:moveTo>
                  <a:lnTo>
                    <a:pt x="1368226" y="1409460"/>
                  </a:lnTo>
                  <a:lnTo>
                    <a:pt x="1336730" y="1426601"/>
                  </a:lnTo>
                  <a:close/>
                  <a:moveTo>
                    <a:pt x="536764" y="429573"/>
                  </a:moveTo>
                  <a:lnTo>
                    <a:pt x="538549" y="468639"/>
                  </a:lnTo>
                  <a:lnTo>
                    <a:pt x="540913" y="481109"/>
                  </a:lnTo>
                  <a:close/>
                  <a:moveTo>
                    <a:pt x="594638" y="438587"/>
                  </a:moveTo>
                  <a:lnTo>
                    <a:pt x="538549" y="468639"/>
                  </a:lnTo>
                  <a:lnTo>
                    <a:pt x="536764" y="429573"/>
                  </a:lnTo>
                  <a:close/>
                  <a:moveTo>
                    <a:pt x="1138015" y="972381"/>
                  </a:moveTo>
                  <a:lnTo>
                    <a:pt x="1156299" y="948287"/>
                  </a:lnTo>
                  <a:lnTo>
                    <a:pt x="1149641" y="981338"/>
                  </a:lnTo>
                  <a:close/>
                  <a:moveTo>
                    <a:pt x="475014" y="175238"/>
                  </a:moveTo>
                  <a:lnTo>
                    <a:pt x="465990" y="199332"/>
                  </a:lnTo>
                  <a:lnTo>
                    <a:pt x="502188" y="132710"/>
                  </a:lnTo>
                  <a:close/>
                  <a:moveTo>
                    <a:pt x="465990" y="199332"/>
                  </a:moveTo>
                  <a:lnTo>
                    <a:pt x="475078" y="166250"/>
                  </a:lnTo>
                  <a:lnTo>
                    <a:pt x="502188" y="132710"/>
                  </a:lnTo>
                  <a:close/>
                  <a:moveTo>
                    <a:pt x="502188" y="132710"/>
                  </a:moveTo>
                  <a:lnTo>
                    <a:pt x="525307" y="140930"/>
                  </a:lnTo>
                  <a:lnTo>
                    <a:pt x="514850" y="123702"/>
                  </a:lnTo>
                  <a:close/>
                  <a:moveTo>
                    <a:pt x="806334" y="436256"/>
                  </a:moveTo>
                  <a:lnTo>
                    <a:pt x="817438" y="437994"/>
                  </a:lnTo>
                  <a:lnTo>
                    <a:pt x="847418" y="415184"/>
                  </a:lnTo>
                  <a:close/>
                  <a:moveTo>
                    <a:pt x="824516" y="432921"/>
                  </a:moveTo>
                  <a:lnTo>
                    <a:pt x="852877" y="408828"/>
                  </a:lnTo>
                  <a:lnTo>
                    <a:pt x="847418" y="415184"/>
                  </a:lnTo>
                  <a:close/>
                  <a:moveTo>
                    <a:pt x="514850" y="123702"/>
                  </a:moveTo>
                  <a:lnTo>
                    <a:pt x="530637" y="104177"/>
                  </a:lnTo>
                  <a:lnTo>
                    <a:pt x="502188" y="132710"/>
                  </a:lnTo>
                  <a:close/>
                  <a:moveTo>
                    <a:pt x="514850" y="123702"/>
                  </a:moveTo>
                  <a:lnTo>
                    <a:pt x="546271" y="99608"/>
                  </a:lnTo>
                  <a:lnTo>
                    <a:pt x="530637" y="104177"/>
                  </a:lnTo>
                  <a:close/>
                  <a:moveTo>
                    <a:pt x="546271" y="99608"/>
                  </a:moveTo>
                  <a:lnTo>
                    <a:pt x="514850" y="123702"/>
                  </a:lnTo>
                  <a:lnTo>
                    <a:pt x="574757" y="94458"/>
                  </a:lnTo>
                  <a:close/>
                  <a:moveTo>
                    <a:pt x="514850" y="123702"/>
                  </a:moveTo>
                  <a:lnTo>
                    <a:pt x="541216" y="103954"/>
                  </a:lnTo>
                  <a:lnTo>
                    <a:pt x="574757" y="94458"/>
                  </a:lnTo>
                  <a:close/>
                  <a:moveTo>
                    <a:pt x="574757" y="94458"/>
                  </a:moveTo>
                  <a:lnTo>
                    <a:pt x="541216" y="103954"/>
                  </a:lnTo>
                  <a:lnTo>
                    <a:pt x="620313" y="90108"/>
                  </a:lnTo>
                  <a:close/>
                  <a:moveTo>
                    <a:pt x="574757" y="94458"/>
                  </a:moveTo>
                  <a:lnTo>
                    <a:pt x="620313" y="90108"/>
                  </a:lnTo>
                  <a:lnTo>
                    <a:pt x="583533" y="93593"/>
                  </a:lnTo>
                  <a:close/>
                  <a:moveTo>
                    <a:pt x="738881" y="223837"/>
                  </a:moveTo>
                  <a:lnTo>
                    <a:pt x="777049" y="191864"/>
                  </a:lnTo>
                  <a:lnTo>
                    <a:pt x="808617" y="174990"/>
                  </a:lnTo>
                  <a:close/>
                  <a:moveTo>
                    <a:pt x="791346" y="178587"/>
                  </a:moveTo>
                  <a:lnTo>
                    <a:pt x="808617" y="174990"/>
                  </a:lnTo>
                  <a:lnTo>
                    <a:pt x="777049" y="191864"/>
                  </a:lnTo>
                  <a:close/>
                  <a:moveTo>
                    <a:pt x="791346" y="178587"/>
                  </a:moveTo>
                  <a:lnTo>
                    <a:pt x="820647" y="154493"/>
                  </a:lnTo>
                  <a:lnTo>
                    <a:pt x="808617" y="174990"/>
                  </a:lnTo>
                  <a:close/>
                  <a:moveTo>
                    <a:pt x="820647" y="154493"/>
                  </a:moveTo>
                  <a:lnTo>
                    <a:pt x="791346" y="178587"/>
                  </a:lnTo>
                  <a:lnTo>
                    <a:pt x="841122" y="121848"/>
                  </a:lnTo>
                  <a:close/>
                  <a:moveTo>
                    <a:pt x="820647" y="154493"/>
                  </a:moveTo>
                  <a:lnTo>
                    <a:pt x="841122" y="121848"/>
                  </a:lnTo>
                  <a:lnTo>
                    <a:pt x="872874" y="105661"/>
                  </a:lnTo>
                  <a:close/>
                  <a:moveTo>
                    <a:pt x="872874" y="105661"/>
                  </a:moveTo>
                  <a:lnTo>
                    <a:pt x="841122" y="121848"/>
                  </a:lnTo>
                  <a:lnTo>
                    <a:pt x="912498" y="79131"/>
                  </a:lnTo>
                  <a:close/>
                  <a:moveTo>
                    <a:pt x="912498" y="79131"/>
                  </a:moveTo>
                  <a:lnTo>
                    <a:pt x="912713" y="78629"/>
                  </a:lnTo>
                  <a:lnTo>
                    <a:pt x="906009" y="94648"/>
                  </a:lnTo>
                  <a:close/>
                  <a:moveTo>
                    <a:pt x="931522" y="27326"/>
                  </a:moveTo>
                  <a:lnTo>
                    <a:pt x="912713" y="78629"/>
                  </a:lnTo>
                  <a:lnTo>
                    <a:pt x="913207" y="78863"/>
                  </a:lnTo>
                  <a:close/>
                  <a:moveTo>
                    <a:pt x="983635" y="35524"/>
                  </a:moveTo>
                  <a:lnTo>
                    <a:pt x="912713" y="78629"/>
                  </a:lnTo>
                  <a:lnTo>
                    <a:pt x="931522" y="27326"/>
                  </a:lnTo>
                  <a:close/>
                  <a:moveTo>
                    <a:pt x="917731" y="54769"/>
                  </a:moveTo>
                  <a:lnTo>
                    <a:pt x="912713" y="78629"/>
                  </a:lnTo>
                  <a:lnTo>
                    <a:pt x="937402" y="37342"/>
                  </a:lnTo>
                  <a:close/>
                  <a:moveTo>
                    <a:pt x="983635" y="35524"/>
                  </a:moveTo>
                  <a:lnTo>
                    <a:pt x="978510" y="377"/>
                  </a:lnTo>
                  <a:lnTo>
                    <a:pt x="963495" y="0"/>
                  </a:lnTo>
                  <a:close/>
                  <a:moveTo>
                    <a:pt x="937402" y="37342"/>
                  </a:moveTo>
                  <a:lnTo>
                    <a:pt x="983635" y="35524"/>
                  </a:lnTo>
                  <a:lnTo>
                    <a:pt x="963495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66" name="Output_density__4265">
              <a:extLst>
                <a:ext uri="{FF2B5EF4-FFF2-40B4-BE49-F238E27FC236}">
                  <a16:creationId xmlns:a16="http://schemas.microsoft.com/office/drawing/2014/main" id="{C9A9CDB5-F7DD-ED81-18E7-301D055FB348}"/>
                </a:ext>
              </a:extLst>
            </p:cNvPr>
            <p:cNvSpPr>
              <a:spLocks noGrp="1"/>
            </p:cNvSpPr>
            <p:nvPr/>
          </p:nvSpPr>
          <p:spPr>
            <a:xfrm>
              <a:off x="15413208" y="2347406"/>
              <a:ext cx="1289590" cy="1963001"/>
            </a:xfrm>
            <a:custGeom>
              <a:avLst/>
              <a:gdLst/>
              <a:ahLst/>
              <a:cxnLst/>
              <a:rect l="0" t="0" r="0" b="0"/>
              <a:pathLst>
                <a:path w="1289590" h="1963001">
                  <a:moveTo>
                    <a:pt x="394772" y="1962409"/>
                  </a:moveTo>
                  <a:lnTo>
                    <a:pt x="395533" y="1963001"/>
                  </a:lnTo>
                  <a:lnTo>
                    <a:pt x="395951" y="1961940"/>
                  </a:lnTo>
                  <a:close/>
                  <a:moveTo>
                    <a:pt x="395951" y="1961940"/>
                  </a:moveTo>
                  <a:lnTo>
                    <a:pt x="395533" y="1963001"/>
                  </a:lnTo>
                  <a:lnTo>
                    <a:pt x="401425" y="1962409"/>
                  </a:lnTo>
                  <a:close/>
                  <a:moveTo>
                    <a:pt x="37887" y="1526022"/>
                  </a:moveTo>
                  <a:lnTo>
                    <a:pt x="0" y="1491262"/>
                  </a:lnTo>
                  <a:lnTo>
                    <a:pt x="28625" y="1498579"/>
                  </a:lnTo>
                  <a:close/>
                  <a:moveTo>
                    <a:pt x="37887" y="1526022"/>
                  </a:moveTo>
                  <a:lnTo>
                    <a:pt x="28625" y="1498579"/>
                  </a:lnTo>
                  <a:lnTo>
                    <a:pt x="9064" y="1550116"/>
                  </a:lnTo>
                  <a:close/>
                  <a:moveTo>
                    <a:pt x="210304" y="1496978"/>
                  </a:moveTo>
                  <a:lnTo>
                    <a:pt x="160454" y="1512986"/>
                  </a:lnTo>
                  <a:lnTo>
                    <a:pt x="206261" y="1509576"/>
                  </a:lnTo>
                  <a:close/>
                  <a:moveTo>
                    <a:pt x="210304" y="1496978"/>
                  </a:moveTo>
                  <a:lnTo>
                    <a:pt x="165530" y="1495396"/>
                  </a:lnTo>
                  <a:lnTo>
                    <a:pt x="160454" y="1512986"/>
                  </a:lnTo>
                  <a:close/>
                  <a:moveTo>
                    <a:pt x="224935" y="1444497"/>
                  </a:moveTo>
                  <a:lnTo>
                    <a:pt x="193845" y="1426298"/>
                  </a:lnTo>
                  <a:lnTo>
                    <a:pt x="210304" y="1496978"/>
                  </a:lnTo>
                  <a:close/>
                  <a:moveTo>
                    <a:pt x="131917" y="1334495"/>
                  </a:moveTo>
                  <a:lnTo>
                    <a:pt x="156407" y="1362957"/>
                  </a:lnTo>
                  <a:lnTo>
                    <a:pt x="111367" y="1347318"/>
                  </a:lnTo>
                  <a:close/>
                  <a:moveTo>
                    <a:pt x="156364" y="1377362"/>
                  </a:moveTo>
                  <a:lnTo>
                    <a:pt x="120509" y="1363641"/>
                  </a:lnTo>
                  <a:lnTo>
                    <a:pt x="111367" y="1347318"/>
                  </a:lnTo>
                  <a:close/>
                  <a:moveTo>
                    <a:pt x="147466" y="1374761"/>
                  </a:moveTo>
                  <a:lnTo>
                    <a:pt x="156364" y="1377362"/>
                  </a:lnTo>
                  <a:lnTo>
                    <a:pt x="111367" y="1347318"/>
                  </a:lnTo>
                  <a:close/>
                  <a:moveTo>
                    <a:pt x="163498" y="1374761"/>
                  </a:moveTo>
                  <a:lnTo>
                    <a:pt x="131917" y="1334495"/>
                  </a:lnTo>
                  <a:lnTo>
                    <a:pt x="130593" y="1347318"/>
                  </a:lnTo>
                  <a:close/>
                  <a:moveTo>
                    <a:pt x="130593" y="1347318"/>
                  </a:moveTo>
                  <a:lnTo>
                    <a:pt x="120509" y="1363641"/>
                  </a:lnTo>
                  <a:lnTo>
                    <a:pt x="163498" y="1374761"/>
                  </a:lnTo>
                  <a:close/>
                  <a:moveTo>
                    <a:pt x="153319" y="1216511"/>
                  </a:moveTo>
                  <a:lnTo>
                    <a:pt x="132748" y="1208333"/>
                  </a:lnTo>
                  <a:lnTo>
                    <a:pt x="201342" y="1247594"/>
                  </a:lnTo>
                  <a:close/>
                  <a:moveTo>
                    <a:pt x="201342" y="1247594"/>
                  </a:moveTo>
                  <a:lnTo>
                    <a:pt x="132748" y="1208333"/>
                  </a:lnTo>
                  <a:lnTo>
                    <a:pt x="124520" y="1220151"/>
                  </a:lnTo>
                  <a:close/>
                  <a:moveTo>
                    <a:pt x="678380" y="1758774"/>
                  </a:moveTo>
                  <a:lnTo>
                    <a:pt x="731777" y="1790402"/>
                  </a:lnTo>
                  <a:lnTo>
                    <a:pt x="713458" y="1778462"/>
                  </a:lnTo>
                  <a:close/>
                  <a:moveTo>
                    <a:pt x="233509" y="1071852"/>
                  </a:moveTo>
                  <a:lnTo>
                    <a:pt x="204339" y="1068890"/>
                  </a:lnTo>
                  <a:lnTo>
                    <a:pt x="203053" y="1063673"/>
                  </a:lnTo>
                  <a:close/>
                  <a:moveTo>
                    <a:pt x="891690" y="1762046"/>
                  </a:moveTo>
                  <a:lnTo>
                    <a:pt x="878797" y="1742214"/>
                  </a:lnTo>
                  <a:lnTo>
                    <a:pt x="881215" y="1746748"/>
                  </a:lnTo>
                  <a:close/>
                  <a:moveTo>
                    <a:pt x="271380" y="983363"/>
                  </a:moveTo>
                  <a:lnTo>
                    <a:pt x="312776" y="1018865"/>
                  </a:lnTo>
                  <a:lnTo>
                    <a:pt x="316486" y="1020702"/>
                  </a:lnTo>
                  <a:close/>
                  <a:moveTo>
                    <a:pt x="316486" y="1020702"/>
                  </a:moveTo>
                  <a:lnTo>
                    <a:pt x="297375" y="1001061"/>
                  </a:lnTo>
                  <a:lnTo>
                    <a:pt x="271380" y="983363"/>
                  </a:lnTo>
                  <a:close/>
                  <a:moveTo>
                    <a:pt x="767794" y="1473092"/>
                  </a:moveTo>
                  <a:lnTo>
                    <a:pt x="810530" y="1476330"/>
                  </a:lnTo>
                  <a:lnTo>
                    <a:pt x="776468" y="1432995"/>
                  </a:lnTo>
                  <a:close/>
                  <a:moveTo>
                    <a:pt x="771875" y="1417501"/>
                  </a:moveTo>
                  <a:lnTo>
                    <a:pt x="767794" y="1473092"/>
                  </a:lnTo>
                  <a:lnTo>
                    <a:pt x="776468" y="1432995"/>
                  </a:lnTo>
                  <a:close/>
                  <a:moveTo>
                    <a:pt x="823366" y="1435338"/>
                  </a:moveTo>
                  <a:lnTo>
                    <a:pt x="771875" y="1417501"/>
                  </a:lnTo>
                  <a:lnTo>
                    <a:pt x="776468" y="1432995"/>
                  </a:lnTo>
                  <a:close/>
                  <a:moveTo>
                    <a:pt x="681467" y="1317063"/>
                  </a:moveTo>
                  <a:lnTo>
                    <a:pt x="721984" y="1365866"/>
                  </a:lnTo>
                  <a:lnTo>
                    <a:pt x="722530" y="1357364"/>
                  </a:lnTo>
                  <a:close/>
                  <a:moveTo>
                    <a:pt x="722530" y="1357364"/>
                  </a:moveTo>
                  <a:lnTo>
                    <a:pt x="706807" y="1348900"/>
                  </a:lnTo>
                  <a:lnTo>
                    <a:pt x="681467" y="1317063"/>
                  </a:lnTo>
                  <a:close/>
                  <a:moveTo>
                    <a:pt x="427169" y="1002083"/>
                  </a:moveTo>
                  <a:lnTo>
                    <a:pt x="461785" y="1005257"/>
                  </a:lnTo>
                  <a:lnTo>
                    <a:pt x="429666" y="996608"/>
                  </a:lnTo>
                  <a:close/>
                  <a:moveTo>
                    <a:pt x="427169" y="1002083"/>
                  </a:moveTo>
                  <a:lnTo>
                    <a:pt x="421115" y="996608"/>
                  </a:lnTo>
                  <a:lnTo>
                    <a:pt x="428411" y="1057150"/>
                  </a:lnTo>
                  <a:close/>
                  <a:moveTo>
                    <a:pt x="337409" y="967665"/>
                  </a:moveTo>
                  <a:lnTo>
                    <a:pt x="305623" y="955524"/>
                  </a:lnTo>
                  <a:lnTo>
                    <a:pt x="373499" y="1001068"/>
                  </a:lnTo>
                  <a:close/>
                  <a:moveTo>
                    <a:pt x="358026" y="918249"/>
                  </a:moveTo>
                  <a:lnTo>
                    <a:pt x="313336" y="893535"/>
                  </a:lnTo>
                  <a:lnTo>
                    <a:pt x="337409" y="967665"/>
                  </a:lnTo>
                  <a:close/>
                  <a:moveTo>
                    <a:pt x="337409" y="967665"/>
                  </a:moveTo>
                  <a:lnTo>
                    <a:pt x="313336" y="893535"/>
                  </a:lnTo>
                  <a:lnTo>
                    <a:pt x="303073" y="894854"/>
                  </a:lnTo>
                  <a:close/>
                  <a:moveTo>
                    <a:pt x="390895" y="899422"/>
                  </a:moveTo>
                  <a:lnTo>
                    <a:pt x="358026" y="918249"/>
                  </a:lnTo>
                  <a:lnTo>
                    <a:pt x="337409" y="967665"/>
                  </a:lnTo>
                  <a:close/>
                  <a:moveTo>
                    <a:pt x="390895" y="899422"/>
                  </a:moveTo>
                  <a:lnTo>
                    <a:pt x="337409" y="967665"/>
                  </a:lnTo>
                  <a:lnTo>
                    <a:pt x="411787" y="945179"/>
                  </a:lnTo>
                  <a:close/>
                  <a:moveTo>
                    <a:pt x="682344" y="1305828"/>
                  </a:moveTo>
                  <a:lnTo>
                    <a:pt x="642456" y="1254291"/>
                  </a:lnTo>
                  <a:lnTo>
                    <a:pt x="658638" y="1272880"/>
                  </a:lnTo>
                  <a:close/>
                  <a:moveTo>
                    <a:pt x="869149" y="1436344"/>
                  </a:moveTo>
                  <a:lnTo>
                    <a:pt x="879249" y="1469599"/>
                  </a:lnTo>
                  <a:lnTo>
                    <a:pt x="912393" y="1458622"/>
                  </a:lnTo>
                  <a:close/>
                  <a:moveTo>
                    <a:pt x="869149" y="1436344"/>
                  </a:moveTo>
                  <a:lnTo>
                    <a:pt x="864202" y="1460437"/>
                  </a:lnTo>
                  <a:lnTo>
                    <a:pt x="879249" y="1469599"/>
                  </a:lnTo>
                  <a:close/>
                  <a:moveTo>
                    <a:pt x="864202" y="1460437"/>
                  </a:moveTo>
                  <a:lnTo>
                    <a:pt x="869149" y="1436344"/>
                  </a:lnTo>
                  <a:lnTo>
                    <a:pt x="823366" y="1435338"/>
                  </a:lnTo>
                  <a:close/>
                  <a:moveTo>
                    <a:pt x="869149" y="1436344"/>
                  </a:moveTo>
                  <a:lnTo>
                    <a:pt x="858273" y="1430953"/>
                  </a:lnTo>
                  <a:lnTo>
                    <a:pt x="823366" y="1435338"/>
                  </a:lnTo>
                  <a:close/>
                  <a:moveTo>
                    <a:pt x="912393" y="1458622"/>
                  </a:moveTo>
                  <a:lnTo>
                    <a:pt x="879249" y="1469599"/>
                  </a:lnTo>
                  <a:lnTo>
                    <a:pt x="963200" y="1473904"/>
                  </a:lnTo>
                  <a:close/>
                  <a:moveTo>
                    <a:pt x="771875" y="1417501"/>
                  </a:moveTo>
                  <a:lnTo>
                    <a:pt x="823366" y="1435338"/>
                  </a:lnTo>
                  <a:lnTo>
                    <a:pt x="858273" y="1430953"/>
                  </a:lnTo>
                  <a:close/>
                  <a:moveTo>
                    <a:pt x="734729" y="1318392"/>
                  </a:moveTo>
                  <a:lnTo>
                    <a:pt x="722530" y="1357364"/>
                  </a:lnTo>
                  <a:lnTo>
                    <a:pt x="758293" y="1292587"/>
                  </a:lnTo>
                  <a:close/>
                  <a:moveTo>
                    <a:pt x="758293" y="1292587"/>
                  </a:moveTo>
                  <a:lnTo>
                    <a:pt x="722530" y="1357364"/>
                  </a:lnTo>
                  <a:lnTo>
                    <a:pt x="773142" y="1343258"/>
                  </a:lnTo>
                  <a:close/>
                  <a:moveTo>
                    <a:pt x="716964" y="1281734"/>
                  </a:moveTo>
                  <a:lnTo>
                    <a:pt x="682344" y="1305828"/>
                  </a:lnTo>
                  <a:lnTo>
                    <a:pt x="706807" y="1348900"/>
                  </a:lnTo>
                  <a:close/>
                  <a:moveTo>
                    <a:pt x="537309" y="929626"/>
                  </a:moveTo>
                  <a:lnTo>
                    <a:pt x="535415" y="983380"/>
                  </a:lnTo>
                  <a:lnTo>
                    <a:pt x="535923" y="972514"/>
                  </a:lnTo>
                  <a:close/>
                  <a:moveTo>
                    <a:pt x="178108" y="669514"/>
                  </a:moveTo>
                  <a:lnTo>
                    <a:pt x="195257" y="659036"/>
                  </a:lnTo>
                  <a:lnTo>
                    <a:pt x="142830" y="637694"/>
                  </a:lnTo>
                  <a:close/>
                  <a:moveTo>
                    <a:pt x="606619" y="1075587"/>
                  </a:moveTo>
                  <a:lnTo>
                    <a:pt x="606110" y="1089373"/>
                  </a:lnTo>
                  <a:lnTo>
                    <a:pt x="628078" y="1094322"/>
                  </a:lnTo>
                  <a:close/>
                  <a:moveTo>
                    <a:pt x="617449" y="1054580"/>
                  </a:moveTo>
                  <a:lnTo>
                    <a:pt x="606110" y="1089373"/>
                  </a:lnTo>
                  <a:lnTo>
                    <a:pt x="606619" y="1075587"/>
                  </a:lnTo>
                  <a:close/>
                  <a:moveTo>
                    <a:pt x="1057197" y="1590953"/>
                  </a:moveTo>
                  <a:lnTo>
                    <a:pt x="1092202" y="1606865"/>
                  </a:lnTo>
                  <a:lnTo>
                    <a:pt x="1080689" y="1603598"/>
                  </a:lnTo>
                  <a:close/>
                  <a:moveTo>
                    <a:pt x="1028120" y="1413380"/>
                  </a:moveTo>
                  <a:lnTo>
                    <a:pt x="963200" y="1473904"/>
                  </a:lnTo>
                  <a:lnTo>
                    <a:pt x="1010537" y="1476211"/>
                  </a:lnTo>
                  <a:close/>
                  <a:moveTo>
                    <a:pt x="844078" y="1260828"/>
                  </a:moveTo>
                  <a:lnTo>
                    <a:pt x="849567" y="1263503"/>
                  </a:lnTo>
                  <a:lnTo>
                    <a:pt x="838595" y="1257640"/>
                  </a:lnTo>
                  <a:close/>
                  <a:moveTo>
                    <a:pt x="768182" y="1103030"/>
                  </a:moveTo>
                  <a:lnTo>
                    <a:pt x="772589" y="1150369"/>
                  </a:lnTo>
                  <a:lnTo>
                    <a:pt x="755245" y="1178660"/>
                  </a:lnTo>
                  <a:close/>
                  <a:moveTo>
                    <a:pt x="628078" y="1094322"/>
                  </a:moveTo>
                  <a:lnTo>
                    <a:pt x="703094" y="1065217"/>
                  </a:lnTo>
                  <a:lnTo>
                    <a:pt x="662386" y="1087694"/>
                  </a:lnTo>
                  <a:close/>
                  <a:moveTo>
                    <a:pt x="628078" y="1094322"/>
                  </a:moveTo>
                  <a:lnTo>
                    <a:pt x="592594" y="1062379"/>
                  </a:lnTo>
                  <a:lnTo>
                    <a:pt x="606619" y="1075587"/>
                  </a:lnTo>
                  <a:close/>
                  <a:moveTo>
                    <a:pt x="362934" y="695943"/>
                  </a:moveTo>
                  <a:lnTo>
                    <a:pt x="383260" y="703019"/>
                  </a:lnTo>
                  <a:lnTo>
                    <a:pt x="358539" y="650365"/>
                  </a:lnTo>
                  <a:close/>
                  <a:moveTo>
                    <a:pt x="392442" y="639201"/>
                  </a:moveTo>
                  <a:lnTo>
                    <a:pt x="401521" y="639811"/>
                  </a:lnTo>
                  <a:lnTo>
                    <a:pt x="401735" y="637191"/>
                  </a:lnTo>
                  <a:close/>
                  <a:moveTo>
                    <a:pt x="152639" y="439248"/>
                  </a:moveTo>
                  <a:lnTo>
                    <a:pt x="201714" y="437333"/>
                  </a:lnTo>
                  <a:lnTo>
                    <a:pt x="155801" y="416394"/>
                  </a:lnTo>
                  <a:close/>
                  <a:moveTo>
                    <a:pt x="201714" y="437333"/>
                  </a:moveTo>
                  <a:lnTo>
                    <a:pt x="206559" y="431491"/>
                  </a:lnTo>
                  <a:lnTo>
                    <a:pt x="155801" y="416394"/>
                  </a:lnTo>
                  <a:close/>
                  <a:moveTo>
                    <a:pt x="1197174" y="1554862"/>
                  </a:moveTo>
                  <a:lnTo>
                    <a:pt x="1177542" y="1542765"/>
                  </a:lnTo>
                  <a:lnTo>
                    <a:pt x="1128477" y="1607594"/>
                  </a:lnTo>
                  <a:close/>
                  <a:moveTo>
                    <a:pt x="849567" y="1263503"/>
                  </a:moveTo>
                  <a:lnTo>
                    <a:pt x="907086" y="1303881"/>
                  </a:lnTo>
                  <a:lnTo>
                    <a:pt x="934014" y="1269657"/>
                  </a:lnTo>
                  <a:close/>
                  <a:moveTo>
                    <a:pt x="886419" y="1138901"/>
                  </a:moveTo>
                  <a:lnTo>
                    <a:pt x="947586" y="1182009"/>
                  </a:lnTo>
                  <a:lnTo>
                    <a:pt x="952109" y="1186222"/>
                  </a:lnTo>
                  <a:close/>
                  <a:moveTo>
                    <a:pt x="766867" y="1097389"/>
                  </a:moveTo>
                  <a:lnTo>
                    <a:pt x="703094" y="1065217"/>
                  </a:lnTo>
                  <a:lnTo>
                    <a:pt x="748315" y="1103030"/>
                  </a:lnTo>
                  <a:close/>
                  <a:moveTo>
                    <a:pt x="705055" y="1046915"/>
                  </a:moveTo>
                  <a:lnTo>
                    <a:pt x="703094" y="1065217"/>
                  </a:lnTo>
                  <a:lnTo>
                    <a:pt x="766867" y="1097389"/>
                  </a:lnTo>
                  <a:close/>
                  <a:moveTo>
                    <a:pt x="750808" y="1047701"/>
                  </a:moveTo>
                  <a:lnTo>
                    <a:pt x="705055" y="1046915"/>
                  </a:lnTo>
                  <a:lnTo>
                    <a:pt x="766867" y="1097389"/>
                  </a:lnTo>
                  <a:close/>
                  <a:moveTo>
                    <a:pt x="766867" y="1097389"/>
                  </a:moveTo>
                  <a:lnTo>
                    <a:pt x="772589" y="1150369"/>
                  </a:lnTo>
                  <a:lnTo>
                    <a:pt x="768182" y="1103030"/>
                  </a:lnTo>
                  <a:close/>
                  <a:moveTo>
                    <a:pt x="750808" y="1047701"/>
                  </a:moveTo>
                  <a:lnTo>
                    <a:pt x="768182" y="1103030"/>
                  </a:lnTo>
                  <a:lnTo>
                    <a:pt x="755610" y="1051493"/>
                  </a:lnTo>
                  <a:close/>
                  <a:moveTo>
                    <a:pt x="750808" y="1047701"/>
                  </a:moveTo>
                  <a:lnTo>
                    <a:pt x="766867" y="1097389"/>
                  </a:lnTo>
                  <a:lnTo>
                    <a:pt x="768182" y="1103030"/>
                  </a:lnTo>
                  <a:close/>
                  <a:moveTo>
                    <a:pt x="705055" y="1046915"/>
                  </a:moveTo>
                  <a:lnTo>
                    <a:pt x="750808" y="1047701"/>
                  </a:lnTo>
                  <a:lnTo>
                    <a:pt x="759261" y="978086"/>
                  </a:lnTo>
                  <a:close/>
                  <a:moveTo>
                    <a:pt x="759261" y="978086"/>
                  </a:moveTo>
                  <a:lnTo>
                    <a:pt x="750808" y="1047701"/>
                  </a:lnTo>
                  <a:lnTo>
                    <a:pt x="792142" y="989336"/>
                  </a:lnTo>
                  <a:close/>
                  <a:moveTo>
                    <a:pt x="650946" y="990180"/>
                  </a:moveTo>
                  <a:lnTo>
                    <a:pt x="680530" y="941368"/>
                  </a:lnTo>
                  <a:lnTo>
                    <a:pt x="640558" y="935882"/>
                  </a:lnTo>
                  <a:close/>
                  <a:moveTo>
                    <a:pt x="358064" y="637159"/>
                  </a:moveTo>
                  <a:lnTo>
                    <a:pt x="401735" y="637191"/>
                  </a:lnTo>
                  <a:lnTo>
                    <a:pt x="372676" y="568323"/>
                  </a:lnTo>
                  <a:close/>
                  <a:moveTo>
                    <a:pt x="335821" y="529757"/>
                  </a:moveTo>
                  <a:lnTo>
                    <a:pt x="339183" y="587664"/>
                  </a:lnTo>
                  <a:lnTo>
                    <a:pt x="314842" y="571573"/>
                  </a:lnTo>
                  <a:close/>
                  <a:moveTo>
                    <a:pt x="1197174" y="1554862"/>
                  </a:moveTo>
                  <a:lnTo>
                    <a:pt x="1207923" y="1542765"/>
                  </a:lnTo>
                  <a:lnTo>
                    <a:pt x="1201587" y="1536547"/>
                  </a:lnTo>
                  <a:close/>
                  <a:moveTo>
                    <a:pt x="1239271" y="1537577"/>
                  </a:moveTo>
                  <a:lnTo>
                    <a:pt x="1201587" y="1536547"/>
                  </a:lnTo>
                  <a:lnTo>
                    <a:pt x="1207923" y="1542765"/>
                  </a:lnTo>
                  <a:close/>
                  <a:moveTo>
                    <a:pt x="1258371" y="1518671"/>
                  </a:moveTo>
                  <a:lnTo>
                    <a:pt x="1210106" y="1467135"/>
                  </a:lnTo>
                  <a:lnTo>
                    <a:pt x="1239271" y="1537577"/>
                  </a:lnTo>
                  <a:close/>
                  <a:moveTo>
                    <a:pt x="905968" y="1123009"/>
                  </a:moveTo>
                  <a:lnTo>
                    <a:pt x="901404" y="1147733"/>
                  </a:lnTo>
                  <a:lnTo>
                    <a:pt x="937806" y="1157916"/>
                  </a:lnTo>
                  <a:close/>
                  <a:moveTo>
                    <a:pt x="1258951" y="1402408"/>
                  </a:moveTo>
                  <a:lnTo>
                    <a:pt x="1289590" y="1415482"/>
                  </a:lnTo>
                  <a:lnTo>
                    <a:pt x="1235110" y="1359048"/>
                  </a:lnTo>
                  <a:close/>
                  <a:moveTo>
                    <a:pt x="786417" y="721529"/>
                  </a:moveTo>
                  <a:lnTo>
                    <a:pt x="802722" y="792507"/>
                  </a:lnTo>
                  <a:lnTo>
                    <a:pt x="816000" y="733300"/>
                  </a:lnTo>
                  <a:close/>
                  <a:moveTo>
                    <a:pt x="886952" y="699269"/>
                  </a:moveTo>
                  <a:lnTo>
                    <a:pt x="854761" y="773065"/>
                  </a:lnTo>
                  <a:lnTo>
                    <a:pt x="889533" y="759913"/>
                  </a:lnTo>
                  <a:close/>
                  <a:moveTo>
                    <a:pt x="1053681" y="827951"/>
                  </a:moveTo>
                  <a:lnTo>
                    <a:pt x="1063992" y="826894"/>
                  </a:lnTo>
                  <a:lnTo>
                    <a:pt x="1028591" y="785568"/>
                  </a:lnTo>
                  <a:close/>
                  <a:moveTo>
                    <a:pt x="1028591" y="785568"/>
                  </a:moveTo>
                  <a:lnTo>
                    <a:pt x="1053601" y="827823"/>
                  </a:lnTo>
                  <a:lnTo>
                    <a:pt x="1053681" y="827951"/>
                  </a:lnTo>
                  <a:close/>
                  <a:moveTo>
                    <a:pt x="898496" y="673341"/>
                  </a:moveTo>
                  <a:lnTo>
                    <a:pt x="886609" y="687718"/>
                  </a:lnTo>
                  <a:lnTo>
                    <a:pt x="839245" y="637328"/>
                  </a:lnTo>
                  <a:close/>
                  <a:moveTo>
                    <a:pt x="639595" y="371979"/>
                  </a:moveTo>
                  <a:lnTo>
                    <a:pt x="687327" y="371156"/>
                  </a:lnTo>
                  <a:lnTo>
                    <a:pt x="668882" y="323408"/>
                  </a:lnTo>
                  <a:close/>
                  <a:moveTo>
                    <a:pt x="639595" y="371979"/>
                  </a:moveTo>
                  <a:lnTo>
                    <a:pt x="668882" y="323408"/>
                  </a:lnTo>
                  <a:lnTo>
                    <a:pt x="625962" y="320319"/>
                  </a:lnTo>
                  <a:close/>
                  <a:moveTo>
                    <a:pt x="580022" y="279925"/>
                  </a:moveTo>
                  <a:lnTo>
                    <a:pt x="625962" y="320319"/>
                  </a:lnTo>
                  <a:lnTo>
                    <a:pt x="629880" y="291662"/>
                  </a:lnTo>
                  <a:close/>
                  <a:moveTo>
                    <a:pt x="625962" y="320319"/>
                  </a:moveTo>
                  <a:lnTo>
                    <a:pt x="668882" y="323408"/>
                  </a:lnTo>
                  <a:lnTo>
                    <a:pt x="629880" y="291662"/>
                  </a:lnTo>
                  <a:close/>
                  <a:moveTo>
                    <a:pt x="474945" y="178901"/>
                  </a:moveTo>
                  <a:lnTo>
                    <a:pt x="431961" y="175864"/>
                  </a:lnTo>
                  <a:lnTo>
                    <a:pt x="432291" y="211838"/>
                  </a:lnTo>
                  <a:close/>
                  <a:moveTo>
                    <a:pt x="516391" y="176919"/>
                  </a:moveTo>
                  <a:lnTo>
                    <a:pt x="526552" y="157975"/>
                  </a:lnTo>
                  <a:lnTo>
                    <a:pt x="490246" y="118944"/>
                  </a:lnTo>
                  <a:close/>
                  <a:moveTo>
                    <a:pt x="552922" y="178605"/>
                  </a:moveTo>
                  <a:lnTo>
                    <a:pt x="581563" y="209511"/>
                  </a:lnTo>
                  <a:lnTo>
                    <a:pt x="576355" y="197182"/>
                  </a:lnTo>
                  <a:close/>
                  <a:moveTo>
                    <a:pt x="526552" y="157975"/>
                  </a:moveTo>
                  <a:lnTo>
                    <a:pt x="552922" y="178605"/>
                  </a:lnTo>
                  <a:lnTo>
                    <a:pt x="559048" y="185418"/>
                  </a:lnTo>
                  <a:close/>
                  <a:moveTo>
                    <a:pt x="705798" y="161324"/>
                  </a:moveTo>
                  <a:lnTo>
                    <a:pt x="669965" y="133881"/>
                  </a:lnTo>
                  <a:lnTo>
                    <a:pt x="668382" y="109787"/>
                  </a:lnTo>
                  <a:close/>
                  <a:moveTo>
                    <a:pt x="641248" y="82345"/>
                  </a:moveTo>
                  <a:lnTo>
                    <a:pt x="630415" y="65727"/>
                  </a:lnTo>
                  <a:lnTo>
                    <a:pt x="668382" y="109787"/>
                  </a:lnTo>
                  <a:close/>
                  <a:moveTo>
                    <a:pt x="669965" y="133881"/>
                  </a:moveTo>
                  <a:lnTo>
                    <a:pt x="641248" y="82345"/>
                  </a:lnTo>
                  <a:lnTo>
                    <a:pt x="668382" y="109787"/>
                  </a:lnTo>
                  <a:close/>
                  <a:moveTo>
                    <a:pt x="761600" y="30085"/>
                  </a:moveTo>
                  <a:lnTo>
                    <a:pt x="727526" y="0"/>
                  </a:lnTo>
                  <a:lnTo>
                    <a:pt x="764417" y="34157"/>
                  </a:lnTo>
                  <a:close/>
                  <a:moveTo>
                    <a:pt x="761600" y="30085"/>
                  </a:moveTo>
                  <a:lnTo>
                    <a:pt x="764880" y="32375"/>
                  </a:lnTo>
                  <a:lnTo>
                    <a:pt x="731089" y="21864"/>
                  </a:lnTo>
                  <a:close/>
                  <a:moveTo>
                    <a:pt x="1021152" y="164187"/>
                  </a:moveTo>
                  <a:lnTo>
                    <a:pt x="1019443" y="164673"/>
                  </a:lnTo>
                  <a:lnTo>
                    <a:pt x="1057526" y="197360"/>
                  </a:lnTo>
                  <a:close/>
                  <a:moveTo>
                    <a:pt x="1021152" y="164187"/>
                  </a:moveTo>
                  <a:lnTo>
                    <a:pt x="1054276" y="216209"/>
                  </a:lnTo>
                  <a:lnTo>
                    <a:pt x="1021074" y="16467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7" name="Output_density__4266">
              <a:extLst>
                <a:ext uri="{FF2B5EF4-FFF2-40B4-BE49-F238E27FC236}">
                  <a16:creationId xmlns:a16="http://schemas.microsoft.com/office/drawing/2014/main" id="{F841A706-3016-8905-8193-123063C37042}"/>
                </a:ext>
              </a:extLst>
            </p:cNvPr>
            <p:cNvSpPr>
              <a:spLocks noGrp="1"/>
            </p:cNvSpPr>
            <p:nvPr/>
          </p:nvSpPr>
          <p:spPr>
            <a:xfrm>
              <a:off x="15072191" y="2203903"/>
              <a:ext cx="1617437" cy="2105912"/>
            </a:xfrm>
            <a:custGeom>
              <a:avLst/>
              <a:gdLst/>
              <a:ahLst/>
              <a:cxnLst/>
              <a:rect l="0" t="0" r="0" b="0"/>
              <a:pathLst>
                <a:path w="1617437" h="2105912">
                  <a:moveTo>
                    <a:pt x="746727" y="2030282"/>
                  </a:moveTo>
                  <a:lnTo>
                    <a:pt x="736968" y="2105443"/>
                  </a:lnTo>
                  <a:lnTo>
                    <a:pt x="754447" y="2038518"/>
                  </a:lnTo>
                  <a:close/>
                  <a:moveTo>
                    <a:pt x="686323" y="2054375"/>
                  </a:moveTo>
                  <a:lnTo>
                    <a:pt x="735789" y="2105912"/>
                  </a:lnTo>
                  <a:lnTo>
                    <a:pt x="746727" y="2030282"/>
                  </a:lnTo>
                  <a:close/>
                  <a:moveTo>
                    <a:pt x="746727" y="2030282"/>
                  </a:moveTo>
                  <a:lnTo>
                    <a:pt x="754447" y="2038518"/>
                  </a:lnTo>
                  <a:lnTo>
                    <a:pt x="754779" y="2028221"/>
                  </a:lnTo>
                  <a:close/>
                  <a:moveTo>
                    <a:pt x="807795" y="2023102"/>
                  </a:moveTo>
                  <a:lnTo>
                    <a:pt x="754779" y="2028221"/>
                  </a:lnTo>
                  <a:lnTo>
                    <a:pt x="754447" y="2038518"/>
                  </a:lnTo>
                  <a:close/>
                  <a:moveTo>
                    <a:pt x="754779" y="2028221"/>
                  </a:moveTo>
                  <a:lnTo>
                    <a:pt x="807795" y="2023102"/>
                  </a:lnTo>
                  <a:lnTo>
                    <a:pt x="799176" y="1967366"/>
                  </a:lnTo>
                  <a:close/>
                  <a:moveTo>
                    <a:pt x="754779" y="2028221"/>
                  </a:moveTo>
                  <a:lnTo>
                    <a:pt x="799176" y="1967366"/>
                  </a:lnTo>
                  <a:lnTo>
                    <a:pt x="739297" y="1978065"/>
                  </a:lnTo>
                  <a:close/>
                  <a:moveTo>
                    <a:pt x="484188" y="1456974"/>
                  </a:moveTo>
                  <a:lnTo>
                    <a:pt x="508931" y="1448733"/>
                  </a:lnTo>
                  <a:lnTo>
                    <a:pt x="492520" y="1415191"/>
                  </a:lnTo>
                  <a:close/>
                  <a:moveTo>
                    <a:pt x="492520" y="1415191"/>
                  </a:moveTo>
                  <a:lnTo>
                    <a:pt x="519235" y="1442634"/>
                  </a:lnTo>
                  <a:lnTo>
                    <a:pt x="542359" y="1391097"/>
                  </a:lnTo>
                  <a:close/>
                  <a:moveTo>
                    <a:pt x="320519" y="1133414"/>
                  </a:moveTo>
                  <a:lnTo>
                    <a:pt x="335130" y="1114125"/>
                  </a:lnTo>
                  <a:lnTo>
                    <a:pt x="284238" y="1105972"/>
                  </a:lnTo>
                  <a:close/>
                  <a:moveTo>
                    <a:pt x="0" y="780952"/>
                  </a:moveTo>
                  <a:lnTo>
                    <a:pt x="36408" y="772658"/>
                  </a:lnTo>
                  <a:lnTo>
                    <a:pt x="6260" y="757916"/>
                  </a:lnTo>
                  <a:close/>
                  <a:moveTo>
                    <a:pt x="0" y="780952"/>
                  </a:moveTo>
                  <a:lnTo>
                    <a:pt x="15805" y="793606"/>
                  </a:lnTo>
                  <a:lnTo>
                    <a:pt x="36408" y="772658"/>
                  </a:lnTo>
                  <a:close/>
                  <a:moveTo>
                    <a:pt x="535638" y="1204860"/>
                  </a:moveTo>
                  <a:lnTo>
                    <a:pt x="461558" y="1236487"/>
                  </a:lnTo>
                  <a:lnTo>
                    <a:pt x="522854" y="1212393"/>
                  </a:lnTo>
                  <a:close/>
                  <a:moveTo>
                    <a:pt x="1080104" y="1858275"/>
                  </a:moveTo>
                  <a:lnTo>
                    <a:pt x="1065943" y="1806739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65943" y="1806739"/>
                  </a:lnTo>
                  <a:lnTo>
                    <a:pt x="1091271" y="1819084"/>
                  </a:lnTo>
                  <a:close/>
                  <a:moveTo>
                    <a:pt x="1064391" y="1865697"/>
                  </a:moveTo>
                  <a:lnTo>
                    <a:pt x="1080104" y="1858275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59143" y="1830832"/>
                  </a:lnTo>
                  <a:lnTo>
                    <a:pt x="1057091" y="1808889"/>
                  </a:lnTo>
                  <a:close/>
                  <a:moveTo>
                    <a:pt x="1057091" y="1808889"/>
                  </a:moveTo>
                  <a:lnTo>
                    <a:pt x="1064391" y="1865697"/>
                  </a:lnTo>
                  <a:lnTo>
                    <a:pt x="1084212" y="1858475"/>
                  </a:lnTo>
                  <a:close/>
                  <a:moveTo>
                    <a:pt x="69223" y="548851"/>
                  </a:moveTo>
                  <a:lnTo>
                    <a:pt x="7292" y="593954"/>
                  </a:lnTo>
                  <a:lnTo>
                    <a:pt x="43485" y="569860"/>
                  </a:lnTo>
                  <a:close/>
                  <a:moveTo>
                    <a:pt x="69223" y="548851"/>
                  </a:moveTo>
                  <a:lnTo>
                    <a:pt x="37903" y="566650"/>
                  </a:lnTo>
                  <a:lnTo>
                    <a:pt x="7292" y="593954"/>
                  </a:lnTo>
                  <a:close/>
                  <a:moveTo>
                    <a:pt x="1222232" y="1890252"/>
                  </a:moveTo>
                  <a:lnTo>
                    <a:pt x="1219814" y="1885718"/>
                  </a:lnTo>
                  <a:lnTo>
                    <a:pt x="1203020" y="1858202"/>
                  </a:lnTo>
                  <a:close/>
                  <a:moveTo>
                    <a:pt x="1159128" y="1739156"/>
                  </a:moveTo>
                  <a:lnTo>
                    <a:pt x="1111344" y="1755202"/>
                  </a:lnTo>
                  <a:lnTo>
                    <a:pt x="1114927" y="1799852"/>
                  </a:lnTo>
                  <a:close/>
                  <a:moveTo>
                    <a:pt x="1162336" y="1799291"/>
                  </a:moveTo>
                  <a:lnTo>
                    <a:pt x="1159128" y="1739156"/>
                  </a:lnTo>
                  <a:lnTo>
                    <a:pt x="1114927" y="1799852"/>
                  </a:lnTo>
                  <a:close/>
                  <a:moveTo>
                    <a:pt x="1224918" y="1765395"/>
                  </a:moveTo>
                  <a:lnTo>
                    <a:pt x="1203357" y="1731108"/>
                  </a:lnTo>
                  <a:lnTo>
                    <a:pt x="1227430" y="1784353"/>
                  </a:lnTo>
                  <a:close/>
                  <a:moveTo>
                    <a:pt x="1227430" y="1784353"/>
                  </a:moveTo>
                  <a:lnTo>
                    <a:pt x="1203357" y="1731108"/>
                  </a:lnTo>
                  <a:lnTo>
                    <a:pt x="1159128" y="1739156"/>
                  </a:lnTo>
                  <a:close/>
                  <a:moveTo>
                    <a:pt x="1227430" y="1784353"/>
                  </a:moveTo>
                  <a:lnTo>
                    <a:pt x="1159128" y="1739156"/>
                  </a:lnTo>
                  <a:lnTo>
                    <a:pt x="1162336" y="1799291"/>
                  </a:lnTo>
                  <a:close/>
                  <a:moveTo>
                    <a:pt x="1227430" y="1784353"/>
                  </a:moveTo>
                  <a:lnTo>
                    <a:pt x="1162336" y="1799291"/>
                  </a:lnTo>
                  <a:lnTo>
                    <a:pt x="1233793" y="1798579"/>
                  </a:lnTo>
                  <a:close/>
                  <a:moveTo>
                    <a:pt x="1227430" y="1784353"/>
                  </a:moveTo>
                  <a:lnTo>
                    <a:pt x="1233793" y="1798579"/>
                  </a:lnTo>
                  <a:lnTo>
                    <a:pt x="1278977" y="1792837"/>
                  </a:lnTo>
                  <a:close/>
                  <a:moveTo>
                    <a:pt x="1084768" y="1698885"/>
                  </a:moveTo>
                  <a:lnTo>
                    <a:pt x="1082637" y="1717684"/>
                  </a:lnTo>
                  <a:lnTo>
                    <a:pt x="1127373" y="1679572"/>
                  </a:lnTo>
                  <a:close/>
                  <a:moveTo>
                    <a:pt x="1082637" y="1717684"/>
                  </a:moveTo>
                  <a:lnTo>
                    <a:pt x="1111344" y="1755202"/>
                  </a:lnTo>
                  <a:lnTo>
                    <a:pt x="1127373" y="1679572"/>
                  </a:lnTo>
                  <a:close/>
                  <a:moveTo>
                    <a:pt x="1127373" y="1679572"/>
                  </a:moveTo>
                  <a:lnTo>
                    <a:pt x="1111344" y="1755202"/>
                  </a:lnTo>
                  <a:lnTo>
                    <a:pt x="1165549" y="1718102"/>
                  </a:lnTo>
                  <a:close/>
                  <a:moveTo>
                    <a:pt x="1165549" y="1718102"/>
                  </a:moveTo>
                  <a:lnTo>
                    <a:pt x="1111344" y="1755202"/>
                  </a:lnTo>
                  <a:lnTo>
                    <a:pt x="1159128" y="1739156"/>
                  </a:lnTo>
                  <a:close/>
                  <a:moveTo>
                    <a:pt x="1159128" y="1739156"/>
                  </a:moveTo>
                  <a:lnTo>
                    <a:pt x="1203357" y="1731108"/>
                  </a:lnTo>
                  <a:lnTo>
                    <a:pt x="1165549" y="1718102"/>
                  </a:lnTo>
                  <a:close/>
                  <a:moveTo>
                    <a:pt x="1066518" y="1628035"/>
                  </a:moveTo>
                  <a:lnTo>
                    <a:pt x="1084768" y="1698885"/>
                  </a:lnTo>
                  <a:lnTo>
                    <a:pt x="1101662" y="1653917"/>
                  </a:lnTo>
                  <a:close/>
                  <a:moveTo>
                    <a:pt x="1073272" y="1703666"/>
                  </a:moveTo>
                  <a:lnTo>
                    <a:pt x="1084768" y="1698885"/>
                  </a:lnTo>
                  <a:lnTo>
                    <a:pt x="1066518" y="1628035"/>
                  </a:lnTo>
                  <a:close/>
                  <a:moveTo>
                    <a:pt x="1019247" y="1652129"/>
                  </a:moveTo>
                  <a:lnTo>
                    <a:pt x="1073272" y="1703666"/>
                  </a:lnTo>
                  <a:lnTo>
                    <a:pt x="1066518" y="1628035"/>
                  </a:lnTo>
                  <a:close/>
                  <a:moveTo>
                    <a:pt x="1084768" y="1698885"/>
                  </a:moveTo>
                  <a:lnTo>
                    <a:pt x="1127373" y="1679572"/>
                  </a:lnTo>
                  <a:lnTo>
                    <a:pt x="1101662" y="1653917"/>
                  </a:lnTo>
                  <a:close/>
                  <a:moveTo>
                    <a:pt x="1019247" y="1652129"/>
                  </a:moveTo>
                  <a:lnTo>
                    <a:pt x="1066518" y="1628035"/>
                  </a:lnTo>
                  <a:lnTo>
                    <a:pt x="1017828" y="1650050"/>
                  </a:lnTo>
                  <a:close/>
                  <a:moveTo>
                    <a:pt x="1066518" y="1628035"/>
                  </a:moveTo>
                  <a:lnTo>
                    <a:pt x="1035069" y="1579612"/>
                  </a:lnTo>
                  <a:lnTo>
                    <a:pt x="1017828" y="1650050"/>
                  </a:lnTo>
                  <a:close/>
                  <a:moveTo>
                    <a:pt x="1033256" y="1576498"/>
                  </a:moveTo>
                  <a:lnTo>
                    <a:pt x="985664" y="1600592"/>
                  </a:lnTo>
                  <a:lnTo>
                    <a:pt x="1017828" y="1650050"/>
                  </a:lnTo>
                  <a:close/>
                  <a:moveTo>
                    <a:pt x="657503" y="1164206"/>
                  </a:moveTo>
                  <a:lnTo>
                    <a:pt x="653793" y="1162369"/>
                  </a:lnTo>
                  <a:lnTo>
                    <a:pt x="639045" y="1188300"/>
                  </a:lnTo>
                  <a:close/>
                  <a:moveTo>
                    <a:pt x="1278977" y="1792837"/>
                  </a:moveTo>
                  <a:lnTo>
                    <a:pt x="1233793" y="1798579"/>
                  </a:lnTo>
                  <a:lnTo>
                    <a:pt x="1317738" y="1802860"/>
                  </a:lnTo>
                  <a:close/>
                  <a:moveTo>
                    <a:pt x="1174658" y="1663788"/>
                  </a:moveTo>
                  <a:lnTo>
                    <a:pt x="1165549" y="1718102"/>
                  </a:lnTo>
                  <a:lnTo>
                    <a:pt x="1218555" y="1728826"/>
                  </a:lnTo>
                  <a:close/>
                  <a:moveTo>
                    <a:pt x="1127373" y="1679572"/>
                  </a:moveTo>
                  <a:lnTo>
                    <a:pt x="1165549" y="1718102"/>
                  </a:lnTo>
                  <a:lnTo>
                    <a:pt x="1174658" y="1663788"/>
                  </a:lnTo>
                  <a:close/>
                  <a:moveTo>
                    <a:pt x="1174658" y="1663788"/>
                  </a:moveTo>
                  <a:lnTo>
                    <a:pt x="1101662" y="1653917"/>
                  </a:lnTo>
                  <a:lnTo>
                    <a:pt x="1127373" y="1679572"/>
                  </a:lnTo>
                  <a:close/>
                  <a:moveTo>
                    <a:pt x="1108811" y="1616595"/>
                  </a:moveTo>
                  <a:lnTo>
                    <a:pt x="1101662" y="1653917"/>
                  </a:lnTo>
                  <a:lnTo>
                    <a:pt x="1174658" y="1663788"/>
                  </a:lnTo>
                  <a:close/>
                  <a:moveTo>
                    <a:pt x="1151547" y="1619834"/>
                  </a:moveTo>
                  <a:lnTo>
                    <a:pt x="1108811" y="1616595"/>
                  </a:lnTo>
                  <a:lnTo>
                    <a:pt x="1174658" y="1663788"/>
                  </a:lnTo>
                  <a:close/>
                  <a:moveTo>
                    <a:pt x="1066518" y="1628035"/>
                  </a:moveTo>
                  <a:lnTo>
                    <a:pt x="1101662" y="1653917"/>
                  </a:lnTo>
                  <a:lnTo>
                    <a:pt x="1108811" y="1616595"/>
                  </a:lnTo>
                  <a:close/>
                  <a:moveTo>
                    <a:pt x="1036068" y="1575009"/>
                  </a:moveTo>
                  <a:lnTo>
                    <a:pt x="1035069" y="1579612"/>
                  </a:lnTo>
                  <a:lnTo>
                    <a:pt x="1098573" y="1552404"/>
                  </a:lnTo>
                  <a:close/>
                  <a:moveTo>
                    <a:pt x="1035069" y="1579612"/>
                  </a:moveTo>
                  <a:lnTo>
                    <a:pt x="1066518" y="1628035"/>
                  </a:lnTo>
                  <a:lnTo>
                    <a:pt x="1098573" y="1552404"/>
                  </a:lnTo>
                  <a:close/>
                  <a:moveTo>
                    <a:pt x="1098573" y="1552404"/>
                  </a:moveTo>
                  <a:lnTo>
                    <a:pt x="1066518" y="1628035"/>
                  </a:lnTo>
                  <a:lnTo>
                    <a:pt x="1112892" y="1561004"/>
                  </a:lnTo>
                  <a:close/>
                  <a:moveTo>
                    <a:pt x="1033906" y="1524962"/>
                  </a:moveTo>
                  <a:lnTo>
                    <a:pt x="1036068" y="1575009"/>
                  </a:lnTo>
                  <a:lnTo>
                    <a:pt x="1098573" y="1552404"/>
                  </a:lnTo>
                  <a:close/>
                  <a:moveTo>
                    <a:pt x="1033906" y="1524962"/>
                  </a:moveTo>
                  <a:lnTo>
                    <a:pt x="1098573" y="1552404"/>
                  </a:lnTo>
                  <a:lnTo>
                    <a:pt x="1063547" y="1500868"/>
                  </a:lnTo>
                  <a:close/>
                  <a:moveTo>
                    <a:pt x="1063547" y="1500868"/>
                  </a:moveTo>
                  <a:lnTo>
                    <a:pt x="1063001" y="1509370"/>
                  </a:lnTo>
                  <a:lnTo>
                    <a:pt x="1033906" y="1524962"/>
                  </a:lnTo>
                  <a:close/>
                  <a:moveTo>
                    <a:pt x="762132" y="1140111"/>
                  </a:moveTo>
                  <a:lnTo>
                    <a:pt x="754425" y="1094139"/>
                  </a:lnTo>
                  <a:lnTo>
                    <a:pt x="714516" y="1144571"/>
                  </a:lnTo>
                  <a:close/>
                  <a:moveTo>
                    <a:pt x="714516" y="1144571"/>
                  </a:moveTo>
                  <a:lnTo>
                    <a:pt x="754425" y="1094139"/>
                  </a:lnTo>
                  <a:lnTo>
                    <a:pt x="752804" y="1088683"/>
                  </a:lnTo>
                  <a:close/>
                  <a:moveTo>
                    <a:pt x="754425" y="1094139"/>
                  </a:moveTo>
                  <a:lnTo>
                    <a:pt x="770683" y="1140111"/>
                  </a:lnTo>
                  <a:lnTo>
                    <a:pt x="752804" y="1088683"/>
                  </a:lnTo>
                  <a:close/>
                  <a:moveTo>
                    <a:pt x="565577" y="1001463"/>
                  </a:moveTo>
                  <a:lnTo>
                    <a:pt x="644090" y="1038358"/>
                  </a:lnTo>
                  <a:lnTo>
                    <a:pt x="614951" y="999305"/>
                  </a:lnTo>
                  <a:close/>
                  <a:moveTo>
                    <a:pt x="251557" y="521672"/>
                  </a:moveTo>
                  <a:lnTo>
                    <a:pt x="246461" y="544284"/>
                  </a:lnTo>
                  <a:lnTo>
                    <a:pt x="234393" y="547238"/>
                  </a:lnTo>
                  <a:close/>
                  <a:moveTo>
                    <a:pt x="251557" y="521672"/>
                  </a:moveTo>
                  <a:lnTo>
                    <a:pt x="247611" y="480606"/>
                  </a:lnTo>
                  <a:lnTo>
                    <a:pt x="246461" y="544284"/>
                  </a:lnTo>
                  <a:close/>
                  <a:moveTo>
                    <a:pt x="251557" y="521672"/>
                  </a:moveTo>
                  <a:lnTo>
                    <a:pt x="244292" y="470136"/>
                  </a:lnTo>
                  <a:lnTo>
                    <a:pt x="247611" y="480606"/>
                  </a:lnTo>
                  <a:close/>
                  <a:moveTo>
                    <a:pt x="253674" y="444650"/>
                  </a:moveTo>
                  <a:lnTo>
                    <a:pt x="247611" y="480606"/>
                  </a:lnTo>
                  <a:lnTo>
                    <a:pt x="244292" y="470136"/>
                  </a:lnTo>
                  <a:close/>
                  <a:moveTo>
                    <a:pt x="972054" y="1346258"/>
                  </a:moveTo>
                  <a:lnTo>
                    <a:pt x="983473" y="1397795"/>
                  </a:lnTo>
                  <a:lnTo>
                    <a:pt x="1019679" y="1373701"/>
                  </a:lnTo>
                  <a:close/>
                  <a:moveTo>
                    <a:pt x="754425" y="1094139"/>
                  </a:moveTo>
                  <a:lnTo>
                    <a:pt x="762132" y="1140111"/>
                  </a:lnTo>
                  <a:lnTo>
                    <a:pt x="767622" y="1139379"/>
                  </a:lnTo>
                  <a:close/>
                  <a:moveTo>
                    <a:pt x="767622" y="1139379"/>
                  </a:moveTo>
                  <a:lnTo>
                    <a:pt x="770683" y="1140111"/>
                  </a:lnTo>
                  <a:lnTo>
                    <a:pt x="754425" y="1094139"/>
                  </a:lnTo>
                  <a:close/>
                  <a:moveTo>
                    <a:pt x="536274" y="802539"/>
                  </a:moveTo>
                  <a:lnTo>
                    <a:pt x="562000" y="816143"/>
                  </a:lnTo>
                  <a:lnTo>
                    <a:pt x="616387" y="792493"/>
                  </a:lnTo>
                  <a:close/>
                  <a:moveTo>
                    <a:pt x="582704" y="801457"/>
                  </a:moveTo>
                  <a:lnTo>
                    <a:pt x="536274" y="802539"/>
                  </a:lnTo>
                  <a:lnTo>
                    <a:pt x="616387" y="792493"/>
                  </a:lnTo>
                  <a:close/>
                  <a:moveTo>
                    <a:pt x="283596" y="421627"/>
                  </a:moveTo>
                  <a:lnTo>
                    <a:pt x="253674" y="444650"/>
                  </a:lnTo>
                  <a:lnTo>
                    <a:pt x="244292" y="470136"/>
                  </a:lnTo>
                  <a:close/>
                  <a:moveTo>
                    <a:pt x="253674" y="444650"/>
                  </a:moveTo>
                  <a:lnTo>
                    <a:pt x="283596" y="421627"/>
                  </a:lnTo>
                  <a:lnTo>
                    <a:pt x="276527" y="418599"/>
                  </a:lnTo>
                  <a:close/>
                  <a:moveTo>
                    <a:pt x="283596" y="421627"/>
                  </a:moveTo>
                  <a:lnTo>
                    <a:pt x="301667" y="394505"/>
                  </a:lnTo>
                  <a:lnTo>
                    <a:pt x="276527" y="418599"/>
                  </a:lnTo>
                  <a:close/>
                  <a:moveTo>
                    <a:pt x="1261389" y="1568517"/>
                  </a:moveTo>
                  <a:lnTo>
                    <a:pt x="1316826" y="1561429"/>
                  </a:lnTo>
                  <a:lnTo>
                    <a:pt x="1304153" y="1508989"/>
                  </a:lnTo>
                  <a:close/>
                  <a:moveTo>
                    <a:pt x="1261389" y="1568517"/>
                  </a:moveTo>
                  <a:lnTo>
                    <a:pt x="1304153" y="1508989"/>
                  </a:lnTo>
                  <a:lnTo>
                    <a:pt x="1257108" y="1509254"/>
                  </a:lnTo>
                  <a:close/>
                  <a:moveTo>
                    <a:pt x="1366577" y="1540984"/>
                  </a:moveTo>
                  <a:lnTo>
                    <a:pt x="1344616" y="1504216"/>
                  </a:lnTo>
                  <a:lnTo>
                    <a:pt x="1369137" y="1556884"/>
                  </a:lnTo>
                  <a:close/>
                  <a:moveTo>
                    <a:pt x="1369137" y="1556884"/>
                  </a:moveTo>
                  <a:lnTo>
                    <a:pt x="1344616" y="1504216"/>
                  </a:lnTo>
                  <a:lnTo>
                    <a:pt x="1304153" y="1508989"/>
                  </a:lnTo>
                  <a:close/>
                  <a:moveTo>
                    <a:pt x="1369137" y="1556884"/>
                  </a:moveTo>
                  <a:lnTo>
                    <a:pt x="1304153" y="1508989"/>
                  </a:lnTo>
                  <a:lnTo>
                    <a:pt x="1316826" y="1561429"/>
                  </a:lnTo>
                  <a:close/>
                  <a:moveTo>
                    <a:pt x="1366577" y="1540984"/>
                  </a:moveTo>
                  <a:lnTo>
                    <a:pt x="1369137" y="1556884"/>
                  </a:lnTo>
                  <a:lnTo>
                    <a:pt x="1374866" y="1555753"/>
                  </a:lnTo>
                  <a:close/>
                  <a:moveTo>
                    <a:pt x="1207577" y="1511539"/>
                  </a:moveTo>
                  <a:lnTo>
                    <a:pt x="1241828" y="1458934"/>
                  </a:lnTo>
                  <a:lnTo>
                    <a:pt x="1190495" y="1462684"/>
                  </a:lnTo>
                  <a:close/>
                  <a:moveTo>
                    <a:pt x="1129889" y="1476774"/>
                  </a:moveTo>
                  <a:lnTo>
                    <a:pt x="1190495" y="1462684"/>
                  </a:lnTo>
                  <a:lnTo>
                    <a:pt x="1164537" y="1444519"/>
                  </a:lnTo>
                  <a:close/>
                  <a:moveTo>
                    <a:pt x="1112251" y="1300084"/>
                  </a:moveTo>
                  <a:lnTo>
                    <a:pt x="1031109" y="1265327"/>
                  </a:lnTo>
                  <a:lnTo>
                    <a:pt x="1057664" y="1306480"/>
                  </a:lnTo>
                  <a:close/>
                  <a:moveTo>
                    <a:pt x="1112251" y="1300084"/>
                  </a:moveTo>
                  <a:lnTo>
                    <a:pt x="1057664" y="1306480"/>
                  </a:lnTo>
                  <a:lnTo>
                    <a:pt x="1114887" y="1298664"/>
                  </a:lnTo>
                  <a:close/>
                  <a:moveTo>
                    <a:pt x="1013288" y="1270627"/>
                  </a:moveTo>
                  <a:lnTo>
                    <a:pt x="1031109" y="1265327"/>
                  </a:lnTo>
                  <a:lnTo>
                    <a:pt x="969095" y="1237826"/>
                  </a:lnTo>
                  <a:close/>
                  <a:moveTo>
                    <a:pt x="907124" y="1045901"/>
                  </a:moveTo>
                  <a:lnTo>
                    <a:pt x="876940" y="1116018"/>
                  </a:lnTo>
                  <a:lnTo>
                    <a:pt x="892206" y="1091924"/>
                  </a:lnTo>
                  <a:close/>
                  <a:moveTo>
                    <a:pt x="907124" y="1045901"/>
                  </a:moveTo>
                  <a:lnTo>
                    <a:pt x="878326" y="1073130"/>
                  </a:lnTo>
                  <a:lnTo>
                    <a:pt x="876940" y="1116018"/>
                  </a:lnTo>
                  <a:close/>
                  <a:moveTo>
                    <a:pt x="699556" y="793869"/>
                  </a:moveTo>
                  <a:lnTo>
                    <a:pt x="692811" y="782704"/>
                  </a:lnTo>
                  <a:lnTo>
                    <a:pt x="703951" y="839446"/>
                  </a:lnTo>
                  <a:close/>
                  <a:moveTo>
                    <a:pt x="348244" y="374033"/>
                  </a:moveTo>
                  <a:lnTo>
                    <a:pt x="301667" y="394505"/>
                  </a:lnTo>
                  <a:lnTo>
                    <a:pt x="353265" y="372528"/>
                  </a:lnTo>
                  <a:close/>
                  <a:moveTo>
                    <a:pt x="301667" y="394505"/>
                  </a:moveTo>
                  <a:lnTo>
                    <a:pt x="283596" y="421627"/>
                  </a:lnTo>
                  <a:lnTo>
                    <a:pt x="353265" y="372528"/>
                  </a:lnTo>
                  <a:close/>
                  <a:moveTo>
                    <a:pt x="319035" y="379448"/>
                  </a:moveTo>
                  <a:lnTo>
                    <a:pt x="301667" y="394505"/>
                  </a:lnTo>
                  <a:lnTo>
                    <a:pt x="348244" y="374033"/>
                  </a:lnTo>
                  <a:close/>
                  <a:moveTo>
                    <a:pt x="1448052" y="1607290"/>
                  </a:moveTo>
                  <a:lnTo>
                    <a:pt x="1460402" y="1658826"/>
                  </a:lnTo>
                  <a:lnTo>
                    <a:pt x="1519887" y="1634732"/>
                  </a:lnTo>
                  <a:close/>
                  <a:moveTo>
                    <a:pt x="1448052" y="1607290"/>
                  </a:moveTo>
                  <a:lnTo>
                    <a:pt x="1519887" y="1634732"/>
                  </a:lnTo>
                  <a:lnTo>
                    <a:pt x="1473244" y="1583196"/>
                  </a:lnTo>
                  <a:close/>
                  <a:moveTo>
                    <a:pt x="1448052" y="1607290"/>
                  </a:moveTo>
                  <a:lnTo>
                    <a:pt x="1473244" y="1583196"/>
                  </a:lnTo>
                  <a:lnTo>
                    <a:pt x="1424954" y="1584569"/>
                  </a:lnTo>
                  <a:close/>
                  <a:moveTo>
                    <a:pt x="1473244" y="1583196"/>
                  </a:moveTo>
                  <a:lnTo>
                    <a:pt x="1454901" y="1561637"/>
                  </a:lnTo>
                  <a:lnTo>
                    <a:pt x="1424954" y="1584569"/>
                  </a:lnTo>
                  <a:close/>
                  <a:moveTo>
                    <a:pt x="1432663" y="1531659"/>
                  </a:moveTo>
                  <a:lnTo>
                    <a:pt x="1424954" y="1584569"/>
                  </a:lnTo>
                  <a:lnTo>
                    <a:pt x="1454901" y="1561637"/>
                  </a:lnTo>
                  <a:close/>
                  <a:moveTo>
                    <a:pt x="1432663" y="1531659"/>
                  </a:moveTo>
                  <a:lnTo>
                    <a:pt x="1374866" y="1555753"/>
                  </a:lnTo>
                  <a:lnTo>
                    <a:pt x="1424954" y="1584569"/>
                  </a:lnTo>
                  <a:close/>
                  <a:moveTo>
                    <a:pt x="1034174" y="1137348"/>
                  </a:moveTo>
                  <a:lnTo>
                    <a:pt x="1100278" y="1121589"/>
                  </a:lnTo>
                  <a:lnTo>
                    <a:pt x="1075710" y="1078820"/>
                  </a:lnTo>
                  <a:close/>
                  <a:moveTo>
                    <a:pt x="1034174" y="1137348"/>
                  </a:moveTo>
                  <a:lnTo>
                    <a:pt x="1075710" y="1078820"/>
                  </a:lnTo>
                  <a:lnTo>
                    <a:pt x="1021547" y="1084872"/>
                  </a:lnTo>
                  <a:close/>
                  <a:moveTo>
                    <a:pt x="970714" y="1025473"/>
                  </a:moveTo>
                  <a:lnTo>
                    <a:pt x="910866" y="1040387"/>
                  </a:lnTo>
                  <a:lnTo>
                    <a:pt x="907124" y="1045901"/>
                  </a:lnTo>
                  <a:close/>
                  <a:moveTo>
                    <a:pt x="919399" y="988851"/>
                  </a:moveTo>
                  <a:lnTo>
                    <a:pt x="970714" y="1025473"/>
                  </a:lnTo>
                  <a:lnTo>
                    <a:pt x="953153" y="977007"/>
                  </a:lnTo>
                  <a:close/>
                  <a:moveTo>
                    <a:pt x="910866" y="1040387"/>
                  </a:moveTo>
                  <a:lnTo>
                    <a:pt x="970714" y="1025473"/>
                  </a:lnTo>
                  <a:lnTo>
                    <a:pt x="919399" y="988851"/>
                  </a:lnTo>
                  <a:close/>
                  <a:moveTo>
                    <a:pt x="970714" y="1025473"/>
                  </a:moveTo>
                  <a:lnTo>
                    <a:pt x="1003017" y="974451"/>
                  </a:lnTo>
                  <a:lnTo>
                    <a:pt x="953153" y="977007"/>
                  </a:lnTo>
                  <a:close/>
                  <a:moveTo>
                    <a:pt x="692811" y="782704"/>
                  </a:moveTo>
                  <a:lnTo>
                    <a:pt x="699556" y="793869"/>
                  </a:lnTo>
                  <a:lnTo>
                    <a:pt x="699081" y="780662"/>
                  </a:lnTo>
                  <a:close/>
                  <a:moveTo>
                    <a:pt x="699081" y="780662"/>
                  </a:moveTo>
                  <a:lnTo>
                    <a:pt x="699556" y="793869"/>
                  </a:lnTo>
                  <a:lnTo>
                    <a:pt x="733459" y="782704"/>
                  </a:lnTo>
                  <a:close/>
                  <a:moveTo>
                    <a:pt x="681802" y="727492"/>
                  </a:moveTo>
                  <a:lnTo>
                    <a:pt x="680200" y="731168"/>
                  </a:lnTo>
                  <a:lnTo>
                    <a:pt x="676838" y="673260"/>
                  </a:lnTo>
                  <a:close/>
                  <a:moveTo>
                    <a:pt x="469985" y="324673"/>
                  </a:moveTo>
                  <a:lnTo>
                    <a:pt x="426603" y="370412"/>
                  </a:lnTo>
                  <a:lnTo>
                    <a:pt x="452745" y="346318"/>
                  </a:lnTo>
                  <a:close/>
                  <a:moveTo>
                    <a:pt x="1519887" y="1634732"/>
                  </a:moveTo>
                  <a:lnTo>
                    <a:pt x="1542604" y="1680050"/>
                  </a:lnTo>
                  <a:lnTo>
                    <a:pt x="1543912" y="1616245"/>
                  </a:lnTo>
                  <a:close/>
                  <a:moveTo>
                    <a:pt x="1519887" y="1634732"/>
                  </a:moveTo>
                  <a:lnTo>
                    <a:pt x="1518559" y="1686269"/>
                  </a:lnTo>
                  <a:lnTo>
                    <a:pt x="1542604" y="1680050"/>
                  </a:lnTo>
                  <a:close/>
                  <a:moveTo>
                    <a:pt x="1473244" y="1583196"/>
                  </a:moveTo>
                  <a:lnTo>
                    <a:pt x="1519887" y="1634732"/>
                  </a:lnTo>
                  <a:lnTo>
                    <a:pt x="1529838" y="1559102"/>
                  </a:lnTo>
                  <a:close/>
                  <a:moveTo>
                    <a:pt x="1505390" y="1507565"/>
                  </a:moveTo>
                  <a:lnTo>
                    <a:pt x="1454901" y="1561637"/>
                  </a:lnTo>
                  <a:lnTo>
                    <a:pt x="1473244" y="1583196"/>
                  </a:lnTo>
                  <a:close/>
                  <a:moveTo>
                    <a:pt x="1505390" y="1507565"/>
                  </a:moveTo>
                  <a:lnTo>
                    <a:pt x="1473244" y="1583196"/>
                  </a:lnTo>
                  <a:lnTo>
                    <a:pt x="1529838" y="1559102"/>
                  </a:lnTo>
                  <a:close/>
                  <a:moveTo>
                    <a:pt x="497190" y="291488"/>
                  </a:moveTo>
                  <a:lnTo>
                    <a:pt x="469985" y="324673"/>
                  </a:lnTo>
                  <a:lnTo>
                    <a:pt x="452745" y="346318"/>
                  </a:lnTo>
                  <a:close/>
                  <a:moveTo>
                    <a:pt x="541222" y="281439"/>
                  </a:moveTo>
                  <a:lnTo>
                    <a:pt x="500223" y="294781"/>
                  </a:lnTo>
                  <a:lnTo>
                    <a:pt x="469985" y="324673"/>
                  </a:lnTo>
                  <a:close/>
                  <a:moveTo>
                    <a:pt x="541222" y="281439"/>
                  </a:moveTo>
                  <a:lnTo>
                    <a:pt x="469985" y="324673"/>
                  </a:lnTo>
                  <a:lnTo>
                    <a:pt x="497190" y="291488"/>
                  </a:lnTo>
                  <a:close/>
                  <a:moveTo>
                    <a:pt x="1599968" y="1545911"/>
                  </a:moveTo>
                  <a:lnTo>
                    <a:pt x="1541972" y="1555079"/>
                  </a:lnTo>
                  <a:lnTo>
                    <a:pt x="1617437" y="1594452"/>
                  </a:lnTo>
                  <a:close/>
                  <a:moveTo>
                    <a:pt x="1541972" y="1555079"/>
                  </a:moveTo>
                  <a:lnTo>
                    <a:pt x="1576127" y="1502551"/>
                  </a:lnTo>
                  <a:lnTo>
                    <a:pt x="1534965" y="1498033"/>
                  </a:lnTo>
                  <a:close/>
                  <a:moveTo>
                    <a:pt x="1534965" y="1498033"/>
                  </a:moveTo>
                  <a:lnTo>
                    <a:pt x="1560058" y="1452872"/>
                  </a:lnTo>
                  <a:lnTo>
                    <a:pt x="1516960" y="1449928"/>
                  </a:lnTo>
                  <a:close/>
                  <a:moveTo>
                    <a:pt x="935846" y="748590"/>
                  </a:moveTo>
                  <a:lnTo>
                    <a:pt x="959926" y="710423"/>
                  </a:lnTo>
                  <a:lnTo>
                    <a:pt x="931481" y="734516"/>
                  </a:lnTo>
                  <a:close/>
                  <a:moveTo>
                    <a:pt x="966336" y="687912"/>
                  </a:moveTo>
                  <a:lnTo>
                    <a:pt x="931481" y="734516"/>
                  </a:lnTo>
                  <a:lnTo>
                    <a:pt x="959926" y="710423"/>
                  </a:lnTo>
                  <a:close/>
                  <a:moveTo>
                    <a:pt x="966336" y="687912"/>
                  </a:moveTo>
                  <a:lnTo>
                    <a:pt x="939291" y="721691"/>
                  </a:lnTo>
                  <a:lnTo>
                    <a:pt x="931481" y="734516"/>
                  </a:lnTo>
                  <a:close/>
                  <a:moveTo>
                    <a:pt x="1007305" y="666411"/>
                  </a:moveTo>
                  <a:lnTo>
                    <a:pt x="939291" y="721691"/>
                  </a:lnTo>
                  <a:lnTo>
                    <a:pt x="966336" y="687912"/>
                  </a:lnTo>
                  <a:close/>
                  <a:moveTo>
                    <a:pt x="575810" y="275858"/>
                  </a:moveTo>
                  <a:lnTo>
                    <a:pt x="541222" y="281439"/>
                  </a:lnTo>
                  <a:lnTo>
                    <a:pt x="497190" y="291488"/>
                  </a:lnTo>
                  <a:close/>
                  <a:moveTo>
                    <a:pt x="627249" y="293505"/>
                  </a:moveTo>
                  <a:lnTo>
                    <a:pt x="593901" y="303722"/>
                  </a:lnTo>
                  <a:lnTo>
                    <a:pt x="541222" y="281439"/>
                  </a:lnTo>
                  <a:close/>
                  <a:moveTo>
                    <a:pt x="666342" y="264992"/>
                  </a:moveTo>
                  <a:lnTo>
                    <a:pt x="593901" y="303722"/>
                  </a:lnTo>
                  <a:lnTo>
                    <a:pt x="627249" y="293505"/>
                  </a:lnTo>
                  <a:close/>
                  <a:moveTo>
                    <a:pt x="1220083" y="937921"/>
                  </a:moveTo>
                  <a:lnTo>
                    <a:pt x="1272983" y="892475"/>
                  </a:lnTo>
                  <a:lnTo>
                    <a:pt x="1230550" y="903416"/>
                  </a:lnTo>
                  <a:close/>
                  <a:moveTo>
                    <a:pt x="1300329" y="928371"/>
                  </a:moveTo>
                  <a:lnTo>
                    <a:pt x="1272983" y="892475"/>
                  </a:lnTo>
                  <a:lnTo>
                    <a:pt x="1220083" y="937921"/>
                  </a:lnTo>
                  <a:close/>
                  <a:moveTo>
                    <a:pt x="1272983" y="892475"/>
                  </a:moveTo>
                  <a:lnTo>
                    <a:pt x="1281371" y="857490"/>
                  </a:lnTo>
                  <a:lnTo>
                    <a:pt x="1230550" y="903416"/>
                  </a:lnTo>
                  <a:close/>
                  <a:moveTo>
                    <a:pt x="1127434" y="865032"/>
                  </a:moveTo>
                  <a:lnTo>
                    <a:pt x="1153716" y="789402"/>
                  </a:lnTo>
                  <a:lnTo>
                    <a:pt x="1106501" y="813495"/>
                  </a:lnTo>
                  <a:close/>
                  <a:moveTo>
                    <a:pt x="966336" y="687912"/>
                  </a:moveTo>
                  <a:lnTo>
                    <a:pt x="990537" y="695642"/>
                  </a:lnTo>
                  <a:lnTo>
                    <a:pt x="1038324" y="647483"/>
                  </a:lnTo>
                  <a:close/>
                  <a:moveTo>
                    <a:pt x="901747" y="486200"/>
                  </a:moveTo>
                  <a:lnTo>
                    <a:pt x="838024" y="504276"/>
                  </a:lnTo>
                  <a:lnTo>
                    <a:pt x="825348" y="510133"/>
                  </a:lnTo>
                  <a:close/>
                  <a:moveTo>
                    <a:pt x="901747" y="486200"/>
                  </a:moveTo>
                  <a:lnTo>
                    <a:pt x="825348" y="510133"/>
                  </a:lnTo>
                  <a:lnTo>
                    <a:pt x="862116" y="512702"/>
                  </a:lnTo>
                  <a:close/>
                  <a:moveTo>
                    <a:pt x="863367" y="477604"/>
                  </a:moveTo>
                  <a:lnTo>
                    <a:pt x="838024" y="504276"/>
                  </a:lnTo>
                  <a:lnTo>
                    <a:pt x="893189" y="485831"/>
                  </a:lnTo>
                  <a:close/>
                  <a:moveTo>
                    <a:pt x="881196" y="452739"/>
                  </a:moveTo>
                  <a:lnTo>
                    <a:pt x="893189" y="485831"/>
                  </a:lnTo>
                  <a:lnTo>
                    <a:pt x="907170" y="480182"/>
                  </a:lnTo>
                  <a:close/>
                  <a:moveTo>
                    <a:pt x="632396" y="294951"/>
                  </a:moveTo>
                  <a:lnTo>
                    <a:pt x="666342" y="264992"/>
                  </a:lnTo>
                  <a:lnTo>
                    <a:pt x="627249" y="293505"/>
                  </a:lnTo>
                  <a:close/>
                  <a:moveTo>
                    <a:pt x="632396" y="294951"/>
                  </a:moveTo>
                  <a:lnTo>
                    <a:pt x="695595" y="281554"/>
                  </a:lnTo>
                  <a:lnTo>
                    <a:pt x="666342" y="264992"/>
                  </a:lnTo>
                  <a:close/>
                  <a:moveTo>
                    <a:pt x="695595" y="281554"/>
                  </a:moveTo>
                  <a:lnTo>
                    <a:pt x="632396" y="294951"/>
                  </a:lnTo>
                  <a:lnTo>
                    <a:pt x="716616" y="318056"/>
                  </a:lnTo>
                  <a:close/>
                  <a:moveTo>
                    <a:pt x="1339349" y="939361"/>
                  </a:moveTo>
                  <a:lnTo>
                    <a:pt x="1307356" y="954643"/>
                  </a:lnTo>
                  <a:lnTo>
                    <a:pt x="1266280" y="975742"/>
                  </a:lnTo>
                  <a:close/>
                  <a:moveTo>
                    <a:pt x="1394618" y="971326"/>
                  </a:moveTo>
                  <a:lnTo>
                    <a:pt x="1313174" y="944011"/>
                  </a:lnTo>
                  <a:lnTo>
                    <a:pt x="1307356" y="954643"/>
                  </a:lnTo>
                  <a:close/>
                  <a:moveTo>
                    <a:pt x="1300318" y="884678"/>
                  </a:moveTo>
                  <a:lnTo>
                    <a:pt x="1300329" y="928371"/>
                  </a:lnTo>
                  <a:lnTo>
                    <a:pt x="1369608" y="929072"/>
                  </a:lnTo>
                  <a:close/>
                  <a:moveTo>
                    <a:pt x="1281371" y="857490"/>
                  </a:moveTo>
                  <a:lnTo>
                    <a:pt x="1272983" y="892475"/>
                  </a:lnTo>
                  <a:lnTo>
                    <a:pt x="1300318" y="884678"/>
                  </a:lnTo>
                  <a:close/>
                  <a:moveTo>
                    <a:pt x="1180262" y="780831"/>
                  </a:moveTo>
                  <a:lnTo>
                    <a:pt x="1153716" y="789402"/>
                  </a:lnTo>
                  <a:lnTo>
                    <a:pt x="1206356" y="791476"/>
                  </a:lnTo>
                  <a:close/>
                  <a:moveTo>
                    <a:pt x="1180262" y="780831"/>
                  </a:moveTo>
                  <a:lnTo>
                    <a:pt x="1211279" y="770104"/>
                  </a:lnTo>
                  <a:lnTo>
                    <a:pt x="1165848" y="774922"/>
                  </a:lnTo>
                  <a:close/>
                  <a:moveTo>
                    <a:pt x="966979" y="463823"/>
                  </a:moveTo>
                  <a:lnTo>
                    <a:pt x="907170" y="480182"/>
                  </a:lnTo>
                  <a:lnTo>
                    <a:pt x="938647" y="511617"/>
                  </a:lnTo>
                  <a:close/>
                  <a:moveTo>
                    <a:pt x="1028344" y="514660"/>
                  </a:moveTo>
                  <a:lnTo>
                    <a:pt x="980612" y="515482"/>
                  </a:lnTo>
                  <a:lnTo>
                    <a:pt x="1040138" y="519369"/>
                  </a:lnTo>
                  <a:close/>
                  <a:moveTo>
                    <a:pt x="907170" y="480182"/>
                  </a:moveTo>
                  <a:lnTo>
                    <a:pt x="966979" y="463823"/>
                  </a:lnTo>
                  <a:lnTo>
                    <a:pt x="922820" y="428645"/>
                  </a:lnTo>
                  <a:close/>
                  <a:moveTo>
                    <a:pt x="908748" y="410439"/>
                  </a:moveTo>
                  <a:lnTo>
                    <a:pt x="927341" y="407213"/>
                  </a:lnTo>
                  <a:lnTo>
                    <a:pt x="922820" y="428645"/>
                  </a:lnTo>
                  <a:close/>
                  <a:moveTo>
                    <a:pt x="772978" y="319367"/>
                  </a:moveTo>
                  <a:lnTo>
                    <a:pt x="754359" y="271762"/>
                  </a:lnTo>
                  <a:lnTo>
                    <a:pt x="720553" y="324006"/>
                  </a:lnTo>
                  <a:close/>
                  <a:moveTo>
                    <a:pt x="837200" y="242395"/>
                  </a:moveTo>
                  <a:lnTo>
                    <a:pt x="831263" y="262447"/>
                  </a:lnTo>
                  <a:lnTo>
                    <a:pt x="871421" y="225848"/>
                  </a:lnTo>
                  <a:close/>
                  <a:moveTo>
                    <a:pt x="816361" y="249942"/>
                  </a:moveTo>
                  <a:lnTo>
                    <a:pt x="831263" y="262447"/>
                  </a:lnTo>
                  <a:lnTo>
                    <a:pt x="837200" y="242395"/>
                  </a:lnTo>
                  <a:close/>
                  <a:moveTo>
                    <a:pt x="816361" y="249942"/>
                  </a:moveTo>
                  <a:lnTo>
                    <a:pt x="837200" y="242395"/>
                  </a:lnTo>
                  <a:lnTo>
                    <a:pt x="821761" y="174311"/>
                  </a:lnTo>
                  <a:close/>
                  <a:moveTo>
                    <a:pt x="806275" y="169021"/>
                  </a:moveTo>
                  <a:lnTo>
                    <a:pt x="832408" y="131829"/>
                  </a:lnTo>
                  <a:lnTo>
                    <a:pt x="836061" y="146869"/>
                  </a:lnTo>
                  <a:close/>
                  <a:moveTo>
                    <a:pt x="832408" y="131829"/>
                  </a:moveTo>
                  <a:lnTo>
                    <a:pt x="834544" y="122775"/>
                  </a:lnTo>
                  <a:lnTo>
                    <a:pt x="836061" y="146869"/>
                  </a:lnTo>
                  <a:close/>
                  <a:moveTo>
                    <a:pt x="1058422" y="278153"/>
                  </a:moveTo>
                  <a:lnTo>
                    <a:pt x="1050366" y="308528"/>
                  </a:lnTo>
                  <a:lnTo>
                    <a:pt x="1071821" y="253291"/>
                  </a:lnTo>
                  <a:close/>
                  <a:moveTo>
                    <a:pt x="1071821" y="253291"/>
                  </a:moveTo>
                  <a:lnTo>
                    <a:pt x="1050366" y="308528"/>
                  </a:lnTo>
                  <a:lnTo>
                    <a:pt x="1059782" y="304827"/>
                  </a:lnTo>
                  <a:close/>
                  <a:moveTo>
                    <a:pt x="1050366" y="308528"/>
                  </a:moveTo>
                  <a:lnTo>
                    <a:pt x="1056108" y="309276"/>
                  </a:lnTo>
                  <a:lnTo>
                    <a:pt x="1059782" y="304827"/>
                  </a:lnTo>
                  <a:close/>
                  <a:moveTo>
                    <a:pt x="893454" y="50496"/>
                  </a:moveTo>
                  <a:lnTo>
                    <a:pt x="834544" y="122775"/>
                  </a:lnTo>
                  <a:lnTo>
                    <a:pt x="860615" y="98681"/>
                  </a:lnTo>
                  <a:close/>
                  <a:moveTo>
                    <a:pt x="1228376" y="429330"/>
                  </a:moveTo>
                  <a:lnTo>
                    <a:pt x="1186075" y="445849"/>
                  </a:lnTo>
                  <a:lnTo>
                    <a:pt x="1256640" y="400100"/>
                  </a:lnTo>
                  <a:close/>
                  <a:moveTo>
                    <a:pt x="1228376" y="429330"/>
                  </a:moveTo>
                  <a:lnTo>
                    <a:pt x="1256640" y="400100"/>
                  </a:lnTo>
                  <a:lnTo>
                    <a:pt x="1256751" y="407900"/>
                  </a:lnTo>
                  <a:close/>
                  <a:moveTo>
                    <a:pt x="1256640" y="400100"/>
                  </a:moveTo>
                  <a:lnTo>
                    <a:pt x="1268337" y="383806"/>
                  </a:lnTo>
                  <a:lnTo>
                    <a:pt x="1256751" y="407900"/>
                  </a:lnTo>
                  <a:close/>
                  <a:moveTo>
                    <a:pt x="1071821" y="253291"/>
                  </a:moveTo>
                  <a:lnTo>
                    <a:pt x="1059782" y="304827"/>
                  </a:lnTo>
                  <a:lnTo>
                    <a:pt x="1088536" y="280733"/>
                  </a:lnTo>
                  <a:close/>
                  <a:moveTo>
                    <a:pt x="1104809" y="181786"/>
                  </a:moveTo>
                  <a:lnTo>
                    <a:pt x="1071821" y="253291"/>
                  </a:lnTo>
                  <a:lnTo>
                    <a:pt x="1101948" y="229197"/>
                  </a:lnTo>
                  <a:close/>
                  <a:moveTo>
                    <a:pt x="1104809" y="181786"/>
                  </a:moveTo>
                  <a:lnTo>
                    <a:pt x="1079320" y="221386"/>
                  </a:lnTo>
                  <a:lnTo>
                    <a:pt x="1071821" y="253291"/>
                  </a:lnTo>
                  <a:close/>
                  <a:moveTo>
                    <a:pt x="1079320" y="221386"/>
                  </a:moveTo>
                  <a:lnTo>
                    <a:pt x="1104809" y="181786"/>
                  </a:lnTo>
                  <a:lnTo>
                    <a:pt x="1078400" y="201754"/>
                  </a:lnTo>
                  <a:close/>
                  <a:moveTo>
                    <a:pt x="1104809" y="181786"/>
                  </a:moveTo>
                  <a:lnTo>
                    <a:pt x="1105434" y="177660"/>
                  </a:lnTo>
                  <a:lnTo>
                    <a:pt x="1078400" y="201754"/>
                  </a:lnTo>
                  <a:close/>
                  <a:moveTo>
                    <a:pt x="893454" y="50496"/>
                  </a:moveTo>
                  <a:lnTo>
                    <a:pt x="926873" y="40542"/>
                  </a:lnTo>
                  <a:lnTo>
                    <a:pt x="915533" y="47144"/>
                  </a:lnTo>
                  <a:close/>
                  <a:moveTo>
                    <a:pt x="926873" y="40542"/>
                  </a:moveTo>
                  <a:lnTo>
                    <a:pt x="955201" y="23050"/>
                  </a:lnTo>
                  <a:lnTo>
                    <a:pt x="915533" y="47144"/>
                  </a:lnTo>
                  <a:close/>
                  <a:moveTo>
                    <a:pt x="1321325" y="332372"/>
                  </a:moveTo>
                  <a:lnTo>
                    <a:pt x="1268337" y="383806"/>
                  </a:lnTo>
                  <a:lnTo>
                    <a:pt x="1303285" y="359712"/>
                  </a:lnTo>
                  <a:close/>
                  <a:moveTo>
                    <a:pt x="1321325" y="332372"/>
                  </a:moveTo>
                  <a:lnTo>
                    <a:pt x="1360460" y="308176"/>
                  </a:lnTo>
                  <a:lnTo>
                    <a:pt x="1288522" y="332270"/>
                  </a:lnTo>
                  <a:close/>
                  <a:moveTo>
                    <a:pt x="1153553" y="205102"/>
                  </a:moveTo>
                  <a:lnTo>
                    <a:pt x="1105897" y="175878"/>
                  </a:lnTo>
                  <a:lnTo>
                    <a:pt x="1105434" y="177660"/>
                  </a:lnTo>
                  <a:close/>
                  <a:moveTo>
                    <a:pt x="1105434" y="177660"/>
                  </a:moveTo>
                  <a:lnTo>
                    <a:pt x="1104809" y="181786"/>
                  </a:lnTo>
                  <a:lnTo>
                    <a:pt x="1153553" y="205102"/>
                  </a:lnTo>
                  <a:close/>
                  <a:moveTo>
                    <a:pt x="966638" y="14542"/>
                  </a:moveTo>
                  <a:lnTo>
                    <a:pt x="955201" y="23050"/>
                  </a:lnTo>
                  <a:lnTo>
                    <a:pt x="977583" y="16002"/>
                  </a:lnTo>
                  <a:close/>
                  <a:moveTo>
                    <a:pt x="1041027" y="2406"/>
                  </a:moveTo>
                  <a:lnTo>
                    <a:pt x="977583" y="16002"/>
                  </a:lnTo>
                  <a:lnTo>
                    <a:pt x="104554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8" name="Output_density__4267">
              <a:extLst>
                <a:ext uri="{FF2B5EF4-FFF2-40B4-BE49-F238E27FC236}">
                  <a16:creationId xmlns:a16="http://schemas.microsoft.com/office/drawing/2014/main" id="{10EB8E06-A7BF-8708-2423-D7FD1DFEFB2A}"/>
                </a:ext>
              </a:extLst>
            </p:cNvPr>
            <p:cNvSpPr>
              <a:spLocks noGrp="1"/>
            </p:cNvSpPr>
            <p:nvPr/>
          </p:nvSpPr>
          <p:spPr>
            <a:xfrm>
              <a:off x="15393879" y="2377492"/>
              <a:ext cx="1308919" cy="1932323"/>
            </a:xfrm>
            <a:custGeom>
              <a:avLst/>
              <a:gdLst/>
              <a:ahLst/>
              <a:cxnLst/>
              <a:rect l="0" t="0" r="0" b="0"/>
              <a:pathLst>
                <a:path w="1308919" h="1932323">
                  <a:moveTo>
                    <a:pt x="414101" y="1932323"/>
                  </a:moveTo>
                  <a:lnTo>
                    <a:pt x="415281" y="1931854"/>
                  </a:lnTo>
                  <a:lnTo>
                    <a:pt x="425039" y="1856693"/>
                  </a:lnTo>
                  <a:close/>
                  <a:moveTo>
                    <a:pt x="415281" y="1931854"/>
                  </a:moveTo>
                  <a:lnTo>
                    <a:pt x="420754" y="1932323"/>
                  </a:lnTo>
                  <a:lnTo>
                    <a:pt x="432759" y="1864929"/>
                  </a:lnTo>
                  <a:close/>
                  <a:moveTo>
                    <a:pt x="15106" y="1444400"/>
                  </a:moveTo>
                  <a:lnTo>
                    <a:pt x="3752" y="1411098"/>
                  </a:lnTo>
                  <a:lnTo>
                    <a:pt x="19330" y="1461177"/>
                  </a:lnTo>
                  <a:close/>
                  <a:moveTo>
                    <a:pt x="15106" y="1444400"/>
                  </a:moveTo>
                  <a:lnTo>
                    <a:pt x="0" y="1392863"/>
                  </a:lnTo>
                  <a:lnTo>
                    <a:pt x="3752" y="1411098"/>
                  </a:lnTo>
                  <a:close/>
                  <a:moveTo>
                    <a:pt x="486107" y="1849513"/>
                  </a:moveTo>
                  <a:lnTo>
                    <a:pt x="432759" y="1864929"/>
                  </a:lnTo>
                  <a:lnTo>
                    <a:pt x="486514" y="1891234"/>
                  </a:lnTo>
                  <a:close/>
                  <a:moveTo>
                    <a:pt x="229634" y="1466893"/>
                  </a:moveTo>
                  <a:lnTo>
                    <a:pt x="213174" y="1396212"/>
                  </a:lnTo>
                  <a:lnTo>
                    <a:pt x="177128" y="1408853"/>
                  </a:lnTo>
                  <a:close/>
                  <a:moveTo>
                    <a:pt x="229634" y="1466893"/>
                  </a:moveTo>
                  <a:lnTo>
                    <a:pt x="177128" y="1408853"/>
                  </a:lnTo>
                  <a:lnTo>
                    <a:pt x="184860" y="1465310"/>
                  </a:lnTo>
                  <a:close/>
                  <a:moveTo>
                    <a:pt x="130697" y="1317233"/>
                  </a:moveTo>
                  <a:lnTo>
                    <a:pt x="175737" y="1332872"/>
                  </a:lnTo>
                  <a:lnTo>
                    <a:pt x="166796" y="1344675"/>
                  </a:lnTo>
                  <a:close/>
                  <a:moveTo>
                    <a:pt x="175737" y="1332872"/>
                  </a:moveTo>
                  <a:lnTo>
                    <a:pt x="151246" y="1304409"/>
                  </a:lnTo>
                  <a:lnTo>
                    <a:pt x="182827" y="1344675"/>
                  </a:lnTo>
                  <a:close/>
                  <a:moveTo>
                    <a:pt x="139839" y="1333555"/>
                  </a:moveTo>
                  <a:lnTo>
                    <a:pt x="175694" y="1347277"/>
                  </a:lnTo>
                  <a:lnTo>
                    <a:pt x="182827" y="1344675"/>
                  </a:lnTo>
                  <a:close/>
                  <a:moveTo>
                    <a:pt x="149923" y="1317233"/>
                  </a:moveTo>
                  <a:lnTo>
                    <a:pt x="162501" y="1283385"/>
                  </a:lnTo>
                  <a:lnTo>
                    <a:pt x="170833" y="1241602"/>
                  </a:lnTo>
                  <a:close/>
                  <a:moveTo>
                    <a:pt x="170833" y="1241602"/>
                  </a:moveTo>
                  <a:lnTo>
                    <a:pt x="187243" y="1275145"/>
                  </a:lnTo>
                  <a:lnTo>
                    <a:pt x="197547" y="1269045"/>
                  </a:lnTo>
                  <a:close/>
                  <a:moveTo>
                    <a:pt x="220672" y="1217508"/>
                  </a:moveTo>
                  <a:lnTo>
                    <a:pt x="143850" y="1190066"/>
                  </a:lnTo>
                  <a:lnTo>
                    <a:pt x="170833" y="1241602"/>
                  </a:lnTo>
                  <a:close/>
                  <a:moveTo>
                    <a:pt x="645048" y="1681338"/>
                  </a:moveTo>
                  <a:lnTo>
                    <a:pt x="691601" y="1729290"/>
                  </a:lnTo>
                  <a:lnTo>
                    <a:pt x="709490" y="1708780"/>
                  </a:lnTo>
                  <a:close/>
                  <a:moveTo>
                    <a:pt x="169306" y="1114435"/>
                  </a:moveTo>
                  <a:lnTo>
                    <a:pt x="201167" y="1038804"/>
                  </a:lnTo>
                  <a:lnTo>
                    <a:pt x="139871" y="1062899"/>
                  </a:lnTo>
                  <a:close/>
                  <a:moveTo>
                    <a:pt x="709490" y="1708780"/>
                  </a:moveTo>
                  <a:lnTo>
                    <a:pt x="697709" y="1728688"/>
                  </a:lnTo>
                  <a:lnTo>
                    <a:pt x="732787" y="1748377"/>
                  </a:lnTo>
                  <a:close/>
                  <a:moveTo>
                    <a:pt x="222382" y="1033588"/>
                  </a:moveTo>
                  <a:lnTo>
                    <a:pt x="201167" y="1038804"/>
                  </a:lnTo>
                  <a:lnTo>
                    <a:pt x="252838" y="1041767"/>
                  </a:lnTo>
                  <a:close/>
                  <a:moveTo>
                    <a:pt x="213951" y="1031272"/>
                  </a:moveTo>
                  <a:lnTo>
                    <a:pt x="201167" y="1038804"/>
                  </a:lnTo>
                  <a:lnTo>
                    <a:pt x="222382" y="1033588"/>
                  </a:lnTo>
                  <a:close/>
                  <a:moveTo>
                    <a:pt x="222382" y="1033588"/>
                  </a:moveTo>
                  <a:lnTo>
                    <a:pt x="223669" y="1038804"/>
                  </a:lnTo>
                  <a:lnTo>
                    <a:pt x="213951" y="1031272"/>
                  </a:lnTo>
                  <a:close/>
                  <a:moveTo>
                    <a:pt x="122191" y="732934"/>
                  </a:moveTo>
                  <a:lnTo>
                    <a:pt x="113927" y="681397"/>
                  </a:lnTo>
                  <a:lnTo>
                    <a:pt x="108274" y="736677"/>
                  </a:lnTo>
                  <a:close/>
                  <a:moveTo>
                    <a:pt x="1038922" y="1614884"/>
                  </a:moveTo>
                  <a:lnTo>
                    <a:pt x="957289" y="1619248"/>
                  </a:lnTo>
                  <a:lnTo>
                    <a:pt x="996051" y="1629272"/>
                  </a:lnTo>
                  <a:close/>
                  <a:moveTo>
                    <a:pt x="896868" y="1555237"/>
                  </a:moveTo>
                  <a:lnTo>
                    <a:pt x="843861" y="1544513"/>
                  </a:lnTo>
                  <a:lnTo>
                    <a:pt x="881669" y="1557519"/>
                  </a:lnTo>
                  <a:close/>
                  <a:moveTo>
                    <a:pt x="892394" y="1496130"/>
                  </a:moveTo>
                  <a:lnTo>
                    <a:pt x="852970" y="1490199"/>
                  </a:lnTo>
                  <a:lnTo>
                    <a:pt x="896868" y="1555237"/>
                  </a:lnTo>
                  <a:close/>
                  <a:moveTo>
                    <a:pt x="892394" y="1496130"/>
                  </a:moveTo>
                  <a:lnTo>
                    <a:pt x="829859" y="1446245"/>
                  </a:lnTo>
                  <a:lnTo>
                    <a:pt x="852970" y="1490199"/>
                  </a:lnTo>
                  <a:close/>
                  <a:moveTo>
                    <a:pt x="791205" y="1387416"/>
                  </a:moveTo>
                  <a:lnTo>
                    <a:pt x="744831" y="1454446"/>
                  </a:lnTo>
                  <a:lnTo>
                    <a:pt x="787124" y="1443006"/>
                  </a:lnTo>
                  <a:close/>
                  <a:moveTo>
                    <a:pt x="447741" y="1027065"/>
                  </a:moveTo>
                  <a:lnTo>
                    <a:pt x="440444" y="966523"/>
                  </a:lnTo>
                  <a:lnTo>
                    <a:pt x="392828" y="970982"/>
                  </a:lnTo>
                  <a:close/>
                  <a:moveTo>
                    <a:pt x="392828" y="970982"/>
                  </a:moveTo>
                  <a:lnTo>
                    <a:pt x="431117" y="915094"/>
                  </a:lnTo>
                  <a:lnTo>
                    <a:pt x="356739" y="937580"/>
                  </a:lnTo>
                  <a:close/>
                  <a:moveTo>
                    <a:pt x="431117" y="915094"/>
                  </a:moveTo>
                  <a:lnTo>
                    <a:pt x="448995" y="966523"/>
                  </a:lnTo>
                  <a:lnTo>
                    <a:pt x="481115" y="975172"/>
                  </a:lnTo>
                  <a:close/>
                  <a:moveTo>
                    <a:pt x="398916" y="863450"/>
                  </a:moveTo>
                  <a:lnTo>
                    <a:pt x="377356" y="888164"/>
                  </a:lnTo>
                  <a:lnTo>
                    <a:pt x="410225" y="869336"/>
                  </a:lnTo>
                  <a:close/>
                  <a:moveTo>
                    <a:pt x="332666" y="863450"/>
                  </a:moveTo>
                  <a:lnTo>
                    <a:pt x="363498" y="836353"/>
                  </a:lnTo>
                  <a:lnTo>
                    <a:pt x="322403" y="864769"/>
                  </a:lnTo>
                  <a:close/>
                  <a:moveTo>
                    <a:pt x="322403" y="864769"/>
                  </a:moveTo>
                  <a:lnTo>
                    <a:pt x="363498" y="836353"/>
                  </a:lnTo>
                  <a:lnTo>
                    <a:pt x="348343" y="818920"/>
                  </a:lnTo>
                  <a:close/>
                  <a:moveTo>
                    <a:pt x="322403" y="864769"/>
                  </a:moveTo>
                  <a:lnTo>
                    <a:pt x="348343" y="818920"/>
                  </a:lnTo>
                  <a:lnTo>
                    <a:pt x="293264" y="825716"/>
                  </a:lnTo>
                  <a:close/>
                  <a:moveTo>
                    <a:pt x="363498" y="836353"/>
                  </a:moveTo>
                  <a:lnTo>
                    <a:pt x="398916" y="863450"/>
                  </a:lnTo>
                  <a:lnTo>
                    <a:pt x="348343" y="818920"/>
                  </a:lnTo>
                  <a:close/>
                  <a:moveTo>
                    <a:pt x="398916" y="863450"/>
                  </a:moveTo>
                  <a:lnTo>
                    <a:pt x="410225" y="869336"/>
                  </a:lnTo>
                  <a:lnTo>
                    <a:pt x="348343" y="818920"/>
                  </a:lnTo>
                  <a:close/>
                  <a:moveTo>
                    <a:pt x="661786" y="1224206"/>
                  </a:moveTo>
                  <a:lnTo>
                    <a:pt x="650367" y="1172669"/>
                  </a:lnTo>
                  <a:lnTo>
                    <a:pt x="664707" y="1190833"/>
                  </a:lnTo>
                  <a:close/>
                  <a:moveTo>
                    <a:pt x="1067588" y="1587161"/>
                  </a:moveTo>
                  <a:lnTo>
                    <a:pt x="996051" y="1629272"/>
                  </a:lnTo>
                  <a:lnTo>
                    <a:pt x="1023117" y="1595566"/>
                  </a:lnTo>
                  <a:close/>
                  <a:moveTo>
                    <a:pt x="661786" y="1224206"/>
                  </a:moveTo>
                  <a:lnTo>
                    <a:pt x="701673" y="1275742"/>
                  </a:lnTo>
                  <a:lnTo>
                    <a:pt x="736293" y="1251648"/>
                  </a:lnTo>
                  <a:close/>
                  <a:moveTo>
                    <a:pt x="647408" y="1064237"/>
                  </a:moveTo>
                  <a:lnTo>
                    <a:pt x="625440" y="1059288"/>
                  </a:lnTo>
                  <a:lnTo>
                    <a:pt x="691601" y="1097039"/>
                  </a:lnTo>
                  <a:close/>
                  <a:moveTo>
                    <a:pt x="440444" y="966523"/>
                  </a:moveTo>
                  <a:lnTo>
                    <a:pt x="446498" y="971998"/>
                  </a:lnTo>
                  <a:lnTo>
                    <a:pt x="445935" y="965790"/>
                  </a:lnTo>
                  <a:close/>
                  <a:moveTo>
                    <a:pt x="445935" y="965790"/>
                  </a:moveTo>
                  <a:lnTo>
                    <a:pt x="446498" y="971998"/>
                  </a:lnTo>
                  <a:lnTo>
                    <a:pt x="448995" y="966523"/>
                  </a:lnTo>
                  <a:close/>
                  <a:moveTo>
                    <a:pt x="556564" y="890892"/>
                  </a:moveTo>
                  <a:lnTo>
                    <a:pt x="554744" y="953294"/>
                  </a:lnTo>
                  <a:lnTo>
                    <a:pt x="556638" y="899541"/>
                  </a:lnTo>
                  <a:close/>
                  <a:moveTo>
                    <a:pt x="332666" y="863450"/>
                  </a:moveTo>
                  <a:lnTo>
                    <a:pt x="377356" y="888164"/>
                  </a:lnTo>
                  <a:lnTo>
                    <a:pt x="379160" y="856608"/>
                  </a:lnTo>
                  <a:close/>
                  <a:moveTo>
                    <a:pt x="363498" y="836353"/>
                  </a:moveTo>
                  <a:lnTo>
                    <a:pt x="332666" y="863450"/>
                  </a:lnTo>
                  <a:lnTo>
                    <a:pt x="379160" y="856608"/>
                  </a:lnTo>
                  <a:close/>
                  <a:moveTo>
                    <a:pt x="379160" y="856608"/>
                  </a:moveTo>
                  <a:lnTo>
                    <a:pt x="377356" y="888164"/>
                  </a:lnTo>
                  <a:lnTo>
                    <a:pt x="398916" y="863450"/>
                  </a:lnTo>
                  <a:close/>
                  <a:moveTo>
                    <a:pt x="379160" y="856608"/>
                  </a:moveTo>
                  <a:lnTo>
                    <a:pt x="398916" y="863450"/>
                  </a:lnTo>
                  <a:lnTo>
                    <a:pt x="363498" y="836353"/>
                  </a:lnTo>
                  <a:close/>
                  <a:moveTo>
                    <a:pt x="197437" y="639428"/>
                  </a:moveTo>
                  <a:lnTo>
                    <a:pt x="240313" y="642554"/>
                  </a:lnTo>
                  <a:lnTo>
                    <a:pt x="214587" y="628950"/>
                  </a:lnTo>
                  <a:close/>
                  <a:moveTo>
                    <a:pt x="1076527" y="1560868"/>
                  </a:moveTo>
                  <a:lnTo>
                    <a:pt x="1100019" y="1573513"/>
                  </a:lnTo>
                  <a:lnTo>
                    <a:pt x="1070885" y="1552471"/>
                  </a:lnTo>
                  <a:close/>
                  <a:moveTo>
                    <a:pt x="1076527" y="1560868"/>
                  </a:moveTo>
                  <a:lnTo>
                    <a:pt x="1070885" y="1552471"/>
                  </a:lnTo>
                  <a:lnTo>
                    <a:pt x="1071276" y="1509331"/>
                  </a:lnTo>
                  <a:close/>
                  <a:moveTo>
                    <a:pt x="1047449" y="1383295"/>
                  </a:moveTo>
                  <a:lnTo>
                    <a:pt x="1029867" y="1446126"/>
                  </a:lnTo>
                  <a:lnTo>
                    <a:pt x="1053179" y="1382164"/>
                  </a:lnTo>
                  <a:close/>
                  <a:moveTo>
                    <a:pt x="888478" y="1406258"/>
                  </a:moveTo>
                  <a:lnTo>
                    <a:pt x="931723" y="1428536"/>
                  </a:lnTo>
                  <a:lnTo>
                    <a:pt x="939702" y="1394928"/>
                  </a:lnTo>
                  <a:close/>
                  <a:moveTo>
                    <a:pt x="995139" y="1387840"/>
                  </a:moveTo>
                  <a:lnTo>
                    <a:pt x="931723" y="1428536"/>
                  </a:lnTo>
                  <a:lnTo>
                    <a:pt x="982530" y="1443819"/>
                  </a:lnTo>
                  <a:close/>
                  <a:moveTo>
                    <a:pt x="995139" y="1387840"/>
                  </a:moveTo>
                  <a:lnTo>
                    <a:pt x="939702" y="1394928"/>
                  </a:lnTo>
                  <a:lnTo>
                    <a:pt x="931723" y="1428536"/>
                  </a:lnTo>
                  <a:close/>
                  <a:moveTo>
                    <a:pt x="1047449" y="1383295"/>
                  </a:moveTo>
                  <a:lnTo>
                    <a:pt x="995139" y="1387840"/>
                  </a:lnTo>
                  <a:lnTo>
                    <a:pt x="982530" y="1443819"/>
                  </a:lnTo>
                  <a:close/>
                  <a:moveTo>
                    <a:pt x="885890" y="1337950"/>
                  </a:moveTo>
                  <a:lnTo>
                    <a:pt x="935421" y="1335665"/>
                  </a:lnTo>
                  <a:lnTo>
                    <a:pt x="920140" y="1285345"/>
                  </a:lnTo>
                  <a:close/>
                  <a:moveTo>
                    <a:pt x="982465" y="1335400"/>
                  </a:moveTo>
                  <a:lnTo>
                    <a:pt x="945509" y="1305404"/>
                  </a:lnTo>
                  <a:lnTo>
                    <a:pt x="920140" y="1285345"/>
                  </a:lnTo>
                  <a:close/>
                  <a:moveTo>
                    <a:pt x="935421" y="1335665"/>
                  </a:moveTo>
                  <a:lnTo>
                    <a:pt x="982465" y="1335400"/>
                  </a:lnTo>
                  <a:lnTo>
                    <a:pt x="920140" y="1285345"/>
                  </a:lnTo>
                  <a:close/>
                  <a:moveTo>
                    <a:pt x="868807" y="1289095"/>
                  </a:moveTo>
                  <a:lnTo>
                    <a:pt x="920140" y="1285345"/>
                  </a:lnTo>
                  <a:lnTo>
                    <a:pt x="893031" y="1283871"/>
                  </a:lnTo>
                  <a:close/>
                  <a:moveTo>
                    <a:pt x="793200" y="1125075"/>
                  </a:moveTo>
                  <a:lnTo>
                    <a:pt x="774574" y="1148575"/>
                  </a:lnTo>
                  <a:lnTo>
                    <a:pt x="790564" y="1126495"/>
                  </a:lnTo>
                  <a:close/>
                  <a:moveTo>
                    <a:pt x="791918" y="1120284"/>
                  </a:moveTo>
                  <a:lnTo>
                    <a:pt x="767644" y="1072945"/>
                  </a:lnTo>
                  <a:lnTo>
                    <a:pt x="790564" y="1126495"/>
                  </a:lnTo>
                  <a:close/>
                  <a:moveTo>
                    <a:pt x="790564" y="1126495"/>
                  </a:moveTo>
                  <a:lnTo>
                    <a:pt x="767644" y="1072945"/>
                  </a:lnTo>
                  <a:lnTo>
                    <a:pt x="709422" y="1091738"/>
                  </a:lnTo>
                  <a:close/>
                  <a:moveTo>
                    <a:pt x="774574" y="1148575"/>
                  </a:moveTo>
                  <a:lnTo>
                    <a:pt x="791918" y="1120284"/>
                  </a:lnTo>
                  <a:lnTo>
                    <a:pt x="790564" y="1126495"/>
                  </a:lnTo>
                  <a:close/>
                  <a:moveTo>
                    <a:pt x="647408" y="1064237"/>
                  </a:moveTo>
                  <a:lnTo>
                    <a:pt x="709422" y="1091738"/>
                  </a:lnTo>
                  <a:lnTo>
                    <a:pt x="722424" y="1035132"/>
                  </a:lnTo>
                  <a:close/>
                  <a:moveTo>
                    <a:pt x="709422" y="1091738"/>
                  </a:moveTo>
                  <a:lnTo>
                    <a:pt x="767644" y="1072945"/>
                  </a:lnTo>
                  <a:lnTo>
                    <a:pt x="722424" y="1035132"/>
                  </a:lnTo>
                  <a:close/>
                  <a:moveTo>
                    <a:pt x="377868" y="620280"/>
                  </a:moveTo>
                  <a:lnTo>
                    <a:pt x="420851" y="609726"/>
                  </a:lnTo>
                  <a:lnTo>
                    <a:pt x="411772" y="609116"/>
                  </a:lnTo>
                  <a:close/>
                  <a:moveTo>
                    <a:pt x="920733" y="1117647"/>
                  </a:moveTo>
                  <a:lnTo>
                    <a:pt x="966915" y="1151924"/>
                  </a:lnTo>
                  <a:lnTo>
                    <a:pt x="905749" y="1108816"/>
                  </a:lnTo>
                  <a:close/>
                  <a:moveTo>
                    <a:pt x="767644" y="1072945"/>
                  </a:moveTo>
                  <a:lnTo>
                    <a:pt x="791918" y="1120284"/>
                  </a:lnTo>
                  <a:lnTo>
                    <a:pt x="786197" y="1067303"/>
                  </a:lnTo>
                  <a:close/>
                  <a:moveTo>
                    <a:pt x="724385" y="1016830"/>
                  </a:moveTo>
                  <a:lnTo>
                    <a:pt x="778591" y="948001"/>
                  </a:lnTo>
                  <a:lnTo>
                    <a:pt x="712487" y="963759"/>
                  </a:lnTo>
                  <a:close/>
                  <a:moveTo>
                    <a:pt x="670276" y="960094"/>
                  </a:moveTo>
                  <a:lnTo>
                    <a:pt x="712487" y="963759"/>
                  </a:lnTo>
                  <a:lnTo>
                    <a:pt x="699859" y="911283"/>
                  </a:lnTo>
                  <a:close/>
                  <a:moveTo>
                    <a:pt x="659888" y="905797"/>
                  </a:moveTo>
                  <a:lnTo>
                    <a:pt x="699859" y="911283"/>
                  </a:lnTo>
                  <a:lnTo>
                    <a:pt x="695614" y="851991"/>
                  </a:lnTo>
                  <a:close/>
                  <a:moveTo>
                    <a:pt x="659888" y="905797"/>
                  </a:moveTo>
                  <a:lnTo>
                    <a:pt x="695614" y="851991"/>
                  </a:lnTo>
                  <a:lnTo>
                    <a:pt x="649027" y="851884"/>
                  </a:lnTo>
                  <a:close/>
                  <a:moveTo>
                    <a:pt x="649027" y="851884"/>
                  </a:moveTo>
                  <a:lnTo>
                    <a:pt x="695614" y="851991"/>
                  </a:lnTo>
                  <a:lnTo>
                    <a:pt x="681329" y="800862"/>
                  </a:lnTo>
                  <a:close/>
                  <a:moveTo>
                    <a:pt x="411772" y="609116"/>
                  </a:moveTo>
                  <a:lnTo>
                    <a:pt x="421064" y="607105"/>
                  </a:lnTo>
                  <a:lnTo>
                    <a:pt x="377394" y="607074"/>
                  </a:lnTo>
                  <a:close/>
                  <a:moveTo>
                    <a:pt x="1222224" y="1442656"/>
                  </a:moveTo>
                  <a:lnTo>
                    <a:pt x="1220917" y="1506461"/>
                  </a:lnTo>
                  <a:lnTo>
                    <a:pt x="1258600" y="1507492"/>
                  </a:lnTo>
                  <a:close/>
                  <a:moveTo>
                    <a:pt x="1229436" y="1437050"/>
                  </a:moveTo>
                  <a:lnTo>
                    <a:pt x="1222224" y="1442656"/>
                  </a:lnTo>
                  <a:lnTo>
                    <a:pt x="1258600" y="1507492"/>
                  </a:lnTo>
                  <a:close/>
                  <a:moveTo>
                    <a:pt x="1295749" y="1420864"/>
                  </a:moveTo>
                  <a:lnTo>
                    <a:pt x="1308919" y="1385396"/>
                  </a:lnTo>
                  <a:lnTo>
                    <a:pt x="1278281" y="1372323"/>
                  </a:lnTo>
                  <a:close/>
                  <a:moveTo>
                    <a:pt x="1220285" y="1381490"/>
                  </a:moveTo>
                  <a:lnTo>
                    <a:pt x="1278281" y="1372323"/>
                  </a:lnTo>
                  <a:lnTo>
                    <a:pt x="1254439" y="1328962"/>
                  </a:lnTo>
                  <a:close/>
                  <a:moveTo>
                    <a:pt x="1213277" y="1324444"/>
                  </a:moveTo>
                  <a:lnTo>
                    <a:pt x="1254439" y="1328962"/>
                  </a:lnTo>
                  <a:lnTo>
                    <a:pt x="1238370" y="1279283"/>
                  </a:lnTo>
                  <a:close/>
                  <a:moveTo>
                    <a:pt x="305562" y="119916"/>
                  </a:moveTo>
                  <a:lnTo>
                    <a:pt x="219534" y="107850"/>
                  </a:lnTo>
                  <a:lnTo>
                    <a:pt x="254122" y="102270"/>
                  </a:lnTo>
                  <a:close/>
                  <a:moveTo>
                    <a:pt x="1000974" y="846053"/>
                  </a:moveTo>
                  <a:lnTo>
                    <a:pt x="985668" y="781055"/>
                  </a:lnTo>
                  <a:lnTo>
                    <a:pt x="991487" y="770423"/>
                  </a:lnTo>
                  <a:close/>
                  <a:moveTo>
                    <a:pt x="874090" y="742980"/>
                  </a:moveTo>
                  <a:lnTo>
                    <a:pt x="898396" y="764332"/>
                  </a:lnTo>
                  <a:lnTo>
                    <a:pt x="908863" y="729827"/>
                  </a:lnTo>
                  <a:close/>
                  <a:moveTo>
                    <a:pt x="805747" y="691443"/>
                  </a:moveTo>
                  <a:lnTo>
                    <a:pt x="809091" y="644891"/>
                  </a:lnTo>
                  <a:lnTo>
                    <a:pt x="832029" y="615813"/>
                  </a:lnTo>
                  <a:close/>
                  <a:moveTo>
                    <a:pt x="685618" y="492822"/>
                  </a:moveTo>
                  <a:lnTo>
                    <a:pt x="644649" y="514323"/>
                  </a:lnTo>
                  <a:lnTo>
                    <a:pt x="716636" y="473894"/>
                  </a:lnTo>
                  <a:close/>
                  <a:moveTo>
                    <a:pt x="1047920" y="755483"/>
                  </a:moveTo>
                  <a:lnTo>
                    <a:pt x="991487" y="770423"/>
                  </a:lnTo>
                  <a:lnTo>
                    <a:pt x="1072931" y="797737"/>
                  </a:lnTo>
                  <a:close/>
                  <a:moveTo>
                    <a:pt x="1072931" y="797737"/>
                  </a:moveTo>
                  <a:lnTo>
                    <a:pt x="985668" y="781055"/>
                  </a:lnTo>
                  <a:lnTo>
                    <a:pt x="1017661" y="765772"/>
                  </a:lnTo>
                  <a:close/>
                  <a:moveTo>
                    <a:pt x="858575" y="607243"/>
                  </a:moveTo>
                  <a:lnTo>
                    <a:pt x="905938" y="657633"/>
                  </a:lnTo>
                  <a:lnTo>
                    <a:pt x="903854" y="608414"/>
                  </a:lnTo>
                  <a:close/>
                  <a:moveTo>
                    <a:pt x="858575" y="607243"/>
                  </a:moveTo>
                  <a:lnTo>
                    <a:pt x="903854" y="608414"/>
                  </a:lnTo>
                  <a:lnTo>
                    <a:pt x="889592" y="596515"/>
                  </a:lnTo>
                  <a:close/>
                  <a:moveTo>
                    <a:pt x="658925" y="341894"/>
                  </a:moveTo>
                  <a:lnTo>
                    <a:pt x="673504" y="352409"/>
                  </a:lnTo>
                  <a:lnTo>
                    <a:pt x="718451" y="345780"/>
                  </a:lnTo>
                  <a:close/>
                  <a:moveTo>
                    <a:pt x="744772" y="348066"/>
                  </a:moveTo>
                  <a:lnTo>
                    <a:pt x="706656" y="341071"/>
                  </a:lnTo>
                  <a:lnTo>
                    <a:pt x="767886" y="355931"/>
                  </a:lnTo>
                  <a:close/>
                  <a:moveTo>
                    <a:pt x="706656" y="341071"/>
                  </a:moveTo>
                  <a:lnTo>
                    <a:pt x="718451" y="345780"/>
                  </a:lnTo>
                  <a:lnTo>
                    <a:pt x="767886" y="355931"/>
                  </a:lnTo>
                  <a:close/>
                  <a:moveTo>
                    <a:pt x="601133" y="255057"/>
                  </a:moveTo>
                  <a:lnTo>
                    <a:pt x="645292" y="290234"/>
                  </a:lnTo>
                  <a:lnTo>
                    <a:pt x="599351" y="249839"/>
                  </a:lnTo>
                  <a:close/>
                  <a:moveTo>
                    <a:pt x="587060" y="236850"/>
                  </a:moveTo>
                  <a:lnTo>
                    <a:pt x="601133" y="255057"/>
                  </a:lnTo>
                  <a:lnTo>
                    <a:pt x="599351" y="249839"/>
                  </a:lnTo>
                  <a:close/>
                  <a:moveTo>
                    <a:pt x="606864" y="195989"/>
                  </a:moveTo>
                  <a:lnTo>
                    <a:pt x="605653" y="233624"/>
                  </a:lnTo>
                  <a:lnTo>
                    <a:pt x="589823" y="214215"/>
                  </a:lnTo>
                  <a:close/>
                  <a:moveTo>
                    <a:pt x="589823" y="214215"/>
                  </a:moveTo>
                  <a:lnTo>
                    <a:pt x="605653" y="233624"/>
                  </a:lnTo>
                  <a:lnTo>
                    <a:pt x="587060" y="236850"/>
                  </a:lnTo>
                  <a:close/>
                  <a:moveTo>
                    <a:pt x="509575" y="88859"/>
                  </a:moveTo>
                  <a:lnTo>
                    <a:pt x="494673" y="76353"/>
                  </a:lnTo>
                  <a:lnTo>
                    <a:pt x="494274" y="148816"/>
                  </a:lnTo>
                  <a:close/>
                  <a:moveTo>
                    <a:pt x="494274" y="148816"/>
                  </a:moveTo>
                  <a:lnTo>
                    <a:pt x="494673" y="76353"/>
                  </a:lnTo>
                  <a:lnTo>
                    <a:pt x="432672" y="98173"/>
                  </a:lnTo>
                  <a:close/>
                  <a:moveTo>
                    <a:pt x="494274" y="148816"/>
                  </a:moveTo>
                  <a:lnTo>
                    <a:pt x="432672" y="98173"/>
                  </a:lnTo>
                  <a:lnTo>
                    <a:pt x="451291" y="145779"/>
                  </a:lnTo>
                  <a:close/>
                  <a:moveTo>
                    <a:pt x="794750" y="321471"/>
                  </a:moveTo>
                  <a:lnTo>
                    <a:pt x="767886" y="355931"/>
                  </a:lnTo>
                  <a:lnTo>
                    <a:pt x="718451" y="345780"/>
                  </a:lnTo>
                  <a:close/>
                  <a:moveTo>
                    <a:pt x="549733" y="52259"/>
                  </a:moveTo>
                  <a:lnTo>
                    <a:pt x="509575" y="88859"/>
                  </a:lnTo>
                  <a:lnTo>
                    <a:pt x="545882" y="127890"/>
                  </a:lnTo>
                  <a:close/>
                  <a:moveTo>
                    <a:pt x="780930" y="0"/>
                  </a:moveTo>
                  <a:lnTo>
                    <a:pt x="783746" y="4071"/>
                  </a:lnTo>
                  <a:lnTo>
                    <a:pt x="784210" y="229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9" name="Output_density__4268">
              <a:extLst>
                <a:ext uri="{FF2B5EF4-FFF2-40B4-BE49-F238E27FC236}">
                  <a16:creationId xmlns:a16="http://schemas.microsoft.com/office/drawing/2014/main" id="{40AF12C5-34F8-14AB-2363-C395DAA0BAF2}"/>
                </a:ext>
              </a:extLst>
            </p:cNvPr>
            <p:cNvSpPr>
              <a:spLocks noGrp="1"/>
            </p:cNvSpPr>
            <p:nvPr/>
          </p:nvSpPr>
          <p:spPr>
            <a:xfrm>
              <a:off x="15316483" y="2309942"/>
              <a:ext cx="1299619" cy="1948336"/>
            </a:xfrm>
            <a:custGeom>
              <a:avLst/>
              <a:gdLst/>
              <a:ahLst/>
              <a:cxnLst/>
              <a:rect l="0" t="0" r="0" b="0"/>
              <a:pathLst>
                <a:path w="1299619" h="1948336">
                  <a:moveTo>
                    <a:pt x="418920" y="1896800"/>
                  </a:moveTo>
                  <a:lnTo>
                    <a:pt x="442031" y="1948336"/>
                  </a:lnTo>
                  <a:lnTo>
                    <a:pt x="502434" y="1924242"/>
                  </a:lnTo>
                  <a:close/>
                  <a:moveTo>
                    <a:pt x="418920" y="1896800"/>
                  </a:moveTo>
                  <a:lnTo>
                    <a:pt x="502434" y="1924242"/>
                  </a:lnTo>
                  <a:lnTo>
                    <a:pt x="492825" y="1872706"/>
                  </a:lnTo>
                  <a:close/>
                  <a:moveTo>
                    <a:pt x="492825" y="1872706"/>
                  </a:moveTo>
                  <a:lnTo>
                    <a:pt x="510487" y="1922181"/>
                  </a:lnTo>
                  <a:lnTo>
                    <a:pt x="495005" y="1872025"/>
                  </a:lnTo>
                  <a:close/>
                  <a:moveTo>
                    <a:pt x="492825" y="1872706"/>
                  </a:moveTo>
                  <a:lnTo>
                    <a:pt x="502434" y="1924242"/>
                  </a:lnTo>
                  <a:lnTo>
                    <a:pt x="510487" y="1922181"/>
                  </a:lnTo>
                  <a:close/>
                  <a:moveTo>
                    <a:pt x="490094" y="1857475"/>
                  </a:moveTo>
                  <a:lnTo>
                    <a:pt x="492825" y="1872706"/>
                  </a:lnTo>
                  <a:lnTo>
                    <a:pt x="495005" y="1872025"/>
                  </a:lnTo>
                  <a:close/>
                  <a:moveTo>
                    <a:pt x="47898" y="1051469"/>
                  </a:moveTo>
                  <a:lnTo>
                    <a:pt x="76227" y="1027375"/>
                  </a:lnTo>
                  <a:lnTo>
                    <a:pt x="39946" y="999932"/>
                  </a:lnTo>
                  <a:close/>
                  <a:moveTo>
                    <a:pt x="766137" y="1724793"/>
                  </a:moveTo>
                  <a:lnTo>
                    <a:pt x="722443" y="1748887"/>
                  </a:lnTo>
                  <a:lnTo>
                    <a:pt x="786885" y="1776330"/>
                  </a:lnTo>
                  <a:close/>
                  <a:moveTo>
                    <a:pt x="766137" y="1724793"/>
                  </a:moveTo>
                  <a:lnTo>
                    <a:pt x="779007" y="1699367"/>
                  </a:lnTo>
                  <a:lnTo>
                    <a:pt x="698512" y="1697351"/>
                  </a:lnTo>
                  <a:close/>
                  <a:moveTo>
                    <a:pt x="722443" y="1748887"/>
                  </a:moveTo>
                  <a:lnTo>
                    <a:pt x="766137" y="1724793"/>
                  </a:lnTo>
                  <a:lnTo>
                    <a:pt x="698512" y="1697351"/>
                  </a:lnTo>
                  <a:close/>
                  <a:moveTo>
                    <a:pt x="766137" y="1724793"/>
                  </a:moveTo>
                  <a:lnTo>
                    <a:pt x="820099" y="1759658"/>
                  </a:lnTo>
                  <a:lnTo>
                    <a:pt x="812799" y="1702849"/>
                  </a:lnTo>
                  <a:close/>
                  <a:moveTo>
                    <a:pt x="766137" y="1724793"/>
                  </a:moveTo>
                  <a:lnTo>
                    <a:pt x="786885" y="1776330"/>
                  </a:lnTo>
                  <a:lnTo>
                    <a:pt x="820099" y="1759658"/>
                  </a:lnTo>
                  <a:close/>
                  <a:moveTo>
                    <a:pt x="779007" y="1699367"/>
                  </a:moveTo>
                  <a:lnTo>
                    <a:pt x="766137" y="1724793"/>
                  </a:lnTo>
                  <a:lnTo>
                    <a:pt x="812799" y="1702849"/>
                  </a:lnTo>
                  <a:close/>
                  <a:moveTo>
                    <a:pt x="858266" y="1686127"/>
                  </a:moveTo>
                  <a:lnTo>
                    <a:pt x="846978" y="1713045"/>
                  </a:lnTo>
                  <a:lnTo>
                    <a:pt x="821651" y="1700699"/>
                  </a:lnTo>
                  <a:close/>
                  <a:moveTo>
                    <a:pt x="812799" y="1702849"/>
                  </a:moveTo>
                  <a:lnTo>
                    <a:pt x="814851" y="1724793"/>
                  </a:lnTo>
                  <a:lnTo>
                    <a:pt x="779007" y="1699367"/>
                  </a:lnTo>
                  <a:close/>
                  <a:moveTo>
                    <a:pt x="846978" y="1713045"/>
                  </a:moveTo>
                  <a:lnTo>
                    <a:pt x="858266" y="1686127"/>
                  </a:lnTo>
                  <a:lnTo>
                    <a:pt x="839137" y="1724793"/>
                  </a:lnTo>
                  <a:close/>
                  <a:moveTo>
                    <a:pt x="839137" y="1724793"/>
                  </a:moveTo>
                  <a:lnTo>
                    <a:pt x="858266" y="1686127"/>
                  </a:lnTo>
                  <a:lnTo>
                    <a:pt x="867052" y="1649163"/>
                  </a:lnTo>
                  <a:close/>
                  <a:moveTo>
                    <a:pt x="897333" y="1734850"/>
                  </a:moveTo>
                  <a:lnTo>
                    <a:pt x="949647" y="1718209"/>
                  </a:lnTo>
                  <a:lnTo>
                    <a:pt x="918044" y="1693252"/>
                  </a:lnTo>
                  <a:close/>
                  <a:moveTo>
                    <a:pt x="897333" y="1734850"/>
                  </a:moveTo>
                  <a:lnTo>
                    <a:pt x="918044" y="1693252"/>
                  </a:lnTo>
                  <a:lnTo>
                    <a:pt x="870635" y="1693812"/>
                  </a:lnTo>
                  <a:close/>
                  <a:moveTo>
                    <a:pt x="858266" y="1686127"/>
                  </a:moveTo>
                  <a:lnTo>
                    <a:pt x="821651" y="1700699"/>
                  </a:lnTo>
                  <a:lnTo>
                    <a:pt x="870635" y="1693812"/>
                  </a:lnTo>
                  <a:close/>
                  <a:moveTo>
                    <a:pt x="870635" y="1693812"/>
                  </a:moveTo>
                  <a:lnTo>
                    <a:pt x="867052" y="1649163"/>
                  </a:lnTo>
                  <a:lnTo>
                    <a:pt x="858266" y="1686127"/>
                  </a:lnTo>
                  <a:close/>
                  <a:moveTo>
                    <a:pt x="918044" y="1693252"/>
                  </a:moveTo>
                  <a:lnTo>
                    <a:pt x="949647" y="1718209"/>
                  </a:lnTo>
                  <a:lnTo>
                    <a:pt x="989501" y="1692540"/>
                  </a:lnTo>
                  <a:close/>
                  <a:moveTo>
                    <a:pt x="788964" y="1470459"/>
                  </a:moveTo>
                  <a:lnTo>
                    <a:pt x="773535" y="1544010"/>
                  </a:lnTo>
                  <a:lnTo>
                    <a:pt x="790777" y="1473573"/>
                  </a:lnTo>
                  <a:close/>
                  <a:moveTo>
                    <a:pt x="788964" y="1470459"/>
                  </a:moveTo>
                  <a:lnTo>
                    <a:pt x="788022" y="1463274"/>
                  </a:lnTo>
                  <a:lnTo>
                    <a:pt x="736568" y="1443017"/>
                  </a:lnTo>
                  <a:close/>
                  <a:moveTo>
                    <a:pt x="741372" y="1494553"/>
                  </a:moveTo>
                  <a:lnTo>
                    <a:pt x="788964" y="1470459"/>
                  </a:lnTo>
                  <a:lnTo>
                    <a:pt x="736568" y="1443017"/>
                  </a:lnTo>
                  <a:close/>
                  <a:moveTo>
                    <a:pt x="766336" y="1426909"/>
                  </a:moveTo>
                  <a:lnTo>
                    <a:pt x="788022" y="1463274"/>
                  </a:lnTo>
                  <a:lnTo>
                    <a:pt x="789614" y="1418923"/>
                  </a:lnTo>
                  <a:close/>
                  <a:moveTo>
                    <a:pt x="404356" y="1076873"/>
                  </a:moveTo>
                  <a:lnTo>
                    <a:pt x="413211" y="1058167"/>
                  </a:lnTo>
                  <a:lnTo>
                    <a:pt x="394753" y="1082260"/>
                  </a:lnTo>
                  <a:close/>
                  <a:moveTo>
                    <a:pt x="955178" y="1725805"/>
                  </a:moveTo>
                  <a:lnTo>
                    <a:pt x="989501" y="1692540"/>
                  </a:lnTo>
                  <a:lnTo>
                    <a:pt x="949647" y="1718209"/>
                  </a:lnTo>
                  <a:close/>
                  <a:moveTo>
                    <a:pt x="955178" y="1725805"/>
                  </a:moveTo>
                  <a:lnTo>
                    <a:pt x="1023323" y="1708386"/>
                  </a:lnTo>
                  <a:lnTo>
                    <a:pt x="989501" y="1692540"/>
                  </a:lnTo>
                  <a:close/>
                  <a:moveTo>
                    <a:pt x="1073446" y="1696821"/>
                  </a:moveTo>
                  <a:lnTo>
                    <a:pt x="1023323" y="1708386"/>
                  </a:lnTo>
                  <a:lnTo>
                    <a:pt x="1042642" y="1704048"/>
                  </a:lnTo>
                  <a:close/>
                  <a:moveTo>
                    <a:pt x="989501" y="1692540"/>
                  </a:moveTo>
                  <a:lnTo>
                    <a:pt x="1023323" y="1708386"/>
                  </a:lnTo>
                  <a:lnTo>
                    <a:pt x="1073446" y="1696821"/>
                  </a:lnTo>
                  <a:close/>
                  <a:moveTo>
                    <a:pt x="788964" y="1470459"/>
                  </a:moveTo>
                  <a:lnTo>
                    <a:pt x="790777" y="1473573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88964" y="1470459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91776" y="1468970"/>
                  </a:lnTo>
                  <a:lnTo>
                    <a:pt x="789614" y="1418923"/>
                  </a:lnTo>
                  <a:close/>
                  <a:moveTo>
                    <a:pt x="883835" y="1377027"/>
                  </a:moveTo>
                  <a:lnTo>
                    <a:pt x="869867" y="1380722"/>
                  </a:lnTo>
                  <a:lnTo>
                    <a:pt x="819254" y="1394828"/>
                  </a:lnTo>
                  <a:close/>
                  <a:moveTo>
                    <a:pt x="869867" y="1380722"/>
                  </a:moveTo>
                  <a:lnTo>
                    <a:pt x="885597" y="1370735"/>
                  </a:lnTo>
                  <a:lnTo>
                    <a:pt x="920244" y="1338479"/>
                  </a:lnTo>
                  <a:close/>
                  <a:moveTo>
                    <a:pt x="869867" y="1380722"/>
                  </a:moveTo>
                  <a:lnTo>
                    <a:pt x="883835" y="1377027"/>
                  </a:lnTo>
                  <a:lnTo>
                    <a:pt x="885597" y="1370735"/>
                  </a:lnTo>
                  <a:close/>
                  <a:moveTo>
                    <a:pt x="727762" y="1240219"/>
                  </a:moveTo>
                  <a:lnTo>
                    <a:pt x="775387" y="1267661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27762" y="1240219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63873" y="1216125"/>
                  </a:lnTo>
                  <a:lnTo>
                    <a:pt x="768996" y="1164588"/>
                  </a:lnTo>
                  <a:close/>
                  <a:moveTo>
                    <a:pt x="356169" y="700759"/>
                  </a:moveTo>
                  <a:lnTo>
                    <a:pt x="317708" y="710103"/>
                  </a:lnTo>
                  <a:lnTo>
                    <a:pt x="327521" y="764868"/>
                  </a:lnTo>
                  <a:close/>
                  <a:moveTo>
                    <a:pt x="372095" y="686453"/>
                  </a:moveTo>
                  <a:lnTo>
                    <a:pt x="317708" y="710103"/>
                  </a:lnTo>
                  <a:lnTo>
                    <a:pt x="356169" y="700759"/>
                  </a:lnTo>
                  <a:close/>
                  <a:moveTo>
                    <a:pt x="0" y="364096"/>
                  </a:moveTo>
                  <a:lnTo>
                    <a:pt x="7265" y="415633"/>
                  </a:lnTo>
                  <a:lnTo>
                    <a:pt x="31538" y="340003"/>
                  </a:lnTo>
                  <a:close/>
                  <a:moveTo>
                    <a:pt x="39304" y="315588"/>
                  </a:moveTo>
                  <a:lnTo>
                    <a:pt x="0" y="364096"/>
                  </a:lnTo>
                  <a:lnTo>
                    <a:pt x="31538" y="340003"/>
                  </a:lnTo>
                  <a:close/>
                  <a:moveTo>
                    <a:pt x="1148671" y="1576881"/>
                  </a:moveTo>
                  <a:lnTo>
                    <a:pt x="1148280" y="1620020"/>
                  </a:lnTo>
                  <a:lnTo>
                    <a:pt x="1208634" y="1583113"/>
                  </a:lnTo>
                  <a:close/>
                  <a:moveTo>
                    <a:pt x="1208634" y="1583113"/>
                  </a:moveTo>
                  <a:lnTo>
                    <a:pt x="1148280" y="1620020"/>
                  </a:lnTo>
                  <a:lnTo>
                    <a:pt x="1162389" y="1584886"/>
                  </a:lnTo>
                  <a:close/>
                  <a:moveTo>
                    <a:pt x="1208634" y="1583113"/>
                  </a:moveTo>
                  <a:lnTo>
                    <a:pt x="1190013" y="1561332"/>
                  </a:lnTo>
                  <a:lnTo>
                    <a:pt x="1148671" y="1576881"/>
                  </a:lnTo>
                  <a:close/>
                  <a:moveTo>
                    <a:pt x="1190013" y="1561332"/>
                  </a:moveTo>
                  <a:lnTo>
                    <a:pt x="1208634" y="1583113"/>
                  </a:lnTo>
                  <a:lnTo>
                    <a:pt x="1216110" y="1552787"/>
                  </a:lnTo>
                  <a:close/>
                  <a:moveTo>
                    <a:pt x="768996" y="1164588"/>
                  </a:moveTo>
                  <a:lnTo>
                    <a:pt x="813372" y="1200441"/>
                  </a:lnTo>
                  <a:lnTo>
                    <a:pt x="786817" y="1159287"/>
                  </a:lnTo>
                  <a:close/>
                  <a:moveTo>
                    <a:pt x="768996" y="1164588"/>
                  </a:moveTo>
                  <a:lnTo>
                    <a:pt x="763873" y="1216125"/>
                  </a:lnTo>
                  <a:lnTo>
                    <a:pt x="813372" y="1200441"/>
                  </a:lnTo>
                  <a:close/>
                  <a:moveTo>
                    <a:pt x="634033" y="967090"/>
                  </a:moveTo>
                  <a:lnTo>
                    <a:pt x="662831" y="939862"/>
                  </a:lnTo>
                  <a:lnTo>
                    <a:pt x="633959" y="958442"/>
                  </a:lnTo>
                  <a:close/>
                  <a:moveTo>
                    <a:pt x="662831" y="939862"/>
                  </a:moveTo>
                  <a:lnTo>
                    <a:pt x="666574" y="934348"/>
                  </a:lnTo>
                  <a:lnTo>
                    <a:pt x="633959" y="958442"/>
                  </a:lnTo>
                  <a:close/>
                  <a:moveTo>
                    <a:pt x="639588" y="906905"/>
                  </a:moveTo>
                  <a:lnTo>
                    <a:pt x="633959" y="958442"/>
                  </a:lnTo>
                  <a:lnTo>
                    <a:pt x="666574" y="934348"/>
                  </a:lnTo>
                  <a:close/>
                  <a:moveTo>
                    <a:pt x="639588" y="906905"/>
                  </a:moveTo>
                  <a:lnTo>
                    <a:pt x="666574" y="934348"/>
                  </a:lnTo>
                  <a:lnTo>
                    <a:pt x="675107" y="882811"/>
                  </a:lnTo>
                  <a:close/>
                  <a:moveTo>
                    <a:pt x="356169" y="700759"/>
                  </a:moveTo>
                  <a:lnTo>
                    <a:pt x="406998" y="738237"/>
                  </a:lnTo>
                  <a:lnTo>
                    <a:pt x="382053" y="695774"/>
                  </a:lnTo>
                  <a:close/>
                  <a:moveTo>
                    <a:pt x="459659" y="733407"/>
                  </a:moveTo>
                  <a:lnTo>
                    <a:pt x="448518" y="676665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56169" y="700759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82053" y="695774"/>
                  </a:lnTo>
                  <a:lnTo>
                    <a:pt x="382004" y="649222"/>
                  </a:lnTo>
                  <a:close/>
                  <a:moveTo>
                    <a:pt x="382004" y="649222"/>
                  </a:moveTo>
                  <a:lnTo>
                    <a:pt x="382053" y="695774"/>
                  </a:lnTo>
                  <a:lnTo>
                    <a:pt x="448518" y="676665"/>
                  </a:lnTo>
                  <a:close/>
                  <a:moveTo>
                    <a:pt x="382004" y="649222"/>
                  </a:moveTo>
                  <a:lnTo>
                    <a:pt x="448518" y="676665"/>
                  </a:lnTo>
                  <a:lnTo>
                    <a:pt x="435908" y="625128"/>
                  </a:lnTo>
                  <a:close/>
                  <a:moveTo>
                    <a:pt x="437510" y="621452"/>
                  </a:moveTo>
                  <a:lnTo>
                    <a:pt x="382004" y="649222"/>
                  </a:lnTo>
                  <a:lnTo>
                    <a:pt x="435908" y="625128"/>
                  </a:lnTo>
                  <a:close/>
                  <a:moveTo>
                    <a:pt x="1208634" y="1583113"/>
                  </a:moveTo>
                  <a:lnTo>
                    <a:pt x="1235705" y="1586928"/>
                  </a:lnTo>
                  <a:lnTo>
                    <a:pt x="1216110" y="1552787"/>
                  </a:lnTo>
                  <a:close/>
                  <a:moveTo>
                    <a:pt x="1216110" y="1552787"/>
                  </a:moveTo>
                  <a:lnTo>
                    <a:pt x="1235705" y="1586928"/>
                  </a:lnTo>
                  <a:lnTo>
                    <a:pt x="1274267" y="1580230"/>
                  </a:lnTo>
                  <a:close/>
                  <a:moveTo>
                    <a:pt x="1216110" y="1552787"/>
                  </a:moveTo>
                  <a:lnTo>
                    <a:pt x="1274267" y="1580230"/>
                  </a:lnTo>
                  <a:lnTo>
                    <a:pt x="1275595" y="1528693"/>
                  </a:lnTo>
                  <a:close/>
                  <a:moveTo>
                    <a:pt x="1117278" y="1394253"/>
                  </a:moveTo>
                  <a:lnTo>
                    <a:pt x="1122285" y="1434945"/>
                  </a:lnTo>
                  <a:lnTo>
                    <a:pt x="1180170" y="1374083"/>
                  </a:lnTo>
                  <a:close/>
                  <a:moveTo>
                    <a:pt x="1180170" y="1374083"/>
                  </a:moveTo>
                  <a:lnTo>
                    <a:pt x="1122285" y="1434945"/>
                  </a:lnTo>
                  <a:lnTo>
                    <a:pt x="1130574" y="1449714"/>
                  </a:lnTo>
                  <a:close/>
                  <a:moveTo>
                    <a:pt x="1180170" y="1374083"/>
                  </a:moveTo>
                  <a:lnTo>
                    <a:pt x="1130574" y="1449714"/>
                  </a:lnTo>
                  <a:lnTo>
                    <a:pt x="1188370" y="1425620"/>
                  </a:lnTo>
                  <a:close/>
                  <a:moveTo>
                    <a:pt x="1100324" y="1398177"/>
                  </a:moveTo>
                  <a:lnTo>
                    <a:pt x="1122285" y="1434945"/>
                  </a:lnTo>
                  <a:lnTo>
                    <a:pt x="1117278" y="1394253"/>
                  </a:lnTo>
                  <a:close/>
                  <a:moveTo>
                    <a:pt x="448518" y="676665"/>
                  </a:moveTo>
                  <a:lnTo>
                    <a:pt x="454789" y="674623"/>
                  </a:lnTo>
                  <a:lnTo>
                    <a:pt x="435908" y="625128"/>
                  </a:lnTo>
                  <a:close/>
                  <a:moveTo>
                    <a:pt x="1275595" y="1528693"/>
                  </a:moveTo>
                  <a:lnTo>
                    <a:pt x="1299619" y="1510206"/>
                  </a:lnTo>
                  <a:lnTo>
                    <a:pt x="1285545" y="1453063"/>
                  </a:lnTo>
                  <a:close/>
                  <a:moveTo>
                    <a:pt x="1213923" y="1416407"/>
                  </a:moveTo>
                  <a:lnTo>
                    <a:pt x="1210609" y="1455597"/>
                  </a:lnTo>
                  <a:lnTo>
                    <a:pt x="1261098" y="1401526"/>
                  </a:lnTo>
                  <a:close/>
                  <a:moveTo>
                    <a:pt x="1188370" y="1425620"/>
                  </a:moveTo>
                  <a:lnTo>
                    <a:pt x="1210609" y="1455597"/>
                  </a:lnTo>
                  <a:lnTo>
                    <a:pt x="1213923" y="1416407"/>
                  </a:lnTo>
                  <a:close/>
                  <a:moveTo>
                    <a:pt x="1180170" y="1374083"/>
                  </a:moveTo>
                  <a:lnTo>
                    <a:pt x="1213923" y="1416407"/>
                  </a:lnTo>
                  <a:lnTo>
                    <a:pt x="1194947" y="1369092"/>
                  </a:lnTo>
                  <a:close/>
                  <a:moveTo>
                    <a:pt x="1180170" y="1374083"/>
                  </a:moveTo>
                  <a:lnTo>
                    <a:pt x="1188370" y="1425620"/>
                  </a:lnTo>
                  <a:lnTo>
                    <a:pt x="1213923" y="1416407"/>
                  </a:lnTo>
                  <a:close/>
                  <a:moveTo>
                    <a:pt x="1261098" y="1401526"/>
                  </a:moveTo>
                  <a:lnTo>
                    <a:pt x="1253003" y="1349989"/>
                  </a:lnTo>
                  <a:lnTo>
                    <a:pt x="1213923" y="1416407"/>
                  </a:lnTo>
                  <a:close/>
                  <a:moveTo>
                    <a:pt x="1253003" y="1349989"/>
                  </a:moveTo>
                  <a:lnTo>
                    <a:pt x="1194947" y="1369092"/>
                  </a:lnTo>
                  <a:lnTo>
                    <a:pt x="1213923" y="1416407"/>
                  </a:lnTo>
                  <a:close/>
                  <a:moveTo>
                    <a:pt x="1160380" y="1322547"/>
                  </a:moveTo>
                  <a:lnTo>
                    <a:pt x="1194947" y="1369092"/>
                  </a:lnTo>
                  <a:lnTo>
                    <a:pt x="1186237" y="1313430"/>
                  </a:lnTo>
                  <a:close/>
                  <a:moveTo>
                    <a:pt x="1160380" y="1322547"/>
                  </a:moveTo>
                  <a:lnTo>
                    <a:pt x="1180170" y="1374083"/>
                  </a:lnTo>
                  <a:lnTo>
                    <a:pt x="1194947" y="1369092"/>
                  </a:lnTo>
                  <a:close/>
                  <a:moveTo>
                    <a:pt x="1253003" y="1349989"/>
                  </a:moveTo>
                  <a:lnTo>
                    <a:pt x="1254701" y="1310876"/>
                  </a:lnTo>
                  <a:lnTo>
                    <a:pt x="1194947" y="1369092"/>
                  </a:lnTo>
                  <a:close/>
                  <a:moveTo>
                    <a:pt x="1261098" y="1401526"/>
                  </a:moveTo>
                  <a:lnTo>
                    <a:pt x="1297680" y="1449040"/>
                  </a:lnTo>
                  <a:lnTo>
                    <a:pt x="1290672" y="1391993"/>
                  </a:lnTo>
                  <a:close/>
                  <a:moveTo>
                    <a:pt x="1261098" y="1401526"/>
                  </a:moveTo>
                  <a:lnTo>
                    <a:pt x="1285545" y="1453063"/>
                  </a:lnTo>
                  <a:lnTo>
                    <a:pt x="1297680" y="1449040"/>
                  </a:lnTo>
                  <a:close/>
                  <a:moveTo>
                    <a:pt x="1253003" y="1349989"/>
                  </a:moveTo>
                  <a:lnTo>
                    <a:pt x="1290672" y="1391993"/>
                  </a:lnTo>
                  <a:lnTo>
                    <a:pt x="1272667" y="1343889"/>
                  </a:lnTo>
                  <a:close/>
                  <a:moveTo>
                    <a:pt x="1253003" y="1349989"/>
                  </a:moveTo>
                  <a:lnTo>
                    <a:pt x="1261098" y="1401526"/>
                  </a:lnTo>
                  <a:lnTo>
                    <a:pt x="1290672" y="1391993"/>
                  </a:lnTo>
                  <a:close/>
                  <a:moveTo>
                    <a:pt x="1254701" y="1310876"/>
                  </a:moveTo>
                  <a:lnTo>
                    <a:pt x="1253003" y="1349989"/>
                  </a:lnTo>
                  <a:lnTo>
                    <a:pt x="1272667" y="1343889"/>
                  </a:lnTo>
                  <a:close/>
                  <a:moveTo>
                    <a:pt x="921556" y="668883"/>
                  </a:moveTo>
                  <a:lnTo>
                    <a:pt x="862209" y="707456"/>
                  </a:lnTo>
                  <a:lnTo>
                    <a:pt x="909424" y="683362"/>
                  </a:lnTo>
                  <a:close/>
                  <a:moveTo>
                    <a:pt x="722044" y="581872"/>
                  </a:moveTo>
                  <a:lnTo>
                    <a:pt x="715634" y="604383"/>
                  </a:lnTo>
                  <a:lnTo>
                    <a:pt x="746245" y="589603"/>
                  </a:lnTo>
                  <a:close/>
                  <a:moveTo>
                    <a:pt x="648896" y="379792"/>
                  </a:moveTo>
                  <a:lnTo>
                    <a:pt x="593732" y="398237"/>
                  </a:lnTo>
                  <a:lnTo>
                    <a:pt x="657455" y="380161"/>
                  </a:lnTo>
                  <a:close/>
                  <a:moveTo>
                    <a:pt x="648896" y="379792"/>
                  </a:moveTo>
                  <a:lnTo>
                    <a:pt x="657455" y="380161"/>
                  </a:lnTo>
                  <a:lnTo>
                    <a:pt x="662878" y="374143"/>
                  </a:lnTo>
                  <a:close/>
                  <a:moveTo>
                    <a:pt x="506160" y="163847"/>
                  </a:moveTo>
                  <a:lnTo>
                    <a:pt x="451303" y="175514"/>
                  </a:lnTo>
                  <a:lnTo>
                    <a:pt x="502126" y="167996"/>
                  </a:lnTo>
                  <a:close/>
                  <a:moveTo>
                    <a:pt x="422050" y="158952"/>
                  </a:moveTo>
                  <a:lnTo>
                    <a:pt x="451303" y="175514"/>
                  </a:lnTo>
                  <a:lnTo>
                    <a:pt x="506160" y="163847"/>
                  </a:lnTo>
                  <a:close/>
                  <a:moveTo>
                    <a:pt x="451303" y="175514"/>
                  </a:moveTo>
                  <a:lnTo>
                    <a:pt x="472324" y="212017"/>
                  </a:lnTo>
                  <a:lnTo>
                    <a:pt x="502126" y="167996"/>
                  </a:lnTo>
                  <a:close/>
                  <a:moveTo>
                    <a:pt x="1125315" y="823032"/>
                  </a:moveTo>
                  <a:lnTo>
                    <a:pt x="1056036" y="822331"/>
                  </a:lnTo>
                  <a:lnTo>
                    <a:pt x="1068882" y="837972"/>
                  </a:lnTo>
                  <a:close/>
                  <a:moveTo>
                    <a:pt x="1028691" y="786435"/>
                  </a:moveTo>
                  <a:lnTo>
                    <a:pt x="1056036" y="822331"/>
                  </a:lnTo>
                  <a:lnTo>
                    <a:pt x="1056026" y="778638"/>
                  </a:lnTo>
                  <a:close/>
                  <a:moveTo>
                    <a:pt x="921556" y="668883"/>
                  </a:moveTo>
                  <a:lnTo>
                    <a:pt x="909424" y="683362"/>
                  </a:lnTo>
                  <a:lnTo>
                    <a:pt x="935970" y="674792"/>
                  </a:lnTo>
                  <a:close/>
                  <a:moveTo>
                    <a:pt x="694355" y="405578"/>
                  </a:moveTo>
                  <a:lnTo>
                    <a:pt x="662878" y="374143"/>
                  </a:lnTo>
                  <a:lnTo>
                    <a:pt x="657455" y="380161"/>
                  </a:lnTo>
                  <a:close/>
                  <a:moveTo>
                    <a:pt x="510067" y="165722"/>
                  </a:moveTo>
                  <a:lnTo>
                    <a:pt x="502126" y="167996"/>
                  </a:lnTo>
                  <a:lnTo>
                    <a:pt x="476261" y="217967"/>
                  </a:lnTo>
                  <a:close/>
                  <a:moveTo>
                    <a:pt x="506160" y="163847"/>
                  </a:moveTo>
                  <a:lnTo>
                    <a:pt x="502126" y="167996"/>
                  </a:lnTo>
                  <a:lnTo>
                    <a:pt x="510067" y="165722"/>
                  </a:lnTo>
                  <a:close/>
                  <a:moveTo>
                    <a:pt x="506160" y="163847"/>
                  </a:moveTo>
                  <a:lnTo>
                    <a:pt x="510067" y="165722"/>
                  </a:lnTo>
                  <a:lnTo>
                    <a:pt x="516424" y="116460"/>
                  </a:lnTo>
                  <a:close/>
                  <a:moveTo>
                    <a:pt x="516424" y="116460"/>
                  </a:moveTo>
                  <a:lnTo>
                    <a:pt x="510067" y="165722"/>
                  </a:lnTo>
                  <a:lnTo>
                    <a:pt x="572068" y="143903"/>
                  </a:lnTo>
                  <a:close/>
                  <a:moveTo>
                    <a:pt x="516424" y="116460"/>
                  </a:moveTo>
                  <a:lnTo>
                    <a:pt x="572068" y="143903"/>
                  </a:lnTo>
                  <a:lnTo>
                    <a:pt x="546343" y="92366"/>
                  </a:lnTo>
                  <a:close/>
                  <a:moveTo>
                    <a:pt x="561982" y="62982"/>
                  </a:moveTo>
                  <a:lnTo>
                    <a:pt x="516424" y="116460"/>
                  </a:lnTo>
                  <a:lnTo>
                    <a:pt x="546343" y="92366"/>
                  </a:lnTo>
                  <a:close/>
                  <a:moveTo>
                    <a:pt x="546343" y="92366"/>
                  </a:moveTo>
                  <a:lnTo>
                    <a:pt x="572068" y="143903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46343" y="92366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61982" y="62982"/>
                  </a:lnTo>
                  <a:lnTo>
                    <a:pt x="546343" y="92366"/>
                  </a:lnTo>
                  <a:close/>
                  <a:moveTo>
                    <a:pt x="941783" y="339810"/>
                  </a:moveTo>
                  <a:lnTo>
                    <a:pt x="884478" y="377492"/>
                  </a:lnTo>
                  <a:lnTo>
                    <a:pt x="931066" y="353398"/>
                  </a:lnTo>
                  <a:close/>
                  <a:moveTo>
                    <a:pt x="588115" y="25790"/>
                  </a:moveTo>
                  <a:lnTo>
                    <a:pt x="617298" y="0"/>
                  </a:lnTo>
                  <a:lnTo>
                    <a:pt x="590252" y="16735"/>
                  </a:lnTo>
                  <a:close/>
                  <a:moveTo>
                    <a:pt x="941783" y="339810"/>
                  </a:moveTo>
                  <a:lnTo>
                    <a:pt x="953900" y="346501"/>
                  </a:lnTo>
                  <a:lnTo>
                    <a:pt x="1012347" y="294061"/>
                  </a:lnTo>
                  <a:close/>
                  <a:moveTo>
                    <a:pt x="1077032" y="226332"/>
                  </a:moveTo>
                  <a:lnTo>
                    <a:pt x="1042130" y="230737"/>
                  </a:lnTo>
                  <a:lnTo>
                    <a:pt x="1024045" y="277767"/>
                  </a:lnTo>
                  <a:close/>
                  <a:moveTo>
                    <a:pt x="1042130" y="230737"/>
                  </a:moveTo>
                  <a:lnTo>
                    <a:pt x="1077032" y="226332"/>
                  </a:lnTo>
                  <a:lnTo>
                    <a:pt x="1044230" y="22623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70" name="Output_density__4269">
              <a:extLst>
                <a:ext uri="{FF2B5EF4-FFF2-40B4-BE49-F238E27FC236}">
                  <a16:creationId xmlns:a16="http://schemas.microsoft.com/office/drawing/2014/main" id="{EFD3EE8B-7198-BA44-A93F-FEA338F30194}"/>
                </a:ext>
              </a:extLst>
            </p:cNvPr>
            <p:cNvSpPr>
              <a:spLocks noGrp="1"/>
            </p:cNvSpPr>
            <p:nvPr/>
          </p:nvSpPr>
          <p:spPr>
            <a:xfrm>
              <a:off x="15422272" y="2278621"/>
              <a:ext cx="1299693" cy="1868046"/>
            </a:xfrm>
            <a:custGeom>
              <a:avLst/>
              <a:gdLst/>
              <a:ahLst/>
              <a:cxnLst/>
              <a:rect l="0" t="0" r="0" b="0"/>
              <a:pathLst>
                <a:path w="1299693" h="1868046">
                  <a:moveTo>
                    <a:pt x="28824" y="1594807"/>
                  </a:moveTo>
                  <a:lnTo>
                    <a:pt x="48312" y="1640854"/>
                  </a:lnTo>
                  <a:lnTo>
                    <a:pt x="81227" y="1629020"/>
                  </a:lnTo>
                  <a:close/>
                  <a:moveTo>
                    <a:pt x="28824" y="1594807"/>
                  </a:moveTo>
                  <a:lnTo>
                    <a:pt x="0" y="1618901"/>
                  </a:lnTo>
                  <a:lnTo>
                    <a:pt x="48312" y="1640854"/>
                  </a:lnTo>
                  <a:close/>
                  <a:moveTo>
                    <a:pt x="126270" y="1622750"/>
                  </a:moveTo>
                  <a:lnTo>
                    <a:pt x="151390" y="1581772"/>
                  </a:lnTo>
                  <a:lnTo>
                    <a:pt x="81227" y="1629020"/>
                  </a:lnTo>
                  <a:close/>
                  <a:moveTo>
                    <a:pt x="151390" y="1581772"/>
                  </a:moveTo>
                  <a:lnTo>
                    <a:pt x="126270" y="1622750"/>
                  </a:lnTo>
                  <a:lnTo>
                    <a:pt x="197198" y="1578361"/>
                  </a:lnTo>
                  <a:close/>
                  <a:moveTo>
                    <a:pt x="250893" y="1563379"/>
                  </a:moveTo>
                  <a:lnTo>
                    <a:pt x="197198" y="1578361"/>
                  </a:lnTo>
                  <a:lnTo>
                    <a:pt x="245149" y="1582966"/>
                  </a:lnTo>
                  <a:close/>
                  <a:moveTo>
                    <a:pt x="250893" y="1563379"/>
                  </a:moveTo>
                  <a:lnTo>
                    <a:pt x="201240" y="1565763"/>
                  </a:lnTo>
                  <a:lnTo>
                    <a:pt x="197198" y="1578361"/>
                  </a:lnTo>
                  <a:close/>
                  <a:moveTo>
                    <a:pt x="201240" y="1565763"/>
                  </a:moveTo>
                  <a:lnTo>
                    <a:pt x="250893" y="1563379"/>
                  </a:lnTo>
                  <a:lnTo>
                    <a:pt x="215872" y="1513282"/>
                  </a:lnTo>
                  <a:close/>
                  <a:moveTo>
                    <a:pt x="681097" y="1807651"/>
                  </a:moveTo>
                  <a:lnTo>
                    <a:pt x="663208" y="1828161"/>
                  </a:lnTo>
                  <a:lnTo>
                    <a:pt x="669316" y="1827559"/>
                  </a:lnTo>
                  <a:close/>
                  <a:moveTo>
                    <a:pt x="872151" y="1815533"/>
                  </a:moveTo>
                  <a:lnTo>
                    <a:pt x="886848" y="1835094"/>
                  </a:lnTo>
                  <a:lnTo>
                    <a:pt x="882626" y="1830831"/>
                  </a:lnTo>
                  <a:close/>
                  <a:moveTo>
                    <a:pt x="872151" y="1815533"/>
                  </a:moveTo>
                  <a:lnTo>
                    <a:pt x="852940" y="1783484"/>
                  </a:lnTo>
                  <a:lnTo>
                    <a:pt x="829738" y="1831634"/>
                  </a:lnTo>
                  <a:close/>
                  <a:moveTo>
                    <a:pt x="444748" y="1244097"/>
                  </a:moveTo>
                  <a:lnTo>
                    <a:pt x="435662" y="1271410"/>
                  </a:lnTo>
                  <a:lnTo>
                    <a:pt x="460957" y="1255576"/>
                  </a:lnTo>
                  <a:close/>
                  <a:moveTo>
                    <a:pt x="460957" y="1255576"/>
                  </a:moveTo>
                  <a:lnTo>
                    <a:pt x="435662" y="1271410"/>
                  </a:lnTo>
                  <a:lnTo>
                    <a:pt x="437396" y="1299491"/>
                  </a:lnTo>
                  <a:close/>
                  <a:moveTo>
                    <a:pt x="460957" y="1255576"/>
                  </a:moveTo>
                  <a:lnTo>
                    <a:pt x="437396" y="1299491"/>
                  </a:lnTo>
                  <a:lnTo>
                    <a:pt x="470518" y="1310545"/>
                  </a:lnTo>
                  <a:close/>
                  <a:moveTo>
                    <a:pt x="444748" y="1244097"/>
                  </a:moveTo>
                  <a:lnTo>
                    <a:pt x="460957" y="1255576"/>
                  </a:lnTo>
                  <a:lnTo>
                    <a:pt x="434029" y="1192560"/>
                  </a:lnTo>
                  <a:close/>
                  <a:moveTo>
                    <a:pt x="899117" y="1862536"/>
                  </a:moveTo>
                  <a:lnTo>
                    <a:pt x="882626" y="1830831"/>
                  </a:lnTo>
                  <a:lnTo>
                    <a:pt x="914026" y="1868046"/>
                  </a:lnTo>
                  <a:close/>
                  <a:moveTo>
                    <a:pt x="418105" y="1070868"/>
                  </a:moveTo>
                  <a:lnTo>
                    <a:pt x="442555" y="1122505"/>
                  </a:lnTo>
                  <a:lnTo>
                    <a:pt x="452722" y="1074042"/>
                  </a:lnTo>
                  <a:close/>
                  <a:moveTo>
                    <a:pt x="419348" y="1125935"/>
                  </a:moveTo>
                  <a:lnTo>
                    <a:pt x="442555" y="1122505"/>
                  </a:lnTo>
                  <a:lnTo>
                    <a:pt x="418105" y="1070868"/>
                  </a:lnTo>
                  <a:close/>
                  <a:moveTo>
                    <a:pt x="328346" y="1036450"/>
                  </a:moveTo>
                  <a:lnTo>
                    <a:pt x="294010" y="963640"/>
                  </a:lnTo>
                  <a:lnTo>
                    <a:pt x="296560" y="1024309"/>
                  </a:lnTo>
                  <a:close/>
                  <a:moveTo>
                    <a:pt x="165827" y="826350"/>
                  </a:moveTo>
                  <a:lnTo>
                    <a:pt x="184720" y="857212"/>
                  </a:lnTo>
                  <a:lnTo>
                    <a:pt x="220675" y="856741"/>
                  </a:lnTo>
                  <a:close/>
                  <a:moveTo>
                    <a:pt x="673280" y="1374613"/>
                  </a:moveTo>
                  <a:lnTo>
                    <a:pt x="672403" y="1385849"/>
                  </a:lnTo>
                  <a:lnTo>
                    <a:pt x="697744" y="1417685"/>
                  </a:lnTo>
                  <a:close/>
                  <a:moveTo>
                    <a:pt x="673280" y="1374613"/>
                  </a:moveTo>
                  <a:lnTo>
                    <a:pt x="649575" y="1341665"/>
                  </a:lnTo>
                  <a:lnTo>
                    <a:pt x="672403" y="1385849"/>
                  </a:lnTo>
                  <a:close/>
                  <a:moveTo>
                    <a:pt x="1003285" y="1726449"/>
                  </a:moveTo>
                  <a:lnTo>
                    <a:pt x="998394" y="1786906"/>
                  </a:lnTo>
                  <a:lnTo>
                    <a:pt x="1021509" y="1754806"/>
                  </a:lnTo>
                  <a:close/>
                  <a:moveTo>
                    <a:pt x="1003285" y="1726449"/>
                  </a:moveTo>
                  <a:lnTo>
                    <a:pt x="1021509" y="1754806"/>
                  </a:lnTo>
                  <a:lnTo>
                    <a:pt x="1048752" y="1721763"/>
                  </a:lnTo>
                  <a:close/>
                  <a:moveTo>
                    <a:pt x="102519" y="589651"/>
                  </a:moveTo>
                  <a:lnTo>
                    <a:pt x="171070" y="536377"/>
                  </a:lnTo>
                  <a:lnTo>
                    <a:pt x="130556" y="559577"/>
                  </a:lnTo>
                  <a:close/>
                  <a:moveTo>
                    <a:pt x="1071625" y="1672383"/>
                  </a:moveTo>
                  <a:lnTo>
                    <a:pt x="1083138" y="1675650"/>
                  </a:lnTo>
                  <a:lnTo>
                    <a:pt x="1119414" y="1676379"/>
                  </a:lnTo>
                  <a:close/>
                  <a:moveTo>
                    <a:pt x="840504" y="1332288"/>
                  </a:moveTo>
                  <a:lnTo>
                    <a:pt x="866474" y="1342019"/>
                  </a:lnTo>
                  <a:lnTo>
                    <a:pt x="898023" y="1372666"/>
                  </a:lnTo>
                  <a:close/>
                  <a:moveTo>
                    <a:pt x="835015" y="1329613"/>
                  </a:moveTo>
                  <a:lnTo>
                    <a:pt x="866474" y="1342019"/>
                  </a:lnTo>
                  <a:lnTo>
                    <a:pt x="840504" y="1332288"/>
                  </a:lnTo>
                  <a:close/>
                  <a:moveTo>
                    <a:pt x="349475" y="719151"/>
                  </a:moveTo>
                  <a:lnTo>
                    <a:pt x="374197" y="771804"/>
                  </a:lnTo>
                  <a:lnTo>
                    <a:pt x="392458" y="708596"/>
                  </a:lnTo>
                  <a:close/>
                  <a:moveTo>
                    <a:pt x="143575" y="508033"/>
                  </a:moveTo>
                  <a:lnTo>
                    <a:pt x="130556" y="559577"/>
                  </a:lnTo>
                  <a:lnTo>
                    <a:pt x="192651" y="506118"/>
                  </a:lnTo>
                  <a:close/>
                  <a:moveTo>
                    <a:pt x="171070" y="536377"/>
                  </a:moveTo>
                  <a:lnTo>
                    <a:pt x="242153" y="501840"/>
                  </a:lnTo>
                  <a:lnTo>
                    <a:pt x="192651" y="506118"/>
                  </a:lnTo>
                  <a:close/>
                  <a:moveTo>
                    <a:pt x="192651" y="506118"/>
                  </a:moveTo>
                  <a:lnTo>
                    <a:pt x="242153" y="501840"/>
                  </a:lnTo>
                  <a:lnTo>
                    <a:pt x="197495" y="500276"/>
                  </a:lnTo>
                  <a:close/>
                  <a:moveTo>
                    <a:pt x="1188110" y="1623648"/>
                  </a:moveTo>
                  <a:lnTo>
                    <a:pt x="1216247" y="1624028"/>
                  </a:lnTo>
                  <a:lnTo>
                    <a:pt x="1198860" y="1611551"/>
                  </a:lnTo>
                  <a:close/>
                  <a:moveTo>
                    <a:pt x="1203981" y="1643208"/>
                  </a:moveTo>
                  <a:lnTo>
                    <a:pt x="1216247" y="1624028"/>
                  </a:lnTo>
                  <a:lnTo>
                    <a:pt x="1188110" y="1623648"/>
                  </a:lnTo>
                  <a:close/>
                  <a:moveTo>
                    <a:pt x="363612" y="637108"/>
                  </a:moveTo>
                  <a:lnTo>
                    <a:pt x="392671" y="705976"/>
                  </a:lnTo>
                  <a:lnTo>
                    <a:pt x="407267" y="633814"/>
                  </a:lnTo>
                  <a:close/>
                  <a:moveTo>
                    <a:pt x="396061" y="632355"/>
                  </a:moveTo>
                  <a:lnTo>
                    <a:pt x="407267" y="633814"/>
                  </a:lnTo>
                  <a:lnTo>
                    <a:pt x="408575" y="630535"/>
                  </a:lnTo>
                  <a:close/>
                  <a:moveTo>
                    <a:pt x="392671" y="705976"/>
                  </a:moveTo>
                  <a:lnTo>
                    <a:pt x="412989" y="632355"/>
                  </a:lnTo>
                  <a:lnTo>
                    <a:pt x="407267" y="633814"/>
                  </a:lnTo>
                  <a:close/>
                  <a:moveTo>
                    <a:pt x="461105" y="652264"/>
                  </a:moveTo>
                  <a:lnTo>
                    <a:pt x="412989" y="632355"/>
                  </a:lnTo>
                  <a:lnTo>
                    <a:pt x="392671" y="705976"/>
                  </a:lnTo>
                  <a:close/>
                  <a:moveTo>
                    <a:pt x="407267" y="633814"/>
                  </a:moveTo>
                  <a:lnTo>
                    <a:pt x="412989" y="632355"/>
                  </a:lnTo>
                  <a:lnTo>
                    <a:pt x="408575" y="630535"/>
                  </a:lnTo>
                  <a:close/>
                  <a:moveTo>
                    <a:pt x="242153" y="501840"/>
                  </a:moveTo>
                  <a:lnTo>
                    <a:pt x="244779" y="501720"/>
                  </a:lnTo>
                  <a:lnTo>
                    <a:pt x="197495" y="500276"/>
                  </a:lnTo>
                  <a:close/>
                  <a:moveTo>
                    <a:pt x="197495" y="500276"/>
                  </a:moveTo>
                  <a:lnTo>
                    <a:pt x="244779" y="501720"/>
                  </a:lnTo>
                  <a:lnTo>
                    <a:pt x="267265" y="451556"/>
                  </a:lnTo>
                  <a:close/>
                  <a:moveTo>
                    <a:pt x="244779" y="501720"/>
                  </a:moveTo>
                  <a:lnTo>
                    <a:pt x="244854" y="501840"/>
                  </a:lnTo>
                  <a:lnTo>
                    <a:pt x="267265" y="451556"/>
                  </a:lnTo>
                  <a:close/>
                  <a:moveTo>
                    <a:pt x="146737" y="485179"/>
                  </a:moveTo>
                  <a:lnTo>
                    <a:pt x="197495" y="500276"/>
                  </a:lnTo>
                  <a:lnTo>
                    <a:pt x="223169" y="461367"/>
                  </a:lnTo>
                  <a:close/>
                  <a:moveTo>
                    <a:pt x="461105" y="652264"/>
                  </a:moveTo>
                  <a:lnTo>
                    <a:pt x="471119" y="619885"/>
                  </a:lnTo>
                  <a:lnTo>
                    <a:pt x="412989" y="632355"/>
                  </a:lnTo>
                  <a:close/>
                  <a:moveTo>
                    <a:pt x="408575" y="630535"/>
                  </a:moveTo>
                  <a:lnTo>
                    <a:pt x="412989" y="632355"/>
                  </a:lnTo>
                  <a:lnTo>
                    <a:pt x="482775" y="598385"/>
                  </a:lnTo>
                  <a:close/>
                  <a:moveTo>
                    <a:pt x="1267356" y="1519734"/>
                  </a:moveTo>
                  <a:lnTo>
                    <a:pt x="1264057" y="1585160"/>
                  </a:lnTo>
                  <a:lnTo>
                    <a:pt x="1299693" y="1531427"/>
                  </a:lnTo>
                  <a:close/>
                  <a:moveTo>
                    <a:pt x="1267356" y="1519734"/>
                  </a:moveTo>
                  <a:lnTo>
                    <a:pt x="1299693" y="1531427"/>
                  </a:lnTo>
                  <a:lnTo>
                    <a:pt x="1280526" y="1484267"/>
                  </a:lnTo>
                  <a:close/>
                  <a:moveTo>
                    <a:pt x="1049289" y="1081130"/>
                  </a:moveTo>
                  <a:lnTo>
                    <a:pt x="1045525" y="1146932"/>
                  </a:lnTo>
                  <a:lnTo>
                    <a:pt x="1082356" y="1092229"/>
                  </a:lnTo>
                  <a:close/>
                  <a:moveTo>
                    <a:pt x="1062109" y="1045946"/>
                  </a:moveTo>
                  <a:lnTo>
                    <a:pt x="1044012" y="1029542"/>
                  </a:lnTo>
                  <a:lnTo>
                    <a:pt x="1049289" y="1081130"/>
                  </a:lnTo>
                  <a:close/>
                  <a:moveTo>
                    <a:pt x="1062109" y="1045946"/>
                  </a:moveTo>
                  <a:lnTo>
                    <a:pt x="1049289" y="1081130"/>
                  </a:lnTo>
                  <a:lnTo>
                    <a:pt x="1082356" y="1092229"/>
                  </a:lnTo>
                  <a:close/>
                  <a:moveTo>
                    <a:pt x="806936" y="802085"/>
                  </a:moveTo>
                  <a:lnTo>
                    <a:pt x="845697" y="841850"/>
                  </a:lnTo>
                  <a:lnTo>
                    <a:pt x="842214" y="799084"/>
                  </a:lnTo>
                  <a:close/>
                  <a:moveTo>
                    <a:pt x="842214" y="799084"/>
                  </a:moveTo>
                  <a:lnTo>
                    <a:pt x="845697" y="841850"/>
                  </a:lnTo>
                  <a:lnTo>
                    <a:pt x="877888" y="768054"/>
                  </a:lnTo>
                  <a:close/>
                  <a:moveTo>
                    <a:pt x="876839" y="766220"/>
                  </a:moveTo>
                  <a:lnTo>
                    <a:pt x="877888" y="768054"/>
                  </a:lnTo>
                  <a:lnTo>
                    <a:pt x="877545" y="756503"/>
                  </a:lnTo>
                  <a:close/>
                  <a:moveTo>
                    <a:pt x="876839" y="766220"/>
                  </a:moveTo>
                  <a:lnTo>
                    <a:pt x="877545" y="756503"/>
                  </a:lnTo>
                  <a:lnTo>
                    <a:pt x="889432" y="742126"/>
                  </a:lnTo>
                  <a:close/>
                  <a:moveTo>
                    <a:pt x="465881" y="247686"/>
                  </a:moveTo>
                  <a:lnTo>
                    <a:pt x="423228" y="280623"/>
                  </a:lnTo>
                  <a:lnTo>
                    <a:pt x="463207" y="255423"/>
                  </a:lnTo>
                  <a:close/>
                  <a:moveTo>
                    <a:pt x="517488" y="226760"/>
                  </a:moveTo>
                  <a:lnTo>
                    <a:pt x="516103" y="244839"/>
                  </a:lnTo>
                  <a:lnTo>
                    <a:pt x="543859" y="247391"/>
                  </a:lnTo>
                  <a:close/>
                  <a:moveTo>
                    <a:pt x="481182" y="187729"/>
                  </a:moveTo>
                  <a:lnTo>
                    <a:pt x="465881" y="247686"/>
                  </a:lnTo>
                  <a:lnTo>
                    <a:pt x="507327" y="245704"/>
                  </a:lnTo>
                  <a:close/>
                  <a:moveTo>
                    <a:pt x="516103" y="244839"/>
                  </a:moveTo>
                  <a:lnTo>
                    <a:pt x="572499" y="278297"/>
                  </a:lnTo>
                  <a:lnTo>
                    <a:pt x="543859" y="247391"/>
                  </a:lnTo>
                  <a:close/>
                  <a:moveTo>
                    <a:pt x="1044597" y="896715"/>
                  </a:moveTo>
                  <a:lnTo>
                    <a:pt x="1053434" y="948272"/>
                  </a:lnTo>
                  <a:lnTo>
                    <a:pt x="1044680" y="897140"/>
                  </a:lnTo>
                  <a:close/>
                  <a:moveTo>
                    <a:pt x="1044597" y="896715"/>
                  </a:moveTo>
                  <a:lnTo>
                    <a:pt x="1044680" y="897140"/>
                  </a:lnTo>
                  <a:lnTo>
                    <a:pt x="1044618" y="896736"/>
                  </a:lnTo>
                  <a:close/>
                  <a:moveTo>
                    <a:pt x="1044597" y="896715"/>
                  </a:moveTo>
                  <a:lnTo>
                    <a:pt x="1044618" y="896736"/>
                  </a:lnTo>
                  <a:lnTo>
                    <a:pt x="1044538" y="896608"/>
                  </a:lnTo>
                  <a:close/>
                  <a:moveTo>
                    <a:pt x="659318" y="178572"/>
                  </a:moveTo>
                  <a:lnTo>
                    <a:pt x="621352" y="134513"/>
                  </a:lnTo>
                  <a:lnTo>
                    <a:pt x="636829" y="150515"/>
                  </a:lnTo>
                  <a:close/>
                  <a:moveTo>
                    <a:pt x="705308" y="96966"/>
                  </a:moveTo>
                  <a:lnTo>
                    <a:pt x="752537" y="98871"/>
                  </a:lnTo>
                  <a:lnTo>
                    <a:pt x="722026" y="90650"/>
                  </a:lnTo>
                  <a:close/>
                  <a:moveTo>
                    <a:pt x="1012089" y="232972"/>
                  </a:moveTo>
                  <a:lnTo>
                    <a:pt x="1048462" y="266145"/>
                  </a:lnTo>
                  <a:lnTo>
                    <a:pt x="1045212" y="284994"/>
                  </a:lnTo>
                  <a:close/>
                  <a:moveTo>
                    <a:pt x="894092" y="1966"/>
                  </a:moveTo>
                  <a:lnTo>
                    <a:pt x="915575" y="54754"/>
                  </a:lnTo>
                  <a:lnTo>
                    <a:pt x="894438" y="3217"/>
                  </a:lnTo>
                  <a:close/>
                  <a:moveTo>
                    <a:pt x="894092" y="1966"/>
                  </a:moveTo>
                  <a:lnTo>
                    <a:pt x="921220" y="42655"/>
                  </a:lnTo>
                  <a:lnTo>
                    <a:pt x="915575" y="54754"/>
                  </a:lnTo>
                  <a:close/>
                  <a:moveTo>
                    <a:pt x="894092" y="1966"/>
                  </a:moveTo>
                  <a:lnTo>
                    <a:pt x="894438" y="3217"/>
                  </a:lnTo>
                  <a:lnTo>
                    <a:pt x="891693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1" name="Output_density__4270">
              <a:extLst>
                <a:ext uri="{FF2B5EF4-FFF2-40B4-BE49-F238E27FC236}">
                  <a16:creationId xmlns:a16="http://schemas.microsoft.com/office/drawing/2014/main" id="{4E1B3C91-3466-43BE-FF51-45168296B93D}"/>
                </a:ext>
              </a:extLst>
            </p:cNvPr>
            <p:cNvSpPr>
              <a:spLocks noGrp="1"/>
            </p:cNvSpPr>
            <p:nvPr/>
          </p:nvSpPr>
          <p:spPr>
            <a:xfrm>
              <a:off x="15470583" y="2396730"/>
              <a:ext cx="1252484" cy="1771264"/>
            </a:xfrm>
            <a:custGeom>
              <a:avLst/>
              <a:gdLst/>
              <a:ahLst/>
              <a:cxnLst/>
              <a:rect l="0" t="0" r="0" b="0"/>
              <a:pathLst>
                <a:path w="1252484" h="1771264">
                  <a:moveTo>
                    <a:pt x="32915" y="1510911"/>
                  </a:moveTo>
                  <a:lnTo>
                    <a:pt x="0" y="1522745"/>
                  </a:lnTo>
                  <a:lnTo>
                    <a:pt x="77958" y="1504641"/>
                  </a:lnTo>
                  <a:close/>
                  <a:moveTo>
                    <a:pt x="77958" y="1504641"/>
                  </a:moveTo>
                  <a:lnTo>
                    <a:pt x="122137" y="1495141"/>
                  </a:lnTo>
                  <a:lnTo>
                    <a:pt x="148886" y="1460252"/>
                  </a:lnTo>
                  <a:close/>
                  <a:moveTo>
                    <a:pt x="148886" y="1460252"/>
                  </a:moveTo>
                  <a:lnTo>
                    <a:pt x="122137" y="1495141"/>
                  </a:lnTo>
                  <a:lnTo>
                    <a:pt x="196837" y="1464857"/>
                  </a:lnTo>
                  <a:close/>
                  <a:moveTo>
                    <a:pt x="202581" y="1445270"/>
                  </a:moveTo>
                  <a:lnTo>
                    <a:pt x="212973" y="1390290"/>
                  </a:lnTo>
                  <a:lnTo>
                    <a:pt x="167560" y="1395173"/>
                  </a:lnTo>
                  <a:close/>
                  <a:moveTo>
                    <a:pt x="167560" y="1395173"/>
                  </a:moveTo>
                  <a:lnTo>
                    <a:pt x="212973" y="1390290"/>
                  </a:lnTo>
                  <a:lnTo>
                    <a:pt x="247162" y="1383213"/>
                  </a:lnTo>
                  <a:close/>
                  <a:moveTo>
                    <a:pt x="232611" y="1376974"/>
                  </a:moveTo>
                  <a:lnTo>
                    <a:pt x="247162" y="1383213"/>
                  </a:lnTo>
                  <a:lnTo>
                    <a:pt x="212973" y="1390290"/>
                  </a:lnTo>
                  <a:close/>
                  <a:moveTo>
                    <a:pt x="62711" y="1042937"/>
                  </a:moveTo>
                  <a:lnTo>
                    <a:pt x="61865" y="981763"/>
                  </a:lnTo>
                  <a:lnTo>
                    <a:pt x="37429" y="988190"/>
                  </a:lnTo>
                  <a:close/>
                  <a:moveTo>
                    <a:pt x="10249" y="1021467"/>
                  </a:moveTo>
                  <a:lnTo>
                    <a:pt x="62711" y="1042937"/>
                  </a:lnTo>
                  <a:lnTo>
                    <a:pt x="37429" y="988190"/>
                  </a:lnTo>
                  <a:close/>
                  <a:moveTo>
                    <a:pt x="697182" y="1748244"/>
                  </a:moveTo>
                  <a:lnTo>
                    <a:pt x="674402" y="1741079"/>
                  </a:lnTo>
                  <a:lnTo>
                    <a:pt x="621005" y="1709450"/>
                  </a:lnTo>
                  <a:close/>
                  <a:moveTo>
                    <a:pt x="720285" y="1741079"/>
                  </a:moveTo>
                  <a:lnTo>
                    <a:pt x="746043" y="1771264"/>
                  </a:lnTo>
                  <a:lnTo>
                    <a:pt x="711412" y="1761332"/>
                  </a:lnTo>
                  <a:close/>
                  <a:moveTo>
                    <a:pt x="804628" y="1665375"/>
                  </a:moveTo>
                  <a:lnTo>
                    <a:pt x="779730" y="1716985"/>
                  </a:lnTo>
                  <a:lnTo>
                    <a:pt x="781426" y="1713526"/>
                  </a:lnTo>
                  <a:close/>
                  <a:moveTo>
                    <a:pt x="422207" y="1192437"/>
                  </a:moveTo>
                  <a:lnTo>
                    <a:pt x="376200" y="1246514"/>
                  </a:lnTo>
                  <a:lnTo>
                    <a:pt x="417249" y="1225312"/>
                  </a:lnTo>
                  <a:close/>
                  <a:moveTo>
                    <a:pt x="422207" y="1192437"/>
                  </a:moveTo>
                  <a:lnTo>
                    <a:pt x="389084" y="1181382"/>
                  </a:lnTo>
                  <a:lnTo>
                    <a:pt x="376200" y="1246514"/>
                  </a:lnTo>
                  <a:close/>
                  <a:moveTo>
                    <a:pt x="422207" y="1192437"/>
                  </a:moveTo>
                  <a:lnTo>
                    <a:pt x="417249" y="1225312"/>
                  </a:lnTo>
                  <a:lnTo>
                    <a:pt x="428951" y="1201619"/>
                  </a:lnTo>
                  <a:close/>
                  <a:moveTo>
                    <a:pt x="412645" y="1137467"/>
                  </a:moveTo>
                  <a:lnTo>
                    <a:pt x="422207" y="1192437"/>
                  </a:lnTo>
                  <a:lnTo>
                    <a:pt x="428951" y="1201619"/>
                  </a:lnTo>
                  <a:close/>
                  <a:moveTo>
                    <a:pt x="92101" y="831696"/>
                  </a:moveTo>
                  <a:lnTo>
                    <a:pt x="105938" y="765232"/>
                  </a:lnTo>
                  <a:lnTo>
                    <a:pt x="99830" y="777020"/>
                  </a:lnTo>
                  <a:close/>
                  <a:moveTo>
                    <a:pt x="240000" y="951737"/>
                  </a:moveTo>
                  <a:lnTo>
                    <a:pt x="156165" y="943081"/>
                  </a:lnTo>
                  <a:lnTo>
                    <a:pt x="214005" y="934040"/>
                  </a:lnTo>
                  <a:close/>
                  <a:moveTo>
                    <a:pt x="929850" y="1744428"/>
                  </a:moveTo>
                  <a:lnTo>
                    <a:pt x="950082" y="1668797"/>
                  </a:lnTo>
                  <a:lnTo>
                    <a:pt x="961257" y="1720333"/>
                  </a:lnTo>
                  <a:close/>
                  <a:moveTo>
                    <a:pt x="950082" y="1668797"/>
                  </a:moveTo>
                  <a:lnTo>
                    <a:pt x="968250" y="1679799"/>
                  </a:lnTo>
                  <a:lnTo>
                    <a:pt x="973197" y="1636697"/>
                  </a:lnTo>
                  <a:close/>
                  <a:moveTo>
                    <a:pt x="376841" y="1065850"/>
                  </a:moveTo>
                  <a:lnTo>
                    <a:pt x="396436" y="1125988"/>
                  </a:lnTo>
                  <a:lnTo>
                    <a:pt x="385717" y="1074452"/>
                  </a:lnTo>
                  <a:close/>
                  <a:moveTo>
                    <a:pt x="378920" y="1022915"/>
                  </a:moveTo>
                  <a:lnTo>
                    <a:pt x="394243" y="1004396"/>
                  </a:lnTo>
                  <a:lnTo>
                    <a:pt x="371036" y="1007827"/>
                  </a:lnTo>
                  <a:close/>
                  <a:moveTo>
                    <a:pt x="99830" y="777020"/>
                  </a:moveTo>
                  <a:lnTo>
                    <a:pt x="105938" y="765232"/>
                  </a:lnTo>
                  <a:lnTo>
                    <a:pt x="100711" y="761953"/>
                  </a:lnTo>
                  <a:close/>
                  <a:moveTo>
                    <a:pt x="117515" y="708241"/>
                  </a:moveTo>
                  <a:lnTo>
                    <a:pt x="105938" y="765232"/>
                  </a:lnTo>
                  <a:lnTo>
                    <a:pt x="136408" y="739103"/>
                  </a:lnTo>
                  <a:close/>
                  <a:moveTo>
                    <a:pt x="82244" y="441468"/>
                  </a:moveTo>
                  <a:lnTo>
                    <a:pt x="7769" y="472596"/>
                  </a:lnTo>
                  <a:lnTo>
                    <a:pt x="54207" y="471542"/>
                  </a:lnTo>
                  <a:close/>
                  <a:moveTo>
                    <a:pt x="1014245" y="1579663"/>
                  </a:moveTo>
                  <a:lnTo>
                    <a:pt x="1000440" y="1603654"/>
                  </a:lnTo>
                  <a:lnTo>
                    <a:pt x="1006145" y="1593166"/>
                  </a:lnTo>
                  <a:close/>
                  <a:moveTo>
                    <a:pt x="1014245" y="1579663"/>
                  </a:moveTo>
                  <a:lnTo>
                    <a:pt x="1006145" y="1593166"/>
                  </a:lnTo>
                  <a:lnTo>
                    <a:pt x="990884" y="1567923"/>
                  </a:lnTo>
                  <a:close/>
                  <a:moveTo>
                    <a:pt x="849711" y="1254557"/>
                  </a:moveTo>
                  <a:lnTo>
                    <a:pt x="818162" y="1223910"/>
                  </a:lnTo>
                  <a:lnTo>
                    <a:pt x="888065" y="1223278"/>
                  </a:lnTo>
                  <a:close/>
                  <a:moveTo>
                    <a:pt x="741187" y="1198156"/>
                  </a:moveTo>
                  <a:lnTo>
                    <a:pt x="726305" y="1180874"/>
                  </a:lnTo>
                  <a:lnTo>
                    <a:pt x="786703" y="1211504"/>
                  </a:lnTo>
                  <a:close/>
                  <a:moveTo>
                    <a:pt x="269285" y="717044"/>
                  </a:moveTo>
                  <a:lnTo>
                    <a:pt x="291781" y="700863"/>
                  </a:lnTo>
                  <a:lnTo>
                    <a:pt x="305559" y="646619"/>
                  </a:lnTo>
                  <a:close/>
                  <a:moveTo>
                    <a:pt x="305559" y="646619"/>
                  </a:moveTo>
                  <a:lnTo>
                    <a:pt x="291781" y="700863"/>
                  </a:lnTo>
                  <a:lnTo>
                    <a:pt x="320237" y="665508"/>
                  </a:lnTo>
                  <a:close/>
                  <a:moveTo>
                    <a:pt x="320237" y="665508"/>
                  </a:moveTo>
                  <a:lnTo>
                    <a:pt x="325885" y="653695"/>
                  </a:lnTo>
                  <a:lnTo>
                    <a:pt x="305559" y="646619"/>
                  </a:lnTo>
                  <a:close/>
                  <a:moveTo>
                    <a:pt x="57040" y="459361"/>
                  </a:moveTo>
                  <a:lnTo>
                    <a:pt x="82244" y="441468"/>
                  </a:lnTo>
                  <a:lnTo>
                    <a:pt x="95264" y="389924"/>
                  </a:lnTo>
                  <a:close/>
                  <a:moveTo>
                    <a:pt x="144339" y="388009"/>
                  </a:moveTo>
                  <a:lnTo>
                    <a:pt x="82244" y="441468"/>
                  </a:lnTo>
                  <a:lnTo>
                    <a:pt x="122758" y="418268"/>
                  </a:lnTo>
                  <a:close/>
                  <a:moveTo>
                    <a:pt x="1116489" y="1553289"/>
                  </a:moveTo>
                  <a:lnTo>
                    <a:pt x="1139799" y="1505539"/>
                  </a:lnTo>
                  <a:lnTo>
                    <a:pt x="1071102" y="1558270"/>
                  </a:lnTo>
                  <a:close/>
                  <a:moveTo>
                    <a:pt x="1116489" y="1553289"/>
                  </a:moveTo>
                  <a:lnTo>
                    <a:pt x="1155669" y="1525099"/>
                  </a:lnTo>
                  <a:lnTo>
                    <a:pt x="1139799" y="1505539"/>
                  </a:lnTo>
                  <a:close/>
                  <a:moveTo>
                    <a:pt x="1150548" y="1493442"/>
                  </a:moveTo>
                  <a:lnTo>
                    <a:pt x="1167936" y="1505919"/>
                  </a:lnTo>
                  <a:lnTo>
                    <a:pt x="1181896" y="1488254"/>
                  </a:lnTo>
                  <a:close/>
                  <a:moveTo>
                    <a:pt x="876639" y="1220334"/>
                  </a:moveTo>
                  <a:lnTo>
                    <a:pt x="892222" y="1201683"/>
                  </a:lnTo>
                  <a:lnTo>
                    <a:pt x="908654" y="1184222"/>
                  </a:lnTo>
                  <a:close/>
                  <a:moveTo>
                    <a:pt x="849711" y="1254557"/>
                  </a:moveTo>
                  <a:lnTo>
                    <a:pt x="888065" y="1223278"/>
                  </a:lnTo>
                  <a:lnTo>
                    <a:pt x="876639" y="1220334"/>
                  </a:lnTo>
                  <a:close/>
                  <a:moveTo>
                    <a:pt x="892222" y="1201683"/>
                  </a:moveTo>
                  <a:lnTo>
                    <a:pt x="894734" y="1136898"/>
                  </a:lnTo>
                  <a:lnTo>
                    <a:pt x="908654" y="1184222"/>
                  </a:lnTo>
                  <a:close/>
                  <a:moveTo>
                    <a:pt x="894734" y="1136898"/>
                  </a:moveTo>
                  <a:lnTo>
                    <a:pt x="890211" y="1132686"/>
                  </a:lnTo>
                  <a:lnTo>
                    <a:pt x="908654" y="1184222"/>
                  </a:lnTo>
                  <a:close/>
                  <a:moveTo>
                    <a:pt x="315301" y="518999"/>
                  </a:moveTo>
                  <a:lnTo>
                    <a:pt x="358956" y="515705"/>
                  </a:lnTo>
                  <a:lnTo>
                    <a:pt x="347749" y="514246"/>
                  </a:lnTo>
                  <a:close/>
                  <a:moveTo>
                    <a:pt x="149184" y="382168"/>
                  </a:moveTo>
                  <a:lnTo>
                    <a:pt x="218953" y="333447"/>
                  </a:lnTo>
                  <a:lnTo>
                    <a:pt x="174858" y="343258"/>
                  </a:lnTo>
                  <a:close/>
                  <a:moveTo>
                    <a:pt x="1181896" y="1488254"/>
                  </a:moveTo>
                  <a:lnTo>
                    <a:pt x="1204142" y="1476484"/>
                  </a:lnTo>
                  <a:lnTo>
                    <a:pt x="1200996" y="1469348"/>
                  </a:lnTo>
                  <a:close/>
                  <a:moveTo>
                    <a:pt x="1224216" y="1469348"/>
                  </a:moveTo>
                  <a:lnTo>
                    <a:pt x="1204142" y="1476484"/>
                  </a:lnTo>
                  <a:lnTo>
                    <a:pt x="1252484" y="1442598"/>
                  </a:lnTo>
                  <a:close/>
                  <a:moveTo>
                    <a:pt x="1252484" y="1442598"/>
                  </a:moveTo>
                  <a:lnTo>
                    <a:pt x="1204142" y="1476484"/>
                  </a:lnTo>
                  <a:lnTo>
                    <a:pt x="1181896" y="1488254"/>
                  </a:lnTo>
                  <a:close/>
                  <a:moveTo>
                    <a:pt x="890211" y="1132686"/>
                  </a:moveTo>
                  <a:lnTo>
                    <a:pt x="884560" y="1108592"/>
                  </a:lnTo>
                  <a:lnTo>
                    <a:pt x="908654" y="1184222"/>
                  </a:lnTo>
                  <a:close/>
                  <a:moveTo>
                    <a:pt x="890211" y="1132686"/>
                  </a:moveTo>
                  <a:lnTo>
                    <a:pt x="924682" y="1090386"/>
                  </a:lnTo>
                  <a:lnTo>
                    <a:pt x="884560" y="1108592"/>
                  </a:lnTo>
                  <a:close/>
                  <a:moveTo>
                    <a:pt x="374747" y="502866"/>
                  </a:moveTo>
                  <a:lnTo>
                    <a:pt x="347749" y="514246"/>
                  </a:lnTo>
                  <a:lnTo>
                    <a:pt x="360263" y="512427"/>
                  </a:lnTo>
                  <a:close/>
                  <a:moveTo>
                    <a:pt x="395016" y="490152"/>
                  </a:moveTo>
                  <a:lnTo>
                    <a:pt x="374747" y="502866"/>
                  </a:lnTo>
                  <a:lnTo>
                    <a:pt x="434464" y="480276"/>
                  </a:lnTo>
                  <a:close/>
                  <a:moveTo>
                    <a:pt x="434464" y="480276"/>
                  </a:moveTo>
                  <a:lnTo>
                    <a:pt x="374747" y="502866"/>
                  </a:lnTo>
                  <a:lnTo>
                    <a:pt x="360263" y="512427"/>
                  </a:lnTo>
                  <a:close/>
                  <a:moveTo>
                    <a:pt x="364677" y="514246"/>
                  </a:moveTo>
                  <a:lnTo>
                    <a:pt x="422808" y="501776"/>
                  </a:lnTo>
                  <a:lnTo>
                    <a:pt x="434464" y="480276"/>
                  </a:lnTo>
                  <a:close/>
                  <a:moveTo>
                    <a:pt x="422808" y="501776"/>
                  </a:moveTo>
                  <a:lnTo>
                    <a:pt x="412793" y="534155"/>
                  </a:lnTo>
                  <a:lnTo>
                    <a:pt x="425171" y="514246"/>
                  </a:lnTo>
                  <a:close/>
                  <a:moveTo>
                    <a:pt x="321363" y="295296"/>
                  </a:moveTo>
                  <a:lnTo>
                    <a:pt x="286212" y="285890"/>
                  </a:lnTo>
                  <a:lnTo>
                    <a:pt x="266283" y="335729"/>
                  </a:lnTo>
                  <a:close/>
                  <a:moveTo>
                    <a:pt x="286212" y="285890"/>
                  </a:moveTo>
                  <a:lnTo>
                    <a:pt x="321363" y="295296"/>
                  </a:lnTo>
                  <a:lnTo>
                    <a:pt x="287294" y="279386"/>
                  </a:lnTo>
                  <a:close/>
                  <a:moveTo>
                    <a:pt x="283210" y="284006"/>
                  </a:moveTo>
                  <a:lnTo>
                    <a:pt x="286212" y="285890"/>
                  </a:lnTo>
                  <a:lnTo>
                    <a:pt x="287294" y="279386"/>
                  </a:lnTo>
                  <a:close/>
                  <a:moveTo>
                    <a:pt x="1224216" y="1469348"/>
                  </a:moveTo>
                  <a:lnTo>
                    <a:pt x="1214649" y="1475813"/>
                  </a:lnTo>
                  <a:lnTo>
                    <a:pt x="1204142" y="1476484"/>
                  </a:lnTo>
                  <a:close/>
                  <a:moveTo>
                    <a:pt x="1251382" y="1413318"/>
                  </a:moveTo>
                  <a:lnTo>
                    <a:pt x="1224216" y="1469348"/>
                  </a:lnTo>
                  <a:lnTo>
                    <a:pt x="1252484" y="1442598"/>
                  </a:lnTo>
                  <a:close/>
                  <a:moveTo>
                    <a:pt x="1215745" y="1467051"/>
                  </a:moveTo>
                  <a:lnTo>
                    <a:pt x="1224216" y="1469348"/>
                  </a:lnTo>
                  <a:lnTo>
                    <a:pt x="1251382" y="1413318"/>
                  </a:lnTo>
                  <a:close/>
                  <a:moveTo>
                    <a:pt x="462695" y="450930"/>
                  </a:moveTo>
                  <a:lnTo>
                    <a:pt x="434464" y="480276"/>
                  </a:lnTo>
                  <a:lnTo>
                    <a:pt x="510101" y="453494"/>
                  </a:lnTo>
                  <a:close/>
                  <a:moveTo>
                    <a:pt x="287294" y="279386"/>
                  </a:moveTo>
                  <a:lnTo>
                    <a:pt x="329827" y="263733"/>
                  </a:lnTo>
                  <a:lnTo>
                    <a:pt x="353176" y="216130"/>
                  </a:lnTo>
                  <a:close/>
                  <a:moveTo>
                    <a:pt x="997214" y="1028823"/>
                  </a:moveTo>
                  <a:lnTo>
                    <a:pt x="994241" y="1040877"/>
                  </a:lnTo>
                  <a:lnTo>
                    <a:pt x="1009539" y="1032961"/>
                  </a:lnTo>
                  <a:close/>
                  <a:moveTo>
                    <a:pt x="1034045" y="974120"/>
                  </a:moveTo>
                  <a:lnTo>
                    <a:pt x="1009539" y="1032961"/>
                  </a:lnTo>
                  <a:lnTo>
                    <a:pt x="1033899" y="1014475"/>
                  </a:lnTo>
                  <a:close/>
                  <a:moveTo>
                    <a:pt x="997214" y="1028823"/>
                  </a:moveTo>
                  <a:lnTo>
                    <a:pt x="1009539" y="1032961"/>
                  </a:lnTo>
                  <a:lnTo>
                    <a:pt x="1034045" y="974120"/>
                  </a:lnTo>
                  <a:close/>
                  <a:moveTo>
                    <a:pt x="996132" y="905794"/>
                  </a:moveTo>
                  <a:lnTo>
                    <a:pt x="995700" y="911433"/>
                  </a:lnTo>
                  <a:lnTo>
                    <a:pt x="1013797" y="927838"/>
                  </a:lnTo>
                  <a:close/>
                  <a:moveTo>
                    <a:pt x="829577" y="649945"/>
                  </a:moveTo>
                  <a:lnTo>
                    <a:pt x="828528" y="648111"/>
                  </a:lnTo>
                  <a:lnTo>
                    <a:pt x="793903" y="680976"/>
                  </a:lnTo>
                  <a:close/>
                  <a:moveTo>
                    <a:pt x="793903" y="680976"/>
                  </a:moveTo>
                  <a:lnTo>
                    <a:pt x="729042" y="672205"/>
                  </a:lnTo>
                  <a:lnTo>
                    <a:pt x="758625" y="683977"/>
                  </a:lnTo>
                  <a:close/>
                  <a:moveTo>
                    <a:pt x="363549" y="198256"/>
                  </a:moveTo>
                  <a:lnTo>
                    <a:pt x="369149" y="184282"/>
                  </a:lnTo>
                  <a:lnTo>
                    <a:pt x="353176" y="216130"/>
                  </a:lnTo>
                  <a:close/>
                  <a:moveTo>
                    <a:pt x="363549" y="198256"/>
                  </a:moveTo>
                  <a:lnTo>
                    <a:pt x="353176" y="216130"/>
                  </a:lnTo>
                  <a:lnTo>
                    <a:pt x="359272" y="208376"/>
                  </a:lnTo>
                  <a:close/>
                  <a:moveTo>
                    <a:pt x="363549" y="198256"/>
                  </a:moveTo>
                  <a:lnTo>
                    <a:pt x="359272" y="208376"/>
                  </a:lnTo>
                  <a:lnTo>
                    <a:pt x="374916" y="162514"/>
                  </a:lnTo>
                  <a:close/>
                  <a:moveTo>
                    <a:pt x="374916" y="162514"/>
                  </a:moveTo>
                  <a:lnTo>
                    <a:pt x="359272" y="208376"/>
                  </a:lnTo>
                  <a:lnTo>
                    <a:pt x="386446" y="165847"/>
                  </a:lnTo>
                  <a:close/>
                  <a:moveTo>
                    <a:pt x="374916" y="162514"/>
                  </a:moveTo>
                  <a:lnTo>
                    <a:pt x="386446" y="165847"/>
                  </a:lnTo>
                  <a:lnTo>
                    <a:pt x="414895" y="137315"/>
                  </a:lnTo>
                  <a:close/>
                  <a:moveTo>
                    <a:pt x="369149" y="184282"/>
                  </a:moveTo>
                  <a:lnTo>
                    <a:pt x="363549" y="198256"/>
                  </a:lnTo>
                  <a:lnTo>
                    <a:pt x="374916" y="162514"/>
                  </a:lnTo>
                  <a:close/>
                  <a:moveTo>
                    <a:pt x="1004005" y="854257"/>
                  </a:moveTo>
                  <a:lnTo>
                    <a:pt x="996369" y="779031"/>
                  </a:lnTo>
                  <a:lnTo>
                    <a:pt x="1004946" y="834309"/>
                  </a:lnTo>
                  <a:close/>
                  <a:moveTo>
                    <a:pt x="996306" y="778627"/>
                  </a:moveTo>
                  <a:lnTo>
                    <a:pt x="996369" y="779031"/>
                  </a:lnTo>
                  <a:lnTo>
                    <a:pt x="1004005" y="854257"/>
                  </a:lnTo>
                  <a:close/>
                  <a:moveTo>
                    <a:pt x="1010416" y="802721"/>
                  </a:moveTo>
                  <a:lnTo>
                    <a:pt x="996306" y="778627"/>
                  </a:lnTo>
                  <a:lnTo>
                    <a:pt x="1004005" y="854257"/>
                  </a:lnTo>
                  <a:close/>
                  <a:moveTo>
                    <a:pt x="611507" y="274085"/>
                  </a:moveTo>
                  <a:lnTo>
                    <a:pt x="623140" y="256974"/>
                  </a:lnTo>
                  <a:lnTo>
                    <a:pt x="572505" y="242338"/>
                  </a:lnTo>
                  <a:close/>
                  <a:moveTo>
                    <a:pt x="414895" y="137315"/>
                  </a:moveTo>
                  <a:lnTo>
                    <a:pt x="430529" y="132745"/>
                  </a:lnTo>
                  <a:lnTo>
                    <a:pt x="417570" y="129577"/>
                  </a:lnTo>
                  <a:close/>
                  <a:moveTo>
                    <a:pt x="572505" y="242338"/>
                  </a:moveTo>
                  <a:lnTo>
                    <a:pt x="623140" y="256974"/>
                  </a:lnTo>
                  <a:lnTo>
                    <a:pt x="651935" y="229735"/>
                  </a:lnTo>
                  <a:close/>
                  <a:moveTo>
                    <a:pt x="583872" y="33021"/>
                  </a:moveTo>
                  <a:lnTo>
                    <a:pt x="579850" y="0"/>
                  </a:lnTo>
                  <a:lnTo>
                    <a:pt x="573040" y="16404"/>
                  </a:lnTo>
                  <a:close/>
                  <a:moveTo>
                    <a:pt x="588518" y="32406"/>
                  </a:moveTo>
                  <a:lnTo>
                    <a:pt x="573040" y="16404"/>
                  </a:lnTo>
                  <a:lnTo>
                    <a:pt x="556690" y="892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2" name="Output_density__4271">
              <a:extLst>
                <a:ext uri="{FF2B5EF4-FFF2-40B4-BE49-F238E27FC236}">
                  <a16:creationId xmlns:a16="http://schemas.microsoft.com/office/drawing/2014/main" id="{1C2B4EA5-8D5D-2FE7-071E-28679E9375DC}"/>
                </a:ext>
              </a:extLst>
            </p:cNvPr>
            <p:cNvSpPr>
              <a:spLocks noGrp="1"/>
            </p:cNvSpPr>
            <p:nvPr/>
          </p:nvSpPr>
          <p:spPr>
            <a:xfrm>
              <a:off x="14995177" y="2396730"/>
              <a:ext cx="1509305" cy="1766625"/>
            </a:xfrm>
            <a:custGeom>
              <a:avLst/>
              <a:gdLst/>
              <a:ahLst/>
              <a:cxnLst/>
              <a:rect l="0" t="0" r="0" b="0"/>
              <a:pathLst>
                <a:path w="1509305" h="1766625">
                  <a:moveTo>
                    <a:pt x="75157" y="804541"/>
                  </a:moveTo>
                  <a:lnTo>
                    <a:pt x="26161" y="796030"/>
                  </a:lnTo>
                  <a:lnTo>
                    <a:pt x="0" y="800983"/>
                  </a:lnTo>
                  <a:close/>
                  <a:moveTo>
                    <a:pt x="708017" y="1376974"/>
                  </a:moveTo>
                  <a:lnTo>
                    <a:pt x="750613" y="1352880"/>
                  </a:lnTo>
                  <a:lnTo>
                    <a:pt x="722567" y="1383213"/>
                  </a:lnTo>
                  <a:close/>
                  <a:moveTo>
                    <a:pt x="750613" y="1352880"/>
                  </a:moveTo>
                  <a:lnTo>
                    <a:pt x="708017" y="1376974"/>
                  </a:lnTo>
                  <a:lnTo>
                    <a:pt x="754904" y="1329437"/>
                  </a:lnTo>
                  <a:close/>
                  <a:moveTo>
                    <a:pt x="197035" y="810071"/>
                  </a:moveTo>
                  <a:lnTo>
                    <a:pt x="210141" y="744089"/>
                  </a:lnTo>
                  <a:lnTo>
                    <a:pt x="209975" y="734441"/>
                  </a:lnTo>
                  <a:close/>
                  <a:moveTo>
                    <a:pt x="209975" y="734441"/>
                  </a:moveTo>
                  <a:lnTo>
                    <a:pt x="210141" y="744089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45058" y="685722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63616" y="658810"/>
                  </a:lnTo>
                  <a:lnTo>
                    <a:pt x="245058" y="685722"/>
                  </a:lnTo>
                  <a:close/>
                  <a:moveTo>
                    <a:pt x="838311" y="1253156"/>
                  </a:moveTo>
                  <a:lnTo>
                    <a:pt x="816112" y="1277249"/>
                  </a:lnTo>
                  <a:lnTo>
                    <a:pt x="851606" y="1246514"/>
                  </a:lnTo>
                  <a:close/>
                  <a:moveTo>
                    <a:pt x="816112" y="1277249"/>
                  </a:moveTo>
                  <a:lnTo>
                    <a:pt x="822071" y="1270985"/>
                  </a:lnTo>
                  <a:lnTo>
                    <a:pt x="851606" y="1246514"/>
                  </a:lnTo>
                  <a:close/>
                  <a:moveTo>
                    <a:pt x="822071" y="1270985"/>
                  </a:moveTo>
                  <a:lnTo>
                    <a:pt x="864904" y="1256456"/>
                  </a:lnTo>
                  <a:lnTo>
                    <a:pt x="892655" y="1225312"/>
                  </a:lnTo>
                  <a:close/>
                  <a:moveTo>
                    <a:pt x="851606" y="1246514"/>
                  </a:moveTo>
                  <a:lnTo>
                    <a:pt x="822071" y="1270985"/>
                  </a:lnTo>
                  <a:lnTo>
                    <a:pt x="892655" y="1225312"/>
                  </a:lnTo>
                  <a:close/>
                  <a:moveTo>
                    <a:pt x="1405256" y="1744428"/>
                  </a:moveTo>
                  <a:lnTo>
                    <a:pt x="1433074" y="1753311"/>
                  </a:lnTo>
                  <a:lnTo>
                    <a:pt x="1400554" y="1766625"/>
                  </a:lnTo>
                  <a:close/>
                  <a:moveTo>
                    <a:pt x="1405256" y="1744428"/>
                  </a:moveTo>
                  <a:lnTo>
                    <a:pt x="1443656" y="1679799"/>
                  </a:lnTo>
                  <a:lnTo>
                    <a:pt x="1425488" y="1668797"/>
                  </a:lnTo>
                  <a:close/>
                  <a:moveTo>
                    <a:pt x="846442" y="1007827"/>
                  </a:moveTo>
                  <a:lnTo>
                    <a:pt x="861123" y="1074452"/>
                  </a:lnTo>
                  <a:lnTo>
                    <a:pt x="854326" y="1022915"/>
                  </a:lnTo>
                  <a:close/>
                  <a:moveTo>
                    <a:pt x="1159974" y="1232410"/>
                  </a:moveTo>
                  <a:lnTo>
                    <a:pt x="1176324" y="1243263"/>
                  </a:lnTo>
                  <a:lnTo>
                    <a:pt x="1186789" y="1221622"/>
                  </a:lnTo>
                  <a:close/>
                  <a:moveTo>
                    <a:pt x="1363470" y="1223278"/>
                  </a:moveTo>
                  <a:lnTo>
                    <a:pt x="1367628" y="1201683"/>
                  </a:lnTo>
                  <a:lnTo>
                    <a:pt x="1352045" y="1220334"/>
                  </a:lnTo>
                  <a:close/>
                  <a:moveTo>
                    <a:pt x="909870" y="480276"/>
                  </a:moveTo>
                  <a:lnTo>
                    <a:pt x="898214" y="501776"/>
                  </a:lnTo>
                  <a:lnTo>
                    <a:pt x="954302" y="471725"/>
                  </a:lnTo>
                  <a:close/>
                  <a:moveTo>
                    <a:pt x="724345" y="310662"/>
                  </a:moveTo>
                  <a:lnTo>
                    <a:pt x="650264" y="343258"/>
                  </a:lnTo>
                  <a:lnTo>
                    <a:pt x="694359" y="333447"/>
                  </a:lnTo>
                  <a:close/>
                  <a:moveTo>
                    <a:pt x="724345" y="310662"/>
                  </a:moveTo>
                  <a:lnTo>
                    <a:pt x="761618" y="285890"/>
                  </a:lnTo>
                  <a:lnTo>
                    <a:pt x="758616" y="284006"/>
                  </a:lnTo>
                  <a:close/>
                  <a:moveTo>
                    <a:pt x="741689" y="335729"/>
                  </a:moveTo>
                  <a:lnTo>
                    <a:pt x="761618" y="285890"/>
                  </a:lnTo>
                  <a:lnTo>
                    <a:pt x="724345" y="310662"/>
                  </a:lnTo>
                  <a:close/>
                  <a:moveTo>
                    <a:pt x="694359" y="333447"/>
                  </a:moveTo>
                  <a:lnTo>
                    <a:pt x="741689" y="335729"/>
                  </a:lnTo>
                  <a:lnTo>
                    <a:pt x="724345" y="310662"/>
                  </a:lnTo>
                  <a:close/>
                  <a:moveTo>
                    <a:pt x="1400088" y="1090386"/>
                  </a:moveTo>
                  <a:lnTo>
                    <a:pt x="1438112" y="1057873"/>
                  </a:lnTo>
                  <a:lnTo>
                    <a:pt x="1469647" y="1040877"/>
                  </a:lnTo>
                  <a:close/>
                  <a:moveTo>
                    <a:pt x="1439498" y="1057055"/>
                  </a:moveTo>
                  <a:lnTo>
                    <a:pt x="1469647" y="1040877"/>
                  </a:lnTo>
                  <a:lnTo>
                    <a:pt x="1438112" y="1057873"/>
                  </a:lnTo>
                  <a:close/>
                  <a:moveTo>
                    <a:pt x="1439498" y="1057055"/>
                  </a:moveTo>
                  <a:lnTo>
                    <a:pt x="1484945" y="1032961"/>
                  </a:lnTo>
                  <a:lnTo>
                    <a:pt x="1469647" y="1040877"/>
                  </a:lnTo>
                  <a:close/>
                  <a:moveTo>
                    <a:pt x="1484945" y="1032961"/>
                  </a:moveTo>
                  <a:lnTo>
                    <a:pt x="1439498" y="1057055"/>
                  </a:lnTo>
                  <a:lnTo>
                    <a:pt x="1509305" y="1014475"/>
                  </a:lnTo>
                  <a:close/>
                  <a:moveTo>
                    <a:pt x="909870" y="480276"/>
                  </a:moveTo>
                  <a:lnTo>
                    <a:pt x="954302" y="471725"/>
                  </a:lnTo>
                  <a:lnTo>
                    <a:pt x="985507" y="453494"/>
                  </a:lnTo>
                  <a:close/>
                  <a:moveTo>
                    <a:pt x="985507" y="453494"/>
                  </a:moveTo>
                  <a:lnTo>
                    <a:pt x="954302" y="471725"/>
                  </a:lnTo>
                  <a:lnTo>
                    <a:pt x="1031397" y="450396"/>
                  </a:lnTo>
                  <a:close/>
                  <a:moveTo>
                    <a:pt x="1471454" y="904285"/>
                  </a:moveTo>
                  <a:lnTo>
                    <a:pt x="1471106" y="911433"/>
                  </a:lnTo>
                  <a:lnTo>
                    <a:pt x="1471538" y="905794"/>
                  </a:lnTo>
                  <a:close/>
                  <a:moveTo>
                    <a:pt x="1480351" y="834309"/>
                  </a:moveTo>
                  <a:lnTo>
                    <a:pt x="1471454" y="904285"/>
                  </a:lnTo>
                  <a:lnTo>
                    <a:pt x="1471538" y="905794"/>
                  </a:lnTo>
                  <a:close/>
                  <a:moveTo>
                    <a:pt x="1157453" y="493502"/>
                  </a:moveTo>
                  <a:lnTo>
                    <a:pt x="1163690" y="469408"/>
                  </a:lnTo>
                  <a:lnTo>
                    <a:pt x="1160525" y="545038"/>
                  </a:lnTo>
                  <a:close/>
                  <a:moveTo>
                    <a:pt x="1127341" y="229735"/>
                  </a:moveTo>
                  <a:lnTo>
                    <a:pt x="1098545" y="256974"/>
                  </a:lnTo>
                  <a:lnTo>
                    <a:pt x="1168281" y="208128"/>
                  </a:lnTo>
                  <a:close/>
                  <a:moveTo>
                    <a:pt x="1032096" y="8927"/>
                  </a:moveTo>
                  <a:lnTo>
                    <a:pt x="1048446" y="16404"/>
                  </a:lnTo>
                  <a:lnTo>
                    <a:pt x="1055256" y="0"/>
                  </a:lnTo>
                  <a:close/>
                  <a:moveTo>
                    <a:pt x="1265674" y="127786"/>
                  </a:moveTo>
                  <a:lnTo>
                    <a:pt x="1272378" y="111767"/>
                  </a:lnTo>
                  <a:lnTo>
                    <a:pt x="1277395" y="87906"/>
                  </a:lnTo>
                  <a:close/>
                  <a:moveTo>
                    <a:pt x="1277395" y="87906"/>
                  </a:moveTo>
                  <a:lnTo>
                    <a:pt x="1297066" y="70479"/>
                  </a:lnTo>
                  <a:lnTo>
                    <a:pt x="1323159" y="331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3" name="Output_density__4272">
              <a:extLst>
                <a:ext uri="{FF2B5EF4-FFF2-40B4-BE49-F238E27FC236}">
                  <a16:creationId xmlns:a16="http://schemas.microsoft.com/office/drawing/2014/main" id="{2B49B214-C3F3-E5BA-E8E7-E7506147618A}"/>
                </a:ext>
              </a:extLst>
            </p:cNvPr>
            <p:cNvSpPr>
              <a:spLocks noGrp="1"/>
            </p:cNvSpPr>
            <p:nvPr/>
          </p:nvSpPr>
          <p:spPr>
            <a:xfrm>
              <a:off x="14994166" y="2210993"/>
              <a:ext cx="1695462" cy="1957001"/>
            </a:xfrm>
            <a:custGeom>
              <a:avLst/>
              <a:gdLst/>
              <a:ahLst/>
              <a:cxnLst/>
              <a:rect l="0" t="0" r="0" b="0"/>
              <a:pathLst>
                <a:path w="1695462" h="1957001">
                  <a:moveTo>
                    <a:pt x="452312" y="1658135"/>
                  </a:moveTo>
                  <a:lnTo>
                    <a:pt x="419043" y="1627675"/>
                  </a:lnTo>
                  <a:lnTo>
                    <a:pt x="456930" y="1662435"/>
                  </a:lnTo>
                  <a:close/>
                  <a:moveTo>
                    <a:pt x="414819" y="1610899"/>
                  </a:moveTo>
                  <a:lnTo>
                    <a:pt x="419043" y="1627675"/>
                  </a:lnTo>
                  <a:lnTo>
                    <a:pt x="452312" y="1658135"/>
                  </a:lnTo>
                  <a:close/>
                  <a:moveTo>
                    <a:pt x="456930" y="1662435"/>
                  </a:moveTo>
                  <a:lnTo>
                    <a:pt x="527707" y="1640058"/>
                  </a:lnTo>
                  <a:lnTo>
                    <a:pt x="452312" y="1658135"/>
                  </a:lnTo>
                  <a:close/>
                  <a:moveTo>
                    <a:pt x="452312" y="1658135"/>
                  </a:moveTo>
                  <a:lnTo>
                    <a:pt x="527707" y="1640058"/>
                  </a:lnTo>
                  <a:lnTo>
                    <a:pt x="528014" y="1631592"/>
                  </a:lnTo>
                  <a:close/>
                  <a:moveTo>
                    <a:pt x="452312" y="1658135"/>
                  </a:moveTo>
                  <a:lnTo>
                    <a:pt x="528014" y="1631592"/>
                  </a:lnTo>
                  <a:lnTo>
                    <a:pt x="476889" y="1615123"/>
                  </a:lnTo>
                  <a:close/>
                  <a:moveTo>
                    <a:pt x="527707" y="1640058"/>
                  </a:moveTo>
                  <a:lnTo>
                    <a:pt x="538219" y="1638341"/>
                  </a:lnTo>
                  <a:lnTo>
                    <a:pt x="528014" y="1631592"/>
                  </a:lnTo>
                  <a:close/>
                  <a:moveTo>
                    <a:pt x="440688" y="1586805"/>
                  </a:moveTo>
                  <a:lnTo>
                    <a:pt x="452312" y="1658135"/>
                  </a:lnTo>
                  <a:lnTo>
                    <a:pt x="476889" y="1615123"/>
                  </a:lnTo>
                  <a:close/>
                  <a:moveTo>
                    <a:pt x="440688" y="1586805"/>
                  </a:moveTo>
                  <a:lnTo>
                    <a:pt x="414819" y="1610899"/>
                  </a:lnTo>
                  <a:lnTo>
                    <a:pt x="452312" y="1658135"/>
                  </a:lnTo>
                  <a:close/>
                  <a:moveTo>
                    <a:pt x="440688" y="1586805"/>
                  </a:moveTo>
                  <a:lnTo>
                    <a:pt x="399713" y="1559362"/>
                  </a:lnTo>
                  <a:lnTo>
                    <a:pt x="414819" y="1610899"/>
                  </a:lnTo>
                  <a:close/>
                  <a:moveTo>
                    <a:pt x="538219" y="1638341"/>
                  </a:moveTo>
                  <a:lnTo>
                    <a:pt x="579496" y="1649400"/>
                  </a:lnTo>
                  <a:lnTo>
                    <a:pt x="584573" y="1631809"/>
                  </a:lnTo>
                  <a:close/>
                  <a:moveTo>
                    <a:pt x="584573" y="1631809"/>
                  </a:moveTo>
                  <a:lnTo>
                    <a:pt x="528014" y="1631592"/>
                  </a:lnTo>
                  <a:lnTo>
                    <a:pt x="538219" y="1638341"/>
                  </a:lnTo>
                  <a:close/>
                  <a:moveTo>
                    <a:pt x="528650" y="1576549"/>
                  </a:moveTo>
                  <a:lnTo>
                    <a:pt x="528014" y="1631592"/>
                  </a:lnTo>
                  <a:lnTo>
                    <a:pt x="584573" y="1631809"/>
                  </a:lnTo>
                  <a:close/>
                  <a:moveTo>
                    <a:pt x="576841" y="1575352"/>
                  </a:moveTo>
                  <a:lnTo>
                    <a:pt x="528650" y="1576549"/>
                  </a:lnTo>
                  <a:lnTo>
                    <a:pt x="584573" y="1631809"/>
                  </a:lnTo>
                  <a:close/>
                  <a:moveTo>
                    <a:pt x="528650" y="1576549"/>
                  </a:moveTo>
                  <a:lnTo>
                    <a:pt x="476889" y="1615123"/>
                  </a:lnTo>
                  <a:lnTo>
                    <a:pt x="528014" y="1631592"/>
                  </a:lnTo>
                  <a:close/>
                  <a:moveTo>
                    <a:pt x="566509" y="1511174"/>
                  </a:moveTo>
                  <a:lnTo>
                    <a:pt x="534688" y="1521648"/>
                  </a:lnTo>
                  <a:lnTo>
                    <a:pt x="575407" y="1513775"/>
                  </a:lnTo>
                  <a:close/>
                  <a:moveTo>
                    <a:pt x="575407" y="1513775"/>
                  </a:moveTo>
                  <a:lnTo>
                    <a:pt x="534688" y="1521648"/>
                  </a:lnTo>
                  <a:lnTo>
                    <a:pt x="528650" y="1576549"/>
                  </a:lnTo>
                  <a:close/>
                  <a:moveTo>
                    <a:pt x="575407" y="1513775"/>
                  </a:moveTo>
                  <a:lnTo>
                    <a:pt x="528650" y="1576549"/>
                  </a:lnTo>
                  <a:lnTo>
                    <a:pt x="576841" y="1575352"/>
                  </a:lnTo>
                  <a:close/>
                  <a:moveTo>
                    <a:pt x="50232" y="946704"/>
                  </a:moveTo>
                  <a:lnTo>
                    <a:pt x="52790" y="942646"/>
                  </a:lnTo>
                  <a:lnTo>
                    <a:pt x="0" y="919951"/>
                  </a:lnTo>
                  <a:close/>
                  <a:moveTo>
                    <a:pt x="50232" y="946704"/>
                  </a:moveTo>
                  <a:lnTo>
                    <a:pt x="54374" y="944272"/>
                  </a:lnTo>
                  <a:lnTo>
                    <a:pt x="52790" y="942646"/>
                  </a:lnTo>
                  <a:close/>
                  <a:moveTo>
                    <a:pt x="582540" y="1511174"/>
                  </a:moveTo>
                  <a:lnTo>
                    <a:pt x="612887" y="1562711"/>
                  </a:lnTo>
                  <a:lnTo>
                    <a:pt x="639483" y="1538617"/>
                  </a:lnTo>
                  <a:close/>
                  <a:moveTo>
                    <a:pt x="551743" y="1450514"/>
                  </a:moveTo>
                  <a:lnTo>
                    <a:pt x="575450" y="1499371"/>
                  </a:lnTo>
                  <a:lnTo>
                    <a:pt x="586956" y="1441643"/>
                  </a:lnTo>
                  <a:close/>
                  <a:moveTo>
                    <a:pt x="566509" y="1511174"/>
                  </a:moveTo>
                  <a:lnTo>
                    <a:pt x="575450" y="1499371"/>
                  </a:lnTo>
                  <a:lnTo>
                    <a:pt x="539504" y="1504982"/>
                  </a:lnTo>
                  <a:close/>
                  <a:moveTo>
                    <a:pt x="586956" y="1441643"/>
                  </a:moveTo>
                  <a:lnTo>
                    <a:pt x="575450" y="1499371"/>
                  </a:lnTo>
                  <a:lnTo>
                    <a:pt x="597260" y="1435544"/>
                  </a:lnTo>
                  <a:close/>
                  <a:moveTo>
                    <a:pt x="597260" y="1435544"/>
                  </a:moveTo>
                  <a:lnTo>
                    <a:pt x="582540" y="1511174"/>
                  </a:lnTo>
                  <a:lnTo>
                    <a:pt x="648906" y="1487080"/>
                  </a:lnTo>
                  <a:close/>
                  <a:moveTo>
                    <a:pt x="25829" y="841845"/>
                  </a:moveTo>
                  <a:lnTo>
                    <a:pt x="60115" y="875927"/>
                  </a:lnTo>
                  <a:lnTo>
                    <a:pt x="88439" y="868641"/>
                  </a:lnTo>
                  <a:close/>
                  <a:moveTo>
                    <a:pt x="26611" y="841198"/>
                  </a:moveTo>
                  <a:lnTo>
                    <a:pt x="25829" y="841845"/>
                  </a:lnTo>
                  <a:lnTo>
                    <a:pt x="88439" y="868641"/>
                  </a:lnTo>
                  <a:close/>
                  <a:moveTo>
                    <a:pt x="380297" y="1158859"/>
                  </a:moveTo>
                  <a:lnTo>
                    <a:pt x="340787" y="1176131"/>
                  </a:lnTo>
                  <a:lnTo>
                    <a:pt x="390885" y="1102230"/>
                  </a:lnTo>
                  <a:close/>
                  <a:moveTo>
                    <a:pt x="191595" y="907743"/>
                  </a:moveTo>
                  <a:lnTo>
                    <a:pt x="210987" y="920178"/>
                  </a:lnTo>
                  <a:lnTo>
                    <a:pt x="200283" y="874944"/>
                  </a:lnTo>
                  <a:close/>
                  <a:moveTo>
                    <a:pt x="115474" y="806160"/>
                  </a:moveTo>
                  <a:lnTo>
                    <a:pt x="56197" y="816369"/>
                  </a:lnTo>
                  <a:lnTo>
                    <a:pt x="129350" y="857622"/>
                  </a:lnTo>
                  <a:close/>
                  <a:moveTo>
                    <a:pt x="93831" y="786516"/>
                  </a:moveTo>
                  <a:lnTo>
                    <a:pt x="56197" y="816369"/>
                  </a:lnTo>
                  <a:lnTo>
                    <a:pt x="115474" y="806160"/>
                  </a:lnTo>
                  <a:close/>
                  <a:moveTo>
                    <a:pt x="1190939" y="1902722"/>
                  </a:moveTo>
                  <a:lnTo>
                    <a:pt x="1150820" y="1926816"/>
                  </a:lnTo>
                  <a:lnTo>
                    <a:pt x="1224826" y="1954258"/>
                  </a:lnTo>
                  <a:close/>
                  <a:moveTo>
                    <a:pt x="1158129" y="1851185"/>
                  </a:moveTo>
                  <a:lnTo>
                    <a:pt x="1132500" y="1914876"/>
                  </a:lnTo>
                  <a:lnTo>
                    <a:pt x="1150820" y="1926816"/>
                  </a:lnTo>
                  <a:close/>
                  <a:moveTo>
                    <a:pt x="160151" y="665843"/>
                  </a:moveTo>
                  <a:lnTo>
                    <a:pt x="124260" y="614307"/>
                  </a:lnTo>
                  <a:lnTo>
                    <a:pt x="112813" y="682838"/>
                  </a:lnTo>
                  <a:close/>
                  <a:moveTo>
                    <a:pt x="124260" y="614307"/>
                  </a:moveTo>
                  <a:lnTo>
                    <a:pt x="113554" y="619493"/>
                  </a:lnTo>
                  <a:lnTo>
                    <a:pt x="112813" y="682838"/>
                  </a:lnTo>
                  <a:close/>
                  <a:moveTo>
                    <a:pt x="85318" y="586864"/>
                  </a:moveTo>
                  <a:lnTo>
                    <a:pt x="113554" y="619493"/>
                  </a:lnTo>
                  <a:lnTo>
                    <a:pt x="124260" y="614307"/>
                  </a:lnTo>
                  <a:close/>
                  <a:moveTo>
                    <a:pt x="1224826" y="1954258"/>
                  </a:moveTo>
                  <a:lnTo>
                    <a:pt x="1222460" y="1957001"/>
                  </a:lnTo>
                  <a:lnTo>
                    <a:pt x="1226222" y="1955710"/>
                  </a:lnTo>
                  <a:close/>
                  <a:moveTo>
                    <a:pt x="1224826" y="1954258"/>
                  </a:moveTo>
                  <a:lnTo>
                    <a:pt x="1226222" y="1955710"/>
                  </a:lnTo>
                  <a:lnTo>
                    <a:pt x="1227231" y="1953122"/>
                  </a:lnTo>
                  <a:close/>
                  <a:moveTo>
                    <a:pt x="1190939" y="1902722"/>
                  </a:moveTo>
                  <a:lnTo>
                    <a:pt x="1224826" y="1954258"/>
                  </a:lnTo>
                  <a:lnTo>
                    <a:pt x="1227231" y="1953122"/>
                  </a:lnTo>
                  <a:close/>
                  <a:moveTo>
                    <a:pt x="1232498" y="1886098"/>
                  </a:moveTo>
                  <a:lnTo>
                    <a:pt x="1227231" y="1953122"/>
                  </a:lnTo>
                  <a:lnTo>
                    <a:pt x="1249228" y="1954258"/>
                  </a:lnTo>
                  <a:close/>
                  <a:moveTo>
                    <a:pt x="1219651" y="1833799"/>
                  </a:moveTo>
                  <a:lnTo>
                    <a:pt x="1256148" y="1902722"/>
                  </a:lnTo>
                  <a:lnTo>
                    <a:pt x="1281046" y="1851112"/>
                  </a:lnTo>
                  <a:close/>
                  <a:moveTo>
                    <a:pt x="568519" y="1017433"/>
                  </a:moveTo>
                  <a:lnTo>
                    <a:pt x="532908" y="1008402"/>
                  </a:lnTo>
                  <a:lnTo>
                    <a:pt x="592266" y="1022644"/>
                  </a:lnTo>
                  <a:close/>
                  <a:moveTo>
                    <a:pt x="532908" y="1008402"/>
                  </a:moveTo>
                  <a:lnTo>
                    <a:pt x="543852" y="1016309"/>
                  </a:lnTo>
                  <a:lnTo>
                    <a:pt x="592266" y="1022644"/>
                  </a:lnTo>
                  <a:close/>
                  <a:moveTo>
                    <a:pt x="403009" y="923526"/>
                  </a:moveTo>
                  <a:lnTo>
                    <a:pt x="455460" y="907897"/>
                  </a:lnTo>
                  <a:lnTo>
                    <a:pt x="398262" y="871990"/>
                  </a:lnTo>
                  <a:close/>
                  <a:moveTo>
                    <a:pt x="493546" y="852174"/>
                  </a:moveTo>
                  <a:lnTo>
                    <a:pt x="455460" y="907897"/>
                  </a:lnTo>
                  <a:lnTo>
                    <a:pt x="507987" y="903176"/>
                  </a:lnTo>
                  <a:close/>
                  <a:moveTo>
                    <a:pt x="1327223" y="1930165"/>
                  </a:moveTo>
                  <a:lnTo>
                    <a:pt x="1297840" y="1878628"/>
                  </a:lnTo>
                  <a:lnTo>
                    <a:pt x="1310732" y="1898459"/>
                  </a:lnTo>
                  <a:close/>
                  <a:moveTo>
                    <a:pt x="1369952" y="1906070"/>
                  </a:moveTo>
                  <a:lnTo>
                    <a:pt x="1356000" y="1956674"/>
                  </a:lnTo>
                  <a:lnTo>
                    <a:pt x="1382799" y="1921969"/>
                  </a:lnTo>
                  <a:close/>
                  <a:moveTo>
                    <a:pt x="1369952" y="1906070"/>
                  </a:moveTo>
                  <a:lnTo>
                    <a:pt x="1327223" y="1930165"/>
                  </a:lnTo>
                  <a:lnTo>
                    <a:pt x="1356000" y="1956674"/>
                  </a:lnTo>
                  <a:close/>
                  <a:moveTo>
                    <a:pt x="792541" y="1137481"/>
                  </a:moveTo>
                  <a:lnTo>
                    <a:pt x="801167" y="1144762"/>
                  </a:lnTo>
                  <a:lnTo>
                    <a:pt x="847454" y="1193563"/>
                  </a:lnTo>
                  <a:close/>
                  <a:moveTo>
                    <a:pt x="724666" y="1091938"/>
                  </a:moveTo>
                  <a:lnTo>
                    <a:pt x="716418" y="1137474"/>
                  </a:lnTo>
                  <a:lnTo>
                    <a:pt x="792541" y="1137481"/>
                  </a:lnTo>
                  <a:close/>
                  <a:moveTo>
                    <a:pt x="715846" y="1029948"/>
                  </a:moveTo>
                  <a:lnTo>
                    <a:pt x="685143" y="1060321"/>
                  </a:lnTo>
                  <a:lnTo>
                    <a:pt x="722116" y="1031268"/>
                  </a:lnTo>
                  <a:close/>
                  <a:moveTo>
                    <a:pt x="577128" y="947690"/>
                  </a:moveTo>
                  <a:lnTo>
                    <a:pt x="540751" y="939282"/>
                  </a:lnTo>
                  <a:lnTo>
                    <a:pt x="536246" y="987870"/>
                  </a:lnTo>
                  <a:close/>
                  <a:moveTo>
                    <a:pt x="521904" y="899432"/>
                  </a:moveTo>
                  <a:lnTo>
                    <a:pt x="593933" y="893978"/>
                  </a:lnTo>
                  <a:lnTo>
                    <a:pt x="552571" y="875339"/>
                  </a:lnTo>
                  <a:close/>
                  <a:moveTo>
                    <a:pt x="232535" y="535984"/>
                  </a:moveTo>
                  <a:lnTo>
                    <a:pt x="236627" y="538676"/>
                  </a:lnTo>
                  <a:lnTo>
                    <a:pt x="228453" y="535793"/>
                  </a:lnTo>
                  <a:close/>
                  <a:moveTo>
                    <a:pt x="1433272" y="1899561"/>
                  </a:moveTo>
                  <a:lnTo>
                    <a:pt x="1382308" y="1903012"/>
                  </a:lnTo>
                  <a:lnTo>
                    <a:pt x="1382799" y="1921969"/>
                  </a:lnTo>
                  <a:close/>
                  <a:moveTo>
                    <a:pt x="1382308" y="1903012"/>
                  </a:moveTo>
                  <a:lnTo>
                    <a:pt x="1433272" y="1899561"/>
                  </a:lnTo>
                  <a:lnTo>
                    <a:pt x="1425837" y="1842863"/>
                  </a:lnTo>
                  <a:close/>
                  <a:moveTo>
                    <a:pt x="1190918" y="1553914"/>
                  </a:moveTo>
                  <a:lnTo>
                    <a:pt x="1155084" y="1534594"/>
                  </a:lnTo>
                  <a:lnTo>
                    <a:pt x="1176598" y="1545314"/>
                  </a:lnTo>
                  <a:close/>
                  <a:moveTo>
                    <a:pt x="1224522" y="1544654"/>
                  </a:moveTo>
                  <a:lnTo>
                    <a:pt x="1176386" y="1539359"/>
                  </a:lnTo>
                  <a:lnTo>
                    <a:pt x="1190918" y="1553914"/>
                  </a:lnTo>
                  <a:close/>
                  <a:moveTo>
                    <a:pt x="1176598" y="1545314"/>
                  </a:moveTo>
                  <a:lnTo>
                    <a:pt x="1155084" y="1534594"/>
                  </a:lnTo>
                  <a:lnTo>
                    <a:pt x="1141572" y="1493778"/>
                  </a:lnTo>
                  <a:close/>
                  <a:moveTo>
                    <a:pt x="1224522" y="1544654"/>
                  </a:moveTo>
                  <a:lnTo>
                    <a:pt x="1190918" y="1553914"/>
                  </a:lnTo>
                  <a:lnTo>
                    <a:pt x="1277316" y="1567366"/>
                  </a:lnTo>
                  <a:close/>
                  <a:moveTo>
                    <a:pt x="1125850" y="1485313"/>
                  </a:moveTo>
                  <a:lnTo>
                    <a:pt x="1141572" y="1493778"/>
                  </a:lnTo>
                  <a:lnTo>
                    <a:pt x="1153771" y="1454805"/>
                  </a:lnTo>
                  <a:close/>
                  <a:moveTo>
                    <a:pt x="1136006" y="1418147"/>
                  </a:moveTo>
                  <a:lnTo>
                    <a:pt x="1125850" y="1485313"/>
                  </a:lnTo>
                  <a:lnTo>
                    <a:pt x="1153771" y="1454805"/>
                  </a:lnTo>
                  <a:close/>
                  <a:moveTo>
                    <a:pt x="830677" y="1169220"/>
                  </a:moveTo>
                  <a:lnTo>
                    <a:pt x="848587" y="1184558"/>
                  </a:lnTo>
                  <a:lnTo>
                    <a:pt x="801167" y="1144762"/>
                  </a:lnTo>
                  <a:close/>
                  <a:moveTo>
                    <a:pt x="686354" y="1022359"/>
                  </a:moveTo>
                  <a:lnTo>
                    <a:pt x="685143" y="1060321"/>
                  </a:lnTo>
                  <a:lnTo>
                    <a:pt x="715846" y="1029948"/>
                  </a:lnTo>
                  <a:close/>
                  <a:moveTo>
                    <a:pt x="649839" y="863817"/>
                  </a:moveTo>
                  <a:lnTo>
                    <a:pt x="593933" y="893978"/>
                  </a:lnTo>
                  <a:lnTo>
                    <a:pt x="648781" y="924370"/>
                  </a:lnTo>
                  <a:close/>
                  <a:moveTo>
                    <a:pt x="649839" y="863817"/>
                  </a:moveTo>
                  <a:lnTo>
                    <a:pt x="600621" y="865848"/>
                  </a:lnTo>
                  <a:lnTo>
                    <a:pt x="593933" y="893978"/>
                  </a:lnTo>
                  <a:close/>
                  <a:moveTo>
                    <a:pt x="600621" y="865848"/>
                  </a:moveTo>
                  <a:lnTo>
                    <a:pt x="640026" y="809052"/>
                  </a:lnTo>
                  <a:lnTo>
                    <a:pt x="597150" y="805927"/>
                  </a:lnTo>
                  <a:close/>
                  <a:moveTo>
                    <a:pt x="560275" y="799708"/>
                  </a:moveTo>
                  <a:lnTo>
                    <a:pt x="597150" y="805927"/>
                  </a:lnTo>
                  <a:lnTo>
                    <a:pt x="541393" y="750531"/>
                  </a:lnTo>
                  <a:close/>
                  <a:moveTo>
                    <a:pt x="1159323" y="1475562"/>
                  </a:moveTo>
                  <a:lnTo>
                    <a:pt x="1155084" y="1534594"/>
                  </a:lnTo>
                  <a:lnTo>
                    <a:pt x="1146030" y="1521220"/>
                  </a:lnTo>
                  <a:close/>
                  <a:moveTo>
                    <a:pt x="1490663" y="1765400"/>
                  </a:moveTo>
                  <a:lnTo>
                    <a:pt x="1432393" y="1774790"/>
                  </a:lnTo>
                  <a:lnTo>
                    <a:pt x="1431392" y="1794077"/>
                  </a:lnTo>
                  <a:close/>
                  <a:moveTo>
                    <a:pt x="1339415" y="1561426"/>
                  </a:moveTo>
                  <a:lnTo>
                    <a:pt x="1277316" y="1567366"/>
                  </a:lnTo>
                  <a:lnTo>
                    <a:pt x="1288191" y="1572757"/>
                  </a:lnTo>
                  <a:close/>
                  <a:moveTo>
                    <a:pt x="1285603" y="1504449"/>
                  </a:moveTo>
                  <a:lnTo>
                    <a:pt x="1277316" y="1567366"/>
                  </a:lnTo>
                  <a:lnTo>
                    <a:pt x="1339415" y="1561426"/>
                  </a:lnTo>
                  <a:close/>
                  <a:moveTo>
                    <a:pt x="1231638" y="1510340"/>
                  </a:moveTo>
                  <a:lnTo>
                    <a:pt x="1176386" y="1539359"/>
                  </a:lnTo>
                  <a:lnTo>
                    <a:pt x="1224522" y="1544654"/>
                  </a:lnTo>
                  <a:close/>
                  <a:moveTo>
                    <a:pt x="1285603" y="1504449"/>
                  </a:moveTo>
                  <a:lnTo>
                    <a:pt x="1224522" y="1544654"/>
                  </a:lnTo>
                  <a:lnTo>
                    <a:pt x="1277316" y="1567366"/>
                  </a:lnTo>
                  <a:close/>
                  <a:moveTo>
                    <a:pt x="1285603" y="1504449"/>
                  </a:moveTo>
                  <a:lnTo>
                    <a:pt x="1231638" y="1510340"/>
                  </a:lnTo>
                  <a:lnTo>
                    <a:pt x="1224522" y="1544654"/>
                  </a:lnTo>
                  <a:close/>
                  <a:moveTo>
                    <a:pt x="1136006" y="1418147"/>
                  </a:moveTo>
                  <a:lnTo>
                    <a:pt x="1153771" y="1454805"/>
                  </a:lnTo>
                  <a:lnTo>
                    <a:pt x="1151430" y="1412079"/>
                  </a:lnTo>
                  <a:close/>
                  <a:moveTo>
                    <a:pt x="1136006" y="1418147"/>
                  </a:moveTo>
                  <a:lnTo>
                    <a:pt x="1151430" y="1412079"/>
                  </a:lnTo>
                  <a:lnTo>
                    <a:pt x="1155531" y="1342517"/>
                  </a:lnTo>
                  <a:close/>
                  <a:moveTo>
                    <a:pt x="1151430" y="1412079"/>
                  </a:moveTo>
                  <a:lnTo>
                    <a:pt x="1153771" y="1454805"/>
                  </a:lnTo>
                  <a:lnTo>
                    <a:pt x="1160986" y="1418147"/>
                  </a:lnTo>
                  <a:close/>
                  <a:moveTo>
                    <a:pt x="1151430" y="1412079"/>
                  </a:moveTo>
                  <a:lnTo>
                    <a:pt x="1160986" y="1418147"/>
                  </a:lnTo>
                  <a:lnTo>
                    <a:pt x="1162829" y="1353772"/>
                  </a:lnTo>
                  <a:close/>
                  <a:moveTo>
                    <a:pt x="729316" y="837186"/>
                  </a:moveTo>
                  <a:lnTo>
                    <a:pt x="748747" y="853650"/>
                  </a:lnTo>
                  <a:lnTo>
                    <a:pt x="745703" y="902781"/>
                  </a:lnTo>
                  <a:close/>
                  <a:moveTo>
                    <a:pt x="1558023" y="1685877"/>
                  </a:moveTo>
                  <a:lnTo>
                    <a:pt x="1499732" y="1740012"/>
                  </a:lnTo>
                  <a:lnTo>
                    <a:pt x="1547520" y="1744007"/>
                  </a:lnTo>
                  <a:close/>
                  <a:moveTo>
                    <a:pt x="1547520" y="1744007"/>
                  </a:moveTo>
                  <a:lnTo>
                    <a:pt x="1596585" y="1679179"/>
                  </a:lnTo>
                  <a:lnTo>
                    <a:pt x="1558023" y="1685877"/>
                  </a:lnTo>
                  <a:close/>
                  <a:moveTo>
                    <a:pt x="1271659" y="1369959"/>
                  </a:moveTo>
                  <a:lnTo>
                    <a:pt x="1268610" y="1399916"/>
                  </a:lnTo>
                  <a:lnTo>
                    <a:pt x="1300900" y="1385745"/>
                  </a:lnTo>
                  <a:close/>
                  <a:moveTo>
                    <a:pt x="1271659" y="1369959"/>
                  </a:moveTo>
                  <a:lnTo>
                    <a:pt x="1242962" y="1343801"/>
                  </a:lnTo>
                  <a:lnTo>
                    <a:pt x="1217605" y="1383893"/>
                  </a:lnTo>
                  <a:close/>
                  <a:moveTo>
                    <a:pt x="1059601" y="1072296"/>
                  </a:moveTo>
                  <a:lnTo>
                    <a:pt x="1048740" y="1018382"/>
                  </a:lnTo>
                  <a:lnTo>
                    <a:pt x="1017504" y="1068537"/>
                  </a:lnTo>
                  <a:close/>
                  <a:moveTo>
                    <a:pt x="758226" y="724077"/>
                  </a:moveTo>
                  <a:lnTo>
                    <a:pt x="777107" y="773572"/>
                  </a:lnTo>
                  <a:lnTo>
                    <a:pt x="746339" y="709747"/>
                  </a:lnTo>
                  <a:close/>
                  <a:moveTo>
                    <a:pt x="1596585" y="1679179"/>
                  </a:moveTo>
                  <a:lnTo>
                    <a:pt x="1616217" y="1691276"/>
                  </a:lnTo>
                  <a:lnTo>
                    <a:pt x="1620630" y="1672960"/>
                  </a:lnTo>
                  <a:close/>
                  <a:moveTo>
                    <a:pt x="1271659" y="1369959"/>
                  </a:moveTo>
                  <a:lnTo>
                    <a:pt x="1300900" y="1385745"/>
                  </a:lnTo>
                  <a:lnTo>
                    <a:pt x="1309546" y="1359498"/>
                  </a:lnTo>
                  <a:close/>
                  <a:moveTo>
                    <a:pt x="1363207" y="1353855"/>
                  </a:moveTo>
                  <a:lnTo>
                    <a:pt x="1309546" y="1359498"/>
                  </a:lnTo>
                  <a:lnTo>
                    <a:pt x="1300900" y="1385745"/>
                  </a:lnTo>
                  <a:close/>
                  <a:moveTo>
                    <a:pt x="1363207" y="1353855"/>
                  </a:moveTo>
                  <a:lnTo>
                    <a:pt x="1304652" y="1300734"/>
                  </a:lnTo>
                  <a:lnTo>
                    <a:pt x="1309546" y="1359498"/>
                  </a:lnTo>
                  <a:close/>
                  <a:moveTo>
                    <a:pt x="1254177" y="1303787"/>
                  </a:moveTo>
                  <a:lnTo>
                    <a:pt x="1304652" y="1300734"/>
                  </a:lnTo>
                  <a:lnTo>
                    <a:pt x="1276296" y="1293756"/>
                  </a:lnTo>
                  <a:close/>
                  <a:moveTo>
                    <a:pt x="1629149" y="1603549"/>
                  </a:moveTo>
                  <a:lnTo>
                    <a:pt x="1692163" y="1652788"/>
                  </a:lnTo>
                  <a:lnTo>
                    <a:pt x="1695462" y="1587362"/>
                  </a:lnTo>
                  <a:close/>
                  <a:moveTo>
                    <a:pt x="868729" y="674325"/>
                  </a:moveTo>
                  <a:lnTo>
                    <a:pt x="840219" y="600259"/>
                  </a:lnTo>
                  <a:lnTo>
                    <a:pt x="834395" y="601512"/>
                  </a:lnTo>
                  <a:close/>
                  <a:moveTo>
                    <a:pt x="948769" y="584492"/>
                  </a:moveTo>
                  <a:lnTo>
                    <a:pt x="891204" y="632218"/>
                  </a:lnTo>
                  <a:lnTo>
                    <a:pt x="939113" y="636667"/>
                  </a:lnTo>
                  <a:close/>
                  <a:moveTo>
                    <a:pt x="948769" y="584492"/>
                  </a:moveTo>
                  <a:lnTo>
                    <a:pt x="905453" y="581726"/>
                  </a:lnTo>
                  <a:lnTo>
                    <a:pt x="891204" y="632218"/>
                  </a:lnTo>
                  <a:close/>
                  <a:moveTo>
                    <a:pt x="989283" y="576165"/>
                  </a:moveTo>
                  <a:lnTo>
                    <a:pt x="948769" y="584492"/>
                  </a:lnTo>
                  <a:lnTo>
                    <a:pt x="939113" y="636667"/>
                  </a:lnTo>
                  <a:close/>
                  <a:moveTo>
                    <a:pt x="710422" y="287861"/>
                  </a:moveTo>
                  <a:lnTo>
                    <a:pt x="677752" y="276439"/>
                  </a:lnTo>
                  <a:lnTo>
                    <a:pt x="747337" y="308780"/>
                  </a:lnTo>
                  <a:close/>
                  <a:moveTo>
                    <a:pt x="1258288" y="773741"/>
                  </a:moveTo>
                  <a:lnTo>
                    <a:pt x="1284381" y="784386"/>
                  </a:lnTo>
                  <a:lnTo>
                    <a:pt x="1317538" y="809754"/>
                  </a:lnTo>
                  <a:close/>
                  <a:moveTo>
                    <a:pt x="1088956" y="679239"/>
                  </a:moveTo>
                  <a:lnTo>
                    <a:pt x="1119758" y="692915"/>
                  </a:lnTo>
                  <a:lnTo>
                    <a:pt x="1093026" y="668664"/>
                  </a:lnTo>
                  <a:close/>
                  <a:moveTo>
                    <a:pt x="1120088" y="709406"/>
                  </a:moveTo>
                  <a:lnTo>
                    <a:pt x="1160854" y="714247"/>
                  </a:lnTo>
                  <a:lnTo>
                    <a:pt x="1088956" y="679239"/>
                  </a:lnTo>
                  <a:close/>
                  <a:moveTo>
                    <a:pt x="1016672" y="504527"/>
                  </a:moveTo>
                  <a:lnTo>
                    <a:pt x="961934" y="511046"/>
                  </a:lnTo>
                  <a:lnTo>
                    <a:pt x="989283" y="576165"/>
                  </a:lnTo>
                  <a:close/>
                  <a:moveTo>
                    <a:pt x="989283" y="576165"/>
                  </a:moveTo>
                  <a:lnTo>
                    <a:pt x="961934" y="511046"/>
                  </a:lnTo>
                  <a:lnTo>
                    <a:pt x="947884" y="534563"/>
                  </a:lnTo>
                  <a:close/>
                  <a:moveTo>
                    <a:pt x="978590" y="514466"/>
                  </a:moveTo>
                  <a:lnTo>
                    <a:pt x="1023968" y="509451"/>
                  </a:lnTo>
                  <a:lnTo>
                    <a:pt x="989283" y="576165"/>
                  </a:lnTo>
                  <a:close/>
                  <a:moveTo>
                    <a:pt x="961934" y="511046"/>
                  </a:moveTo>
                  <a:lnTo>
                    <a:pt x="979773" y="479110"/>
                  </a:lnTo>
                  <a:lnTo>
                    <a:pt x="940141" y="505612"/>
                  </a:lnTo>
                  <a:close/>
                  <a:moveTo>
                    <a:pt x="961934" y="511046"/>
                  </a:moveTo>
                  <a:lnTo>
                    <a:pt x="1016672" y="504527"/>
                  </a:lnTo>
                  <a:lnTo>
                    <a:pt x="979773" y="479110"/>
                  </a:lnTo>
                  <a:close/>
                  <a:moveTo>
                    <a:pt x="1058638" y="508392"/>
                  </a:moveTo>
                  <a:lnTo>
                    <a:pt x="1016672" y="504527"/>
                  </a:lnTo>
                  <a:lnTo>
                    <a:pt x="1073217" y="518908"/>
                  </a:lnTo>
                  <a:close/>
                  <a:moveTo>
                    <a:pt x="1016672" y="504527"/>
                  </a:moveTo>
                  <a:lnTo>
                    <a:pt x="1023968" y="509451"/>
                  </a:lnTo>
                  <a:lnTo>
                    <a:pt x="1073217" y="518908"/>
                  </a:lnTo>
                  <a:close/>
                  <a:moveTo>
                    <a:pt x="798578" y="316916"/>
                  </a:moveTo>
                  <a:lnTo>
                    <a:pt x="828247" y="355539"/>
                  </a:lnTo>
                  <a:lnTo>
                    <a:pt x="851004" y="312277"/>
                  </a:lnTo>
                  <a:close/>
                  <a:moveTo>
                    <a:pt x="754142" y="315060"/>
                  </a:moveTo>
                  <a:lnTo>
                    <a:pt x="828247" y="355539"/>
                  </a:lnTo>
                  <a:lnTo>
                    <a:pt x="798578" y="316916"/>
                  </a:lnTo>
                  <a:close/>
                  <a:moveTo>
                    <a:pt x="754142" y="315060"/>
                  </a:moveTo>
                  <a:lnTo>
                    <a:pt x="794642" y="310966"/>
                  </a:lnTo>
                  <a:lnTo>
                    <a:pt x="747337" y="308780"/>
                  </a:lnTo>
                  <a:close/>
                  <a:moveTo>
                    <a:pt x="1396612" y="950240"/>
                  </a:moveTo>
                  <a:lnTo>
                    <a:pt x="1440168" y="952812"/>
                  </a:lnTo>
                  <a:lnTo>
                    <a:pt x="1417374" y="932271"/>
                  </a:lnTo>
                  <a:close/>
                  <a:moveTo>
                    <a:pt x="1440168" y="952812"/>
                  </a:moveTo>
                  <a:lnTo>
                    <a:pt x="1472644" y="964236"/>
                  </a:lnTo>
                  <a:lnTo>
                    <a:pt x="1417374" y="932271"/>
                  </a:lnTo>
                  <a:close/>
                  <a:moveTo>
                    <a:pt x="978332" y="270294"/>
                  </a:moveTo>
                  <a:lnTo>
                    <a:pt x="945595" y="294388"/>
                  </a:lnTo>
                  <a:lnTo>
                    <a:pt x="978091" y="321831"/>
                  </a:lnTo>
                  <a:close/>
                  <a:moveTo>
                    <a:pt x="949446" y="218758"/>
                  </a:moveTo>
                  <a:lnTo>
                    <a:pt x="945595" y="294388"/>
                  </a:lnTo>
                  <a:lnTo>
                    <a:pt x="978332" y="270294"/>
                  </a:lnTo>
                  <a:close/>
                  <a:moveTo>
                    <a:pt x="1148584" y="491113"/>
                  </a:moveTo>
                  <a:lnTo>
                    <a:pt x="1112416" y="476441"/>
                  </a:lnTo>
                  <a:lnTo>
                    <a:pt x="1181470" y="479168"/>
                  </a:lnTo>
                  <a:close/>
                  <a:moveTo>
                    <a:pt x="978332" y="270294"/>
                  </a:moveTo>
                  <a:lnTo>
                    <a:pt x="977554" y="240792"/>
                  </a:lnTo>
                  <a:lnTo>
                    <a:pt x="994420" y="194664"/>
                  </a:lnTo>
                  <a:close/>
                  <a:moveTo>
                    <a:pt x="978332" y="270294"/>
                  </a:moveTo>
                  <a:lnTo>
                    <a:pt x="994420" y="194664"/>
                  </a:lnTo>
                  <a:lnTo>
                    <a:pt x="949446" y="218758"/>
                  </a:lnTo>
                  <a:close/>
                  <a:moveTo>
                    <a:pt x="949446" y="218758"/>
                  </a:moveTo>
                  <a:lnTo>
                    <a:pt x="994420" y="194664"/>
                  </a:lnTo>
                  <a:lnTo>
                    <a:pt x="931408" y="203161"/>
                  </a:lnTo>
                  <a:close/>
                  <a:moveTo>
                    <a:pt x="1363469" y="531326"/>
                  </a:moveTo>
                  <a:lnTo>
                    <a:pt x="1322938" y="479789"/>
                  </a:lnTo>
                  <a:lnTo>
                    <a:pt x="1311137" y="542548"/>
                  </a:lnTo>
                  <a:close/>
                  <a:moveTo>
                    <a:pt x="1124841" y="297737"/>
                  </a:moveTo>
                  <a:lnTo>
                    <a:pt x="1104467" y="282906"/>
                  </a:lnTo>
                  <a:lnTo>
                    <a:pt x="1134133" y="302186"/>
                  </a:lnTo>
                  <a:close/>
                  <a:moveTo>
                    <a:pt x="1134133" y="302186"/>
                  </a:moveTo>
                  <a:lnTo>
                    <a:pt x="1104467" y="282906"/>
                  </a:lnTo>
                  <a:lnTo>
                    <a:pt x="1123611" y="302622"/>
                  </a:lnTo>
                  <a:close/>
                  <a:moveTo>
                    <a:pt x="1079850" y="240176"/>
                  </a:moveTo>
                  <a:lnTo>
                    <a:pt x="1124841" y="297737"/>
                  </a:lnTo>
                  <a:lnTo>
                    <a:pt x="1087425" y="246200"/>
                  </a:lnTo>
                  <a:close/>
                  <a:moveTo>
                    <a:pt x="1041043" y="168588"/>
                  </a:moveTo>
                  <a:lnTo>
                    <a:pt x="1037824" y="173617"/>
                  </a:lnTo>
                  <a:lnTo>
                    <a:pt x="1056268" y="185737"/>
                  </a:lnTo>
                  <a:close/>
                  <a:moveTo>
                    <a:pt x="1183923" y="168788"/>
                  </a:moveTo>
                  <a:lnTo>
                    <a:pt x="1222354" y="187552"/>
                  </a:lnTo>
                  <a:lnTo>
                    <a:pt x="1150132" y="158278"/>
                  </a:lnTo>
                  <a:close/>
                  <a:moveTo>
                    <a:pt x="1285747" y="173919"/>
                  </a:moveTo>
                  <a:lnTo>
                    <a:pt x="1244433" y="135202"/>
                  </a:lnTo>
                  <a:lnTo>
                    <a:pt x="1222354" y="187552"/>
                  </a:lnTo>
                  <a:close/>
                  <a:moveTo>
                    <a:pt x="1222354" y="187552"/>
                  </a:moveTo>
                  <a:lnTo>
                    <a:pt x="1244433" y="135202"/>
                  </a:lnTo>
                  <a:lnTo>
                    <a:pt x="1166116" y="151962"/>
                  </a:lnTo>
                  <a:close/>
                  <a:moveTo>
                    <a:pt x="1237187" y="0"/>
                  </a:moveTo>
                  <a:lnTo>
                    <a:pt x="1291057" y="46751"/>
                  </a:lnTo>
                  <a:lnTo>
                    <a:pt x="1299911" y="497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74" name="Output_density__4273">
              <a:extLst>
                <a:ext uri="{FF2B5EF4-FFF2-40B4-BE49-F238E27FC236}">
                  <a16:creationId xmlns:a16="http://schemas.microsoft.com/office/drawing/2014/main" id="{289CB41B-205D-07CB-0F03-2F9E7FFAB95E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10993"/>
              <a:ext cx="1665552" cy="1957001"/>
            </a:xfrm>
            <a:custGeom>
              <a:avLst/>
              <a:gdLst/>
              <a:ahLst/>
              <a:cxnLst/>
              <a:rect l="0" t="0" r="0" b="0"/>
              <a:pathLst>
                <a:path w="1665552" h="1957001">
                  <a:moveTo>
                    <a:pt x="430319" y="1662435"/>
                  </a:moveTo>
                  <a:lnTo>
                    <a:pt x="482722" y="1696648"/>
                  </a:lnTo>
                  <a:lnTo>
                    <a:pt x="501096" y="1640058"/>
                  </a:lnTo>
                  <a:close/>
                  <a:moveTo>
                    <a:pt x="482722" y="1696648"/>
                  </a:moveTo>
                  <a:lnTo>
                    <a:pt x="511608" y="1638341"/>
                  </a:lnTo>
                  <a:lnTo>
                    <a:pt x="501096" y="1640058"/>
                  </a:lnTo>
                  <a:close/>
                  <a:moveTo>
                    <a:pt x="552885" y="1649400"/>
                  </a:moveTo>
                  <a:lnTo>
                    <a:pt x="511608" y="1638341"/>
                  </a:lnTo>
                  <a:lnTo>
                    <a:pt x="482722" y="1696648"/>
                  </a:lnTo>
                  <a:close/>
                  <a:moveTo>
                    <a:pt x="414077" y="1586805"/>
                  </a:moveTo>
                  <a:lnTo>
                    <a:pt x="369531" y="1545568"/>
                  </a:lnTo>
                  <a:lnTo>
                    <a:pt x="373102" y="1559362"/>
                  </a:lnTo>
                  <a:close/>
                  <a:moveTo>
                    <a:pt x="341771" y="1519007"/>
                  </a:moveTo>
                  <a:lnTo>
                    <a:pt x="373102" y="1559362"/>
                  </a:lnTo>
                  <a:lnTo>
                    <a:pt x="369531" y="1545568"/>
                  </a:lnTo>
                  <a:close/>
                  <a:moveTo>
                    <a:pt x="502039" y="1576549"/>
                  </a:moveTo>
                  <a:lnTo>
                    <a:pt x="456870" y="1575288"/>
                  </a:lnTo>
                  <a:lnTo>
                    <a:pt x="450278" y="1615123"/>
                  </a:lnTo>
                  <a:close/>
                  <a:moveTo>
                    <a:pt x="502039" y="1576549"/>
                  </a:moveTo>
                  <a:lnTo>
                    <a:pt x="508078" y="1521648"/>
                  </a:lnTo>
                  <a:lnTo>
                    <a:pt x="463333" y="1529033"/>
                  </a:lnTo>
                  <a:close/>
                  <a:moveTo>
                    <a:pt x="308971" y="1301253"/>
                  </a:moveTo>
                  <a:lnTo>
                    <a:pt x="266856" y="1277345"/>
                  </a:lnTo>
                  <a:lnTo>
                    <a:pt x="342730" y="1305028"/>
                  </a:lnTo>
                  <a:close/>
                  <a:moveTo>
                    <a:pt x="266986" y="1279176"/>
                  </a:moveTo>
                  <a:lnTo>
                    <a:pt x="304054" y="1309846"/>
                  </a:lnTo>
                  <a:lnTo>
                    <a:pt x="342730" y="1305028"/>
                  </a:lnTo>
                  <a:close/>
                  <a:moveTo>
                    <a:pt x="562" y="981767"/>
                  </a:moveTo>
                  <a:lnTo>
                    <a:pt x="27763" y="944272"/>
                  </a:lnTo>
                  <a:lnTo>
                    <a:pt x="23621" y="946704"/>
                  </a:lnTo>
                  <a:close/>
                  <a:moveTo>
                    <a:pt x="612872" y="1538617"/>
                  </a:moveTo>
                  <a:lnTo>
                    <a:pt x="586277" y="1562711"/>
                  </a:lnTo>
                  <a:lnTo>
                    <a:pt x="617367" y="1580910"/>
                  </a:lnTo>
                  <a:close/>
                  <a:moveTo>
                    <a:pt x="555930" y="1511174"/>
                  </a:moveTo>
                  <a:lnTo>
                    <a:pt x="612872" y="1538617"/>
                  </a:lnTo>
                  <a:lnTo>
                    <a:pt x="622295" y="1487080"/>
                  </a:lnTo>
                  <a:close/>
                  <a:moveTo>
                    <a:pt x="512893" y="1504982"/>
                  </a:moveTo>
                  <a:lnTo>
                    <a:pt x="508078" y="1521648"/>
                  </a:lnTo>
                  <a:lnTo>
                    <a:pt x="539898" y="1511174"/>
                  </a:lnTo>
                  <a:close/>
                  <a:moveTo>
                    <a:pt x="525133" y="1450514"/>
                  </a:moveTo>
                  <a:lnTo>
                    <a:pt x="560346" y="1441643"/>
                  </a:lnTo>
                  <a:lnTo>
                    <a:pt x="556076" y="1435544"/>
                  </a:lnTo>
                  <a:close/>
                  <a:moveTo>
                    <a:pt x="512893" y="1504982"/>
                  </a:moveTo>
                  <a:lnTo>
                    <a:pt x="548839" y="1499371"/>
                  </a:lnTo>
                  <a:lnTo>
                    <a:pt x="525133" y="1450514"/>
                  </a:lnTo>
                  <a:close/>
                  <a:moveTo>
                    <a:pt x="61828" y="868641"/>
                  </a:moveTo>
                  <a:lnTo>
                    <a:pt x="13903" y="829120"/>
                  </a:lnTo>
                  <a:lnTo>
                    <a:pt x="0" y="841198"/>
                  </a:lnTo>
                  <a:close/>
                  <a:moveTo>
                    <a:pt x="17335" y="774680"/>
                  </a:moveTo>
                  <a:lnTo>
                    <a:pt x="67220" y="786516"/>
                  </a:lnTo>
                  <a:lnTo>
                    <a:pt x="0" y="841198"/>
                  </a:lnTo>
                  <a:close/>
                  <a:moveTo>
                    <a:pt x="51415" y="773862"/>
                  </a:moveTo>
                  <a:lnTo>
                    <a:pt x="57674" y="750826"/>
                  </a:lnTo>
                  <a:lnTo>
                    <a:pt x="14863" y="765438"/>
                  </a:lnTo>
                  <a:close/>
                  <a:moveTo>
                    <a:pt x="570650" y="1435544"/>
                  </a:moveTo>
                  <a:lnTo>
                    <a:pt x="622295" y="1487080"/>
                  </a:lnTo>
                  <a:lnTo>
                    <a:pt x="570213" y="1433621"/>
                  </a:lnTo>
                  <a:close/>
                  <a:moveTo>
                    <a:pt x="593774" y="1384007"/>
                  </a:moveTo>
                  <a:lnTo>
                    <a:pt x="570650" y="1435544"/>
                  </a:lnTo>
                  <a:lnTo>
                    <a:pt x="562400" y="1377230"/>
                  </a:lnTo>
                  <a:close/>
                  <a:moveTo>
                    <a:pt x="182649" y="908509"/>
                  </a:moveTo>
                  <a:lnTo>
                    <a:pt x="184376" y="920178"/>
                  </a:lnTo>
                  <a:lnTo>
                    <a:pt x="164984" y="907743"/>
                  </a:lnTo>
                  <a:close/>
                  <a:moveTo>
                    <a:pt x="81637" y="705519"/>
                  </a:moveTo>
                  <a:lnTo>
                    <a:pt x="14863" y="765438"/>
                  </a:lnTo>
                  <a:lnTo>
                    <a:pt x="57674" y="750826"/>
                  </a:lnTo>
                  <a:close/>
                  <a:moveTo>
                    <a:pt x="1198216" y="1954258"/>
                  </a:moveTo>
                  <a:lnTo>
                    <a:pt x="1161219" y="1947069"/>
                  </a:lnTo>
                  <a:lnTo>
                    <a:pt x="1195850" y="1957001"/>
                  </a:lnTo>
                  <a:close/>
                  <a:moveTo>
                    <a:pt x="81637" y="705519"/>
                  </a:moveTo>
                  <a:lnTo>
                    <a:pt x="86202" y="682838"/>
                  </a:lnTo>
                  <a:lnTo>
                    <a:pt x="56595" y="741474"/>
                  </a:lnTo>
                  <a:close/>
                  <a:moveTo>
                    <a:pt x="54540" y="604207"/>
                  </a:moveTo>
                  <a:lnTo>
                    <a:pt x="88403" y="614307"/>
                  </a:lnTo>
                  <a:lnTo>
                    <a:pt x="86943" y="619493"/>
                  </a:lnTo>
                  <a:close/>
                  <a:moveTo>
                    <a:pt x="1222617" y="1954258"/>
                  </a:moveTo>
                  <a:lnTo>
                    <a:pt x="1199611" y="1955710"/>
                  </a:lnTo>
                  <a:lnTo>
                    <a:pt x="1195850" y="1957001"/>
                  </a:lnTo>
                  <a:close/>
                  <a:moveTo>
                    <a:pt x="1200621" y="1953122"/>
                  </a:moveTo>
                  <a:lnTo>
                    <a:pt x="1199611" y="1955710"/>
                  </a:lnTo>
                  <a:lnTo>
                    <a:pt x="1222617" y="1954258"/>
                  </a:lnTo>
                  <a:close/>
                  <a:moveTo>
                    <a:pt x="1205887" y="1886098"/>
                  </a:moveTo>
                  <a:lnTo>
                    <a:pt x="1229537" y="1902722"/>
                  </a:lnTo>
                  <a:lnTo>
                    <a:pt x="1193041" y="1833799"/>
                  </a:lnTo>
                  <a:close/>
                  <a:moveTo>
                    <a:pt x="801914" y="1381949"/>
                  </a:moveTo>
                  <a:lnTo>
                    <a:pt x="838891" y="1367119"/>
                  </a:lnTo>
                  <a:lnTo>
                    <a:pt x="824484" y="1363262"/>
                  </a:lnTo>
                  <a:close/>
                  <a:moveTo>
                    <a:pt x="824484" y="1363262"/>
                  </a:moveTo>
                  <a:lnTo>
                    <a:pt x="838891" y="1367119"/>
                  </a:lnTo>
                  <a:lnTo>
                    <a:pt x="837157" y="1339038"/>
                  </a:lnTo>
                  <a:close/>
                  <a:moveTo>
                    <a:pt x="506297" y="1008402"/>
                  </a:moveTo>
                  <a:lnTo>
                    <a:pt x="541908" y="1017433"/>
                  </a:lnTo>
                  <a:lnTo>
                    <a:pt x="509635" y="987870"/>
                  </a:lnTo>
                  <a:close/>
                  <a:moveTo>
                    <a:pt x="541908" y="1017433"/>
                  </a:moveTo>
                  <a:lnTo>
                    <a:pt x="549637" y="962757"/>
                  </a:lnTo>
                  <a:lnTo>
                    <a:pt x="509635" y="987870"/>
                  </a:lnTo>
                  <a:close/>
                  <a:moveTo>
                    <a:pt x="265520" y="773872"/>
                  </a:moveTo>
                  <a:lnTo>
                    <a:pt x="271106" y="768917"/>
                  </a:lnTo>
                  <a:lnTo>
                    <a:pt x="244894" y="755274"/>
                  </a:lnTo>
                  <a:close/>
                  <a:moveTo>
                    <a:pt x="97649" y="614307"/>
                  </a:moveTo>
                  <a:lnTo>
                    <a:pt x="133540" y="665843"/>
                  </a:lnTo>
                  <a:lnTo>
                    <a:pt x="96803" y="611477"/>
                  </a:lnTo>
                  <a:close/>
                  <a:moveTo>
                    <a:pt x="1356188" y="1921969"/>
                  </a:moveTo>
                  <a:lnTo>
                    <a:pt x="1329389" y="1956674"/>
                  </a:lnTo>
                  <a:lnTo>
                    <a:pt x="1407475" y="1939048"/>
                  </a:lnTo>
                  <a:close/>
                  <a:moveTo>
                    <a:pt x="838143" y="1304985"/>
                  </a:moveTo>
                  <a:lnTo>
                    <a:pt x="824484" y="1363262"/>
                  </a:lnTo>
                  <a:lnTo>
                    <a:pt x="837157" y="1339038"/>
                  </a:lnTo>
                  <a:close/>
                  <a:moveTo>
                    <a:pt x="805865" y="1355987"/>
                  </a:moveTo>
                  <a:lnTo>
                    <a:pt x="824484" y="1363262"/>
                  </a:lnTo>
                  <a:lnTo>
                    <a:pt x="838143" y="1304985"/>
                  </a:lnTo>
                  <a:close/>
                  <a:moveTo>
                    <a:pt x="800574" y="1297545"/>
                  </a:moveTo>
                  <a:lnTo>
                    <a:pt x="805865" y="1355987"/>
                  </a:lnTo>
                  <a:lnTo>
                    <a:pt x="838143" y="1304985"/>
                  </a:lnTo>
                  <a:close/>
                  <a:moveTo>
                    <a:pt x="838143" y="1304985"/>
                  </a:moveTo>
                  <a:lnTo>
                    <a:pt x="837157" y="1339038"/>
                  </a:lnTo>
                  <a:lnTo>
                    <a:pt x="846243" y="1311725"/>
                  </a:lnTo>
                  <a:close/>
                  <a:moveTo>
                    <a:pt x="774556" y="1144762"/>
                  </a:moveTo>
                  <a:lnTo>
                    <a:pt x="821976" y="1184558"/>
                  </a:lnTo>
                  <a:lnTo>
                    <a:pt x="820843" y="1193563"/>
                  </a:lnTo>
                  <a:close/>
                  <a:moveTo>
                    <a:pt x="695505" y="1031268"/>
                  </a:moveTo>
                  <a:lnTo>
                    <a:pt x="658533" y="1060321"/>
                  </a:lnTo>
                  <a:lnTo>
                    <a:pt x="653723" y="1089997"/>
                  </a:lnTo>
                  <a:close/>
                  <a:moveTo>
                    <a:pt x="695505" y="1031268"/>
                  </a:moveTo>
                  <a:lnTo>
                    <a:pt x="653723" y="1089997"/>
                  </a:lnTo>
                  <a:lnTo>
                    <a:pt x="698055" y="1091938"/>
                  </a:lnTo>
                  <a:close/>
                  <a:moveTo>
                    <a:pt x="550518" y="947690"/>
                  </a:moveTo>
                  <a:lnTo>
                    <a:pt x="567322" y="893978"/>
                  </a:lnTo>
                  <a:lnTo>
                    <a:pt x="514140" y="939282"/>
                  </a:lnTo>
                  <a:close/>
                  <a:moveTo>
                    <a:pt x="525960" y="875339"/>
                  </a:moveTo>
                  <a:lnTo>
                    <a:pt x="487029" y="847896"/>
                  </a:lnTo>
                  <a:lnTo>
                    <a:pt x="495294" y="899432"/>
                  </a:lnTo>
                  <a:close/>
                  <a:moveTo>
                    <a:pt x="1406662" y="1899561"/>
                  </a:moveTo>
                  <a:lnTo>
                    <a:pt x="1356188" y="1921969"/>
                  </a:lnTo>
                  <a:lnTo>
                    <a:pt x="1407475" y="1939048"/>
                  </a:lnTo>
                  <a:close/>
                  <a:moveTo>
                    <a:pt x="1399226" y="1842863"/>
                  </a:moveTo>
                  <a:lnTo>
                    <a:pt x="1399889" y="1854534"/>
                  </a:lnTo>
                  <a:lnTo>
                    <a:pt x="1404781" y="1794077"/>
                  </a:lnTo>
                  <a:close/>
                  <a:moveTo>
                    <a:pt x="1149775" y="1539359"/>
                  </a:moveTo>
                  <a:lnTo>
                    <a:pt x="1128474" y="1534594"/>
                  </a:lnTo>
                  <a:lnTo>
                    <a:pt x="1164307" y="1553914"/>
                  </a:lnTo>
                  <a:close/>
                  <a:moveTo>
                    <a:pt x="567322" y="893978"/>
                  </a:moveTo>
                  <a:lnTo>
                    <a:pt x="574011" y="865848"/>
                  </a:lnTo>
                  <a:lnTo>
                    <a:pt x="525960" y="875339"/>
                  </a:lnTo>
                  <a:close/>
                  <a:moveTo>
                    <a:pt x="570540" y="805927"/>
                  </a:moveTo>
                  <a:lnTo>
                    <a:pt x="533664" y="799708"/>
                  </a:lnTo>
                  <a:lnTo>
                    <a:pt x="514316" y="870474"/>
                  </a:lnTo>
                  <a:close/>
                  <a:moveTo>
                    <a:pt x="574011" y="865848"/>
                  </a:moveTo>
                  <a:lnTo>
                    <a:pt x="570540" y="805927"/>
                  </a:lnTo>
                  <a:lnTo>
                    <a:pt x="514316" y="870474"/>
                  </a:lnTo>
                  <a:close/>
                  <a:moveTo>
                    <a:pt x="658003" y="851245"/>
                  </a:moveTo>
                  <a:lnTo>
                    <a:pt x="673892" y="923353"/>
                  </a:lnTo>
                  <a:lnTo>
                    <a:pt x="676356" y="902781"/>
                  </a:lnTo>
                  <a:close/>
                  <a:moveTo>
                    <a:pt x="622171" y="924370"/>
                  </a:moveTo>
                  <a:lnTo>
                    <a:pt x="673892" y="923353"/>
                  </a:lnTo>
                  <a:lnTo>
                    <a:pt x="658003" y="851245"/>
                  </a:lnTo>
                  <a:close/>
                  <a:moveTo>
                    <a:pt x="514782" y="750531"/>
                  </a:moveTo>
                  <a:lnTo>
                    <a:pt x="570540" y="805927"/>
                  </a:lnTo>
                  <a:lnTo>
                    <a:pt x="533025" y="772265"/>
                  </a:lnTo>
                  <a:close/>
                  <a:moveTo>
                    <a:pt x="1464052" y="1765400"/>
                  </a:moveTo>
                  <a:lnTo>
                    <a:pt x="1404781" y="1794077"/>
                  </a:lnTo>
                  <a:lnTo>
                    <a:pt x="1450247" y="1789391"/>
                  </a:lnTo>
                  <a:close/>
                  <a:moveTo>
                    <a:pt x="1464052" y="1765400"/>
                  </a:moveTo>
                  <a:lnTo>
                    <a:pt x="1440691" y="1753660"/>
                  </a:lnTo>
                  <a:lnTo>
                    <a:pt x="1405782" y="1774790"/>
                  </a:lnTo>
                  <a:close/>
                  <a:moveTo>
                    <a:pt x="1136218" y="1353772"/>
                  </a:moveTo>
                  <a:lnTo>
                    <a:pt x="1134375" y="1418147"/>
                  </a:lnTo>
                  <a:lnTo>
                    <a:pt x="1161190" y="1407359"/>
                  </a:lnTo>
                  <a:close/>
                  <a:moveTo>
                    <a:pt x="1136218" y="1353772"/>
                  </a:moveTo>
                  <a:lnTo>
                    <a:pt x="1161190" y="1407359"/>
                  </a:lnTo>
                  <a:lnTo>
                    <a:pt x="1190994" y="1383893"/>
                  </a:lnTo>
                  <a:close/>
                  <a:moveTo>
                    <a:pt x="1002682" y="1203857"/>
                  </a:moveTo>
                  <a:lnTo>
                    <a:pt x="985026" y="1198793"/>
                  </a:lnTo>
                  <a:lnTo>
                    <a:pt x="1020510" y="1230736"/>
                  </a:lnTo>
                  <a:close/>
                  <a:moveTo>
                    <a:pt x="722136" y="853650"/>
                  </a:moveTo>
                  <a:lnTo>
                    <a:pt x="766192" y="843689"/>
                  </a:lnTo>
                  <a:lnTo>
                    <a:pt x="719092" y="902781"/>
                  </a:lnTo>
                  <a:close/>
                  <a:moveTo>
                    <a:pt x="755366" y="832356"/>
                  </a:moveTo>
                  <a:lnTo>
                    <a:pt x="702705" y="837186"/>
                  </a:lnTo>
                  <a:lnTo>
                    <a:pt x="719092" y="902781"/>
                  </a:lnTo>
                  <a:close/>
                  <a:moveTo>
                    <a:pt x="1245048" y="1369959"/>
                  </a:moveTo>
                  <a:lnTo>
                    <a:pt x="1231026" y="1394053"/>
                  </a:lnTo>
                  <a:lnTo>
                    <a:pt x="1241999" y="1399916"/>
                  </a:lnTo>
                  <a:close/>
                  <a:moveTo>
                    <a:pt x="1231026" y="1394053"/>
                  </a:moveTo>
                  <a:lnTo>
                    <a:pt x="1245048" y="1369959"/>
                  </a:lnTo>
                  <a:lnTo>
                    <a:pt x="1190994" y="1383893"/>
                  </a:lnTo>
                  <a:close/>
                  <a:moveTo>
                    <a:pt x="1274290" y="1385745"/>
                  </a:moveTo>
                  <a:lnTo>
                    <a:pt x="1241999" y="1399916"/>
                  </a:lnTo>
                  <a:lnTo>
                    <a:pt x="1326446" y="1406071"/>
                  </a:lnTo>
                  <a:close/>
                  <a:moveTo>
                    <a:pt x="1070843" y="1167007"/>
                  </a:moveTo>
                  <a:lnTo>
                    <a:pt x="1097487" y="1183328"/>
                  </a:lnTo>
                  <a:lnTo>
                    <a:pt x="1085589" y="1130258"/>
                  </a:lnTo>
                  <a:close/>
                  <a:moveTo>
                    <a:pt x="1005460" y="1079343"/>
                  </a:moveTo>
                  <a:lnTo>
                    <a:pt x="1034593" y="1112276"/>
                  </a:lnTo>
                  <a:lnTo>
                    <a:pt x="990893" y="1068537"/>
                  </a:lnTo>
                  <a:close/>
                  <a:moveTo>
                    <a:pt x="990893" y="1068537"/>
                  </a:moveTo>
                  <a:lnTo>
                    <a:pt x="1034593" y="1112276"/>
                  </a:lnTo>
                  <a:lnTo>
                    <a:pt x="1043378" y="1126593"/>
                  </a:lnTo>
                  <a:close/>
                  <a:moveTo>
                    <a:pt x="990893" y="1068537"/>
                  </a:moveTo>
                  <a:lnTo>
                    <a:pt x="1043378" y="1126593"/>
                  </a:lnTo>
                  <a:lnTo>
                    <a:pt x="1032990" y="1072296"/>
                  </a:lnTo>
                  <a:close/>
                  <a:moveTo>
                    <a:pt x="707273" y="707986"/>
                  </a:moveTo>
                  <a:lnTo>
                    <a:pt x="731615" y="724077"/>
                  </a:lnTo>
                  <a:lnTo>
                    <a:pt x="719729" y="709747"/>
                  </a:lnTo>
                  <a:close/>
                  <a:moveTo>
                    <a:pt x="1336597" y="1353855"/>
                  </a:moveTo>
                  <a:lnTo>
                    <a:pt x="1274290" y="1385745"/>
                  </a:lnTo>
                  <a:lnTo>
                    <a:pt x="1326446" y="1406071"/>
                  </a:lnTo>
                  <a:close/>
                  <a:moveTo>
                    <a:pt x="1336597" y="1353855"/>
                  </a:moveTo>
                  <a:lnTo>
                    <a:pt x="1330238" y="1294329"/>
                  </a:lnTo>
                  <a:lnTo>
                    <a:pt x="1278041" y="1300734"/>
                  </a:lnTo>
                  <a:close/>
                  <a:moveTo>
                    <a:pt x="1293836" y="1284146"/>
                  </a:moveTo>
                  <a:lnTo>
                    <a:pt x="1249686" y="1293756"/>
                  </a:lnTo>
                  <a:lnTo>
                    <a:pt x="1330238" y="1294329"/>
                  </a:lnTo>
                  <a:close/>
                  <a:moveTo>
                    <a:pt x="1330238" y="1294329"/>
                  </a:moveTo>
                  <a:lnTo>
                    <a:pt x="1249686" y="1293756"/>
                  </a:lnTo>
                  <a:lnTo>
                    <a:pt x="1278041" y="1300734"/>
                  </a:lnTo>
                  <a:close/>
                  <a:moveTo>
                    <a:pt x="1602538" y="1603549"/>
                  </a:moveTo>
                  <a:lnTo>
                    <a:pt x="1650803" y="1655085"/>
                  </a:lnTo>
                  <a:lnTo>
                    <a:pt x="1665552" y="1652788"/>
                  </a:lnTo>
                  <a:close/>
                  <a:moveTo>
                    <a:pt x="864593" y="632218"/>
                  </a:moveTo>
                  <a:lnTo>
                    <a:pt x="813608" y="600259"/>
                  </a:lnTo>
                  <a:lnTo>
                    <a:pt x="842118" y="674325"/>
                  </a:lnTo>
                  <a:close/>
                  <a:moveTo>
                    <a:pt x="1412794" y="1149539"/>
                  </a:moveTo>
                  <a:lnTo>
                    <a:pt x="1393580" y="1143068"/>
                  </a:lnTo>
                  <a:lnTo>
                    <a:pt x="1407832" y="1208438"/>
                  </a:lnTo>
                  <a:close/>
                  <a:moveTo>
                    <a:pt x="1407832" y="1208438"/>
                  </a:moveTo>
                  <a:lnTo>
                    <a:pt x="1393580" y="1143068"/>
                  </a:lnTo>
                  <a:lnTo>
                    <a:pt x="1360222" y="1146419"/>
                  </a:lnTo>
                  <a:close/>
                  <a:moveTo>
                    <a:pt x="1421357" y="1143068"/>
                  </a:moveTo>
                  <a:lnTo>
                    <a:pt x="1412794" y="1149539"/>
                  </a:lnTo>
                  <a:lnTo>
                    <a:pt x="1450784" y="1148758"/>
                  </a:lnTo>
                  <a:close/>
                  <a:moveTo>
                    <a:pt x="1351023" y="1115625"/>
                  </a:moveTo>
                  <a:lnTo>
                    <a:pt x="1360222" y="1146419"/>
                  </a:lnTo>
                  <a:lnTo>
                    <a:pt x="1393580" y="1143068"/>
                  </a:lnTo>
                  <a:close/>
                  <a:moveTo>
                    <a:pt x="1351023" y="1115625"/>
                  </a:moveTo>
                  <a:lnTo>
                    <a:pt x="1393580" y="1143068"/>
                  </a:lnTo>
                  <a:lnTo>
                    <a:pt x="1352519" y="1091531"/>
                  </a:lnTo>
                  <a:close/>
                  <a:moveTo>
                    <a:pt x="922159" y="584492"/>
                  </a:moveTo>
                  <a:lnTo>
                    <a:pt x="921274" y="534563"/>
                  </a:lnTo>
                  <a:lnTo>
                    <a:pt x="882136" y="562909"/>
                  </a:lnTo>
                  <a:close/>
                  <a:moveTo>
                    <a:pt x="912502" y="636667"/>
                  </a:moveTo>
                  <a:lnTo>
                    <a:pt x="977760" y="640014"/>
                  </a:lnTo>
                  <a:lnTo>
                    <a:pt x="962672" y="576165"/>
                  </a:lnTo>
                  <a:close/>
                  <a:moveTo>
                    <a:pt x="1393580" y="1143068"/>
                  </a:moveTo>
                  <a:lnTo>
                    <a:pt x="1412794" y="1149539"/>
                  </a:lnTo>
                  <a:lnTo>
                    <a:pt x="1414073" y="1140621"/>
                  </a:lnTo>
                  <a:close/>
                  <a:moveTo>
                    <a:pt x="1393580" y="1143068"/>
                  </a:moveTo>
                  <a:lnTo>
                    <a:pt x="1414073" y="1140621"/>
                  </a:lnTo>
                  <a:lnTo>
                    <a:pt x="1352519" y="1091531"/>
                  </a:lnTo>
                  <a:close/>
                  <a:moveTo>
                    <a:pt x="1414073" y="1140621"/>
                  </a:moveTo>
                  <a:lnTo>
                    <a:pt x="1412794" y="1149539"/>
                  </a:lnTo>
                  <a:lnTo>
                    <a:pt x="1421357" y="1143068"/>
                  </a:lnTo>
                  <a:close/>
                  <a:moveTo>
                    <a:pt x="1132560" y="665596"/>
                  </a:moveTo>
                  <a:lnTo>
                    <a:pt x="1093147" y="692915"/>
                  </a:lnTo>
                  <a:lnTo>
                    <a:pt x="1062346" y="679239"/>
                  </a:lnTo>
                  <a:close/>
                  <a:moveTo>
                    <a:pt x="1134243" y="714247"/>
                  </a:moveTo>
                  <a:lnTo>
                    <a:pt x="1132560" y="665596"/>
                  </a:lnTo>
                  <a:lnTo>
                    <a:pt x="1062346" y="679239"/>
                  </a:lnTo>
                  <a:close/>
                  <a:moveTo>
                    <a:pt x="1092182" y="622955"/>
                  </a:moveTo>
                  <a:lnTo>
                    <a:pt x="1062346" y="679239"/>
                  </a:lnTo>
                  <a:lnTo>
                    <a:pt x="1066415" y="668664"/>
                  </a:lnTo>
                  <a:close/>
                  <a:moveTo>
                    <a:pt x="962672" y="576165"/>
                  </a:moveTo>
                  <a:lnTo>
                    <a:pt x="968770" y="627702"/>
                  </a:lnTo>
                  <a:lnTo>
                    <a:pt x="952173" y="560090"/>
                  </a:lnTo>
                  <a:close/>
                  <a:moveTo>
                    <a:pt x="824393" y="312277"/>
                  </a:moveTo>
                  <a:lnTo>
                    <a:pt x="818956" y="370019"/>
                  </a:lnTo>
                  <a:lnTo>
                    <a:pt x="824723" y="348251"/>
                  </a:lnTo>
                  <a:close/>
                  <a:moveTo>
                    <a:pt x="801636" y="355539"/>
                  </a:moveTo>
                  <a:lnTo>
                    <a:pt x="818956" y="370019"/>
                  </a:lnTo>
                  <a:lnTo>
                    <a:pt x="824393" y="312277"/>
                  </a:lnTo>
                  <a:close/>
                  <a:moveTo>
                    <a:pt x="1413558" y="952812"/>
                  </a:moveTo>
                  <a:lnTo>
                    <a:pt x="1431450" y="1001008"/>
                  </a:lnTo>
                  <a:lnTo>
                    <a:pt x="1446093" y="964343"/>
                  </a:lnTo>
                  <a:close/>
                  <a:moveTo>
                    <a:pt x="1413558" y="952812"/>
                  </a:moveTo>
                  <a:lnTo>
                    <a:pt x="1446093" y="964343"/>
                  </a:lnTo>
                  <a:lnTo>
                    <a:pt x="1446033" y="964236"/>
                  </a:lnTo>
                  <a:close/>
                  <a:moveTo>
                    <a:pt x="1278905" y="798089"/>
                  </a:moveTo>
                  <a:lnTo>
                    <a:pt x="1290928" y="809754"/>
                  </a:lnTo>
                  <a:lnTo>
                    <a:pt x="1257771" y="784386"/>
                  </a:lnTo>
                  <a:close/>
                  <a:moveTo>
                    <a:pt x="1284526" y="542548"/>
                  </a:moveTo>
                  <a:lnTo>
                    <a:pt x="1347232" y="539490"/>
                  </a:lnTo>
                  <a:lnTo>
                    <a:pt x="1336858" y="531326"/>
                  </a:lnTo>
                  <a:close/>
                  <a:moveTo>
                    <a:pt x="1053240" y="240176"/>
                  </a:moveTo>
                  <a:lnTo>
                    <a:pt x="1077856" y="282906"/>
                  </a:lnTo>
                  <a:lnTo>
                    <a:pt x="1098230" y="297737"/>
                  </a:lnTo>
                  <a:close/>
                  <a:moveTo>
                    <a:pt x="1077856" y="282906"/>
                  </a:moveTo>
                  <a:lnTo>
                    <a:pt x="1053240" y="240176"/>
                  </a:lnTo>
                  <a:lnTo>
                    <a:pt x="1079376" y="273643"/>
                  </a:lnTo>
                  <a:close/>
                  <a:moveTo>
                    <a:pt x="1060814" y="246200"/>
                  </a:moveTo>
                  <a:lnTo>
                    <a:pt x="1038325" y="218143"/>
                  </a:lnTo>
                  <a:lnTo>
                    <a:pt x="1053240" y="240176"/>
                  </a:lnTo>
                  <a:close/>
                  <a:moveTo>
                    <a:pt x="1011213" y="173617"/>
                  </a:moveTo>
                  <a:lnTo>
                    <a:pt x="1053240" y="240176"/>
                  </a:lnTo>
                  <a:lnTo>
                    <a:pt x="1006497" y="194664"/>
                  </a:lnTo>
                  <a:close/>
                  <a:moveTo>
                    <a:pt x="1050684" y="222107"/>
                  </a:moveTo>
                  <a:lnTo>
                    <a:pt x="1053240" y="240176"/>
                  </a:lnTo>
                  <a:lnTo>
                    <a:pt x="1011213" y="173617"/>
                  </a:lnTo>
                  <a:close/>
                  <a:moveTo>
                    <a:pt x="1123521" y="158278"/>
                  </a:moveTo>
                  <a:lnTo>
                    <a:pt x="1195743" y="187552"/>
                  </a:lnTo>
                  <a:lnTo>
                    <a:pt x="1139505" y="151962"/>
                  </a:lnTo>
                  <a:close/>
                  <a:moveTo>
                    <a:pt x="1284241" y="73955"/>
                  </a:moveTo>
                  <a:lnTo>
                    <a:pt x="1315750" y="98288"/>
                  </a:lnTo>
                  <a:lnTo>
                    <a:pt x="1273300" y="49731"/>
                  </a:lnTo>
                  <a:close/>
                  <a:moveTo>
                    <a:pt x="1273300" y="49731"/>
                  </a:moveTo>
                  <a:lnTo>
                    <a:pt x="1315750" y="98288"/>
                  </a:lnTo>
                  <a:lnTo>
                    <a:pt x="1322715" y="110283"/>
                  </a:lnTo>
                  <a:close/>
                  <a:moveTo>
                    <a:pt x="1273300" y="49731"/>
                  </a:moveTo>
                  <a:lnTo>
                    <a:pt x="1322715" y="110283"/>
                  </a:lnTo>
                  <a:lnTo>
                    <a:pt x="1295588" y="69594"/>
                  </a:lnTo>
                  <a:close/>
                  <a:moveTo>
                    <a:pt x="1210576" y="0"/>
                  </a:moveTo>
                  <a:lnTo>
                    <a:pt x="1273300" y="49731"/>
                  </a:lnTo>
                  <a:lnTo>
                    <a:pt x="1242329" y="12167"/>
                  </a:lnTo>
                  <a:close/>
                  <a:moveTo>
                    <a:pt x="1284241" y="73955"/>
                  </a:moveTo>
                  <a:lnTo>
                    <a:pt x="1273300" y="49731"/>
                  </a:lnTo>
                  <a:lnTo>
                    <a:pt x="1264447" y="4675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75" name="Output_density__4274">
              <a:extLst>
                <a:ext uri="{FF2B5EF4-FFF2-40B4-BE49-F238E27FC236}">
                  <a16:creationId xmlns:a16="http://schemas.microsoft.com/office/drawing/2014/main" id="{99DD68A9-8DAC-4F7F-713F-D7D1A02D96C7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23160"/>
              <a:ext cx="1674023" cy="1944834"/>
            </a:xfrm>
            <a:custGeom>
              <a:avLst/>
              <a:gdLst/>
              <a:ahLst/>
              <a:cxnLst/>
              <a:rect l="0" t="0" r="0" b="0"/>
              <a:pathLst>
                <a:path w="1674023" h="1944834">
                  <a:moveTo>
                    <a:pt x="327630" y="1495658"/>
                  </a:moveTo>
                  <a:lnTo>
                    <a:pt x="369531" y="1533401"/>
                  </a:lnTo>
                  <a:lnTo>
                    <a:pt x="317405" y="1475053"/>
                  </a:lnTo>
                  <a:close/>
                  <a:moveTo>
                    <a:pt x="317405" y="1475053"/>
                  </a:moveTo>
                  <a:lnTo>
                    <a:pt x="313816" y="1471564"/>
                  </a:lnTo>
                  <a:lnTo>
                    <a:pt x="282148" y="1458598"/>
                  </a:lnTo>
                  <a:close/>
                  <a:moveTo>
                    <a:pt x="84821" y="975055"/>
                  </a:moveTo>
                  <a:lnTo>
                    <a:pt x="27763" y="932105"/>
                  </a:lnTo>
                  <a:lnTo>
                    <a:pt x="562" y="969600"/>
                  </a:lnTo>
                  <a:close/>
                  <a:moveTo>
                    <a:pt x="612872" y="1526450"/>
                  </a:moveTo>
                  <a:lnTo>
                    <a:pt x="617367" y="1568743"/>
                  </a:lnTo>
                  <a:lnTo>
                    <a:pt x="649558" y="1554200"/>
                  </a:lnTo>
                  <a:close/>
                  <a:moveTo>
                    <a:pt x="512893" y="1492815"/>
                  </a:moveTo>
                  <a:lnTo>
                    <a:pt x="463333" y="1516865"/>
                  </a:lnTo>
                  <a:lnTo>
                    <a:pt x="508078" y="1509480"/>
                  </a:lnTo>
                  <a:close/>
                  <a:moveTo>
                    <a:pt x="342730" y="1292860"/>
                  </a:moveTo>
                  <a:lnTo>
                    <a:pt x="311318" y="1297860"/>
                  </a:lnTo>
                  <a:lnTo>
                    <a:pt x="319930" y="1284772"/>
                  </a:lnTo>
                  <a:close/>
                  <a:moveTo>
                    <a:pt x="308971" y="1289086"/>
                  </a:moveTo>
                  <a:lnTo>
                    <a:pt x="342730" y="1292860"/>
                  </a:lnTo>
                  <a:lnTo>
                    <a:pt x="319930" y="1284772"/>
                  </a:lnTo>
                  <a:close/>
                  <a:moveTo>
                    <a:pt x="103285" y="983641"/>
                  </a:moveTo>
                  <a:lnTo>
                    <a:pt x="140359" y="1008027"/>
                  </a:lnTo>
                  <a:lnTo>
                    <a:pt x="101382" y="972044"/>
                  </a:lnTo>
                  <a:close/>
                  <a:moveTo>
                    <a:pt x="84821" y="975055"/>
                  </a:moveTo>
                  <a:lnTo>
                    <a:pt x="103285" y="983641"/>
                  </a:lnTo>
                  <a:lnTo>
                    <a:pt x="101382" y="972044"/>
                  </a:lnTo>
                  <a:close/>
                  <a:moveTo>
                    <a:pt x="29072" y="806396"/>
                  </a:moveTo>
                  <a:lnTo>
                    <a:pt x="13903" y="816952"/>
                  </a:lnTo>
                  <a:lnTo>
                    <a:pt x="61828" y="856474"/>
                  </a:lnTo>
                  <a:close/>
                  <a:moveTo>
                    <a:pt x="51415" y="761695"/>
                  </a:moveTo>
                  <a:lnTo>
                    <a:pt x="13566" y="754483"/>
                  </a:lnTo>
                  <a:lnTo>
                    <a:pt x="0" y="829031"/>
                  </a:lnTo>
                  <a:close/>
                  <a:moveTo>
                    <a:pt x="173672" y="862777"/>
                  </a:moveTo>
                  <a:lnTo>
                    <a:pt x="184376" y="908011"/>
                  </a:lnTo>
                  <a:lnTo>
                    <a:pt x="195536" y="904748"/>
                  </a:lnTo>
                  <a:close/>
                  <a:moveTo>
                    <a:pt x="173672" y="862777"/>
                  </a:moveTo>
                  <a:lnTo>
                    <a:pt x="195536" y="904748"/>
                  </a:lnTo>
                  <a:lnTo>
                    <a:pt x="219459" y="859291"/>
                  </a:lnTo>
                  <a:close/>
                  <a:moveTo>
                    <a:pt x="29586" y="804202"/>
                  </a:moveTo>
                  <a:lnTo>
                    <a:pt x="29072" y="806396"/>
                  </a:lnTo>
                  <a:lnTo>
                    <a:pt x="102740" y="845455"/>
                  </a:lnTo>
                  <a:close/>
                  <a:moveTo>
                    <a:pt x="17335" y="762513"/>
                  </a:moveTo>
                  <a:lnTo>
                    <a:pt x="29586" y="804202"/>
                  </a:lnTo>
                  <a:lnTo>
                    <a:pt x="67220" y="774348"/>
                  </a:lnTo>
                  <a:close/>
                  <a:moveTo>
                    <a:pt x="1124209" y="1914648"/>
                  </a:moveTo>
                  <a:lnTo>
                    <a:pt x="1161219" y="1934901"/>
                  </a:lnTo>
                  <a:lnTo>
                    <a:pt x="1198216" y="1942091"/>
                  </a:lnTo>
                  <a:close/>
                  <a:moveTo>
                    <a:pt x="1222617" y="1942091"/>
                  </a:moveTo>
                  <a:lnTo>
                    <a:pt x="1195850" y="1944834"/>
                  </a:lnTo>
                  <a:lnTo>
                    <a:pt x="1170092" y="1914648"/>
                  </a:lnTo>
                  <a:close/>
                  <a:moveTo>
                    <a:pt x="86202" y="670671"/>
                  </a:moveTo>
                  <a:lnTo>
                    <a:pt x="86943" y="607326"/>
                  </a:lnTo>
                  <a:lnTo>
                    <a:pt x="91136" y="653676"/>
                  </a:lnTo>
                  <a:close/>
                  <a:moveTo>
                    <a:pt x="1205887" y="1873930"/>
                  </a:moveTo>
                  <a:lnTo>
                    <a:pt x="1222617" y="1942091"/>
                  </a:lnTo>
                  <a:lnTo>
                    <a:pt x="1229537" y="1890555"/>
                  </a:lnTo>
                  <a:close/>
                  <a:moveTo>
                    <a:pt x="801914" y="1369782"/>
                  </a:moveTo>
                  <a:lnTo>
                    <a:pt x="826007" y="1420084"/>
                  </a:lnTo>
                  <a:lnTo>
                    <a:pt x="838891" y="1354952"/>
                  </a:lnTo>
                  <a:close/>
                  <a:moveTo>
                    <a:pt x="792673" y="1417287"/>
                  </a:moveTo>
                  <a:lnTo>
                    <a:pt x="826007" y="1420084"/>
                  </a:lnTo>
                  <a:lnTo>
                    <a:pt x="801914" y="1369782"/>
                  </a:lnTo>
                  <a:close/>
                  <a:moveTo>
                    <a:pt x="371651" y="859823"/>
                  </a:moveTo>
                  <a:lnTo>
                    <a:pt x="428850" y="895730"/>
                  </a:lnTo>
                  <a:lnTo>
                    <a:pt x="390317" y="878949"/>
                  </a:lnTo>
                  <a:close/>
                  <a:moveTo>
                    <a:pt x="466935" y="840006"/>
                  </a:moveTo>
                  <a:lnTo>
                    <a:pt x="433130" y="864343"/>
                  </a:lnTo>
                  <a:lnTo>
                    <a:pt x="428850" y="895730"/>
                  </a:lnTo>
                  <a:close/>
                  <a:moveTo>
                    <a:pt x="244894" y="743107"/>
                  </a:moveTo>
                  <a:lnTo>
                    <a:pt x="271106" y="756749"/>
                  </a:lnTo>
                  <a:lnTo>
                    <a:pt x="244612" y="683536"/>
                  </a:lnTo>
                  <a:close/>
                  <a:moveTo>
                    <a:pt x="244612" y="683536"/>
                  </a:moveTo>
                  <a:lnTo>
                    <a:pt x="273881" y="753192"/>
                  </a:lnTo>
                  <a:lnTo>
                    <a:pt x="302811" y="726456"/>
                  </a:lnTo>
                  <a:close/>
                  <a:moveTo>
                    <a:pt x="1300612" y="1917997"/>
                  </a:moveTo>
                  <a:lnTo>
                    <a:pt x="1315521" y="1923507"/>
                  </a:lnTo>
                  <a:lnTo>
                    <a:pt x="1329389" y="1944507"/>
                  </a:lnTo>
                  <a:close/>
                  <a:moveTo>
                    <a:pt x="826648" y="1239420"/>
                  </a:moveTo>
                  <a:lnTo>
                    <a:pt x="800574" y="1285378"/>
                  </a:lnTo>
                  <a:lnTo>
                    <a:pt x="838143" y="1292818"/>
                  </a:lnTo>
                  <a:close/>
                  <a:moveTo>
                    <a:pt x="826648" y="1239420"/>
                  </a:moveTo>
                  <a:lnTo>
                    <a:pt x="838143" y="1292818"/>
                  </a:lnTo>
                  <a:lnTo>
                    <a:pt x="846243" y="1299558"/>
                  </a:lnTo>
                  <a:close/>
                  <a:moveTo>
                    <a:pt x="698055" y="1079770"/>
                  </a:moveTo>
                  <a:lnTo>
                    <a:pt x="640723" y="1116469"/>
                  </a:lnTo>
                  <a:lnTo>
                    <a:pt x="689807" y="1125307"/>
                  </a:lnTo>
                  <a:close/>
                  <a:moveTo>
                    <a:pt x="550518" y="935523"/>
                  </a:moveTo>
                  <a:lnTo>
                    <a:pt x="509635" y="975703"/>
                  </a:lnTo>
                  <a:lnTo>
                    <a:pt x="549637" y="950590"/>
                  </a:lnTo>
                  <a:close/>
                  <a:moveTo>
                    <a:pt x="550518" y="935523"/>
                  </a:moveTo>
                  <a:lnTo>
                    <a:pt x="555745" y="938802"/>
                  </a:lnTo>
                  <a:lnTo>
                    <a:pt x="567322" y="881811"/>
                  </a:lnTo>
                  <a:close/>
                  <a:moveTo>
                    <a:pt x="463933" y="844610"/>
                  </a:moveTo>
                  <a:lnTo>
                    <a:pt x="433130" y="864343"/>
                  </a:lnTo>
                  <a:lnTo>
                    <a:pt x="514316" y="858307"/>
                  </a:lnTo>
                  <a:close/>
                  <a:moveTo>
                    <a:pt x="1406662" y="1887394"/>
                  </a:moveTo>
                  <a:lnTo>
                    <a:pt x="1407475" y="1926881"/>
                  </a:lnTo>
                  <a:lnTo>
                    <a:pt x="1411064" y="1893903"/>
                  </a:lnTo>
                  <a:close/>
                  <a:moveTo>
                    <a:pt x="1399226" y="1830696"/>
                  </a:moveTo>
                  <a:lnTo>
                    <a:pt x="1411064" y="1893903"/>
                  </a:lnTo>
                  <a:lnTo>
                    <a:pt x="1399889" y="1842367"/>
                  </a:lnTo>
                  <a:close/>
                  <a:moveTo>
                    <a:pt x="1399226" y="1830696"/>
                  </a:moveTo>
                  <a:lnTo>
                    <a:pt x="1406662" y="1887394"/>
                  </a:lnTo>
                  <a:lnTo>
                    <a:pt x="1411064" y="1893903"/>
                  </a:lnTo>
                  <a:close/>
                  <a:moveTo>
                    <a:pt x="1150725" y="1416833"/>
                  </a:moveTo>
                  <a:lnTo>
                    <a:pt x="1134375" y="1405980"/>
                  </a:lnTo>
                  <a:lnTo>
                    <a:pt x="1127160" y="1442638"/>
                  </a:lnTo>
                  <a:close/>
                  <a:moveTo>
                    <a:pt x="804066" y="1157053"/>
                  </a:moveTo>
                  <a:lnTo>
                    <a:pt x="826249" y="1223927"/>
                  </a:lnTo>
                  <a:lnTo>
                    <a:pt x="821976" y="1172391"/>
                  </a:lnTo>
                  <a:close/>
                  <a:moveTo>
                    <a:pt x="514316" y="858307"/>
                  </a:moveTo>
                  <a:lnTo>
                    <a:pt x="525960" y="863171"/>
                  </a:lnTo>
                  <a:lnTo>
                    <a:pt x="574011" y="853681"/>
                  </a:lnTo>
                  <a:close/>
                  <a:moveTo>
                    <a:pt x="533025" y="760098"/>
                  </a:moveTo>
                  <a:lnTo>
                    <a:pt x="516127" y="730179"/>
                  </a:lnTo>
                  <a:lnTo>
                    <a:pt x="514782" y="738364"/>
                  </a:lnTo>
                  <a:close/>
                  <a:moveTo>
                    <a:pt x="507325" y="736004"/>
                  </a:moveTo>
                  <a:lnTo>
                    <a:pt x="514782" y="738364"/>
                  </a:lnTo>
                  <a:lnTo>
                    <a:pt x="516127" y="730179"/>
                  </a:lnTo>
                  <a:close/>
                  <a:moveTo>
                    <a:pt x="1231026" y="1381886"/>
                  </a:moveTo>
                  <a:lnTo>
                    <a:pt x="1190994" y="1371726"/>
                  </a:lnTo>
                  <a:lnTo>
                    <a:pt x="1236510" y="1385074"/>
                  </a:lnTo>
                  <a:close/>
                  <a:moveTo>
                    <a:pt x="1054818" y="1211940"/>
                  </a:moveTo>
                  <a:lnTo>
                    <a:pt x="1002682" y="1191690"/>
                  </a:lnTo>
                  <a:lnTo>
                    <a:pt x="1020510" y="1218568"/>
                  </a:lnTo>
                  <a:close/>
                  <a:moveTo>
                    <a:pt x="501326" y="561076"/>
                  </a:moveTo>
                  <a:lnTo>
                    <a:pt x="545071" y="563494"/>
                  </a:lnTo>
                  <a:lnTo>
                    <a:pt x="505203" y="554436"/>
                  </a:lnTo>
                  <a:close/>
                  <a:moveTo>
                    <a:pt x="545071" y="563494"/>
                  </a:moveTo>
                  <a:lnTo>
                    <a:pt x="548233" y="540640"/>
                  </a:lnTo>
                  <a:lnTo>
                    <a:pt x="505203" y="554436"/>
                  </a:lnTo>
                  <a:close/>
                  <a:moveTo>
                    <a:pt x="977034" y="1175740"/>
                  </a:moveTo>
                  <a:lnTo>
                    <a:pt x="985026" y="1186626"/>
                  </a:lnTo>
                  <a:lnTo>
                    <a:pt x="1002682" y="1191690"/>
                  </a:lnTo>
                  <a:close/>
                  <a:moveTo>
                    <a:pt x="977034" y="1175740"/>
                  </a:moveTo>
                  <a:lnTo>
                    <a:pt x="958536" y="1145418"/>
                  </a:lnTo>
                  <a:lnTo>
                    <a:pt x="985026" y="1186626"/>
                  </a:lnTo>
                  <a:close/>
                  <a:moveTo>
                    <a:pt x="977034" y="1175740"/>
                  </a:moveTo>
                  <a:lnTo>
                    <a:pt x="951626" y="1124203"/>
                  </a:lnTo>
                  <a:lnTo>
                    <a:pt x="958536" y="1145418"/>
                  </a:lnTo>
                  <a:close/>
                  <a:moveTo>
                    <a:pt x="1097487" y="1171161"/>
                  </a:moveTo>
                  <a:lnTo>
                    <a:pt x="1054818" y="1211940"/>
                  </a:lnTo>
                  <a:lnTo>
                    <a:pt x="1095526" y="1189463"/>
                  </a:lnTo>
                  <a:close/>
                  <a:moveTo>
                    <a:pt x="1070843" y="1154840"/>
                  </a:moveTo>
                  <a:lnTo>
                    <a:pt x="1085589" y="1118091"/>
                  </a:lnTo>
                  <a:lnTo>
                    <a:pt x="1043378" y="1114426"/>
                  </a:lnTo>
                  <a:close/>
                  <a:moveTo>
                    <a:pt x="719729" y="697580"/>
                  </a:moveTo>
                  <a:lnTo>
                    <a:pt x="750496" y="761405"/>
                  </a:lnTo>
                  <a:lnTo>
                    <a:pt x="765108" y="692569"/>
                  </a:lnTo>
                  <a:close/>
                  <a:moveTo>
                    <a:pt x="1650803" y="1642918"/>
                  </a:moveTo>
                  <a:lnTo>
                    <a:pt x="1653949" y="1650054"/>
                  </a:lnTo>
                  <a:lnTo>
                    <a:pt x="1664456" y="1649383"/>
                  </a:lnTo>
                  <a:close/>
                  <a:moveTo>
                    <a:pt x="1332955" y="1283340"/>
                  </a:moveTo>
                  <a:lnTo>
                    <a:pt x="1330238" y="1282162"/>
                  </a:lnTo>
                  <a:lnTo>
                    <a:pt x="1336597" y="1341688"/>
                  </a:lnTo>
                  <a:close/>
                  <a:moveTo>
                    <a:pt x="1336597" y="1341688"/>
                  </a:moveTo>
                  <a:lnTo>
                    <a:pt x="1326446" y="1393904"/>
                  </a:lnTo>
                  <a:lnTo>
                    <a:pt x="1358461" y="1357792"/>
                  </a:lnTo>
                  <a:close/>
                  <a:moveTo>
                    <a:pt x="1358461" y="1357792"/>
                  </a:moveTo>
                  <a:lnTo>
                    <a:pt x="1332955" y="1283340"/>
                  </a:lnTo>
                  <a:lnTo>
                    <a:pt x="1336597" y="1341688"/>
                  </a:lnTo>
                  <a:close/>
                  <a:moveTo>
                    <a:pt x="1236071" y="1270462"/>
                  </a:moveTo>
                  <a:lnTo>
                    <a:pt x="1259003" y="1241301"/>
                  </a:lnTo>
                  <a:lnTo>
                    <a:pt x="1281858" y="1266976"/>
                  </a:lnTo>
                  <a:close/>
                  <a:moveTo>
                    <a:pt x="1650803" y="1642918"/>
                  </a:moveTo>
                  <a:lnTo>
                    <a:pt x="1664456" y="1649383"/>
                  </a:lnTo>
                  <a:lnTo>
                    <a:pt x="1665552" y="1640621"/>
                  </a:lnTo>
                  <a:close/>
                  <a:moveTo>
                    <a:pt x="1665552" y="1640621"/>
                  </a:moveTo>
                  <a:lnTo>
                    <a:pt x="1664456" y="1649383"/>
                  </a:lnTo>
                  <a:lnTo>
                    <a:pt x="1674023" y="1642918"/>
                  </a:lnTo>
                  <a:close/>
                  <a:moveTo>
                    <a:pt x="1345058" y="1258068"/>
                  </a:moveTo>
                  <a:lnTo>
                    <a:pt x="1330238" y="1282162"/>
                  </a:lnTo>
                  <a:lnTo>
                    <a:pt x="1332955" y="1283340"/>
                  </a:lnTo>
                  <a:close/>
                  <a:moveTo>
                    <a:pt x="1330238" y="1282162"/>
                  </a:moveTo>
                  <a:lnTo>
                    <a:pt x="1345058" y="1258068"/>
                  </a:lnTo>
                  <a:lnTo>
                    <a:pt x="1281858" y="1266976"/>
                  </a:lnTo>
                  <a:close/>
                  <a:moveTo>
                    <a:pt x="1334367" y="1282162"/>
                  </a:moveTo>
                  <a:lnTo>
                    <a:pt x="1365784" y="1271184"/>
                  </a:lnTo>
                  <a:lnTo>
                    <a:pt x="1332955" y="1283340"/>
                  </a:lnTo>
                  <a:close/>
                  <a:moveTo>
                    <a:pt x="1334367" y="1282162"/>
                  </a:moveTo>
                  <a:lnTo>
                    <a:pt x="1395025" y="1258068"/>
                  </a:lnTo>
                  <a:lnTo>
                    <a:pt x="1365784" y="1271184"/>
                  </a:lnTo>
                  <a:close/>
                  <a:moveTo>
                    <a:pt x="842118" y="662157"/>
                  </a:moveTo>
                  <a:lnTo>
                    <a:pt x="835223" y="692523"/>
                  </a:lnTo>
                  <a:lnTo>
                    <a:pt x="841115" y="667171"/>
                  </a:lnTo>
                  <a:close/>
                  <a:moveTo>
                    <a:pt x="842118" y="662157"/>
                  </a:moveTo>
                  <a:lnTo>
                    <a:pt x="844823" y="663722"/>
                  </a:lnTo>
                  <a:lnTo>
                    <a:pt x="864593" y="620051"/>
                  </a:lnTo>
                  <a:close/>
                  <a:moveTo>
                    <a:pt x="864593" y="620051"/>
                  </a:moveTo>
                  <a:lnTo>
                    <a:pt x="844823" y="663722"/>
                  </a:lnTo>
                  <a:lnTo>
                    <a:pt x="884271" y="653846"/>
                  </a:lnTo>
                  <a:close/>
                  <a:moveTo>
                    <a:pt x="864593" y="620051"/>
                  </a:moveTo>
                  <a:lnTo>
                    <a:pt x="884271" y="653846"/>
                  </a:lnTo>
                  <a:lnTo>
                    <a:pt x="912502" y="624500"/>
                  </a:lnTo>
                  <a:close/>
                  <a:moveTo>
                    <a:pt x="1372232" y="1249974"/>
                  </a:moveTo>
                  <a:lnTo>
                    <a:pt x="1395025" y="1258068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12794" y="1137372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07832" y="1196271"/>
                  </a:lnTo>
                  <a:lnTo>
                    <a:pt x="1447021" y="1202393"/>
                  </a:lnTo>
                  <a:close/>
                  <a:moveTo>
                    <a:pt x="1421357" y="1130901"/>
                  </a:moveTo>
                  <a:lnTo>
                    <a:pt x="1450784" y="1136591"/>
                  </a:lnTo>
                  <a:lnTo>
                    <a:pt x="1445507" y="1085003"/>
                  </a:lnTo>
                  <a:close/>
                  <a:moveTo>
                    <a:pt x="1350137" y="1077780"/>
                  </a:moveTo>
                  <a:lnTo>
                    <a:pt x="1310173" y="1049455"/>
                  </a:lnTo>
                  <a:lnTo>
                    <a:pt x="1352519" y="1079364"/>
                  </a:lnTo>
                  <a:close/>
                  <a:moveTo>
                    <a:pt x="962672" y="563998"/>
                  </a:moveTo>
                  <a:lnTo>
                    <a:pt x="977760" y="627847"/>
                  </a:lnTo>
                  <a:lnTo>
                    <a:pt x="968770" y="615535"/>
                  </a:lnTo>
                  <a:close/>
                  <a:moveTo>
                    <a:pt x="1414073" y="1128454"/>
                  </a:moveTo>
                  <a:lnTo>
                    <a:pt x="1445507" y="1085003"/>
                  </a:lnTo>
                  <a:lnTo>
                    <a:pt x="1428069" y="1059580"/>
                  </a:lnTo>
                  <a:close/>
                  <a:moveTo>
                    <a:pt x="1421357" y="1130901"/>
                  </a:moveTo>
                  <a:lnTo>
                    <a:pt x="1445507" y="1085003"/>
                  </a:lnTo>
                  <a:lnTo>
                    <a:pt x="1414073" y="1128454"/>
                  </a:lnTo>
                  <a:close/>
                  <a:moveTo>
                    <a:pt x="1350137" y="1077780"/>
                  </a:moveTo>
                  <a:lnTo>
                    <a:pt x="1352519" y="1079364"/>
                  </a:lnTo>
                  <a:lnTo>
                    <a:pt x="1354535" y="1076132"/>
                  </a:lnTo>
                  <a:close/>
                  <a:moveTo>
                    <a:pt x="942705" y="488367"/>
                  </a:moveTo>
                  <a:lnTo>
                    <a:pt x="921274" y="522395"/>
                  </a:lnTo>
                  <a:lnTo>
                    <a:pt x="935323" y="498879"/>
                  </a:lnTo>
                  <a:close/>
                  <a:moveTo>
                    <a:pt x="935323" y="498879"/>
                  </a:moveTo>
                  <a:lnTo>
                    <a:pt x="913530" y="493444"/>
                  </a:lnTo>
                  <a:lnTo>
                    <a:pt x="942705" y="488367"/>
                  </a:lnTo>
                  <a:close/>
                  <a:moveTo>
                    <a:pt x="1431450" y="988841"/>
                  </a:moveTo>
                  <a:lnTo>
                    <a:pt x="1432075" y="1055270"/>
                  </a:lnTo>
                  <a:lnTo>
                    <a:pt x="1454929" y="1003733"/>
                  </a:lnTo>
                  <a:close/>
                  <a:moveTo>
                    <a:pt x="1431450" y="988841"/>
                  </a:moveTo>
                  <a:lnTo>
                    <a:pt x="1454929" y="1003733"/>
                  </a:lnTo>
                  <a:lnTo>
                    <a:pt x="1446093" y="952176"/>
                  </a:lnTo>
                  <a:close/>
                  <a:moveTo>
                    <a:pt x="1278905" y="785921"/>
                  </a:moveTo>
                  <a:lnTo>
                    <a:pt x="1297641" y="849124"/>
                  </a:lnTo>
                  <a:lnTo>
                    <a:pt x="1290928" y="797587"/>
                  </a:lnTo>
                  <a:close/>
                  <a:moveTo>
                    <a:pt x="972453" y="404171"/>
                  </a:moveTo>
                  <a:lnTo>
                    <a:pt x="1022312" y="415908"/>
                  </a:lnTo>
                  <a:lnTo>
                    <a:pt x="1056121" y="407413"/>
                  </a:lnTo>
                  <a:close/>
                  <a:moveTo>
                    <a:pt x="1284526" y="530380"/>
                  </a:moveTo>
                  <a:lnTo>
                    <a:pt x="1283746" y="594790"/>
                  </a:lnTo>
                  <a:lnTo>
                    <a:pt x="1347232" y="527322"/>
                  </a:lnTo>
                  <a:close/>
                  <a:moveTo>
                    <a:pt x="1006497" y="182496"/>
                  </a:moveTo>
                  <a:lnTo>
                    <a:pt x="1053240" y="228009"/>
                  </a:lnTo>
                  <a:lnTo>
                    <a:pt x="1038325" y="205976"/>
                  </a:lnTo>
                  <a:close/>
                  <a:moveTo>
                    <a:pt x="1029657" y="173570"/>
                  </a:moveTo>
                  <a:lnTo>
                    <a:pt x="1047565" y="158403"/>
                  </a:lnTo>
                  <a:lnTo>
                    <a:pt x="1014432" y="156421"/>
                  </a:lnTo>
                  <a:close/>
                  <a:moveTo>
                    <a:pt x="1011213" y="161450"/>
                  </a:moveTo>
                  <a:lnTo>
                    <a:pt x="1006497" y="182496"/>
                  </a:lnTo>
                  <a:lnTo>
                    <a:pt x="1029657" y="173570"/>
                  </a:lnTo>
                  <a:close/>
                  <a:moveTo>
                    <a:pt x="1394838" y="530635"/>
                  </a:moveTo>
                  <a:lnTo>
                    <a:pt x="1376572" y="502118"/>
                  </a:lnTo>
                  <a:lnTo>
                    <a:pt x="1347232" y="527322"/>
                  </a:lnTo>
                  <a:close/>
                  <a:moveTo>
                    <a:pt x="1118835" y="134309"/>
                  </a:moveTo>
                  <a:lnTo>
                    <a:pt x="1123521" y="146111"/>
                  </a:lnTo>
                  <a:lnTo>
                    <a:pt x="1139505" y="139795"/>
                  </a:lnTo>
                  <a:close/>
                  <a:moveTo>
                    <a:pt x="1273300" y="37564"/>
                  </a:moveTo>
                  <a:lnTo>
                    <a:pt x="1295588" y="57427"/>
                  </a:lnTo>
                  <a:lnTo>
                    <a:pt x="124232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6" name="Output_density__4275">
              <a:extLst>
                <a:ext uri="{FF2B5EF4-FFF2-40B4-BE49-F238E27FC236}">
                  <a16:creationId xmlns:a16="http://schemas.microsoft.com/office/drawing/2014/main" id="{EFDC456A-4B91-79A2-C694-05EEC092C901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03077"/>
              <a:ext cx="1668852" cy="1961037"/>
            </a:xfrm>
            <a:custGeom>
              <a:avLst/>
              <a:gdLst/>
              <a:ahLst/>
              <a:cxnLst/>
              <a:rect l="0" t="0" r="0" b="0"/>
              <a:pathLst>
                <a:path w="1668852" h="1961037">
                  <a:moveTo>
                    <a:pt x="586277" y="1570626"/>
                  </a:moveTo>
                  <a:lnTo>
                    <a:pt x="555930" y="1519090"/>
                  </a:lnTo>
                  <a:lnTo>
                    <a:pt x="550231" y="1583268"/>
                  </a:lnTo>
                  <a:close/>
                  <a:moveTo>
                    <a:pt x="555930" y="1519090"/>
                  </a:moveTo>
                  <a:lnTo>
                    <a:pt x="548796" y="1521691"/>
                  </a:lnTo>
                  <a:lnTo>
                    <a:pt x="550231" y="1583268"/>
                  </a:lnTo>
                  <a:close/>
                  <a:moveTo>
                    <a:pt x="342730" y="1312943"/>
                  </a:moveTo>
                  <a:lnTo>
                    <a:pt x="266856" y="1285261"/>
                  </a:lnTo>
                  <a:lnTo>
                    <a:pt x="266929" y="1285501"/>
                  </a:lnTo>
                  <a:close/>
                  <a:moveTo>
                    <a:pt x="266929" y="1285501"/>
                  </a:moveTo>
                  <a:lnTo>
                    <a:pt x="266986" y="1287092"/>
                  </a:lnTo>
                  <a:lnTo>
                    <a:pt x="342730" y="1312943"/>
                  </a:lnTo>
                  <a:close/>
                  <a:moveTo>
                    <a:pt x="570650" y="1443459"/>
                  </a:moveTo>
                  <a:lnTo>
                    <a:pt x="548839" y="1507286"/>
                  </a:lnTo>
                  <a:lnTo>
                    <a:pt x="555930" y="1519090"/>
                  </a:lnTo>
                  <a:close/>
                  <a:moveTo>
                    <a:pt x="311504" y="1183739"/>
                  </a:moveTo>
                  <a:lnTo>
                    <a:pt x="259219" y="1209870"/>
                  </a:lnTo>
                  <a:lnTo>
                    <a:pt x="308387" y="1185776"/>
                  </a:lnTo>
                  <a:close/>
                  <a:moveTo>
                    <a:pt x="353686" y="1166774"/>
                  </a:moveTo>
                  <a:lnTo>
                    <a:pt x="278365" y="1194737"/>
                  </a:lnTo>
                  <a:lnTo>
                    <a:pt x="311504" y="1183739"/>
                  </a:lnTo>
                  <a:close/>
                  <a:moveTo>
                    <a:pt x="33504" y="883842"/>
                  </a:moveTo>
                  <a:lnTo>
                    <a:pt x="26179" y="950561"/>
                  </a:lnTo>
                  <a:lnTo>
                    <a:pt x="61828" y="876557"/>
                  </a:lnTo>
                  <a:close/>
                  <a:moveTo>
                    <a:pt x="61828" y="876557"/>
                  </a:moveTo>
                  <a:lnTo>
                    <a:pt x="26179" y="950561"/>
                  </a:lnTo>
                  <a:lnTo>
                    <a:pt x="27763" y="952187"/>
                  </a:lnTo>
                  <a:close/>
                  <a:moveTo>
                    <a:pt x="67220" y="794431"/>
                  </a:moveTo>
                  <a:lnTo>
                    <a:pt x="51415" y="781778"/>
                  </a:lnTo>
                  <a:lnTo>
                    <a:pt x="0" y="849114"/>
                  </a:lnTo>
                  <a:close/>
                  <a:moveTo>
                    <a:pt x="311504" y="1183739"/>
                  </a:moveTo>
                  <a:lnTo>
                    <a:pt x="314176" y="1184047"/>
                  </a:lnTo>
                  <a:lnTo>
                    <a:pt x="353686" y="1166774"/>
                  </a:lnTo>
                  <a:close/>
                  <a:moveTo>
                    <a:pt x="87823" y="773483"/>
                  </a:moveTo>
                  <a:lnTo>
                    <a:pt x="118487" y="800926"/>
                  </a:lnTo>
                  <a:lnTo>
                    <a:pt x="107530" y="749389"/>
                  </a:lnTo>
                  <a:close/>
                  <a:moveTo>
                    <a:pt x="87823" y="773483"/>
                  </a:moveTo>
                  <a:lnTo>
                    <a:pt x="107530" y="749389"/>
                  </a:lnTo>
                  <a:lnTo>
                    <a:pt x="57674" y="758741"/>
                  </a:lnTo>
                  <a:close/>
                  <a:moveTo>
                    <a:pt x="107530" y="749389"/>
                  </a:moveTo>
                  <a:lnTo>
                    <a:pt x="81637" y="713434"/>
                  </a:lnTo>
                  <a:lnTo>
                    <a:pt x="57674" y="758741"/>
                  </a:lnTo>
                  <a:close/>
                  <a:moveTo>
                    <a:pt x="1115806" y="1866522"/>
                  </a:moveTo>
                  <a:lnTo>
                    <a:pt x="1105890" y="1922791"/>
                  </a:lnTo>
                  <a:lnTo>
                    <a:pt x="1131519" y="1859101"/>
                  </a:lnTo>
                  <a:close/>
                  <a:moveTo>
                    <a:pt x="1131519" y="1859101"/>
                  </a:moveTo>
                  <a:lnTo>
                    <a:pt x="1124209" y="1934731"/>
                  </a:lnTo>
                  <a:lnTo>
                    <a:pt x="1164329" y="1910637"/>
                  </a:lnTo>
                  <a:close/>
                  <a:moveTo>
                    <a:pt x="1082592" y="1883195"/>
                  </a:moveTo>
                  <a:lnTo>
                    <a:pt x="1105890" y="1922791"/>
                  </a:lnTo>
                  <a:lnTo>
                    <a:pt x="1115806" y="1866522"/>
                  </a:lnTo>
                  <a:close/>
                  <a:moveTo>
                    <a:pt x="369568" y="956355"/>
                  </a:moveTo>
                  <a:lnTo>
                    <a:pt x="376398" y="931442"/>
                  </a:lnTo>
                  <a:lnTo>
                    <a:pt x="340862" y="955536"/>
                  </a:lnTo>
                  <a:close/>
                  <a:moveTo>
                    <a:pt x="107530" y="749389"/>
                  </a:moveTo>
                  <a:lnTo>
                    <a:pt x="118487" y="800926"/>
                  </a:lnTo>
                  <a:lnTo>
                    <a:pt x="169964" y="776832"/>
                  </a:lnTo>
                  <a:close/>
                  <a:moveTo>
                    <a:pt x="86202" y="690753"/>
                  </a:moveTo>
                  <a:lnTo>
                    <a:pt x="81637" y="713434"/>
                  </a:lnTo>
                  <a:lnTo>
                    <a:pt x="133540" y="673759"/>
                  </a:lnTo>
                  <a:close/>
                  <a:moveTo>
                    <a:pt x="133540" y="673759"/>
                  </a:moveTo>
                  <a:lnTo>
                    <a:pt x="81637" y="713434"/>
                  </a:lnTo>
                  <a:lnTo>
                    <a:pt x="107530" y="749389"/>
                  </a:lnTo>
                  <a:close/>
                  <a:moveTo>
                    <a:pt x="133540" y="673759"/>
                  </a:moveTo>
                  <a:lnTo>
                    <a:pt x="107530" y="749389"/>
                  </a:lnTo>
                  <a:lnTo>
                    <a:pt x="139960" y="725295"/>
                  </a:lnTo>
                  <a:close/>
                  <a:moveTo>
                    <a:pt x="54540" y="612122"/>
                  </a:moveTo>
                  <a:lnTo>
                    <a:pt x="86943" y="627409"/>
                  </a:lnTo>
                  <a:lnTo>
                    <a:pt x="58707" y="594779"/>
                  </a:lnTo>
                  <a:close/>
                  <a:moveTo>
                    <a:pt x="58707" y="594779"/>
                  </a:moveTo>
                  <a:lnTo>
                    <a:pt x="97649" y="622222"/>
                  </a:lnTo>
                  <a:lnTo>
                    <a:pt x="94900" y="570686"/>
                  </a:lnTo>
                  <a:close/>
                  <a:moveTo>
                    <a:pt x="1164329" y="1910637"/>
                  </a:moveTo>
                  <a:lnTo>
                    <a:pt x="1200621" y="1961037"/>
                  </a:lnTo>
                  <a:lnTo>
                    <a:pt x="1205887" y="1894013"/>
                  </a:lnTo>
                  <a:close/>
                  <a:moveTo>
                    <a:pt x="509635" y="995786"/>
                  </a:moveTo>
                  <a:lnTo>
                    <a:pt x="476873" y="958885"/>
                  </a:lnTo>
                  <a:lnTo>
                    <a:pt x="506297" y="1016317"/>
                  </a:lnTo>
                  <a:close/>
                  <a:moveTo>
                    <a:pt x="506297" y="1016317"/>
                  </a:moveTo>
                  <a:lnTo>
                    <a:pt x="476873" y="958885"/>
                  </a:lnTo>
                  <a:lnTo>
                    <a:pt x="433548" y="974736"/>
                  </a:lnTo>
                  <a:close/>
                  <a:moveTo>
                    <a:pt x="506297" y="1016317"/>
                  </a:moveTo>
                  <a:lnTo>
                    <a:pt x="433548" y="974736"/>
                  </a:lnTo>
                  <a:lnTo>
                    <a:pt x="463123" y="1013434"/>
                  </a:lnTo>
                  <a:close/>
                  <a:moveTo>
                    <a:pt x="391142" y="971228"/>
                  </a:moveTo>
                  <a:lnTo>
                    <a:pt x="376398" y="931442"/>
                  </a:lnTo>
                  <a:lnTo>
                    <a:pt x="369568" y="956355"/>
                  </a:lnTo>
                  <a:close/>
                  <a:moveTo>
                    <a:pt x="428850" y="915812"/>
                  </a:moveTo>
                  <a:lnTo>
                    <a:pt x="376398" y="931442"/>
                  </a:lnTo>
                  <a:lnTo>
                    <a:pt x="391142" y="971228"/>
                  </a:lnTo>
                  <a:close/>
                  <a:moveTo>
                    <a:pt x="433548" y="974736"/>
                  </a:moveTo>
                  <a:lnTo>
                    <a:pt x="428850" y="915812"/>
                  </a:lnTo>
                  <a:lnTo>
                    <a:pt x="391142" y="971228"/>
                  </a:lnTo>
                  <a:close/>
                  <a:moveTo>
                    <a:pt x="159301" y="559330"/>
                  </a:moveTo>
                  <a:lnTo>
                    <a:pt x="148614" y="552510"/>
                  </a:lnTo>
                  <a:lnTo>
                    <a:pt x="94900" y="570686"/>
                  </a:lnTo>
                  <a:close/>
                  <a:moveTo>
                    <a:pt x="120638" y="549676"/>
                  </a:moveTo>
                  <a:lnTo>
                    <a:pt x="94900" y="570686"/>
                  </a:lnTo>
                  <a:lnTo>
                    <a:pt x="148614" y="552510"/>
                  </a:lnTo>
                  <a:close/>
                  <a:moveTo>
                    <a:pt x="201842" y="543709"/>
                  </a:moveTo>
                  <a:lnTo>
                    <a:pt x="148614" y="552510"/>
                  </a:lnTo>
                  <a:lnTo>
                    <a:pt x="191885" y="546592"/>
                  </a:lnTo>
                  <a:close/>
                  <a:moveTo>
                    <a:pt x="120638" y="549676"/>
                  </a:moveTo>
                  <a:lnTo>
                    <a:pt x="148614" y="552510"/>
                  </a:lnTo>
                  <a:lnTo>
                    <a:pt x="201842" y="543709"/>
                  </a:lnTo>
                  <a:close/>
                  <a:moveTo>
                    <a:pt x="148614" y="552510"/>
                  </a:moveTo>
                  <a:lnTo>
                    <a:pt x="159301" y="559330"/>
                  </a:lnTo>
                  <a:lnTo>
                    <a:pt x="191885" y="546592"/>
                  </a:lnTo>
                  <a:close/>
                  <a:moveTo>
                    <a:pt x="1271229" y="1886543"/>
                  </a:moveTo>
                  <a:lnTo>
                    <a:pt x="1300612" y="1938080"/>
                  </a:lnTo>
                  <a:lnTo>
                    <a:pt x="1343341" y="1913986"/>
                  </a:lnTo>
                  <a:close/>
                  <a:moveTo>
                    <a:pt x="733139" y="1172500"/>
                  </a:moveTo>
                  <a:lnTo>
                    <a:pt x="700064" y="1183738"/>
                  </a:lnTo>
                  <a:lnTo>
                    <a:pt x="653948" y="1185995"/>
                  </a:lnTo>
                  <a:close/>
                  <a:moveTo>
                    <a:pt x="774556" y="1152677"/>
                  </a:moveTo>
                  <a:lnTo>
                    <a:pt x="700064" y="1183738"/>
                  </a:lnTo>
                  <a:lnTo>
                    <a:pt x="733139" y="1172500"/>
                  </a:lnTo>
                  <a:close/>
                  <a:moveTo>
                    <a:pt x="765931" y="1145397"/>
                  </a:moveTo>
                  <a:lnTo>
                    <a:pt x="689807" y="1145390"/>
                  </a:lnTo>
                  <a:lnTo>
                    <a:pt x="708918" y="1165031"/>
                  </a:lnTo>
                  <a:close/>
                  <a:moveTo>
                    <a:pt x="616992" y="1002288"/>
                  </a:moveTo>
                  <a:lnTo>
                    <a:pt x="594083" y="1010421"/>
                  </a:lnTo>
                  <a:lnTo>
                    <a:pt x="642852" y="1009608"/>
                  </a:lnTo>
                  <a:close/>
                  <a:moveTo>
                    <a:pt x="642852" y="1009608"/>
                  </a:moveTo>
                  <a:lnTo>
                    <a:pt x="689235" y="1037864"/>
                  </a:lnTo>
                  <a:lnTo>
                    <a:pt x="616992" y="1002288"/>
                  </a:lnTo>
                  <a:close/>
                  <a:moveTo>
                    <a:pt x="616992" y="1002288"/>
                  </a:moveTo>
                  <a:lnTo>
                    <a:pt x="689235" y="1037864"/>
                  </a:lnTo>
                  <a:lnTo>
                    <a:pt x="695505" y="1039183"/>
                  </a:lnTo>
                  <a:close/>
                  <a:moveTo>
                    <a:pt x="476873" y="958885"/>
                  </a:moveTo>
                  <a:lnTo>
                    <a:pt x="509635" y="995786"/>
                  </a:lnTo>
                  <a:lnTo>
                    <a:pt x="514140" y="947198"/>
                  </a:lnTo>
                  <a:close/>
                  <a:moveTo>
                    <a:pt x="514140" y="947198"/>
                  </a:moveTo>
                  <a:lnTo>
                    <a:pt x="567322" y="901894"/>
                  </a:lnTo>
                  <a:lnTo>
                    <a:pt x="495294" y="907348"/>
                  </a:lnTo>
                  <a:close/>
                  <a:moveTo>
                    <a:pt x="205924" y="543900"/>
                  </a:moveTo>
                  <a:lnTo>
                    <a:pt x="191885" y="546592"/>
                  </a:lnTo>
                  <a:lnTo>
                    <a:pt x="236539" y="538532"/>
                  </a:lnTo>
                  <a:close/>
                  <a:moveTo>
                    <a:pt x="236539" y="538532"/>
                  </a:moveTo>
                  <a:lnTo>
                    <a:pt x="191885" y="546592"/>
                  </a:lnTo>
                  <a:lnTo>
                    <a:pt x="159301" y="559330"/>
                  </a:lnTo>
                  <a:close/>
                  <a:moveTo>
                    <a:pt x="201842" y="543709"/>
                  </a:moveTo>
                  <a:lnTo>
                    <a:pt x="191885" y="546592"/>
                  </a:lnTo>
                  <a:lnTo>
                    <a:pt x="205924" y="543900"/>
                  </a:lnTo>
                  <a:close/>
                  <a:moveTo>
                    <a:pt x="1355697" y="1910927"/>
                  </a:moveTo>
                  <a:lnTo>
                    <a:pt x="1399226" y="1850778"/>
                  </a:lnTo>
                  <a:lnTo>
                    <a:pt x="1342932" y="1858563"/>
                  </a:lnTo>
                  <a:close/>
                  <a:moveTo>
                    <a:pt x="1399226" y="1850778"/>
                  </a:moveTo>
                  <a:lnTo>
                    <a:pt x="1404781" y="1801992"/>
                  </a:lnTo>
                  <a:lnTo>
                    <a:pt x="1342932" y="1858563"/>
                  </a:lnTo>
                  <a:close/>
                  <a:moveTo>
                    <a:pt x="1114961" y="1501693"/>
                  </a:moveTo>
                  <a:lnTo>
                    <a:pt x="1128474" y="1542510"/>
                  </a:lnTo>
                  <a:lnTo>
                    <a:pt x="1179542" y="1483891"/>
                  </a:lnTo>
                  <a:close/>
                  <a:moveTo>
                    <a:pt x="1179542" y="1483891"/>
                  </a:moveTo>
                  <a:lnTo>
                    <a:pt x="1128474" y="1542510"/>
                  </a:lnTo>
                  <a:lnTo>
                    <a:pt x="1132712" y="1483478"/>
                  </a:lnTo>
                  <a:close/>
                  <a:moveTo>
                    <a:pt x="1034888" y="1398620"/>
                  </a:moveTo>
                  <a:lnTo>
                    <a:pt x="1109396" y="1426063"/>
                  </a:lnTo>
                  <a:lnTo>
                    <a:pt x="1071094" y="1374526"/>
                  </a:lnTo>
                  <a:close/>
                  <a:moveTo>
                    <a:pt x="642852" y="1009608"/>
                  </a:moveTo>
                  <a:lnTo>
                    <a:pt x="624225" y="1037864"/>
                  </a:lnTo>
                  <a:lnTo>
                    <a:pt x="659744" y="1030275"/>
                  </a:lnTo>
                  <a:close/>
                  <a:moveTo>
                    <a:pt x="659744" y="1030275"/>
                  </a:moveTo>
                  <a:lnTo>
                    <a:pt x="689235" y="1037864"/>
                  </a:lnTo>
                  <a:lnTo>
                    <a:pt x="642852" y="1009608"/>
                  </a:lnTo>
                  <a:close/>
                  <a:moveTo>
                    <a:pt x="574011" y="873763"/>
                  </a:moveTo>
                  <a:lnTo>
                    <a:pt x="623228" y="871733"/>
                  </a:lnTo>
                  <a:lnTo>
                    <a:pt x="613415" y="816968"/>
                  </a:lnTo>
                  <a:close/>
                  <a:moveTo>
                    <a:pt x="658003" y="859160"/>
                  </a:moveTo>
                  <a:lnTo>
                    <a:pt x="623228" y="871733"/>
                  </a:lnTo>
                  <a:lnTo>
                    <a:pt x="622171" y="932285"/>
                  </a:lnTo>
                  <a:close/>
                  <a:moveTo>
                    <a:pt x="310527" y="559585"/>
                  </a:moveTo>
                  <a:lnTo>
                    <a:pt x="302972" y="522498"/>
                  </a:lnTo>
                  <a:lnTo>
                    <a:pt x="285807" y="548064"/>
                  </a:lnTo>
                  <a:close/>
                  <a:moveTo>
                    <a:pt x="354183" y="499333"/>
                  </a:moveTo>
                  <a:lnTo>
                    <a:pt x="302972" y="522498"/>
                  </a:lnTo>
                  <a:lnTo>
                    <a:pt x="310527" y="559585"/>
                  </a:lnTo>
                  <a:close/>
                  <a:moveTo>
                    <a:pt x="361510" y="556119"/>
                  </a:moveTo>
                  <a:lnTo>
                    <a:pt x="354183" y="499333"/>
                  </a:lnTo>
                  <a:lnTo>
                    <a:pt x="310527" y="559585"/>
                  </a:lnTo>
                  <a:close/>
                  <a:moveTo>
                    <a:pt x="1405782" y="1782706"/>
                  </a:moveTo>
                  <a:lnTo>
                    <a:pt x="1440691" y="1761576"/>
                  </a:lnTo>
                  <a:lnTo>
                    <a:pt x="1396219" y="1769980"/>
                  </a:lnTo>
                  <a:close/>
                  <a:moveTo>
                    <a:pt x="1443987" y="1726885"/>
                  </a:moveTo>
                  <a:lnTo>
                    <a:pt x="1473121" y="1747927"/>
                  </a:lnTo>
                  <a:lnTo>
                    <a:pt x="1451325" y="1711188"/>
                  </a:lnTo>
                  <a:close/>
                  <a:moveTo>
                    <a:pt x="1308523" y="1510079"/>
                  </a:moveTo>
                  <a:lnTo>
                    <a:pt x="1258992" y="1512365"/>
                  </a:lnTo>
                  <a:lnTo>
                    <a:pt x="1312804" y="1569342"/>
                  </a:lnTo>
                  <a:close/>
                  <a:moveTo>
                    <a:pt x="1168244" y="1510177"/>
                  </a:moveTo>
                  <a:lnTo>
                    <a:pt x="1179542" y="1483891"/>
                  </a:lnTo>
                  <a:lnTo>
                    <a:pt x="1132712" y="1483478"/>
                  </a:lnTo>
                  <a:close/>
                  <a:moveTo>
                    <a:pt x="1168244" y="1510177"/>
                  </a:moveTo>
                  <a:lnTo>
                    <a:pt x="1205027" y="1518256"/>
                  </a:lnTo>
                  <a:lnTo>
                    <a:pt x="1179542" y="1483891"/>
                  </a:lnTo>
                  <a:close/>
                  <a:moveTo>
                    <a:pt x="1258992" y="1512365"/>
                  </a:moveTo>
                  <a:lnTo>
                    <a:pt x="1241910" y="1463510"/>
                  </a:lnTo>
                  <a:lnTo>
                    <a:pt x="1205027" y="1518256"/>
                  </a:lnTo>
                  <a:close/>
                  <a:moveTo>
                    <a:pt x="1128920" y="1350432"/>
                  </a:moveTo>
                  <a:lnTo>
                    <a:pt x="1124820" y="1419995"/>
                  </a:lnTo>
                  <a:lnTo>
                    <a:pt x="1136218" y="1361687"/>
                  </a:lnTo>
                  <a:close/>
                  <a:moveTo>
                    <a:pt x="1071094" y="1374526"/>
                  </a:moveTo>
                  <a:lnTo>
                    <a:pt x="1109396" y="1426063"/>
                  </a:lnTo>
                  <a:lnTo>
                    <a:pt x="1128920" y="1350432"/>
                  </a:lnTo>
                  <a:close/>
                  <a:moveTo>
                    <a:pt x="943620" y="1092749"/>
                  </a:moveTo>
                  <a:lnTo>
                    <a:pt x="928355" y="1116843"/>
                  </a:lnTo>
                  <a:lnTo>
                    <a:pt x="951626" y="1144286"/>
                  </a:lnTo>
                  <a:close/>
                  <a:moveTo>
                    <a:pt x="688646" y="886603"/>
                  </a:moveTo>
                  <a:lnTo>
                    <a:pt x="722136" y="861566"/>
                  </a:lnTo>
                  <a:lnTo>
                    <a:pt x="658003" y="859160"/>
                  </a:lnTo>
                  <a:close/>
                  <a:moveTo>
                    <a:pt x="676356" y="910697"/>
                  </a:moveTo>
                  <a:lnTo>
                    <a:pt x="688646" y="886603"/>
                  </a:lnTo>
                  <a:lnTo>
                    <a:pt x="658003" y="859160"/>
                  </a:lnTo>
                  <a:close/>
                  <a:moveTo>
                    <a:pt x="1190994" y="1391808"/>
                  </a:moveTo>
                  <a:lnTo>
                    <a:pt x="1216352" y="1351717"/>
                  </a:lnTo>
                  <a:lnTo>
                    <a:pt x="1136218" y="1361687"/>
                  </a:lnTo>
                  <a:close/>
                  <a:moveTo>
                    <a:pt x="1249686" y="1301671"/>
                  </a:moveTo>
                  <a:lnTo>
                    <a:pt x="1166302" y="1299489"/>
                  </a:lnTo>
                  <a:lnTo>
                    <a:pt x="1202280" y="1299105"/>
                  </a:lnTo>
                  <a:close/>
                  <a:moveTo>
                    <a:pt x="951626" y="1144286"/>
                  </a:moveTo>
                  <a:lnTo>
                    <a:pt x="951888" y="1132924"/>
                  </a:lnTo>
                  <a:lnTo>
                    <a:pt x="943620" y="1092749"/>
                  </a:lnTo>
                  <a:close/>
                  <a:moveTo>
                    <a:pt x="943620" y="1092749"/>
                  </a:moveTo>
                  <a:lnTo>
                    <a:pt x="951888" y="1132924"/>
                  </a:lnTo>
                  <a:lnTo>
                    <a:pt x="1005460" y="1087259"/>
                  </a:lnTo>
                  <a:close/>
                  <a:moveTo>
                    <a:pt x="1005460" y="1087259"/>
                  </a:moveTo>
                  <a:lnTo>
                    <a:pt x="990893" y="1076453"/>
                  </a:lnTo>
                  <a:lnTo>
                    <a:pt x="943620" y="1092749"/>
                  </a:lnTo>
                  <a:close/>
                  <a:moveTo>
                    <a:pt x="990893" y="1076453"/>
                  </a:moveTo>
                  <a:lnTo>
                    <a:pt x="1022129" y="1026298"/>
                  </a:lnTo>
                  <a:lnTo>
                    <a:pt x="958538" y="1046727"/>
                  </a:lnTo>
                  <a:close/>
                  <a:moveTo>
                    <a:pt x="796933" y="831640"/>
                  </a:moveTo>
                  <a:lnTo>
                    <a:pt x="766192" y="851605"/>
                  </a:lnTo>
                  <a:lnTo>
                    <a:pt x="722136" y="861566"/>
                  </a:lnTo>
                  <a:close/>
                  <a:moveTo>
                    <a:pt x="483462" y="358331"/>
                  </a:moveTo>
                  <a:lnTo>
                    <a:pt x="404679" y="373354"/>
                  </a:lnTo>
                  <a:lnTo>
                    <a:pt x="440572" y="372649"/>
                  </a:lnTo>
                  <a:close/>
                  <a:moveTo>
                    <a:pt x="1282935" y="1367414"/>
                  </a:moveTo>
                  <a:lnTo>
                    <a:pt x="1216352" y="1351717"/>
                  </a:lnTo>
                  <a:lnTo>
                    <a:pt x="1245048" y="1377875"/>
                  </a:lnTo>
                  <a:close/>
                  <a:moveTo>
                    <a:pt x="1202280" y="1299105"/>
                  </a:moveTo>
                  <a:lnTo>
                    <a:pt x="1227566" y="1311703"/>
                  </a:lnTo>
                  <a:lnTo>
                    <a:pt x="1249686" y="1301671"/>
                  </a:lnTo>
                  <a:close/>
                  <a:moveTo>
                    <a:pt x="483462" y="358331"/>
                  </a:moveTo>
                  <a:lnTo>
                    <a:pt x="515820" y="344412"/>
                  </a:lnTo>
                  <a:lnTo>
                    <a:pt x="504159" y="347143"/>
                  </a:lnTo>
                  <a:close/>
                  <a:moveTo>
                    <a:pt x="548605" y="292313"/>
                  </a:moveTo>
                  <a:lnTo>
                    <a:pt x="504159" y="347143"/>
                  </a:lnTo>
                  <a:lnTo>
                    <a:pt x="523445" y="323049"/>
                  </a:lnTo>
                  <a:close/>
                  <a:moveTo>
                    <a:pt x="1668852" y="1595278"/>
                  </a:moveTo>
                  <a:lnTo>
                    <a:pt x="1601745" y="1609677"/>
                  </a:lnTo>
                  <a:lnTo>
                    <a:pt x="1602538" y="1611464"/>
                  </a:lnTo>
                  <a:close/>
                  <a:moveTo>
                    <a:pt x="1593387" y="1555905"/>
                  </a:moveTo>
                  <a:lnTo>
                    <a:pt x="1601745" y="1609677"/>
                  </a:lnTo>
                  <a:lnTo>
                    <a:pt x="1668852" y="1595278"/>
                  </a:lnTo>
                  <a:close/>
                  <a:moveTo>
                    <a:pt x="627225" y="276684"/>
                  </a:moveTo>
                  <a:lnTo>
                    <a:pt x="548605" y="292313"/>
                  </a:lnTo>
                  <a:lnTo>
                    <a:pt x="581069" y="278792"/>
                  </a:lnTo>
                  <a:close/>
                  <a:moveTo>
                    <a:pt x="1089739" y="648309"/>
                  </a:moveTo>
                  <a:lnTo>
                    <a:pt x="1041952" y="696468"/>
                  </a:lnTo>
                  <a:lnTo>
                    <a:pt x="1062346" y="687154"/>
                  </a:lnTo>
                  <a:close/>
                  <a:moveTo>
                    <a:pt x="922159" y="592407"/>
                  </a:moveTo>
                  <a:lnTo>
                    <a:pt x="962672" y="584081"/>
                  </a:lnTo>
                  <a:lnTo>
                    <a:pt x="921274" y="542478"/>
                  </a:lnTo>
                  <a:close/>
                  <a:moveTo>
                    <a:pt x="600786" y="287310"/>
                  </a:moveTo>
                  <a:lnTo>
                    <a:pt x="627225" y="276684"/>
                  </a:lnTo>
                  <a:lnTo>
                    <a:pt x="581069" y="278792"/>
                  </a:lnTo>
                  <a:close/>
                  <a:moveTo>
                    <a:pt x="600786" y="287310"/>
                  </a:moveTo>
                  <a:lnTo>
                    <a:pt x="651141" y="284354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78664" y="294330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83811" y="295776"/>
                  </a:lnTo>
                  <a:lnTo>
                    <a:pt x="678664" y="294330"/>
                  </a:lnTo>
                  <a:close/>
                  <a:moveTo>
                    <a:pt x="651141" y="284354"/>
                  </a:moveTo>
                  <a:lnTo>
                    <a:pt x="668701" y="296857"/>
                  </a:lnTo>
                  <a:lnTo>
                    <a:pt x="720727" y="316695"/>
                  </a:lnTo>
                  <a:close/>
                  <a:moveTo>
                    <a:pt x="683811" y="295776"/>
                  </a:moveTo>
                  <a:lnTo>
                    <a:pt x="720727" y="316695"/>
                  </a:lnTo>
                  <a:lnTo>
                    <a:pt x="768031" y="318881"/>
                  </a:lnTo>
                  <a:close/>
                  <a:moveTo>
                    <a:pt x="1257771" y="792301"/>
                  </a:moveTo>
                  <a:lnTo>
                    <a:pt x="1205131" y="790227"/>
                  </a:lnTo>
                  <a:lnTo>
                    <a:pt x="1182193" y="819305"/>
                  </a:lnTo>
                  <a:close/>
                  <a:moveTo>
                    <a:pt x="1257771" y="792301"/>
                  </a:moveTo>
                  <a:lnTo>
                    <a:pt x="1182193" y="819305"/>
                  </a:lnTo>
                  <a:lnTo>
                    <a:pt x="1213111" y="800002"/>
                  </a:lnTo>
                  <a:close/>
                  <a:moveTo>
                    <a:pt x="1062346" y="687154"/>
                  </a:moveTo>
                  <a:lnTo>
                    <a:pt x="1056370" y="698228"/>
                  </a:lnTo>
                  <a:lnTo>
                    <a:pt x="1093477" y="717322"/>
                  </a:lnTo>
                  <a:close/>
                  <a:moveTo>
                    <a:pt x="997358" y="517366"/>
                  </a:moveTo>
                  <a:lnTo>
                    <a:pt x="990062" y="512443"/>
                  </a:lnTo>
                  <a:lnTo>
                    <a:pt x="962672" y="584081"/>
                  </a:lnTo>
                  <a:close/>
                  <a:moveTo>
                    <a:pt x="1032027" y="516308"/>
                  </a:moveTo>
                  <a:lnTo>
                    <a:pt x="1018394" y="464648"/>
                  </a:lnTo>
                  <a:lnTo>
                    <a:pt x="990062" y="512443"/>
                  </a:lnTo>
                  <a:close/>
                  <a:moveTo>
                    <a:pt x="727531" y="322975"/>
                  </a:moveTo>
                  <a:lnTo>
                    <a:pt x="771968" y="324831"/>
                  </a:lnTo>
                  <a:lnTo>
                    <a:pt x="768031" y="318881"/>
                  </a:lnTo>
                  <a:close/>
                  <a:moveTo>
                    <a:pt x="771968" y="324831"/>
                  </a:moveTo>
                  <a:lnTo>
                    <a:pt x="797834" y="274861"/>
                  </a:lnTo>
                  <a:lnTo>
                    <a:pt x="768031" y="318881"/>
                  </a:lnTo>
                  <a:close/>
                  <a:moveTo>
                    <a:pt x="1370002" y="958156"/>
                  </a:moveTo>
                  <a:lnTo>
                    <a:pt x="1390764" y="940186"/>
                  </a:lnTo>
                  <a:lnTo>
                    <a:pt x="1346868" y="950741"/>
                  </a:lnTo>
                  <a:close/>
                  <a:moveTo>
                    <a:pt x="1230079" y="807717"/>
                  </a:moveTo>
                  <a:lnTo>
                    <a:pt x="1257771" y="792301"/>
                  </a:lnTo>
                  <a:lnTo>
                    <a:pt x="1213111" y="800002"/>
                  </a:lnTo>
                  <a:close/>
                  <a:moveTo>
                    <a:pt x="1230079" y="807717"/>
                  </a:moveTo>
                  <a:lnTo>
                    <a:pt x="1278905" y="806004"/>
                  </a:lnTo>
                  <a:lnTo>
                    <a:pt x="1257771" y="792301"/>
                  </a:lnTo>
                  <a:close/>
                  <a:moveTo>
                    <a:pt x="873176" y="175137"/>
                  </a:moveTo>
                  <a:lnTo>
                    <a:pt x="888615" y="243221"/>
                  </a:lnTo>
                  <a:lnTo>
                    <a:pt x="904797" y="211076"/>
                  </a:lnTo>
                  <a:close/>
                  <a:moveTo>
                    <a:pt x="888615" y="243221"/>
                  </a:moveTo>
                  <a:lnTo>
                    <a:pt x="922835" y="226674"/>
                  </a:lnTo>
                  <a:lnTo>
                    <a:pt x="904797" y="211076"/>
                  </a:lnTo>
                  <a:close/>
                  <a:moveTo>
                    <a:pt x="1202722" y="491357"/>
                  </a:moveTo>
                  <a:lnTo>
                    <a:pt x="1167852" y="495885"/>
                  </a:lnTo>
                  <a:lnTo>
                    <a:pt x="1121973" y="499029"/>
                  </a:lnTo>
                  <a:close/>
                  <a:moveTo>
                    <a:pt x="1202722" y="491357"/>
                  </a:moveTo>
                  <a:lnTo>
                    <a:pt x="1121973" y="499029"/>
                  </a:lnTo>
                  <a:lnTo>
                    <a:pt x="1154859" y="487083"/>
                  </a:lnTo>
                  <a:close/>
                  <a:moveTo>
                    <a:pt x="1167852" y="495885"/>
                  </a:moveTo>
                  <a:lnTo>
                    <a:pt x="1202722" y="491357"/>
                  </a:lnTo>
                  <a:lnTo>
                    <a:pt x="1180185" y="484356"/>
                  </a:lnTo>
                  <a:close/>
                  <a:moveTo>
                    <a:pt x="1107523" y="310101"/>
                  </a:moveTo>
                  <a:lnTo>
                    <a:pt x="1101781" y="309353"/>
                  </a:lnTo>
                  <a:lnTo>
                    <a:pt x="1098230" y="305652"/>
                  </a:lnTo>
                  <a:close/>
                  <a:moveTo>
                    <a:pt x="967809" y="202579"/>
                  </a:moveTo>
                  <a:lnTo>
                    <a:pt x="929906" y="170054"/>
                  </a:lnTo>
                  <a:lnTo>
                    <a:pt x="904797" y="211076"/>
                  </a:lnTo>
                  <a:close/>
                  <a:moveTo>
                    <a:pt x="1296328" y="487705"/>
                  </a:moveTo>
                  <a:lnTo>
                    <a:pt x="1279647" y="491687"/>
                  </a:lnTo>
                  <a:lnTo>
                    <a:pt x="1284526" y="550463"/>
                  </a:lnTo>
                  <a:close/>
                  <a:moveTo>
                    <a:pt x="1107523" y="310101"/>
                  </a:moveTo>
                  <a:lnTo>
                    <a:pt x="1097000" y="310538"/>
                  </a:lnTo>
                  <a:lnTo>
                    <a:pt x="1136881" y="284966"/>
                  </a:lnTo>
                  <a:close/>
                  <a:moveTo>
                    <a:pt x="1107523" y="310101"/>
                  </a:moveTo>
                  <a:lnTo>
                    <a:pt x="1136881" y="284966"/>
                  </a:lnTo>
                  <a:lnTo>
                    <a:pt x="1111197" y="305652"/>
                  </a:lnTo>
                  <a:close/>
                  <a:moveTo>
                    <a:pt x="1136881" y="284966"/>
                  </a:moveTo>
                  <a:lnTo>
                    <a:pt x="1139951" y="281558"/>
                  </a:lnTo>
                  <a:lnTo>
                    <a:pt x="1111197" y="305652"/>
                  </a:lnTo>
                  <a:close/>
                  <a:moveTo>
                    <a:pt x="929906" y="170054"/>
                  </a:moveTo>
                  <a:lnTo>
                    <a:pt x="967809" y="202579"/>
                  </a:lnTo>
                  <a:lnTo>
                    <a:pt x="973245" y="126949"/>
                  </a:lnTo>
                  <a:close/>
                  <a:moveTo>
                    <a:pt x="1342322" y="394148"/>
                  </a:moveTo>
                  <a:lnTo>
                    <a:pt x="1354700" y="360538"/>
                  </a:lnTo>
                  <a:lnTo>
                    <a:pt x="1319752" y="384632"/>
                  </a:lnTo>
                  <a:close/>
                  <a:moveTo>
                    <a:pt x="1195743" y="195467"/>
                  </a:moveTo>
                  <a:lnTo>
                    <a:pt x="1157312" y="176704"/>
                  </a:lnTo>
                  <a:lnTo>
                    <a:pt x="1204968" y="205928"/>
                  </a:lnTo>
                  <a:close/>
                  <a:moveTo>
                    <a:pt x="1028997" y="16828"/>
                  </a:moveTo>
                  <a:lnTo>
                    <a:pt x="1006616" y="23875"/>
                  </a:lnTo>
                  <a:lnTo>
                    <a:pt x="1054013" y="14915"/>
                  </a:lnTo>
                  <a:close/>
                  <a:moveTo>
                    <a:pt x="1028997" y="16828"/>
                  </a:moveTo>
                  <a:lnTo>
                    <a:pt x="1054013" y="14915"/>
                  </a:lnTo>
                  <a:lnTo>
                    <a:pt x="1096964" y="825"/>
                  </a:lnTo>
                  <a:close/>
                  <a:moveTo>
                    <a:pt x="1096964" y="825"/>
                  </a:moveTo>
                  <a:lnTo>
                    <a:pt x="1054013" y="14915"/>
                  </a:lnTo>
                  <a:lnTo>
                    <a:pt x="1134721" y="7094"/>
                  </a:lnTo>
                  <a:close/>
                  <a:moveTo>
                    <a:pt x="1179544" y="0"/>
                  </a:moveTo>
                  <a:lnTo>
                    <a:pt x="1096964" y="825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179544" y="0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210576" y="7916"/>
                  </a:lnTo>
                  <a:lnTo>
                    <a:pt x="1179544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77" name="Output_density__4276">
              <a:extLst>
                <a:ext uri="{FF2B5EF4-FFF2-40B4-BE49-F238E27FC236}">
                  <a16:creationId xmlns:a16="http://schemas.microsoft.com/office/drawing/2014/main" id="{49602A5A-38C0-785F-C429-892BE5E9B1DC}"/>
                </a:ext>
              </a:extLst>
            </p:cNvPr>
            <p:cNvSpPr>
              <a:spLocks noGrp="1"/>
            </p:cNvSpPr>
            <p:nvPr/>
          </p:nvSpPr>
          <p:spPr>
            <a:xfrm>
              <a:off x="15002377" y="2347596"/>
              <a:ext cx="1473328" cy="1820071"/>
            </a:xfrm>
            <a:custGeom>
              <a:avLst/>
              <a:gdLst/>
              <a:ahLst/>
              <a:cxnLst/>
              <a:rect l="0" t="0" r="0" b="0"/>
              <a:pathLst>
                <a:path w="1473328" h="1820071">
                  <a:moveTo>
                    <a:pt x="42020" y="810101"/>
                  </a:moveTo>
                  <a:lnTo>
                    <a:pt x="0" y="883299"/>
                  </a:lnTo>
                  <a:lnTo>
                    <a:pt x="18961" y="845164"/>
                  </a:lnTo>
                  <a:close/>
                  <a:moveTo>
                    <a:pt x="67957" y="853675"/>
                  </a:moveTo>
                  <a:lnTo>
                    <a:pt x="103220" y="850619"/>
                  </a:lnTo>
                  <a:lnTo>
                    <a:pt x="18961" y="845164"/>
                  </a:lnTo>
                  <a:close/>
                  <a:moveTo>
                    <a:pt x="112653" y="846111"/>
                  </a:moveTo>
                  <a:lnTo>
                    <a:pt x="121684" y="859205"/>
                  </a:lnTo>
                  <a:lnTo>
                    <a:pt x="103220" y="850619"/>
                  </a:lnTo>
                  <a:close/>
                  <a:moveTo>
                    <a:pt x="667957" y="1429764"/>
                  </a:moveTo>
                  <a:lnTo>
                    <a:pt x="635766" y="1444307"/>
                  </a:lnTo>
                  <a:lnTo>
                    <a:pt x="715368" y="1432347"/>
                  </a:lnTo>
                  <a:close/>
                  <a:moveTo>
                    <a:pt x="31965" y="630047"/>
                  </a:moveTo>
                  <a:lnTo>
                    <a:pt x="69814" y="637259"/>
                  </a:lnTo>
                  <a:lnTo>
                    <a:pt x="33262" y="628835"/>
                  </a:lnTo>
                  <a:close/>
                  <a:moveTo>
                    <a:pt x="667957" y="1429764"/>
                  </a:moveTo>
                  <a:lnTo>
                    <a:pt x="715368" y="1432347"/>
                  </a:lnTo>
                  <a:lnTo>
                    <a:pt x="740282" y="1390596"/>
                  </a:lnTo>
                  <a:close/>
                  <a:moveTo>
                    <a:pt x="74994" y="604871"/>
                  </a:moveTo>
                  <a:lnTo>
                    <a:pt x="33789" y="628564"/>
                  </a:lnTo>
                  <a:lnTo>
                    <a:pt x="100036" y="568916"/>
                  </a:lnTo>
                  <a:close/>
                  <a:moveTo>
                    <a:pt x="100036" y="568916"/>
                  </a:moveTo>
                  <a:lnTo>
                    <a:pt x="33789" y="628564"/>
                  </a:lnTo>
                  <a:lnTo>
                    <a:pt x="33262" y="628835"/>
                  </a:lnTo>
                  <a:close/>
                  <a:moveTo>
                    <a:pt x="751719" y="1365865"/>
                  </a:moveTo>
                  <a:lnTo>
                    <a:pt x="740282" y="1390596"/>
                  </a:lnTo>
                  <a:lnTo>
                    <a:pt x="756051" y="1377920"/>
                  </a:lnTo>
                  <a:close/>
                  <a:moveTo>
                    <a:pt x="763225" y="1341477"/>
                  </a:moveTo>
                  <a:lnTo>
                    <a:pt x="778621" y="1359266"/>
                  </a:lnTo>
                  <a:lnTo>
                    <a:pt x="803504" y="1317398"/>
                  </a:lnTo>
                  <a:close/>
                  <a:moveTo>
                    <a:pt x="811072" y="1292851"/>
                  </a:moveTo>
                  <a:lnTo>
                    <a:pt x="803504" y="1317398"/>
                  </a:lnTo>
                  <a:lnTo>
                    <a:pt x="831111" y="1302289"/>
                  </a:lnTo>
                  <a:close/>
                  <a:moveTo>
                    <a:pt x="831111" y="1302289"/>
                  </a:moveTo>
                  <a:lnTo>
                    <a:pt x="844406" y="1295648"/>
                  </a:lnTo>
                  <a:lnTo>
                    <a:pt x="811072" y="1292851"/>
                  </a:lnTo>
                  <a:close/>
                  <a:moveTo>
                    <a:pt x="408716" y="754513"/>
                  </a:moveTo>
                  <a:lnTo>
                    <a:pt x="447249" y="771294"/>
                  </a:lnTo>
                  <a:lnTo>
                    <a:pt x="451529" y="739907"/>
                  </a:lnTo>
                  <a:close/>
                  <a:moveTo>
                    <a:pt x="708206" y="1000871"/>
                  </a:moveTo>
                  <a:lnTo>
                    <a:pt x="659122" y="992033"/>
                  </a:lnTo>
                  <a:lnTo>
                    <a:pt x="624371" y="992215"/>
                  </a:lnTo>
                  <a:close/>
                  <a:moveTo>
                    <a:pt x="1347788" y="1820071"/>
                  </a:moveTo>
                  <a:lnTo>
                    <a:pt x="1393354" y="1815759"/>
                  </a:lnTo>
                  <a:lnTo>
                    <a:pt x="1425874" y="1802445"/>
                  </a:lnTo>
                  <a:close/>
                  <a:moveTo>
                    <a:pt x="1398056" y="1793561"/>
                  </a:moveTo>
                  <a:lnTo>
                    <a:pt x="1429463" y="1769467"/>
                  </a:lnTo>
                  <a:lnTo>
                    <a:pt x="1425874" y="1802445"/>
                  </a:lnTo>
                  <a:close/>
                  <a:moveTo>
                    <a:pt x="844648" y="1099491"/>
                  </a:moveTo>
                  <a:lnTo>
                    <a:pt x="825898" y="1131326"/>
                  </a:lnTo>
                  <a:lnTo>
                    <a:pt x="845047" y="1114984"/>
                  </a:lnTo>
                  <a:close/>
                  <a:moveTo>
                    <a:pt x="845047" y="1114984"/>
                  </a:moveTo>
                  <a:lnTo>
                    <a:pt x="825898" y="1131326"/>
                  </a:lnTo>
                  <a:lnTo>
                    <a:pt x="818973" y="1160942"/>
                  </a:lnTo>
                  <a:close/>
                  <a:moveTo>
                    <a:pt x="845047" y="1114984"/>
                  </a:moveTo>
                  <a:lnTo>
                    <a:pt x="839242" y="1056960"/>
                  </a:lnTo>
                  <a:lnTo>
                    <a:pt x="844648" y="1099491"/>
                  </a:lnTo>
                  <a:close/>
                  <a:moveTo>
                    <a:pt x="839242" y="1056960"/>
                  </a:moveTo>
                  <a:lnTo>
                    <a:pt x="840376" y="1047955"/>
                  </a:lnTo>
                  <a:lnTo>
                    <a:pt x="844648" y="1099491"/>
                  </a:lnTo>
                  <a:close/>
                  <a:moveTo>
                    <a:pt x="716454" y="955334"/>
                  </a:moveTo>
                  <a:lnTo>
                    <a:pt x="672122" y="953393"/>
                  </a:lnTo>
                  <a:lnTo>
                    <a:pt x="659122" y="992033"/>
                  </a:lnTo>
                  <a:close/>
                  <a:moveTo>
                    <a:pt x="532715" y="733871"/>
                  </a:moveTo>
                  <a:lnTo>
                    <a:pt x="493956" y="708560"/>
                  </a:lnTo>
                  <a:lnTo>
                    <a:pt x="544359" y="738736"/>
                  </a:lnTo>
                  <a:close/>
                  <a:moveTo>
                    <a:pt x="560514" y="568006"/>
                  </a:moveTo>
                  <a:lnTo>
                    <a:pt x="554852" y="560032"/>
                  </a:lnTo>
                  <a:lnTo>
                    <a:pt x="607198" y="591736"/>
                  </a:lnTo>
                  <a:close/>
                  <a:moveTo>
                    <a:pt x="534526" y="605743"/>
                  </a:moveTo>
                  <a:lnTo>
                    <a:pt x="554852" y="560032"/>
                  </a:lnTo>
                  <a:lnTo>
                    <a:pt x="560514" y="568006"/>
                  </a:lnTo>
                  <a:close/>
                  <a:moveTo>
                    <a:pt x="563470" y="439058"/>
                  </a:moveTo>
                  <a:lnTo>
                    <a:pt x="519725" y="436640"/>
                  </a:lnTo>
                  <a:lnTo>
                    <a:pt x="525246" y="508495"/>
                  </a:lnTo>
                  <a:close/>
                  <a:moveTo>
                    <a:pt x="514898" y="432865"/>
                  </a:moveTo>
                  <a:lnTo>
                    <a:pt x="519725" y="436640"/>
                  </a:lnTo>
                  <a:lnTo>
                    <a:pt x="523602" y="430000"/>
                  </a:lnTo>
                  <a:close/>
                  <a:moveTo>
                    <a:pt x="525069" y="435483"/>
                  </a:moveTo>
                  <a:lnTo>
                    <a:pt x="519725" y="436640"/>
                  </a:lnTo>
                  <a:lnTo>
                    <a:pt x="514898" y="432865"/>
                  </a:lnTo>
                  <a:close/>
                  <a:moveTo>
                    <a:pt x="1115886" y="1046725"/>
                  </a:moveTo>
                  <a:lnTo>
                    <a:pt x="1089242" y="1030404"/>
                  </a:lnTo>
                  <a:lnTo>
                    <a:pt x="1073217" y="1087505"/>
                  </a:lnTo>
                  <a:close/>
                  <a:moveTo>
                    <a:pt x="523602" y="430000"/>
                  </a:moveTo>
                  <a:lnTo>
                    <a:pt x="566632" y="416204"/>
                  </a:lnTo>
                  <a:lnTo>
                    <a:pt x="597355" y="396170"/>
                  </a:lnTo>
                  <a:close/>
                  <a:moveTo>
                    <a:pt x="597355" y="396170"/>
                  </a:moveTo>
                  <a:lnTo>
                    <a:pt x="566632" y="416204"/>
                  </a:lnTo>
                  <a:lnTo>
                    <a:pt x="643064" y="392392"/>
                  </a:lnTo>
                  <a:close/>
                  <a:moveTo>
                    <a:pt x="738128" y="573144"/>
                  </a:moveTo>
                  <a:lnTo>
                    <a:pt x="681077" y="569656"/>
                  </a:lnTo>
                  <a:lnTo>
                    <a:pt x="725672" y="571383"/>
                  </a:lnTo>
                  <a:close/>
                  <a:moveTo>
                    <a:pt x="1352766" y="1157726"/>
                  </a:moveTo>
                  <a:lnTo>
                    <a:pt x="1351354" y="1158904"/>
                  </a:lnTo>
                  <a:lnTo>
                    <a:pt x="1376860" y="1233356"/>
                  </a:lnTo>
                  <a:close/>
                  <a:moveTo>
                    <a:pt x="1348637" y="1157726"/>
                  </a:moveTo>
                  <a:lnTo>
                    <a:pt x="1300257" y="1142540"/>
                  </a:lnTo>
                  <a:lnTo>
                    <a:pt x="1277402" y="1116865"/>
                  </a:lnTo>
                  <a:close/>
                  <a:moveTo>
                    <a:pt x="783507" y="568133"/>
                  </a:moveTo>
                  <a:lnTo>
                    <a:pt x="819355" y="595946"/>
                  </a:lnTo>
                  <a:lnTo>
                    <a:pt x="738128" y="573144"/>
                  </a:lnTo>
                  <a:close/>
                  <a:moveTo>
                    <a:pt x="859514" y="542735"/>
                  </a:moveTo>
                  <a:lnTo>
                    <a:pt x="815955" y="563380"/>
                  </a:lnTo>
                  <a:lnTo>
                    <a:pt x="842953" y="552000"/>
                  </a:lnTo>
                  <a:close/>
                  <a:moveTo>
                    <a:pt x="1413424" y="1133632"/>
                  </a:moveTo>
                  <a:lnTo>
                    <a:pt x="1352766" y="1157726"/>
                  </a:lnTo>
                  <a:lnTo>
                    <a:pt x="1424015" y="1120997"/>
                  </a:lnTo>
                  <a:close/>
                  <a:moveTo>
                    <a:pt x="1426231" y="1071835"/>
                  </a:moveTo>
                  <a:lnTo>
                    <a:pt x="1413424" y="1133632"/>
                  </a:lnTo>
                  <a:lnTo>
                    <a:pt x="1424015" y="1120997"/>
                  </a:lnTo>
                  <a:close/>
                  <a:moveTo>
                    <a:pt x="1465420" y="1077957"/>
                  </a:moveTo>
                  <a:lnTo>
                    <a:pt x="1424015" y="1120997"/>
                  </a:lnTo>
                  <a:lnTo>
                    <a:pt x="1462447" y="1090010"/>
                  </a:lnTo>
                  <a:close/>
                  <a:moveTo>
                    <a:pt x="1465420" y="1077957"/>
                  </a:moveTo>
                  <a:lnTo>
                    <a:pt x="1426231" y="1071835"/>
                  </a:lnTo>
                  <a:lnTo>
                    <a:pt x="1424015" y="1120997"/>
                  </a:lnTo>
                  <a:close/>
                  <a:moveTo>
                    <a:pt x="978307" y="502628"/>
                  </a:moveTo>
                  <a:lnTo>
                    <a:pt x="996159" y="503411"/>
                  </a:lnTo>
                  <a:lnTo>
                    <a:pt x="930901" y="500064"/>
                  </a:lnTo>
                  <a:close/>
                  <a:moveTo>
                    <a:pt x="1446468" y="935144"/>
                  </a:moveTo>
                  <a:lnTo>
                    <a:pt x="1464254" y="953419"/>
                  </a:lnTo>
                  <a:lnTo>
                    <a:pt x="1450474" y="930834"/>
                  </a:lnTo>
                  <a:close/>
                  <a:moveTo>
                    <a:pt x="1446468" y="935144"/>
                  </a:moveTo>
                  <a:lnTo>
                    <a:pt x="1463906" y="960567"/>
                  </a:lnTo>
                  <a:lnTo>
                    <a:pt x="1464254" y="953419"/>
                  </a:lnTo>
                  <a:close/>
                  <a:moveTo>
                    <a:pt x="1464254" y="953419"/>
                  </a:moveTo>
                  <a:lnTo>
                    <a:pt x="1473152" y="883443"/>
                  </a:lnTo>
                  <a:lnTo>
                    <a:pt x="1450474" y="930834"/>
                  </a:lnTo>
                  <a:close/>
                  <a:moveTo>
                    <a:pt x="1473152" y="883443"/>
                  </a:moveTo>
                  <a:lnTo>
                    <a:pt x="1473328" y="879298"/>
                  </a:lnTo>
                  <a:lnTo>
                    <a:pt x="1450474" y="930834"/>
                  </a:lnTo>
                  <a:close/>
                  <a:moveTo>
                    <a:pt x="1473328" y="879298"/>
                  </a:moveTo>
                  <a:lnTo>
                    <a:pt x="1473152" y="883443"/>
                  </a:lnTo>
                  <a:lnTo>
                    <a:pt x="1464575" y="828165"/>
                  </a:lnTo>
                  <a:close/>
                  <a:moveTo>
                    <a:pt x="1309327" y="673151"/>
                  </a:moveTo>
                  <a:lnTo>
                    <a:pt x="1316040" y="724688"/>
                  </a:lnTo>
                  <a:lnTo>
                    <a:pt x="1296734" y="697245"/>
                  </a:lnTo>
                  <a:close/>
                  <a:moveTo>
                    <a:pt x="1153325" y="594172"/>
                  </a:moveTo>
                  <a:lnTo>
                    <a:pt x="1150959" y="528993"/>
                  </a:lnTo>
                  <a:lnTo>
                    <a:pt x="1152642" y="577644"/>
                  </a:lnTo>
                  <a:close/>
                  <a:moveTo>
                    <a:pt x="1297304" y="661486"/>
                  </a:moveTo>
                  <a:lnTo>
                    <a:pt x="1312285" y="712049"/>
                  </a:lnTo>
                  <a:lnTo>
                    <a:pt x="1316040" y="724688"/>
                  </a:lnTo>
                  <a:close/>
                  <a:moveTo>
                    <a:pt x="1074520" y="282977"/>
                  </a:moveTo>
                  <a:lnTo>
                    <a:pt x="1040711" y="291472"/>
                  </a:lnTo>
                  <a:lnTo>
                    <a:pt x="1120141" y="278869"/>
                  </a:lnTo>
                  <a:close/>
                  <a:moveTo>
                    <a:pt x="1302172" y="469299"/>
                  </a:moveTo>
                  <a:lnTo>
                    <a:pt x="1302145" y="470354"/>
                  </a:lnTo>
                  <a:lnTo>
                    <a:pt x="1302925" y="405945"/>
                  </a:lnTo>
                  <a:close/>
                  <a:moveTo>
                    <a:pt x="1080277" y="34703"/>
                  </a:moveTo>
                  <a:lnTo>
                    <a:pt x="1078616" y="35157"/>
                  </a:lnTo>
                  <a:lnTo>
                    <a:pt x="1083058" y="33967"/>
                  </a:lnTo>
                  <a:close/>
                  <a:moveTo>
                    <a:pt x="1078616" y="35157"/>
                  </a:moveTo>
                  <a:lnTo>
                    <a:pt x="1080277" y="34703"/>
                  </a:lnTo>
                  <a:lnTo>
                    <a:pt x="1065964" y="33967"/>
                  </a:lnTo>
                  <a:close/>
                  <a:moveTo>
                    <a:pt x="1065964" y="33967"/>
                  </a:moveTo>
                  <a:lnTo>
                    <a:pt x="1080277" y="34703"/>
                  </a:lnTo>
                  <a:lnTo>
                    <a:pt x="1081478" y="32831"/>
                  </a:lnTo>
                  <a:close/>
                  <a:moveTo>
                    <a:pt x="1107076" y="0"/>
                  </a:moveTo>
                  <a:lnTo>
                    <a:pt x="1065964" y="33967"/>
                  </a:lnTo>
                  <a:lnTo>
                    <a:pt x="1081478" y="32831"/>
                  </a:lnTo>
                  <a:close/>
                  <a:moveTo>
                    <a:pt x="1080277" y="34703"/>
                  </a:moveTo>
                  <a:lnTo>
                    <a:pt x="1083058" y="33967"/>
                  </a:lnTo>
                  <a:lnTo>
                    <a:pt x="1081478" y="32831"/>
                  </a:lnTo>
                  <a:close/>
                  <a:moveTo>
                    <a:pt x="1141920" y="21675"/>
                  </a:moveTo>
                  <a:lnTo>
                    <a:pt x="1137234" y="9873"/>
                  </a:lnTo>
                  <a:lnTo>
                    <a:pt x="1125202" y="27991"/>
                  </a:lnTo>
                  <a:close/>
                  <a:moveTo>
                    <a:pt x="1125202" y="27991"/>
                  </a:moveTo>
                  <a:lnTo>
                    <a:pt x="1137234" y="9873"/>
                  </a:lnTo>
                  <a:lnTo>
                    <a:pt x="1107076" y="0"/>
                  </a:lnTo>
                  <a:close/>
                  <a:moveTo>
                    <a:pt x="1081478" y="32831"/>
                  </a:moveTo>
                  <a:lnTo>
                    <a:pt x="1083058" y="33967"/>
                  </a:lnTo>
                  <a:lnTo>
                    <a:pt x="1125202" y="27991"/>
                  </a:lnTo>
                  <a:close/>
                  <a:moveTo>
                    <a:pt x="1107076" y="0"/>
                  </a:moveTo>
                  <a:lnTo>
                    <a:pt x="1081478" y="32831"/>
                  </a:lnTo>
                  <a:lnTo>
                    <a:pt x="1125202" y="279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8" name="Output_density__4277">
              <a:extLst>
                <a:ext uri="{FF2B5EF4-FFF2-40B4-BE49-F238E27FC236}">
                  <a16:creationId xmlns:a16="http://schemas.microsoft.com/office/drawing/2014/main" id="{804DB7E5-EA05-03A8-0A70-8C2AC9EF2D43}"/>
                </a:ext>
              </a:extLst>
            </p:cNvPr>
            <p:cNvSpPr>
              <a:spLocks noGrp="1"/>
            </p:cNvSpPr>
            <p:nvPr/>
          </p:nvSpPr>
          <p:spPr>
            <a:xfrm>
              <a:off x="15124062" y="2375587"/>
              <a:ext cx="1340763" cy="1404356"/>
            </a:xfrm>
            <a:custGeom>
              <a:avLst/>
              <a:gdLst/>
              <a:ahLst/>
              <a:cxnLst/>
              <a:rect l="0" t="0" r="0" b="0"/>
              <a:pathLst>
                <a:path w="1340763" h="1404356">
                  <a:moveTo>
                    <a:pt x="0" y="831214"/>
                  </a:moveTo>
                  <a:lnTo>
                    <a:pt x="19343" y="840327"/>
                  </a:lnTo>
                  <a:lnTo>
                    <a:pt x="37074" y="855600"/>
                  </a:lnTo>
                  <a:close/>
                  <a:moveTo>
                    <a:pt x="621729" y="1374023"/>
                  </a:moveTo>
                  <a:lnTo>
                    <a:pt x="618597" y="1362605"/>
                  </a:lnTo>
                  <a:lnTo>
                    <a:pt x="593683" y="1404356"/>
                  </a:lnTo>
                  <a:close/>
                  <a:moveTo>
                    <a:pt x="621729" y="1374023"/>
                  </a:moveTo>
                  <a:lnTo>
                    <a:pt x="634366" y="1349929"/>
                  </a:lnTo>
                  <a:lnTo>
                    <a:pt x="618597" y="1362605"/>
                  </a:lnTo>
                  <a:close/>
                  <a:moveTo>
                    <a:pt x="634366" y="1349929"/>
                  </a:moveTo>
                  <a:lnTo>
                    <a:pt x="621729" y="1374023"/>
                  </a:lnTo>
                  <a:lnTo>
                    <a:pt x="656937" y="1331275"/>
                  </a:lnTo>
                  <a:close/>
                  <a:moveTo>
                    <a:pt x="641540" y="1313486"/>
                  </a:moveTo>
                  <a:lnTo>
                    <a:pt x="634366" y="1349929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681820" y="1289408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709426" y="1274299"/>
                  </a:lnTo>
                  <a:lnTo>
                    <a:pt x="681820" y="1289408"/>
                  </a:lnTo>
                  <a:close/>
                  <a:moveTo>
                    <a:pt x="141327" y="531109"/>
                  </a:moveTo>
                  <a:lnTo>
                    <a:pt x="167821" y="604323"/>
                  </a:lnTo>
                  <a:lnTo>
                    <a:pt x="170596" y="600765"/>
                  </a:lnTo>
                  <a:close/>
                  <a:moveTo>
                    <a:pt x="537438" y="964042"/>
                  </a:moveTo>
                  <a:lnTo>
                    <a:pt x="550438" y="925403"/>
                  </a:lnTo>
                  <a:lnTo>
                    <a:pt x="504638" y="992522"/>
                  </a:lnTo>
                  <a:close/>
                  <a:moveTo>
                    <a:pt x="329845" y="711917"/>
                  </a:moveTo>
                  <a:lnTo>
                    <a:pt x="357907" y="683302"/>
                  </a:lnTo>
                  <a:lnTo>
                    <a:pt x="411031" y="705880"/>
                  </a:lnTo>
                  <a:close/>
                  <a:moveTo>
                    <a:pt x="485513" y="563746"/>
                  </a:moveTo>
                  <a:lnTo>
                    <a:pt x="531434" y="536896"/>
                  </a:lnTo>
                  <a:lnTo>
                    <a:pt x="495958" y="559484"/>
                  </a:lnTo>
                  <a:close/>
                  <a:moveTo>
                    <a:pt x="499873" y="552071"/>
                  </a:moveTo>
                  <a:lnTo>
                    <a:pt x="495958" y="559484"/>
                  </a:lnTo>
                  <a:lnTo>
                    <a:pt x="531434" y="536896"/>
                  </a:lnTo>
                  <a:close/>
                  <a:moveTo>
                    <a:pt x="737830" y="514744"/>
                  </a:moveTo>
                  <a:lnTo>
                    <a:pt x="661822" y="540142"/>
                  </a:lnTo>
                  <a:lnTo>
                    <a:pt x="694271" y="535390"/>
                  </a:lnTo>
                  <a:close/>
                  <a:moveTo>
                    <a:pt x="721269" y="524009"/>
                  </a:moveTo>
                  <a:lnTo>
                    <a:pt x="741537" y="511296"/>
                  </a:lnTo>
                  <a:lnTo>
                    <a:pt x="737830" y="514744"/>
                  </a:lnTo>
                  <a:close/>
                  <a:moveTo>
                    <a:pt x="1231081" y="1129735"/>
                  </a:moveTo>
                  <a:lnTo>
                    <a:pt x="1271204" y="1111529"/>
                  </a:lnTo>
                  <a:lnTo>
                    <a:pt x="1302331" y="1093006"/>
                  </a:lnTo>
                  <a:close/>
                  <a:moveTo>
                    <a:pt x="1302331" y="1093006"/>
                  </a:moveTo>
                  <a:lnTo>
                    <a:pt x="1271204" y="1111529"/>
                  </a:lnTo>
                  <a:lnTo>
                    <a:pt x="1340763" y="1062020"/>
                  </a:lnTo>
                  <a:close/>
                  <a:moveTo>
                    <a:pt x="738833" y="509731"/>
                  </a:moveTo>
                  <a:lnTo>
                    <a:pt x="737830" y="514744"/>
                  </a:lnTo>
                  <a:lnTo>
                    <a:pt x="741537" y="511296"/>
                  </a:lnTo>
                  <a:close/>
                  <a:moveTo>
                    <a:pt x="1030957" y="549653"/>
                  </a:moveTo>
                  <a:lnTo>
                    <a:pt x="1020234" y="602101"/>
                  </a:lnTo>
                  <a:lnTo>
                    <a:pt x="1031640" y="566181"/>
                  </a:lnTo>
                  <a:close/>
                  <a:moveTo>
                    <a:pt x="1034806" y="490551"/>
                  </a:moveTo>
                  <a:lnTo>
                    <a:pt x="1029275" y="501002"/>
                  </a:lnTo>
                  <a:lnTo>
                    <a:pt x="1031640" y="566181"/>
                  </a:lnTo>
                  <a:close/>
                  <a:moveTo>
                    <a:pt x="1105003" y="474563"/>
                  </a:moveTo>
                  <a:lnTo>
                    <a:pt x="1034806" y="490551"/>
                  </a:lnTo>
                  <a:lnTo>
                    <a:pt x="1095449" y="472462"/>
                  </a:lnTo>
                  <a:close/>
                  <a:moveTo>
                    <a:pt x="1029275" y="501002"/>
                  </a:moveTo>
                  <a:lnTo>
                    <a:pt x="1034806" y="490551"/>
                  </a:lnTo>
                  <a:lnTo>
                    <a:pt x="1105003" y="474563"/>
                  </a:lnTo>
                  <a:close/>
                  <a:moveTo>
                    <a:pt x="1095449" y="472462"/>
                  </a:moveTo>
                  <a:lnTo>
                    <a:pt x="1034806" y="490551"/>
                  </a:lnTo>
                  <a:lnTo>
                    <a:pt x="1069866" y="478092"/>
                  </a:lnTo>
                  <a:close/>
                  <a:moveTo>
                    <a:pt x="1243947" y="374896"/>
                  </a:moveTo>
                  <a:lnTo>
                    <a:pt x="1180461" y="442363"/>
                  </a:lnTo>
                  <a:lnTo>
                    <a:pt x="1215833" y="404684"/>
                  </a:lnTo>
                  <a:close/>
                  <a:moveTo>
                    <a:pt x="1243947" y="374896"/>
                  </a:moveTo>
                  <a:lnTo>
                    <a:pt x="1215833" y="404684"/>
                  </a:lnTo>
                  <a:lnTo>
                    <a:pt x="1291552" y="378208"/>
                  </a:lnTo>
                  <a:close/>
                  <a:moveTo>
                    <a:pt x="956932" y="7166"/>
                  </a:moveTo>
                  <a:lnTo>
                    <a:pt x="944280" y="5976"/>
                  </a:lnTo>
                  <a:lnTo>
                    <a:pt x="926372" y="21143"/>
                  </a:lnTo>
                  <a:close/>
                  <a:moveTo>
                    <a:pt x="961374" y="5976"/>
                  </a:moveTo>
                  <a:lnTo>
                    <a:pt x="926372" y="21143"/>
                  </a:lnTo>
                  <a:lnTo>
                    <a:pt x="1003517" y="0"/>
                  </a:lnTo>
                  <a:close/>
                  <a:moveTo>
                    <a:pt x="956932" y="7166"/>
                  </a:moveTo>
                  <a:lnTo>
                    <a:pt x="926372" y="21143"/>
                  </a:lnTo>
                  <a:lnTo>
                    <a:pt x="961374" y="59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9" name="Output_density__4278">
              <a:extLst>
                <a:ext uri="{FF2B5EF4-FFF2-40B4-BE49-F238E27FC236}">
                  <a16:creationId xmlns:a16="http://schemas.microsoft.com/office/drawing/2014/main" id="{08C02816-49F0-1808-8198-7A9C35C81572}"/>
                </a:ext>
              </a:extLst>
            </p:cNvPr>
            <p:cNvSpPr>
              <a:spLocks noGrp="1"/>
            </p:cNvSpPr>
            <p:nvPr/>
          </p:nvSpPr>
          <p:spPr>
            <a:xfrm>
              <a:off x="15087996" y="2210172"/>
              <a:ext cx="1535318" cy="1906892"/>
            </a:xfrm>
            <a:custGeom>
              <a:avLst/>
              <a:gdLst/>
              <a:ahLst/>
              <a:cxnLst/>
              <a:rect l="0" t="0" r="0" b="0"/>
              <a:pathLst>
                <a:path w="1535318" h="1906892">
                  <a:moveTo>
                    <a:pt x="51267" y="793832"/>
                  </a:moveTo>
                  <a:lnTo>
                    <a:pt x="21643" y="806982"/>
                  </a:lnTo>
                  <a:lnTo>
                    <a:pt x="35519" y="858443"/>
                  </a:lnTo>
                  <a:close/>
                  <a:moveTo>
                    <a:pt x="0" y="787337"/>
                  </a:moveTo>
                  <a:lnTo>
                    <a:pt x="21643" y="806982"/>
                  </a:lnTo>
                  <a:lnTo>
                    <a:pt x="20603" y="766389"/>
                  </a:lnTo>
                  <a:close/>
                  <a:moveTo>
                    <a:pt x="20603" y="766389"/>
                  </a:moveTo>
                  <a:lnTo>
                    <a:pt x="21643" y="806982"/>
                  </a:lnTo>
                  <a:lnTo>
                    <a:pt x="51267" y="793832"/>
                  </a:lnTo>
                  <a:close/>
                  <a:moveTo>
                    <a:pt x="1064298" y="1852007"/>
                  </a:moveTo>
                  <a:lnTo>
                    <a:pt x="1138667" y="1886919"/>
                  </a:lnTo>
                  <a:lnTo>
                    <a:pt x="1125820" y="1834620"/>
                  </a:lnTo>
                  <a:close/>
                  <a:moveTo>
                    <a:pt x="1064298" y="1852007"/>
                  </a:moveTo>
                  <a:lnTo>
                    <a:pt x="1097109" y="1903543"/>
                  </a:lnTo>
                  <a:lnTo>
                    <a:pt x="1138667" y="1886919"/>
                  </a:lnTo>
                  <a:close/>
                  <a:moveTo>
                    <a:pt x="1125820" y="1834620"/>
                  </a:moveTo>
                  <a:lnTo>
                    <a:pt x="1187215" y="1851934"/>
                  </a:lnTo>
                  <a:lnTo>
                    <a:pt x="1169159" y="1827913"/>
                  </a:lnTo>
                  <a:close/>
                  <a:moveTo>
                    <a:pt x="1050138" y="1800470"/>
                  </a:moveTo>
                  <a:lnTo>
                    <a:pt x="1125820" y="1834620"/>
                  </a:lnTo>
                  <a:lnTo>
                    <a:pt x="1099122" y="1793583"/>
                  </a:lnTo>
                  <a:close/>
                  <a:moveTo>
                    <a:pt x="1050138" y="1800470"/>
                  </a:moveTo>
                  <a:lnTo>
                    <a:pt x="1064298" y="1852007"/>
                  </a:lnTo>
                  <a:lnTo>
                    <a:pt x="1125820" y="1834620"/>
                  </a:lnTo>
                  <a:close/>
                  <a:moveTo>
                    <a:pt x="1169159" y="1827913"/>
                  </a:moveTo>
                  <a:lnTo>
                    <a:pt x="1178134" y="1817980"/>
                  </a:lnTo>
                  <a:lnTo>
                    <a:pt x="1125820" y="1834620"/>
                  </a:lnTo>
                  <a:close/>
                  <a:moveTo>
                    <a:pt x="409652" y="951791"/>
                  </a:moveTo>
                  <a:lnTo>
                    <a:pt x="422082" y="912673"/>
                  </a:lnTo>
                  <a:lnTo>
                    <a:pt x="366328" y="967641"/>
                  </a:lnTo>
                  <a:close/>
                  <a:moveTo>
                    <a:pt x="366328" y="967641"/>
                  </a:moveTo>
                  <a:lnTo>
                    <a:pt x="422082" y="912673"/>
                  </a:lnTo>
                  <a:lnTo>
                    <a:pt x="414156" y="903998"/>
                  </a:lnTo>
                  <a:close/>
                  <a:moveTo>
                    <a:pt x="366328" y="967641"/>
                  </a:moveTo>
                  <a:lnTo>
                    <a:pt x="414156" y="903998"/>
                  </a:lnTo>
                  <a:lnTo>
                    <a:pt x="361629" y="908718"/>
                  </a:lnTo>
                  <a:close/>
                  <a:moveTo>
                    <a:pt x="414156" y="903998"/>
                  </a:moveTo>
                  <a:lnTo>
                    <a:pt x="422082" y="912673"/>
                  </a:lnTo>
                  <a:lnTo>
                    <a:pt x="428074" y="900254"/>
                  </a:lnTo>
                  <a:close/>
                  <a:moveTo>
                    <a:pt x="1204009" y="1879449"/>
                  </a:moveTo>
                  <a:lnTo>
                    <a:pt x="1276121" y="1906892"/>
                  </a:lnTo>
                  <a:lnTo>
                    <a:pt x="1263148" y="1855355"/>
                  </a:lnTo>
                  <a:close/>
                  <a:moveTo>
                    <a:pt x="1263148" y="1855355"/>
                  </a:moveTo>
                  <a:lnTo>
                    <a:pt x="1261381" y="1819650"/>
                  </a:lnTo>
                  <a:lnTo>
                    <a:pt x="1204009" y="1879449"/>
                  </a:lnTo>
                  <a:close/>
                  <a:moveTo>
                    <a:pt x="1204009" y="1879449"/>
                  </a:moveTo>
                  <a:lnTo>
                    <a:pt x="1261381" y="1819650"/>
                  </a:lnTo>
                  <a:lnTo>
                    <a:pt x="1183665" y="1825575"/>
                  </a:lnTo>
                  <a:close/>
                  <a:moveTo>
                    <a:pt x="1183665" y="1825575"/>
                  </a:moveTo>
                  <a:lnTo>
                    <a:pt x="1261381" y="1819650"/>
                  </a:lnTo>
                  <a:lnTo>
                    <a:pt x="1251810" y="1808157"/>
                  </a:lnTo>
                  <a:close/>
                  <a:moveTo>
                    <a:pt x="1204009" y="1879449"/>
                  </a:moveTo>
                  <a:lnTo>
                    <a:pt x="1183665" y="1825575"/>
                  </a:lnTo>
                  <a:lnTo>
                    <a:pt x="1187215" y="1851934"/>
                  </a:lnTo>
                  <a:close/>
                  <a:moveTo>
                    <a:pt x="1169159" y="1827913"/>
                  </a:moveTo>
                  <a:lnTo>
                    <a:pt x="1187215" y="1851934"/>
                  </a:lnTo>
                  <a:lnTo>
                    <a:pt x="1183665" y="1825575"/>
                  </a:lnTo>
                  <a:close/>
                  <a:moveTo>
                    <a:pt x="1178134" y="1817980"/>
                  </a:moveTo>
                  <a:lnTo>
                    <a:pt x="1169159" y="1827913"/>
                  </a:lnTo>
                  <a:lnTo>
                    <a:pt x="1183665" y="1825575"/>
                  </a:lnTo>
                  <a:close/>
                  <a:moveTo>
                    <a:pt x="1251810" y="1808157"/>
                  </a:moveTo>
                  <a:lnTo>
                    <a:pt x="1261381" y="1819650"/>
                  </a:lnTo>
                  <a:lnTo>
                    <a:pt x="1271129" y="1803819"/>
                  </a:lnTo>
                  <a:close/>
                  <a:moveTo>
                    <a:pt x="698711" y="1138303"/>
                  </a:moveTo>
                  <a:lnTo>
                    <a:pt x="641698" y="1157937"/>
                  </a:lnTo>
                  <a:lnTo>
                    <a:pt x="707336" y="1145583"/>
                  </a:lnTo>
                  <a:close/>
                  <a:moveTo>
                    <a:pt x="707336" y="1145583"/>
                  </a:moveTo>
                  <a:lnTo>
                    <a:pt x="641698" y="1157937"/>
                  </a:lnTo>
                  <a:lnTo>
                    <a:pt x="632843" y="1176644"/>
                  </a:lnTo>
                  <a:close/>
                  <a:moveTo>
                    <a:pt x="526863" y="1003327"/>
                  </a:moveTo>
                  <a:lnTo>
                    <a:pt x="498435" y="1023466"/>
                  </a:lnTo>
                  <a:lnTo>
                    <a:pt x="575631" y="1002514"/>
                  </a:lnTo>
                  <a:close/>
                  <a:moveTo>
                    <a:pt x="575631" y="1002514"/>
                  </a:moveTo>
                  <a:lnTo>
                    <a:pt x="498435" y="1023466"/>
                  </a:lnTo>
                  <a:lnTo>
                    <a:pt x="557005" y="1030770"/>
                  </a:lnTo>
                  <a:close/>
                  <a:moveTo>
                    <a:pt x="557005" y="1030770"/>
                  </a:moveTo>
                  <a:lnTo>
                    <a:pt x="498435" y="1023466"/>
                  </a:lnTo>
                  <a:lnTo>
                    <a:pt x="527170" y="1038330"/>
                  </a:lnTo>
                  <a:close/>
                  <a:moveTo>
                    <a:pt x="422082" y="912673"/>
                  </a:moveTo>
                  <a:lnTo>
                    <a:pt x="409652" y="951791"/>
                  </a:lnTo>
                  <a:lnTo>
                    <a:pt x="446920" y="940104"/>
                  </a:lnTo>
                  <a:close/>
                  <a:moveTo>
                    <a:pt x="428074" y="900254"/>
                  </a:moveTo>
                  <a:lnTo>
                    <a:pt x="422082" y="912673"/>
                  </a:lnTo>
                  <a:lnTo>
                    <a:pt x="446920" y="940104"/>
                  </a:lnTo>
                  <a:close/>
                  <a:moveTo>
                    <a:pt x="1263148" y="1855355"/>
                  </a:moveTo>
                  <a:lnTo>
                    <a:pt x="1288477" y="1903833"/>
                  </a:lnTo>
                  <a:lnTo>
                    <a:pt x="1275712" y="1851468"/>
                  </a:lnTo>
                  <a:close/>
                  <a:moveTo>
                    <a:pt x="1263148" y="1855355"/>
                  </a:moveTo>
                  <a:lnTo>
                    <a:pt x="1276121" y="1906892"/>
                  </a:lnTo>
                  <a:lnTo>
                    <a:pt x="1288477" y="1903833"/>
                  </a:lnTo>
                  <a:close/>
                  <a:moveTo>
                    <a:pt x="1261381" y="1819650"/>
                  </a:moveTo>
                  <a:lnTo>
                    <a:pt x="1263148" y="1855355"/>
                  </a:lnTo>
                  <a:lnTo>
                    <a:pt x="1275712" y="1851468"/>
                  </a:lnTo>
                  <a:close/>
                  <a:moveTo>
                    <a:pt x="1275712" y="1851468"/>
                  </a:moveTo>
                  <a:lnTo>
                    <a:pt x="1337561" y="1794898"/>
                  </a:lnTo>
                  <a:lnTo>
                    <a:pt x="1271129" y="1803819"/>
                  </a:lnTo>
                  <a:close/>
                  <a:moveTo>
                    <a:pt x="1271129" y="1803819"/>
                  </a:moveTo>
                  <a:lnTo>
                    <a:pt x="1337561" y="1794898"/>
                  </a:lnTo>
                  <a:lnTo>
                    <a:pt x="1318584" y="1779725"/>
                  </a:lnTo>
                  <a:close/>
                  <a:moveTo>
                    <a:pt x="1271129" y="1803819"/>
                  </a:moveTo>
                  <a:lnTo>
                    <a:pt x="1261381" y="1819650"/>
                  </a:lnTo>
                  <a:lnTo>
                    <a:pt x="1275712" y="1851468"/>
                  </a:lnTo>
                  <a:close/>
                  <a:moveTo>
                    <a:pt x="1328999" y="1762886"/>
                  </a:moveTo>
                  <a:lnTo>
                    <a:pt x="1271129" y="1803819"/>
                  </a:lnTo>
                  <a:lnTo>
                    <a:pt x="1318584" y="1779725"/>
                  </a:lnTo>
                  <a:close/>
                  <a:moveTo>
                    <a:pt x="1328999" y="1762886"/>
                  </a:moveTo>
                  <a:lnTo>
                    <a:pt x="1301933" y="1796592"/>
                  </a:lnTo>
                  <a:lnTo>
                    <a:pt x="1271129" y="1803819"/>
                  </a:lnTo>
                  <a:close/>
                  <a:moveTo>
                    <a:pt x="590783" y="852066"/>
                  </a:moveTo>
                  <a:lnTo>
                    <a:pt x="584656" y="800529"/>
                  </a:lnTo>
                  <a:lnTo>
                    <a:pt x="556008" y="864638"/>
                  </a:lnTo>
                  <a:close/>
                  <a:moveTo>
                    <a:pt x="294290" y="549025"/>
                  </a:moveTo>
                  <a:lnTo>
                    <a:pt x="243307" y="552491"/>
                  </a:lnTo>
                  <a:lnTo>
                    <a:pt x="304231" y="551599"/>
                  </a:lnTo>
                  <a:close/>
                  <a:moveTo>
                    <a:pt x="309967" y="542846"/>
                  </a:moveTo>
                  <a:lnTo>
                    <a:pt x="288506" y="491310"/>
                  </a:lnTo>
                  <a:lnTo>
                    <a:pt x="294290" y="549025"/>
                  </a:lnTo>
                  <a:close/>
                  <a:moveTo>
                    <a:pt x="288506" y="491310"/>
                  </a:moveTo>
                  <a:lnTo>
                    <a:pt x="286963" y="492239"/>
                  </a:lnTo>
                  <a:lnTo>
                    <a:pt x="294290" y="549025"/>
                  </a:lnTo>
                  <a:close/>
                  <a:moveTo>
                    <a:pt x="294290" y="549025"/>
                  </a:moveTo>
                  <a:lnTo>
                    <a:pt x="304231" y="551599"/>
                  </a:lnTo>
                  <a:lnTo>
                    <a:pt x="309967" y="542846"/>
                  </a:lnTo>
                  <a:close/>
                  <a:moveTo>
                    <a:pt x="260025" y="439773"/>
                  </a:moveTo>
                  <a:lnTo>
                    <a:pt x="286963" y="492239"/>
                  </a:lnTo>
                  <a:lnTo>
                    <a:pt x="287584" y="489362"/>
                  </a:lnTo>
                  <a:close/>
                  <a:moveTo>
                    <a:pt x="235752" y="515404"/>
                  </a:moveTo>
                  <a:lnTo>
                    <a:pt x="286963" y="492239"/>
                  </a:lnTo>
                  <a:lnTo>
                    <a:pt x="260025" y="439773"/>
                  </a:lnTo>
                  <a:close/>
                  <a:moveTo>
                    <a:pt x="286963" y="492239"/>
                  </a:moveTo>
                  <a:lnTo>
                    <a:pt x="288506" y="491310"/>
                  </a:lnTo>
                  <a:lnTo>
                    <a:pt x="287584" y="489362"/>
                  </a:lnTo>
                  <a:close/>
                  <a:moveTo>
                    <a:pt x="1318584" y="1779725"/>
                  </a:moveTo>
                  <a:lnTo>
                    <a:pt x="1337561" y="1794898"/>
                  </a:lnTo>
                  <a:lnTo>
                    <a:pt x="1338562" y="1775611"/>
                  </a:lnTo>
                  <a:close/>
                  <a:moveTo>
                    <a:pt x="1328999" y="1762886"/>
                  </a:moveTo>
                  <a:lnTo>
                    <a:pt x="1318584" y="1779725"/>
                  </a:lnTo>
                  <a:lnTo>
                    <a:pt x="1338562" y="1775611"/>
                  </a:lnTo>
                  <a:close/>
                  <a:moveTo>
                    <a:pt x="1137807" y="1511161"/>
                  </a:moveTo>
                  <a:lnTo>
                    <a:pt x="1114084" y="1470505"/>
                  </a:lnTo>
                  <a:lnTo>
                    <a:pt x="1112322" y="1476797"/>
                  </a:lnTo>
                  <a:close/>
                  <a:moveTo>
                    <a:pt x="1174689" y="1456416"/>
                  </a:moveTo>
                  <a:lnTo>
                    <a:pt x="1114084" y="1470505"/>
                  </a:lnTo>
                  <a:lnTo>
                    <a:pt x="1137807" y="1511161"/>
                  </a:lnTo>
                  <a:close/>
                  <a:moveTo>
                    <a:pt x="992360" y="1315895"/>
                  </a:moveTo>
                  <a:lnTo>
                    <a:pt x="1063329" y="1333399"/>
                  </a:lnTo>
                  <a:lnTo>
                    <a:pt x="1041859" y="1300212"/>
                  </a:lnTo>
                  <a:close/>
                  <a:moveTo>
                    <a:pt x="1061700" y="1343338"/>
                  </a:moveTo>
                  <a:lnTo>
                    <a:pt x="1063329" y="1333399"/>
                  </a:lnTo>
                  <a:lnTo>
                    <a:pt x="992360" y="1315895"/>
                  </a:lnTo>
                  <a:close/>
                  <a:moveTo>
                    <a:pt x="1003874" y="1367432"/>
                  </a:moveTo>
                  <a:lnTo>
                    <a:pt x="1061700" y="1343338"/>
                  </a:lnTo>
                  <a:lnTo>
                    <a:pt x="992360" y="1315895"/>
                  </a:lnTo>
                  <a:close/>
                  <a:moveTo>
                    <a:pt x="1041859" y="1300212"/>
                  </a:moveTo>
                  <a:lnTo>
                    <a:pt x="1063329" y="1333399"/>
                  </a:lnTo>
                  <a:lnTo>
                    <a:pt x="1099082" y="1292395"/>
                  </a:lnTo>
                  <a:close/>
                  <a:moveTo>
                    <a:pt x="590783" y="852066"/>
                  </a:moveTo>
                  <a:lnTo>
                    <a:pt x="654916" y="854472"/>
                  </a:lnTo>
                  <a:lnTo>
                    <a:pt x="635485" y="838007"/>
                  </a:lnTo>
                  <a:close/>
                  <a:moveTo>
                    <a:pt x="584656" y="800529"/>
                  </a:moveTo>
                  <a:lnTo>
                    <a:pt x="590783" y="852066"/>
                  </a:lnTo>
                  <a:lnTo>
                    <a:pt x="635485" y="838007"/>
                  </a:lnTo>
                  <a:close/>
                  <a:moveTo>
                    <a:pt x="688146" y="833177"/>
                  </a:moveTo>
                  <a:lnTo>
                    <a:pt x="610540" y="795544"/>
                  </a:lnTo>
                  <a:lnTo>
                    <a:pt x="635485" y="838007"/>
                  </a:lnTo>
                  <a:close/>
                  <a:moveTo>
                    <a:pt x="288506" y="491310"/>
                  </a:moveTo>
                  <a:lnTo>
                    <a:pt x="309967" y="542846"/>
                  </a:lnTo>
                  <a:lnTo>
                    <a:pt x="354805" y="518753"/>
                  </a:lnTo>
                  <a:close/>
                  <a:moveTo>
                    <a:pt x="288506" y="491310"/>
                  </a:moveTo>
                  <a:lnTo>
                    <a:pt x="354805" y="518753"/>
                  </a:lnTo>
                  <a:lnTo>
                    <a:pt x="321965" y="467216"/>
                  </a:lnTo>
                  <a:close/>
                  <a:moveTo>
                    <a:pt x="296078" y="422085"/>
                  </a:moveTo>
                  <a:lnTo>
                    <a:pt x="287584" y="489362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87584" y="489362"/>
                  </a:lnTo>
                  <a:lnTo>
                    <a:pt x="288506" y="491310"/>
                  </a:lnTo>
                  <a:close/>
                  <a:moveTo>
                    <a:pt x="307951" y="415679"/>
                  </a:moveTo>
                  <a:lnTo>
                    <a:pt x="288506" y="491310"/>
                  </a:lnTo>
                  <a:lnTo>
                    <a:pt x="321965" y="467216"/>
                  </a:lnTo>
                  <a:close/>
                  <a:moveTo>
                    <a:pt x="260025" y="439773"/>
                  </a:moveTo>
                  <a:lnTo>
                    <a:pt x="287584" y="489362"/>
                  </a:lnTo>
                  <a:lnTo>
                    <a:pt x="296078" y="422085"/>
                  </a:lnTo>
                  <a:close/>
                  <a:moveTo>
                    <a:pt x="267791" y="415358"/>
                  </a:moveTo>
                  <a:lnTo>
                    <a:pt x="260025" y="439773"/>
                  </a:lnTo>
                  <a:lnTo>
                    <a:pt x="296078" y="422085"/>
                  </a:lnTo>
                  <a:close/>
                  <a:moveTo>
                    <a:pt x="337459" y="366260"/>
                  </a:moveTo>
                  <a:lnTo>
                    <a:pt x="267791" y="415358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67791" y="415358"/>
                  </a:lnTo>
                  <a:lnTo>
                    <a:pt x="296078" y="422085"/>
                  </a:lnTo>
                  <a:close/>
                  <a:moveTo>
                    <a:pt x="1390876" y="1684656"/>
                  </a:moveTo>
                  <a:lnTo>
                    <a:pt x="1376767" y="1719791"/>
                  </a:lnTo>
                  <a:lnTo>
                    <a:pt x="1384105" y="1704094"/>
                  </a:lnTo>
                  <a:close/>
                  <a:moveTo>
                    <a:pt x="1384105" y="1704094"/>
                  </a:moveTo>
                  <a:lnTo>
                    <a:pt x="1405901" y="1740833"/>
                  </a:lnTo>
                  <a:lnTo>
                    <a:pt x="1406096" y="1695947"/>
                  </a:lnTo>
                  <a:close/>
                  <a:moveTo>
                    <a:pt x="1390876" y="1684656"/>
                  </a:moveTo>
                  <a:lnTo>
                    <a:pt x="1384105" y="1704094"/>
                  </a:lnTo>
                  <a:lnTo>
                    <a:pt x="1406096" y="1695947"/>
                  </a:lnTo>
                  <a:close/>
                  <a:moveTo>
                    <a:pt x="1464192" y="1686698"/>
                  </a:moveTo>
                  <a:lnTo>
                    <a:pt x="1406096" y="1695947"/>
                  </a:lnTo>
                  <a:lnTo>
                    <a:pt x="1405901" y="1740833"/>
                  </a:lnTo>
                  <a:close/>
                  <a:moveTo>
                    <a:pt x="1406096" y="1695947"/>
                  </a:moveTo>
                  <a:lnTo>
                    <a:pt x="1437121" y="1682884"/>
                  </a:lnTo>
                  <a:lnTo>
                    <a:pt x="1390876" y="1684656"/>
                  </a:lnTo>
                  <a:close/>
                  <a:moveTo>
                    <a:pt x="1406096" y="1695947"/>
                  </a:moveTo>
                  <a:lnTo>
                    <a:pt x="1464192" y="1686698"/>
                  </a:lnTo>
                  <a:lnTo>
                    <a:pt x="1437121" y="1682884"/>
                  </a:lnTo>
                  <a:close/>
                  <a:moveTo>
                    <a:pt x="1061700" y="1343338"/>
                  </a:moveTo>
                  <a:lnTo>
                    <a:pt x="1068998" y="1354593"/>
                  </a:lnTo>
                  <a:lnTo>
                    <a:pt x="1069773" y="1340261"/>
                  </a:lnTo>
                  <a:close/>
                  <a:moveTo>
                    <a:pt x="1063329" y="1333399"/>
                  </a:moveTo>
                  <a:lnTo>
                    <a:pt x="1061700" y="1343338"/>
                  </a:lnTo>
                  <a:lnTo>
                    <a:pt x="1069773" y="1340261"/>
                  </a:lnTo>
                  <a:close/>
                  <a:moveTo>
                    <a:pt x="1068998" y="1354593"/>
                  </a:moveTo>
                  <a:lnTo>
                    <a:pt x="1125552" y="1319244"/>
                  </a:lnTo>
                  <a:lnTo>
                    <a:pt x="1069773" y="1340261"/>
                  </a:lnTo>
                  <a:close/>
                  <a:moveTo>
                    <a:pt x="1149132" y="1344622"/>
                  </a:moveTo>
                  <a:lnTo>
                    <a:pt x="1125552" y="1319244"/>
                  </a:lnTo>
                  <a:lnTo>
                    <a:pt x="1068998" y="1354593"/>
                  </a:lnTo>
                  <a:close/>
                  <a:moveTo>
                    <a:pt x="1135060" y="1292011"/>
                  </a:moveTo>
                  <a:lnTo>
                    <a:pt x="1069773" y="1340261"/>
                  </a:lnTo>
                  <a:lnTo>
                    <a:pt x="1125552" y="1319244"/>
                  </a:lnTo>
                  <a:close/>
                  <a:moveTo>
                    <a:pt x="1063329" y="1333399"/>
                  </a:moveTo>
                  <a:lnTo>
                    <a:pt x="1069773" y="1340261"/>
                  </a:lnTo>
                  <a:lnTo>
                    <a:pt x="1135060" y="1292011"/>
                  </a:lnTo>
                  <a:close/>
                  <a:moveTo>
                    <a:pt x="1099082" y="1292395"/>
                  </a:moveTo>
                  <a:lnTo>
                    <a:pt x="1063329" y="1333399"/>
                  </a:lnTo>
                  <a:lnTo>
                    <a:pt x="1135060" y="1292011"/>
                  </a:lnTo>
                  <a:close/>
                  <a:moveTo>
                    <a:pt x="876400" y="1085655"/>
                  </a:moveTo>
                  <a:lnTo>
                    <a:pt x="923673" y="1069358"/>
                  </a:lnTo>
                  <a:lnTo>
                    <a:pt x="891318" y="1039633"/>
                  </a:lnTo>
                  <a:close/>
                  <a:moveTo>
                    <a:pt x="373352" y="365555"/>
                  </a:moveTo>
                  <a:lnTo>
                    <a:pt x="307951" y="415679"/>
                  </a:lnTo>
                  <a:lnTo>
                    <a:pt x="358021" y="391585"/>
                  </a:lnTo>
                  <a:close/>
                  <a:moveTo>
                    <a:pt x="373352" y="365555"/>
                  </a:moveTo>
                  <a:lnTo>
                    <a:pt x="337459" y="366260"/>
                  </a:lnTo>
                  <a:lnTo>
                    <a:pt x="307951" y="415679"/>
                  </a:lnTo>
                  <a:close/>
                  <a:moveTo>
                    <a:pt x="1514033" y="1552833"/>
                  </a:moveTo>
                  <a:lnTo>
                    <a:pt x="1528106" y="1609976"/>
                  </a:lnTo>
                  <a:lnTo>
                    <a:pt x="1534525" y="1602583"/>
                  </a:lnTo>
                  <a:close/>
                  <a:moveTo>
                    <a:pt x="1528106" y="1609976"/>
                  </a:moveTo>
                  <a:lnTo>
                    <a:pt x="1535318" y="1604370"/>
                  </a:lnTo>
                  <a:lnTo>
                    <a:pt x="1534525" y="1602583"/>
                  </a:lnTo>
                  <a:close/>
                  <a:moveTo>
                    <a:pt x="416242" y="351236"/>
                  </a:moveTo>
                  <a:lnTo>
                    <a:pt x="373352" y="365555"/>
                  </a:lnTo>
                  <a:lnTo>
                    <a:pt x="448599" y="337318"/>
                  </a:lnTo>
                  <a:close/>
                  <a:moveTo>
                    <a:pt x="448599" y="337318"/>
                  </a:moveTo>
                  <a:lnTo>
                    <a:pt x="456225" y="315955"/>
                  </a:lnTo>
                  <a:lnTo>
                    <a:pt x="436939" y="340049"/>
                  </a:lnTo>
                  <a:close/>
                  <a:moveTo>
                    <a:pt x="1514033" y="1552833"/>
                  </a:moveTo>
                  <a:lnTo>
                    <a:pt x="1534525" y="1602583"/>
                  </a:lnTo>
                  <a:lnTo>
                    <a:pt x="1526167" y="1548811"/>
                  </a:lnTo>
                  <a:close/>
                  <a:moveTo>
                    <a:pt x="513849" y="271698"/>
                  </a:moveTo>
                  <a:lnTo>
                    <a:pt x="456225" y="315955"/>
                  </a:lnTo>
                  <a:lnTo>
                    <a:pt x="498323" y="291861"/>
                  </a:lnTo>
                  <a:close/>
                  <a:moveTo>
                    <a:pt x="513849" y="271698"/>
                  </a:moveTo>
                  <a:lnTo>
                    <a:pt x="481385" y="285219"/>
                  </a:lnTo>
                  <a:lnTo>
                    <a:pt x="456225" y="315955"/>
                  </a:lnTo>
                  <a:close/>
                  <a:moveTo>
                    <a:pt x="974732" y="689374"/>
                  </a:moveTo>
                  <a:lnTo>
                    <a:pt x="944121" y="704154"/>
                  </a:lnTo>
                  <a:lnTo>
                    <a:pt x="989150" y="691133"/>
                  </a:lnTo>
                  <a:close/>
                  <a:moveTo>
                    <a:pt x="989150" y="691133"/>
                  </a:moveTo>
                  <a:lnTo>
                    <a:pt x="944121" y="704154"/>
                  </a:lnTo>
                  <a:lnTo>
                    <a:pt x="920041" y="742322"/>
                  </a:lnTo>
                  <a:close/>
                  <a:moveTo>
                    <a:pt x="989150" y="691133"/>
                  </a:moveTo>
                  <a:lnTo>
                    <a:pt x="920041" y="742322"/>
                  </a:lnTo>
                  <a:lnTo>
                    <a:pt x="948851" y="715136"/>
                  </a:lnTo>
                  <a:close/>
                  <a:moveTo>
                    <a:pt x="974732" y="689374"/>
                  </a:moveTo>
                  <a:lnTo>
                    <a:pt x="989150" y="691133"/>
                  </a:lnTo>
                  <a:lnTo>
                    <a:pt x="995125" y="680060"/>
                  </a:lnTo>
                  <a:close/>
                  <a:moveTo>
                    <a:pt x="1135501" y="484263"/>
                  </a:moveTo>
                  <a:lnTo>
                    <a:pt x="1159553" y="453168"/>
                  </a:lnTo>
                  <a:lnTo>
                    <a:pt x="1112965" y="477262"/>
                  </a:lnTo>
                  <a:close/>
                  <a:moveTo>
                    <a:pt x="848842" y="143948"/>
                  </a:moveTo>
                  <a:lnTo>
                    <a:pt x="837577" y="203982"/>
                  </a:lnTo>
                  <a:lnTo>
                    <a:pt x="862686" y="162960"/>
                  </a:lnTo>
                  <a:close/>
                  <a:moveTo>
                    <a:pt x="848842" y="143948"/>
                  </a:moveTo>
                  <a:lnTo>
                    <a:pt x="805956" y="168043"/>
                  </a:lnTo>
                  <a:lnTo>
                    <a:pt x="837577" y="203982"/>
                  </a:lnTo>
                  <a:close/>
                  <a:moveTo>
                    <a:pt x="845785" y="99771"/>
                  </a:moveTo>
                  <a:lnTo>
                    <a:pt x="805956" y="168043"/>
                  </a:lnTo>
                  <a:lnTo>
                    <a:pt x="848842" y="143948"/>
                  </a:lnTo>
                  <a:close/>
                  <a:moveTo>
                    <a:pt x="845785" y="99771"/>
                  </a:moveTo>
                  <a:lnTo>
                    <a:pt x="816602" y="125560"/>
                  </a:lnTo>
                  <a:lnTo>
                    <a:pt x="805956" y="168043"/>
                  </a:lnTo>
                  <a:close/>
                  <a:moveTo>
                    <a:pt x="845785" y="99771"/>
                  </a:moveTo>
                  <a:lnTo>
                    <a:pt x="844810" y="92412"/>
                  </a:lnTo>
                  <a:lnTo>
                    <a:pt x="818739" y="116506"/>
                  </a:lnTo>
                  <a:close/>
                  <a:moveTo>
                    <a:pt x="1149526" y="497748"/>
                  </a:moveTo>
                  <a:lnTo>
                    <a:pt x="1159553" y="453168"/>
                  </a:lnTo>
                  <a:lnTo>
                    <a:pt x="1135501" y="484263"/>
                  </a:lnTo>
                  <a:close/>
                  <a:moveTo>
                    <a:pt x="1182387" y="446271"/>
                  </a:moveTo>
                  <a:lnTo>
                    <a:pt x="1159553" y="453168"/>
                  </a:lnTo>
                  <a:lnTo>
                    <a:pt x="1149526" y="497748"/>
                  </a:lnTo>
                  <a:close/>
                  <a:moveTo>
                    <a:pt x="1212427" y="484593"/>
                  </a:moveTo>
                  <a:lnTo>
                    <a:pt x="1182387" y="446271"/>
                  </a:lnTo>
                  <a:lnTo>
                    <a:pt x="1149526" y="497748"/>
                  </a:lnTo>
                  <a:close/>
                  <a:moveTo>
                    <a:pt x="1229107" y="480611"/>
                  </a:moveTo>
                  <a:lnTo>
                    <a:pt x="1226367" y="429074"/>
                  </a:lnTo>
                  <a:lnTo>
                    <a:pt x="1212427" y="484593"/>
                  </a:lnTo>
                  <a:close/>
                  <a:moveTo>
                    <a:pt x="1226367" y="429074"/>
                  </a:moveTo>
                  <a:lnTo>
                    <a:pt x="1182387" y="446271"/>
                  </a:lnTo>
                  <a:lnTo>
                    <a:pt x="1212427" y="484593"/>
                  </a:lnTo>
                  <a:close/>
                  <a:moveTo>
                    <a:pt x="1170270" y="439581"/>
                  </a:moveTo>
                  <a:lnTo>
                    <a:pt x="1159553" y="453168"/>
                  </a:lnTo>
                  <a:lnTo>
                    <a:pt x="1182387" y="446271"/>
                  </a:lnTo>
                  <a:close/>
                  <a:moveTo>
                    <a:pt x="1240834" y="393832"/>
                  </a:moveTo>
                  <a:lnTo>
                    <a:pt x="1182387" y="446271"/>
                  </a:lnTo>
                  <a:lnTo>
                    <a:pt x="1226367" y="429074"/>
                  </a:lnTo>
                  <a:close/>
                  <a:moveTo>
                    <a:pt x="1056016" y="247022"/>
                  </a:moveTo>
                  <a:lnTo>
                    <a:pt x="1072731" y="274464"/>
                  </a:lnTo>
                  <a:lnTo>
                    <a:pt x="1086143" y="222928"/>
                  </a:lnTo>
                  <a:close/>
                  <a:moveTo>
                    <a:pt x="848842" y="143948"/>
                  </a:moveTo>
                  <a:lnTo>
                    <a:pt x="862686" y="162960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48842" y="143948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66071" y="137062"/>
                  </a:lnTo>
                  <a:lnTo>
                    <a:pt x="844810" y="92412"/>
                  </a:lnTo>
                  <a:close/>
                  <a:moveTo>
                    <a:pt x="844810" y="92412"/>
                  </a:moveTo>
                  <a:lnTo>
                    <a:pt x="866071" y="137062"/>
                  </a:lnTo>
                  <a:lnTo>
                    <a:pt x="906025" y="119855"/>
                  </a:lnTo>
                  <a:close/>
                  <a:moveTo>
                    <a:pt x="844810" y="92412"/>
                  </a:moveTo>
                  <a:lnTo>
                    <a:pt x="906025" y="119855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44810" y="92412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77649" y="44227"/>
                  </a:lnTo>
                  <a:lnTo>
                    <a:pt x="844810" y="92412"/>
                  </a:lnTo>
                  <a:close/>
                  <a:moveTo>
                    <a:pt x="1226367" y="429074"/>
                  </a:moveTo>
                  <a:lnTo>
                    <a:pt x="1229107" y="480611"/>
                  </a:lnTo>
                  <a:lnTo>
                    <a:pt x="1274568" y="456517"/>
                  </a:lnTo>
                  <a:close/>
                  <a:moveTo>
                    <a:pt x="1226367" y="429074"/>
                  </a:moveTo>
                  <a:lnTo>
                    <a:pt x="1274568" y="456517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26367" y="429074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40834" y="393832"/>
                  </a:lnTo>
                  <a:lnTo>
                    <a:pt x="1226367" y="429074"/>
                  </a:lnTo>
                  <a:close/>
                  <a:moveTo>
                    <a:pt x="1240834" y="393832"/>
                  </a:moveTo>
                  <a:lnTo>
                    <a:pt x="1275102" y="387054"/>
                  </a:lnTo>
                  <a:lnTo>
                    <a:pt x="1252532" y="377538"/>
                  </a:lnTo>
                  <a:close/>
                  <a:moveTo>
                    <a:pt x="1086143" y="222928"/>
                  </a:moveTo>
                  <a:lnTo>
                    <a:pt x="1133696" y="207712"/>
                  </a:lnTo>
                  <a:lnTo>
                    <a:pt x="1124883" y="204068"/>
                  </a:lnTo>
                  <a:close/>
                  <a:moveTo>
                    <a:pt x="1118144" y="250371"/>
                  </a:moveTo>
                  <a:lnTo>
                    <a:pt x="1133696" y="207712"/>
                  </a:lnTo>
                  <a:lnTo>
                    <a:pt x="1086143" y="222928"/>
                  </a:lnTo>
                  <a:close/>
                  <a:moveTo>
                    <a:pt x="1072731" y="274464"/>
                  </a:moveTo>
                  <a:lnTo>
                    <a:pt x="1118144" y="250371"/>
                  </a:lnTo>
                  <a:lnTo>
                    <a:pt x="1086143" y="222928"/>
                  </a:lnTo>
                  <a:close/>
                  <a:moveTo>
                    <a:pt x="1124883" y="204068"/>
                  </a:moveTo>
                  <a:lnTo>
                    <a:pt x="1089004" y="175517"/>
                  </a:lnTo>
                  <a:lnTo>
                    <a:pt x="1086143" y="222928"/>
                  </a:lnTo>
                  <a:close/>
                  <a:moveTo>
                    <a:pt x="1089004" y="175517"/>
                  </a:moveTo>
                  <a:lnTo>
                    <a:pt x="1124883" y="204068"/>
                  </a:lnTo>
                  <a:lnTo>
                    <a:pt x="1137748" y="198834"/>
                  </a:lnTo>
                  <a:close/>
                  <a:moveTo>
                    <a:pt x="1124883" y="204068"/>
                  </a:moveTo>
                  <a:lnTo>
                    <a:pt x="1133696" y="207712"/>
                  </a:lnTo>
                  <a:lnTo>
                    <a:pt x="1137748" y="198834"/>
                  </a:lnTo>
                  <a:close/>
                  <a:moveTo>
                    <a:pt x="911068" y="34273"/>
                  </a:moveTo>
                  <a:lnTo>
                    <a:pt x="893292" y="68318"/>
                  </a:lnTo>
                  <a:lnTo>
                    <a:pt x="938615" y="53325"/>
                  </a:lnTo>
                  <a:close/>
                  <a:moveTo>
                    <a:pt x="939396" y="16781"/>
                  </a:moveTo>
                  <a:lnTo>
                    <a:pt x="911068" y="34273"/>
                  </a:lnTo>
                  <a:lnTo>
                    <a:pt x="986793" y="7821"/>
                  </a:lnTo>
                  <a:close/>
                  <a:moveTo>
                    <a:pt x="986793" y="7821"/>
                  </a:moveTo>
                  <a:lnTo>
                    <a:pt x="911068" y="34273"/>
                  </a:lnTo>
                  <a:lnTo>
                    <a:pt x="965147" y="44224"/>
                  </a:lnTo>
                  <a:close/>
                  <a:moveTo>
                    <a:pt x="965147" y="44224"/>
                  </a:moveTo>
                  <a:lnTo>
                    <a:pt x="911068" y="34273"/>
                  </a:lnTo>
                  <a:lnTo>
                    <a:pt x="938615" y="53325"/>
                  </a:lnTo>
                  <a:close/>
                  <a:moveTo>
                    <a:pt x="1133696" y="207712"/>
                  </a:moveTo>
                  <a:lnTo>
                    <a:pt x="1170900" y="211913"/>
                  </a:lnTo>
                  <a:lnTo>
                    <a:pt x="1137748" y="198834"/>
                  </a:lnTo>
                  <a:close/>
                  <a:moveTo>
                    <a:pt x="1137748" y="198834"/>
                  </a:moveTo>
                  <a:lnTo>
                    <a:pt x="1191916" y="174740"/>
                  </a:lnTo>
                  <a:lnTo>
                    <a:pt x="1128523" y="188373"/>
                  </a:lnTo>
                  <a:close/>
                  <a:moveTo>
                    <a:pt x="986793" y="7821"/>
                  </a:moveTo>
                  <a:lnTo>
                    <a:pt x="965147" y="44224"/>
                  </a:lnTo>
                  <a:lnTo>
                    <a:pt x="1019191" y="25801"/>
                  </a:lnTo>
                  <a:close/>
                  <a:moveTo>
                    <a:pt x="986793" y="7821"/>
                  </a:moveTo>
                  <a:lnTo>
                    <a:pt x="1019191" y="25801"/>
                  </a:lnTo>
                  <a:lnTo>
                    <a:pt x="1067501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0" name="Output_density__4279">
              <a:extLst>
                <a:ext uri="{FF2B5EF4-FFF2-40B4-BE49-F238E27FC236}">
                  <a16:creationId xmlns:a16="http://schemas.microsoft.com/office/drawing/2014/main" id="{4EC62A3F-3417-0312-25B1-1159BDFD46D5}"/>
                </a:ext>
              </a:extLst>
            </p:cNvPr>
            <p:cNvSpPr>
              <a:spLocks noGrp="1"/>
            </p:cNvSpPr>
            <p:nvPr/>
          </p:nvSpPr>
          <p:spPr>
            <a:xfrm>
              <a:off x="14980929" y="2281839"/>
              <a:ext cx="1471297" cy="1515959"/>
            </a:xfrm>
            <a:custGeom>
              <a:avLst/>
              <a:gdLst/>
              <a:ahLst/>
              <a:cxnLst/>
              <a:rect l="0" t="0" r="0" b="0"/>
              <a:pathLst>
                <a:path w="1471297" h="1515959">
                  <a:moveTo>
                    <a:pt x="429077" y="1490702"/>
                  </a:moveTo>
                  <a:lnTo>
                    <a:pt x="409378" y="1474723"/>
                  </a:lnTo>
                  <a:lnTo>
                    <a:pt x="453924" y="1515959"/>
                  </a:lnTo>
                  <a:close/>
                  <a:moveTo>
                    <a:pt x="357252" y="1416375"/>
                  </a:moveTo>
                  <a:lnTo>
                    <a:pt x="406195" y="1464423"/>
                  </a:lnTo>
                  <a:lnTo>
                    <a:pt x="362831" y="1417696"/>
                  </a:lnTo>
                  <a:close/>
                  <a:moveTo>
                    <a:pt x="357252" y="1416375"/>
                  </a:moveTo>
                  <a:lnTo>
                    <a:pt x="409378" y="1474723"/>
                  </a:lnTo>
                  <a:lnTo>
                    <a:pt x="406195" y="1464423"/>
                  </a:lnTo>
                  <a:close/>
                  <a:moveTo>
                    <a:pt x="406195" y="1464423"/>
                  </a:moveTo>
                  <a:lnTo>
                    <a:pt x="409378" y="1474723"/>
                  </a:lnTo>
                  <a:lnTo>
                    <a:pt x="429077" y="1490702"/>
                  </a:lnTo>
                  <a:close/>
                  <a:moveTo>
                    <a:pt x="353663" y="1412886"/>
                  </a:moveTo>
                  <a:lnTo>
                    <a:pt x="357252" y="1416375"/>
                  </a:lnTo>
                  <a:lnTo>
                    <a:pt x="362831" y="1417696"/>
                  </a:lnTo>
                  <a:close/>
                  <a:moveTo>
                    <a:pt x="429077" y="1490702"/>
                  </a:moveTo>
                  <a:lnTo>
                    <a:pt x="496717" y="1504443"/>
                  </a:lnTo>
                  <a:lnTo>
                    <a:pt x="503180" y="1458187"/>
                  </a:lnTo>
                  <a:close/>
                  <a:moveTo>
                    <a:pt x="496717" y="1504443"/>
                  </a:moveTo>
                  <a:lnTo>
                    <a:pt x="541886" y="1505703"/>
                  </a:lnTo>
                  <a:lnTo>
                    <a:pt x="503180" y="1458187"/>
                  </a:lnTo>
                  <a:close/>
                  <a:moveTo>
                    <a:pt x="417399" y="1440329"/>
                  </a:moveTo>
                  <a:lnTo>
                    <a:pt x="429077" y="1490702"/>
                  </a:lnTo>
                  <a:lnTo>
                    <a:pt x="460479" y="1473211"/>
                  </a:lnTo>
                  <a:close/>
                  <a:moveTo>
                    <a:pt x="417399" y="1440329"/>
                  </a:moveTo>
                  <a:lnTo>
                    <a:pt x="406195" y="1464423"/>
                  </a:lnTo>
                  <a:lnTo>
                    <a:pt x="429077" y="1490702"/>
                  </a:lnTo>
                  <a:close/>
                  <a:moveTo>
                    <a:pt x="373426" y="1403226"/>
                  </a:moveTo>
                  <a:lnTo>
                    <a:pt x="362831" y="1417696"/>
                  </a:lnTo>
                  <a:lnTo>
                    <a:pt x="398259" y="1388792"/>
                  </a:lnTo>
                  <a:close/>
                  <a:moveTo>
                    <a:pt x="398259" y="1388792"/>
                  </a:moveTo>
                  <a:lnTo>
                    <a:pt x="362831" y="1417696"/>
                  </a:lnTo>
                  <a:lnTo>
                    <a:pt x="406195" y="1464423"/>
                  </a:lnTo>
                  <a:close/>
                  <a:moveTo>
                    <a:pt x="398259" y="1388792"/>
                  </a:moveTo>
                  <a:lnTo>
                    <a:pt x="406195" y="1464423"/>
                  </a:lnTo>
                  <a:lnTo>
                    <a:pt x="417399" y="1440329"/>
                  </a:lnTo>
                  <a:close/>
                  <a:moveTo>
                    <a:pt x="353663" y="1412886"/>
                  </a:moveTo>
                  <a:lnTo>
                    <a:pt x="362831" y="1417696"/>
                  </a:lnTo>
                  <a:lnTo>
                    <a:pt x="373426" y="1403226"/>
                  </a:lnTo>
                  <a:close/>
                  <a:moveTo>
                    <a:pt x="310685" y="1397409"/>
                  </a:moveTo>
                  <a:lnTo>
                    <a:pt x="373426" y="1403226"/>
                  </a:lnTo>
                  <a:lnTo>
                    <a:pt x="388861" y="1380118"/>
                  </a:lnTo>
                  <a:close/>
                  <a:moveTo>
                    <a:pt x="0" y="889475"/>
                  </a:moveTo>
                  <a:lnTo>
                    <a:pt x="19944" y="936004"/>
                  </a:lnTo>
                  <a:lnTo>
                    <a:pt x="63469" y="875859"/>
                  </a:lnTo>
                  <a:close/>
                  <a:moveTo>
                    <a:pt x="0" y="889475"/>
                  </a:moveTo>
                  <a:lnTo>
                    <a:pt x="63469" y="875859"/>
                  </a:lnTo>
                  <a:lnTo>
                    <a:pt x="13236" y="849106"/>
                  </a:lnTo>
                  <a:close/>
                  <a:moveTo>
                    <a:pt x="66026" y="871800"/>
                  </a:moveTo>
                  <a:lnTo>
                    <a:pt x="73351" y="805081"/>
                  </a:lnTo>
                  <a:lnTo>
                    <a:pt x="36306" y="800457"/>
                  </a:lnTo>
                  <a:close/>
                  <a:moveTo>
                    <a:pt x="426331" y="1209969"/>
                  </a:moveTo>
                  <a:lnTo>
                    <a:pt x="388490" y="1140008"/>
                  </a:lnTo>
                  <a:lnTo>
                    <a:pt x="387984" y="1203162"/>
                  </a:lnTo>
                  <a:close/>
                  <a:moveTo>
                    <a:pt x="429319" y="1134458"/>
                  </a:moveTo>
                  <a:lnTo>
                    <a:pt x="446153" y="1149847"/>
                  </a:lnTo>
                  <a:lnTo>
                    <a:pt x="409109" y="1123245"/>
                  </a:lnTo>
                  <a:close/>
                  <a:moveTo>
                    <a:pt x="399140" y="943121"/>
                  </a:moveTo>
                  <a:lnTo>
                    <a:pt x="430989" y="892467"/>
                  </a:lnTo>
                  <a:lnTo>
                    <a:pt x="391513" y="886579"/>
                  </a:lnTo>
                  <a:close/>
                  <a:moveTo>
                    <a:pt x="430989" y="892467"/>
                  </a:moveTo>
                  <a:lnTo>
                    <a:pt x="409416" y="877594"/>
                  </a:lnTo>
                  <a:lnTo>
                    <a:pt x="391513" y="886579"/>
                  </a:lnTo>
                  <a:close/>
                  <a:moveTo>
                    <a:pt x="245275" y="678532"/>
                  </a:moveTo>
                  <a:lnTo>
                    <a:pt x="209811" y="698071"/>
                  </a:lnTo>
                  <a:lnTo>
                    <a:pt x="264641" y="725531"/>
                  </a:lnTo>
                  <a:close/>
                  <a:moveTo>
                    <a:pt x="264641" y="725531"/>
                  </a:moveTo>
                  <a:lnTo>
                    <a:pt x="305367" y="703026"/>
                  </a:lnTo>
                  <a:lnTo>
                    <a:pt x="284741" y="684429"/>
                  </a:lnTo>
                  <a:close/>
                  <a:moveTo>
                    <a:pt x="284460" y="624858"/>
                  </a:moveTo>
                  <a:lnTo>
                    <a:pt x="270246" y="622440"/>
                  </a:lnTo>
                  <a:lnTo>
                    <a:pt x="284741" y="684429"/>
                  </a:lnTo>
                  <a:close/>
                  <a:moveTo>
                    <a:pt x="284741" y="684429"/>
                  </a:moveTo>
                  <a:lnTo>
                    <a:pt x="234615" y="624455"/>
                  </a:lnTo>
                  <a:lnTo>
                    <a:pt x="245275" y="678532"/>
                  </a:lnTo>
                  <a:close/>
                  <a:moveTo>
                    <a:pt x="180840" y="586794"/>
                  </a:moveTo>
                  <a:lnTo>
                    <a:pt x="234615" y="624455"/>
                  </a:lnTo>
                  <a:lnTo>
                    <a:pt x="235469" y="616365"/>
                  </a:lnTo>
                  <a:close/>
                  <a:moveTo>
                    <a:pt x="173387" y="594998"/>
                  </a:moveTo>
                  <a:lnTo>
                    <a:pt x="234615" y="624455"/>
                  </a:lnTo>
                  <a:lnTo>
                    <a:pt x="180840" y="586794"/>
                  </a:lnTo>
                  <a:close/>
                  <a:moveTo>
                    <a:pt x="840421" y="1226700"/>
                  </a:moveTo>
                  <a:lnTo>
                    <a:pt x="801918" y="1282763"/>
                  </a:lnTo>
                  <a:lnTo>
                    <a:pt x="845712" y="1285141"/>
                  </a:lnTo>
                  <a:close/>
                  <a:moveTo>
                    <a:pt x="845712" y="1285141"/>
                  </a:moveTo>
                  <a:lnTo>
                    <a:pt x="841762" y="1311104"/>
                  </a:lnTo>
                  <a:lnTo>
                    <a:pt x="864331" y="1292416"/>
                  </a:lnTo>
                  <a:close/>
                  <a:moveTo>
                    <a:pt x="698380" y="989476"/>
                  </a:moveTo>
                  <a:lnTo>
                    <a:pt x="664072" y="959103"/>
                  </a:lnTo>
                  <a:lnTo>
                    <a:pt x="693570" y="1019151"/>
                  </a:lnTo>
                  <a:close/>
                  <a:moveTo>
                    <a:pt x="656130" y="1006188"/>
                  </a:moveTo>
                  <a:lnTo>
                    <a:pt x="661814" y="1010639"/>
                  </a:lnTo>
                  <a:lnTo>
                    <a:pt x="693570" y="1019151"/>
                  </a:lnTo>
                  <a:close/>
                  <a:moveTo>
                    <a:pt x="634237" y="966663"/>
                  </a:moveTo>
                  <a:lnTo>
                    <a:pt x="656130" y="1006188"/>
                  </a:lnTo>
                  <a:lnTo>
                    <a:pt x="693570" y="1019151"/>
                  </a:lnTo>
                  <a:close/>
                  <a:moveTo>
                    <a:pt x="813241" y="1148072"/>
                  </a:moveTo>
                  <a:lnTo>
                    <a:pt x="851986" y="1154555"/>
                  </a:lnTo>
                  <a:lnTo>
                    <a:pt x="843913" y="1098375"/>
                  </a:lnTo>
                  <a:close/>
                  <a:moveTo>
                    <a:pt x="813241" y="1148072"/>
                  </a:moveTo>
                  <a:lnTo>
                    <a:pt x="843913" y="1098375"/>
                  </a:lnTo>
                  <a:lnTo>
                    <a:pt x="798625" y="1097211"/>
                  </a:lnTo>
                  <a:close/>
                  <a:moveTo>
                    <a:pt x="599021" y="957311"/>
                  </a:moveTo>
                  <a:lnTo>
                    <a:pt x="656130" y="1006188"/>
                  </a:lnTo>
                  <a:lnTo>
                    <a:pt x="599157" y="959103"/>
                  </a:lnTo>
                  <a:close/>
                  <a:moveTo>
                    <a:pt x="659483" y="1008882"/>
                  </a:moveTo>
                  <a:lnTo>
                    <a:pt x="656130" y="1006188"/>
                  </a:lnTo>
                  <a:lnTo>
                    <a:pt x="599021" y="957311"/>
                  </a:lnTo>
                  <a:close/>
                  <a:moveTo>
                    <a:pt x="659483" y="1008882"/>
                  </a:moveTo>
                  <a:lnTo>
                    <a:pt x="661814" y="1010639"/>
                  </a:lnTo>
                  <a:lnTo>
                    <a:pt x="656130" y="1006188"/>
                  </a:lnTo>
                  <a:close/>
                  <a:moveTo>
                    <a:pt x="503780" y="785932"/>
                  </a:moveTo>
                  <a:lnTo>
                    <a:pt x="567252" y="794910"/>
                  </a:lnTo>
                  <a:lnTo>
                    <a:pt x="568817" y="728862"/>
                  </a:lnTo>
                  <a:close/>
                  <a:moveTo>
                    <a:pt x="1159266" y="1450375"/>
                  </a:moveTo>
                  <a:lnTo>
                    <a:pt x="1168321" y="1463748"/>
                  </a:lnTo>
                  <a:lnTo>
                    <a:pt x="1189622" y="1468513"/>
                  </a:lnTo>
                  <a:close/>
                  <a:moveTo>
                    <a:pt x="1159266" y="1450375"/>
                  </a:moveTo>
                  <a:lnTo>
                    <a:pt x="1189622" y="1468513"/>
                  </a:lnTo>
                  <a:lnTo>
                    <a:pt x="1208091" y="1431416"/>
                  </a:lnTo>
                  <a:close/>
                  <a:moveTo>
                    <a:pt x="606393" y="725106"/>
                  </a:moveTo>
                  <a:lnTo>
                    <a:pt x="572425" y="727962"/>
                  </a:lnTo>
                  <a:lnTo>
                    <a:pt x="568817" y="728862"/>
                  </a:lnTo>
                  <a:close/>
                  <a:moveTo>
                    <a:pt x="573511" y="728862"/>
                  </a:moveTo>
                  <a:lnTo>
                    <a:pt x="572425" y="727962"/>
                  </a:lnTo>
                  <a:lnTo>
                    <a:pt x="638937" y="756305"/>
                  </a:lnTo>
                  <a:close/>
                  <a:moveTo>
                    <a:pt x="525254" y="602843"/>
                  </a:moveTo>
                  <a:lnTo>
                    <a:pt x="547172" y="677326"/>
                  </a:lnTo>
                  <a:lnTo>
                    <a:pt x="581962" y="633763"/>
                  </a:lnTo>
                  <a:close/>
                  <a:moveTo>
                    <a:pt x="1016882" y="1117061"/>
                  </a:moveTo>
                  <a:lnTo>
                    <a:pt x="1004680" y="1106382"/>
                  </a:lnTo>
                  <a:lnTo>
                    <a:pt x="991736" y="1054162"/>
                  </a:lnTo>
                  <a:close/>
                  <a:moveTo>
                    <a:pt x="506560" y="429812"/>
                  </a:moveTo>
                  <a:lnTo>
                    <a:pt x="536346" y="498622"/>
                  </a:lnTo>
                  <a:lnTo>
                    <a:pt x="575382" y="474261"/>
                  </a:lnTo>
                  <a:close/>
                  <a:moveTo>
                    <a:pt x="1002872" y="1092967"/>
                  </a:moveTo>
                  <a:lnTo>
                    <a:pt x="991736" y="1054162"/>
                  </a:lnTo>
                  <a:lnTo>
                    <a:pt x="1004680" y="1106382"/>
                  </a:lnTo>
                  <a:close/>
                  <a:moveTo>
                    <a:pt x="1045307" y="1008498"/>
                  </a:moveTo>
                  <a:lnTo>
                    <a:pt x="1062676" y="1017337"/>
                  </a:lnTo>
                  <a:lnTo>
                    <a:pt x="1077634" y="1022310"/>
                  </a:lnTo>
                  <a:close/>
                  <a:moveTo>
                    <a:pt x="775298" y="614233"/>
                  </a:moveTo>
                  <a:lnTo>
                    <a:pt x="784307" y="596466"/>
                  </a:lnTo>
                  <a:lnTo>
                    <a:pt x="736072" y="590800"/>
                  </a:lnTo>
                  <a:close/>
                  <a:moveTo>
                    <a:pt x="775298" y="614233"/>
                  </a:moveTo>
                  <a:lnTo>
                    <a:pt x="795580" y="605044"/>
                  </a:lnTo>
                  <a:lnTo>
                    <a:pt x="784307" y="596466"/>
                  </a:lnTo>
                  <a:close/>
                  <a:moveTo>
                    <a:pt x="614990" y="487450"/>
                  </a:moveTo>
                  <a:lnTo>
                    <a:pt x="642850" y="457718"/>
                  </a:lnTo>
                  <a:lnTo>
                    <a:pt x="626571" y="490973"/>
                  </a:lnTo>
                  <a:close/>
                  <a:moveTo>
                    <a:pt x="1384905" y="1199389"/>
                  </a:moveTo>
                  <a:lnTo>
                    <a:pt x="1349128" y="1175927"/>
                  </a:lnTo>
                  <a:lnTo>
                    <a:pt x="1321705" y="1208297"/>
                  </a:lnTo>
                  <a:close/>
                  <a:moveTo>
                    <a:pt x="1275918" y="1211784"/>
                  </a:moveTo>
                  <a:lnTo>
                    <a:pt x="1237012" y="1156933"/>
                  </a:lnTo>
                  <a:lnTo>
                    <a:pt x="1223912" y="1171947"/>
                  </a:lnTo>
                  <a:close/>
                  <a:moveTo>
                    <a:pt x="1275918" y="1211784"/>
                  </a:moveTo>
                  <a:lnTo>
                    <a:pt x="1321705" y="1208297"/>
                  </a:lnTo>
                  <a:lnTo>
                    <a:pt x="1349128" y="1175927"/>
                  </a:lnTo>
                  <a:close/>
                  <a:moveTo>
                    <a:pt x="1301270" y="1171668"/>
                  </a:moveTo>
                  <a:lnTo>
                    <a:pt x="1275918" y="1211784"/>
                  </a:lnTo>
                  <a:lnTo>
                    <a:pt x="1349128" y="1175927"/>
                  </a:lnTo>
                  <a:close/>
                  <a:moveTo>
                    <a:pt x="795580" y="605044"/>
                  </a:moveTo>
                  <a:lnTo>
                    <a:pt x="837009" y="656581"/>
                  </a:lnTo>
                  <a:lnTo>
                    <a:pt x="875071" y="633844"/>
                  </a:lnTo>
                  <a:close/>
                  <a:moveTo>
                    <a:pt x="852419" y="589517"/>
                  </a:moveTo>
                  <a:lnTo>
                    <a:pt x="875071" y="633844"/>
                  </a:lnTo>
                  <a:lnTo>
                    <a:pt x="881965" y="603479"/>
                  </a:lnTo>
                  <a:close/>
                  <a:moveTo>
                    <a:pt x="881965" y="603479"/>
                  </a:moveTo>
                  <a:lnTo>
                    <a:pt x="847631" y="530666"/>
                  </a:lnTo>
                  <a:lnTo>
                    <a:pt x="852419" y="589517"/>
                  </a:lnTo>
                  <a:close/>
                  <a:moveTo>
                    <a:pt x="798810" y="532375"/>
                  </a:moveTo>
                  <a:lnTo>
                    <a:pt x="736072" y="590800"/>
                  </a:lnTo>
                  <a:lnTo>
                    <a:pt x="784307" y="596466"/>
                  </a:lnTo>
                  <a:close/>
                  <a:moveTo>
                    <a:pt x="769847" y="477877"/>
                  </a:moveTo>
                  <a:lnTo>
                    <a:pt x="759430" y="503459"/>
                  </a:lnTo>
                  <a:lnTo>
                    <a:pt x="757252" y="501971"/>
                  </a:lnTo>
                  <a:close/>
                  <a:moveTo>
                    <a:pt x="750849" y="533385"/>
                  </a:moveTo>
                  <a:lnTo>
                    <a:pt x="759430" y="503459"/>
                  </a:lnTo>
                  <a:lnTo>
                    <a:pt x="769847" y="477877"/>
                  </a:lnTo>
                  <a:close/>
                  <a:moveTo>
                    <a:pt x="798810" y="532375"/>
                  </a:moveTo>
                  <a:lnTo>
                    <a:pt x="759430" y="503459"/>
                  </a:lnTo>
                  <a:lnTo>
                    <a:pt x="750849" y="533385"/>
                  </a:lnTo>
                  <a:close/>
                  <a:moveTo>
                    <a:pt x="764178" y="501971"/>
                  </a:moveTo>
                  <a:lnTo>
                    <a:pt x="845989" y="517511"/>
                  </a:lnTo>
                  <a:lnTo>
                    <a:pt x="800802" y="477877"/>
                  </a:lnTo>
                  <a:close/>
                  <a:moveTo>
                    <a:pt x="764178" y="501971"/>
                  </a:moveTo>
                  <a:lnTo>
                    <a:pt x="759430" y="503459"/>
                  </a:lnTo>
                  <a:lnTo>
                    <a:pt x="798810" y="532375"/>
                  </a:lnTo>
                  <a:close/>
                  <a:moveTo>
                    <a:pt x="1412080" y="1191295"/>
                  </a:moveTo>
                  <a:lnTo>
                    <a:pt x="1349128" y="1175927"/>
                  </a:lnTo>
                  <a:lnTo>
                    <a:pt x="1384905" y="1199389"/>
                  </a:lnTo>
                  <a:close/>
                  <a:moveTo>
                    <a:pt x="1359601" y="1133234"/>
                  </a:moveTo>
                  <a:lnTo>
                    <a:pt x="1349128" y="1175927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359601" y="1133234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412080" y="1191295"/>
                  </a:lnTo>
                  <a:lnTo>
                    <a:pt x="1447679" y="1137592"/>
                  </a:lnTo>
                  <a:close/>
                  <a:moveTo>
                    <a:pt x="1359601" y="1133234"/>
                  </a:moveTo>
                  <a:lnTo>
                    <a:pt x="1301270" y="1171668"/>
                  </a:lnTo>
                  <a:lnTo>
                    <a:pt x="1349128" y="1175927"/>
                  </a:lnTo>
                  <a:close/>
                  <a:moveTo>
                    <a:pt x="1354882" y="1074327"/>
                  </a:moveTo>
                  <a:lnTo>
                    <a:pt x="1314714" y="1047257"/>
                  </a:lnTo>
                  <a:lnTo>
                    <a:pt x="1291393" y="1025218"/>
                  </a:lnTo>
                  <a:close/>
                  <a:moveTo>
                    <a:pt x="1247685" y="1022769"/>
                  </a:moveTo>
                  <a:lnTo>
                    <a:pt x="1291393" y="1025218"/>
                  </a:lnTo>
                  <a:lnTo>
                    <a:pt x="1260351" y="1018681"/>
                  </a:lnTo>
                  <a:close/>
                  <a:moveTo>
                    <a:pt x="853456" y="529414"/>
                  </a:moveTo>
                  <a:lnTo>
                    <a:pt x="918689" y="510880"/>
                  </a:lnTo>
                  <a:lnTo>
                    <a:pt x="921983" y="492063"/>
                  </a:lnTo>
                  <a:close/>
                  <a:moveTo>
                    <a:pt x="738693" y="417782"/>
                  </a:moveTo>
                  <a:lnTo>
                    <a:pt x="752979" y="468910"/>
                  </a:lnTo>
                  <a:lnTo>
                    <a:pt x="784512" y="462337"/>
                  </a:lnTo>
                  <a:close/>
                  <a:moveTo>
                    <a:pt x="800802" y="477877"/>
                  </a:moveTo>
                  <a:lnTo>
                    <a:pt x="845989" y="517511"/>
                  </a:lnTo>
                  <a:lnTo>
                    <a:pt x="794458" y="473170"/>
                  </a:lnTo>
                  <a:close/>
                  <a:moveTo>
                    <a:pt x="1209134" y="740397"/>
                  </a:moveTo>
                  <a:lnTo>
                    <a:pt x="1171492" y="726228"/>
                  </a:lnTo>
                  <a:lnTo>
                    <a:pt x="1139439" y="696333"/>
                  </a:lnTo>
                  <a:close/>
                  <a:moveTo>
                    <a:pt x="1133324" y="638561"/>
                  </a:moveTo>
                  <a:lnTo>
                    <a:pt x="1139439" y="696333"/>
                  </a:lnTo>
                  <a:lnTo>
                    <a:pt x="1174090" y="643401"/>
                  </a:lnTo>
                  <a:close/>
                  <a:moveTo>
                    <a:pt x="1427826" y="990265"/>
                  </a:moveTo>
                  <a:lnTo>
                    <a:pt x="1471297" y="930163"/>
                  </a:lnTo>
                  <a:lnTo>
                    <a:pt x="1430639" y="925235"/>
                  </a:lnTo>
                  <a:close/>
                  <a:moveTo>
                    <a:pt x="1430639" y="925235"/>
                  </a:moveTo>
                  <a:lnTo>
                    <a:pt x="1471297" y="930163"/>
                  </a:lnTo>
                  <a:lnTo>
                    <a:pt x="1453405" y="881966"/>
                  </a:lnTo>
                  <a:close/>
                  <a:moveTo>
                    <a:pt x="1299101" y="767980"/>
                  </a:moveTo>
                  <a:lnTo>
                    <a:pt x="1333733" y="777807"/>
                  </a:lnTo>
                  <a:lnTo>
                    <a:pt x="1318752" y="727243"/>
                  </a:lnTo>
                  <a:close/>
                  <a:moveTo>
                    <a:pt x="1243943" y="536111"/>
                  </a:moveTo>
                  <a:lnTo>
                    <a:pt x="1214106" y="548126"/>
                  </a:lnTo>
                  <a:lnTo>
                    <a:pt x="1205143" y="582246"/>
                  </a:lnTo>
                  <a:close/>
                  <a:moveTo>
                    <a:pt x="1277807" y="471577"/>
                  </a:moveTo>
                  <a:lnTo>
                    <a:pt x="1323621" y="535057"/>
                  </a:lnTo>
                  <a:lnTo>
                    <a:pt x="1324373" y="471702"/>
                  </a:lnTo>
                  <a:close/>
                  <a:moveTo>
                    <a:pt x="1136848" y="231777"/>
                  </a:moveTo>
                  <a:lnTo>
                    <a:pt x="1117703" y="212060"/>
                  </a:lnTo>
                  <a:lnTo>
                    <a:pt x="1119223" y="202797"/>
                  </a:lnTo>
                  <a:close/>
                  <a:moveTo>
                    <a:pt x="1411778" y="436386"/>
                  </a:moveTo>
                  <a:lnTo>
                    <a:pt x="1387080" y="468644"/>
                  </a:lnTo>
                  <a:lnTo>
                    <a:pt x="1416419" y="443439"/>
                  </a:lnTo>
                  <a:close/>
                  <a:moveTo>
                    <a:pt x="1411778" y="436386"/>
                  </a:moveTo>
                  <a:lnTo>
                    <a:pt x="1376705" y="460480"/>
                  </a:lnTo>
                  <a:lnTo>
                    <a:pt x="1387080" y="468644"/>
                  </a:lnTo>
                  <a:close/>
                  <a:moveTo>
                    <a:pt x="1083209" y="24094"/>
                  </a:moveTo>
                  <a:lnTo>
                    <a:pt x="1087412" y="99724"/>
                  </a:lnTo>
                  <a:lnTo>
                    <a:pt x="1128524" y="65757"/>
                  </a:lnTo>
                  <a:close/>
                  <a:moveTo>
                    <a:pt x="1411778" y="436386"/>
                  </a:moveTo>
                  <a:lnTo>
                    <a:pt x="1416419" y="443439"/>
                  </a:lnTo>
                  <a:lnTo>
                    <a:pt x="1409044" y="412293"/>
                  </a:lnTo>
                  <a:close/>
                  <a:moveTo>
                    <a:pt x="1336263" y="273807"/>
                  </a:moveTo>
                  <a:lnTo>
                    <a:pt x="1382169" y="315387"/>
                  </a:lnTo>
                  <a:lnTo>
                    <a:pt x="1409892" y="309219"/>
                  </a:lnTo>
                  <a:close/>
                  <a:moveTo>
                    <a:pt x="1139256" y="0"/>
                  </a:moveTo>
                  <a:lnTo>
                    <a:pt x="1128524" y="65757"/>
                  </a:lnTo>
                  <a:lnTo>
                    <a:pt x="1085386" y="74866"/>
                  </a:lnTo>
                  <a:close/>
                  <a:moveTo>
                    <a:pt x="1257670" y="64356"/>
                  </a:moveTo>
                  <a:lnTo>
                    <a:pt x="1298983" y="103073"/>
                  </a:lnTo>
                  <a:lnTo>
                    <a:pt x="1283767" y="902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81" name="Output_density__4280">
              <a:extLst>
                <a:ext uri="{FF2B5EF4-FFF2-40B4-BE49-F238E27FC236}">
                  <a16:creationId xmlns:a16="http://schemas.microsoft.com/office/drawing/2014/main" id="{D6572E83-FE1A-7E26-AC09-F53A750016D4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0622"/>
              <a:ext cx="1396100" cy="1456738"/>
            </a:xfrm>
            <a:custGeom>
              <a:avLst/>
              <a:gdLst/>
              <a:ahLst/>
              <a:cxnLst/>
              <a:rect l="0" t="0" r="0" b="0"/>
              <a:pathLst>
                <a:path w="1396100" h="1456738">
                  <a:moveTo>
                    <a:pt x="316801" y="1358625"/>
                  </a:moveTo>
                  <a:lnTo>
                    <a:pt x="267809" y="1350128"/>
                  </a:lnTo>
                  <a:lnTo>
                    <a:pt x="278337" y="1349713"/>
                  </a:lnTo>
                  <a:close/>
                  <a:moveTo>
                    <a:pt x="558857" y="1395353"/>
                  </a:moveTo>
                  <a:lnTo>
                    <a:pt x="528638" y="1381938"/>
                  </a:lnTo>
                  <a:lnTo>
                    <a:pt x="509297" y="1419404"/>
                  </a:lnTo>
                  <a:close/>
                  <a:moveTo>
                    <a:pt x="558857" y="1395353"/>
                  </a:moveTo>
                  <a:lnTo>
                    <a:pt x="571096" y="1340885"/>
                  </a:lnTo>
                  <a:lnTo>
                    <a:pt x="530373" y="1363306"/>
                  </a:lnTo>
                  <a:close/>
                  <a:moveTo>
                    <a:pt x="530373" y="1363306"/>
                  </a:moveTo>
                  <a:lnTo>
                    <a:pt x="501029" y="1325914"/>
                  </a:lnTo>
                  <a:lnTo>
                    <a:pt x="528638" y="1381938"/>
                  </a:lnTo>
                  <a:close/>
                  <a:moveTo>
                    <a:pt x="0" y="834643"/>
                  </a:moveTo>
                  <a:lnTo>
                    <a:pt x="19353" y="810322"/>
                  </a:lnTo>
                  <a:lnTo>
                    <a:pt x="42422" y="761674"/>
                  </a:lnTo>
                  <a:close/>
                  <a:moveTo>
                    <a:pt x="727038" y="1439672"/>
                  </a:moveTo>
                  <a:lnTo>
                    <a:pt x="684432" y="1455053"/>
                  </a:lnTo>
                  <a:lnTo>
                    <a:pt x="695522" y="1456738"/>
                  </a:lnTo>
                  <a:close/>
                  <a:moveTo>
                    <a:pt x="727038" y="1439672"/>
                  </a:moveTo>
                  <a:lnTo>
                    <a:pt x="695522" y="1456738"/>
                  </a:lnTo>
                  <a:lnTo>
                    <a:pt x="767846" y="1417570"/>
                  </a:lnTo>
                  <a:close/>
                  <a:moveTo>
                    <a:pt x="501029" y="1325914"/>
                  </a:moveTo>
                  <a:lnTo>
                    <a:pt x="530373" y="1363306"/>
                  </a:lnTo>
                  <a:lnTo>
                    <a:pt x="539019" y="1373498"/>
                  </a:lnTo>
                  <a:close/>
                  <a:moveTo>
                    <a:pt x="750674" y="1393142"/>
                  </a:moveTo>
                  <a:lnTo>
                    <a:pt x="779284" y="1392839"/>
                  </a:lnTo>
                  <a:lnTo>
                    <a:pt x="769068" y="1380800"/>
                  </a:lnTo>
                  <a:close/>
                  <a:moveTo>
                    <a:pt x="767846" y="1417570"/>
                  </a:moveTo>
                  <a:lnTo>
                    <a:pt x="779284" y="1392839"/>
                  </a:lnTo>
                  <a:lnTo>
                    <a:pt x="750674" y="1393142"/>
                  </a:lnTo>
                  <a:close/>
                  <a:moveTo>
                    <a:pt x="727038" y="1439672"/>
                  </a:moveTo>
                  <a:lnTo>
                    <a:pt x="767846" y="1417570"/>
                  </a:lnTo>
                  <a:lnTo>
                    <a:pt x="750674" y="1393142"/>
                  </a:lnTo>
                  <a:close/>
                  <a:moveTo>
                    <a:pt x="779284" y="1392839"/>
                  </a:moveTo>
                  <a:lnTo>
                    <a:pt x="783615" y="1404894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79284" y="1392839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90789" y="1368451"/>
                  </a:lnTo>
                  <a:lnTo>
                    <a:pt x="755127" y="1374496"/>
                  </a:lnTo>
                  <a:close/>
                  <a:moveTo>
                    <a:pt x="838637" y="1319825"/>
                  </a:moveTo>
                  <a:lnTo>
                    <a:pt x="790789" y="1368451"/>
                  </a:lnTo>
                  <a:lnTo>
                    <a:pt x="831068" y="1344372"/>
                  </a:lnTo>
                  <a:close/>
                  <a:moveTo>
                    <a:pt x="838637" y="1319825"/>
                  </a:moveTo>
                  <a:lnTo>
                    <a:pt x="806308" y="1308125"/>
                  </a:lnTo>
                  <a:lnTo>
                    <a:pt x="790789" y="1368451"/>
                  </a:lnTo>
                  <a:close/>
                  <a:moveTo>
                    <a:pt x="397629" y="847795"/>
                  </a:moveTo>
                  <a:lnTo>
                    <a:pt x="415532" y="838811"/>
                  </a:lnTo>
                  <a:lnTo>
                    <a:pt x="434837" y="789803"/>
                  </a:lnTo>
                  <a:close/>
                  <a:moveTo>
                    <a:pt x="170196" y="542291"/>
                  </a:moveTo>
                  <a:lnTo>
                    <a:pt x="179504" y="556214"/>
                  </a:lnTo>
                  <a:lnTo>
                    <a:pt x="186956" y="548010"/>
                  </a:lnTo>
                  <a:close/>
                  <a:moveTo>
                    <a:pt x="179504" y="556214"/>
                  </a:moveTo>
                  <a:lnTo>
                    <a:pt x="170196" y="542291"/>
                  </a:lnTo>
                  <a:lnTo>
                    <a:pt x="142766" y="501848"/>
                  </a:lnTo>
                  <a:close/>
                  <a:moveTo>
                    <a:pt x="653887" y="1047487"/>
                  </a:moveTo>
                  <a:lnTo>
                    <a:pt x="699687" y="980367"/>
                  </a:lnTo>
                  <a:lnTo>
                    <a:pt x="667930" y="971855"/>
                  </a:lnTo>
                  <a:close/>
                  <a:moveTo>
                    <a:pt x="436281" y="781487"/>
                  </a:moveTo>
                  <a:lnTo>
                    <a:pt x="479094" y="766881"/>
                  </a:lnTo>
                  <a:lnTo>
                    <a:pt x="509897" y="747148"/>
                  </a:lnTo>
                  <a:close/>
                  <a:moveTo>
                    <a:pt x="462055" y="742954"/>
                  </a:moveTo>
                  <a:lnTo>
                    <a:pt x="436281" y="781487"/>
                  </a:lnTo>
                  <a:lnTo>
                    <a:pt x="509897" y="747148"/>
                  </a:lnTo>
                  <a:close/>
                  <a:moveTo>
                    <a:pt x="858103" y="1115771"/>
                  </a:moveTo>
                  <a:lnTo>
                    <a:pt x="853463" y="1158300"/>
                  </a:lnTo>
                  <a:lnTo>
                    <a:pt x="872213" y="1126465"/>
                  </a:lnTo>
                  <a:close/>
                  <a:moveTo>
                    <a:pt x="560280" y="760845"/>
                  </a:moveTo>
                  <a:lnTo>
                    <a:pt x="601432" y="741615"/>
                  </a:lnTo>
                  <a:lnTo>
                    <a:pt x="573368" y="756126"/>
                  </a:lnTo>
                  <a:close/>
                  <a:moveTo>
                    <a:pt x="524450" y="666661"/>
                  </a:moveTo>
                  <a:lnTo>
                    <a:pt x="553289" y="638542"/>
                  </a:lnTo>
                  <a:lnTo>
                    <a:pt x="529913" y="627987"/>
                  </a:lnTo>
                  <a:close/>
                  <a:moveTo>
                    <a:pt x="634762" y="618710"/>
                  </a:moveTo>
                  <a:lnTo>
                    <a:pt x="641010" y="618208"/>
                  </a:lnTo>
                  <a:lnTo>
                    <a:pt x="635337" y="614448"/>
                  </a:lnTo>
                  <a:close/>
                  <a:moveTo>
                    <a:pt x="645207" y="614448"/>
                  </a:moveTo>
                  <a:lnTo>
                    <a:pt x="641010" y="618208"/>
                  </a:lnTo>
                  <a:lnTo>
                    <a:pt x="634762" y="618710"/>
                  </a:lnTo>
                  <a:close/>
                  <a:moveTo>
                    <a:pt x="1048646" y="1094228"/>
                  </a:moveTo>
                  <a:lnTo>
                    <a:pt x="1100781" y="1114478"/>
                  </a:lnTo>
                  <a:lnTo>
                    <a:pt x="1084893" y="1094849"/>
                  </a:lnTo>
                  <a:close/>
                  <a:moveTo>
                    <a:pt x="635337" y="614448"/>
                  </a:moveTo>
                  <a:lnTo>
                    <a:pt x="641010" y="618208"/>
                  </a:lnTo>
                  <a:lnTo>
                    <a:pt x="649122" y="607036"/>
                  </a:lnTo>
                  <a:close/>
                  <a:moveTo>
                    <a:pt x="649122" y="607036"/>
                  </a:moveTo>
                  <a:lnTo>
                    <a:pt x="641010" y="618208"/>
                  </a:lnTo>
                  <a:lnTo>
                    <a:pt x="645207" y="614448"/>
                  </a:lnTo>
                  <a:close/>
                  <a:moveTo>
                    <a:pt x="690415" y="590354"/>
                  </a:moveTo>
                  <a:lnTo>
                    <a:pt x="708642" y="596630"/>
                  </a:lnTo>
                  <a:lnTo>
                    <a:pt x="718377" y="597892"/>
                  </a:lnTo>
                  <a:close/>
                  <a:moveTo>
                    <a:pt x="680683" y="591861"/>
                  </a:moveTo>
                  <a:lnTo>
                    <a:pt x="690415" y="590354"/>
                  </a:lnTo>
                  <a:lnTo>
                    <a:pt x="668197" y="584953"/>
                  </a:lnTo>
                  <a:close/>
                  <a:moveTo>
                    <a:pt x="668197" y="584953"/>
                  </a:moveTo>
                  <a:lnTo>
                    <a:pt x="649122" y="607036"/>
                  </a:lnTo>
                  <a:lnTo>
                    <a:pt x="680683" y="591861"/>
                  </a:lnTo>
                  <a:close/>
                  <a:moveTo>
                    <a:pt x="765692" y="600118"/>
                  </a:moveTo>
                  <a:lnTo>
                    <a:pt x="718377" y="597892"/>
                  </a:lnTo>
                  <a:lnTo>
                    <a:pt x="708642" y="596630"/>
                  </a:lnTo>
                  <a:close/>
                  <a:moveTo>
                    <a:pt x="690415" y="590354"/>
                  </a:moveTo>
                  <a:lnTo>
                    <a:pt x="718377" y="597892"/>
                  </a:lnTo>
                  <a:lnTo>
                    <a:pt x="728717" y="580309"/>
                  </a:lnTo>
                  <a:close/>
                  <a:moveTo>
                    <a:pt x="781414" y="575450"/>
                  </a:moveTo>
                  <a:lnTo>
                    <a:pt x="718377" y="597892"/>
                  </a:lnTo>
                  <a:lnTo>
                    <a:pt x="765692" y="600118"/>
                  </a:lnTo>
                  <a:close/>
                  <a:moveTo>
                    <a:pt x="1223650" y="1129386"/>
                  </a:moveTo>
                  <a:lnTo>
                    <a:pt x="1173628" y="1117038"/>
                  </a:lnTo>
                  <a:lnTo>
                    <a:pt x="1134778" y="1105511"/>
                  </a:lnTo>
                  <a:close/>
                  <a:moveTo>
                    <a:pt x="800575" y="434386"/>
                  </a:moveTo>
                  <a:lnTo>
                    <a:pt x="875078" y="474542"/>
                  </a:lnTo>
                  <a:lnTo>
                    <a:pt x="817486" y="483380"/>
                  </a:lnTo>
                  <a:close/>
                  <a:moveTo>
                    <a:pt x="1348801" y="978154"/>
                  </a:moveTo>
                  <a:lnTo>
                    <a:pt x="1353535" y="978869"/>
                  </a:lnTo>
                  <a:lnTo>
                    <a:pt x="1327375" y="962154"/>
                  </a:lnTo>
                  <a:close/>
                  <a:moveTo>
                    <a:pt x="1348801" y="978154"/>
                  </a:moveTo>
                  <a:lnTo>
                    <a:pt x="1396100" y="980318"/>
                  </a:lnTo>
                  <a:lnTo>
                    <a:pt x="1353535" y="978869"/>
                  </a:lnTo>
                  <a:close/>
                  <a:moveTo>
                    <a:pt x="1238234" y="779213"/>
                  </a:moveTo>
                  <a:lnTo>
                    <a:pt x="1230198" y="827292"/>
                  </a:lnTo>
                  <a:lnTo>
                    <a:pt x="1255103" y="802508"/>
                  </a:lnTo>
                  <a:close/>
                  <a:moveTo>
                    <a:pt x="1145555" y="657549"/>
                  </a:moveTo>
                  <a:lnTo>
                    <a:pt x="1162740" y="672682"/>
                  </a:lnTo>
                  <a:lnTo>
                    <a:pt x="1180206" y="604617"/>
                  </a:lnTo>
                  <a:close/>
                  <a:moveTo>
                    <a:pt x="1061150" y="562701"/>
                  </a:moveTo>
                  <a:lnTo>
                    <a:pt x="1112379" y="559035"/>
                  </a:lnTo>
                  <a:lnTo>
                    <a:pt x="1090605" y="576608"/>
                  </a:lnTo>
                  <a:close/>
                  <a:moveTo>
                    <a:pt x="1090605" y="576608"/>
                  </a:moveTo>
                  <a:lnTo>
                    <a:pt x="1139111" y="583286"/>
                  </a:lnTo>
                  <a:lnTo>
                    <a:pt x="1160484" y="528299"/>
                  </a:lnTo>
                  <a:close/>
                  <a:moveTo>
                    <a:pt x="1139111" y="583286"/>
                  </a:moveTo>
                  <a:lnTo>
                    <a:pt x="1178524" y="555967"/>
                  </a:lnTo>
                  <a:lnTo>
                    <a:pt x="1211260" y="543463"/>
                  </a:lnTo>
                  <a:close/>
                  <a:moveTo>
                    <a:pt x="1160484" y="528299"/>
                  </a:moveTo>
                  <a:lnTo>
                    <a:pt x="1139111" y="583286"/>
                  </a:lnTo>
                  <a:lnTo>
                    <a:pt x="1211260" y="543463"/>
                  </a:lnTo>
                  <a:close/>
                  <a:moveTo>
                    <a:pt x="1211260" y="543463"/>
                  </a:moveTo>
                  <a:lnTo>
                    <a:pt x="1220222" y="509343"/>
                  </a:lnTo>
                  <a:lnTo>
                    <a:pt x="1160484" y="528299"/>
                  </a:lnTo>
                  <a:close/>
                  <a:moveTo>
                    <a:pt x="1210632" y="1514"/>
                  </a:moveTo>
                  <a:lnTo>
                    <a:pt x="1149479" y="26930"/>
                  </a:lnTo>
                  <a:lnTo>
                    <a:pt x="1134641" y="26974"/>
                  </a:lnTo>
                  <a:close/>
                  <a:moveTo>
                    <a:pt x="1239939" y="12753"/>
                  </a:moveTo>
                  <a:lnTo>
                    <a:pt x="1263786" y="25573"/>
                  </a:lnTo>
                  <a:lnTo>
                    <a:pt x="1229324" y="0"/>
                  </a:lnTo>
                  <a:close/>
                  <a:moveTo>
                    <a:pt x="1210632" y="1514"/>
                  </a:moveTo>
                  <a:lnTo>
                    <a:pt x="1239939" y="12753"/>
                  </a:lnTo>
                  <a:lnTo>
                    <a:pt x="1229324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2" name="Output_density__4281">
              <a:extLst>
                <a:ext uri="{FF2B5EF4-FFF2-40B4-BE49-F238E27FC236}">
                  <a16:creationId xmlns:a16="http://schemas.microsoft.com/office/drawing/2014/main" id="{9FC5CF41-5092-C02E-D46E-4E51EE56AA7A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2136"/>
              <a:ext cx="1478038" cy="1455224"/>
            </a:xfrm>
            <a:custGeom>
              <a:avLst/>
              <a:gdLst/>
              <a:ahLst/>
              <a:cxnLst/>
              <a:rect l="0" t="0" r="0" b="0"/>
              <a:pathLst>
                <a:path w="1478038" h="1455224">
                  <a:moveTo>
                    <a:pt x="328112" y="1359622"/>
                  </a:moveTo>
                  <a:lnTo>
                    <a:pt x="359779" y="1372588"/>
                  </a:lnTo>
                  <a:lnTo>
                    <a:pt x="316801" y="1357112"/>
                  </a:lnTo>
                  <a:close/>
                  <a:moveTo>
                    <a:pt x="435193" y="1450405"/>
                  </a:moveTo>
                  <a:lnTo>
                    <a:pt x="509297" y="1417890"/>
                  </a:lnTo>
                  <a:lnTo>
                    <a:pt x="466596" y="1432914"/>
                  </a:lnTo>
                  <a:close/>
                  <a:moveTo>
                    <a:pt x="359779" y="1372588"/>
                  </a:moveTo>
                  <a:lnTo>
                    <a:pt x="379543" y="1362928"/>
                  </a:lnTo>
                  <a:lnTo>
                    <a:pt x="316801" y="1357112"/>
                  </a:lnTo>
                  <a:close/>
                  <a:moveTo>
                    <a:pt x="26061" y="895707"/>
                  </a:moveTo>
                  <a:lnTo>
                    <a:pt x="27564" y="908759"/>
                  </a:lnTo>
                  <a:lnTo>
                    <a:pt x="69585" y="835561"/>
                  </a:lnTo>
                  <a:close/>
                  <a:moveTo>
                    <a:pt x="26061" y="895707"/>
                  </a:moveTo>
                  <a:lnTo>
                    <a:pt x="6116" y="849178"/>
                  </a:lnTo>
                  <a:lnTo>
                    <a:pt x="18634" y="884665"/>
                  </a:lnTo>
                  <a:close/>
                  <a:moveTo>
                    <a:pt x="6116" y="849178"/>
                  </a:moveTo>
                  <a:lnTo>
                    <a:pt x="0" y="833129"/>
                  </a:lnTo>
                  <a:lnTo>
                    <a:pt x="18634" y="884665"/>
                  </a:lnTo>
                  <a:close/>
                  <a:moveTo>
                    <a:pt x="0" y="833129"/>
                  </a:moveTo>
                  <a:lnTo>
                    <a:pt x="6116" y="849178"/>
                  </a:lnTo>
                  <a:lnTo>
                    <a:pt x="19353" y="808808"/>
                  </a:lnTo>
                  <a:close/>
                  <a:moveTo>
                    <a:pt x="42422" y="760160"/>
                  </a:moveTo>
                  <a:lnTo>
                    <a:pt x="79468" y="764784"/>
                  </a:lnTo>
                  <a:lnTo>
                    <a:pt x="47767" y="757498"/>
                  </a:lnTo>
                  <a:close/>
                  <a:moveTo>
                    <a:pt x="19353" y="808808"/>
                  </a:moveTo>
                  <a:lnTo>
                    <a:pt x="72142" y="831503"/>
                  </a:lnTo>
                  <a:lnTo>
                    <a:pt x="42422" y="760160"/>
                  </a:lnTo>
                  <a:close/>
                  <a:moveTo>
                    <a:pt x="47767" y="757498"/>
                  </a:moveTo>
                  <a:lnTo>
                    <a:pt x="79468" y="764784"/>
                  </a:lnTo>
                  <a:lnTo>
                    <a:pt x="44371" y="730055"/>
                  </a:lnTo>
                  <a:close/>
                  <a:moveTo>
                    <a:pt x="695522" y="1455224"/>
                  </a:moveTo>
                  <a:lnTo>
                    <a:pt x="647999" y="1422093"/>
                  </a:lnTo>
                  <a:lnTo>
                    <a:pt x="658836" y="1427474"/>
                  </a:lnTo>
                  <a:close/>
                  <a:moveTo>
                    <a:pt x="684432" y="1453539"/>
                  </a:moveTo>
                  <a:lnTo>
                    <a:pt x="647999" y="1422093"/>
                  </a:lnTo>
                  <a:lnTo>
                    <a:pt x="695522" y="1455224"/>
                  </a:lnTo>
                  <a:close/>
                  <a:moveTo>
                    <a:pt x="571096" y="1339371"/>
                  </a:moveTo>
                  <a:lnTo>
                    <a:pt x="602039" y="1324401"/>
                  </a:lnTo>
                  <a:lnTo>
                    <a:pt x="603192" y="1357795"/>
                  </a:lnTo>
                  <a:close/>
                  <a:moveTo>
                    <a:pt x="413662" y="1209704"/>
                  </a:moveTo>
                  <a:lnTo>
                    <a:pt x="432447" y="1169672"/>
                  </a:lnTo>
                  <a:lnTo>
                    <a:pt x="394100" y="1162865"/>
                  </a:lnTo>
                  <a:close/>
                  <a:moveTo>
                    <a:pt x="684432" y="1453539"/>
                  </a:moveTo>
                  <a:lnTo>
                    <a:pt x="611930" y="1413434"/>
                  </a:lnTo>
                  <a:lnTo>
                    <a:pt x="647999" y="1422093"/>
                  </a:lnTo>
                  <a:close/>
                  <a:moveTo>
                    <a:pt x="442559" y="1018530"/>
                  </a:moveTo>
                  <a:lnTo>
                    <a:pt x="399091" y="970579"/>
                  </a:lnTo>
                  <a:lnTo>
                    <a:pt x="410237" y="991087"/>
                  </a:lnTo>
                  <a:close/>
                  <a:moveTo>
                    <a:pt x="770057" y="1329201"/>
                  </a:moveTo>
                  <a:lnTo>
                    <a:pt x="790789" y="1366937"/>
                  </a:lnTo>
                  <a:lnTo>
                    <a:pt x="806308" y="1306611"/>
                  </a:lnTo>
                  <a:close/>
                  <a:moveTo>
                    <a:pt x="806308" y="1306611"/>
                  </a:moveTo>
                  <a:lnTo>
                    <a:pt x="838637" y="1318311"/>
                  </a:lnTo>
                  <a:lnTo>
                    <a:pt x="806517" y="1290839"/>
                  </a:lnTo>
                  <a:close/>
                  <a:moveTo>
                    <a:pt x="838637" y="1318311"/>
                  </a:moveTo>
                  <a:lnTo>
                    <a:pt x="847878" y="1270806"/>
                  </a:lnTo>
                  <a:lnTo>
                    <a:pt x="806517" y="1290839"/>
                  </a:lnTo>
                  <a:close/>
                  <a:moveTo>
                    <a:pt x="802666" y="1303655"/>
                  </a:moveTo>
                  <a:lnTo>
                    <a:pt x="806308" y="1306611"/>
                  </a:lnTo>
                  <a:lnTo>
                    <a:pt x="806517" y="1290839"/>
                  </a:lnTo>
                  <a:close/>
                  <a:moveTo>
                    <a:pt x="808034" y="1242466"/>
                  </a:moveTo>
                  <a:lnTo>
                    <a:pt x="802666" y="1303655"/>
                  </a:lnTo>
                  <a:lnTo>
                    <a:pt x="806517" y="1290839"/>
                  </a:lnTo>
                  <a:close/>
                  <a:moveTo>
                    <a:pt x="851828" y="1244844"/>
                  </a:moveTo>
                  <a:lnTo>
                    <a:pt x="806517" y="1290839"/>
                  </a:lnTo>
                  <a:lnTo>
                    <a:pt x="847878" y="1270806"/>
                  </a:lnTo>
                  <a:close/>
                  <a:moveTo>
                    <a:pt x="851828" y="1244844"/>
                  </a:moveTo>
                  <a:lnTo>
                    <a:pt x="808034" y="1242466"/>
                  </a:lnTo>
                  <a:lnTo>
                    <a:pt x="806517" y="1290839"/>
                  </a:lnTo>
                  <a:close/>
                  <a:moveTo>
                    <a:pt x="822241" y="1176488"/>
                  </a:moveTo>
                  <a:lnTo>
                    <a:pt x="813859" y="1183391"/>
                  </a:lnTo>
                  <a:lnTo>
                    <a:pt x="846538" y="1186402"/>
                  </a:lnTo>
                  <a:close/>
                  <a:moveTo>
                    <a:pt x="846538" y="1186402"/>
                  </a:moveTo>
                  <a:lnTo>
                    <a:pt x="813859" y="1183391"/>
                  </a:lnTo>
                  <a:lnTo>
                    <a:pt x="808034" y="1242466"/>
                  </a:lnTo>
                  <a:close/>
                  <a:moveTo>
                    <a:pt x="822241" y="1176488"/>
                  </a:moveTo>
                  <a:lnTo>
                    <a:pt x="846538" y="1186402"/>
                  </a:lnTo>
                  <a:lnTo>
                    <a:pt x="853463" y="1156787"/>
                  </a:lnTo>
                  <a:close/>
                  <a:moveTo>
                    <a:pt x="249405" y="577106"/>
                  </a:moveTo>
                  <a:lnTo>
                    <a:pt x="290576" y="584560"/>
                  </a:lnTo>
                  <a:lnTo>
                    <a:pt x="332551" y="610235"/>
                  </a:lnTo>
                  <a:close/>
                  <a:moveTo>
                    <a:pt x="814730" y="1174279"/>
                  </a:moveTo>
                  <a:lnTo>
                    <a:pt x="813859" y="1183391"/>
                  </a:lnTo>
                  <a:lnTo>
                    <a:pt x="822241" y="1176488"/>
                  </a:lnTo>
                  <a:close/>
                  <a:moveTo>
                    <a:pt x="858103" y="1114257"/>
                  </a:moveTo>
                  <a:lnTo>
                    <a:pt x="822241" y="1176488"/>
                  </a:lnTo>
                  <a:lnTo>
                    <a:pt x="853463" y="1156787"/>
                  </a:lnTo>
                  <a:close/>
                  <a:moveTo>
                    <a:pt x="814730" y="1174279"/>
                  </a:moveTo>
                  <a:lnTo>
                    <a:pt x="822241" y="1176488"/>
                  </a:lnTo>
                  <a:lnTo>
                    <a:pt x="858103" y="1114257"/>
                  </a:lnTo>
                  <a:close/>
                  <a:moveTo>
                    <a:pt x="819357" y="1107774"/>
                  </a:moveTo>
                  <a:lnTo>
                    <a:pt x="814730" y="1174279"/>
                  </a:lnTo>
                  <a:lnTo>
                    <a:pt x="858103" y="1114257"/>
                  </a:lnTo>
                  <a:close/>
                  <a:moveTo>
                    <a:pt x="850030" y="1058077"/>
                  </a:moveTo>
                  <a:lnTo>
                    <a:pt x="858103" y="1114257"/>
                  </a:lnTo>
                  <a:lnTo>
                    <a:pt x="872213" y="1124951"/>
                  </a:lnTo>
                  <a:close/>
                  <a:moveTo>
                    <a:pt x="579627" y="688565"/>
                  </a:moveTo>
                  <a:lnTo>
                    <a:pt x="601432" y="740102"/>
                  </a:lnTo>
                  <a:lnTo>
                    <a:pt x="560280" y="759331"/>
                  </a:lnTo>
                  <a:close/>
                  <a:moveTo>
                    <a:pt x="514560" y="701697"/>
                  </a:moveTo>
                  <a:lnTo>
                    <a:pt x="462055" y="741440"/>
                  </a:lnTo>
                  <a:lnTo>
                    <a:pt x="509897" y="745634"/>
                  </a:lnTo>
                  <a:close/>
                  <a:moveTo>
                    <a:pt x="477635" y="693734"/>
                  </a:moveTo>
                  <a:lnTo>
                    <a:pt x="462055" y="741440"/>
                  </a:lnTo>
                  <a:lnTo>
                    <a:pt x="514560" y="701697"/>
                  </a:lnTo>
                  <a:close/>
                  <a:moveTo>
                    <a:pt x="514560" y="701697"/>
                  </a:moveTo>
                  <a:lnTo>
                    <a:pt x="524450" y="665147"/>
                  </a:lnTo>
                  <a:lnTo>
                    <a:pt x="482699" y="683724"/>
                  </a:lnTo>
                  <a:close/>
                  <a:moveTo>
                    <a:pt x="574934" y="688565"/>
                  </a:moveTo>
                  <a:lnTo>
                    <a:pt x="573368" y="754612"/>
                  </a:lnTo>
                  <a:lnTo>
                    <a:pt x="578509" y="740102"/>
                  </a:lnTo>
                  <a:close/>
                  <a:moveTo>
                    <a:pt x="560280" y="759331"/>
                  </a:moveTo>
                  <a:lnTo>
                    <a:pt x="573368" y="754612"/>
                  </a:lnTo>
                  <a:lnTo>
                    <a:pt x="509897" y="745634"/>
                  </a:lnTo>
                  <a:close/>
                  <a:moveTo>
                    <a:pt x="553289" y="637028"/>
                  </a:moveTo>
                  <a:lnTo>
                    <a:pt x="524450" y="665147"/>
                  </a:lnTo>
                  <a:lnTo>
                    <a:pt x="560746" y="639388"/>
                  </a:lnTo>
                  <a:close/>
                  <a:moveTo>
                    <a:pt x="560746" y="639388"/>
                  </a:moveTo>
                  <a:lnTo>
                    <a:pt x="524450" y="665147"/>
                  </a:lnTo>
                  <a:lnTo>
                    <a:pt x="514560" y="701697"/>
                  </a:lnTo>
                  <a:close/>
                  <a:moveTo>
                    <a:pt x="529913" y="626473"/>
                  </a:moveTo>
                  <a:lnTo>
                    <a:pt x="553289" y="637028"/>
                  </a:lnTo>
                  <a:lnTo>
                    <a:pt x="531370" y="562545"/>
                  </a:lnTo>
                  <a:close/>
                  <a:moveTo>
                    <a:pt x="588078" y="593466"/>
                  </a:moveTo>
                  <a:lnTo>
                    <a:pt x="553289" y="637028"/>
                  </a:lnTo>
                  <a:lnTo>
                    <a:pt x="562091" y="631204"/>
                  </a:lnTo>
                  <a:close/>
                  <a:moveTo>
                    <a:pt x="635337" y="612934"/>
                  </a:moveTo>
                  <a:lnTo>
                    <a:pt x="588078" y="593466"/>
                  </a:lnTo>
                  <a:lnTo>
                    <a:pt x="634762" y="617197"/>
                  </a:lnTo>
                  <a:close/>
                  <a:moveTo>
                    <a:pt x="1048646" y="1092714"/>
                  </a:moveTo>
                  <a:lnTo>
                    <a:pt x="1010796" y="1066084"/>
                  </a:lnTo>
                  <a:lnTo>
                    <a:pt x="1022998" y="1076764"/>
                  </a:lnTo>
                  <a:close/>
                  <a:moveTo>
                    <a:pt x="1033317" y="1075181"/>
                  </a:moveTo>
                  <a:lnTo>
                    <a:pt x="1010796" y="1066084"/>
                  </a:lnTo>
                  <a:lnTo>
                    <a:pt x="1048646" y="1092714"/>
                  </a:lnTo>
                  <a:close/>
                  <a:moveTo>
                    <a:pt x="1084893" y="1093335"/>
                  </a:moveTo>
                  <a:lnTo>
                    <a:pt x="1033317" y="1075181"/>
                  </a:lnTo>
                  <a:lnTo>
                    <a:pt x="1048646" y="1092714"/>
                  </a:lnTo>
                  <a:close/>
                  <a:moveTo>
                    <a:pt x="635337" y="612934"/>
                  </a:moveTo>
                  <a:lnTo>
                    <a:pt x="649122" y="605522"/>
                  </a:lnTo>
                  <a:lnTo>
                    <a:pt x="588078" y="593466"/>
                  </a:lnTo>
                  <a:close/>
                  <a:moveTo>
                    <a:pt x="588078" y="593466"/>
                  </a:moveTo>
                  <a:lnTo>
                    <a:pt x="649122" y="605522"/>
                  </a:lnTo>
                  <a:lnTo>
                    <a:pt x="668197" y="583439"/>
                  </a:lnTo>
                  <a:close/>
                  <a:moveTo>
                    <a:pt x="588078" y="593466"/>
                  </a:moveTo>
                  <a:lnTo>
                    <a:pt x="668197" y="583439"/>
                  </a:lnTo>
                  <a:lnTo>
                    <a:pt x="620878" y="581198"/>
                  </a:lnTo>
                  <a:close/>
                  <a:moveTo>
                    <a:pt x="1250294" y="1148791"/>
                  </a:moveTo>
                  <a:lnTo>
                    <a:pt x="1282035" y="1171486"/>
                  </a:lnTo>
                  <a:lnTo>
                    <a:pt x="1230029" y="1131649"/>
                  </a:lnTo>
                  <a:close/>
                  <a:moveTo>
                    <a:pt x="690415" y="588840"/>
                  </a:moveTo>
                  <a:lnTo>
                    <a:pt x="728717" y="578795"/>
                  </a:lnTo>
                  <a:lnTo>
                    <a:pt x="668197" y="583439"/>
                  </a:lnTo>
                  <a:close/>
                  <a:moveTo>
                    <a:pt x="668197" y="583439"/>
                  </a:moveTo>
                  <a:lnTo>
                    <a:pt x="728717" y="578795"/>
                  </a:lnTo>
                  <a:lnTo>
                    <a:pt x="742188" y="550503"/>
                  </a:lnTo>
                  <a:close/>
                  <a:moveTo>
                    <a:pt x="781414" y="573936"/>
                  </a:moveTo>
                  <a:lnTo>
                    <a:pt x="728717" y="578795"/>
                  </a:lnTo>
                  <a:lnTo>
                    <a:pt x="718377" y="596378"/>
                  </a:lnTo>
                  <a:close/>
                  <a:moveTo>
                    <a:pt x="728717" y="578795"/>
                  </a:moveTo>
                  <a:lnTo>
                    <a:pt x="781414" y="573936"/>
                  </a:lnTo>
                  <a:lnTo>
                    <a:pt x="742188" y="550503"/>
                  </a:lnTo>
                  <a:close/>
                  <a:moveTo>
                    <a:pt x="801696" y="564746"/>
                  </a:moveTo>
                  <a:lnTo>
                    <a:pt x="846920" y="621406"/>
                  </a:lnTo>
                  <a:lnTo>
                    <a:pt x="843125" y="616283"/>
                  </a:lnTo>
                  <a:close/>
                  <a:moveTo>
                    <a:pt x="765692" y="598604"/>
                  </a:moveTo>
                  <a:lnTo>
                    <a:pt x="846920" y="621406"/>
                  </a:lnTo>
                  <a:lnTo>
                    <a:pt x="801696" y="564746"/>
                  </a:lnTo>
                  <a:close/>
                  <a:moveTo>
                    <a:pt x="801696" y="564746"/>
                  </a:moveTo>
                  <a:lnTo>
                    <a:pt x="781414" y="573936"/>
                  </a:lnTo>
                  <a:lnTo>
                    <a:pt x="765692" y="598604"/>
                  </a:lnTo>
                  <a:close/>
                  <a:moveTo>
                    <a:pt x="648966" y="417421"/>
                  </a:moveTo>
                  <a:lnTo>
                    <a:pt x="645757" y="410137"/>
                  </a:lnTo>
                  <a:lnTo>
                    <a:pt x="624919" y="421630"/>
                  </a:lnTo>
                  <a:close/>
                  <a:moveTo>
                    <a:pt x="624919" y="421630"/>
                  </a:moveTo>
                  <a:lnTo>
                    <a:pt x="645757" y="410137"/>
                  </a:lnTo>
                  <a:lnTo>
                    <a:pt x="606390" y="392130"/>
                  </a:lnTo>
                  <a:close/>
                  <a:moveTo>
                    <a:pt x="624919" y="421630"/>
                  </a:moveTo>
                  <a:lnTo>
                    <a:pt x="606390" y="392130"/>
                  </a:lnTo>
                  <a:lnTo>
                    <a:pt x="581498" y="433964"/>
                  </a:lnTo>
                  <a:close/>
                  <a:moveTo>
                    <a:pt x="1391021" y="1159092"/>
                  </a:moveTo>
                  <a:lnTo>
                    <a:pt x="1378918" y="1184364"/>
                  </a:lnTo>
                  <a:lnTo>
                    <a:pt x="1411748" y="1172208"/>
                  </a:lnTo>
                  <a:close/>
                  <a:moveTo>
                    <a:pt x="1223650" y="1127873"/>
                  </a:moveTo>
                  <a:lnTo>
                    <a:pt x="1230029" y="1131649"/>
                  </a:lnTo>
                  <a:lnTo>
                    <a:pt x="1243128" y="1116635"/>
                  </a:lnTo>
                  <a:close/>
                  <a:moveTo>
                    <a:pt x="1391021" y="1159092"/>
                  </a:moveTo>
                  <a:lnTo>
                    <a:pt x="1411748" y="1172208"/>
                  </a:lnTo>
                  <a:lnTo>
                    <a:pt x="1418196" y="1150998"/>
                  </a:lnTo>
                  <a:close/>
                  <a:moveTo>
                    <a:pt x="1418196" y="1150998"/>
                  </a:moveTo>
                  <a:lnTo>
                    <a:pt x="1411748" y="1172208"/>
                  </a:lnTo>
                  <a:lnTo>
                    <a:pt x="1440989" y="1159092"/>
                  </a:lnTo>
                  <a:close/>
                  <a:moveTo>
                    <a:pt x="1106798" y="730759"/>
                  </a:moveTo>
                  <a:lnTo>
                    <a:pt x="1133324" y="722705"/>
                  </a:lnTo>
                  <a:lnTo>
                    <a:pt x="1091232" y="712338"/>
                  </a:lnTo>
                  <a:close/>
                  <a:moveTo>
                    <a:pt x="928100" y="451766"/>
                  </a:moveTo>
                  <a:lnTo>
                    <a:pt x="875078" y="473028"/>
                  </a:lnTo>
                  <a:lnTo>
                    <a:pt x="852105" y="477213"/>
                  </a:lnTo>
                  <a:close/>
                  <a:moveTo>
                    <a:pt x="924806" y="470583"/>
                  </a:moveTo>
                  <a:lnTo>
                    <a:pt x="968122" y="473349"/>
                  </a:lnTo>
                  <a:lnTo>
                    <a:pt x="928100" y="451766"/>
                  </a:lnTo>
                  <a:close/>
                  <a:moveTo>
                    <a:pt x="790629" y="422040"/>
                  </a:moveTo>
                  <a:lnTo>
                    <a:pt x="759095" y="428613"/>
                  </a:lnTo>
                  <a:lnTo>
                    <a:pt x="775963" y="437579"/>
                  </a:lnTo>
                  <a:close/>
                  <a:moveTo>
                    <a:pt x="790629" y="422040"/>
                  </a:moveTo>
                  <a:lnTo>
                    <a:pt x="800575" y="432872"/>
                  </a:lnTo>
                  <a:lnTo>
                    <a:pt x="795352" y="413485"/>
                  </a:lnTo>
                  <a:close/>
                  <a:moveTo>
                    <a:pt x="800575" y="432872"/>
                  </a:moveTo>
                  <a:lnTo>
                    <a:pt x="852105" y="477213"/>
                  </a:lnTo>
                  <a:lnTo>
                    <a:pt x="875078" y="473028"/>
                  </a:lnTo>
                  <a:close/>
                  <a:moveTo>
                    <a:pt x="1429831" y="970019"/>
                  </a:moveTo>
                  <a:lnTo>
                    <a:pt x="1460037" y="1029478"/>
                  </a:lnTo>
                  <a:lnTo>
                    <a:pt x="1474032" y="960604"/>
                  </a:lnTo>
                  <a:close/>
                  <a:moveTo>
                    <a:pt x="1398482" y="980388"/>
                  </a:moveTo>
                  <a:lnTo>
                    <a:pt x="1460037" y="1029478"/>
                  </a:lnTo>
                  <a:lnTo>
                    <a:pt x="1429831" y="970019"/>
                  </a:lnTo>
                  <a:close/>
                  <a:moveTo>
                    <a:pt x="1400499" y="977156"/>
                  </a:moveTo>
                  <a:lnTo>
                    <a:pt x="1398482" y="980388"/>
                  </a:lnTo>
                  <a:lnTo>
                    <a:pt x="1429831" y="970019"/>
                  </a:lnTo>
                  <a:close/>
                  <a:moveTo>
                    <a:pt x="1396100" y="978804"/>
                  </a:moveTo>
                  <a:lnTo>
                    <a:pt x="1400499" y="977156"/>
                  </a:lnTo>
                  <a:lnTo>
                    <a:pt x="1353535" y="977355"/>
                  </a:lnTo>
                  <a:close/>
                  <a:moveTo>
                    <a:pt x="1225435" y="817305"/>
                  </a:moveTo>
                  <a:lnTo>
                    <a:pt x="1230198" y="825778"/>
                  </a:lnTo>
                  <a:lnTo>
                    <a:pt x="1238234" y="777700"/>
                  </a:lnTo>
                  <a:close/>
                  <a:moveTo>
                    <a:pt x="1238234" y="777700"/>
                  </a:moveTo>
                  <a:lnTo>
                    <a:pt x="1255103" y="800995"/>
                  </a:lnTo>
                  <a:lnTo>
                    <a:pt x="1286810" y="784641"/>
                  </a:lnTo>
                  <a:close/>
                  <a:moveTo>
                    <a:pt x="1090605" y="575094"/>
                  </a:moveTo>
                  <a:lnTo>
                    <a:pt x="1112379" y="557521"/>
                  </a:lnTo>
                  <a:lnTo>
                    <a:pt x="1139111" y="581772"/>
                  </a:lnTo>
                  <a:close/>
                  <a:moveTo>
                    <a:pt x="928100" y="451766"/>
                  </a:moveTo>
                  <a:lnTo>
                    <a:pt x="967237" y="423420"/>
                  </a:lnTo>
                  <a:lnTo>
                    <a:pt x="988668" y="389392"/>
                  </a:lnTo>
                  <a:close/>
                  <a:moveTo>
                    <a:pt x="1429831" y="970019"/>
                  </a:moveTo>
                  <a:lnTo>
                    <a:pt x="1353535" y="977355"/>
                  </a:lnTo>
                  <a:lnTo>
                    <a:pt x="1400499" y="977156"/>
                  </a:lnTo>
                  <a:close/>
                  <a:moveTo>
                    <a:pt x="1429831" y="970019"/>
                  </a:moveTo>
                  <a:lnTo>
                    <a:pt x="1383153" y="970176"/>
                  </a:lnTo>
                  <a:lnTo>
                    <a:pt x="1353535" y="977355"/>
                  </a:lnTo>
                  <a:close/>
                  <a:moveTo>
                    <a:pt x="1433942" y="949968"/>
                  </a:moveTo>
                  <a:lnTo>
                    <a:pt x="1383153" y="970176"/>
                  </a:lnTo>
                  <a:lnTo>
                    <a:pt x="1429831" y="970019"/>
                  </a:lnTo>
                  <a:close/>
                  <a:moveTo>
                    <a:pt x="1474829" y="954709"/>
                  </a:moveTo>
                  <a:lnTo>
                    <a:pt x="1429831" y="970019"/>
                  </a:lnTo>
                  <a:lnTo>
                    <a:pt x="1474032" y="960604"/>
                  </a:lnTo>
                  <a:close/>
                  <a:moveTo>
                    <a:pt x="1474829" y="954709"/>
                  </a:moveTo>
                  <a:lnTo>
                    <a:pt x="1433942" y="949968"/>
                  </a:lnTo>
                  <a:lnTo>
                    <a:pt x="1429831" y="970019"/>
                  </a:lnTo>
                  <a:close/>
                  <a:moveTo>
                    <a:pt x="1433942" y="949968"/>
                  </a:moveTo>
                  <a:lnTo>
                    <a:pt x="1474829" y="954709"/>
                  </a:lnTo>
                  <a:lnTo>
                    <a:pt x="1477413" y="889865"/>
                  </a:lnTo>
                  <a:close/>
                  <a:moveTo>
                    <a:pt x="1474829" y="954709"/>
                  </a:moveTo>
                  <a:lnTo>
                    <a:pt x="1474032" y="960604"/>
                  </a:lnTo>
                  <a:lnTo>
                    <a:pt x="1478038" y="956294"/>
                  </a:lnTo>
                  <a:close/>
                  <a:moveTo>
                    <a:pt x="1477413" y="889865"/>
                  </a:moveTo>
                  <a:lnTo>
                    <a:pt x="1474829" y="954709"/>
                  </a:lnTo>
                  <a:lnTo>
                    <a:pt x="1478038" y="956294"/>
                  </a:lnTo>
                  <a:close/>
                  <a:moveTo>
                    <a:pt x="1339850" y="737509"/>
                  </a:moveTo>
                  <a:lnTo>
                    <a:pt x="1305217" y="727682"/>
                  </a:lnTo>
                  <a:lnTo>
                    <a:pt x="1286810" y="784641"/>
                  </a:lnTo>
                  <a:close/>
                  <a:moveTo>
                    <a:pt x="1173700" y="507668"/>
                  </a:moveTo>
                  <a:lnTo>
                    <a:pt x="1220222" y="507829"/>
                  </a:lnTo>
                  <a:lnTo>
                    <a:pt x="1218227" y="446707"/>
                  </a:lnTo>
                  <a:close/>
                  <a:moveTo>
                    <a:pt x="1211260" y="541949"/>
                  </a:moveTo>
                  <a:lnTo>
                    <a:pt x="1254252" y="528014"/>
                  </a:lnTo>
                  <a:lnTo>
                    <a:pt x="1250060" y="495814"/>
                  </a:lnTo>
                  <a:close/>
                  <a:moveTo>
                    <a:pt x="1132056" y="138406"/>
                  </a:moveTo>
                  <a:lnTo>
                    <a:pt x="1142964" y="191479"/>
                  </a:lnTo>
                  <a:lnTo>
                    <a:pt x="1125340" y="162500"/>
                  </a:lnTo>
                  <a:close/>
                  <a:moveTo>
                    <a:pt x="1195358" y="26100"/>
                  </a:moveTo>
                  <a:lnTo>
                    <a:pt x="1164798" y="35333"/>
                  </a:lnTo>
                  <a:lnTo>
                    <a:pt x="1185468" y="40819"/>
                  </a:lnTo>
                  <a:close/>
                  <a:moveTo>
                    <a:pt x="1164798" y="35333"/>
                  </a:moveTo>
                  <a:lnTo>
                    <a:pt x="1195358" y="26100"/>
                  </a:lnTo>
                  <a:lnTo>
                    <a:pt x="1210632" y="0"/>
                  </a:lnTo>
                  <a:close/>
                  <a:moveTo>
                    <a:pt x="1134641" y="25460"/>
                  </a:moveTo>
                  <a:lnTo>
                    <a:pt x="1164798" y="35333"/>
                  </a:lnTo>
                  <a:lnTo>
                    <a:pt x="1210632" y="0"/>
                  </a:lnTo>
                  <a:close/>
                  <a:moveTo>
                    <a:pt x="1185468" y="40819"/>
                  </a:moveTo>
                  <a:lnTo>
                    <a:pt x="1239939" y="11239"/>
                  </a:lnTo>
                  <a:lnTo>
                    <a:pt x="1195358" y="26100"/>
                  </a:lnTo>
                  <a:close/>
                  <a:moveTo>
                    <a:pt x="1263786" y="24059"/>
                  </a:moveTo>
                  <a:lnTo>
                    <a:pt x="1239939" y="11239"/>
                  </a:lnTo>
                  <a:lnTo>
                    <a:pt x="1185468" y="40819"/>
                  </a:lnTo>
                  <a:close/>
                  <a:moveTo>
                    <a:pt x="1195358" y="26100"/>
                  </a:moveTo>
                  <a:lnTo>
                    <a:pt x="1239939" y="11239"/>
                  </a:lnTo>
                  <a:lnTo>
                    <a:pt x="1210632" y="0"/>
                  </a:lnTo>
                  <a:close/>
                  <a:moveTo>
                    <a:pt x="1428977" y="12861"/>
                  </a:moveTo>
                  <a:lnTo>
                    <a:pt x="1451688" y="57140"/>
                  </a:lnTo>
                  <a:lnTo>
                    <a:pt x="1464529" y="6612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3" name="Output_density__4282">
              <a:extLst>
                <a:ext uri="{FF2B5EF4-FFF2-40B4-BE49-F238E27FC236}">
                  <a16:creationId xmlns:a16="http://schemas.microsoft.com/office/drawing/2014/main" id="{3EE5F27A-E02B-4FBA-1837-F6B27D01C0B2}"/>
                </a:ext>
              </a:extLst>
            </p:cNvPr>
            <p:cNvSpPr>
              <a:spLocks noGrp="1"/>
            </p:cNvSpPr>
            <p:nvPr/>
          </p:nvSpPr>
          <p:spPr>
            <a:xfrm>
              <a:off x="15048540" y="2210993"/>
              <a:ext cx="1385794" cy="1615123"/>
            </a:xfrm>
            <a:custGeom>
              <a:avLst/>
              <a:gdLst/>
              <a:ahLst/>
              <a:cxnLst/>
              <a:rect l="0" t="0" r="0" b="0"/>
              <a:pathLst>
                <a:path w="1385794" h="1615123">
                  <a:moveTo>
                    <a:pt x="386314" y="1586805"/>
                  </a:moveTo>
                  <a:lnTo>
                    <a:pt x="422515" y="1615123"/>
                  </a:lnTo>
                  <a:lnTo>
                    <a:pt x="429107" y="1575288"/>
                  </a:lnTo>
                  <a:close/>
                  <a:moveTo>
                    <a:pt x="386314" y="1586805"/>
                  </a:moveTo>
                  <a:lnTo>
                    <a:pt x="429107" y="1575288"/>
                  </a:lnTo>
                  <a:lnTo>
                    <a:pt x="361466" y="1561548"/>
                  </a:lnTo>
                  <a:close/>
                  <a:moveTo>
                    <a:pt x="305816" y="1474071"/>
                  </a:moveTo>
                  <a:lnTo>
                    <a:pt x="330649" y="1459637"/>
                  </a:lnTo>
                  <a:lnTo>
                    <a:pt x="321250" y="1450964"/>
                  </a:lnTo>
                  <a:close/>
                  <a:moveTo>
                    <a:pt x="454912" y="1491567"/>
                  </a:moveTo>
                  <a:lnTo>
                    <a:pt x="427302" y="1435544"/>
                  </a:lnTo>
                  <a:lnTo>
                    <a:pt x="390736" y="1443015"/>
                  </a:lnTo>
                  <a:close/>
                  <a:moveTo>
                    <a:pt x="382678" y="1386823"/>
                  </a:moveTo>
                  <a:lnTo>
                    <a:pt x="382423" y="1370101"/>
                  </a:lnTo>
                  <a:lnTo>
                    <a:pt x="332914" y="1359673"/>
                  </a:lnTo>
                  <a:close/>
                  <a:moveTo>
                    <a:pt x="79197" y="971714"/>
                  </a:moveTo>
                  <a:lnTo>
                    <a:pt x="57058" y="987222"/>
                  </a:lnTo>
                  <a:lnTo>
                    <a:pt x="73619" y="984211"/>
                  </a:lnTo>
                  <a:close/>
                  <a:moveTo>
                    <a:pt x="0" y="944272"/>
                  </a:moveTo>
                  <a:lnTo>
                    <a:pt x="57058" y="987222"/>
                  </a:lnTo>
                  <a:lnTo>
                    <a:pt x="79197" y="971714"/>
                  </a:lnTo>
                  <a:close/>
                  <a:moveTo>
                    <a:pt x="73619" y="984211"/>
                  </a:moveTo>
                  <a:lnTo>
                    <a:pt x="49722" y="999573"/>
                  </a:lnTo>
                  <a:lnTo>
                    <a:pt x="79197" y="971714"/>
                  </a:lnTo>
                  <a:close/>
                  <a:moveTo>
                    <a:pt x="339936" y="1320847"/>
                  </a:moveTo>
                  <a:lnTo>
                    <a:pt x="396545" y="1288003"/>
                  </a:lnTo>
                  <a:lnTo>
                    <a:pt x="358720" y="1280815"/>
                  </a:lnTo>
                  <a:close/>
                  <a:moveTo>
                    <a:pt x="378542" y="1220693"/>
                  </a:moveTo>
                  <a:lnTo>
                    <a:pt x="361709" y="1205303"/>
                  </a:lnTo>
                  <a:lnTo>
                    <a:pt x="358720" y="1280815"/>
                  </a:lnTo>
                  <a:close/>
                  <a:moveTo>
                    <a:pt x="358720" y="1280815"/>
                  </a:moveTo>
                  <a:lnTo>
                    <a:pt x="409599" y="1256840"/>
                  </a:lnTo>
                  <a:lnTo>
                    <a:pt x="378542" y="1220693"/>
                  </a:lnTo>
                  <a:close/>
                  <a:moveTo>
                    <a:pt x="358720" y="1280815"/>
                  </a:moveTo>
                  <a:lnTo>
                    <a:pt x="396545" y="1288003"/>
                  </a:lnTo>
                  <a:lnTo>
                    <a:pt x="409599" y="1256840"/>
                  </a:lnTo>
                  <a:close/>
                  <a:moveTo>
                    <a:pt x="361709" y="1205303"/>
                  </a:moveTo>
                  <a:lnTo>
                    <a:pt x="335042" y="1153766"/>
                  </a:lnTo>
                  <a:lnTo>
                    <a:pt x="320880" y="1210853"/>
                  </a:lnTo>
                  <a:close/>
                  <a:moveTo>
                    <a:pt x="74976" y="857622"/>
                  </a:moveTo>
                  <a:lnTo>
                    <a:pt x="1309" y="818563"/>
                  </a:lnTo>
                  <a:lnTo>
                    <a:pt x="34065" y="868641"/>
                  </a:lnTo>
                  <a:close/>
                  <a:moveTo>
                    <a:pt x="361709" y="1205303"/>
                  </a:moveTo>
                  <a:lnTo>
                    <a:pt x="368832" y="1129673"/>
                  </a:lnTo>
                  <a:lnTo>
                    <a:pt x="335042" y="1153766"/>
                  </a:lnTo>
                  <a:close/>
                  <a:moveTo>
                    <a:pt x="368832" y="1129673"/>
                  </a:moveTo>
                  <a:lnTo>
                    <a:pt x="336511" y="1102230"/>
                  </a:lnTo>
                  <a:lnTo>
                    <a:pt x="335042" y="1153766"/>
                  </a:lnTo>
                  <a:close/>
                  <a:moveTo>
                    <a:pt x="110863" y="828446"/>
                  </a:moveTo>
                  <a:lnTo>
                    <a:pt x="116588" y="805098"/>
                  </a:lnTo>
                  <a:lnTo>
                    <a:pt x="119055" y="844547"/>
                  </a:lnTo>
                  <a:close/>
                  <a:moveTo>
                    <a:pt x="145909" y="874944"/>
                  </a:moveTo>
                  <a:lnTo>
                    <a:pt x="191696" y="871459"/>
                  </a:lnTo>
                  <a:lnTo>
                    <a:pt x="168946" y="881951"/>
                  </a:lnTo>
                  <a:close/>
                  <a:moveTo>
                    <a:pt x="478534" y="1008402"/>
                  </a:moveTo>
                  <a:lnTo>
                    <a:pt x="435360" y="1005519"/>
                  </a:lnTo>
                  <a:lnTo>
                    <a:pt x="489478" y="1016309"/>
                  </a:lnTo>
                  <a:close/>
                  <a:moveTo>
                    <a:pt x="112197" y="717380"/>
                  </a:moveTo>
                  <a:lnTo>
                    <a:pt x="177664" y="749378"/>
                  </a:lnTo>
                  <a:lnTo>
                    <a:pt x="167005" y="695301"/>
                  </a:lnTo>
                  <a:close/>
                  <a:moveTo>
                    <a:pt x="112197" y="717380"/>
                  </a:moveTo>
                  <a:lnTo>
                    <a:pt x="142200" y="768917"/>
                  </a:lnTo>
                  <a:lnTo>
                    <a:pt x="177664" y="749378"/>
                  </a:lnTo>
                  <a:close/>
                  <a:moveTo>
                    <a:pt x="217131" y="755274"/>
                  </a:moveTo>
                  <a:lnTo>
                    <a:pt x="202635" y="693286"/>
                  </a:lnTo>
                  <a:lnTo>
                    <a:pt x="167005" y="695301"/>
                  </a:lnTo>
                  <a:close/>
                  <a:moveTo>
                    <a:pt x="167005" y="695301"/>
                  </a:moveTo>
                  <a:lnTo>
                    <a:pt x="202635" y="693286"/>
                  </a:lnTo>
                  <a:lnTo>
                    <a:pt x="167858" y="687210"/>
                  </a:lnTo>
                  <a:close/>
                  <a:moveTo>
                    <a:pt x="625960" y="1089997"/>
                  </a:moveTo>
                  <a:lnTo>
                    <a:pt x="596462" y="1029948"/>
                  </a:lnTo>
                  <a:lnTo>
                    <a:pt x="566627" y="1037508"/>
                  </a:lnTo>
                  <a:close/>
                  <a:moveTo>
                    <a:pt x="528876" y="1028712"/>
                  </a:moveTo>
                  <a:lnTo>
                    <a:pt x="489478" y="1016309"/>
                  </a:lnTo>
                  <a:lnTo>
                    <a:pt x="442281" y="1014526"/>
                  </a:lnTo>
                  <a:close/>
                  <a:moveTo>
                    <a:pt x="528876" y="1028712"/>
                  </a:moveTo>
                  <a:lnTo>
                    <a:pt x="442281" y="1014526"/>
                  </a:lnTo>
                  <a:lnTo>
                    <a:pt x="475612" y="1004243"/>
                  </a:lnTo>
                  <a:close/>
                  <a:moveTo>
                    <a:pt x="528876" y="1028712"/>
                  </a:moveTo>
                  <a:lnTo>
                    <a:pt x="531547" y="1029948"/>
                  </a:lnTo>
                  <a:lnTo>
                    <a:pt x="537892" y="1022644"/>
                  </a:lnTo>
                  <a:close/>
                  <a:moveTo>
                    <a:pt x="489478" y="1016309"/>
                  </a:moveTo>
                  <a:lnTo>
                    <a:pt x="528876" y="1028712"/>
                  </a:lnTo>
                  <a:lnTo>
                    <a:pt x="537892" y="1022644"/>
                  </a:lnTo>
                  <a:close/>
                  <a:moveTo>
                    <a:pt x="588520" y="1077034"/>
                  </a:moveTo>
                  <a:lnTo>
                    <a:pt x="566627" y="1037508"/>
                  </a:lnTo>
                  <a:lnTo>
                    <a:pt x="531547" y="1029948"/>
                  </a:lnTo>
                  <a:close/>
                  <a:moveTo>
                    <a:pt x="202635" y="693286"/>
                  </a:moveTo>
                  <a:lnTo>
                    <a:pt x="216849" y="695703"/>
                  </a:lnTo>
                  <a:lnTo>
                    <a:pt x="175678" y="688249"/>
                  </a:lnTo>
                  <a:close/>
                  <a:moveTo>
                    <a:pt x="167858" y="687210"/>
                  </a:moveTo>
                  <a:lnTo>
                    <a:pt x="202635" y="693286"/>
                  </a:lnTo>
                  <a:lnTo>
                    <a:pt x="175678" y="688249"/>
                  </a:lnTo>
                  <a:close/>
                  <a:moveTo>
                    <a:pt x="208775" y="530616"/>
                  </a:moveTo>
                  <a:lnTo>
                    <a:pt x="131538" y="551415"/>
                  </a:lnTo>
                  <a:lnTo>
                    <a:pt x="164101" y="538264"/>
                  </a:lnTo>
                  <a:close/>
                  <a:moveTo>
                    <a:pt x="731015" y="1168057"/>
                  </a:moveTo>
                  <a:lnTo>
                    <a:pt x="746793" y="1144762"/>
                  </a:lnTo>
                  <a:lnTo>
                    <a:pt x="705375" y="1164584"/>
                  </a:lnTo>
                  <a:close/>
                  <a:moveTo>
                    <a:pt x="731015" y="1168057"/>
                  </a:moveTo>
                  <a:lnTo>
                    <a:pt x="776303" y="1169220"/>
                  </a:lnTo>
                  <a:lnTo>
                    <a:pt x="746793" y="1144762"/>
                  </a:lnTo>
                  <a:close/>
                  <a:moveTo>
                    <a:pt x="501207" y="799708"/>
                  </a:moveTo>
                  <a:lnTo>
                    <a:pt x="440833" y="812840"/>
                  </a:lnTo>
                  <a:lnTo>
                    <a:pt x="436170" y="856777"/>
                  </a:lnTo>
                  <a:close/>
                  <a:moveTo>
                    <a:pt x="501207" y="799708"/>
                  </a:moveTo>
                  <a:lnTo>
                    <a:pt x="501752" y="792401"/>
                  </a:lnTo>
                  <a:lnTo>
                    <a:pt x="487019" y="750531"/>
                  </a:lnTo>
                  <a:close/>
                  <a:moveTo>
                    <a:pt x="440833" y="812840"/>
                  </a:moveTo>
                  <a:lnTo>
                    <a:pt x="501207" y="799708"/>
                  </a:lnTo>
                  <a:lnTo>
                    <a:pt x="487019" y="750531"/>
                  </a:lnTo>
                  <a:close/>
                  <a:moveTo>
                    <a:pt x="501752" y="792401"/>
                  </a:moveTo>
                  <a:lnTo>
                    <a:pt x="505901" y="799708"/>
                  </a:lnTo>
                  <a:lnTo>
                    <a:pt x="487019" y="750531"/>
                  </a:lnTo>
                  <a:close/>
                  <a:moveTo>
                    <a:pt x="208775" y="530616"/>
                  </a:moveTo>
                  <a:lnTo>
                    <a:pt x="164101" y="538264"/>
                  </a:lnTo>
                  <a:lnTo>
                    <a:pt x="246244" y="535804"/>
                  </a:lnTo>
                  <a:close/>
                  <a:moveTo>
                    <a:pt x="258044" y="540148"/>
                  </a:moveTo>
                  <a:lnTo>
                    <a:pt x="261166" y="542025"/>
                  </a:lnTo>
                  <a:lnTo>
                    <a:pt x="282764" y="551669"/>
                  </a:lnTo>
                  <a:close/>
                  <a:moveTo>
                    <a:pt x="298322" y="555842"/>
                  </a:moveTo>
                  <a:lnTo>
                    <a:pt x="282764" y="551669"/>
                  </a:lnTo>
                  <a:lnTo>
                    <a:pt x="261166" y="542025"/>
                  </a:lnTo>
                  <a:close/>
                  <a:moveTo>
                    <a:pt x="1177264" y="1510340"/>
                  </a:moveTo>
                  <a:lnTo>
                    <a:pt x="1140481" y="1502262"/>
                  </a:lnTo>
                  <a:lnTo>
                    <a:pt x="1122012" y="1539359"/>
                  </a:lnTo>
                  <a:close/>
                  <a:moveTo>
                    <a:pt x="457644" y="673688"/>
                  </a:moveTo>
                  <a:lnTo>
                    <a:pt x="514351" y="704609"/>
                  </a:lnTo>
                  <a:lnTo>
                    <a:pt x="461423" y="672541"/>
                  </a:lnTo>
                  <a:close/>
                  <a:moveTo>
                    <a:pt x="369514" y="647340"/>
                  </a:moveTo>
                  <a:lnTo>
                    <a:pt x="401022" y="630244"/>
                  </a:lnTo>
                  <a:lnTo>
                    <a:pt x="457644" y="673688"/>
                  </a:lnTo>
                  <a:close/>
                  <a:moveTo>
                    <a:pt x="372729" y="645098"/>
                  </a:moveTo>
                  <a:lnTo>
                    <a:pt x="369514" y="647340"/>
                  </a:lnTo>
                  <a:lnTo>
                    <a:pt x="457644" y="673688"/>
                  </a:lnTo>
                  <a:close/>
                  <a:moveTo>
                    <a:pt x="388738" y="621004"/>
                  </a:moveTo>
                  <a:lnTo>
                    <a:pt x="367711" y="640597"/>
                  </a:lnTo>
                  <a:lnTo>
                    <a:pt x="330471" y="575627"/>
                  </a:lnTo>
                  <a:close/>
                  <a:moveTo>
                    <a:pt x="398652" y="569468"/>
                  </a:moveTo>
                  <a:lnTo>
                    <a:pt x="367711" y="640597"/>
                  </a:lnTo>
                  <a:lnTo>
                    <a:pt x="372729" y="645098"/>
                  </a:lnTo>
                  <a:close/>
                  <a:moveTo>
                    <a:pt x="923863" y="1136370"/>
                  </a:moveTo>
                  <a:lnTo>
                    <a:pt x="949271" y="1187907"/>
                  </a:lnTo>
                  <a:lnTo>
                    <a:pt x="924125" y="1125008"/>
                  </a:lnTo>
                  <a:close/>
                  <a:moveTo>
                    <a:pt x="977697" y="1079343"/>
                  </a:moveTo>
                  <a:lnTo>
                    <a:pt x="924125" y="1125008"/>
                  </a:lnTo>
                  <a:lnTo>
                    <a:pt x="933501" y="1088779"/>
                  </a:lnTo>
                  <a:close/>
                  <a:moveTo>
                    <a:pt x="507877" y="545502"/>
                  </a:moveTo>
                  <a:lnTo>
                    <a:pt x="468735" y="569468"/>
                  </a:lnTo>
                  <a:lnTo>
                    <a:pt x="461966" y="607431"/>
                  </a:lnTo>
                  <a:close/>
                  <a:moveTo>
                    <a:pt x="461966" y="607431"/>
                  </a:moveTo>
                  <a:lnTo>
                    <a:pt x="468735" y="569468"/>
                  </a:lnTo>
                  <a:lnTo>
                    <a:pt x="447738" y="556256"/>
                  </a:lnTo>
                  <a:close/>
                  <a:moveTo>
                    <a:pt x="447738" y="556256"/>
                  </a:moveTo>
                  <a:lnTo>
                    <a:pt x="468735" y="569468"/>
                  </a:lnTo>
                  <a:lnTo>
                    <a:pt x="438949" y="500658"/>
                  </a:lnTo>
                  <a:close/>
                  <a:moveTo>
                    <a:pt x="438949" y="500658"/>
                  </a:moveTo>
                  <a:lnTo>
                    <a:pt x="507772" y="545107"/>
                  </a:lnTo>
                  <a:lnTo>
                    <a:pt x="457585" y="493837"/>
                  </a:lnTo>
                  <a:close/>
                  <a:moveTo>
                    <a:pt x="438949" y="500658"/>
                  </a:moveTo>
                  <a:lnTo>
                    <a:pt x="457585" y="493837"/>
                  </a:lnTo>
                  <a:lnTo>
                    <a:pt x="445476" y="486872"/>
                  </a:lnTo>
                  <a:close/>
                  <a:moveTo>
                    <a:pt x="935262" y="1163813"/>
                  </a:moveTo>
                  <a:lnTo>
                    <a:pt x="928849" y="1112276"/>
                  </a:lnTo>
                  <a:lnTo>
                    <a:pt x="924125" y="1125008"/>
                  </a:lnTo>
                  <a:close/>
                  <a:moveTo>
                    <a:pt x="1250278" y="1300734"/>
                  </a:moveTo>
                  <a:lnTo>
                    <a:pt x="1199803" y="1303787"/>
                  </a:lnTo>
                  <a:lnTo>
                    <a:pt x="1255172" y="1359498"/>
                  </a:lnTo>
                  <a:close/>
                  <a:moveTo>
                    <a:pt x="962754" y="1063253"/>
                  </a:moveTo>
                  <a:lnTo>
                    <a:pt x="995066" y="1088182"/>
                  </a:lnTo>
                  <a:lnTo>
                    <a:pt x="977697" y="1079343"/>
                  </a:lnTo>
                  <a:close/>
                  <a:moveTo>
                    <a:pt x="933501" y="1088779"/>
                  </a:moveTo>
                  <a:lnTo>
                    <a:pt x="962754" y="1063253"/>
                  </a:lnTo>
                  <a:lnTo>
                    <a:pt x="977697" y="1079343"/>
                  </a:lnTo>
                  <a:close/>
                  <a:moveTo>
                    <a:pt x="769170" y="823725"/>
                  </a:moveTo>
                  <a:lnTo>
                    <a:pt x="759827" y="830918"/>
                  </a:lnTo>
                  <a:lnTo>
                    <a:pt x="791952" y="778963"/>
                  </a:lnTo>
                  <a:close/>
                  <a:moveTo>
                    <a:pt x="572031" y="521280"/>
                  </a:moveTo>
                  <a:lnTo>
                    <a:pt x="575240" y="528564"/>
                  </a:lnTo>
                  <a:lnTo>
                    <a:pt x="547380" y="558296"/>
                  </a:lnTo>
                  <a:close/>
                  <a:moveTo>
                    <a:pt x="485945" y="469743"/>
                  </a:moveTo>
                  <a:lnTo>
                    <a:pt x="507772" y="545107"/>
                  </a:lnTo>
                  <a:lnTo>
                    <a:pt x="532663" y="503273"/>
                  </a:lnTo>
                  <a:close/>
                  <a:moveTo>
                    <a:pt x="485945" y="469743"/>
                  </a:moveTo>
                  <a:lnTo>
                    <a:pt x="457585" y="493837"/>
                  </a:lnTo>
                  <a:lnTo>
                    <a:pt x="507772" y="545107"/>
                  </a:lnTo>
                  <a:close/>
                  <a:moveTo>
                    <a:pt x="457585" y="493837"/>
                  </a:moveTo>
                  <a:lnTo>
                    <a:pt x="485945" y="469743"/>
                  </a:lnTo>
                  <a:lnTo>
                    <a:pt x="445476" y="486872"/>
                  </a:lnTo>
                  <a:close/>
                  <a:moveTo>
                    <a:pt x="922077" y="985109"/>
                  </a:moveTo>
                  <a:lnTo>
                    <a:pt x="917977" y="1004521"/>
                  </a:lnTo>
                  <a:lnTo>
                    <a:pt x="952785" y="1025981"/>
                  </a:lnTo>
                  <a:close/>
                  <a:moveTo>
                    <a:pt x="727970" y="675889"/>
                  </a:moveTo>
                  <a:lnTo>
                    <a:pt x="807460" y="704690"/>
                  </a:lnTo>
                  <a:lnTo>
                    <a:pt x="784809" y="660363"/>
                  </a:lnTo>
                  <a:close/>
                  <a:moveTo>
                    <a:pt x="784809" y="660363"/>
                  </a:moveTo>
                  <a:lnTo>
                    <a:pt x="716696" y="667312"/>
                  </a:lnTo>
                  <a:lnTo>
                    <a:pt x="727970" y="675889"/>
                  </a:lnTo>
                  <a:close/>
                  <a:moveTo>
                    <a:pt x="731200" y="603221"/>
                  </a:moveTo>
                  <a:lnTo>
                    <a:pt x="716696" y="667312"/>
                  </a:lnTo>
                  <a:lnTo>
                    <a:pt x="784809" y="660363"/>
                  </a:lnTo>
                  <a:close/>
                  <a:moveTo>
                    <a:pt x="780021" y="601512"/>
                  </a:moveTo>
                  <a:lnTo>
                    <a:pt x="731200" y="603221"/>
                  </a:lnTo>
                  <a:lnTo>
                    <a:pt x="784809" y="660363"/>
                  </a:lnTo>
                  <a:close/>
                  <a:moveTo>
                    <a:pt x="731200" y="603221"/>
                  </a:moveTo>
                  <a:lnTo>
                    <a:pt x="778378" y="588356"/>
                  </a:lnTo>
                  <a:lnTo>
                    <a:pt x="696568" y="572816"/>
                  </a:lnTo>
                  <a:close/>
                  <a:moveTo>
                    <a:pt x="572031" y="521280"/>
                  </a:moveTo>
                  <a:lnTo>
                    <a:pt x="601120" y="507523"/>
                  </a:lnTo>
                  <a:lnTo>
                    <a:pt x="532663" y="503273"/>
                  </a:lnTo>
                  <a:close/>
                  <a:moveTo>
                    <a:pt x="1291991" y="1204079"/>
                  </a:moveTo>
                  <a:lnTo>
                    <a:pt x="1343651" y="1200062"/>
                  </a:lnTo>
                  <a:lnTo>
                    <a:pt x="1332459" y="1146419"/>
                  </a:lnTo>
                  <a:close/>
                  <a:moveTo>
                    <a:pt x="1291991" y="1204079"/>
                  </a:moveTo>
                  <a:lnTo>
                    <a:pt x="1332459" y="1146419"/>
                  </a:lnTo>
                  <a:lnTo>
                    <a:pt x="1287272" y="1145173"/>
                  </a:lnTo>
                  <a:close/>
                  <a:moveTo>
                    <a:pt x="1380068" y="1208438"/>
                  </a:moveTo>
                  <a:lnTo>
                    <a:pt x="1332459" y="1146419"/>
                  </a:lnTo>
                  <a:lnTo>
                    <a:pt x="1343651" y="1200062"/>
                  </a:lnTo>
                  <a:close/>
                  <a:moveTo>
                    <a:pt x="1236716" y="1148292"/>
                  </a:moveTo>
                  <a:lnTo>
                    <a:pt x="1287272" y="1145173"/>
                  </a:lnTo>
                  <a:lnTo>
                    <a:pt x="1223783" y="1096063"/>
                  </a:lnTo>
                  <a:close/>
                  <a:moveTo>
                    <a:pt x="1287272" y="1145173"/>
                  </a:moveTo>
                  <a:lnTo>
                    <a:pt x="1332459" y="1146419"/>
                  </a:lnTo>
                  <a:lnTo>
                    <a:pt x="1297088" y="1130310"/>
                  </a:lnTo>
                  <a:close/>
                  <a:moveTo>
                    <a:pt x="1030977" y="873849"/>
                  </a:moveTo>
                  <a:lnTo>
                    <a:pt x="1039356" y="865402"/>
                  </a:lnTo>
                  <a:lnTo>
                    <a:pt x="998725" y="888166"/>
                  </a:lnTo>
                  <a:close/>
                  <a:moveTo>
                    <a:pt x="1061935" y="837964"/>
                  </a:moveTo>
                  <a:lnTo>
                    <a:pt x="1059597" y="833848"/>
                  </a:lnTo>
                  <a:lnTo>
                    <a:pt x="1033071" y="841902"/>
                  </a:lnTo>
                  <a:close/>
                  <a:moveTo>
                    <a:pt x="851079" y="581726"/>
                  </a:moveTo>
                  <a:lnTo>
                    <a:pt x="785845" y="600259"/>
                  </a:lnTo>
                  <a:lnTo>
                    <a:pt x="836830" y="632218"/>
                  </a:lnTo>
                  <a:close/>
                  <a:moveTo>
                    <a:pt x="778378" y="588356"/>
                  </a:moveTo>
                  <a:lnTo>
                    <a:pt x="785845" y="600259"/>
                  </a:lnTo>
                  <a:lnTo>
                    <a:pt x="854373" y="562909"/>
                  </a:lnTo>
                  <a:close/>
                  <a:moveTo>
                    <a:pt x="703780" y="473092"/>
                  </a:moveTo>
                  <a:lnTo>
                    <a:pt x="671082" y="488627"/>
                  </a:lnTo>
                  <a:lnTo>
                    <a:pt x="716902" y="533183"/>
                  </a:lnTo>
                  <a:close/>
                  <a:moveTo>
                    <a:pt x="1069556" y="831769"/>
                  </a:moveTo>
                  <a:lnTo>
                    <a:pt x="1017505" y="823481"/>
                  </a:lnTo>
                  <a:lnTo>
                    <a:pt x="1059597" y="833848"/>
                  </a:lnTo>
                  <a:close/>
                  <a:moveTo>
                    <a:pt x="1027681" y="765087"/>
                  </a:moveTo>
                  <a:lnTo>
                    <a:pt x="1017505" y="823481"/>
                  </a:lnTo>
                  <a:lnTo>
                    <a:pt x="1069556" y="831769"/>
                  </a:lnTo>
                  <a:close/>
                  <a:moveTo>
                    <a:pt x="1071828" y="767178"/>
                  </a:moveTo>
                  <a:lnTo>
                    <a:pt x="1027681" y="765087"/>
                  </a:lnTo>
                  <a:lnTo>
                    <a:pt x="1069556" y="831769"/>
                  </a:lnTo>
                  <a:close/>
                  <a:moveTo>
                    <a:pt x="1103881" y="797073"/>
                  </a:moveTo>
                  <a:lnTo>
                    <a:pt x="1141523" y="811242"/>
                  </a:lnTo>
                  <a:lnTo>
                    <a:pt x="1185348" y="792086"/>
                  </a:lnTo>
                  <a:close/>
                  <a:moveTo>
                    <a:pt x="1027681" y="765087"/>
                  </a:moveTo>
                  <a:lnTo>
                    <a:pt x="1071828" y="767178"/>
                  </a:lnTo>
                  <a:lnTo>
                    <a:pt x="1065714" y="709406"/>
                  </a:lnTo>
                  <a:close/>
                  <a:moveTo>
                    <a:pt x="934909" y="576165"/>
                  </a:moveTo>
                  <a:lnTo>
                    <a:pt x="924410" y="560090"/>
                  </a:lnTo>
                  <a:lnTo>
                    <a:pt x="924217" y="514466"/>
                  </a:lnTo>
                  <a:close/>
                  <a:moveTo>
                    <a:pt x="737048" y="338705"/>
                  </a:moveTo>
                  <a:lnTo>
                    <a:pt x="751298" y="345925"/>
                  </a:lnTo>
                  <a:lnTo>
                    <a:pt x="699768" y="315060"/>
                  </a:lnTo>
                  <a:close/>
                  <a:moveTo>
                    <a:pt x="699768" y="315060"/>
                  </a:moveTo>
                  <a:lnTo>
                    <a:pt x="751298" y="345925"/>
                  </a:lnTo>
                  <a:lnTo>
                    <a:pt x="773873" y="355539"/>
                  </a:lnTo>
                  <a:close/>
                  <a:moveTo>
                    <a:pt x="1363029" y="996080"/>
                  </a:moveTo>
                  <a:lnTo>
                    <a:pt x="1385794" y="952812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63029" y="996080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42238" y="950240"/>
                  </a:lnTo>
                  <a:lnTo>
                    <a:pt x="1319105" y="942825"/>
                  </a:lnTo>
                  <a:close/>
                  <a:moveTo>
                    <a:pt x="1231491" y="838825"/>
                  </a:moveTo>
                  <a:lnTo>
                    <a:pt x="1164507" y="888843"/>
                  </a:lnTo>
                  <a:lnTo>
                    <a:pt x="1213083" y="895784"/>
                  </a:lnTo>
                  <a:close/>
                  <a:moveTo>
                    <a:pt x="751298" y="345925"/>
                  </a:moveTo>
                  <a:lnTo>
                    <a:pt x="746953" y="339442"/>
                  </a:lnTo>
                  <a:lnTo>
                    <a:pt x="789160" y="358866"/>
                  </a:lnTo>
                  <a:close/>
                  <a:moveTo>
                    <a:pt x="1176333" y="606957"/>
                  </a:moveTo>
                  <a:lnTo>
                    <a:pt x="1157420" y="555420"/>
                  </a:lnTo>
                  <a:lnTo>
                    <a:pt x="1146496" y="618972"/>
                  </a:lnTo>
                  <a:close/>
                  <a:moveTo>
                    <a:pt x="1157420" y="555420"/>
                  </a:moveTo>
                  <a:lnTo>
                    <a:pt x="1144500" y="557850"/>
                  </a:lnTo>
                  <a:lnTo>
                    <a:pt x="1146496" y="618972"/>
                  </a:lnTo>
                  <a:close/>
                  <a:moveTo>
                    <a:pt x="1002939" y="471487"/>
                  </a:moveTo>
                  <a:lnTo>
                    <a:pt x="1043456" y="503883"/>
                  </a:lnTo>
                  <a:lnTo>
                    <a:pt x="1078919" y="510442"/>
                  </a:lnTo>
                  <a:close/>
                  <a:moveTo>
                    <a:pt x="1002939" y="471487"/>
                  </a:moveTo>
                  <a:lnTo>
                    <a:pt x="1078919" y="510442"/>
                  </a:lnTo>
                  <a:lnTo>
                    <a:pt x="1056907" y="465594"/>
                  </a:lnTo>
                  <a:close/>
                  <a:moveTo>
                    <a:pt x="922202" y="248172"/>
                  </a:moveTo>
                  <a:lnTo>
                    <a:pt x="923180" y="240792"/>
                  </a:lnTo>
                  <a:lnTo>
                    <a:pt x="923958" y="270294"/>
                  </a:lnTo>
                  <a:close/>
                  <a:moveTo>
                    <a:pt x="1176333" y="606957"/>
                  </a:moveTo>
                  <a:lnTo>
                    <a:pt x="1173119" y="597327"/>
                  </a:lnTo>
                  <a:lnTo>
                    <a:pt x="1157420" y="555420"/>
                  </a:lnTo>
                  <a:close/>
                  <a:moveTo>
                    <a:pt x="983450" y="173617"/>
                  </a:moveTo>
                  <a:lnTo>
                    <a:pt x="987701" y="172448"/>
                  </a:lnTo>
                  <a:lnTo>
                    <a:pt x="1022920" y="222107"/>
                  </a:lnTo>
                  <a:close/>
                  <a:moveTo>
                    <a:pt x="1268564" y="479789"/>
                  </a:moveTo>
                  <a:lnTo>
                    <a:pt x="1309095" y="531326"/>
                  </a:lnTo>
                  <a:lnTo>
                    <a:pt x="1344168" y="507232"/>
                  </a:lnTo>
                  <a:close/>
                  <a:moveTo>
                    <a:pt x="1314025" y="455696"/>
                  </a:moveTo>
                  <a:lnTo>
                    <a:pt x="1344168" y="507232"/>
                  </a:lnTo>
                  <a:lnTo>
                    <a:pt x="1341434" y="483138"/>
                  </a:lnTo>
                  <a:close/>
                  <a:moveTo>
                    <a:pt x="1310538" y="404159"/>
                  </a:moveTo>
                  <a:lnTo>
                    <a:pt x="1344138" y="431602"/>
                  </a:lnTo>
                  <a:lnTo>
                    <a:pt x="1342282" y="380065"/>
                  </a:lnTo>
                  <a:close/>
                  <a:moveTo>
                    <a:pt x="1231373" y="173919"/>
                  </a:moveTo>
                  <a:lnTo>
                    <a:pt x="1210357" y="211092"/>
                  </a:lnTo>
                  <a:lnTo>
                    <a:pt x="1216157" y="161120"/>
                  </a:lnTo>
                  <a:close/>
                  <a:moveTo>
                    <a:pt x="1192901" y="10930"/>
                  </a:moveTo>
                  <a:lnTo>
                    <a:pt x="1236683" y="46751"/>
                  </a:lnTo>
                  <a:lnTo>
                    <a:pt x="1182813" y="0"/>
                  </a:lnTo>
                  <a:close/>
                  <a:moveTo>
                    <a:pt x="1276029" y="74194"/>
                  </a:moveTo>
                  <a:lnTo>
                    <a:pt x="1283377" y="81710"/>
                  </a:lnTo>
                  <a:lnTo>
                    <a:pt x="1215231" y="36387"/>
                  </a:lnTo>
                  <a:close/>
                  <a:moveTo>
                    <a:pt x="1215231" y="36387"/>
                  </a:moveTo>
                  <a:lnTo>
                    <a:pt x="1283377" y="81710"/>
                  </a:lnTo>
                  <a:lnTo>
                    <a:pt x="1236683" y="46751"/>
                  </a:lnTo>
                  <a:close/>
                  <a:moveTo>
                    <a:pt x="1236683" y="46751"/>
                  </a:moveTo>
                  <a:lnTo>
                    <a:pt x="1283377" y="81710"/>
                  </a:lnTo>
                  <a:lnTo>
                    <a:pt x="1256478" y="73955"/>
                  </a:lnTo>
                  <a:close/>
                  <a:moveTo>
                    <a:pt x="1215231" y="36387"/>
                  </a:moveTo>
                  <a:lnTo>
                    <a:pt x="1236683" y="46751"/>
                  </a:lnTo>
                  <a:lnTo>
                    <a:pt x="1192901" y="1093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84" name="Output_density__4283">
              <a:extLst>
                <a:ext uri="{FF2B5EF4-FFF2-40B4-BE49-F238E27FC236}">
                  <a16:creationId xmlns:a16="http://schemas.microsoft.com/office/drawing/2014/main" id="{F84301FF-E141-3454-627A-928BB367AF6B}"/>
                </a:ext>
              </a:extLst>
            </p:cNvPr>
            <p:cNvSpPr>
              <a:spLocks noGrp="1"/>
            </p:cNvSpPr>
            <p:nvPr/>
          </p:nvSpPr>
          <p:spPr>
            <a:xfrm>
              <a:off x="15022579" y="2322136"/>
              <a:ext cx="1496641" cy="1393839"/>
            </a:xfrm>
            <a:custGeom>
              <a:avLst/>
              <a:gdLst/>
              <a:ahLst/>
              <a:cxnLst/>
              <a:rect l="0" t="0" r="0" b="0"/>
              <a:pathLst>
                <a:path w="1496641" h="1393839">
                  <a:moveTo>
                    <a:pt x="480872" y="1380424"/>
                  </a:moveTo>
                  <a:lnTo>
                    <a:pt x="511090" y="1393839"/>
                  </a:lnTo>
                  <a:lnTo>
                    <a:pt x="482607" y="1361792"/>
                  </a:lnTo>
                  <a:close/>
                  <a:moveTo>
                    <a:pt x="482607" y="1361792"/>
                  </a:moveTo>
                  <a:lnTo>
                    <a:pt x="523330" y="1339371"/>
                  </a:lnTo>
                  <a:lnTo>
                    <a:pt x="491252" y="1371984"/>
                  </a:lnTo>
                  <a:close/>
                  <a:moveTo>
                    <a:pt x="0" y="757498"/>
                  </a:moveTo>
                  <a:lnTo>
                    <a:pt x="27783" y="705226"/>
                  </a:lnTo>
                  <a:lnTo>
                    <a:pt x="36795" y="681867"/>
                  </a:lnTo>
                  <a:close/>
                  <a:moveTo>
                    <a:pt x="54792" y="630331"/>
                  </a:moveTo>
                  <a:lnTo>
                    <a:pt x="84399" y="571695"/>
                  </a:lnTo>
                  <a:lnTo>
                    <a:pt x="89333" y="554700"/>
                  </a:lnTo>
                  <a:close/>
                  <a:moveTo>
                    <a:pt x="372275" y="759034"/>
                  </a:moveTo>
                  <a:lnTo>
                    <a:pt x="387071" y="788289"/>
                  </a:lnTo>
                  <a:lnTo>
                    <a:pt x="388514" y="779974"/>
                  </a:lnTo>
                  <a:close/>
                  <a:moveTo>
                    <a:pt x="372275" y="759034"/>
                  </a:moveTo>
                  <a:lnTo>
                    <a:pt x="388514" y="779974"/>
                  </a:lnTo>
                  <a:lnTo>
                    <a:pt x="414289" y="741440"/>
                  </a:lnTo>
                  <a:close/>
                  <a:moveTo>
                    <a:pt x="660875" y="595116"/>
                  </a:moveTo>
                  <a:lnTo>
                    <a:pt x="642649" y="588840"/>
                  </a:lnTo>
                  <a:lnTo>
                    <a:pt x="632917" y="590347"/>
                  </a:lnTo>
                  <a:close/>
                  <a:moveTo>
                    <a:pt x="1172717" y="846233"/>
                  </a:moveTo>
                  <a:lnTo>
                    <a:pt x="1182431" y="825778"/>
                  </a:lnTo>
                  <a:lnTo>
                    <a:pt x="1177668" y="817305"/>
                  </a:lnTo>
                  <a:close/>
                  <a:moveTo>
                    <a:pt x="999039" y="586010"/>
                  </a:moveTo>
                  <a:lnTo>
                    <a:pt x="1013383" y="561187"/>
                  </a:lnTo>
                  <a:lnTo>
                    <a:pt x="1042839" y="575094"/>
                  </a:lnTo>
                  <a:close/>
                  <a:moveTo>
                    <a:pt x="1292083" y="737509"/>
                  </a:moveTo>
                  <a:lnTo>
                    <a:pt x="1239043" y="784641"/>
                  </a:lnTo>
                  <a:lnTo>
                    <a:pt x="1283409" y="775841"/>
                  </a:lnTo>
                  <a:close/>
                  <a:moveTo>
                    <a:pt x="1163493" y="541949"/>
                  </a:moveTo>
                  <a:lnTo>
                    <a:pt x="1130757" y="554453"/>
                  </a:lnTo>
                  <a:lnTo>
                    <a:pt x="1206486" y="528014"/>
                  </a:lnTo>
                  <a:close/>
                  <a:moveTo>
                    <a:pt x="1458604" y="447626"/>
                  </a:moveTo>
                  <a:lnTo>
                    <a:pt x="1488278" y="423532"/>
                  </a:lnTo>
                  <a:lnTo>
                    <a:pt x="1468897" y="445496"/>
                  </a:lnTo>
                  <a:close/>
                  <a:moveTo>
                    <a:pt x="1145315" y="11239"/>
                  </a:moveTo>
                  <a:lnTo>
                    <a:pt x="1101713" y="25416"/>
                  </a:lnTo>
                  <a:lnTo>
                    <a:pt x="1162865" y="0"/>
                  </a:lnTo>
                  <a:close/>
                  <a:moveTo>
                    <a:pt x="1488278" y="423532"/>
                  </a:moveTo>
                  <a:lnTo>
                    <a:pt x="1496641" y="374551"/>
                  </a:lnTo>
                  <a:lnTo>
                    <a:pt x="1486323" y="40458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85" name="Output_density__4284">
              <a:extLst>
                <a:ext uri="{FF2B5EF4-FFF2-40B4-BE49-F238E27FC236}">
                  <a16:creationId xmlns:a16="http://schemas.microsoft.com/office/drawing/2014/main" id="{CCC286E0-221D-691A-72EF-352D1E2BAF9F}"/>
                </a:ext>
              </a:extLst>
            </p:cNvPr>
            <p:cNvSpPr>
              <a:spLocks noGrp="1"/>
            </p:cNvSpPr>
            <p:nvPr/>
          </p:nvSpPr>
          <p:spPr>
            <a:xfrm>
              <a:off x="15082604" y="2210172"/>
              <a:ext cx="1217819" cy="1443836"/>
            </a:xfrm>
            <a:custGeom>
              <a:avLst/>
              <a:gdLst/>
              <a:ahLst/>
              <a:cxnLst/>
              <a:rect l="0" t="0" r="0" b="0"/>
              <a:pathLst>
                <a:path w="1217819" h="1443836">
                  <a:moveTo>
                    <a:pt x="393237" y="1436365"/>
                  </a:moveTo>
                  <a:lnTo>
                    <a:pt x="359752" y="1384828"/>
                  </a:lnTo>
                  <a:lnTo>
                    <a:pt x="356671" y="1443836"/>
                  </a:lnTo>
                  <a:close/>
                  <a:moveTo>
                    <a:pt x="0" y="869462"/>
                  </a:moveTo>
                  <a:lnTo>
                    <a:pt x="42596" y="919816"/>
                  </a:lnTo>
                  <a:lnTo>
                    <a:pt x="40911" y="858443"/>
                  </a:lnTo>
                  <a:close/>
                  <a:moveTo>
                    <a:pt x="0" y="869462"/>
                  </a:moveTo>
                  <a:lnTo>
                    <a:pt x="38051" y="920999"/>
                  </a:lnTo>
                  <a:lnTo>
                    <a:pt x="42596" y="919816"/>
                  </a:lnTo>
                  <a:close/>
                  <a:moveTo>
                    <a:pt x="84990" y="845368"/>
                  </a:moveTo>
                  <a:lnTo>
                    <a:pt x="56659" y="793832"/>
                  </a:lnTo>
                  <a:lnTo>
                    <a:pt x="40911" y="858443"/>
                  </a:lnTo>
                  <a:close/>
                  <a:moveTo>
                    <a:pt x="84990" y="845368"/>
                  </a:moveTo>
                  <a:lnTo>
                    <a:pt x="108135" y="769738"/>
                  </a:lnTo>
                  <a:lnTo>
                    <a:pt x="56659" y="793832"/>
                  </a:lnTo>
                  <a:close/>
                  <a:moveTo>
                    <a:pt x="382941" y="1054864"/>
                  </a:moveTo>
                  <a:lnTo>
                    <a:pt x="408216" y="1015347"/>
                  </a:lnTo>
                  <a:lnTo>
                    <a:pt x="362376" y="1062741"/>
                  </a:lnTo>
                  <a:close/>
                  <a:moveTo>
                    <a:pt x="296406" y="576449"/>
                  </a:moveTo>
                  <a:lnTo>
                    <a:pt x="345163" y="574793"/>
                  </a:lnTo>
                  <a:lnTo>
                    <a:pt x="309623" y="551599"/>
                  </a:lnTo>
                  <a:close/>
                  <a:moveTo>
                    <a:pt x="309623" y="551599"/>
                  </a:moveTo>
                  <a:lnTo>
                    <a:pt x="345163" y="574793"/>
                  </a:lnTo>
                  <a:lnTo>
                    <a:pt x="315360" y="542846"/>
                  </a:lnTo>
                  <a:close/>
                  <a:moveTo>
                    <a:pt x="315360" y="542846"/>
                  </a:moveTo>
                  <a:lnTo>
                    <a:pt x="345163" y="574793"/>
                  </a:lnTo>
                  <a:lnTo>
                    <a:pt x="364587" y="570289"/>
                  </a:lnTo>
                  <a:close/>
                  <a:moveTo>
                    <a:pt x="315360" y="542846"/>
                  </a:moveTo>
                  <a:lnTo>
                    <a:pt x="364587" y="570289"/>
                  </a:lnTo>
                  <a:lnTo>
                    <a:pt x="360198" y="518753"/>
                  </a:lnTo>
                  <a:close/>
                  <a:moveTo>
                    <a:pt x="380347" y="621826"/>
                  </a:moveTo>
                  <a:lnTo>
                    <a:pt x="421620" y="660761"/>
                  </a:lnTo>
                  <a:lnTo>
                    <a:pt x="427902" y="608252"/>
                  </a:lnTo>
                  <a:close/>
                  <a:moveTo>
                    <a:pt x="364587" y="570289"/>
                  </a:moveTo>
                  <a:lnTo>
                    <a:pt x="427902" y="608252"/>
                  </a:lnTo>
                  <a:lnTo>
                    <a:pt x="413673" y="557077"/>
                  </a:lnTo>
                  <a:close/>
                  <a:moveTo>
                    <a:pt x="364587" y="570289"/>
                  </a:moveTo>
                  <a:lnTo>
                    <a:pt x="380347" y="621826"/>
                  </a:lnTo>
                  <a:lnTo>
                    <a:pt x="427902" y="608252"/>
                  </a:lnTo>
                  <a:close/>
                  <a:moveTo>
                    <a:pt x="427902" y="608252"/>
                  </a:moveTo>
                  <a:lnTo>
                    <a:pt x="447339" y="597732"/>
                  </a:lnTo>
                  <a:lnTo>
                    <a:pt x="473812" y="546323"/>
                  </a:lnTo>
                  <a:close/>
                  <a:moveTo>
                    <a:pt x="360198" y="518753"/>
                  </a:moveTo>
                  <a:lnTo>
                    <a:pt x="364587" y="570289"/>
                  </a:lnTo>
                  <a:lnTo>
                    <a:pt x="413673" y="557077"/>
                  </a:lnTo>
                  <a:close/>
                  <a:moveTo>
                    <a:pt x="327357" y="467216"/>
                  </a:moveTo>
                  <a:lnTo>
                    <a:pt x="360198" y="518753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27357" y="467216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68730" y="443122"/>
                  </a:lnTo>
                  <a:lnTo>
                    <a:pt x="363413" y="391585"/>
                  </a:lnTo>
                  <a:close/>
                  <a:moveTo>
                    <a:pt x="1130944" y="1319244"/>
                  </a:moveTo>
                  <a:lnTo>
                    <a:pt x="1165738" y="1304609"/>
                  </a:lnTo>
                  <a:lnTo>
                    <a:pt x="1140452" y="1292011"/>
                  </a:lnTo>
                  <a:close/>
                  <a:moveTo>
                    <a:pt x="417213" y="419028"/>
                  </a:moveTo>
                  <a:lnTo>
                    <a:pt x="368730" y="443122"/>
                  </a:lnTo>
                  <a:lnTo>
                    <a:pt x="411411" y="487694"/>
                  </a:lnTo>
                  <a:close/>
                  <a:moveTo>
                    <a:pt x="363413" y="391585"/>
                  </a:moveTo>
                  <a:lnTo>
                    <a:pt x="419803" y="384170"/>
                  </a:lnTo>
                  <a:lnTo>
                    <a:pt x="409297" y="372406"/>
                  </a:lnTo>
                  <a:close/>
                  <a:moveTo>
                    <a:pt x="417213" y="419028"/>
                  </a:moveTo>
                  <a:lnTo>
                    <a:pt x="419803" y="384170"/>
                  </a:lnTo>
                  <a:lnTo>
                    <a:pt x="363413" y="391585"/>
                  </a:lnTo>
                  <a:close/>
                  <a:moveTo>
                    <a:pt x="368730" y="443122"/>
                  </a:moveTo>
                  <a:lnTo>
                    <a:pt x="417213" y="419028"/>
                  </a:lnTo>
                  <a:lnTo>
                    <a:pt x="363413" y="391585"/>
                  </a:lnTo>
                  <a:close/>
                  <a:moveTo>
                    <a:pt x="378744" y="365555"/>
                  </a:moveTo>
                  <a:lnTo>
                    <a:pt x="363413" y="391585"/>
                  </a:lnTo>
                  <a:lnTo>
                    <a:pt x="409297" y="372406"/>
                  </a:lnTo>
                  <a:close/>
                  <a:moveTo>
                    <a:pt x="453992" y="337318"/>
                  </a:moveTo>
                  <a:lnTo>
                    <a:pt x="409297" y="372406"/>
                  </a:lnTo>
                  <a:lnTo>
                    <a:pt x="429861" y="367491"/>
                  </a:lnTo>
                  <a:close/>
                  <a:moveTo>
                    <a:pt x="378744" y="365555"/>
                  </a:moveTo>
                  <a:lnTo>
                    <a:pt x="409297" y="372406"/>
                  </a:lnTo>
                  <a:lnTo>
                    <a:pt x="453992" y="337318"/>
                  </a:lnTo>
                  <a:close/>
                  <a:moveTo>
                    <a:pt x="409297" y="372406"/>
                  </a:moveTo>
                  <a:lnTo>
                    <a:pt x="419803" y="384170"/>
                  </a:lnTo>
                  <a:lnTo>
                    <a:pt x="429861" y="367491"/>
                  </a:lnTo>
                  <a:close/>
                  <a:moveTo>
                    <a:pt x="489738" y="344991"/>
                  </a:moveTo>
                  <a:lnTo>
                    <a:pt x="429861" y="367491"/>
                  </a:lnTo>
                  <a:lnTo>
                    <a:pt x="492138" y="345041"/>
                  </a:lnTo>
                  <a:close/>
                  <a:moveTo>
                    <a:pt x="429861" y="367491"/>
                  </a:moveTo>
                  <a:lnTo>
                    <a:pt x="419803" y="384170"/>
                  </a:lnTo>
                  <a:lnTo>
                    <a:pt x="492138" y="345041"/>
                  </a:lnTo>
                  <a:close/>
                  <a:moveTo>
                    <a:pt x="453992" y="337318"/>
                  </a:moveTo>
                  <a:lnTo>
                    <a:pt x="429861" y="367491"/>
                  </a:lnTo>
                  <a:lnTo>
                    <a:pt x="489738" y="344991"/>
                  </a:lnTo>
                  <a:close/>
                  <a:moveTo>
                    <a:pt x="453992" y="337318"/>
                  </a:moveTo>
                  <a:lnTo>
                    <a:pt x="489738" y="344991"/>
                  </a:lnTo>
                  <a:lnTo>
                    <a:pt x="461617" y="315955"/>
                  </a:lnTo>
                  <a:close/>
                  <a:moveTo>
                    <a:pt x="461617" y="315955"/>
                  </a:moveTo>
                  <a:lnTo>
                    <a:pt x="489738" y="344991"/>
                  </a:lnTo>
                  <a:lnTo>
                    <a:pt x="492847" y="343397"/>
                  </a:lnTo>
                  <a:close/>
                  <a:moveTo>
                    <a:pt x="461617" y="315955"/>
                  </a:moveTo>
                  <a:lnTo>
                    <a:pt x="492847" y="343397"/>
                  </a:lnTo>
                  <a:lnTo>
                    <a:pt x="503715" y="291861"/>
                  </a:lnTo>
                  <a:close/>
                  <a:moveTo>
                    <a:pt x="489738" y="344991"/>
                  </a:moveTo>
                  <a:lnTo>
                    <a:pt x="492138" y="345041"/>
                  </a:lnTo>
                  <a:lnTo>
                    <a:pt x="492847" y="343397"/>
                  </a:lnTo>
                  <a:close/>
                  <a:moveTo>
                    <a:pt x="1025532" y="834670"/>
                  </a:moveTo>
                  <a:lnTo>
                    <a:pt x="1027870" y="838786"/>
                  </a:lnTo>
                  <a:lnTo>
                    <a:pt x="996912" y="874670"/>
                  </a:lnTo>
                  <a:close/>
                  <a:moveTo>
                    <a:pt x="503715" y="291861"/>
                  </a:moveTo>
                  <a:lnTo>
                    <a:pt x="567716" y="318040"/>
                  </a:lnTo>
                  <a:lnTo>
                    <a:pt x="538958" y="280216"/>
                  </a:lnTo>
                  <a:close/>
                  <a:moveTo>
                    <a:pt x="567238" y="319304"/>
                  </a:moveTo>
                  <a:lnTo>
                    <a:pt x="567716" y="318040"/>
                  </a:lnTo>
                  <a:lnTo>
                    <a:pt x="503715" y="291861"/>
                  </a:lnTo>
                  <a:close/>
                  <a:moveTo>
                    <a:pt x="492847" y="343397"/>
                  </a:moveTo>
                  <a:lnTo>
                    <a:pt x="567238" y="319304"/>
                  </a:lnTo>
                  <a:lnTo>
                    <a:pt x="503715" y="291861"/>
                  </a:lnTo>
                  <a:close/>
                  <a:moveTo>
                    <a:pt x="519241" y="271698"/>
                  </a:moveTo>
                  <a:lnTo>
                    <a:pt x="503715" y="291861"/>
                  </a:lnTo>
                  <a:lnTo>
                    <a:pt x="538958" y="280216"/>
                  </a:lnTo>
                  <a:close/>
                  <a:moveTo>
                    <a:pt x="538958" y="280216"/>
                  </a:moveTo>
                  <a:lnTo>
                    <a:pt x="567716" y="318040"/>
                  </a:lnTo>
                  <a:lnTo>
                    <a:pt x="606873" y="289763"/>
                  </a:lnTo>
                  <a:close/>
                  <a:moveTo>
                    <a:pt x="1035491" y="832590"/>
                  </a:moveTo>
                  <a:lnTo>
                    <a:pt x="1025532" y="834670"/>
                  </a:lnTo>
                  <a:lnTo>
                    <a:pt x="1003219" y="883587"/>
                  </a:lnTo>
                  <a:close/>
                  <a:moveTo>
                    <a:pt x="1067756" y="869102"/>
                  </a:moveTo>
                  <a:lnTo>
                    <a:pt x="1110190" y="813946"/>
                  </a:lnTo>
                  <a:lnTo>
                    <a:pt x="1107458" y="812064"/>
                  </a:lnTo>
                  <a:close/>
                  <a:moveTo>
                    <a:pt x="1067756" y="869102"/>
                  </a:moveTo>
                  <a:lnTo>
                    <a:pt x="1107458" y="812064"/>
                  </a:lnTo>
                  <a:lnTo>
                    <a:pt x="1035491" y="832590"/>
                  </a:lnTo>
                  <a:close/>
                  <a:moveTo>
                    <a:pt x="1151283" y="792908"/>
                  </a:moveTo>
                  <a:lnTo>
                    <a:pt x="1107458" y="812064"/>
                  </a:lnTo>
                  <a:lnTo>
                    <a:pt x="1115185" y="810576"/>
                  </a:lnTo>
                  <a:close/>
                  <a:moveTo>
                    <a:pt x="1107458" y="812064"/>
                  </a:moveTo>
                  <a:lnTo>
                    <a:pt x="1110190" y="813946"/>
                  </a:lnTo>
                  <a:lnTo>
                    <a:pt x="1115185" y="810576"/>
                  </a:lnTo>
                  <a:close/>
                  <a:moveTo>
                    <a:pt x="954243" y="715136"/>
                  </a:moveTo>
                  <a:lnTo>
                    <a:pt x="965252" y="726225"/>
                  </a:lnTo>
                  <a:lnTo>
                    <a:pt x="994542" y="691133"/>
                  </a:lnTo>
                  <a:close/>
                  <a:moveTo>
                    <a:pt x="568441" y="318990"/>
                  </a:moveTo>
                  <a:lnTo>
                    <a:pt x="606873" y="289763"/>
                  </a:lnTo>
                  <a:lnTo>
                    <a:pt x="567716" y="318040"/>
                  </a:lnTo>
                  <a:close/>
                  <a:moveTo>
                    <a:pt x="1139960" y="848384"/>
                  </a:moveTo>
                  <a:lnTo>
                    <a:pt x="1115185" y="810576"/>
                  </a:lnTo>
                  <a:lnTo>
                    <a:pt x="1110190" y="813946"/>
                  </a:lnTo>
                  <a:close/>
                  <a:moveTo>
                    <a:pt x="1168251" y="800623"/>
                  </a:moveTo>
                  <a:lnTo>
                    <a:pt x="1115185" y="810576"/>
                  </a:lnTo>
                  <a:lnTo>
                    <a:pt x="1139960" y="848384"/>
                  </a:lnTo>
                  <a:close/>
                  <a:moveTo>
                    <a:pt x="1151283" y="792908"/>
                  </a:moveTo>
                  <a:lnTo>
                    <a:pt x="1115185" y="810576"/>
                  </a:lnTo>
                  <a:lnTo>
                    <a:pt x="1168251" y="800623"/>
                  </a:lnTo>
                  <a:close/>
                  <a:moveTo>
                    <a:pt x="1044855" y="511263"/>
                  </a:moveTo>
                  <a:lnTo>
                    <a:pt x="1083529" y="504705"/>
                  </a:lnTo>
                  <a:lnTo>
                    <a:pt x="1093031" y="479989"/>
                  </a:lnTo>
                  <a:close/>
                  <a:moveTo>
                    <a:pt x="1154918" y="497748"/>
                  </a:moveTo>
                  <a:lnTo>
                    <a:pt x="1108198" y="497749"/>
                  </a:lnTo>
                  <a:lnTo>
                    <a:pt x="1176132" y="543244"/>
                  </a:lnTo>
                  <a:close/>
                  <a:moveTo>
                    <a:pt x="1176132" y="543244"/>
                  </a:moveTo>
                  <a:lnTo>
                    <a:pt x="1217819" y="484593"/>
                  </a:lnTo>
                  <a:lnTo>
                    <a:pt x="1154918" y="497748"/>
                  </a:lnTo>
                  <a:close/>
                  <a:moveTo>
                    <a:pt x="1083529" y="504705"/>
                  </a:moveTo>
                  <a:lnTo>
                    <a:pt x="1108198" y="497749"/>
                  </a:lnTo>
                  <a:lnTo>
                    <a:pt x="1093031" y="479989"/>
                  </a:lnTo>
                  <a:close/>
                  <a:moveTo>
                    <a:pt x="1140894" y="484263"/>
                  </a:moveTo>
                  <a:lnTo>
                    <a:pt x="1108198" y="497749"/>
                  </a:lnTo>
                  <a:lnTo>
                    <a:pt x="1154918" y="497748"/>
                  </a:lnTo>
                  <a:close/>
                  <a:moveTo>
                    <a:pt x="1093031" y="479989"/>
                  </a:moveTo>
                  <a:lnTo>
                    <a:pt x="1108198" y="497749"/>
                  </a:lnTo>
                  <a:lnTo>
                    <a:pt x="1140894" y="484263"/>
                  </a:lnTo>
                  <a:close/>
                  <a:moveTo>
                    <a:pt x="871463" y="137062"/>
                  </a:moveTo>
                  <a:lnTo>
                    <a:pt x="868078" y="162960"/>
                  </a:lnTo>
                  <a:lnTo>
                    <a:pt x="911417" y="119855"/>
                  </a:lnTo>
                  <a:close/>
                  <a:moveTo>
                    <a:pt x="1075053" y="277872"/>
                  </a:moveTo>
                  <a:lnTo>
                    <a:pt x="1112761" y="283958"/>
                  </a:lnTo>
                  <a:lnTo>
                    <a:pt x="1078123" y="274464"/>
                  </a:lnTo>
                  <a:close/>
                  <a:moveTo>
                    <a:pt x="1112761" y="283958"/>
                  </a:moveTo>
                  <a:lnTo>
                    <a:pt x="1123536" y="250371"/>
                  </a:lnTo>
                  <a:lnTo>
                    <a:pt x="1078123" y="274464"/>
                  </a:lnTo>
                  <a:close/>
                  <a:moveTo>
                    <a:pt x="958567" y="104231"/>
                  </a:moveTo>
                  <a:lnTo>
                    <a:pt x="952604" y="169410"/>
                  </a:lnTo>
                  <a:lnTo>
                    <a:pt x="981534" y="95761"/>
                  </a:lnTo>
                  <a:close/>
                  <a:moveTo>
                    <a:pt x="911417" y="119855"/>
                  </a:moveTo>
                  <a:lnTo>
                    <a:pt x="952604" y="169410"/>
                  </a:lnTo>
                  <a:lnTo>
                    <a:pt x="958567" y="104231"/>
                  </a:lnTo>
                  <a:close/>
                  <a:moveTo>
                    <a:pt x="898684" y="68318"/>
                  </a:moveTo>
                  <a:lnTo>
                    <a:pt x="958567" y="104231"/>
                  </a:lnTo>
                  <a:lnTo>
                    <a:pt x="944007" y="53325"/>
                  </a:lnTo>
                  <a:close/>
                  <a:moveTo>
                    <a:pt x="898684" y="68318"/>
                  </a:moveTo>
                  <a:lnTo>
                    <a:pt x="911417" y="119855"/>
                  </a:lnTo>
                  <a:lnTo>
                    <a:pt x="958567" y="104231"/>
                  </a:lnTo>
                  <a:close/>
                  <a:moveTo>
                    <a:pt x="981534" y="95761"/>
                  </a:moveTo>
                  <a:lnTo>
                    <a:pt x="970539" y="44224"/>
                  </a:lnTo>
                  <a:lnTo>
                    <a:pt x="958567" y="104231"/>
                  </a:lnTo>
                  <a:close/>
                  <a:moveTo>
                    <a:pt x="970539" y="44224"/>
                  </a:moveTo>
                  <a:lnTo>
                    <a:pt x="944007" y="53325"/>
                  </a:lnTo>
                  <a:lnTo>
                    <a:pt x="958567" y="104231"/>
                  </a:lnTo>
                  <a:close/>
                  <a:moveTo>
                    <a:pt x="1112761" y="283958"/>
                  </a:moveTo>
                  <a:lnTo>
                    <a:pt x="1135195" y="287572"/>
                  </a:lnTo>
                  <a:lnTo>
                    <a:pt x="1123536" y="250371"/>
                  </a:lnTo>
                  <a:close/>
                  <a:moveTo>
                    <a:pt x="1123536" y="250371"/>
                  </a:moveTo>
                  <a:lnTo>
                    <a:pt x="1161180" y="277813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23536" y="250371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39088" y="207712"/>
                  </a:lnTo>
                  <a:lnTo>
                    <a:pt x="1123536" y="250371"/>
                  </a:lnTo>
                  <a:close/>
                  <a:moveTo>
                    <a:pt x="1176292" y="211913"/>
                  </a:moveTo>
                  <a:lnTo>
                    <a:pt x="1197308" y="174740"/>
                  </a:lnTo>
                  <a:lnTo>
                    <a:pt x="1143140" y="198834"/>
                  </a:lnTo>
                  <a:close/>
                  <a:moveTo>
                    <a:pt x="970539" y="44224"/>
                  </a:moveTo>
                  <a:lnTo>
                    <a:pt x="1042273" y="60192"/>
                  </a:lnTo>
                  <a:lnTo>
                    <a:pt x="1024583" y="25801"/>
                  </a:lnTo>
                  <a:close/>
                  <a:moveTo>
                    <a:pt x="1037580" y="71667"/>
                  </a:moveTo>
                  <a:lnTo>
                    <a:pt x="1042273" y="60192"/>
                  </a:lnTo>
                  <a:lnTo>
                    <a:pt x="970539" y="44224"/>
                  </a:lnTo>
                  <a:close/>
                  <a:moveTo>
                    <a:pt x="981534" y="95761"/>
                  </a:moveTo>
                  <a:lnTo>
                    <a:pt x="1037580" y="71667"/>
                  </a:lnTo>
                  <a:lnTo>
                    <a:pt x="970539" y="44224"/>
                  </a:lnTo>
                  <a:close/>
                  <a:moveTo>
                    <a:pt x="1072893" y="0"/>
                  </a:moveTo>
                  <a:lnTo>
                    <a:pt x="1024583" y="25801"/>
                  </a:lnTo>
                  <a:lnTo>
                    <a:pt x="1048435" y="20130"/>
                  </a:lnTo>
                  <a:close/>
                  <a:moveTo>
                    <a:pt x="1024583" y="25801"/>
                  </a:moveTo>
                  <a:lnTo>
                    <a:pt x="1042273" y="60192"/>
                  </a:lnTo>
                  <a:lnTo>
                    <a:pt x="1048435" y="20130"/>
                  </a:lnTo>
                  <a:close/>
                  <a:moveTo>
                    <a:pt x="1042273" y="60192"/>
                  </a:moveTo>
                  <a:lnTo>
                    <a:pt x="1037580" y="71667"/>
                  </a:lnTo>
                  <a:lnTo>
                    <a:pt x="1057321" y="61928"/>
                  </a:lnTo>
                  <a:close/>
                  <a:moveTo>
                    <a:pt x="1092213" y="8801"/>
                  </a:moveTo>
                  <a:lnTo>
                    <a:pt x="1048435" y="20130"/>
                  </a:lnTo>
                  <a:lnTo>
                    <a:pt x="1119525" y="39450"/>
                  </a:lnTo>
                  <a:close/>
                  <a:moveTo>
                    <a:pt x="1048435" y="20130"/>
                  </a:moveTo>
                  <a:lnTo>
                    <a:pt x="1042273" y="60192"/>
                  </a:lnTo>
                  <a:lnTo>
                    <a:pt x="1119525" y="39450"/>
                  </a:lnTo>
                  <a:close/>
                  <a:moveTo>
                    <a:pt x="1119525" y="39450"/>
                  </a:moveTo>
                  <a:lnTo>
                    <a:pt x="1042273" y="60192"/>
                  </a:lnTo>
                  <a:lnTo>
                    <a:pt x="1099791" y="47573"/>
                  </a:lnTo>
                  <a:close/>
                  <a:moveTo>
                    <a:pt x="1072893" y="0"/>
                  </a:moveTo>
                  <a:lnTo>
                    <a:pt x="1048435" y="20130"/>
                  </a:lnTo>
                  <a:lnTo>
                    <a:pt x="1092213" y="8801"/>
                  </a:lnTo>
                  <a:close/>
                  <a:moveTo>
                    <a:pt x="1092213" y="8801"/>
                  </a:moveTo>
                  <a:lnTo>
                    <a:pt x="1119525" y="39450"/>
                  </a:lnTo>
                  <a:lnTo>
                    <a:pt x="1158837" y="117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6" name="Output_density__4285">
              <a:extLst>
                <a:ext uri="{FF2B5EF4-FFF2-40B4-BE49-F238E27FC236}">
                  <a16:creationId xmlns:a16="http://schemas.microsoft.com/office/drawing/2014/main" id="{D42B99DF-6D6E-0260-2BF9-B4B7E962790B}"/>
                </a:ext>
              </a:extLst>
            </p:cNvPr>
            <p:cNvSpPr>
              <a:spLocks noGrp="1"/>
            </p:cNvSpPr>
            <p:nvPr/>
          </p:nvSpPr>
          <p:spPr>
            <a:xfrm>
              <a:off x="14931003" y="2210993"/>
              <a:ext cx="1461705" cy="1921969"/>
            </a:xfrm>
            <a:custGeom>
              <a:avLst/>
              <a:gdLst/>
              <a:ahLst/>
              <a:cxnLst/>
              <a:rect l="0" t="0" r="0" b="0"/>
              <a:pathLst>
                <a:path w="1461705" h="1921969">
                  <a:moveTo>
                    <a:pt x="511353" y="1384007"/>
                  </a:moveTo>
                  <a:lnTo>
                    <a:pt x="500215" y="1386823"/>
                  </a:lnTo>
                  <a:lnTo>
                    <a:pt x="508273" y="1443015"/>
                  </a:lnTo>
                  <a:close/>
                  <a:moveTo>
                    <a:pt x="500215" y="1386823"/>
                  </a:moveTo>
                  <a:lnTo>
                    <a:pt x="511353" y="1384007"/>
                  </a:lnTo>
                  <a:lnTo>
                    <a:pt x="499959" y="1370101"/>
                  </a:lnTo>
                  <a:close/>
                  <a:moveTo>
                    <a:pt x="189653" y="920178"/>
                  </a:moveTo>
                  <a:lnTo>
                    <a:pt x="117537" y="944272"/>
                  </a:lnTo>
                  <a:lnTo>
                    <a:pt x="196733" y="971714"/>
                  </a:lnTo>
                  <a:close/>
                  <a:moveTo>
                    <a:pt x="151602" y="868641"/>
                  </a:moveTo>
                  <a:lnTo>
                    <a:pt x="117537" y="944272"/>
                  </a:lnTo>
                  <a:lnTo>
                    <a:pt x="189653" y="920178"/>
                  </a:lnTo>
                  <a:close/>
                  <a:moveTo>
                    <a:pt x="476257" y="1280815"/>
                  </a:moveTo>
                  <a:lnTo>
                    <a:pt x="479246" y="1205303"/>
                  </a:lnTo>
                  <a:lnTo>
                    <a:pt x="438417" y="1210853"/>
                  </a:lnTo>
                  <a:close/>
                  <a:moveTo>
                    <a:pt x="403950" y="1176131"/>
                  </a:moveTo>
                  <a:lnTo>
                    <a:pt x="398161" y="1177860"/>
                  </a:lnTo>
                  <a:lnTo>
                    <a:pt x="438417" y="1210853"/>
                  </a:lnTo>
                  <a:close/>
                  <a:moveTo>
                    <a:pt x="452579" y="1153766"/>
                  </a:moveTo>
                  <a:lnTo>
                    <a:pt x="403950" y="1176131"/>
                  </a:lnTo>
                  <a:lnTo>
                    <a:pt x="438417" y="1210853"/>
                  </a:lnTo>
                  <a:close/>
                  <a:moveTo>
                    <a:pt x="401278" y="1175823"/>
                  </a:moveTo>
                  <a:lnTo>
                    <a:pt x="398161" y="1177860"/>
                  </a:lnTo>
                  <a:lnTo>
                    <a:pt x="403950" y="1176131"/>
                  </a:lnTo>
                  <a:close/>
                  <a:moveTo>
                    <a:pt x="454047" y="1102230"/>
                  </a:moveTo>
                  <a:lnTo>
                    <a:pt x="403950" y="1176131"/>
                  </a:lnTo>
                  <a:lnTo>
                    <a:pt x="452579" y="1153766"/>
                  </a:lnTo>
                  <a:close/>
                  <a:moveTo>
                    <a:pt x="189653" y="920178"/>
                  </a:moveTo>
                  <a:lnTo>
                    <a:pt x="232689" y="934629"/>
                  </a:lnTo>
                  <a:lnTo>
                    <a:pt x="194198" y="918995"/>
                  </a:lnTo>
                  <a:close/>
                  <a:moveTo>
                    <a:pt x="225071" y="947620"/>
                  </a:moveTo>
                  <a:lnTo>
                    <a:pt x="232689" y="934629"/>
                  </a:lnTo>
                  <a:lnTo>
                    <a:pt x="189653" y="920178"/>
                  </a:lnTo>
                  <a:close/>
                  <a:moveTo>
                    <a:pt x="196733" y="971714"/>
                  </a:moveTo>
                  <a:lnTo>
                    <a:pt x="225071" y="947620"/>
                  </a:lnTo>
                  <a:lnTo>
                    <a:pt x="189653" y="920178"/>
                  </a:lnTo>
                  <a:close/>
                  <a:moveTo>
                    <a:pt x="263445" y="874944"/>
                  </a:moveTo>
                  <a:lnTo>
                    <a:pt x="236592" y="844547"/>
                  </a:lnTo>
                  <a:lnTo>
                    <a:pt x="254758" y="907743"/>
                  </a:lnTo>
                  <a:close/>
                  <a:moveTo>
                    <a:pt x="254758" y="907743"/>
                  </a:moveTo>
                  <a:lnTo>
                    <a:pt x="236592" y="844547"/>
                  </a:lnTo>
                  <a:lnTo>
                    <a:pt x="192513" y="857622"/>
                  </a:lnTo>
                  <a:close/>
                  <a:moveTo>
                    <a:pt x="254758" y="907743"/>
                  </a:moveTo>
                  <a:lnTo>
                    <a:pt x="192513" y="857622"/>
                  </a:lnTo>
                  <a:lnTo>
                    <a:pt x="194198" y="918995"/>
                  </a:lnTo>
                  <a:close/>
                  <a:moveTo>
                    <a:pt x="254758" y="907743"/>
                  </a:moveTo>
                  <a:lnTo>
                    <a:pt x="194198" y="918995"/>
                  </a:lnTo>
                  <a:lnTo>
                    <a:pt x="272423" y="908509"/>
                  </a:lnTo>
                  <a:close/>
                  <a:moveTo>
                    <a:pt x="194198" y="918995"/>
                  </a:moveTo>
                  <a:lnTo>
                    <a:pt x="232689" y="934629"/>
                  </a:lnTo>
                  <a:lnTo>
                    <a:pt x="272423" y="908509"/>
                  </a:lnTo>
                  <a:close/>
                  <a:moveTo>
                    <a:pt x="554" y="714031"/>
                  </a:moveTo>
                  <a:lnTo>
                    <a:pt x="0" y="723573"/>
                  </a:lnTo>
                  <a:lnTo>
                    <a:pt x="5707" y="707317"/>
                  </a:lnTo>
                  <a:close/>
                  <a:moveTo>
                    <a:pt x="258903" y="897740"/>
                  </a:moveTo>
                  <a:lnTo>
                    <a:pt x="286483" y="881951"/>
                  </a:lnTo>
                  <a:lnTo>
                    <a:pt x="272423" y="908509"/>
                  </a:lnTo>
                  <a:close/>
                  <a:moveTo>
                    <a:pt x="228400" y="828446"/>
                  </a:moveTo>
                  <a:lnTo>
                    <a:pt x="286483" y="881951"/>
                  </a:lnTo>
                  <a:lnTo>
                    <a:pt x="289018" y="871990"/>
                  </a:lnTo>
                  <a:close/>
                  <a:moveTo>
                    <a:pt x="236592" y="844547"/>
                  </a:moveTo>
                  <a:lnTo>
                    <a:pt x="286483" y="881951"/>
                  </a:lnTo>
                  <a:lnTo>
                    <a:pt x="228400" y="828446"/>
                  </a:lnTo>
                  <a:close/>
                  <a:moveTo>
                    <a:pt x="263445" y="874944"/>
                  </a:moveTo>
                  <a:lnTo>
                    <a:pt x="286483" y="881951"/>
                  </a:lnTo>
                  <a:lnTo>
                    <a:pt x="236592" y="844547"/>
                  </a:lnTo>
                  <a:close/>
                  <a:moveTo>
                    <a:pt x="236592" y="844547"/>
                  </a:moveTo>
                  <a:lnTo>
                    <a:pt x="234125" y="805098"/>
                  </a:lnTo>
                  <a:lnTo>
                    <a:pt x="259737" y="768917"/>
                  </a:lnTo>
                  <a:close/>
                  <a:moveTo>
                    <a:pt x="197304" y="741474"/>
                  </a:moveTo>
                  <a:lnTo>
                    <a:pt x="259737" y="768917"/>
                  </a:lnTo>
                  <a:lnTo>
                    <a:pt x="229734" y="717380"/>
                  </a:lnTo>
                  <a:close/>
                  <a:moveTo>
                    <a:pt x="513978" y="1061920"/>
                  </a:moveTo>
                  <a:lnTo>
                    <a:pt x="559818" y="1014526"/>
                  </a:lnTo>
                  <a:lnTo>
                    <a:pt x="552897" y="1005519"/>
                  </a:lnTo>
                  <a:close/>
                  <a:moveTo>
                    <a:pt x="513978" y="1061920"/>
                  </a:moveTo>
                  <a:lnTo>
                    <a:pt x="552897" y="1005519"/>
                  </a:lnTo>
                  <a:lnTo>
                    <a:pt x="506834" y="1004985"/>
                  </a:lnTo>
                  <a:close/>
                  <a:moveTo>
                    <a:pt x="449067" y="1013966"/>
                  </a:moveTo>
                  <a:lnTo>
                    <a:pt x="506834" y="1004985"/>
                  </a:lnTo>
                  <a:lnTo>
                    <a:pt x="480916" y="963313"/>
                  </a:lnTo>
                  <a:close/>
                  <a:moveTo>
                    <a:pt x="506834" y="1004985"/>
                  </a:moveTo>
                  <a:lnTo>
                    <a:pt x="552897" y="1005519"/>
                  </a:lnTo>
                  <a:lnTo>
                    <a:pt x="523322" y="966820"/>
                  </a:lnTo>
                  <a:close/>
                  <a:moveTo>
                    <a:pt x="506834" y="1004985"/>
                  </a:moveTo>
                  <a:lnTo>
                    <a:pt x="523322" y="966820"/>
                  </a:lnTo>
                  <a:lnTo>
                    <a:pt x="480916" y="963313"/>
                  </a:lnTo>
                  <a:close/>
                  <a:moveTo>
                    <a:pt x="552897" y="1005519"/>
                  </a:moveTo>
                  <a:lnTo>
                    <a:pt x="559818" y="1014526"/>
                  </a:lnTo>
                  <a:lnTo>
                    <a:pt x="607014" y="1016309"/>
                  </a:lnTo>
                  <a:close/>
                  <a:moveTo>
                    <a:pt x="229734" y="717380"/>
                  </a:moveTo>
                  <a:lnTo>
                    <a:pt x="284542" y="695301"/>
                  </a:lnTo>
                  <a:lnTo>
                    <a:pt x="223314" y="665843"/>
                  </a:lnTo>
                  <a:close/>
                  <a:moveTo>
                    <a:pt x="655428" y="1022644"/>
                  </a:moveTo>
                  <a:lnTo>
                    <a:pt x="649084" y="1029948"/>
                  </a:lnTo>
                  <a:lnTo>
                    <a:pt x="684163" y="1037508"/>
                  </a:lnTo>
                  <a:close/>
                  <a:moveTo>
                    <a:pt x="1433114" y="1906070"/>
                  </a:moveTo>
                  <a:lnTo>
                    <a:pt x="1445961" y="1921969"/>
                  </a:lnTo>
                  <a:lnTo>
                    <a:pt x="1445471" y="1903012"/>
                  </a:lnTo>
                  <a:close/>
                  <a:moveTo>
                    <a:pt x="713998" y="1029948"/>
                  </a:moveTo>
                  <a:lnTo>
                    <a:pt x="748306" y="1060321"/>
                  </a:lnTo>
                  <a:lnTo>
                    <a:pt x="749517" y="1022359"/>
                  </a:lnTo>
                  <a:close/>
                  <a:moveTo>
                    <a:pt x="281638" y="538264"/>
                  </a:moveTo>
                  <a:lnTo>
                    <a:pt x="312837" y="546811"/>
                  </a:lnTo>
                  <a:lnTo>
                    <a:pt x="363780" y="535804"/>
                  </a:lnTo>
                  <a:close/>
                  <a:moveTo>
                    <a:pt x="363780" y="535804"/>
                  </a:moveTo>
                  <a:lnTo>
                    <a:pt x="378702" y="542025"/>
                  </a:lnTo>
                  <a:lnTo>
                    <a:pt x="375581" y="540148"/>
                  </a:lnTo>
                  <a:close/>
                  <a:moveTo>
                    <a:pt x="326312" y="530616"/>
                  </a:moveTo>
                  <a:lnTo>
                    <a:pt x="363780" y="535804"/>
                  </a:lnTo>
                  <a:lnTo>
                    <a:pt x="375581" y="540148"/>
                  </a:lnTo>
                  <a:close/>
                  <a:moveTo>
                    <a:pt x="400301" y="551669"/>
                  </a:moveTo>
                  <a:lnTo>
                    <a:pt x="415859" y="555842"/>
                  </a:lnTo>
                  <a:lnTo>
                    <a:pt x="461224" y="550778"/>
                  </a:lnTo>
                  <a:close/>
                  <a:moveTo>
                    <a:pt x="1222485" y="1475562"/>
                  </a:moveTo>
                  <a:lnTo>
                    <a:pt x="1209193" y="1521220"/>
                  </a:lnTo>
                  <a:lnTo>
                    <a:pt x="1258017" y="1502262"/>
                  </a:lnTo>
                  <a:close/>
                  <a:moveTo>
                    <a:pt x="622351" y="798807"/>
                  </a:moveTo>
                  <a:lnTo>
                    <a:pt x="619289" y="792401"/>
                  </a:lnTo>
                  <a:lnTo>
                    <a:pt x="618744" y="799708"/>
                  </a:lnTo>
                  <a:close/>
                  <a:moveTo>
                    <a:pt x="622351" y="798807"/>
                  </a:moveTo>
                  <a:lnTo>
                    <a:pt x="623437" y="799708"/>
                  </a:lnTo>
                  <a:lnTo>
                    <a:pt x="619289" y="792401"/>
                  </a:lnTo>
                  <a:close/>
                  <a:moveTo>
                    <a:pt x="575180" y="673688"/>
                  </a:moveTo>
                  <a:lnTo>
                    <a:pt x="573221" y="659940"/>
                  </a:lnTo>
                  <a:lnTo>
                    <a:pt x="531948" y="621004"/>
                  </a:lnTo>
                  <a:close/>
                  <a:moveTo>
                    <a:pt x="531948" y="621004"/>
                  </a:moveTo>
                  <a:lnTo>
                    <a:pt x="490266" y="645098"/>
                  </a:lnTo>
                  <a:lnTo>
                    <a:pt x="575180" y="673688"/>
                  </a:lnTo>
                  <a:close/>
                  <a:moveTo>
                    <a:pt x="575180" y="673688"/>
                  </a:moveTo>
                  <a:lnTo>
                    <a:pt x="578960" y="672541"/>
                  </a:lnTo>
                  <a:lnTo>
                    <a:pt x="573221" y="659940"/>
                  </a:lnTo>
                  <a:close/>
                  <a:moveTo>
                    <a:pt x="448008" y="575627"/>
                  </a:moveTo>
                  <a:lnTo>
                    <a:pt x="485248" y="640597"/>
                  </a:lnTo>
                  <a:lnTo>
                    <a:pt x="496764" y="573971"/>
                  </a:lnTo>
                  <a:close/>
                  <a:moveTo>
                    <a:pt x="496764" y="573971"/>
                  </a:moveTo>
                  <a:lnTo>
                    <a:pt x="485248" y="640597"/>
                  </a:lnTo>
                  <a:lnTo>
                    <a:pt x="516189" y="569468"/>
                  </a:lnTo>
                  <a:close/>
                  <a:moveTo>
                    <a:pt x="516189" y="569468"/>
                  </a:moveTo>
                  <a:lnTo>
                    <a:pt x="490266" y="645098"/>
                  </a:lnTo>
                  <a:lnTo>
                    <a:pt x="531948" y="621004"/>
                  </a:lnTo>
                  <a:close/>
                  <a:moveTo>
                    <a:pt x="368923" y="539197"/>
                  </a:moveTo>
                  <a:lnTo>
                    <a:pt x="415859" y="555842"/>
                  </a:lnTo>
                  <a:lnTo>
                    <a:pt x="378702" y="542025"/>
                  </a:lnTo>
                  <a:close/>
                  <a:moveTo>
                    <a:pt x="448008" y="575627"/>
                  </a:moveTo>
                  <a:lnTo>
                    <a:pt x="415859" y="555842"/>
                  </a:lnTo>
                  <a:lnTo>
                    <a:pt x="368923" y="539197"/>
                  </a:lnTo>
                  <a:close/>
                  <a:moveTo>
                    <a:pt x="448008" y="575627"/>
                  </a:moveTo>
                  <a:lnTo>
                    <a:pt x="461224" y="550778"/>
                  </a:lnTo>
                  <a:lnTo>
                    <a:pt x="415859" y="555842"/>
                  </a:lnTo>
                  <a:close/>
                  <a:moveTo>
                    <a:pt x="363780" y="535804"/>
                  </a:moveTo>
                  <a:lnTo>
                    <a:pt x="346685" y="542025"/>
                  </a:lnTo>
                  <a:lnTo>
                    <a:pt x="368923" y="539197"/>
                  </a:lnTo>
                  <a:close/>
                  <a:moveTo>
                    <a:pt x="368923" y="539197"/>
                  </a:moveTo>
                  <a:lnTo>
                    <a:pt x="378702" y="542025"/>
                  </a:lnTo>
                  <a:lnTo>
                    <a:pt x="363780" y="535804"/>
                  </a:lnTo>
                  <a:close/>
                  <a:moveTo>
                    <a:pt x="839422" y="821613"/>
                  </a:moveTo>
                  <a:lnTo>
                    <a:pt x="778420" y="878687"/>
                  </a:lnTo>
                  <a:lnTo>
                    <a:pt x="811272" y="854593"/>
                  </a:lnTo>
                  <a:close/>
                  <a:moveTo>
                    <a:pt x="839422" y="821613"/>
                  </a:moveTo>
                  <a:lnTo>
                    <a:pt x="811910" y="853650"/>
                  </a:lnTo>
                  <a:lnTo>
                    <a:pt x="778420" y="878687"/>
                  </a:lnTo>
                  <a:close/>
                  <a:moveTo>
                    <a:pt x="511799" y="517931"/>
                  </a:moveTo>
                  <a:lnTo>
                    <a:pt x="565275" y="556256"/>
                  </a:lnTo>
                  <a:lnTo>
                    <a:pt x="556486" y="500658"/>
                  </a:lnTo>
                  <a:close/>
                  <a:moveTo>
                    <a:pt x="520332" y="442300"/>
                  </a:moveTo>
                  <a:lnTo>
                    <a:pt x="556486" y="500658"/>
                  </a:lnTo>
                  <a:lnTo>
                    <a:pt x="563013" y="486872"/>
                  </a:lnTo>
                  <a:close/>
                  <a:moveTo>
                    <a:pt x="511799" y="517931"/>
                  </a:moveTo>
                  <a:lnTo>
                    <a:pt x="556486" y="500658"/>
                  </a:lnTo>
                  <a:lnTo>
                    <a:pt x="520332" y="442300"/>
                  </a:lnTo>
                  <a:close/>
                  <a:moveTo>
                    <a:pt x="1051038" y="1088779"/>
                  </a:moveTo>
                  <a:lnTo>
                    <a:pt x="1041662" y="1125008"/>
                  </a:lnTo>
                  <a:lnTo>
                    <a:pt x="1046386" y="1112276"/>
                  </a:lnTo>
                  <a:close/>
                  <a:moveTo>
                    <a:pt x="1317339" y="1303787"/>
                  </a:moveTo>
                  <a:lnTo>
                    <a:pt x="1306125" y="1343801"/>
                  </a:lnTo>
                  <a:lnTo>
                    <a:pt x="1372709" y="1359498"/>
                  </a:lnTo>
                  <a:close/>
                  <a:moveTo>
                    <a:pt x="1282546" y="1318423"/>
                  </a:moveTo>
                  <a:lnTo>
                    <a:pt x="1306125" y="1343801"/>
                  </a:lnTo>
                  <a:lnTo>
                    <a:pt x="1317339" y="1303787"/>
                  </a:lnTo>
                  <a:close/>
                  <a:moveTo>
                    <a:pt x="1080291" y="1063253"/>
                  </a:moveTo>
                  <a:lnTo>
                    <a:pt x="1051038" y="1088779"/>
                  </a:lnTo>
                  <a:lnTo>
                    <a:pt x="1046386" y="1112276"/>
                  </a:lnTo>
                  <a:close/>
                  <a:moveTo>
                    <a:pt x="839422" y="821613"/>
                  </a:moveTo>
                  <a:lnTo>
                    <a:pt x="877364" y="830918"/>
                  </a:lnTo>
                  <a:lnTo>
                    <a:pt x="886707" y="823725"/>
                  </a:lnTo>
                  <a:close/>
                  <a:moveTo>
                    <a:pt x="897558" y="601512"/>
                  </a:moveTo>
                  <a:lnTo>
                    <a:pt x="895915" y="588356"/>
                  </a:lnTo>
                  <a:lnTo>
                    <a:pt x="848737" y="603221"/>
                  </a:lnTo>
                  <a:close/>
                  <a:moveTo>
                    <a:pt x="897558" y="601512"/>
                  </a:moveTo>
                  <a:lnTo>
                    <a:pt x="903382" y="600259"/>
                  </a:lnTo>
                  <a:lnTo>
                    <a:pt x="895915" y="588356"/>
                  </a:lnTo>
                  <a:close/>
                  <a:moveTo>
                    <a:pt x="1148514" y="873849"/>
                  </a:moveTo>
                  <a:lnTo>
                    <a:pt x="1179472" y="837964"/>
                  </a:lnTo>
                  <a:lnTo>
                    <a:pt x="1156893" y="865402"/>
                  </a:lnTo>
                  <a:close/>
                  <a:moveTo>
                    <a:pt x="740915" y="276439"/>
                  </a:moveTo>
                  <a:lnTo>
                    <a:pt x="690559" y="279394"/>
                  </a:lnTo>
                  <a:lnTo>
                    <a:pt x="758475" y="288941"/>
                  </a:lnTo>
                  <a:close/>
                  <a:moveTo>
                    <a:pt x="1187092" y="831769"/>
                  </a:moveTo>
                  <a:lnTo>
                    <a:pt x="1259060" y="811242"/>
                  </a:lnTo>
                  <a:lnTo>
                    <a:pt x="1189365" y="767178"/>
                  </a:lnTo>
                  <a:close/>
                  <a:moveTo>
                    <a:pt x="1145217" y="765087"/>
                  </a:moveTo>
                  <a:lnTo>
                    <a:pt x="1183251" y="709406"/>
                  </a:lnTo>
                  <a:lnTo>
                    <a:pt x="1116853" y="725404"/>
                  </a:lnTo>
                  <a:close/>
                  <a:moveTo>
                    <a:pt x="1064641" y="729869"/>
                  </a:moveTo>
                  <a:lnTo>
                    <a:pt x="1116853" y="725404"/>
                  </a:lnTo>
                  <a:lnTo>
                    <a:pt x="1105844" y="714315"/>
                  </a:lnTo>
                  <a:close/>
                  <a:moveTo>
                    <a:pt x="1116853" y="725404"/>
                  </a:moveTo>
                  <a:lnTo>
                    <a:pt x="1183251" y="709406"/>
                  </a:lnTo>
                  <a:lnTo>
                    <a:pt x="1146144" y="690312"/>
                  </a:lnTo>
                  <a:close/>
                  <a:moveTo>
                    <a:pt x="803974" y="350658"/>
                  </a:moveTo>
                  <a:lnTo>
                    <a:pt x="854585" y="338705"/>
                  </a:lnTo>
                  <a:lnTo>
                    <a:pt x="817305" y="315060"/>
                  </a:lnTo>
                  <a:close/>
                  <a:moveTo>
                    <a:pt x="803974" y="350658"/>
                  </a:moveTo>
                  <a:lnTo>
                    <a:pt x="817305" y="315060"/>
                  </a:lnTo>
                  <a:lnTo>
                    <a:pt x="779066" y="308165"/>
                  </a:lnTo>
                  <a:close/>
                  <a:moveTo>
                    <a:pt x="720042" y="318168"/>
                  </a:moveTo>
                  <a:lnTo>
                    <a:pt x="779066" y="308165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0500" y="308780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7305" y="315060"/>
                  </a:lnTo>
                  <a:lnTo>
                    <a:pt x="810500" y="308780"/>
                  </a:lnTo>
                  <a:close/>
                  <a:moveTo>
                    <a:pt x="1349027" y="838825"/>
                  </a:moveTo>
                  <a:lnTo>
                    <a:pt x="1319852" y="799802"/>
                  </a:lnTo>
                  <a:lnTo>
                    <a:pt x="1291562" y="847562"/>
                  </a:lnTo>
                  <a:close/>
                  <a:moveTo>
                    <a:pt x="1349027" y="838825"/>
                  </a:moveTo>
                  <a:lnTo>
                    <a:pt x="1368679" y="798089"/>
                  </a:lnTo>
                  <a:lnTo>
                    <a:pt x="1319852" y="799802"/>
                  </a:lnTo>
                  <a:close/>
                  <a:moveTo>
                    <a:pt x="864490" y="339442"/>
                  </a:moveTo>
                  <a:lnTo>
                    <a:pt x="868835" y="345925"/>
                  </a:lnTo>
                  <a:lnTo>
                    <a:pt x="854585" y="338705"/>
                  </a:lnTo>
                  <a:close/>
                  <a:moveTo>
                    <a:pt x="1258674" y="531665"/>
                  </a:moveTo>
                  <a:lnTo>
                    <a:pt x="1235131" y="503883"/>
                  </a:lnTo>
                  <a:lnTo>
                    <a:pt x="1262037" y="557850"/>
                  </a:lnTo>
                  <a:close/>
                  <a:moveTo>
                    <a:pt x="1262037" y="557850"/>
                  </a:moveTo>
                  <a:lnTo>
                    <a:pt x="1235131" y="503883"/>
                  </a:lnTo>
                  <a:lnTo>
                    <a:pt x="1196456" y="510442"/>
                  </a:lnTo>
                  <a:close/>
                  <a:moveTo>
                    <a:pt x="1262037" y="557850"/>
                  </a:moveTo>
                  <a:lnTo>
                    <a:pt x="1196456" y="510442"/>
                  </a:lnTo>
                  <a:lnTo>
                    <a:pt x="1217460" y="556109"/>
                  </a:lnTo>
                  <a:close/>
                  <a:moveTo>
                    <a:pt x="1262037" y="557850"/>
                  </a:moveTo>
                  <a:lnTo>
                    <a:pt x="1274957" y="555420"/>
                  </a:lnTo>
                  <a:lnTo>
                    <a:pt x="1258674" y="531665"/>
                  </a:lnTo>
                  <a:close/>
                  <a:moveTo>
                    <a:pt x="1244632" y="479168"/>
                  </a:moveTo>
                  <a:lnTo>
                    <a:pt x="1175579" y="476441"/>
                  </a:lnTo>
                  <a:lnTo>
                    <a:pt x="1196456" y="510442"/>
                  </a:lnTo>
                  <a:close/>
                  <a:moveTo>
                    <a:pt x="1350536" y="565547"/>
                  </a:moveTo>
                  <a:lnTo>
                    <a:pt x="1327733" y="542423"/>
                  </a:lnTo>
                  <a:lnTo>
                    <a:pt x="1274957" y="555420"/>
                  </a:lnTo>
                  <a:close/>
                  <a:moveTo>
                    <a:pt x="1327733" y="542423"/>
                  </a:moveTo>
                  <a:lnTo>
                    <a:pt x="1258674" y="531665"/>
                  </a:lnTo>
                  <a:lnTo>
                    <a:pt x="1274957" y="555420"/>
                  </a:lnTo>
                  <a:close/>
                  <a:moveTo>
                    <a:pt x="1259799" y="496927"/>
                  </a:moveTo>
                  <a:lnTo>
                    <a:pt x="1258674" y="531665"/>
                  </a:lnTo>
                  <a:lnTo>
                    <a:pt x="1327733" y="542423"/>
                  </a:lnTo>
                  <a:close/>
                  <a:moveTo>
                    <a:pt x="1327733" y="542423"/>
                  </a:moveTo>
                  <a:lnTo>
                    <a:pt x="1374300" y="542548"/>
                  </a:lnTo>
                  <a:lnTo>
                    <a:pt x="1369421" y="483771"/>
                  </a:lnTo>
                  <a:close/>
                  <a:moveTo>
                    <a:pt x="1235131" y="503883"/>
                  </a:moveTo>
                  <a:lnTo>
                    <a:pt x="1258674" y="531665"/>
                  </a:lnTo>
                  <a:lnTo>
                    <a:pt x="1259799" y="496927"/>
                  </a:lnTo>
                  <a:close/>
                  <a:moveTo>
                    <a:pt x="1100987" y="173617"/>
                  </a:moveTo>
                  <a:lnTo>
                    <a:pt x="1057582" y="194664"/>
                  </a:lnTo>
                  <a:lnTo>
                    <a:pt x="1105238" y="172448"/>
                  </a:lnTo>
                  <a:close/>
                  <a:moveTo>
                    <a:pt x="1105238" y="172448"/>
                  </a:moveTo>
                  <a:lnTo>
                    <a:pt x="1057582" y="194664"/>
                  </a:lnTo>
                  <a:lnTo>
                    <a:pt x="1040717" y="240792"/>
                  </a:lnTo>
                  <a:close/>
                  <a:moveTo>
                    <a:pt x="1105238" y="172448"/>
                  </a:moveTo>
                  <a:lnTo>
                    <a:pt x="1040717" y="240792"/>
                  </a:lnTo>
                  <a:lnTo>
                    <a:pt x="1064457" y="194653"/>
                  </a:lnTo>
                  <a:close/>
                  <a:moveTo>
                    <a:pt x="1063018" y="119033"/>
                  </a:moveTo>
                  <a:lnTo>
                    <a:pt x="1057582" y="194664"/>
                  </a:lnTo>
                  <a:lnTo>
                    <a:pt x="1104206" y="168588"/>
                  </a:lnTo>
                  <a:close/>
                  <a:moveTo>
                    <a:pt x="1104206" y="168588"/>
                  </a:moveTo>
                  <a:lnTo>
                    <a:pt x="1057582" y="194664"/>
                  </a:lnTo>
                  <a:lnTo>
                    <a:pt x="1100987" y="173617"/>
                  </a:lnTo>
                  <a:close/>
                  <a:moveTo>
                    <a:pt x="1386101" y="479789"/>
                  </a:moveTo>
                  <a:lnTo>
                    <a:pt x="1461705" y="507232"/>
                  </a:lnTo>
                  <a:lnTo>
                    <a:pt x="1431561" y="455696"/>
                  </a:lnTo>
                  <a:close/>
                  <a:moveTo>
                    <a:pt x="1186774" y="302622"/>
                  </a:moveTo>
                  <a:lnTo>
                    <a:pt x="1213810" y="308105"/>
                  </a:lnTo>
                  <a:lnTo>
                    <a:pt x="1264363" y="283137"/>
                  </a:lnTo>
                  <a:close/>
                  <a:moveTo>
                    <a:pt x="1226654" y="277050"/>
                  </a:moveTo>
                  <a:lnTo>
                    <a:pt x="1186774" y="302622"/>
                  </a:lnTo>
                  <a:lnTo>
                    <a:pt x="1264363" y="283137"/>
                  </a:lnTo>
                  <a:close/>
                  <a:moveTo>
                    <a:pt x="1104206" y="168588"/>
                  </a:moveTo>
                  <a:lnTo>
                    <a:pt x="1137339" y="170570"/>
                  </a:lnTo>
                  <a:lnTo>
                    <a:pt x="1133135" y="94939"/>
                  </a:lnTo>
                  <a:close/>
                  <a:moveTo>
                    <a:pt x="1428074" y="404159"/>
                  </a:moveTo>
                  <a:lnTo>
                    <a:pt x="1431561" y="455696"/>
                  </a:lnTo>
                  <a:lnTo>
                    <a:pt x="1461675" y="431602"/>
                  </a:lnTo>
                  <a:close/>
                  <a:moveTo>
                    <a:pt x="1459819" y="380065"/>
                  </a:moveTo>
                  <a:lnTo>
                    <a:pt x="1432096" y="386233"/>
                  </a:lnTo>
                  <a:lnTo>
                    <a:pt x="1428074" y="404159"/>
                  </a:lnTo>
                  <a:close/>
                  <a:moveTo>
                    <a:pt x="1133135" y="94939"/>
                  </a:moveTo>
                  <a:lnTo>
                    <a:pt x="1178451" y="136603"/>
                  </a:lnTo>
                  <a:lnTo>
                    <a:pt x="1189182" y="70846"/>
                  </a:lnTo>
                  <a:close/>
                  <a:moveTo>
                    <a:pt x="1327894" y="211092"/>
                  </a:moveTo>
                  <a:lnTo>
                    <a:pt x="1320153" y="225455"/>
                  </a:lnTo>
                  <a:lnTo>
                    <a:pt x="1333694" y="161120"/>
                  </a:lnTo>
                  <a:close/>
                  <a:moveTo>
                    <a:pt x="1300350" y="0"/>
                  </a:moveTo>
                  <a:lnTo>
                    <a:pt x="1243815" y="7980"/>
                  </a:lnTo>
                  <a:lnTo>
                    <a:pt x="1310438" y="10930"/>
                  </a:lnTo>
                  <a:close/>
                  <a:moveTo>
                    <a:pt x="1278065" y="42877"/>
                  </a:moveTo>
                  <a:lnTo>
                    <a:pt x="1310438" y="10930"/>
                  </a:lnTo>
                  <a:lnTo>
                    <a:pt x="1271127" y="38629"/>
                  </a:lnTo>
                  <a:close/>
                  <a:moveTo>
                    <a:pt x="1278065" y="42877"/>
                  </a:moveTo>
                  <a:lnTo>
                    <a:pt x="1332768" y="36387"/>
                  </a:lnTo>
                  <a:lnTo>
                    <a:pt x="1310438" y="1093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87" name="Output_density__4286">
              <a:extLst>
                <a:ext uri="{FF2B5EF4-FFF2-40B4-BE49-F238E27FC236}">
                  <a16:creationId xmlns:a16="http://schemas.microsoft.com/office/drawing/2014/main" id="{4F0E18CC-DC50-3483-4EE4-02CCD8DF132B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460542"/>
              <a:ext cx="1620164" cy="1315133"/>
            </a:xfrm>
            <a:custGeom>
              <a:avLst/>
              <a:gdLst/>
              <a:ahLst/>
              <a:cxnLst/>
              <a:rect l="0" t="0" r="0" b="0"/>
              <a:pathLst>
                <a:path w="1620164" h="1315133">
                  <a:moveTo>
                    <a:pt x="52127" y="766135"/>
                  </a:moveTo>
                  <a:lnTo>
                    <a:pt x="0" y="745916"/>
                  </a:lnTo>
                  <a:lnTo>
                    <a:pt x="12305" y="752147"/>
                  </a:lnTo>
                  <a:close/>
                  <a:moveTo>
                    <a:pt x="388646" y="1182646"/>
                  </a:moveTo>
                  <a:lnTo>
                    <a:pt x="390782" y="1187804"/>
                  </a:lnTo>
                  <a:lnTo>
                    <a:pt x="399842" y="1192801"/>
                  </a:lnTo>
                  <a:close/>
                  <a:moveTo>
                    <a:pt x="451218" y="1210208"/>
                  </a:moveTo>
                  <a:lnTo>
                    <a:pt x="390782" y="1187804"/>
                  </a:lnTo>
                  <a:lnTo>
                    <a:pt x="419355" y="1202556"/>
                  </a:lnTo>
                  <a:close/>
                  <a:moveTo>
                    <a:pt x="451218" y="1210208"/>
                  </a:moveTo>
                  <a:lnTo>
                    <a:pt x="399842" y="1192801"/>
                  </a:lnTo>
                  <a:lnTo>
                    <a:pt x="390782" y="1187804"/>
                  </a:lnTo>
                  <a:close/>
                  <a:moveTo>
                    <a:pt x="112215" y="821889"/>
                  </a:moveTo>
                  <a:lnTo>
                    <a:pt x="112888" y="822598"/>
                  </a:lnTo>
                  <a:lnTo>
                    <a:pt x="114343" y="824072"/>
                  </a:lnTo>
                  <a:close/>
                  <a:moveTo>
                    <a:pt x="112215" y="821889"/>
                  </a:moveTo>
                  <a:lnTo>
                    <a:pt x="57199" y="770353"/>
                  </a:lnTo>
                  <a:lnTo>
                    <a:pt x="81178" y="785634"/>
                  </a:lnTo>
                  <a:close/>
                  <a:moveTo>
                    <a:pt x="500210" y="1218705"/>
                  </a:moveTo>
                  <a:lnTo>
                    <a:pt x="578386" y="1201415"/>
                  </a:lnTo>
                  <a:lnTo>
                    <a:pt x="528058" y="1187924"/>
                  </a:lnTo>
                  <a:close/>
                  <a:moveTo>
                    <a:pt x="399842" y="1192801"/>
                  </a:moveTo>
                  <a:lnTo>
                    <a:pt x="451218" y="1210208"/>
                  </a:lnTo>
                  <a:lnTo>
                    <a:pt x="483857" y="1197341"/>
                  </a:lnTo>
                  <a:close/>
                  <a:moveTo>
                    <a:pt x="57199" y="770353"/>
                  </a:moveTo>
                  <a:lnTo>
                    <a:pt x="112215" y="821889"/>
                  </a:lnTo>
                  <a:lnTo>
                    <a:pt x="58171" y="766356"/>
                  </a:lnTo>
                  <a:close/>
                  <a:moveTo>
                    <a:pt x="52127" y="766135"/>
                  </a:moveTo>
                  <a:lnTo>
                    <a:pt x="57199" y="770353"/>
                  </a:lnTo>
                  <a:lnTo>
                    <a:pt x="58171" y="766356"/>
                  </a:lnTo>
                  <a:close/>
                  <a:moveTo>
                    <a:pt x="679758" y="1270853"/>
                  </a:moveTo>
                  <a:lnTo>
                    <a:pt x="627589" y="1250478"/>
                  </a:lnTo>
                  <a:lnTo>
                    <a:pt x="650004" y="1294508"/>
                  </a:lnTo>
                  <a:close/>
                  <a:moveTo>
                    <a:pt x="650004" y="1294508"/>
                  </a:moveTo>
                  <a:lnTo>
                    <a:pt x="692705" y="1279484"/>
                  </a:lnTo>
                  <a:lnTo>
                    <a:pt x="679758" y="1270853"/>
                  </a:lnTo>
                  <a:close/>
                  <a:moveTo>
                    <a:pt x="578386" y="1201415"/>
                  </a:moveTo>
                  <a:lnTo>
                    <a:pt x="588928" y="1140661"/>
                  </a:lnTo>
                  <a:lnTo>
                    <a:pt x="589219" y="1134458"/>
                  </a:lnTo>
                  <a:close/>
                  <a:moveTo>
                    <a:pt x="560231" y="1173313"/>
                  </a:moveTo>
                  <a:lnTo>
                    <a:pt x="578386" y="1201415"/>
                  </a:lnTo>
                  <a:lnTo>
                    <a:pt x="589219" y="1134458"/>
                  </a:lnTo>
                  <a:close/>
                  <a:moveTo>
                    <a:pt x="528058" y="1187924"/>
                  </a:moveTo>
                  <a:lnTo>
                    <a:pt x="578386" y="1201415"/>
                  </a:lnTo>
                  <a:lnTo>
                    <a:pt x="560231" y="1173313"/>
                  </a:lnTo>
                  <a:close/>
                  <a:moveTo>
                    <a:pt x="202043" y="746259"/>
                  </a:moveTo>
                  <a:lnTo>
                    <a:pt x="190688" y="734587"/>
                  </a:lnTo>
                  <a:lnTo>
                    <a:pt x="227330" y="762259"/>
                  </a:lnTo>
                  <a:close/>
                  <a:moveTo>
                    <a:pt x="202043" y="746259"/>
                  </a:moveTo>
                  <a:lnTo>
                    <a:pt x="192711" y="672600"/>
                  </a:lnTo>
                  <a:lnTo>
                    <a:pt x="190688" y="734587"/>
                  </a:lnTo>
                  <a:close/>
                  <a:moveTo>
                    <a:pt x="672026" y="1173829"/>
                  </a:moveTo>
                  <a:lnTo>
                    <a:pt x="684437" y="1185994"/>
                  </a:lnTo>
                  <a:lnTo>
                    <a:pt x="722428" y="1233578"/>
                  </a:lnTo>
                  <a:close/>
                  <a:moveTo>
                    <a:pt x="589219" y="1134458"/>
                  </a:moveTo>
                  <a:lnTo>
                    <a:pt x="597071" y="1071298"/>
                  </a:lnTo>
                  <a:lnTo>
                    <a:pt x="584827" y="1058827"/>
                  </a:lnTo>
                  <a:close/>
                  <a:moveTo>
                    <a:pt x="597071" y="1071298"/>
                  </a:moveTo>
                  <a:lnTo>
                    <a:pt x="577509" y="1024459"/>
                  </a:lnTo>
                  <a:lnTo>
                    <a:pt x="584827" y="1058827"/>
                  </a:lnTo>
                  <a:close/>
                  <a:moveTo>
                    <a:pt x="795338" y="1275028"/>
                  </a:moveTo>
                  <a:lnTo>
                    <a:pt x="789099" y="1264974"/>
                  </a:lnTo>
                  <a:lnTo>
                    <a:pt x="722428" y="1233578"/>
                  </a:lnTo>
                  <a:close/>
                  <a:moveTo>
                    <a:pt x="789099" y="1264974"/>
                  </a:moveTo>
                  <a:lnTo>
                    <a:pt x="826696" y="1240880"/>
                  </a:lnTo>
                  <a:lnTo>
                    <a:pt x="752584" y="1233561"/>
                  </a:lnTo>
                  <a:close/>
                  <a:moveTo>
                    <a:pt x="889675" y="1261866"/>
                  </a:moveTo>
                  <a:lnTo>
                    <a:pt x="867841" y="1315133"/>
                  </a:lnTo>
                  <a:lnTo>
                    <a:pt x="934082" y="1253222"/>
                  </a:lnTo>
                  <a:close/>
                  <a:moveTo>
                    <a:pt x="618844" y="955754"/>
                  </a:moveTo>
                  <a:lnTo>
                    <a:pt x="605850" y="899400"/>
                  </a:lnTo>
                  <a:lnTo>
                    <a:pt x="625968" y="880124"/>
                  </a:lnTo>
                  <a:close/>
                  <a:moveTo>
                    <a:pt x="938536" y="1234576"/>
                  </a:moveTo>
                  <a:lnTo>
                    <a:pt x="889675" y="1261866"/>
                  </a:lnTo>
                  <a:lnTo>
                    <a:pt x="934082" y="1253222"/>
                  </a:lnTo>
                  <a:close/>
                  <a:moveTo>
                    <a:pt x="938536" y="1234576"/>
                  </a:moveTo>
                  <a:lnTo>
                    <a:pt x="896654" y="1230643"/>
                  </a:lnTo>
                  <a:lnTo>
                    <a:pt x="889675" y="1261866"/>
                  </a:lnTo>
                  <a:close/>
                  <a:moveTo>
                    <a:pt x="938536" y="1234576"/>
                  </a:moveTo>
                  <a:lnTo>
                    <a:pt x="934082" y="1253222"/>
                  </a:lnTo>
                  <a:lnTo>
                    <a:pt x="952477" y="1240880"/>
                  </a:lnTo>
                  <a:close/>
                  <a:moveTo>
                    <a:pt x="953466" y="1190794"/>
                  </a:moveTo>
                  <a:lnTo>
                    <a:pt x="989717" y="1168205"/>
                  </a:lnTo>
                  <a:lnTo>
                    <a:pt x="986075" y="1165249"/>
                  </a:lnTo>
                  <a:close/>
                  <a:moveTo>
                    <a:pt x="938536" y="1234576"/>
                  </a:moveTo>
                  <a:lnTo>
                    <a:pt x="974198" y="1228531"/>
                  </a:lnTo>
                  <a:lnTo>
                    <a:pt x="953466" y="1190794"/>
                  </a:lnTo>
                  <a:close/>
                  <a:moveTo>
                    <a:pt x="590460" y="825701"/>
                  </a:moveTo>
                  <a:lnTo>
                    <a:pt x="591061" y="844105"/>
                  </a:lnTo>
                  <a:lnTo>
                    <a:pt x="664879" y="865925"/>
                  </a:lnTo>
                  <a:close/>
                  <a:moveTo>
                    <a:pt x="454166" y="546827"/>
                  </a:moveTo>
                  <a:lnTo>
                    <a:pt x="454171" y="546810"/>
                  </a:lnTo>
                  <a:lnTo>
                    <a:pt x="412383" y="565191"/>
                  </a:lnTo>
                  <a:close/>
                  <a:moveTo>
                    <a:pt x="593677" y="625789"/>
                  </a:moveTo>
                  <a:lnTo>
                    <a:pt x="601384" y="628592"/>
                  </a:lnTo>
                  <a:lnTo>
                    <a:pt x="603450" y="620628"/>
                  </a:lnTo>
                  <a:close/>
                  <a:moveTo>
                    <a:pt x="441802" y="494136"/>
                  </a:moveTo>
                  <a:lnTo>
                    <a:pt x="445477" y="522716"/>
                  </a:lnTo>
                  <a:lnTo>
                    <a:pt x="423852" y="471180"/>
                  </a:lnTo>
                  <a:close/>
                  <a:moveTo>
                    <a:pt x="898321" y="978315"/>
                  </a:moveTo>
                  <a:lnTo>
                    <a:pt x="884136" y="971358"/>
                  </a:lnTo>
                  <a:lnTo>
                    <a:pt x="856537" y="935009"/>
                  </a:lnTo>
                  <a:close/>
                  <a:moveTo>
                    <a:pt x="958215" y="967605"/>
                  </a:moveTo>
                  <a:lnTo>
                    <a:pt x="961773" y="952054"/>
                  </a:lnTo>
                  <a:lnTo>
                    <a:pt x="893815" y="935009"/>
                  </a:lnTo>
                  <a:close/>
                  <a:moveTo>
                    <a:pt x="988150" y="918507"/>
                  </a:moveTo>
                  <a:lnTo>
                    <a:pt x="961773" y="952054"/>
                  </a:lnTo>
                  <a:lnTo>
                    <a:pt x="958215" y="967605"/>
                  </a:lnTo>
                  <a:close/>
                  <a:moveTo>
                    <a:pt x="988150" y="918507"/>
                  </a:moveTo>
                  <a:lnTo>
                    <a:pt x="958215" y="967605"/>
                  </a:lnTo>
                  <a:lnTo>
                    <a:pt x="1002766" y="969368"/>
                  </a:lnTo>
                  <a:close/>
                  <a:moveTo>
                    <a:pt x="778979" y="811146"/>
                  </a:moveTo>
                  <a:lnTo>
                    <a:pt x="817076" y="818156"/>
                  </a:lnTo>
                  <a:lnTo>
                    <a:pt x="788546" y="778607"/>
                  </a:lnTo>
                  <a:close/>
                  <a:moveTo>
                    <a:pt x="817076" y="818156"/>
                  </a:moveTo>
                  <a:lnTo>
                    <a:pt x="849008" y="830178"/>
                  </a:lnTo>
                  <a:lnTo>
                    <a:pt x="788546" y="778607"/>
                  </a:lnTo>
                  <a:close/>
                  <a:moveTo>
                    <a:pt x="603450" y="620628"/>
                  </a:moveTo>
                  <a:lnTo>
                    <a:pt x="619046" y="551490"/>
                  </a:lnTo>
                  <a:lnTo>
                    <a:pt x="593677" y="625789"/>
                  </a:lnTo>
                  <a:close/>
                  <a:moveTo>
                    <a:pt x="603450" y="620628"/>
                  </a:moveTo>
                  <a:lnTo>
                    <a:pt x="661044" y="555328"/>
                  </a:lnTo>
                  <a:lnTo>
                    <a:pt x="619046" y="551490"/>
                  </a:lnTo>
                  <a:close/>
                  <a:moveTo>
                    <a:pt x="661044" y="555328"/>
                  </a:moveTo>
                  <a:lnTo>
                    <a:pt x="666108" y="545318"/>
                  </a:lnTo>
                  <a:lnTo>
                    <a:pt x="619034" y="543993"/>
                  </a:lnTo>
                  <a:close/>
                  <a:moveTo>
                    <a:pt x="661044" y="555328"/>
                  </a:moveTo>
                  <a:lnTo>
                    <a:pt x="697969" y="563291"/>
                  </a:lnTo>
                  <a:lnTo>
                    <a:pt x="666108" y="545318"/>
                  </a:lnTo>
                  <a:close/>
                  <a:moveTo>
                    <a:pt x="713321" y="488067"/>
                  </a:moveTo>
                  <a:lnTo>
                    <a:pt x="714779" y="424139"/>
                  </a:lnTo>
                  <a:lnTo>
                    <a:pt x="712560" y="474528"/>
                  </a:lnTo>
                  <a:close/>
                  <a:moveTo>
                    <a:pt x="712560" y="474528"/>
                  </a:moveTo>
                  <a:lnTo>
                    <a:pt x="710541" y="422992"/>
                  </a:lnTo>
                  <a:lnTo>
                    <a:pt x="737877" y="450434"/>
                  </a:lnTo>
                  <a:close/>
                  <a:moveTo>
                    <a:pt x="1216726" y="936774"/>
                  </a:moveTo>
                  <a:lnTo>
                    <a:pt x="1268301" y="954929"/>
                  </a:lnTo>
                  <a:lnTo>
                    <a:pt x="1251828" y="943575"/>
                  </a:lnTo>
                  <a:close/>
                  <a:moveTo>
                    <a:pt x="975745" y="734493"/>
                  </a:moveTo>
                  <a:lnTo>
                    <a:pt x="1016598" y="712558"/>
                  </a:lnTo>
                  <a:lnTo>
                    <a:pt x="1044457" y="684024"/>
                  </a:lnTo>
                  <a:close/>
                  <a:moveTo>
                    <a:pt x="1307513" y="966634"/>
                  </a:moveTo>
                  <a:lnTo>
                    <a:pt x="1251828" y="943575"/>
                  </a:lnTo>
                  <a:lnTo>
                    <a:pt x="1276476" y="961519"/>
                  </a:lnTo>
                  <a:close/>
                  <a:moveTo>
                    <a:pt x="1307513" y="966634"/>
                  </a:moveTo>
                  <a:lnTo>
                    <a:pt x="1357036" y="977118"/>
                  </a:lnTo>
                  <a:lnTo>
                    <a:pt x="1386970" y="954136"/>
                  </a:lnTo>
                  <a:close/>
                  <a:moveTo>
                    <a:pt x="1407059" y="989466"/>
                  </a:moveTo>
                  <a:lnTo>
                    <a:pt x="1386970" y="954136"/>
                  </a:lnTo>
                  <a:lnTo>
                    <a:pt x="1357036" y="977118"/>
                  </a:lnTo>
                  <a:close/>
                  <a:moveTo>
                    <a:pt x="1234375" y="769535"/>
                  </a:moveTo>
                  <a:lnTo>
                    <a:pt x="1296296" y="789797"/>
                  </a:lnTo>
                  <a:lnTo>
                    <a:pt x="1252201" y="838633"/>
                  </a:lnTo>
                  <a:close/>
                  <a:moveTo>
                    <a:pt x="1195163" y="711466"/>
                  </a:moveTo>
                  <a:lnTo>
                    <a:pt x="1169729" y="665937"/>
                  </a:lnTo>
                  <a:lnTo>
                    <a:pt x="1166776" y="661024"/>
                  </a:lnTo>
                  <a:close/>
                  <a:moveTo>
                    <a:pt x="1209921" y="776432"/>
                  </a:moveTo>
                  <a:lnTo>
                    <a:pt x="1256037" y="774176"/>
                  </a:lnTo>
                  <a:lnTo>
                    <a:pt x="1234375" y="769535"/>
                  </a:lnTo>
                  <a:close/>
                  <a:moveTo>
                    <a:pt x="998618" y="326616"/>
                  </a:moveTo>
                  <a:lnTo>
                    <a:pt x="983984" y="294466"/>
                  </a:lnTo>
                  <a:lnTo>
                    <a:pt x="1000895" y="343461"/>
                  </a:lnTo>
                  <a:close/>
                  <a:moveTo>
                    <a:pt x="1390272" y="831580"/>
                  </a:moveTo>
                  <a:lnTo>
                    <a:pt x="1434149" y="820953"/>
                  </a:lnTo>
                  <a:lnTo>
                    <a:pt x="1466783" y="808067"/>
                  </a:lnTo>
                  <a:close/>
                  <a:moveTo>
                    <a:pt x="1510784" y="822234"/>
                  </a:moveTo>
                  <a:lnTo>
                    <a:pt x="1511983" y="817888"/>
                  </a:lnTo>
                  <a:lnTo>
                    <a:pt x="1482893" y="828522"/>
                  </a:lnTo>
                  <a:close/>
                  <a:moveTo>
                    <a:pt x="1367430" y="674585"/>
                  </a:moveTo>
                  <a:lnTo>
                    <a:pt x="1389170" y="692559"/>
                  </a:lnTo>
                  <a:lnTo>
                    <a:pt x="1377527" y="738909"/>
                  </a:lnTo>
                  <a:close/>
                  <a:moveTo>
                    <a:pt x="1511983" y="817888"/>
                  </a:moveTo>
                  <a:lnTo>
                    <a:pt x="1510784" y="822234"/>
                  </a:lnTo>
                  <a:lnTo>
                    <a:pt x="1516421" y="818977"/>
                  </a:lnTo>
                  <a:close/>
                  <a:moveTo>
                    <a:pt x="1566562" y="831770"/>
                  </a:moveTo>
                  <a:lnTo>
                    <a:pt x="1510784" y="822234"/>
                  </a:lnTo>
                  <a:lnTo>
                    <a:pt x="1536944" y="838949"/>
                  </a:lnTo>
                  <a:close/>
                  <a:moveTo>
                    <a:pt x="1566562" y="831770"/>
                  </a:moveTo>
                  <a:lnTo>
                    <a:pt x="1516421" y="818977"/>
                  </a:lnTo>
                  <a:lnTo>
                    <a:pt x="1510784" y="822234"/>
                  </a:lnTo>
                  <a:close/>
                  <a:moveTo>
                    <a:pt x="1511983" y="817888"/>
                  </a:moveTo>
                  <a:lnTo>
                    <a:pt x="1516421" y="818977"/>
                  </a:lnTo>
                  <a:lnTo>
                    <a:pt x="1518210" y="816197"/>
                  </a:lnTo>
                  <a:close/>
                  <a:moveTo>
                    <a:pt x="1574982" y="808024"/>
                  </a:moveTo>
                  <a:lnTo>
                    <a:pt x="1516421" y="818977"/>
                  </a:lnTo>
                  <a:lnTo>
                    <a:pt x="1566562" y="831770"/>
                  </a:lnTo>
                  <a:close/>
                  <a:moveTo>
                    <a:pt x="1574982" y="808024"/>
                  </a:moveTo>
                  <a:lnTo>
                    <a:pt x="1518210" y="816197"/>
                  </a:lnTo>
                  <a:lnTo>
                    <a:pt x="1516421" y="818977"/>
                  </a:lnTo>
                  <a:close/>
                  <a:moveTo>
                    <a:pt x="1518210" y="816197"/>
                  </a:moveTo>
                  <a:lnTo>
                    <a:pt x="1574982" y="808024"/>
                  </a:lnTo>
                  <a:lnTo>
                    <a:pt x="1541577" y="778133"/>
                  </a:lnTo>
                  <a:close/>
                  <a:moveTo>
                    <a:pt x="1574982" y="808024"/>
                  </a:moveTo>
                  <a:lnTo>
                    <a:pt x="1582354" y="755913"/>
                  </a:lnTo>
                  <a:lnTo>
                    <a:pt x="1541577" y="778133"/>
                  </a:lnTo>
                  <a:close/>
                  <a:moveTo>
                    <a:pt x="1617351" y="811562"/>
                  </a:moveTo>
                  <a:lnTo>
                    <a:pt x="1574982" y="808024"/>
                  </a:lnTo>
                  <a:lnTo>
                    <a:pt x="1566562" y="831770"/>
                  </a:lnTo>
                  <a:close/>
                  <a:moveTo>
                    <a:pt x="1620164" y="746531"/>
                  </a:moveTo>
                  <a:lnTo>
                    <a:pt x="1574982" y="808024"/>
                  </a:lnTo>
                  <a:lnTo>
                    <a:pt x="1617351" y="811562"/>
                  </a:lnTo>
                  <a:close/>
                  <a:moveTo>
                    <a:pt x="1316571" y="326002"/>
                  </a:moveTo>
                  <a:lnTo>
                    <a:pt x="1358811" y="357408"/>
                  </a:lnTo>
                  <a:lnTo>
                    <a:pt x="1308992" y="307655"/>
                  </a:lnTo>
                  <a:close/>
                  <a:moveTo>
                    <a:pt x="1300591" y="254334"/>
                  </a:moveTo>
                  <a:lnTo>
                    <a:pt x="1300600" y="266290"/>
                  </a:lnTo>
                  <a:lnTo>
                    <a:pt x="1336055" y="260893"/>
                  </a:lnTo>
                  <a:close/>
                  <a:moveTo>
                    <a:pt x="1308442" y="25812"/>
                  </a:moveTo>
                  <a:lnTo>
                    <a:pt x="1302366" y="62070"/>
                  </a:lnTo>
                  <a:lnTo>
                    <a:pt x="1315465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8" name="Output_density__4287">
              <a:extLst>
                <a:ext uri="{FF2B5EF4-FFF2-40B4-BE49-F238E27FC236}">
                  <a16:creationId xmlns:a16="http://schemas.microsoft.com/office/drawing/2014/main" id="{C6AC82E1-D943-88ED-D2D0-36ABABAF0E2F}"/>
                </a:ext>
              </a:extLst>
            </p:cNvPr>
            <p:cNvSpPr>
              <a:spLocks noGrp="1"/>
            </p:cNvSpPr>
            <p:nvPr/>
          </p:nvSpPr>
          <p:spPr>
            <a:xfrm>
              <a:off x="14843531" y="2460542"/>
              <a:ext cx="1480083" cy="1315133"/>
            </a:xfrm>
            <a:custGeom>
              <a:avLst/>
              <a:gdLst/>
              <a:ahLst/>
              <a:cxnLst/>
              <a:rect l="0" t="0" r="0" b="0"/>
              <a:pathLst>
                <a:path w="1480083" h="1315133">
                  <a:moveTo>
                    <a:pt x="4519" y="743255"/>
                  </a:moveTo>
                  <a:lnTo>
                    <a:pt x="5072" y="770353"/>
                  </a:lnTo>
                  <a:lnTo>
                    <a:pt x="0" y="766135"/>
                  </a:lnTo>
                  <a:close/>
                  <a:moveTo>
                    <a:pt x="116800" y="853478"/>
                  </a:moveTo>
                  <a:lnTo>
                    <a:pt x="62216" y="824072"/>
                  </a:lnTo>
                  <a:lnTo>
                    <a:pt x="60761" y="822598"/>
                  </a:lnTo>
                  <a:close/>
                  <a:moveTo>
                    <a:pt x="399091" y="1210208"/>
                  </a:moveTo>
                  <a:lnTo>
                    <a:pt x="448083" y="1218705"/>
                  </a:lnTo>
                  <a:lnTo>
                    <a:pt x="475931" y="1187924"/>
                  </a:lnTo>
                  <a:close/>
                  <a:moveTo>
                    <a:pt x="431730" y="1197341"/>
                  </a:moveTo>
                  <a:lnTo>
                    <a:pt x="399091" y="1210208"/>
                  </a:lnTo>
                  <a:lnTo>
                    <a:pt x="475931" y="1187924"/>
                  </a:lnTo>
                  <a:close/>
                  <a:moveTo>
                    <a:pt x="640578" y="1279484"/>
                  </a:moveTo>
                  <a:lnTo>
                    <a:pt x="659920" y="1242018"/>
                  </a:lnTo>
                  <a:lnTo>
                    <a:pt x="627631" y="1270853"/>
                  </a:lnTo>
                  <a:close/>
                  <a:moveTo>
                    <a:pt x="431730" y="1197341"/>
                  </a:moveTo>
                  <a:lnTo>
                    <a:pt x="475931" y="1187924"/>
                  </a:lnTo>
                  <a:lnTo>
                    <a:pt x="508104" y="1173313"/>
                  </a:lnTo>
                  <a:close/>
                  <a:moveTo>
                    <a:pt x="537092" y="1134458"/>
                  </a:moveTo>
                  <a:lnTo>
                    <a:pt x="536801" y="1140661"/>
                  </a:lnTo>
                  <a:lnTo>
                    <a:pt x="537922" y="1110124"/>
                  </a:lnTo>
                  <a:close/>
                  <a:moveTo>
                    <a:pt x="140899" y="670629"/>
                  </a:moveTo>
                  <a:lnTo>
                    <a:pt x="140584" y="672600"/>
                  </a:lnTo>
                  <a:lnTo>
                    <a:pt x="149916" y="746259"/>
                  </a:lnTo>
                  <a:close/>
                  <a:moveTo>
                    <a:pt x="131282" y="694723"/>
                  </a:moveTo>
                  <a:lnTo>
                    <a:pt x="140899" y="670629"/>
                  </a:lnTo>
                  <a:lnTo>
                    <a:pt x="149916" y="746259"/>
                  </a:lnTo>
                  <a:close/>
                  <a:moveTo>
                    <a:pt x="537922" y="1110124"/>
                  </a:moveTo>
                  <a:lnTo>
                    <a:pt x="544944" y="1071298"/>
                  </a:lnTo>
                  <a:lnTo>
                    <a:pt x="537092" y="1134458"/>
                  </a:lnTo>
                  <a:close/>
                  <a:moveTo>
                    <a:pt x="525382" y="1024459"/>
                  </a:moveTo>
                  <a:lnTo>
                    <a:pt x="518400" y="1007291"/>
                  </a:lnTo>
                  <a:lnTo>
                    <a:pt x="532699" y="1058827"/>
                  </a:lnTo>
                  <a:close/>
                  <a:moveTo>
                    <a:pt x="525382" y="1024459"/>
                  </a:moveTo>
                  <a:lnTo>
                    <a:pt x="525888" y="961304"/>
                  </a:lnTo>
                  <a:lnTo>
                    <a:pt x="518400" y="1007291"/>
                  </a:lnTo>
                  <a:close/>
                  <a:moveTo>
                    <a:pt x="670301" y="1233578"/>
                  </a:moveTo>
                  <a:lnTo>
                    <a:pt x="736972" y="1264974"/>
                  </a:lnTo>
                  <a:lnTo>
                    <a:pt x="700457" y="1233561"/>
                  </a:lnTo>
                  <a:close/>
                  <a:moveTo>
                    <a:pt x="815714" y="1315133"/>
                  </a:moveTo>
                  <a:lnTo>
                    <a:pt x="858320" y="1299752"/>
                  </a:lnTo>
                  <a:lnTo>
                    <a:pt x="881955" y="1253222"/>
                  </a:lnTo>
                  <a:close/>
                  <a:moveTo>
                    <a:pt x="538333" y="825701"/>
                  </a:moveTo>
                  <a:lnTo>
                    <a:pt x="536538" y="764417"/>
                  </a:lnTo>
                  <a:lnTo>
                    <a:pt x="533369" y="804493"/>
                  </a:lnTo>
                  <a:close/>
                  <a:moveTo>
                    <a:pt x="536538" y="764417"/>
                  </a:moveTo>
                  <a:lnTo>
                    <a:pt x="528911" y="707875"/>
                  </a:lnTo>
                  <a:lnTo>
                    <a:pt x="517403" y="752957"/>
                  </a:lnTo>
                  <a:close/>
                  <a:moveTo>
                    <a:pt x="360256" y="565191"/>
                  </a:moveTo>
                  <a:lnTo>
                    <a:pt x="327670" y="546810"/>
                  </a:lnTo>
                  <a:lnTo>
                    <a:pt x="329626" y="585568"/>
                  </a:lnTo>
                  <a:close/>
                  <a:moveTo>
                    <a:pt x="529554" y="701420"/>
                  </a:moveTo>
                  <a:lnTo>
                    <a:pt x="549257" y="628592"/>
                  </a:lnTo>
                  <a:lnTo>
                    <a:pt x="541550" y="625789"/>
                  </a:lnTo>
                  <a:close/>
                  <a:moveTo>
                    <a:pt x="541550" y="625789"/>
                  </a:moveTo>
                  <a:lnTo>
                    <a:pt x="556454" y="639811"/>
                  </a:lnTo>
                  <a:lnTo>
                    <a:pt x="529554" y="701420"/>
                  </a:lnTo>
                  <a:close/>
                  <a:moveTo>
                    <a:pt x="549257" y="628592"/>
                  </a:moveTo>
                  <a:lnTo>
                    <a:pt x="566119" y="649883"/>
                  </a:lnTo>
                  <a:lnTo>
                    <a:pt x="551323" y="620628"/>
                  </a:lnTo>
                  <a:close/>
                  <a:moveTo>
                    <a:pt x="318238" y="408090"/>
                  </a:moveTo>
                  <a:lnTo>
                    <a:pt x="372867" y="437661"/>
                  </a:lnTo>
                  <a:lnTo>
                    <a:pt x="352076" y="423978"/>
                  </a:lnTo>
                  <a:close/>
                  <a:moveTo>
                    <a:pt x="938151" y="910915"/>
                  </a:moveTo>
                  <a:lnTo>
                    <a:pt x="909646" y="952054"/>
                  </a:lnTo>
                  <a:lnTo>
                    <a:pt x="936023" y="918507"/>
                  </a:lnTo>
                  <a:close/>
                  <a:moveTo>
                    <a:pt x="593337" y="603034"/>
                  </a:moveTo>
                  <a:lnTo>
                    <a:pt x="608917" y="555328"/>
                  </a:lnTo>
                  <a:lnTo>
                    <a:pt x="551323" y="620628"/>
                  </a:lnTo>
                  <a:close/>
                  <a:moveTo>
                    <a:pt x="566919" y="551490"/>
                  </a:moveTo>
                  <a:lnTo>
                    <a:pt x="608917" y="555328"/>
                  </a:lnTo>
                  <a:lnTo>
                    <a:pt x="566907" y="543993"/>
                  </a:lnTo>
                  <a:close/>
                  <a:moveTo>
                    <a:pt x="640579" y="509863"/>
                  </a:moveTo>
                  <a:lnTo>
                    <a:pt x="566907" y="543993"/>
                  </a:lnTo>
                  <a:lnTo>
                    <a:pt x="613981" y="545318"/>
                  </a:lnTo>
                  <a:close/>
                  <a:moveTo>
                    <a:pt x="613981" y="545318"/>
                  </a:moveTo>
                  <a:lnTo>
                    <a:pt x="655732" y="526741"/>
                  </a:lnTo>
                  <a:lnTo>
                    <a:pt x="640579" y="509863"/>
                  </a:lnTo>
                  <a:close/>
                  <a:moveTo>
                    <a:pt x="1216174" y="954929"/>
                  </a:moveTo>
                  <a:lnTo>
                    <a:pt x="1224349" y="961519"/>
                  </a:lnTo>
                  <a:lnTo>
                    <a:pt x="1199701" y="943575"/>
                  </a:lnTo>
                  <a:close/>
                  <a:moveTo>
                    <a:pt x="799478" y="445033"/>
                  </a:moveTo>
                  <a:lnTo>
                    <a:pt x="873470" y="412096"/>
                  </a:lnTo>
                  <a:lnTo>
                    <a:pt x="828130" y="417254"/>
                  </a:lnTo>
                  <a:close/>
                  <a:moveTo>
                    <a:pt x="1304909" y="977118"/>
                  </a:moveTo>
                  <a:lnTo>
                    <a:pt x="1255386" y="966634"/>
                  </a:lnTo>
                  <a:lnTo>
                    <a:pt x="1224349" y="961519"/>
                  </a:lnTo>
                  <a:close/>
                  <a:moveTo>
                    <a:pt x="1220822" y="776157"/>
                  </a:moveTo>
                  <a:lnTo>
                    <a:pt x="1244169" y="789797"/>
                  </a:lnTo>
                  <a:lnTo>
                    <a:pt x="1182248" y="769535"/>
                  </a:lnTo>
                  <a:close/>
                  <a:moveTo>
                    <a:pt x="1203910" y="774176"/>
                  </a:moveTo>
                  <a:lnTo>
                    <a:pt x="1220822" y="776157"/>
                  </a:lnTo>
                  <a:lnTo>
                    <a:pt x="1182248" y="769535"/>
                  </a:lnTo>
                  <a:close/>
                  <a:moveTo>
                    <a:pt x="828130" y="417254"/>
                  </a:moveTo>
                  <a:lnTo>
                    <a:pt x="873470" y="412096"/>
                  </a:lnTo>
                  <a:lnTo>
                    <a:pt x="882068" y="350710"/>
                  </a:lnTo>
                  <a:close/>
                  <a:moveTo>
                    <a:pt x="1121724" y="655272"/>
                  </a:moveTo>
                  <a:lnTo>
                    <a:pt x="1117602" y="665937"/>
                  </a:lnTo>
                  <a:lnTo>
                    <a:pt x="1191551" y="635835"/>
                  </a:lnTo>
                  <a:close/>
                  <a:moveTo>
                    <a:pt x="1430766" y="828522"/>
                  </a:moveTo>
                  <a:lnTo>
                    <a:pt x="1459856" y="817888"/>
                  </a:lnTo>
                  <a:lnTo>
                    <a:pt x="1414656" y="808067"/>
                  </a:lnTo>
                  <a:close/>
                  <a:moveTo>
                    <a:pt x="1430766" y="828522"/>
                  </a:moveTo>
                  <a:lnTo>
                    <a:pt x="1414656" y="808067"/>
                  </a:lnTo>
                  <a:lnTo>
                    <a:pt x="1382022" y="820953"/>
                  </a:lnTo>
                  <a:close/>
                  <a:moveTo>
                    <a:pt x="1430766" y="828522"/>
                  </a:moveTo>
                  <a:lnTo>
                    <a:pt x="1480083" y="838234"/>
                  </a:lnTo>
                  <a:lnTo>
                    <a:pt x="1458657" y="822234"/>
                  </a:lnTo>
                  <a:close/>
                  <a:moveTo>
                    <a:pt x="1356716" y="678899"/>
                  </a:moveTo>
                  <a:lnTo>
                    <a:pt x="1315303" y="674585"/>
                  </a:lnTo>
                  <a:lnTo>
                    <a:pt x="1325400" y="738909"/>
                  </a:lnTo>
                  <a:close/>
                  <a:moveTo>
                    <a:pt x="1215731" y="584299"/>
                  </a:moveTo>
                  <a:lnTo>
                    <a:pt x="1222514" y="573932"/>
                  </a:lnTo>
                  <a:lnTo>
                    <a:pt x="1208551" y="560205"/>
                  </a:lnTo>
                  <a:close/>
                  <a:moveTo>
                    <a:pt x="1152113" y="480320"/>
                  </a:moveTo>
                  <a:lnTo>
                    <a:pt x="1163391" y="457132"/>
                  </a:lnTo>
                  <a:lnTo>
                    <a:pt x="1142578" y="489518"/>
                  </a:lnTo>
                  <a:close/>
                  <a:moveTo>
                    <a:pt x="1202741" y="404884"/>
                  </a:moveTo>
                  <a:lnTo>
                    <a:pt x="1178087" y="447604"/>
                  </a:lnTo>
                  <a:lnTo>
                    <a:pt x="1252850" y="417556"/>
                  </a:lnTo>
                  <a:close/>
                  <a:moveTo>
                    <a:pt x="1252850" y="417556"/>
                  </a:moveTo>
                  <a:lnTo>
                    <a:pt x="1221887" y="436688"/>
                  </a:lnTo>
                  <a:lnTo>
                    <a:pt x="1291766" y="388379"/>
                  </a:lnTo>
                  <a:close/>
                  <a:moveTo>
                    <a:pt x="1291766" y="388379"/>
                  </a:moveTo>
                  <a:lnTo>
                    <a:pt x="1351504" y="369423"/>
                  </a:lnTo>
                  <a:lnTo>
                    <a:pt x="1304982" y="369262"/>
                  </a:lnTo>
                  <a:close/>
                  <a:moveTo>
                    <a:pt x="1310209" y="176783"/>
                  </a:moveTo>
                  <a:lnTo>
                    <a:pt x="1304767" y="178704"/>
                  </a:lnTo>
                  <a:lnTo>
                    <a:pt x="1307650" y="177965"/>
                  </a:lnTo>
                  <a:close/>
                  <a:moveTo>
                    <a:pt x="1360950" y="202569"/>
                  </a:moveTo>
                  <a:lnTo>
                    <a:pt x="1310209" y="176783"/>
                  </a:lnTo>
                  <a:lnTo>
                    <a:pt x="1309201" y="178704"/>
                  </a:lnTo>
                  <a:close/>
                  <a:moveTo>
                    <a:pt x="1307650" y="177965"/>
                  </a:moveTo>
                  <a:lnTo>
                    <a:pt x="1309201" y="178704"/>
                  </a:lnTo>
                  <a:lnTo>
                    <a:pt x="1310209" y="176783"/>
                  </a:lnTo>
                  <a:close/>
                  <a:moveTo>
                    <a:pt x="1263338" y="0"/>
                  </a:moveTo>
                  <a:lnTo>
                    <a:pt x="1285704" y="791"/>
                  </a:lnTo>
                  <a:lnTo>
                    <a:pt x="1256315" y="2581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9" name="Output_density__4288">
              <a:extLst>
                <a:ext uri="{FF2B5EF4-FFF2-40B4-BE49-F238E27FC236}">
                  <a16:creationId xmlns:a16="http://schemas.microsoft.com/office/drawing/2014/main" id="{968247D4-BBCA-8A08-614B-DECDF3A4AAC9}"/>
                </a:ext>
              </a:extLst>
            </p:cNvPr>
            <p:cNvSpPr>
              <a:spLocks noGrp="1"/>
            </p:cNvSpPr>
            <p:nvPr/>
          </p:nvSpPr>
          <p:spPr>
            <a:xfrm>
              <a:off x="14982092" y="2288475"/>
              <a:ext cx="1567438" cy="1487200"/>
            </a:xfrm>
            <a:custGeom>
              <a:avLst/>
              <a:gdLst/>
              <a:ahLst/>
              <a:cxnLst/>
              <a:rect l="0" t="0" r="0" b="0"/>
              <a:pathLst>
                <a:path w="1567438" h="1487200">
                  <a:moveTo>
                    <a:pt x="197958" y="1354713"/>
                  </a:moveTo>
                  <a:lnTo>
                    <a:pt x="175234" y="1317339"/>
                  </a:lnTo>
                  <a:lnTo>
                    <a:pt x="200094" y="1359871"/>
                  </a:lnTo>
                  <a:close/>
                  <a:moveTo>
                    <a:pt x="459317" y="1466575"/>
                  </a:moveTo>
                  <a:lnTo>
                    <a:pt x="417770" y="1422337"/>
                  </a:lnTo>
                  <a:lnTo>
                    <a:pt x="416236" y="1433692"/>
                  </a:lnTo>
                  <a:close/>
                  <a:moveTo>
                    <a:pt x="436902" y="1422546"/>
                  </a:moveTo>
                  <a:lnTo>
                    <a:pt x="417770" y="1422337"/>
                  </a:lnTo>
                  <a:lnTo>
                    <a:pt x="459317" y="1466575"/>
                  </a:lnTo>
                  <a:close/>
                  <a:moveTo>
                    <a:pt x="457184" y="1365533"/>
                  </a:moveTo>
                  <a:lnTo>
                    <a:pt x="469459" y="1369595"/>
                  </a:lnTo>
                  <a:lnTo>
                    <a:pt x="521359" y="1414085"/>
                  </a:lnTo>
                  <a:close/>
                  <a:moveTo>
                    <a:pt x="398240" y="1312728"/>
                  </a:moveTo>
                  <a:lnTo>
                    <a:pt x="449126" y="1309341"/>
                  </a:lnTo>
                  <a:lnTo>
                    <a:pt x="399362" y="1282191"/>
                  </a:lnTo>
                  <a:close/>
                  <a:moveTo>
                    <a:pt x="36642" y="934326"/>
                  </a:moveTo>
                  <a:lnTo>
                    <a:pt x="0" y="906655"/>
                  </a:lnTo>
                  <a:lnTo>
                    <a:pt x="20431" y="913494"/>
                  </a:lnTo>
                  <a:close/>
                  <a:moveTo>
                    <a:pt x="399362" y="1282191"/>
                  </a:moveTo>
                  <a:lnTo>
                    <a:pt x="476905" y="1286758"/>
                  </a:lnTo>
                  <a:lnTo>
                    <a:pt x="445482" y="1230895"/>
                  </a:lnTo>
                  <a:close/>
                  <a:moveTo>
                    <a:pt x="448870" y="1292619"/>
                  </a:moveTo>
                  <a:lnTo>
                    <a:pt x="476905" y="1286758"/>
                  </a:lnTo>
                  <a:lnTo>
                    <a:pt x="399362" y="1282191"/>
                  </a:lnTo>
                  <a:close/>
                  <a:moveTo>
                    <a:pt x="445482" y="1230895"/>
                  </a:moveTo>
                  <a:lnTo>
                    <a:pt x="406383" y="1243365"/>
                  </a:lnTo>
                  <a:lnTo>
                    <a:pt x="399362" y="1282191"/>
                  </a:lnTo>
                  <a:close/>
                  <a:moveTo>
                    <a:pt x="598411" y="1437041"/>
                  </a:moveTo>
                  <a:lnTo>
                    <a:pt x="604651" y="1447096"/>
                  </a:lnTo>
                  <a:lnTo>
                    <a:pt x="622352" y="1456986"/>
                  </a:lnTo>
                  <a:close/>
                  <a:moveTo>
                    <a:pt x="677153" y="1487200"/>
                  </a:moveTo>
                  <a:lnTo>
                    <a:pt x="622352" y="1456986"/>
                  </a:lnTo>
                  <a:lnTo>
                    <a:pt x="604651" y="1447096"/>
                  </a:lnTo>
                  <a:close/>
                  <a:moveTo>
                    <a:pt x="636008" y="1412947"/>
                  </a:moveTo>
                  <a:lnTo>
                    <a:pt x="598411" y="1437041"/>
                  </a:lnTo>
                  <a:lnTo>
                    <a:pt x="622352" y="1456986"/>
                  </a:lnTo>
                  <a:close/>
                  <a:moveTo>
                    <a:pt x="622352" y="1456986"/>
                  </a:moveTo>
                  <a:lnTo>
                    <a:pt x="677153" y="1487200"/>
                  </a:lnTo>
                  <a:lnTo>
                    <a:pt x="698987" y="1433934"/>
                  </a:lnTo>
                  <a:close/>
                  <a:moveTo>
                    <a:pt x="648458" y="1419690"/>
                  </a:moveTo>
                  <a:lnTo>
                    <a:pt x="622352" y="1456986"/>
                  </a:lnTo>
                  <a:lnTo>
                    <a:pt x="698987" y="1433934"/>
                  </a:lnTo>
                  <a:close/>
                  <a:moveTo>
                    <a:pt x="705966" y="1402710"/>
                  </a:moveTo>
                  <a:lnTo>
                    <a:pt x="747848" y="1406643"/>
                  </a:lnTo>
                  <a:lnTo>
                    <a:pt x="713234" y="1352301"/>
                  </a:lnTo>
                  <a:close/>
                  <a:moveTo>
                    <a:pt x="747848" y="1406643"/>
                  </a:moveTo>
                  <a:lnTo>
                    <a:pt x="762778" y="1362862"/>
                  </a:lnTo>
                  <a:lnTo>
                    <a:pt x="713234" y="1352301"/>
                  </a:lnTo>
                  <a:close/>
                  <a:moveTo>
                    <a:pt x="631964" y="1236662"/>
                  </a:moveTo>
                  <a:lnTo>
                    <a:pt x="655873" y="1234244"/>
                  </a:lnTo>
                  <a:lnTo>
                    <a:pt x="633543" y="1229026"/>
                  </a:lnTo>
                  <a:close/>
                  <a:moveTo>
                    <a:pt x="624444" y="1234244"/>
                  </a:moveTo>
                  <a:lnTo>
                    <a:pt x="631964" y="1236662"/>
                  </a:lnTo>
                  <a:lnTo>
                    <a:pt x="633543" y="1229026"/>
                  </a:lnTo>
                  <a:close/>
                  <a:moveTo>
                    <a:pt x="474191" y="1037992"/>
                  </a:moveTo>
                  <a:lnTo>
                    <a:pt x="400373" y="1016173"/>
                  </a:lnTo>
                  <a:lnTo>
                    <a:pt x="435280" y="1052191"/>
                  </a:lnTo>
                  <a:close/>
                  <a:moveTo>
                    <a:pt x="399772" y="997769"/>
                  </a:moveTo>
                  <a:lnTo>
                    <a:pt x="462889" y="984438"/>
                  </a:lnTo>
                  <a:lnTo>
                    <a:pt x="455745" y="927503"/>
                  </a:lnTo>
                  <a:close/>
                  <a:moveTo>
                    <a:pt x="399772" y="997769"/>
                  </a:moveTo>
                  <a:lnTo>
                    <a:pt x="455745" y="927503"/>
                  </a:lnTo>
                  <a:lnTo>
                    <a:pt x="397978" y="936485"/>
                  </a:lnTo>
                  <a:close/>
                  <a:moveTo>
                    <a:pt x="191065" y="757635"/>
                  </a:moveTo>
                  <a:lnTo>
                    <a:pt x="237929" y="794508"/>
                  </a:lnTo>
                  <a:lnTo>
                    <a:pt x="221696" y="737258"/>
                  </a:lnTo>
                  <a:close/>
                  <a:moveTo>
                    <a:pt x="221696" y="737258"/>
                  </a:moveTo>
                  <a:lnTo>
                    <a:pt x="237929" y="794508"/>
                  </a:lnTo>
                  <a:lnTo>
                    <a:pt x="263478" y="718895"/>
                  </a:lnTo>
                  <a:close/>
                  <a:moveTo>
                    <a:pt x="263478" y="718895"/>
                  </a:moveTo>
                  <a:lnTo>
                    <a:pt x="208648" y="691435"/>
                  </a:lnTo>
                  <a:lnTo>
                    <a:pt x="211111" y="697683"/>
                  </a:lnTo>
                  <a:close/>
                  <a:moveTo>
                    <a:pt x="769849" y="1326014"/>
                  </a:moveTo>
                  <a:lnTo>
                    <a:pt x="762778" y="1362862"/>
                  </a:lnTo>
                  <a:lnTo>
                    <a:pt x="795387" y="1337317"/>
                  </a:lnTo>
                  <a:close/>
                  <a:moveTo>
                    <a:pt x="769849" y="1326014"/>
                  </a:moveTo>
                  <a:lnTo>
                    <a:pt x="795387" y="1337317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769849" y="1326014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800755" y="1276127"/>
                  </a:lnTo>
                  <a:lnTo>
                    <a:pt x="762172" y="1225696"/>
                  </a:lnTo>
                  <a:close/>
                  <a:moveTo>
                    <a:pt x="800755" y="1276127"/>
                  </a:moveTo>
                  <a:lnTo>
                    <a:pt x="806580" y="1217052"/>
                  </a:lnTo>
                  <a:lnTo>
                    <a:pt x="762172" y="1225696"/>
                  </a:lnTo>
                  <a:close/>
                  <a:moveTo>
                    <a:pt x="693448" y="1143425"/>
                  </a:moveTo>
                  <a:lnTo>
                    <a:pt x="663993" y="1123119"/>
                  </a:lnTo>
                  <a:lnTo>
                    <a:pt x="665850" y="1107077"/>
                  </a:lnTo>
                  <a:close/>
                  <a:moveTo>
                    <a:pt x="330604" y="746320"/>
                  </a:moveTo>
                  <a:lnTo>
                    <a:pt x="263505" y="718873"/>
                  </a:lnTo>
                  <a:lnTo>
                    <a:pt x="263509" y="718878"/>
                  </a:lnTo>
                  <a:close/>
                  <a:moveTo>
                    <a:pt x="221696" y="737258"/>
                  </a:moveTo>
                  <a:lnTo>
                    <a:pt x="263483" y="718878"/>
                  </a:lnTo>
                  <a:lnTo>
                    <a:pt x="238467" y="701246"/>
                  </a:lnTo>
                  <a:close/>
                  <a:moveTo>
                    <a:pt x="238467" y="701246"/>
                  </a:moveTo>
                  <a:lnTo>
                    <a:pt x="263483" y="718878"/>
                  </a:lnTo>
                  <a:lnTo>
                    <a:pt x="211111" y="697683"/>
                  </a:lnTo>
                  <a:close/>
                  <a:moveTo>
                    <a:pt x="234306" y="609729"/>
                  </a:moveTo>
                  <a:lnTo>
                    <a:pt x="242126" y="610768"/>
                  </a:lnTo>
                  <a:lnTo>
                    <a:pt x="213515" y="596045"/>
                  </a:lnTo>
                  <a:close/>
                  <a:moveTo>
                    <a:pt x="767527" y="1139672"/>
                  </a:moveTo>
                  <a:lnTo>
                    <a:pt x="707634" y="1150383"/>
                  </a:lnTo>
                  <a:lnTo>
                    <a:pt x="764328" y="1205016"/>
                  </a:lnTo>
                  <a:close/>
                  <a:moveTo>
                    <a:pt x="807451" y="1207940"/>
                  </a:moveTo>
                  <a:lnTo>
                    <a:pt x="762172" y="1225696"/>
                  </a:lnTo>
                  <a:lnTo>
                    <a:pt x="806580" y="1217052"/>
                  </a:lnTo>
                  <a:close/>
                  <a:moveTo>
                    <a:pt x="807451" y="1207940"/>
                  </a:moveTo>
                  <a:lnTo>
                    <a:pt x="764328" y="1205016"/>
                  </a:lnTo>
                  <a:lnTo>
                    <a:pt x="762172" y="1225696"/>
                  </a:lnTo>
                  <a:close/>
                  <a:moveTo>
                    <a:pt x="764328" y="1205016"/>
                  </a:moveTo>
                  <a:lnTo>
                    <a:pt x="807451" y="1207940"/>
                  </a:lnTo>
                  <a:lnTo>
                    <a:pt x="812078" y="1141436"/>
                  </a:lnTo>
                  <a:close/>
                  <a:moveTo>
                    <a:pt x="764328" y="1205016"/>
                  </a:moveTo>
                  <a:lnTo>
                    <a:pt x="812078" y="1141436"/>
                  </a:lnTo>
                  <a:lnTo>
                    <a:pt x="767527" y="1139672"/>
                  </a:lnTo>
                  <a:close/>
                  <a:moveTo>
                    <a:pt x="707634" y="1150383"/>
                  </a:moveTo>
                  <a:lnTo>
                    <a:pt x="767527" y="1139672"/>
                  </a:lnTo>
                  <a:lnTo>
                    <a:pt x="703127" y="1107077"/>
                  </a:lnTo>
                  <a:close/>
                  <a:moveTo>
                    <a:pt x="686833" y="1041808"/>
                  </a:moveTo>
                  <a:lnTo>
                    <a:pt x="666319" y="1083246"/>
                  </a:lnTo>
                  <a:lnTo>
                    <a:pt x="678176" y="1086326"/>
                  </a:lnTo>
                  <a:close/>
                  <a:moveTo>
                    <a:pt x="634975" y="1045986"/>
                  </a:moveTo>
                  <a:lnTo>
                    <a:pt x="658320" y="1002246"/>
                  </a:lnTo>
                  <a:lnTo>
                    <a:pt x="626388" y="990223"/>
                  </a:lnTo>
                  <a:close/>
                  <a:moveTo>
                    <a:pt x="686833" y="1041808"/>
                  </a:moveTo>
                  <a:lnTo>
                    <a:pt x="691711" y="1055540"/>
                  </a:lnTo>
                  <a:lnTo>
                    <a:pt x="658320" y="1002246"/>
                  </a:lnTo>
                  <a:close/>
                  <a:moveTo>
                    <a:pt x="588291" y="983213"/>
                  </a:moveTo>
                  <a:lnTo>
                    <a:pt x="597858" y="950675"/>
                  </a:lnTo>
                  <a:lnTo>
                    <a:pt x="570021" y="935324"/>
                  </a:lnTo>
                  <a:close/>
                  <a:moveTo>
                    <a:pt x="524091" y="596207"/>
                  </a:moveTo>
                  <a:lnTo>
                    <a:pt x="519853" y="595059"/>
                  </a:lnTo>
                  <a:lnTo>
                    <a:pt x="521872" y="646596"/>
                  </a:lnTo>
                  <a:close/>
                  <a:moveTo>
                    <a:pt x="519853" y="595059"/>
                  </a:moveTo>
                  <a:lnTo>
                    <a:pt x="507172" y="571979"/>
                  </a:lnTo>
                  <a:lnTo>
                    <a:pt x="547190" y="622502"/>
                  </a:lnTo>
                  <a:close/>
                  <a:moveTo>
                    <a:pt x="556783" y="570965"/>
                  </a:moveTo>
                  <a:lnTo>
                    <a:pt x="580799" y="627127"/>
                  </a:lnTo>
                  <a:lnTo>
                    <a:pt x="613599" y="614860"/>
                  </a:lnTo>
                  <a:close/>
                  <a:moveTo>
                    <a:pt x="1001709" y="1086331"/>
                  </a:moveTo>
                  <a:lnTo>
                    <a:pt x="1003517" y="1099746"/>
                  </a:lnTo>
                  <a:lnTo>
                    <a:pt x="1026038" y="1108842"/>
                  </a:lnTo>
                  <a:close/>
                  <a:moveTo>
                    <a:pt x="1061230" y="1113774"/>
                  </a:moveTo>
                  <a:lnTo>
                    <a:pt x="1026038" y="1108842"/>
                  </a:lnTo>
                  <a:lnTo>
                    <a:pt x="1061140" y="1115642"/>
                  </a:lnTo>
                  <a:close/>
                  <a:moveTo>
                    <a:pt x="1001709" y="1086331"/>
                  </a:moveTo>
                  <a:lnTo>
                    <a:pt x="1026038" y="1108842"/>
                  </a:lnTo>
                  <a:lnTo>
                    <a:pt x="1061230" y="1113774"/>
                  </a:lnTo>
                  <a:close/>
                  <a:moveTo>
                    <a:pt x="1247705" y="1143786"/>
                  </a:moveTo>
                  <a:lnTo>
                    <a:pt x="1235849" y="1150297"/>
                  </a:lnTo>
                  <a:lnTo>
                    <a:pt x="1274756" y="1205148"/>
                  </a:lnTo>
                  <a:close/>
                  <a:moveTo>
                    <a:pt x="1300107" y="1165032"/>
                  </a:moveTo>
                  <a:lnTo>
                    <a:pt x="1247705" y="1143786"/>
                  </a:lnTo>
                  <a:lnTo>
                    <a:pt x="1274756" y="1205148"/>
                  </a:lnTo>
                  <a:close/>
                  <a:moveTo>
                    <a:pt x="1235849" y="1150297"/>
                  </a:moveTo>
                  <a:lnTo>
                    <a:pt x="1241797" y="1141217"/>
                  </a:lnTo>
                  <a:lnTo>
                    <a:pt x="1216371" y="1161534"/>
                  </a:lnTo>
                  <a:close/>
                  <a:moveTo>
                    <a:pt x="1216371" y="1161534"/>
                  </a:moveTo>
                  <a:lnTo>
                    <a:pt x="1241797" y="1141217"/>
                  </a:lnTo>
                  <a:lnTo>
                    <a:pt x="1196282" y="1126203"/>
                  </a:lnTo>
                  <a:close/>
                  <a:moveTo>
                    <a:pt x="976089" y="833091"/>
                  </a:moveTo>
                  <a:lnTo>
                    <a:pt x="1001592" y="882541"/>
                  </a:lnTo>
                  <a:lnTo>
                    <a:pt x="1004475" y="883534"/>
                  </a:lnTo>
                  <a:close/>
                  <a:moveTo>
                    <a:pt x="743508" y="522778"/>
                  </a:moveTo>
                  <a:lnTo>
                    <a:pt x="734909" y="584164"/>
                  </a:lnTo>
                  <a:lnTo>
                    <a:pt x="749686" y="526749"/>
                  </a:lnTo>
                  <a:close/>
                  <a:moveTo>
                    <a:pt x="749686" y="526749"/>
                  </a:moveTo>
                  <a:lnTo>
                    <a:pt x="734909" y="584164"/>
                  </a:lnTo>
                  <a:lnTo>
                    <a:pt x="797647" y="525739"/>
                  </a:lnTo>
                  <a:close/>
                  <a:moveTo>
                    <a:pt x="747687" y="497041"/>
                  </a:moveTo>
                  <a:lnTo>
                    <a:pt x="749686" y="526749"/>
                  </a:lnTo>
                  <a:lnTo>
                    <a:pt x="768684" y="471241"/>
                  </a:lnTo>
                  <a:close/>
                  <a:moveTo>
                    <a:pt x="743508" y="522778"/>
                  </a:moveTo>
                  <a:lnTo>
                    <a:pt x="749686" y="526749"/>
                  </a:lnTo>
                  <a:lnTo>
                    <a:pt x="747687" y="497041"/>
                  </a:lnTo>
                  <a:close/>
                  <a:moveTo>
                    <a:pt x="1241797" y="1141217"/>
                  </a:moveTo>
                  <a:lnTo>
                    <a:pt x="1235849" y="1150297"/>
                  </a:lnTo>
                  <a:lnTo>
                    <a:pt x="1247705" y="1143786"/>
                  </a:lnTo>
                  <a:close/>
                  <a:moveTo>
                    <a:pt x="1241797" y="1141217"/>
                  </a:moveTo>
                  <a:lnTo>
                    <a:pt x="1247705" y="1143786"/>
                  </a:lnTo>
                  <a:lnTo>
                    <a:pt x="1249082" y="1139538"/>
                  </a:lnTo>
                  <a:close/>
                  <a:moveTo>
                    <a:pt x="1249082" y="1139538"/>
                  </a:moveTo>
                  <a:lnTo>
                    <a:pt x="1196282" y="1126203"/>
                  </a:lnTo>
                  <a:lnTo>
                    <a:pt x="1241797" y="1141217"/>
                  </a:lnTo>
                  <a:close/>
                  <a:moveTo>
                    <a:pt x="1311094" y="1127105"/>
                  </a:moveTo>
                  <a:lnTo>
                    <a:pt x="1247705" y="1143786"/>
                  </a:lnTo>
                  <a:lnTo>
                    <a:pt x="1300107" y="1165032"/>
                  </a:lnTo>
                  <a:close/>
                  <a:moveTo>
                    <a:pt x="1311094" y="1127105"/>
                  </a:moveTo>
                  <a:lnTo>
                    <a:pt x="1249082" y="1139538"/>
                  </a:lnTo>
                  <a:lnTo>
                    <a:pt x="1247705" y="1143786"/>
                  </a:lnTo>
                  <a:close/>
                  <a:moveTo>
                    <a:pt x="1117828" y="1007553"/>
                  </a:moveTo>
                  <a:lnTo>
                    <a:pt x="1142353" y="1024857"/>
                  </a:lnTo>
                  <a:lnTo>
                    <a:pt x="1163875" y="1005038"/>
                  </a:lnTo>
                  <a:close/>
                  <a:moveTo>
                    <a:pt x="1052990" y="807903"/>
                  </a:moveTo>
                  <a:lnTo>
                    <a:pt x="979041" y="838004"/>
                  </a:lnTo>
                  <a:lnTo>
                    <a:pt x="1004475" y="883534"/>
                  </a:lnTo>
                  <a:close/>
                  <a:moveTo>
                    <a:pt x="1097425" y="796367"/>
                  </a:moveTo>
                  <a:lnTo>
                    <a:pt x="1065173" y="810684"/>
                  </a:lnTo>
                  <a:lnTo>
                    <a:pt x="1077170" y="756367"/>
                  </a:lnTo>
                  <a:close/>
                  <a:moveTo>
                    <a:pt x="788073" y="447147"/>
                  </a:moveTo>
                  <a:lnTo>
                    <a:pt x="793296" y="466534"/>
                  </a:lnTo>
                  <a:lnTo>
                    <a:pt x="807930" y="498683"/>
                  </a:lnTo>
                  <a:close/>
                  <a:moveTo>
                    <a:pt x="768684" y="471241"/>
                  </a:moveTo>
                  <a:lnTo>
                    <a:pt x="751816" y="462274"/>
                  </a:lnTo>
                  <a:lnTo>
                    <a:pt x="747687" y="497041"/>
                  </a:lnTo>
                  <a:close/>
                  <a:moveTo>
                    <a:pt x="1069990" y="732273"/>
                  </a:moveTo>
                  <a:lnTo>
                    <a:pt x="1097425" y="796367"/>
                  </a:lnTo>
                  <a:lnTo>
                    <a:pt x="1077170" y="756367"/>
                  </a:lnTo>
                  <a:close/>
                  <a:moveTo>
                    <a:pt x="1046780" y="688116"/>
                  </a:moveTo>
                  <a:lnTo>
                    <a:pt x="1083953" y="745999"/>
                  </a:lnTo>
                  <a:lnTo>
                    <a:pt x="1094128" y="687606"/>
                  </a:lnTo>
                  <a:close/>
                  <a:moveTo>
                    <a:pt x="1069990" y="732273"/>
                  </a:moveTo>
                  <a:lnTo>
                    <a:pt x="1083953" y="745999"/>
                  </a:lnTo>
                  <a:lnTo>
                    <a:pt x="1046780" y="688116"/>
                  </a:lnTo>
                  <a:close/>
                  <a:moveTo>
                    <a:pt x="1004017" y="661585"/>
                  </a:moveTo>
                  <a:lnTo>
                    <a:pt x="989250" y="704830"/>
                  </a:lnTo>
                  <a:lnTo>
                    <a:pt x="1013552" y="652387"/>
                  </a:lnTo>
                  <a:close/>
                  <a:moveTo>
                    <a:pt x="1405977" y="914325"/>
                  </a:moveTo>
                  <a:lnTo>
                    <a:pt x="1391666" y="927980"/>
                  </a:lnTo>
                  <a:lnTo>
                    <a:pt x="1429477" y="918599"/>
                  </a:lnTo>
                  <a:close/>
                  <a:moveTo>
                    <a:pt x="1429477" y="918599"/>
                  </a:moveTo>
                  <a:lnTo>
                    <a:pt x="1391666" y="927980"/>
                  </a:lnTo>
                  <a:lnTo>
                    <a:pt x="1384295" y="980091"/>
                  </a:lnTo>
                  <a:close/>
                  <a:moveTo>
                    <a:pt x="1392593" y="910602"/>
                  </a:moveTo>
                  <a:lnTo>
                    <a:pt x="1350890" y="950201"/>
                  </a:lnTo>
                  <a:lnTo>
                    <a:pt x="1391666" y="927980"/>
                  </a:lnTo>
                  <a:close/>
                  <a:moveTo>
                    <a:pt x="1331701" y="859381"/>
                  </a:moveTo>
                  <a:lnTo>
                    <a:pt x="1380283" y="885420"/>
                  </a:lnTo>
                  <a:lnTo>
                    <a:pt x="1348897" y="862788"/>
                  </a:lnTo>
                  <a:close/>
                  <a:moveTo>
                    <a:pt x="1392593" y="910602"/>
                  </a:moveTo>
                  <a:lnTo>
                    <a:pt x="1380283" y="885420"/>
                  </a:lnTo>
                  <a:lnTo>
                    <a:pt x="1331701" y="859381"/>
                  </a:lnTo>
                  <a:close/>
                  <a:moveTo>
                    <a:pt x="1392593" y="910602"/>
                  </a:moveTo>
                  <a:lnTo>
                    <a:pt x="1391666" y="927980"/>
                  </a:lnTo>
                  <a:lnTo>
                    <a:pt x="1405977" y="914325"/>
                  </a:lnTo>
                  <a:close/>
                  <a:moveTo>
                    <a:pt x="1392593" y="910602"/>
                  </a:moveTo>
                  <a:lnTo>
                    <a:pt x="1405977" y="914325"/>
                  </a:lnTo>
                  <a:lnTo>
                    <a:pt x="1380283" y="885420"/>
                  </a:lnTo>
                  <a:close/>
                  <a:moveTo>
                    <a:pt x="1331701" y="859381"/>
                  </a:moveTo>
                  <a:lnTo>
                    <a:pt x="1348897" y="862788"/>
                  </a:lnTo>
                  <a:lnTo>
                    <a:pt x="1324012" y="849708"/>
                  </a:lnTo>
                  <a:close/>
                  <a:moveTo>
                    <a:pt x="1166421" y="541329"/>
                  </a:moveTo>
                  <a:lnTo>
                    <a:pt x="1210948" y="480369"/>
                  </a:lnTo>
                  <a:lnTo>
                    <a:pt x="1166371" y="478627"/>
                  </a:lnTo>
                  <a:close/>
                  <a:moveTo>
                    <a:pt x="1118304" y="479723"/>
                  </a:moveTo>
                  <a:lnTo>
                    <a:pt x="1166421" y="541329"/>
                  </a:lnTo>
                  <a:lnTo>
                    <a:pt x="1166371" y="478627"/>
                  </a:lnTo>
                  <a:close/>
                  <a:moveTo>
                    <a:pt x="1145367" y="432960"/>
                  </a:moveTo>
                  <a:lnTo>
                    <a:pt x="1109912" y="438357"/>
                  </a:lnTo>
                  <a:lnTo>
                    <a:pt x="1118304" y="479723"/>
                  </a:lnTo>
                  <a:close/>
                  <a:moveTo>
                    <a:pt x="1094800" y="477938"/>
                  </a:moveTo>
                  <a:lnTo>
                    <a:pt x="1118304" y="479723"/>
                  </a:lnTo>
                  <a:lnTo>
                    <a:pt x="1109912" y="438357"/>
                  </a:lnTo>
                  <a:close/>
                  <a:moveTo>
                    <a:pt x="964927" y="245632"/>
                  </a:moveTo>
                  <a:lnTo>
                    <a:pt x="994145" y="219976"/>
                  </a:lnTo>
                  <a:lnTo>
                    <a:pt x="1047786" y="248099"/>
                  </a:lnTo>
                  <a:close/>
                  <a:moveTo>
                    <a:pt x="1111679" y="234137"/>
                  </a:moveTo>
                  <a:lnTo>
                    <a:pt x="1135685" y="225141"/>
                  </a:lnTo>
                  <a:lnTo>
                    <a:pt x="1124777" y="172068"/>
                  </a:lnTo>
                  <a:close/>
                  <a:moveTo>
                    <a:pt x="1265675" y="131777"/>
                  </a:moveTo>
                  <a:lnTo>
                    <a:pt x="1260442" y="126417"/>
                  </a:lnTo>
                  <a:lnTo>
                    <a:pt x="1323105" y="175416"/>
                  </a:lnTo>
                  <a:close/>
                  <a:moveTo>
                    <a:pt x="1282605" y="83639"/>
                  </a:moveTo>
                  <a:lnTo>
                    <a:pt x="1269064" y="147973"/>
                  </a:lnTo>
                  <a:lnTo>
                    <a:pt x="1260442" y="126417"/>
                  </a:lnTo>
                  <a:close/>
                  <a:moveTo>
                    <a:pt x="1567438" y="230302"/>
                  </a:moveTo>
                  <a:lnTo>
                    <a:pt x="1530185" y="184535"/>
                  </a:lnTo>
                  <a:lnTo>
                    <a:pt x="1541443" y="194319"/>
                  </a:lnTo>
                  <a:close/>
                  <a:moveTo>
                    <a:pt x="1482977" y="184933"/>
                  </a:moveTo>
                  <a:lnTo>
                    <a:pt x="1530185" y="184535"/>
                  </a:lnTo>
                  <a:lnTo>
                    <a:pt x="1497089" y="148699"/>
                  </a:lnTo>
                  <a:close/>
                  <a:moveTo>
                    <a:pt x="1482977" y="184933"/>
                  </a:moveTo>
                  <a:lnTo>
                    <a:pt x="1497089" y="148699"/>
                  </a:lnTo>
                  <a:lnTo>
                    <a:pt x="1466788" y="135351"/>
                  </a:lnTo>
                  <a:close/>
                  <a:moveTo>
                    <a:pt x="1427586" y="129239"/>
                  </a:moveTo>
                  <a:lnTo>
                    <a:pt x="1466788" y="135351"/>
                  </a:lnTo>
                  <a:lnTo>
                    <a:pt x="1444409" y="90802"/>
                  </a:lnTo>
                  <a:close/>
                  <a:moveTo>
                    <a:pt x="1466788" y="135351"/>
                  </a:moveTo>
                  <a:lnTo>
                    <a:pt x="1497089" y="148699"/>
                  </a:lnTo>
                  <a:lnTo>
                    <a:pt x="1444409" y="90802"/>
                  </a:lnTo>
                  <a:close/>
                  <a:moveTo>
                    <a:pt x="1412380" y="78858"/>
                  </a:moveTo>
                  <a:lnTo>
                    <a:pt x="1444409" y="90802"/>
                  </a:lnTo>
                  <a:lnTo>
                    <a:pt x="1421698" y="46523"/>
                  </a:lnTo>
                  <a:close/>
                  <a:moveTo>
                    <a:pt x="1412380" y="78858"/>
                  </a:moveTo>
                  <a:lnTo>
                    <a:pt x="1421698" y="46523"/>
                  </a:lnTo>
                  <a:lnTo>
                    <a:pt x="1395315" y="29988"/>
                  </a:lnTo>
                  <a:close/>
                  <a:moveTo>
                    <a:pt x="1395315" y="29988"/>
                  </a:moveTo>
                  <a:lnTo>
                    <a:pt x="1418237" y="43248"/>
                  </a:lnTo>
                  <a:lnTo>
                    <a:pt x="1359950" y="0"/>
                  </a:lnTo>
                  <a:close/>
                  <a:moveTo>
                    <a:pt x="1395315" y="29988"/>
                  </a:moveTo>
                  <a:lnTo>
                    <a:pt x="1421698" y="46523"/>
                  </a:lnTo>
                  <a:lnTo>
                    <a:pt x="1418237" y="4324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0" name="Output_density__4289">
              <a:extLst>
                <a:ext uri="{FF2B5EF4-FFF2-40B4-BE49-F238E27FC236}">
                  <a16:creationId xmlns:a16="http://schemas.microsoft.com/office/drawing/2014/main" id="{FB3AABE4-ECB0-66C7-1FC6-B3D725937491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759785" cy="1474787"/>
            </a:xfrm>
            <a:custGeom>
              <a:avLst/>
              <a:gdLst/>
              <a:ahLst/>
              <a:cxnLst/>
              <a:rect l="0" t="0" r="0" b="0"/>
              <a:pathLst>
                <a:path w="1759785" h="1474787">
                  <a:moveTo>
                    <a:pt x="416300" y="1395808"/>
                  </a:moveTo>
                  <a:lnTo>
                    <a:pt x="389832" y="1344271"/>
                  </a:lnTo>
                  <a:lnTo>
                    <a:pt x="393576" y="1358434"/>
                  </a:lnTo>
                  <a:close/>
                  <a:moveTo>
                    <a:pt x="399262" y="1300399"/>
                  </a:moveTo>
                  <a:lnTo>
                    <a:pt x="393576" y="1358434"/>
                  </a:lnTo>
                  <a:lnTo>
                    <a:pt x="389832" y="1344271"/>
                  </a:lnTo>
                  <a:close/>
                  <a:moveTo>
                    <a:pt x="2136" y="931978"/>
                  </a:moveTo>
                  <a:lnTo>
                    <a:pt x="1561" y="884556"/>
                  </a:lnTo>
                  <a:lnTo>
                    <a:pt x="7677" y="942327"/>
                  </a:lnTo>
                  <a:close/>
                  <a:moveTo>
                    <a:pt x="2136" y="931978"/>
                  </a:moveTo>
                  <a:lnTo>
                    <a:pt x="0" y="880442"/>
                  </a:lnTo>
                  <a:lnTo>
                    <a:pt x="1561" y="884556"/>
                  </a:lnTo>
                  <a:close/>
                  <a:moveTo>
                    <a:pt x="3275" y="867929"/>
                  </a:moveTo>
                  <a:lnTo>
                    <a:pt x="1561" y="884556"/>
                  </a:lnTo>
                  <a:lnTo>
                    <a:pt x="0" y="880442"/>
                  </a:lnTo>
                  <a:close/>
                  <a:moveTo>
                    <a:pt x="634578" y="1474787"/>
                  </a:moveTo>
                  <a:lnTo>
                    <a:pt x="636112" y="1463432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34578" y="1474787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75526" y="1406628"/>
                  </a:lnTo>
                  <a:lnTo>
                    <a:pt x="616582" y="1353823"/>
                  </a:lnTo>
                  <a:close/>
                  <a:moveTo>
                    <a:pt x="615438" y="1423250"/>
                  </a:moveTo>
                  <a:lnTo>
                    <a:pt x="616582" y="1353823"/>
                  </a:lnTo>
                  <a:lnTo>
                    <a:pt x="606040" y="1414577"/>
                  </a:lnTo>
                  <a:close/>
                  <a:moveTo>
                    <a:pt x="642158" y="1450693"/>
                  </a:moveTo>
                  <a:lnTo>
                    <a:pt x="636592" y="1400298"/>
                  </a:lnTo>
                  <a:lnTo>
                    <a:pt x="636112" y="1463432"/>
                  </a:lnTo>
                  <a:close/>
                  <a:moveTo>
                    <a:pt x="712091" y="1399156"/>
                  </a:moveTo>
                  <a:lnTo>
                    <a:pt x="699680" y="1386991"/>
                  </a:lnTo>
                  <a:lnTo>
                    <a:pt x="695247" y="1327852"/>
                  </a:lnTo>
                  <a:close/>
                  <a:moveTo>
                    <a:pt x="663824" y="1271989"/>
                  </a:moveTo>
                  <a:lnTo>
                    <a:pt x="695247" y="1327852"/>
                  </a:lnTo>
                  <a:lnTo>
                    <a:pt x="692954" y="1323526"/>
                  </a:lnTo>
                  <a:close/>
                  <a:moveTo>
                    <a:pt x="663824" y="1271989"/>
                  </a:moveTo>
                  <a:lnTo>
                    <a:pt x="681335" y="1251616"/>
                  </a:lnTo>
                  <a:lnTo>
                    <a:pt x="624725" y="1284460"/>
                  </a:lnTo>
                  <a:close/>
                  <a:moveTo>
                    <a:pt x="692954" y="1323526"/>
                  </a:moveTo>
                  <a:lnTo>
                    <a:pt x="677944" y="1247895"/>
                  </a:lnTo>
                  <a:lnTo>
                    <a:pt x="663824" y="1271989"/>
                  </a:lnTo>
                  <a:close/>
                  <a:moveTo>
                    <a:pt x="395653" y="792059"/>
                  </a:moveTo>
                  <a:lnTo>
                    <a:pt x="456271" y="835603"/>
                  </a:lnTo>
                  <a:lnTo>
                    <a:pt x="409407" y="798730"/>
                  </a:lnTo>
                  <a:close/>
                  <a:moveTo>
                    <a:pt x="874215" y="1275338"/>
                  </a:moveTo>
                  <a:lnTo>
                    <a:pt x="850306" y="1277756"/>
                  </a:lnTo>
                  <a:lnTo>
                    <a:pt x="859915" y="1332687"/>
                  </a:lnTo>
                  <a:close/>
                  <a:moveTo>
                    <a:pt x="681230" y="1025533"/>
                  </a:moveTo>
                  <a:lnTo>
                    <a:pt x="618114" y="1038863"/>
                  </a:lnTo>
                  <a:lnTo>
                    <a:pt x="692533" y="1079087"/>
                  </a:lnTo>
                  <a:close/>
                  <a:moveTo>
                    <a:pt x="481820" y="759989"/>
                  </a:moveTo>
                  <a:lnTo>
                    <a:pt x="456271" y="835603"/>
                  </a:lnTo>
                  <a:lnTo>
                    <a:pt x="492886" y="813736"/>
                  </a:lnTo>
                  <a:close/>
                  <a:moveTo>
                    <a:pt x="429453" y="738778"/>
                  </a:moveTo>
                  <a:lnTo>
                    <a:pt x="426990" y="732530"/>
                  </a:lnTo>
                  <a:lnTo>
                    <a:pt x="401378" y="768711"/>
                  </a:lnTo>
                  <a:close/>
                  <a:moveTo>
                    <a:pt x="988190" y="1367109"/>
                  </a:moveTo>
                  <a:lnTo>
                    <a:pt x="931575" y="1393395"/>
                  </a:lnTo>
                  <a:lnTo>
                    <a:pt x="981120" y="1403956"/>
                  </a:lnTo>
                  <a:close/>
                  <a:moveTo>
                    <a:pt x="933945" y="1373228"/>
                  </a:moveTo>
                  <a:lnTo>
                    <a:pt x="988190" y="1367109"/>
                  </a:lnTo>
                  <a:lnTo>
                    <a:pt x="979923" y="1311087"/>
                  </a:lnTo>
                  <a:close/>
                  <a:moveTo>
                    <a:pt x="980514" y="1266791"/>
                  </a:moveTo>
                  <a:lnTo>
                    <a:pt x="952137" y="1251244"/>
                  </a:lnTo>
                  <a:lnTo>
                    <a:pt x="979923" y="1311087"/>
                  </a:lnTo>
                  <a:close/>
                  <a:moveTo>
                    <a:pt x="979923" y="1311087"/>
                  </a:moveTo>
                  <a:lnTo>
                    <a:pt x="952137" y="1251244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913009" y="1264762"/>
                  </a:lnTo>
                  <a:lnTo>
                    <a:pt x="851885" y="1270120"/>
                  </a:lnTo>
                  <a:close/>
                  <a:moveTo>
                    <a:pt x="851885" y="1270120"/>
                  </a:moveTo>
                  <a:lnTo>
                    <a:pt x="913009" y="1264762"/>
                  </a:lnTo>
                  <a:lnTo>
                    <a:pt x="920072" y="1215486"/>
                  </a:lnTo>
                  <a:close/>
                  <a:moveTo>
                    <a:pt x="518385" y="761704"/>
                  </a:moveTo>
                  <a:lnTo>
                    <a:pt x="481847" y="759967"/>
                  </a:lnTo>
                  <a:lnTo>
                    <a:pt x="548946" y="787415"/>
                  </a:lnTo>
                  <a:close/>
                  <a:moveTo>
                    <a:pt x="952137" y="1251244"/>
                  </a:moveTo>
                  <a:lnTo>
                    <a:pt x="980514" y="1266791"/>
                  </a:lnTo>
                  <a:lnTo>
                    <a:pt x="982670" y="1246111"/>
                  </a:lnTo>
                  <a:close/>
                  <a:moveTo>
                    <a:pt x="982670" y="1246111"/>
                  </a:moveTo>
                  <a:lnTo>
                    <a:pt x="920072" y="1215486"/>
                  </a:lnTo>
                  <a:lnTo>
                    <a:pt x="952137" y="1251244"/>
                  </a:lnTo>
                  <a:close/>
                  <a:moveTo>
                    <a:pt x="925975" y="1191477"/>
                  </a:moveTo>
                  <a:lnTo>
                    <a:pt x="920072" y="1215486"/>
                  </a:lnTo>
                  <a:lnTo>
                    <a:pt x="982670" y="1246111"/>
                  </a:lnTo>
                  <a:close/>
                  <a:moveTo>
                    <a:pt x="921469" y="1148171"/>
                  </a:moveTo>
                  <a:lnTo>
                    <a:pt x="911790" y="1184520"/>
                  </a:lnTo>
                  <a:lnTo>
                    <a:pt x="925975" y="1191477"/>
                  </a:lnTo>
                  <a:close/>
                  <a:moveTo>
                    <a:pt x="853316" y="1087080"/>
                  </a:moveTo>
                  <a:lnTo>
                    <a:pt x="905175" y="1082902"/>
                  </a:lnTo>
                  <a:lnTo>
                    <a:pt x="876662" y="1043340"/>
                  </a:lnTo>
                  <a:close/>
                  <a:moveTo>
                    <a:pt x="435612" y="508602"/>
                  </a:moveTo>
                  <a:lnTo>
                    <a:pt x="397403" y="484050"/>
                  </a:lnTo>
                  <a:lnTo>
                    <a:pt x="358872" y="470265"/>
                  </a:lnTo>
                  <a:close/>
                  <a:moveTo>
                    <a:pt x="435612" y="508602"/>
                  </a:moveTo>
                  <a:lnTo>
                    <a:pt x="448891" y="501877"/>
                  </a:lnTo>
                  <a:lnTo>
                    <a:pt x="397403" y="484050"/>
                  </a:lnTo>
                  <a:close/>
                  <a:moveTo>
                    <a:pt x="358872" y="470265"/>
                  </a:moveTo>
                  <a:lnTo>
                    <a:pt x="381438" y="478195"/>
                  </a:lnTo>
                  <a:lnTo>
                    <a:pt x="344556" y="461141"/>
                  </a:lnTo>
                  <a:close/>
                  <a:moveTo>
                    <a:pt x="742433" y="637301"/>
                  </a:moveTo>
                  <a:lnTo>
                    <a:pt x="685812" y="593857"/>
                  </a:lnTo>
                  <a:lnTo>
                    <a:pt x="738195" y="636154"/>
                  </a:lnTo>
                  <a:close/>
                  <a:moveTo>
                    <a:pt x="615261" y="539240"/>
                  </a:moveTo>
                  <a:lnTo>
                    <a:pt x="627339" y="549913"/>
                  </a:lnTo>
                  <a:lnTo>
                    <a:pt x="673528" y="584617"/>
                  </a:lnTo>
                  <a:close/>
                  <a:moveTo>
                    <a:pt x="725514" y="613074"/>
                  </a:moveTo>
                  <a:lnTo>
                    <a:pt x="738195" y="636154"/>
                  </a:lnTo>
                  <a:lnTo>
                    <a:pt x="685812" y="593857"/>
                  </a:lnTo>
                  <a:close/>
                  <a:moveTo>
                    <a:pt x="658281" y="567008"/>
                  </a:moveTo>
                  <a:lnTo>
                    <a:pt x="725514" y="613074"/>
                  </a:lnTo>
                  <a:lnTo>
                    <a:pt x="673528" y="584617"/>
                  </a:lnTo>
                  <a:close/>
                  <a:moveTo>
                    <a:pt x="673528" y="584617"/>
                  </a:moveTo>
                  <a:lnTo>
                    <a:pt x="725514" y="613074"/>
                  </a:lnTo>
                  <a:lnTo>
                    <a:pt x="685812" y="593857"/>
                  </a:lnTo>
                  <a:close/>
                  <a:moveTo>
                    <a:pt x="775125" y="612060"/>
                  </a:moveTo>
                  <a:lnTo>
                    <a:pt x="746213" y="636154"/>
                  </a:lnTo>
                  <a:lnTo>
                    <a:pt x="799141" y="668222"/>
                  </a:lnTo>
                  <a:close/>
                  <a:moveTo>
                    <a:pt x="658281" y="567008"/>
                  </a:moveTo>
                  <a:lnTo>
                    <a:pt x="673528" y="584617"/>
                  </a:lnTo>
                  <a:lnTo>
                    <a:pt x="627339" y="549913"/>
                  </a:lnTo>
                  <a:close/>
                  <a:moveTo>
                    <a:pt x="1236398" y="1103332"/>
                  </a:moveTo>
                  <a:lnTo>
                    <a:pt x="1220051" y="1127426"/>
                  </a:lnTo>
                  <a:lnTo>
                    <a:pt x="1279572" y="1154868"/>
                  </a:lnTo>
                  <a:close/>
                  <a:moveTo>
                    <a:pt x="1213638" y="1075889"/>
                  </a:moveTo>
                  <a:lnTo>
                    <a:pt x="1220051" y="1127426"/>
                  </a:lnTo>
                  <a:lnTo>
                    <a:pt x="1236398" y="1103332"/>
                  </a:lnTo>
                  <a:close/>
                  <a:moveTo>
                    <a:pt x="775125" y="612060"/>
                  </a:moveTo>
                  <a:lnTo>
                    <a:pt x="831941" y="655954"/>
                  </a:lnTo>
                  <a:lnTo>
                    <a:pt x="808236" y="587966"/>
                  </a:lnTo>
                  <a:close/>
                  <a:moveTo>
                    <a:pt x="1266688" y="976165"/>
                  </a:moveTo>
                  <a:lnTo>
                    <a:pt x="1237575" y="989594"/>
                  </a:lnTo>
                  <a:lnTo>
                    <a:pt x="1262029" y="982697"/>
                  </a:lnTo>
                  <a:close/>
                  <a:moveTo>
                    <a:pt x="1206867" y="948722"/>
                  </a:moveTo>
                  <a:lnTo>
                    <a:pt x="1237575" y="989594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06867" y="948722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19934" y="923635"/>
                  </a:lnTo>
                  <a:lnTo>
                    <a:pt x="1206867" y="948722"/>
                  </a:lnTo>
                  <a:close/>
                  <a:moveTo>
                    <a:pt x="1076741" y="742576"/>
                  </a:moveTo>
                  <a:lnTo>
                    <a:pt x="1109589" y="770018"/>
                  </a:lnTo>
                  <a:lnTo>
                    <a:pt x="1072008" y="718482"/>
                  </a:lnTo>
                  <a:close/>
                  <a:moveTo>
                    <a:pt x="835514" y="409262"/>
                  </a:moveTo>
                  <a:lnTo>
                    <a:pt x="817453" y="466886"/>
                  </a:lnTo>
                  <a:lnTo>
                    <a:pt x="838928" y="412278"/>
                  </a:lnTo>
                  <a:close/>
                  <a:moveTo>
                    <a:pt x="835514" y="409262"/>
                  </a:moveTo>
                  <a:lnTo>
                    <a:pt x="770735" y="433356"/>
                  </a:lnTo>
                  <a:lnTo>
                    <a:pt x="817453" y="466886"/>
                  </a:lnTo>
                  <a:close/>
                  <a:moveTo>
                    <a:pt x="1474499" y="1112139"/>
                  </a:moveTo>
                  <a:lnTo>
                    <a:pt x="1426997" y="1112774"/>
                  </a:lnTo>
                  <a:lnTo>
                    <a:pt x="1467424" y="1180633"/>
                  </a:lnTo>
                  <a:close/>
                  <a:moveTo>
                    <a:pt x="1467424" y="1180633"/>
                  </a:moveTo>
                  <a:lnTo>
                    <a:pt x="1529436" y="1168200"/>
                  </a:lnTo>
                  <a:lnTo>
                    <a:pt x="1521505" y="1111905"/>
                  </a:lnTo>
                  <a:close/>
                  <a:moveTo>
                    <a:pt x="1467424" y="1180633"/>
                  </a:moveTo>
                  <a:lnTo>
                    <a:pt x="1521505" y="1111905"/>
                  </a:lnTo>
                  <a:lnTo>
                    <a:pt x="1474499" y="1112139"/>
                  </a:lnTo>
                  <a:close/>
                  <a:moveTo>
                    <a:pt x="1576780" y="1167692"/>
                  </a:moveTo>
                  <a:lnTo>
                    <a:pt x="1529436" y="1168200"/>
                  </a:lnTo>
                  <a:lnTo>
                    <a:pt x="1518449" y="1206127"/>
                  </a:lnTo>
                  <a:close/>
                  <a:moveTo>
                    <a:pt x="1529436" y="1168200"/>
                  </a:moveTo>
                  <a:lnTo>
                    <a:pt x="1576780" y="1167692"/>
                  </a:lnTo>
                  <a:lnTo>
                    <a:pt x="1572061" y="1108786"/>
                  </a:lnTo>
                  <a:close/>
                  <a:moveTo>
                    <a:pt x="1529436" y="1168200"/>
                  </a:moveTo>
                  <a:lnTo>
                    <a:pt x="1572061" y="1108786"/>
                  </a:lnTo>
                  <a:lnTo>
                    <a:pt x="1521505" y="1111905"/>
                  </a:lnTo>
                  <a:close/>
                  <a:moveTo>
                    <a:pt x="1426997" y="1112774"/>
                  </a:moveTo>
                  <a:lnTo>
                    <a:pt x="1474499" y="1112139"/>
                  </a:lnTo>
                  <a:lnTo>
                    <a:pt x="1464864" y="1057228"/>
                  </a:lnTo>
                  <a:close/>
                  <a:moveTo>
                    <a:pt x="1474499" y="1112139"/>
                  </a:moveTo>
                  <a:lnTo>
                    <a:pt x="1521505" y="1111905"/>
                  </a:lnTo>
                  <a:lnTo>
                    <a:pt x="1508572" y="1059676"/>
                  </a:lnTo>
                  <a:close/>
                  <a:moveTo>
                    <a:pt x="1474499" y="1112139"/>
                  </a:moveTo>
                  <a:lnTo>
                    <a:pt x="1508572" y="1059676"/>
                  </a:lnTo>
                  <a:lnTo>
                    <a:pt x="1464864" y="1057228"/>
                  </a:lnTo>
                  <a:close/>
                  <a:moveTo>
                    <a:pt x="1360694" y="1065952"/>
                  </a:moveTo>
                  <a:lnTo>
                    <a:pt x="1417735" y="1057561"/>
                  </a:lnTo>
                  <a:lnTo>
                    <a:pt x="1382217" y="1046132"/>
                  </a:lnTo>
                  <a:close/>
                  <a:moveTo>
                    <a:pt x="1417735" y="1057561"/>
                  </a:moveTo>
                  <a:lnTo>
                    <a:pt x="1464864" y="1057228"/>
                  </a:lnTo>
                  <a:lnTo>
                    <a:pt x="1432365" y="1058952"/>
                  </a:lnTo>
                  <a:close/>
                  <a:moveTo>
                    <a:pt x="1095761" y="694388"/>
                  </a:moveTo>
                  <a:lnTo>
                    <a:pt x="1094089" y="667576"/>
                  </a:lnTo>
                  <a:lnTo>
                    <a:pt x="1072008" y="718482"/>
                  </a:lnTo>
                  <a:close/>
                  <a:moveTo>
                    <a:pt x="962126" y="539778"/>
                  </a:moveTo>
                  <a:lnTo>
                    <a:pt x="966029" y="538136"/>
                  </a:lnTo>
                  <a:lnTo>
                    <a:pt x="913522" y="511430"/>
                  </a:lnTo>
                  <a:close/>
                  <a:moveTo>
                    <a:pt x="961849" y="563872"/>
                  </a:moveTo>
                  <a:lnTo>
                    <a:pt x="966029" y="538136"/>
                  </a:lnTo>
                  <a:lnTo>
                    <a:pt x="962126" y="539778"/>
                  </a:lnTo>
                  <a:close/>
                  <a:moveTo>
                    <a:pt x="1006415" y="488241"/>
                  </a:moveTo>
                  <a:lnTo>
                    <a:pt x="988570" y="436705"/>
                  </a:lnTo>
                  <a:lnTo>
                    <a:pt x="1001692" y="496796"/>
                  </a:lnTo>
                  <a:close/>
                  <a:moveTo>
                    <a:pt x="1449296" y="852456"/>
                  </a:moveTo>
                  <a:lnTo>
                    <a:pt x="1414054" y="824904"/>
                  </a:lnTo>
                  <a:lnTo>
                    <a:pt x="1436498" y="892061"/>
                  </a:lnTo>
                  <a:close/>
                  <a:moveTo>
                    <a:pt x="1436498" y="892061"/>
                  </a:moveTo>
                  <a:lnTo>
                    <a:pt x="1414054" y="824904"/>
                  </a:lnTo>
                  <a:lnTo>
                    <a:pt x="1386611" y="831893"/>
                  </a:lnTo>
                  <a:close/>
                  <a:moveTo>
                    <a:pt x="1436498" y="892061"/>
                  </a:moveTo>
                  <a:lnTo>
                    <a:pt x="1386611" y="831893"/>
                  </a:lnTo>
                  <a:lnTo>
                    <a:pt x="1395084" y="887747"/>
                  </a:lnTo>
                  <a:close/>
                  <a:moveTo>
                    <a:pt x="1272427" y="848758"/>
                  </a:moveTo>
                  <a:lnTo>
                    <a:pt x="1315766" y="837462"/>
                  </a:lnTo>
                  <a:lnTo>
                    <a:pt x="1288332" y="773367"/>
                  </a:lnTo>
                  <a:close/>
                  <a:moveTo>
                    <a:pt x="1193701" y="730432"/>
                  </a:moveTo>
                  <a:lnTo>
                    <a:pt x="1207592" y="745925"/>
                  </a:lnTo>
                  <a:lnTo>
                    <a:pt x="1222359" y="702680"/>
                  </a:lnTo>
                  <a:close/>
                  <a:moveTo>
                    <a:pt x="1598624" y="926515"/>
                  </a:moveTo>
                  <a:lnTo>
                    <a:pt x="1624319" y="955420"/>
                  </a:lnTo>
                  <a:lnTo>
                    <a:pt x="1585525" y="909611"/>
                  </a:lnTo>
                  <a:close/>
                  <a:moveTo>
                    <a:pt x="1585525" y="909611"/>
                  </a:moveTo>
                  <a:lnTo>
                    <a:pt x="1624319" y="955420"/>
                  </a:lnTo>
                  <a:lnTo>
                    <a:pt x="1647818" y="959693"/>
                  </a:lnTo>
                  <a:close/>
                  <a:moveTo>
                    <a:pt x="1598624" y="926515"/>
                  </a:moveTo>
                  <a:lnTo>
                    <a:pt x="1585525" y="909611"/>
                  </a:lnTo>
                  <a:lnTo>
                    <a:pt x="1567239" y="903883"/>
                  </a:lnTo>
                  <a:close/>
                  <a:moveTo>
                    <a:pt x="1007371" y="309538"/>
                  </a:moveTo>
                  <a:lnTo>
                    <a:pt x="1058071" y="302890"/>
                  </a:lnTo>
                  <a:lnTo>
                    <a:pt x="1031742" y="303055"/>
                  </a:lnTo>
                  <a:close/>
                  <a:moveTo>
                    <a:pt x="1442209" y="519033"/>
                  </a:moveTo>
                  <a:lnTo>
                    <a:pt x="1457908" y="560940"/>
                  </a:lnTo>
                  <a:lnTo>
                    <a:pt x="1517789" y="529160"/>
                  </a:lnTo>
                  <a:close/>
                  <a:moveTo>
                    <a:pt x="1266128" y="289193"/>
                  </a:moveTo>
                  <a:lnTo>
                    <a:pt x="1266259" y="287439"/>
                  </a:lnTo>
                  <a:lnTo>
                    <a:pt x="1211368" y="237256"/>
                  </a:lnTo>
                  <a:close/>
                  <a:moveTo>
                    <a:pt x="1211368" y="237256"/>
                  </a:moveTo>
                  <a:lnTo>
                    <a:pt x="1178182" y="261350"/>
                  </a:lnTo>
                  <a:lnTo>
                    <a:pt x="1266128" y="289193"/>
                  </a:lnTo>
                  <a:close/>
                  <a:moveTo>
                    <a:pt x="1266259" y="287439"/>
                  </a:moveTo>
                  <a:lnTo>
                    <a:pt x="1330020" y="275232"/>
                  </a:lnTo>
                  <a:lnTo>
                    <a:pt x="1336096" y="238974"/>
                  </a:lnTo>
                  <a:close/>
                  <a:moveTo>
                    <a:pt x="1598814" y="419309"/>
                  </a:moveTo>
                  <a:lnTo>
                    <a:pt x="1626224" y="446751"/>
                  </a:lnTo>
                  <a:lnTo>
                    <a:pt x="1628928" y="395215"/>
                  </a:lnTo>
                  <a:close/>
                  <a:moveTo>
                    <a:pt x="1541447" y="216511"/>
                  </a:moveTo>
                  <a:lnTo>
                    <a:pt x="1478783" y="167512"/>
                  </a:lnTo>
                  <a:lnTo>
                    <a:pt x="1487406" y="189068"/>
                  </a:lnTo>
                  <a:close/>
                  <a:moveTo>
                    <a:pt x="1528362" y="29095"/>
                  </a:moveTo>
                  <a:lnTo>
                    <a:pt x="1560819" y="37807"/>
                  </a:lnTo>
                  <a:lnTo>
                    <a:pt x="1500020" y="0"/>
                  </a:lnTo>
                  <a:close/>
                  <a:moveTo>
                    <a:pt x="1748527" y="225629"/>
                  </a:moveTo>
                  <a:lnTo>
                    <a:pt x="1701318" y="226027"/>
                  </a:lnTo>
                  <a:lnTo>
                    <a:pt x="1759785" y="235413"/>
                  </a:lnTo>
                  <a:close/>
                  <a:moveTo>
                    <a:pt x="1534908" y="34380"/>
                  </a:moveTo>
                  <a:lnTo>
                    <a:pt x="1578292" y="41095"/>
                  </a:lnTo>
                  <a:lnTo>
                    <a:pt x="1560819" y="37807"/>
                  </a:lnTo>
                  <a:close/>
                  <a:moveTo>
                    <a:pt x="1613657" y="71083"/>
                  </a:moveTo>
                  <a:lnTo>
                    <a:pt x="1578292" y="41095"/>
                  </a:lnTo>
                  <a:lnTo>
                    <a:pt x="1534908" y="34380"/>
                  </a:lnTo>
                  <a:close/>
                  <a:moveTo>
                    <a:pt x="1566142" y="71730"/>
                  </a:moveTo>
                  <a:lnTo>
                    <a:pt x="1613657" y="71083"/>
                  </a:lnTo>
                  <a:lnTo>
                    <a:pt x="1534908" y="34380"/>
                  </a:lnTo>
                  <a:close/>
                  <a:moveTo>
                    <a:pt x="1490870" y="32200"/>
                  </a:moveTo>
                  <a:lnTo>
                    <a:pt x="1528362" y="29095"/>
                  </a:lnTo>
                  <a:lnTo>
                    <a:pt x="1480021" y="23030"/>
                  </a:lnTo>
                  <a:close/>
                  <a:moveTo>
                    <a:pt x="1490870" y="32200"/>
                  </a:moveTo>
                  <a:lnTo>
                    <a:pt x="1534908" y="34380"/>
                  </a:lnTo>
                  <a:lnTo>
                    <a:pt x="1528362" y="29095"/>
                  </a:lnTo>
                  <a:close/>
                  <a:moveTo>
                    <a:pt x="1534908" y="34380"/>
                  </a:moveTo>
                  <a:lnTo>
                    <a:pt x="1560819" y="37807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1" name="Output_density__4290">
              <a:extLst>
                <a:ext uri="{FF2B5EF4-FFF2-40B4-BE49-F238E27FC236}">
                  <a16:creationId xmlns:a16="http://schemas.microsoft.com/office/drawing/2014/main" id="{20724923-4033-6E36-0EEA-058E864393D5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528362" cy="1423250"/>
            </a:xfrm>
            <a:custGeom>
              <a:avLst/>
              <a:gdLst/>
              <a:ahLst/>
              <a:cxnLst/>
              <a:rect l="0" t="0" r="0" b="0"/>
              <a:pathLst>
                <a:path w="1528362" h="1423250">
                  <a:moveTo>
                    <a:pt x="389832" y="1344271"/>
                  </a:moveTo>
                  <a:lnTo>
                    <a:pt x="416113" y="1277369"/>
                  </a:lnTo>
                  <a:lnTo>
                    <a:pt x="399262" y="1300399"/>
                  </a:lnTo>
                  <a:close/>
                  <a:moveTo>
                    <a:pt x="424000" y="1268640"/>
                  </a:moveTo>
                  <a:lnTo>
                    <a:pt x="416113" y="1277369"/>
                  </a:lnTo>
                  <a:lnTo>
                    <a:pt x="389832" y="1344271"/>
                  </a:lnTo>
                  <a:close/>
                  <a:moveTo>
                    <a:pt x="425582" y="1263907"/>
                  </a:moveTo>
                  <a:lnTo>
                    <a:pt x="413074" y="1292735"/>
                  </a:lnTo>
                  <a:lnTo>
                    <a:pt x="416113" y="1277369"/>
                  </a:lnTo>
                  <a:close/>
                  <a:moveTo>
                    <a:pt x="28997" y="829199"/>
                  </a:moveTo>
                  <a:lnTo>
                    <a:pt x="3275" y="867929"/>
                  </a:lnTo>
                  <a:lnTo>
                    <a:pt x="0" y="880442"/>
                  </a:lnTo>
                  <a:close/>
                  <a:moveTo>
                    <a:pt x="3275" y="867929"/>
                  </a:moveTo>
                  <a:lnTo>
                    <a:pt x="28997" y="829199"/>
                  </a:lnTo>
                  <a:lnTo>
                    <a:pt x="25031" y="828905"/>
                  </a:lnTo>
                  <a:close/>
                  <a:moveTo>
                    <a:pt x="28997" y="829199"/>
                  </a:moveTo>
                  <a:lnTo>
                    <a:pt x="66568" y="804811"/>
                  </a:lnTo>
                  <a:lnTo>
                    <a:pt x="25031" y="828905"/>
                  </a:lnTo>
                  <a:close/>
                  <a:moveTo>
                    <a:pt x="68719" y="803038"/>
                  </a:moveTo>
                  <a:lnTo>
                    <a:pt x="25031" y="828905"/>
                  </a:lnTo>
                  <a:lnTo>
                    <a:pt x="66568" y="804811"/>
                  </a:lnTo>
                  <a:close/>
                  <a:moveTo>
                    <a:pt x="68719" y="803038"/>
                  </a:moveTo>
                  <a:lnTo>
                    <a:pt x="36615" y="817907"/>
                  </a:lnTo>
                  <a:lnTo>
                    <a:pt x="25031" y="828905"/>
                  </a:lnTo>
                  <a:close/>
                  <a:moveTo>
                    <a:pt x="687800" y="1410689"/>
                  </a:moveTo>
                  <a:lnTo>
                    <a:pt x="675526" y="1406628"/>
                  </a:lnTo>
                  <a:lnTo>
                    <a:pt x="615438" y="1423250"/>
                  </a:lnTo>
                  <a:close/>
                  <a:moveTo>
                    <a:pt x="616582" y="1353823"/>
                  </a:moveTo>
                  <a:lnTo>
                    <a:pt x="675526" y="1406628"/>
                  </a:lnTo>
                  <a:lnTo>
                    <a:pt x="667468" y="1350436"/>
                  </a:lnTo>
                  <a:close/>
                  <a:moveTo>
                    <a:pt x="425582" y="1263907"/>
                  </a:moveTo>
                  <a:lnTo>
                    <a:pt x="436083" y="1261133"/>
                  </a:lnTo>
                  <a:lnTo>
                    <a:pt x="460166" y="1218534"/>
                  </a:lnTo>
                  <a:close/>
                  <a:moveTo>
                    <a:pt x="68719" y="803038"/>
                  </a:moveTo>
                  <a:lnTo>
                    <a:pt x="66568" y="804811"/>
                  </a:lnTo>
                  <a:lnTo>
                    <a:pt x="94487" y="784248"/>
                  </a:lnTo>
                  <a:close/>
                  <a:moveTo>
                    <a:pt x="68719" y="803038"/>
                  </a:moveTo>
                  <a:lnTo>
                    <a:pt x="94487" y="784248"/>
                  </a:lnTo>
                  <a:lnTo>
                    <a:pt x="135546" y="743317"/>
                  </a:lnTo>
                  <a:close/>
                  <a:moveTo>
                    <a:pt x="102525" y="754757"/>
                  </a:moveTo>
                  <a:lnTo>
                    <a:pt x="68719" y="803038"/>
                  </a:lnTo>
                  <a:lnTo>
                    <a:pt x="135546" y="743317"/>
                  </a:lnTo>
                  <a:close/>
                  <a:moveTo>
                    <a:pt x="135546" y="743317"/>
                  </a:moveTo>
                  <a:lnTo>
                    <a:pt x="147061" y="729181"/>
                  </a:lnTo>
                  <a:lnTo>
                    <a:pt x="105208" y="753274"/>
                  </a:lnTo>
                  <a:close/>
                  <a:moveTo>
                    <a:pt x="678606" y="1347620"/>
                  </a:moveTo>
                  <a:lnTo>
                    <a:pt x="712091" y="1399156"/>
                  </a:lnTo>
                  <a:lnTo>
                    <a:pt x="695247" y="1327852"/>
                  </a:lnTo>
                  <a:close/>
                  <a:moveTo>
                    <a:pt x="667212" y="1333714"/>
                  </a:moveTo>
                  <a:lnTo>
                    <a:pt x="678606" y="1347620"/>
                  </a:lnTo>
                  <a:lnTo>
                    <a:pt x="695247" y="1327852"/>
                  </a:lnTo>
                  <a:close/>
                  <a:moveTo>
                    <a:pt x="363631" y="937157"/>
                  </a:moveTo>
                  <a:lnTo>
                    <a:pt x="392324" y="911233"/>
                  </a:lnTo>
                  <a:lnTo>
                    <a:pt x="363986" y="935327"/>
                  </a:lnTo>
                  <a:close/>
                  <a:moveTo>
                    <a:pt x="677944" y="1247895"/>
                  </a:moveTo>
                  <a:lnTo>
                    <a:pt x="681335" y="1251616"/>
                  </a:lnTo>
                  <a:lnTo>
                    <a:pt x="663824" y="1271989"/>
                  </a:lnTo>
                  <a:close/>
                  <a:moveTo>
                    <a:pt x="426156" y="861353"/>
                  </a:moveTo>
                  <a:lnTo>
                    <a:pt x="392324" y="911233"/>
                  </a:lnTo>
                  <a:lnTo>
                    <a:pt x="401063" y="887139"/>
                  </a:lnTo>
                  <a:close/>
                  <a:moveTo>
                    <a:pt x="426156" y="861353"/>
                  </a:moveTo>
                  <a:lnTo>
                    <a:pt x="399942" y="898242"/>
                  </a:lnTo>
                  <a:lnTo>
                    <a:pt x="392324" y="911233"/>
                  </a:lnTo>
                  <a:close/>
                  <a:moveTo>
                    <a:pt x="456271" y="835603"/>
                  </a:moveTo>
                  <a:lnTo>
                    <a:pt x="453735" y="845564"/>
                  </a:lnTo>
                  <a:lnTo>
                    <a:pt x="426156" y="861353"/>
                  </a:lnTo>
                  <a:close/>
                  <a:moveTo>
                    <a:pt x="426156" y="861353"/>
                  </a:moveTo>
                  <a:lnTo>
                    <a:pt x="439676" y="872122"/>
                  </a:lnTo>
                  <a:lnTo>
                    <a:pt x="399942" y="898242"/>
                  </a:lnTo>
                  <a:close/>
                  <a:moveTo>
                    <a:pt x="886330" y="1326875"/>
                  </a:moveTo>
                  <a:lnTo>
                    <a:pt x="874215" y="1275338"/>
                  </a:lnTo>
                  <a:lnTo>
                    <a:pt x="859915" y="1332687"/>
                  </a:lnTo>
                  <a:close/>
                  <a:moveTo>
                    <a:pt x="692533" y="1079087"/>
                  </a:moveTo>
                  <a:lnTo>
                    <a:pt x="653622" y="1093286"/>
                  </a:lnTo>
                  <a:lnTo>
                    <a:pt x="706254" y="1074984"/>
                  </a:lnTo>
                  <a:close/>
                  <a:moveTo>
                    <a:pt x="496212" y="811509"/>
                  </a:moveTo>
                  <a:lnTo>
                    <a:pt x="481851" y="759972"/>
                  </a:lnTo>
                  <a:lnTo>
                    <a:pt x="492886" y="813736"/>
                  </a:lnTo>
                  <a:close/>
                  <a:moveTo>
                    <a:pt x="933945" y="1373228"/>
                  </a:moveTo>
                  <a:lnTo>
                    <a:pt x="979923" y="1311087"/>
                  </a:lnTo>
                  <a:lnTo>
                    <a:pt x="924148" y="1318449"/>
                  </a:lnTo>
                  <a:close/>
                  <a:moveTo>
                    <a:pt x="874215" y="1275338"/>
                  </a:moveTo>
                  <a:lnTo>
                    <a:pt x="924148" y="1318449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886330" y="1326875"/>
                  </a:lnTo>
                  <a:lnTo>
                    <a:pt x="924148" y="1318449"/>
                  </a:lnTo>
                  <a:close/>
                  <a:moveTo>
                    <a:pt x="979923" y="1311087"/>
                  </a:moveTo>
                  <a:lnTo>
                    <a:pt x="913009" y="1264762"/>
                  </a:lnTo>
                  <a:lnTo>
                    <a:pt x="924148" y="1318449"/>
                  </a:lnTo>
                  <a:close/>
                  <a:moveTo>
                    <a:pt x="913009" y="1264762"/>
                  </a:moveTo>
                  <a:lnTo>
                    <a:pt x="952137" y="1251244"/>
                  </a:lnTo>
                  <a:lnTo>
                    <a:pt x="920072" y="1215486"/>
                  </a:lnTo>
                  <a:close/>
                  <a:moveTo>
                    <a:pt x="882335" y="1164214"/>
                  </a:moveTo>
                  <a:lnTo>
                    <a:pt x="911790" y="1184520"/>
                  </a:lnTo>
                  <a:lnTo>
                    <a:pt x="921469" y="1148171"/>
                  </a:lnTo>
                  <a:close/>
                  <a:moveTo>
                    <a:pt x="760401" y="967856"/>
                  </a:moveTo>
                  <a:lnTo>
                    <a:pt x="701796" y="1017655"/>
                  </a:lnTo>
                  <a:lnTo>
                    <a:pt x="722566" y="993561"/>
                  </a:lnTo>
                  <a:close/>
                  <a:moveTo>
                    <a:pt x="760401" y="967856"/>
                  </a:moveTo>
                  <a:lnTo>
                    <a:pt x="727071" y="978139"/>
                  </a:lnTo>
                  <a:lnTo>
                    <a:pt x="701796" y="1017655"/>
                  </a:lnTo>
                  <a:close/>
                  <a:moveTo>
                    <a:pt x="548946" y="787415"/>
                  </a:moveTo>
                  <a:lnTo>
                    <a:pt x="481851" y="759972"/>
                  </a:lnTo>
                  <a:lnTo>
                    <a:pt x="496212" y="811509"/>
                  </a:lnTo>
                  <a:close/>
                  <a:moveTo>
                    <a:pt x="344556" y="461141"/>
                  </a:moveTo>
                  <a:lnTo>
                    <a:pt x="270113" y="492388"/>
                  </a:lnTo>
                  <a:lnTo>
                    <a:pt x="301990" y="476670"/>
                  </a:lnTo>
                  <a:close/>
                  <a:moveTo>
                    <a:pt x="435612" y="508602"/>
                  </a:moveTo>
                  <a:lnTo>
                    <a:pt x="480090" y="510424"/>
                  </a:lnTo>
                  <a:lnTo>
                    <a:pt x="448891" y="501877"/>
                  </a:lnTo>
                  <a:close/>
                  <a:moveTo>
                    <a:pt x="480090" y="510424"/>
                  </a:moveTo>
                  <a:lnTo>
                    <a:pt x="435612" y="508602"/>
                  </a:lnTo>
                  <a:lnTo>
                    <a:pt x="492695" y="530754"/>
                  </a:lnTo>
                  <a:close/>
                  <a:moveTo>
                    <a:pt x="435612" y="508602"/>
                  </a:moveTo>
                  <a:lnTo>
                    <a:pt x="446069" y="531103"/>
                  </a:lnTo>
                  <a:lnTo>
                    <a:pt x="492695" y="530754"/>
                  </a:lnTo>
                  <a:close/>
                  <a:moveTo>
                    <a:pt x="531033" y="499417"/>
                  </a:moveTo>
                  <a:lnTo>
                    <a:pt x="480090" y="510424"/>
                  </a:lnTo>
                  <a:lnTo>
                    <a:pt x="513938" y="505638"/>
                  </a:lnTo>
                  <a:close/>
                  <a:moveTo>
                    <a:pt x="480090" y="510424"/>
                  </a:moveTo>
                  <a:lnTo>
                    <a:pt x="492695" y="530754"/>
                  </a:lnTo>
                  <a:lnTo>
                    <a:pt x="513938" y="505638"/>
                  </a:lnTo>
                  <a:close/>
                  <a:moveTo>
                    <a:pt x="303432" y="477354"/>
                  </a:moveTo>
                  <a:lnTo>
                    <a:pt x="344556" y="461141"/>
                  </a:lnTo>
                  <a:lnTo>
                    <a:pt x="301990" y="476670"/>
                  </a:lnTo>
                  <a:close/>
                  <a:moveTo>
                    <a:pt x="303432" y="477354"/>
                  </a:moveTo>
                  <a:lnTo>
                    <a:pt x="358872" y="470265"/>
                  </a:lnTo>
                  <a:lnTo>
                    <a:pt x="344556" y="461141"/>
                  </a:lnTo>
                  <a:close/>
                  <a:moveTo>
                    <a:pt x="984834" y="1013142"/>
                  </a:moveTo>
                  <a:lnTo>
                    <a:pt x="932788" y="1072541"/>
                  </a:lnTo>
                  <a:lnTo>
                    <a:pt x="959223" y="1048447"/>
                  </a:lnTo>
                  <a:close/>
                  <a:moveTo>
                    <a:pt x="536176" y="502810"/>
                  </a:moveTo>
                  <a:lnTo>
                    <a:pt x="513938" y="505638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36176" y="502810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09993" y="548856"/>
                  </a:lnTo>
                  <a:lnTo>
                    <a:pt x="579465" y="545598"/>
                  </a:lnTo>
                  <a:close/>
                  <a:moveTo>
                    <a:pt x="570263" y="537840"/>
                  </a:moveTo>
                  <a:lnTo>
                    <a:pt x="615261" y="539240"/>
                  </a:lnTo>
                  <a:lnTo>
                    <a:pt x="536176" y="502810"/>
                  </a:lnTo>
                  <a:close/>
                  <a:moveTo>
                    <a:pt x="615261" y="539240"/>
                  </a:moveTo>
                  <a:lnTo>
                    <a:pt x="570263" y="537840"/>
                  </a:lnTo>
                  <a:lnTo>
                    <a:pt x="627339" y="549913"/>
                  </a:lnTo>
                  <a:close/>
                  <a:moveTo>
                    <a:pt x="570263" y="537840"/>
                  </a:moveTo>
                  <a:lnTo>
                    <a:pt x="579465" y="545598"/>
                  </a:lnTo>
                  <a:lnTo>
                    <a:pt x="627339" y="549913"/>
                  </a:lnTo>
                  <a:close/>
                  <a:moveTo>
                    <a:pt x="970458" y="824494"/>
                  </a:moveTo>
                  <a:lnTo>
                    <a:pt x="978525" y="818206"/>
                  </a:lnTo>
                  <a:lnTo>
                    <a:pt x="945672" y="842300"/>
                  </a:lnTo>
                  <a:close/>
                  <a:moveTo>
                    <a:pt x="766193" y="560523"/>
                  </a:moveTo>
                  <a:lnTo>
                    <a:pt x="740474" y="623553"/>
                  </a:lnTo>
                  <a:lnTo>
                    <a:pt x="746213" y="636154"/>
                  </a:lnTo>
                  <a:close/>
                  <a:moveTo>
                    <a:pt x="1213638" y="1075889"/>
                  </a:moveTo>
                  <a:lnTo>
                    <a:pt x="1236398" y="1103332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13638" y="1075889"/>
                  </a:lnTo>
                  <a:lnTo>
                    <a:pt x="1246447" y="1051795"/>
                  </a:lnTo>
                  <a:close/>
                  <a:moveTo>
                    <a:pt x="942814" y="864074"/>
                  </a:moveTo>
                  <a:lnTo>
                    <a:pt x="970458" y="824494"/>
                  </a:lnTo>
                  <a:lnTo>
                    <a:pt x="926404" y="834460"/>
                  </a:lnTo>
                  <a:close/>
                  <a:moveTo>
                    <a:pt x="1076741" y="742576"/>
                  </a:moveTo>
                  <a:lnTo>
                    <a:pt x="1044617" y="794531"/>
                  </a:lnTo>
                  <a:lnTo>
                    <a:pt x="1046127" y="794112"/>
                  </a:lnTo>
                  <a:close/>
                  <a:moveTo>
                    <a:pt x="770735" y="433356"/>
                  </a:moveTo>
                  <a:lnTo>
                    <a:pt x="756352" y="413117"/>
                  </a:lnTo>
                  <a:lnTo>
                    <a:pt x="730266" y="450485"/>
                  </a:lnTo>
                  <a:close/>
                  <a:moveTo>
                    <a:pt x="736068" y="381820"/>
                  </a:moveTo>
                  <a:lnTo>
                    <a:pt x="730266" y="450485"/>
                  </a:lnTo>
                  <a:lnTo>
                    <a:pt x="756352" y="413117"/>
                  </a:lnTo>
                  <a:close/>
                  <a:moveTo>
                    <a:pt x="1246447" y="1051795"/>
                  </a:moveTo>
                  <a:lnTo>
                    <a:pt x="1262029" y="982697"/>
                  </a:lnTo>
                  <a:lnTo>
                    <a:pt x="1247544" y="1026866"/>
                  </a:lnTo>
                  <a:close/>
                  <a:moveTo>
                    <a:pt x="1266688" y="976165"/>
                  </a:moveTo>
                  <a:lnTo>
                    <a:pt x="1262029" y="982697"/>
                  </a:lnTo>
                  <a:lnTo>
                    <a:pt x="1246447" y="1051795"/>
                  </a:lnTo>
                  <a:close/>
                  <a:moveTo>
                    <a:pt x="1274295" y="1027701"/>
                  </a:moveTo>
                  <a:lnTo>
                    <a:pt x="1266688" y="976165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62029" y="982697"/>
                  </a:lnTo>
                  <a:lnTo>
                    <a:pt x="1279855" y="1051795"/>
                  </a:lnTo>
                  <a:close/>
                  <a:moveTo>
                    <a:pt x="1076741" y="742576"/>
                  </a:moveTo>
                  <a:lnTo>
                    <a:pt x="1046127" y="794112"/>
                  </a:lnTo>
                  <a:lnTo>
                    <a:pt x="1109589" y="770018"/>
                  </a:lnTo>
                  <a:close/>
                  <a:moveTo>
                    <a:pt x="885910" y="471136"/>
                  </a:moveTo>
                  <a:lnTo>
                    <a:pt x="856820" y="484893"/>
                  </a:lnTo>
                  <a:lnTo>
                    <a:pt x="910297" y="504440"/>
                  </a:lnTo>
                  <a:close/>
                  <a:moveTo>
                    <a:pt x="856820" y="484893"/>
                  </a:moveTo>
                  <a:lnTo>
                    <a:pt x="832169" y="521909"/>
                  </a:lnTo>
                  <a:lnTo>
                    <a:pt x="910297" y="504440"/>
                  </a:lnTo>
                  <a:close/>
                  <a:moveTo>
                    <a:pt x="817453" y="466886"/>
                  </a:moveTo>
                  <a:lnTo>
                    <a:pt x="885910" y="471136"/>
                  </a:lnTo>
                  <a:lnTo>
                    <a:pt x="895310" y="448407"/>
                  </a:lnTo>
                  <a:close/>
                  <a:moveTo>
                    <a:pt x="817453" y="466886"/>
                  </a:moveTo>
                  <a:lnTo>
                    <a:pt x="895310" y="448407"/>
                  </a:lnTo>
                  <a:lnTo>
                    <a:pt x="838928" y="412278"/>
                  </a:lnTo>
                  <a:close/>
                  <a:moveTo>
                    <a:pt x="885910" y="471136"/>
                  </a:moveTo>
                  <a:lnTo>
                    <a:pt x="916016" y="460799"/>
                  </a:lnTo>
                  <a:lnTo>
                    <a:pt x="895310" y="448407"/>
                  </a:lnTo>
                  <a:close/>
                  <a:moveTo>
                    <a:pt x="885910" y="471136"/>
                  </a:moveTo>
                  <a:lnTo>
                    <a:pt x="910297" y="504440"/>
                  </a:lnTo>
                  <a:lnTo>
                    <a:pt x="916016" y="460799"/>
                  </a:lnTo>
                  <a:close/>
                  <a:moveTo>
                    <a:pt x="794971" y="357726"/>
                  </a:moveTo>
                  <a:lnTo>
                    <a:pt x="770735" y="433356"/>
                  </a:lnTo>
                  <a:lnTo>
                    <a:pt x="835514" y="409262"/>
                  </a:lnTo>
                  <a:close/>
                  <a:moveTo>
                    <a:pt x="1139393" y="755462"/>
                  </a:moveTo>
                  <a:lnTo>
                    <a:pt x="1175685" y="763940"/>
                  </a:lnTo>
                  <a:lnTo>
                    <a:pt x="1149619" y="740296"/>
                  </a:lnTo>
                  <a:close/>
                  <a:moveTo>
                    <a:pt x="913522" y="511430"/>
                  </a:moveTo>
                  <a:lnTo>
                    <a:pt x="966029" y="538136"/>
                  </a:lnTo>
                  <a:lnTo>
                    <a:pt x="970158" y="503369"/>
                  </a:lnTo>
                  <a:close/>
                  <a:moveTo>
                    <a:pt x="955872" y="452240"/>
                  </a:moveTo>
                  <a:lnTo>
                    <a:pt x="916016" y="460799"/>
                  </a:lnTo>
                  <a:lnTo>
                    <a:pt x="913522" y="511430"/>
                  </a:lnTo>
                  <a:close/>
                  <a:moveTo>
                    <a:pt x="970158" y="503369"/>
                  </a:moveTo>
                  <a:lnTo>
                    <a:pt x="955872" y="452240"/>
                  </a:lnTo>
                  <a:lnTo>
                    <a:pt x="913522" y="511430"/>
                  </a:lnTo>
                  <a:close/>
                  <a:moveTo>
                    <a:pt x="899785" y="397112"/>
                  </a:moveTo>
                  <a:lnTo>
                    <a:pt x="895310" y="448407"/>
                  </a:lnTo>
                  <a:lnTo>
                    <a:pt x="947331" y="385168"/>
                  </a:lnTo>
                  <a:close/>
                  <a:moveTo>
                    <a:pt x="895310" y="448407"/>
                  </a:moveTo>
                  <a:lnTo>
                    <a:pt x="916016" y="460799"/>
                  </a:lnTo>
                  <a:lnTo>
                    <a:pt x="947331" y="385168"/>
                  </a:lnTo>
                  <a:close/>
                  <a:moveTo>
                    <a:pt x="947331" y="385168"/>
                  </a:moveTo>
                  <a:lnTo>
                    <a:pt x="916016" y="460799"/>
                  </a:lnTo>
                  <a:lnTo>
                    <a:pt x="965329" y="400619"/>
                  </a:lnTo>
                  <a:close/>
                  <a:moveTo>
                    <a:pt x="965329" y="400619"/>
                  </a:moveTo>
                  <a:lnTo>
                    <a:pt x="916016" y="460799"/>
                  </a:lnTo>
                  <a:lnTo>
                    <a:pt x="955872" y="452240"/>
                  </a:lnTo>
                  <a:close/>
                  <a:moveTo>
                    <a:pt x="955872" y="452240"/>
                  </a:moveTo>
                  <a:lnTo>
                    <a:pt x="988570" y="436705"/>
                  </a:lnTo>
                  <a:lnTo>
                    <a:pt x="965329" y="400619"/>
                  </a:lnTo>
                  <a:close/>
                  <a:moveTo>
                    <a:pt x="835514" y="409262"/>
                  </a:moveTo>
                  <a:lnTo>
                    <a:pt x="838928" y="412278"/>
                  </a:lnTo>
                  <a:lnTo>
                    <a:pt x="839512" y="408131"/>
                  </a:lnTo>
                  <a:close/>
                  <a:moveTo>
                    <a:pt x="794971" y="357726"/>
                  </a:moveTo>
                  <a:lnTo>
                    <a:pt x="835514" y="409262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838928" y="412278"/>
                  </a:lnTo>
                  <a:lnTo>
                    <a:pt x="895310" y="448407"/>
                  </a:lnTo>
                  <a:close/>
                  <a:moveTo>
                    <a:pt x="899785" y="397112"/>
                  </a:moveTo>
                  <a:lnTo>
                    <a:pt x="839512" y="408131"/>
                  </a:lnTo>
                  <a:lnTo>
                    <a:pt x="838928" y="412278"/>
                  </a:lnTo>
                  <a:close/>
                  <a:moveTo>
                    <a:pt x="903604" y="344514"/>
                  </a:moveTo>
                  <a:lnTo>
                    <a:pt x="892962" y="333631"/>
                  </a:lnTo>
                  <a:lnTo>
                    <a:pt x="899785" y="397112"/>
                  </a:lnTo>
                  <a:close/>
                  <a:moveTo>
                    <a:pt x="899785" y="397112"/>
                  </a:moveTo>
                  <a:lnTo>
                    <a:pt x="892962" y="333631"/>
                  </a:lnTo>
                  <a:lnTo>
                    <a:pt x="841662" y="343640"/>
                  </a:lnTo>
                  <a:close/>
                  <a:moveTo>
                    <a:pt x="899785" y="397112"/>
                  </a:moveTo>
                  <a:lnTo>
                    <a:pt x="841662" y="343640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947331" y="385168"/>
                  </a:lnTo>
                  <a:lnTo>
                    <a:pt x="903604" y="344514"/>
                  </a:lnTo>
                  <a:close/>
                  <a:moveTo>
                    <a:pt x="1395084" y="887747"/>
                  </a:moveTo>
                  <a:lnTo>
                    <a:pt x="1341795" y="900534"/>
                  </a:lnTo>
                  <a:lnTo>
                    <a:pt x="1416824" y="905721"/>
                  </a:lnTo>
                  <a:close/>
                  <a:moveTo>
                    <a:pt x="1416824" y="905721"/>
                  </a:moveTo>
                  <a:lnTo>
                    <a:pt x="1341795" y="900534"/>
                  </a:lnTo>
                  <a:lnTo>
                    <a:pt x="1339360" y="925673"/>
                  </a:lnTo>
                  <a:close/>
                  <a:moveTo>
                    <a:pt x="1272427" y="848758"/>
                  </a:moveTo>
                  <a:lnTo>
                    <a:pt x="1290977" y="896420"/>
                  </a:lnTo>
                  <a:lnTo>
                    <a:pt x="1322073" y="846379"/>
                  </a:lnTo>
                  <a:close/>
                  <a:moveTo>
                    <a:pt x="1395084" y="887747"/>
                  </a:moveTo>
                  <a:lnTo>
                    <a:pt x="1324287" y="869321"/>
                  </a:lnTo>
                  <a:lnTo>
                    <a:pt x="1341795" y="900534"/>
                  </a:lnTo>
                  <a:close/>
                  <a:moveTo>
                    <a:pt x="1322073" y="846379"/>
                  </a:moveTo>
                  <a:lnTo>
                    <a:pt x="1315766" y="837462"/>
                  </a:lnTo>
                  <a:lnTo>
                    <a:pt x="1272427" y="848758"/>
                  </a:lnTo>
                  <a:close/>
                  <a:moveTo>
                    <a:pt x="1265122" y="729211"/>
                  </a:moveTo>
                  <a:lnTo>
                    <a:pt x="1207592" y="745925"/>
                  </a:lnTo>
                  <a:lnTo>
                    <a:pt x="1287798" y="772671"/>
                  </a:lnTo>
                  <a:close/>
                  <a:moveTo>
                    <a:pt x="1231894" y="693482"/>
                  </a:moveTo>
                  <a:lnTo>
                    <a:pt x="1207592" y="745925"/>
                  </a:lnTo>
                  <a:lnTo>
                    <a:pt x="1265122" y="729211"/>
                  </a:lnTo>
                  <a:close/>
                  <a:moveTo>
                    <a:pt x="1265122" y="729211"/>
                  </a:moveTo>
                  <a:lnTo>
                    <a:pt x="1312470" y="728700"/>
                  </a:lnTo>
                  <a:lnTo>
                    <a:pt x="1284106" y="689017"/>
                  </a:lnTo>
                  <a:close/>
                  <a:moveTo>
                    <a:pt x="1265122" y="729211"/>
                  </a:moveTo>
                  <a:lnTo>
                    <a:pt x="1284106" y="689017"/>
                  </a:lnTo>
                  <a:lnTo>
                    <a:pt x="1231894" y="693482"/>
                  </a:lnTo>
                  <a:close/>
                  <a:moveTo>
                    <a:pt x="988570" y="436705"/>
                  </a:moveTo>
                  <a:lnTo>
                    <a:pt x="1006415" y="488241"/>
                  </a:lnTo>
                  <a:lnTo>
                    <a:pt x="1030172" y="464147"/>
                  </a:lnTo>
                  <a:close/>
                  <a:moveTo>
                    <a:pt x="947331" y="385168"/>
                  </a:moveTo>
                  <a:lnTo>
                    <a:pt x="965329" y="400619"/>
                  </a:lnTo>
                  <a:lnTo>
                    <a:pt x="975295" y="373706"/>
                  </a:lnTo>
                  <a:close/>
                  <a:moveTo>
                    <a:pt x="975295" y="373706"/>
                  </a:moveTo>
                  <a:lnTo>
                    <a:pt x="903604" y="344514"/>
                  </a:lnTo>
                  <a:lnTo>
                    <a:pt x="947331" y="385168"/>
                  </a:lnTo>
                  <a:close/>
                  <a:moveTo>
                    <a:pt x="1007371" y="309538"/>
                  </a:moveTo>
                  <a:lnTo>
                    <a:pt x="1021837" y="302318"/>
                  </a:lnTo>
                  <a:lnTo>
                    <a:pt x="971226" y="314271"/>
                  </a:lnTo>
                  <a:close/>
                  <a:moveTo>
                    <a:pt x="1516280" y="802438"/>
                  </a:moveTo>
                  <a:lnTo>
                    <a:pt x="1458815" y="811175"/>
                  </a:lnTo>
                  <a:lnTo>
                    <a:pt x="1449296" y="852456"/>
                  </a:lnTo>
                  <a:close/>
                  <a:moveTo>
                    <a:pt x="1039481" y="336981"/>
                  </a:moveTo>
                  <a:lnTo>
                    <a:pt x="1058071" y="302890"/>
                  </a:lnTo>
                  <a:lnTo>
                    <a:pt x="1007371" y="309538"/>
                  </a:lnTo>
                  <a:close/>
                  <a:moveTo>
                    <a:pt x="1021837" y="302318"/>
                  </a:moveTo>
                  <a:lnTo>
                    <a:pt x="1007371" y="309538"/>
                  </a:lnTo>
                  <a:lnTo>
                    <a:pt x="1031742" y="303055"/>
                  </a:lnTo>
                  <a:close/>
                  <a:moveTo>
                    <a:pt x="1363709" y="474055"/>
                  </a:moveTo>
                  <a:lnTo>
                    <a:pt x="1336646" y="520817"/>
                  </a:lnTo>
                  <a:lnTo>
                    <a:pt x="1384713" y="519722"/>
                  </a:lnTo>
                  <a:close/>
                  <a:moveTo>
                    <a:pt x="1178182" y="261350"/>
                  </a:moveTo>
                  <a:lnTo>
                    <a:pt x="1183268" y="286727"/>
                  </a:lnTo>
                  <a:lnTo>
                    <a:pt x="1266128" y="289193"/>
                  </a:lnTo>
                  <a:close/>
                  <a:moveTo>
                    <a:pt x="1266128" y="289193"/>
                  </a:moveTo>
                  <a:lnTo>
                    <a:pt x="1268027" y="288793"/>
                  </a:lnTo>
                  <a:lnTo>
                    <a:pt x="1266259" y="287439"/>
                  </a:lnTo>
                  <a:close/>
                  <a:moveTo>
                    <a:pt x="1266128" y="289193"/>
                  </a:moveTo>
                  <a:lnTo>
                    <a:pt x="1270924" y="304881"/>
                  </a:lnTo>
                  <a:lnTo>
                    <a:pt x="1268027" y="288793"/>
                  </a:lnTo>
                  <a:close/>
                  <a:moveTo>
                    <a:pt x="1270924" y="304881"/>
                  </a:moveTo>
                  <a:lnTo>
                    <a:pt x="1266128" y="289193"/>
                  </a:lnTo>
                  <a:lnTo>
                    <a:pt x="1259395" y="288793"/>
                  </a:lnTo>
                  <a:close/>
                  <a:moveTo>
                    <a:pt x="1330020" y="275232"/>
                  </a:moveTo>
                  <a:lnTo>
                    <a:pt x="1268027" y="288793"/>
                  </a:lnTo>
                  <a:lnTo>
                    <a:pt x="1352961" y="302028"/>
                  </a:lnTo>
                  <a:close/>
                  <a:moveTo>
                    <a:pt x="1268027" y="288793"/>
                  </a:moveTo>
                  <a:lnTo>
                    <a:pt x="1330020" y="275232"/>
                  </a:lnTo>
                  <a:lnTo>
                    <a:pt x="1266259" y="287439"/>
                  </a:lnTo>
                  <a:close/>
                  <a:moveTo>
                    <a:pt x="1381063" y="271718"/>
                  </a:moveTo>
                  <a:lnTo>
                    <a:pt x="1354027" y="266235"/>
                  </a:lnTo>
                  <a:lnTo>
                    <a:pt x="1330020" y="275232"/>
                  </a:lnTo>
                  <a:close/>
                  <a:moveTo>
                    <a:pt x="1381063" y="271718"/>
                  </a:moveTo>
                  <a:lnTo>
                    <a:pt x="1330020" y="275232"/>
                  </a:lnTo>
                  <a:lnTo>
                    <a:pt x="1391406" y="271090"/>
                  </a:lnTo>
                  <a:close/>
                  <a:moveTo>
                    <a:pt x="1330020" y="275232"/>
                  </a:moveTo>
                  <a:lnTo>
                    <a:pt x="1352961" y="302028"/>
                  </a:lnTo>
                  <a:lnTo>
                    <a:pt x="1391406" y="271090"/>
                  </a:lnTo>
                  <a:close/>
                  <a:moveTo>
                    <a:pt x="1381063" y="271718"/>
                  </a:moveTo>
                  <a:lnTo>
                    <a:pt x="1391406" y="271090"/>
                  </a:lnTo>
                  <a:lnTo>
                    <a:pt x="1401010" y="264699"/>
                  </a:lnTo>
                  <a:close/>
                  <a:moveTo>
                    <a:pt x="1219142" y="151053"/>
                  </a:moveTo>
                  <a:lnTo>
                    <a:pt x="1231710" y="158266"/>
                  </a:lnTo>
                  <a:lnTo>
                    <a:pt x="1214501" y="167697"/>
                  </a:lnTo>
                  <a:close/>
                  <a:moveTo>
                    <a:pt x="1395176" y="15387"/>
                  </a:moveTo>
                  <a:lnTo>
                    <a:pt x="1356435" y="34459"/>
                  </a:lnTo>
                  <a:lnTo>
                    <a:pt x="1321917" y="51058"/>
                  </a:lnTo>
                  <a:close/>
                  <a:moveTo>
                    <a:pt x="1418645" y="10364"/>
                  </a:moveTo>
                  <a:lnTo>
                    <a:pt x="1376175" y="24720"/>
                  </a:lnTo>
                  <a:lnTo>
                    <a:pt x="1395176" y="15387"/>
                  </a:lnTo>
                  <a:close/>
                  <a:moveTo>
                    <a:pt x="1445318" y="6490"/>
                  </a:moveTo>
                  <a:lnTo>
                    <a:pt x="1418645" y="10364"/>
                  </a:lnTo>
                  <a:lnTo>
                    <a:pt x="1480021" y="23030"/>
                  </a:lnTo>
                  <a:close/>
                  <a:moveTo>
                    <a:pt x="1480021" y="23030"/>
                  </a:moveTo>
                  <a:lnTo>
                    <a:pt x="1418645" y="10364"/>
                  </a:lnTo>
                  <a:lnTo>
                    <a:pt x="1395176" y="15387"/>
                  </a:lnTo>
                  <a:close/>
                  <a:moveTo>
                    <a:pt x="1500020" y="0"/>
                  </a:moveTo>
                  <a:lnTo>
                    <a:pt x="1445318" y="6490"/>
                  </a:lnTo>
                  <a:lnTo>
                    <a:pt x="1528362" y="29095"/>
                  </a:lnTo>
                  <a:close/>
                  <a:moveTo>
                    <a:pt x="1445318" y="6490"/>
                  </a:moveTo>
                  <a:lnTo>
                    <a:pt x="1480021" y="23030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2" name="Output_density__4291">
              <a:extLst>
                <a:ext uri="{FF2B5EF4-FFF2-40B4-BE49-F238E27FC236}">
                  <a16:creationId xmlns:a16="http://schemas.microsoft.com/office/drawing/2014/main" id="{1D7487BC-0F9E-6C11-736A-FC51263E2456}"/>
                </a:ext>
              </a:extLst>
            </p:cNvPr>
            <p:cNvSpPr>
              <a:spLocks noGrp="1"/>
            </p:cNvSpPr>
            <p:nvPr/>
          </p:nvSpPr>
          <p:spPr>
            <a:xfrm>
              <a:off x="15127381" y="2249622"/>
              <a:ext cx="1177816" cy="1342030"/>
            </a:xfrm>
            <a:custGeom>
              <a:avLst/>
              <a:gdLst/>
              <a:ahLst/>
              <a:cxnLst/>
              <a:rect l="0" t="0" r="0" b="0"/>
              <a:pathLst>
                <a:path w="1177816" h="1342030">
                  <a:moveTo>
                    <a:pt x="58273" y="1317936"/>
                  </a:moveTo>
                  <a:lnTo>
                    <a:pt x="60369" y="1266399"/>
                  </a:lnTo>
                  <a:lnTo>
                    <a:pt x="26202" y="1342030"/>
                  </a:lnTo>
                  <a:close/>
                  <a:moveTo>
                    <a:pt x="61952" y="1261665"/>
                  </a:moveTo>
                  <a:lnTo>
                    <a:pt x="52482" y="1275127"/>
                  </a:lnTo>
                  <a:lnTo>
                    <a:pt x="60369" y="1266399"/>
                  </a:lnTo>
                  <a:close/>
                  <a:moveTo>
                    <a:pt x="61952" y="1261665"/>
                  </a:moveTo>
                  <a:lnTo>
                    <a:pt x="60369" y="1266399"/>
                  </a:lnTo>
                  <a:lnTo>
                    <a:pt x="72452" y="1258892"/>
                  </a:lnTo>
                  <a:close/>
                  <a:moveTo>
                    <a:pt x="0" y="934916"/>
                  </a:moveTo>
                  <a:lnTo>
                    <a:pt x="29145" y="942403"/>
                  </a:lnTo>
                  <a:lnTo>
                    <a:pt x="28693" y="908992"/>
                  </a:lnTo>
                  <a:close/>
                  <a:moveTo>
                    <a:pt x="349665" y="1066950"/>
                  </a:moveTo>
                  <a:lnTo>
                    <a:pt x="338165" y="1015414"/>
                  </a:lnTo>
                  <a:lnTo>
                    <a:pt x="328902" y="1076845"/>
                  </a:lnTo>
                  <a:close/>
                  <a:moveTo>
                    <a:pt x="338165" y="1015414"/>
                  </a:moveTo>
                  <a:lnTo>
                    <a:pt x="317599" y="1023292"/>
                  </a:lnTo>
                  <a:lnTo>
                    <a:pt x="328902" y="1076845"/>
                  </a:lnTo>
                  <a:close/>
                  <a:moveTo>
                    <a:pt x="328902" y="1076845"/>
                  </a:moveTo>
                  <a:lnTo>
                    <a:pt x="342623" y="1072743"/>
                  </a:lnTo>
                  <a:lnTo>
                    <a:pt x="349665" y="1066950"/>
                  </a:lnTo>
                  <a:close/>
                  <a:moveTo>
                    <a:pt x="129255" y="811495"/>
                  </a:moveTo>
                  <a:lnTo>
                    <a:pt x="92640" y="833361"/>
                  </a:lnTo>
                  <a:lnTo>
                    <a:pt x="132205" y="810054"/>
                  </a:lnTo>
                  <a:close/>
                  <a:moveTo>
                    <a:pt x="92640" y="833361"/>
                  </a:moveTo>
                  <a:lnTo>
                    <a:pt x="62525" y="859111"/>
                  </a:lnTo>
                  <a:lnTo>
                    <a:pt x="132205" y="810054"/>
                  </a:lnTo>
                  <a:close/>
                  <a:moveTo>
                    <a:pt x="129255" y="811495"/>
                  </a:moveTo>
                  <a:lnTo>
                    <a:pt x="132205" y="810054"/>
                  </a:lnTo>
                  <a:lnTo>
                    <a:pt x="132581" y="809268"/>
                  </a:lnTo>
                  <a:close/>
                  <a:moveTo>
                    <a:pt x="342623" y="1072743"/>
                  </a:moveTo>
                  <a:lnTo>
                    <a:pt x="373795" y="1054392"/>
                  </a:lnTo>
                  <a:lnTo>
                    <a:pt x="349665" y="1066950"/>
                  </a:lnTo>
                  <a:close/>
                  <a:moveTo>
                    <a:pt x="338165" y="1015414"/>
                  </a:moveTo>
                  <a:lnTo>
                    <a:pt x="349665" y="1066950"/>
                  </a:lnTo>
                  <a:lnTo>
                    <a:pt x="374394" y="1042856"/>
                  </a:lnTo>
                  <a:close/>
                  <a:moveTo>
                    <a:pt x="338165" y="1015414"/>
                  </a:moveTo>
                  <a:lnTo>
                    <a:pt x="374394" y="1042856"/>
                  </a:lnTo>
                  <a:lnTo>
                    <a:pt x="358935" y="991320"/>
                  </a:lnTo>
                  <a:close/>
                  <a:moveTo>
                    <a:pt x="146362" y="546615"/>
                  </a:moveTo>
                  <a:lnTo>
                    <a:pt x="150307" y="503396"/>
                  </a:lnTo>
                  <a:lnTo>
                    <a:pt x="129064" y="528512"/>
                  </a:lnTo>
                  <a:close/>
                  <a:moveTo>
                    <a:pt x="383125" y="568802"/>
                  </a:moveTo>
                  <a:lnTo>
                    <a:pt x="376843" y="621311"/>
                  </a:lnTo>
                  <a:lnTo>
                    <a:pt x="402562" y="558282"/>
                  </a:lnTo>
                  <a:close/>
                  <a:moveTo>
                    <a:pt x="402562" y="558282"/>
                  </a:moveTo>
                  <a:lnTo>
                    <a:pt x="382582" y="633912"/>
                  </a:lnTo>
                  <a:lnTo>
                    <a:pt x="411494" y="609818"/>
                  </a:lnTo>
                  <a:close/>
                  <a:moveTo>
                    <a:pt x="715570" y="843407"/>
                  </a:moveTo>
                  <a:lnTo>
                    <a:pt x="690469" y="847323"/>
                  </a:lnTo>
                  <a:lnTo>
                    <a:pt x="708590" y="893152"/>
                  </a:lnTo>
                  <a:close/>
                  <a:moveTo>
                    <a:pt x="637882" y="852093"/>
                  </a:moveTo>
                  <a:lnTo>
                    <a:pt x="614894" y="815965"/>
                  </a:lnTo>
                  <a:lnTo>
                    <a:pt x="606827" y="822252"/>
                  </a:lnTo>
                  <a:close/>
                  <a:moveTo>
                    <a:pt x="680986" y="792290"/>
                  </a:moveTo>
                  <a:lnTo>
                    <a:pt x="614894" y="815965"/>
                  </a:lnTo>
                  <a:lnTo>
                    <a:pt x="637882" y="852093"/>
                  </a:lnTo>
                  <a:close/>
                  <a:moveTo>
                    <a:pt x="690469" y="847323"/>
                  </a:moveTo>
                  <a:lnTo>
                    <a:pt x="680986" y="792290"/>
                  </a:lnTo>
                  <a:lnTo>
                    <a:pt x="637882" y="852093"/>
                  </a:lnTo>
                  <a:close/>
                  <a:moveTo>
                    <a:pt x="715570" y="843407"/>
                  </a:moveTo>
                  <a:lnTo>
                    <a:pt x="682496" y="791871"/>
                  </a:lnTo>
                  <a:lnTo>
                    <a:pt x="690469" y="847323"/>
                  </a:lnTo>
                  <a:close/>
                  <a:moveTo>
                    <a:pt x="682496" y="791871"/>
                  </a:moveTo>
                  <a:lnTo>
                    <a:pt x="680986" y="792290"/>
                  </a:lnTo>
                  <a:lnTo>
                    <a:pt x="690469" y="847323"/>
                  </a:lnTo>
                  <a:close/>
                  <a:moveTo>
                    <a:pt x="643044" y="782984"/>
                  </a:moveTo>
                  <a:lnTo>
                    <a:pt x="614894" y="815965"/>
                  </a:lnTo>
                  <a:lnTo>
                    <a:pt x="680986" y="792290"/>
                  </a:lnTo>
                  <a:close/>
                  <a:moveTo>
                    <a:pt x="402562" y="558282"/>
                  </a:moveTo>
                  <a:lnTo>
                    <a:pt x="411494" y="609818"/>
                  </a:lnTo>
                  <a:lnTo>
                    <a:pt x="444605" y="585725"/>
                  </a:lnTo>
                  <a:close/>
                  <a:moveTo>
                    <a:pt x="402562" y="558282"/>
                  </a:moveTo>
                  <a:lnTo>
                    <a:pt x="444605" y="585725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02562" y="558282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29036" y="506874"/>
                  </a:lnTo>
                  <a:lnTo>
                    <a:pt x="402562" y="558282"/>
                  </a:lnTo>
                  <a:close/>
                  <a:moveTo>
                    <a:pt x="682496" y="791871"/>
                  </a:moveTo>
                  <a:lnTo>
                    <a:pt x="715570" y="843407"/>
                  </a:lnTo>
                  <a:lnTo>
                    <a:pt x="759171" y="819314"/>
                  </a:lnTo>
                  <a:close/>
                  <a:moveTo>
                    <a:pt x="682496" y="791871"/>
                  </a:moveTo>
                  <a:lnTo>
                    <a:pt x="759171" y="819314"/>
                  </a:lnTo>
                  <a:lnTo>
                    <a:pt x="745958" y="767777"/>
                  </a:lnTo>
                  <a:close/>
                  <a:moveTo>
                    <a:pt x="459949" y="534188"/>
                  </a:moveTo>
                  <a:lnTo>
                    <a:pt x="507892" y="531905"/>
                  </a:lnTo>
                  <a:lnTo>
                    <a:pt x="483817" y="524924"/>
                  </a:lnTo>
                  <a:close/>
                  <a:moveTo>
                    <a:pt x="468538" y="519667"/>
                  </a:moveTo>
                  <a:lnTo>
                    <a:pt x="459949" y="534188"/>
                  </a:lnTo>
                  <a:lnTo>
                    <a:pt x="483817" y="524924"/>
                  </a:lnTo>
                  <a:close/>
                  <a:moveTo>
                    <a:pt x="546666" y="502198"/>
                  </a:moveTo>
                  <a:lnTo>
                    <a:pt x="468538" y="519667"/>
                  </a:lnTo>
                  <a:lnTo>
                    <a:pt x="545468" y="510094"/>
                  </a:lnTo>
                  <a:close/>
                  <a:moveTo>
                    <a:pt x="545468" y="510094"/>
                  </a:moveTo>
                  <a:lnTo>
                    <a:pt x="468538" y="519667"/>
                  </a:lnTo>
                  <a:lnTo>
                    <a:pt x="483817" y="524924"/>
                  </a:lnTo>
                  <a:close/>
                  <a:moveTo>
                    <a:pt x="483817" y="524924"/>
                  </a:moveTo>
                  <a:lnTo>
                    <a:pt x="507892" y="531905"/>
                  </a:lnTo>
                  <a:lnTo>
                    <a:pt x="545468" y="510094"/>
                  </a:lnTo>
                  <a:close/>
                  <a:moveTo>
                    <a:pt x="396969" y="369319"/>
                  </a:moveTo>
                  <a:lnTo>
                    <a:pt x="392721" y="410875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92721" y="410875"/>
                  </a:lnTo>
                  <a:lnTo>
                    <a:pt x="407104" y="431115"/>
                  </a:lnTo>
                  <a:close/>
                  <a:moveTo>
                    <a:pt x="372437" y="379578"/>
                  </a:moveTo>
                  <a:lnTo>
                    <a:pt x="392721" y="410875"/>
                  </a:lnTo>
                  <a:lnTo>
                    <a:pt x="396969" y="369319"/>
                  </a:lnTo>
                  <a:close/>
                  <a:moveTo>
                    <a:pt x="375027" y="344720"/>
                  </a:moveTo>
                  <a:lnTo>
                    <a:pt x="372437" y="379578"/>
                  </a:lnTo>
                  <a:lnTo>
                    <a:pt x="396969" y="369319"/>
                  </a:lnTo>
                  <a:close/>
                  <a:moveTo>
                    <a:pt x="447361" y="305591"/>
                  </a:moveTo>
                  <a:lnTo>
                    <a:pt x="375027" y="344720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75027" y="344720"/>
                  </a:lnTo>
                  <a:lnTo>
                    <a:pt x="396969" y="369319"/>
                  </a:lnTo>
                  <a:close/>
                  <a:moveTo>
                    <a:pt x="961175" y="949830"/>
                  </a:moveTo>
                  <a:lnTo>
                    <a:pt x="975729" y="923432"/>
                  </a:lnTo>
                  <a:lnTo>
                    <a:pt x="965053" y="901505"/>
                  </a:lnTo>
                  <a:close/>
                  <a:moveTo>
                    <a:pt x="965053" y="901505"/>
                  </a:moveTo>
                  <a:lnTo>
                    <a:pt x="978164" y="898293"/>
                  </a:lnTo>
                  <a:lnTo>
                    <a:pt x="960656" y="867079"/>
                  </a:lnTo>
                  <a:close/>
                  <a:moveTo>
                    <a:pt x="944664" y="898293"/>
                  </a:moveTo>
                  <a:lnTo>
                    <a:pt x="965053" y="901505"/>
                  </a:lnTo>
                  <a:lnTo>
                    <a:pt x="960656" y="867079"/>
                  </a:lnTo>
                  <a:close/>
                  <a:moveTo>
                    <a:pt x="965053" y="901505"/>
                  </a:moveTo>
                  <a:lnTo>
                    <a:pt x="975729" y="923432"/>
                  </a:lnTo>
                  <a:lnTo>
                    <a:pt x="978164" y="898293"/>
                  </a:lnTo>
                  <a:close/>
                  <a:moveTo>
                    <a:pt x="812054" y="761698"/>
                  </a:moveTo>
                  <a:lnTo>
                    <a:pt x="830070" y="728191"/>
                  </a:lnTo>
                  <a:lnTo>
                    <a:pt x="785988" y="738054"/>
                  </a:lnTo>
                  <a:close/>
                  <a:moveTo>
                    <a:pt x="812054" y="761698"/>
                  </a:moveTo>
                  <a:lnTo>
                    <a:pt x="775763" y="753220"/>
                  </a:lnTo>
                  <a:lnTo>
                    <a:pt x="836854" y="753556"/>
                  </a:lnTo>
                  <a:close/>
                  <a:moveTo>
                    <a:pt x="830070" y="728191"/>
                  </a:moveTo>
                  <a:lnTo>
                    <a:pt x="812054" y="761698"/>
                  </a:lnTo>
                  <a:lnTo>
                    <a:pt x="843961" y="743683"/>
                  </a:lnTo>
                  <a:close/>
                  <a:moveTo>
                    <a:pt x="812054" y="761698"/>
                  </a:moveTo>
                  <a:lnTo>
                    <a:pt x="836854" y="753556"/>
                  </a:lnTo>
                  <a:lnTo>
                    <a:pt x="843961" y="743683"/>
                  </a:lnTo>
                  <a:close/>
                  <a:moveTo>
                    <a:pt x="546666" y="502198"/>
                  </a:moveTo>
                  <a:lnTo>
                    <a:pt x="545468" y="510094"/>
                  </a:lnTo>
                  <a:lnTo>
                    <a:pt x="549891" y="509189"/>
                  </a:lnTo>
                  <a:close/>
                  <a:moveTo>
                    <a:pt x="549891" y="509189"/>
                  </a:moveTo>
                  <a:lnTo>
                    <a:pt x="552385" y="458557"/>
                  </a:lnTo>
                  <a:lnTo>
                    <a:pt x="546666" y="502198"/>
                  </a:lnTo>
                  <a:close/>
                  <a:moveTo>
                    <a:pt x="431340" y="355484"/>
                  </a:moveTo>
                  <a:lnTo>
                    <a:pt x="475882" y="405890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31340" y="355484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78031" y="341399"/>
                  </a:lnTo>
                  <a:lnTo>
                    <a:pt x="448071" y="303948"/>
                  </a:lnTo>
                  <a:close/>
                  <a:moveTo>
                    <a:pt x="448071" y="303948"/>
                  </a:moveTo>
                  <a:lnTo>
                    <a:pt x="478031" y="341399"/>
                  </a:lnTo>
                  <a:lnTo>
                    <a:pt x="529331" y="331390"/>
                  </a:lnTo>
                  <a:close/>
                  <a:moveTo>
                    <a:pt x="448071" y="303948"/>
                  </a:moveTo>
                  <a:lnTo>
                    <a:pt x="529331" y="331390"/>
                  </a:lnTo>
                  <a:lnTo>
                    <a:pt x="522462" y="279854"/>
                  </a:lnTo>
                  <a:close/>
                  <a:moveTo>
                    <a:pt x="958442" y="844137"/>
                  </a:moveTo>
                  <a:lnTo>
                    <a:pt x="944664" y="898293"/>
                  </a:lnTo>
                  <a:lnTo>
                    <a:pt x="960656" y="867079"/>
                  </a:lnTo>
                  <a:close/>
                  <a:moveTo>
                    <a:pt x="927346" y="894179"/>
                  </a:moveTo>
                  <a:lnTo>
                    <a:pt x="944664" y="898293"/>
                  </a:lnTo>
                  <a:lnTo>
                    <a:pt x="958442" y="844137"/>
                  </a:lnTo>
                  <a:close/>
                  <a:moveTo>
                    <a:pt x="958442" y="844137"/>
                  </a:moveTo>
                  <a:lnTo>
                    <a:pt x="960656" y="867079"/>
                  </a:lnTo>
                  <a:lnTo>
                    <a:pt x="1031453" y="885505"/>
                  </a:lnTo>
                  <a:close/>
                  <a:moveTo>
                    <a:pt x="1022980" y="829652"/>
                  </a:moveTo>
                  <a:lnTo>
                    <a:pt x="958442" y="844137"/>
                  </a:lnTo>
                  <a:lnTo>
                    <a:pt x="1031453" y="885505"/>
                  </a:lnTo>
                  <a:close/>
                  <a:moveTo>
                    <a:pt x="958442" y="844137"/>
                  </a:moveTo>
                  <a:lnTo>
                    <a:pt x="980756" y="795220"/>
                  </a:lnTo>
                  <a:lnTo>
                    <a:pt x="952135" y="835220"/>
                  </a:lnTo>
                  <a:close/>
                  <a:moveTo>
                    <a:pt x="1022980" y="829652"/>
                  </a:moveTo>
                  <a:lnTo>
                    <a:pt x="990714" y="793140"/>
                  </a:lnTo>
                  <a:lnTo>
                    <a:pt x="958442" y="844137"/>
                  </a:lnTo>
                  <a:close/>
                  <a:moveTo>
                    <a:pt x="1050423" y="822662"/>
                  </a:moveTo>
                  <a:lnTo>
                    <a:pt x="1065414" y="774496"/>
                  </a:lnTo>
                  <a:lnTo>
                    <a:pt x="1022980" y="829652"/>
                  </a:lnTo>
                  <a:close/>
                  <a:moveTo>
                    <a:pt x="624939" y="434464"/>
                  </a:moveTo>
                  <a:lnTo>
                    <a:pt x="666541" y="461906"/>
                  </a:lnTo>
                  <a:lnTo>
                    <a:pt x="658742" y="410369"/>
                  </a:lnTo>
                  <a:close/>
                  <a:moveTo>
                    <a:pt x="611664" y="371465"/>
                  </a:moveTo>
                  <a:lnTo>
                    <a:pt x="601698" y="398377"/>
                  </a:lnTo>
                  <a:lnTo>
                    <a:pt x="635682" y="358833"/>
                  </a:lnTo>
                  <a:close/>
                  <a:moveTo>
                    <a:pt x="635682" y="358833"/>
                  </a:moveTo>
                  <a:lnTo>
                    <a:pt x="601698" y="398377"/>
                  </a:lnTo>
                  <a:lnTo>
                    <a:pt x="624939" y="434464"/>
                  </a:lnTo>
                  <a:close/>
                  <a:moveTo>
                    <a:pt x="635682" y="358833"/>
                  </a:moveTo>
                  <a:lnTo>
                    <a:pt x="624939" y="434464"/>
                  </a:lnTo>
                  <a:lnTo>
                    <a:pt x="658742" y="410369"/>
                  </a:lnTo>
                  <a:close/>
                  <a:moveTo>
                    <a:pt x="541199" y="328027"/>
                  </a:moveTo>
                  <a:lnTo>
                    <a:pt x="539973" y="342273"/>
                  </a:lnTo>
                  <a:lnTo>
                    <a:pt x="611664" y="371465"/>
                  </a:lnTo>
                  <a:close/>
                  <a:moveTo>
                    <a:pt x="607596" y="312030"/>
                  </a:moveTo>
                  <a:lnTo>
                    <a:pt x="541199" y="328027"/>
                  </a:lnTo>
                  <a:lnTo>
                    <a:pt x="611664" y="371465"/>
                  </a:lnTo>
                  <a:close/>
                  <a:moveTo>
                    <a:pt x="635682" y="358833"/>
                  </a:moveTo>
                  <a:lnTo>
                    <a:pt x="643740" y="307296"/>
                  </a:lnTo>
                  <a:lnTo>
                    <a:pt x="611664" y="371465"/>
                  </a:lnTo>
                  <a:close/>
                  <a:moveTo>
                    <a:pt x="643740" y="307296"/>
                  </a:moveTo>
                  <a:lnTo>
                    <a:pt x="607596" y="312030"/>
                  </a:lnTo>
                  <a:lnTo>
                    <a:pt x="611664" y="371465"/>
                  </a:lnTo>
                  <a:close/>
                  <a:moveTo>
                    <a:pt x="529331" y="331390"/>
                  </a:moveTo>
                  <a:lnTo>
                    <a:pt x="539973" y="342273"/>
                  </a:lnTo>
                  <a:lnTo>
                    <a:pt x="541199" y="328027"/>
                  </a:lnTo>
                  <a:close/>
                  <a:moveTo>
                    <a:pt x="522462" y="279854"/>
                  </a:moveTo>
                  <a:lnTo>
                    <a:pt x="541199" y="328027"/>
                  </a:lnTo>
                  <a:lnTo>
                    <a:pt x="523664" y="279540"/>
                  </a:lnTo>
                  <a:close/>
                  <a:moveTo>
                    <a:pt x="522462" y="279854"/>
                  </a:moveTo>
                  <a:lnTo>
                    <a:pt x="529331" y="331390"/>
                  </a:lnTo>
                  <a:lnTo>
                    <a:pt x="541199" y="328027"/>
                  </a:lnTo>
                  <a:close/>
                  <a:moveTo>
                    <a:pt x="541199" y="328027"/>
                  </a:moveTo>
                  <a:lnTo>
                    <a:pt x="607596" y="312030"/>
                  </a:lnTo>
                  <a:lnTo>
                    <a:pt x="582688" y="269536"/>
                  </a:lnTo>
                  <a:close/>
                  <a:moveTo>
                    <a:pt x="541199" y="328027"/>
                  </a:moveTo>
                  <a:lnTo>
                    <a:pt x="582688" y="269536"/>
                  </a:lnTo>
                  <a:lnTo>
                    <a:pt x="523664" y="279540"/>
                  </a:lnTo>
                  <a:close/>
                  <a:moveTo>
                    <a:pt x="522940" y="278590"/>
                  </a:moveTo>
                  <a:lnTo>
                    <a:pt x="522462" y="279854"/>
                  </a:lnTo>
                  <a:lnTo>
                    <a:pt x="523664" y="279540"/>
                  </a:lnTo>
                  <a:close/>
                  <a:moveTo>
                    <a:pt x="1050423" y="822662"/>
                  </a:moveTo>
                  <a:lnTo>
                    <a:pt x="1085665" y="850214"/>
                  </a:lnTo>
                  <a:lnTo>
                    <a:pt x="1095184" y="808934"/>
                  </a:lnTo>
                  <a:close/>
                  <a:moveTo>
                    <a:pt x="1065414" y="774496"/>
                  </a:moveTo>
                  <a:lnTo>
                    <a:pt x="1050423" y="822662"/>
                  </a:lnTo>
                  <a:lnTo>
                    <a:pt x="1095184" y="808934"/>
                  </a:lnTo>
                  <a:close/>
                  <a:moveTo>
                    <a:pt x="635682" y="358833"/>
                  </a:moveTo>
                  <a:lnTo>
                    <a:pt x="675850" y="334739"/>
                  </a:lnTo>
                  <a:lnTo>
                    <a:pt x="643740" y="307296"/>
                  </a:lnTo>
                  <a:close/>
                  <a:moveTo>
                    <a:pt x="1067985" y="244508"/>
                  </a:moveTo>
                  <a:lnTo>
                    <a:pt x="1017432" y="269476"/>
                  </a:lnTo>
                  <a:lnTo>
                    <a:pt x="1037379" y="262457"/>
                  </a:lnTo>
                  <a:close/>
                  <a:moveTo>
                    <a:pt x="1090418" y="248122"/>
                  </a:moveTo>
                  <a:lnTo>
                    <a:pt x="1037379" y="262457"/>
                  </a:lnTo>
                  <a:lnTo>
                    <a:pt x="1105788" y="250948"/>
                  </a:lnTo>
                  <a:close/>
                  <a:moveTo>
                    <a:pt x="1105788" y="250948"/>
                  </a:moveTo>
                  <a:lnTo>
                    <a:pt x="1037379" y="262457"/>
                  </a:lnTo>
                  <a:lnTo>
                    <a:pt x="1027775" y="268849"/>
                  </a:lnTo>
                  <a:close/>
                  <a:moveTo>
                    <a:pt x="1105788" y="250948"/>
                  </a:moveTo>
                  <a:lnTo>
                    <a:pt x="1027775" y="268849"/>
                  </a:lnTo>
                  <a:lnTo>
                    <a:pt x="1068316" y="285528"/>
                  </a:lnTo>
                  <a:close/>
                  <a:moveTo>
                    <a:pt x="1067985" y="244508"/>
                  </a:moveTo>
                  <a:lnTo>
                    <a:pt x="1037379" y="262457"/>
                  </a:lnTo>
                  <a:lnTo>
                    <a:pt x="1090418" y="248122"/>
                  </a:lnTo>
                  <a:close/>
                  <a:moveTo>
                    <a:pt x="1078760" y="210921"/>
                  </a:moveTo>
                  <a:lnTo>
                    <a:pt x="1090418" y="248122"/>
                  </a:lnTo>
                  <a:lnTo>
                    <a:pt x="1116404" y="238363"/>
                  </a:lnTo>
                  <a:close/>
                  <a:moveTo>
                    <a:pt x="1090418" y="248122"/>
                  </a:moveTo>
                  <a:lnTo>
                    <a:pt x="1105788" y="250948"/>
                  </a:lnTo>
                  <a:lnTo>
                    <a:pt x="1116404" y="238363"/>
                  </a:lnTo>
                  <a:close/>
                  <a:moveTo>
                    <a:pt x="1105788" y="250948"/>
                  </a:moveTo>
                  <a:lnTo>
                    <a:pt x="1143073" y="255452"/>
                  </a:lnTo>
                  <a:lnTo>
                    <a:pt x="1116404" y="238363"/>
                  </a:lnTo>
                  <a:close/>
                  <a:moveTo>
                    <a:pt x="1143073" y="255452"/>
                  </a:moveTo>
                  <a:lnTo>
                    <a:pt x="1177816" y="214269"/>
                  </a:lnTo>
                  <a:lnTo>
                    <a:pt x="1116404" y="238363"/>
                  </a:lnTo>
                  <a:close/>
                  <a:moveTo>
                    <a:pt x="1177816" y="214269"/>
                  </a:moveTo>
                  <a:lnTo>
                    <a:pt x="1123775" y="186826"/>
                  </a:lnTo>
                  <a:lnTo>
                    <a:pt x="1116404" y="238363"/>
                  </a:lnTo>
                  <a:close/>
                  <a:moveTo>
                    <a:pt x="1012544" y="22478"/>
                  </a:moveTo>
                  <a:lnTo>
                    <a:pt x="992804" y="32217"/>
                  </a:lnTo>
                  <a:lnTo>
                    <a:pt x="1031545" y="13145"/>
                  </a:lnTo>
                  <a:close/>
                  <a:moveTo>
                    <a:pt x="1055014" y="8123"/>
                  </a:moveTo>
                  <a:lnTo>
                    <a:pt x="997496" y="20742"/>
                  </a:lnTo>
                  <a:lnTo>
                    <a:pt x="1012544" y="22478"/>
                  </a:lnTo>
                  <a:close/>
                  <a:moveTo>
                    <a:pt x="1074749" y="0"/>
                  </a:moveTo>
                  <a:lnTo>
                    <a:pt x="1055014" y="8123"/>
                  </a:lnTo>
                  <a:lnTo>
                    <a:pt x="1081687" y="42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93" name="Output_density__4292">
              <a:extLst>
                <a:ext uri="{FF2B5EF4-FFF2-40B4-BE49-F238E27FC236}">
                  <a16:creationId xmlns:a16="http://schemas.microsoft.com/office/drawing/2014/main" id="{D861A785-8DF0-60EA-855B-D8F25C803D61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632338"/>
              <a:ext cx="1564288" cy="1099057"/>
            </a:xfrm>
            <a:custGeom>
              <a:avLst/>
              <a:gdLst/>
              <a:ahLst/>
              <a:cxnLst/>
              <a:rect l="0" t="0" r="0" b="0"/>
              <a:pathLst>
                <a:path w="1564288" h="1099057">
                  <a:moveTo>
                    <a:pt x="496350" y="1099057"/>
                  </a:moveTo>
                  <a:lnTo>
                    <a:pt x="528638" y="1070221"/>
                  </a:lnTo>
                  <a:lnTo>
                    <a:pt x="530814" y="1065735"/>
                  </a:lnTo>
                  <a:close/>
                  <a:moveTo>
                    <a:pt x="9618" y="498832"/>
                  </a:moveTo>
                  <a:lnTo>
                    <a:pt x="0" y="522926"/>
                  </a:lnTo>
                  <a:lnTo>
                    <a:pt x="42422" y="449957"/>
                  </a:lnTo>
                  <a:close/>
                  <a:moveTo>
                    <a:pt x="496350" y="1099057"/>
                  </a:moveTo>
                  <a:lnTo>
                    <a:pt x="530814" y="1065735"/>
                  </a:lnTo>
                  <a:lnTo>
                    <a:pt x="569175" y="1061764"/>
                  </a:lnTo>
                  <a:close/>
                  <a:moveTo>
                    <a:pt x="13873" y="494688"/>
                  </a:moveTo>
                  <a:lnTo>
                    <a:pt x="9302" y="500804"/>
                  </a:lnTo>
                  <a:lnTo>
                    <a:pt x="9618" y="498832"/>
                  </a:lnTo>
                  <a:close/>
                  <a:moveTo>
                    <a:pt x="398272" y="529624"/>
                  </a:moveTo>
                  <a:lnTo>
                    <a:pt x="397629" y="536079"/>
                  </a:lnTo>
                  <a:lnTo>
                    <a:pt x="404623" y="526084"/>
                  </a:lnTo>
                  <a:close/>
                  <a:moveTo>
                    <a:pt x="404623" y="526084"/>
                  </a:moveTo>
                  <a:lnTo>
                    <a:pt x="417975" y="456795"/>
                  </a:lnTo>
                  <a:lnTo>
                    <a:pt x="398272" y="529624"/>
                  </a:lnTo>
                  <a:close/>
                  <a:moveTo>
                    <a:pt x="425172" y="468014"/>
                  </a:moveTo>
                  <a:lnTo>
                    <a:pt x="410701" y="525452"/>
                  </a:lnTo>
                  <a:lnTo>
                    <a:pt x="398272" y="529624"/>
                  </a:lnTo>
                  <a:close/>
                  <a:moveTo>
                    <a:pt x="417975" y="456795"/>
                  </a:moveTo>
                  <a:lnTo>
                    <a:pt x="404623" y="526084"/>
                  </a:lnTo>
                  <a:lnTo>
                    <a:pt x="434837" y="478087"/>
                  </a:lnTo>
                  <a:close/>
                  <a:moveTo>
                    <a:pt x="806869" y="739119"/>
                  </a:moveTo>
                  <a:lnTo>
                    <a:pt x="791730" y="782050"/>
                  </a:lnTo>
                  <a:lnTo>
                    <a:pt x="778364" y="780258"/>
                  </a:lnTo>
                  <a:close/>
                  <a:moveTo>
                    <a:pt x="524450" y="354945"/>
                  </a:moveTo>
                  <a:lnTo>
                    <a:pt x="529913" y="316271"/>
                  </a:lnTo>
                  <a:lnTo>
                    <a:pt x="509297" y="338067"/>
                  </a:lnTo>
                  <a:close/>
                  <a:moveTo>
                    <a:pt x="1046805" y="275808"/>
                  </a:moveTo>
                  <a:lnTo>
                    <a:pt x="1090605" y="264892"/>
                  </a:lnTo>
                  <a:lnTo>
                    <a:pt x="1121569" y="245760"/>
                  </a:lnTo>
                  <a:close/>
                  <a:moveTo>
                    <a:pt x="1173486" y="6907"/>
                  </a:moveTo>
                  <a:lnTo>
                    <a:pt x="1112543" y="20975"/>
                  </a:lnTo>
                  <a:lnTo>
                    <a:pt x="1176368" y="6168"/>
                  </a:lnTo>
                  <a:close/>
                  <a:moveTo>
                    <a:pt x="1176368" y="6168"/>
                  </a:moveTo>
                  <a:lnTo>
                    <a:pt x="1112543" y="20975"/>
                  </a:lnTo>
                  <a:lnTo>
                    <a:pt x="1098385" y="24180"/>
                  </a:lnTo>
                  <a:close/>
                  <a:moveTo>
                    <a:pt x="1173486" y="6907"/>
                  </a:moveTo>
                  <a:lnTo>
                    <a:pt x="1178928" y="4987"/>
                  </a:lnTo>
                  <a:lnTo>
                    <a:pt x="1210799" y="0"/>
                  </a:lnTo>
                  <a:close/>
                  <a:moveTo>
                    <a:pt x="1210799" y="0"/>
                  </a:moveTo>
                  <a:lnTo>
                    <a:pt x="1178928" y="4987"/>
                  </a:lnTo>
                  <a:lnTo>
                    <a:pt x="1229668" y="30773"/>
                  </a:lnTo>
                  <a:close/>
                  <a:moveTo>
                    <a:pt x="1500055" y="112974"/>
                  </a:moveTo>
                  <a:lnTo>
                    <a:pt x="1516663" y="135294"/>
                  </a:lnTo>
                  <a:lnTo>
                    <a:pt x="1534089" y="94387"/>
                  </a:lnTo>
                  <a:close/>
                  <a:moveTo>
                    <a:pt x="1483023" y="160663"/>
                  </a:moveTo>
                  <a:lnTo>
                    <a:pt x="1516663" y="135294"/>
                  </a:lnTo>
                  <a:lnTo>
                    <a:pt x="1500055" y="112974"/>
                  </a:lnTo>
                  <a:close/>
                  <a:moveTo>
                    <a:pt x="1534089" y="94387"/>
                  </a:moveTo>
                  <a:lnTo>
                    <a:pt x="1516663" y="135294"/>
                  </a:lnTo>
                  <a:lnTo>
                    <a:pt x="1536044" y="113330"/>
                  </a:lnTo>
                  <a:close/>
                  <a:moveTo>
                    <a:pt x="1534089" y="94387"/>
                  </a:moveTo>
                  <a:lnTo>
                    <a:pt x="1544408" y="64348"/>
                  </a:lnTo>
                  <a:lnTo>
                    <a:pt x="1537770" y="79310"/>
                  </a:lnTo>
                  <a:close/>
                  <a:moveTo>
                    <a:pt x="1527649" y="89236"/>
                  </a:moveTo>
                  <a:lnTo>
                    <a:pt x="1534089" y="94387"/>
                  </a:lnTo>
                  <a:lnTo>
                    <a:pt x="1537770" y="79310"/>
                  </a:lnTo>
                  <a:close/>
                  <a:moveTo>
                    <a:pt x="1553797" y="37699"/>
                  </a:moveTo>
                  <a:lnTo>
                    <a:pt x="1564288" y="43556"/>
                  </a:lnTo>
                  <a:lnTo>
                    <a:pt x="1537770" y="7931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94" name="Output_density__4293">
              <a:extLst>
                <a:ext uri="{FF2B5EF4-FFF2-40B4-BE49-F238E27FC236}">
                  <a16:creationId xmlns:a16="http://schemas.microsoft.com/office/drawing/2014/main" id="{94E98DEC-B612-D506-5B2E-481B773181CE}"/>
                </a:ext>
              </a:extLst>
            </p:cNvPr>
            <p:cNvSpPr>
              <a:spLocks noGrp="1"/>
            </p:cNvSpPr>
            <p:nvPr/>
          </p:nvSpPr>
          <p:spPr>
            <a:xfrm>
              <a:off x="15787205" y="3168659"/>
              <a:ext cx="24597" cy="24094"/>
            </a:xfrm>
            <a:custGeom>
              <a:avLst/>
              <a:gdLst/>
              <a:ahLst/>
              <a:cxnLst/>
              <a:rect l="0" t="0" r="0" b="0"/>
              <a:pathLst>
                <a:path w="24597" h="24094">
                  <a:moveTo>
                    <a:pt x="0" y="24094"/>
                  </a:moveTo>
                  <a:lnTo>
                    <a:pt x="24597" y="0"/>
                  </a:lnTo>
                  <a:lnTo>
                    <a:pt x="20797" y="4441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95" name="Output_density__4294">
              <a:extLst>
                <a:ext uri="{FF2B5EF4-FFF2-40B4-BE49-F238E27FC236}">
                  <a16:creationId xmlns:a16="http://schemas.microsoft.com/office/drawing/2014/main" id="{1C493E10-0BD2-DB50-5AA1-682BEE16949F}"/>
                </a:ext>
              </a:extLst>
            </p:cNvPr>
            <p:cNvSpPr>
              <a:spLocks noGrp="1"/>
            </p:cNvSpPr>
            <p:nvPr/>
          </p:nvSpPr>
          <p:spPr>
            <a:xfrm>
              <a:off x="14765886" y="2367333"/>
              <a:ext cx="1804943" cy="1378127"/>
            </a:xfrm>
            <a:custGeom>
              <a:avLst/>
              <a:gdLst/>
              <a:ahLst/>
              <a:cxnLst/>
              <a:rect l="0" t="0" r="0" b="0"/>
              <a:pathLst>
                <a:path w="1804943" h="1378127">
                  <a:moveTo>
                    <a:pt x="0" y="812026"/>
                  </a:moveTo>
                  <a:lnTo>
                    <a:pt x="5541" y="822374"/>
                  </a:lnTo>
                  <a:lnTo>
                    <a:pt x="25518" y="839125"/>
                  </a:lnTo>
                  <a:close/>
                  <a:moveTo>
                    <a:pt x="436501" y="1251761"/>
                  </a:moveTo>
                  <a:lnTo>
                    <a:pt x="414164" y="1275855"/>
                  </a:lnTo>
                  <a:lnTo>
                    <a:pt x="425360" y="1286010"/>
                  </a:lnTo>
                  <a:close/>
                  <a:moveTo>
                    <a:pt x="0" y="812026"/>
                  </a:moveTo>
                  <a:lnTo>
                    <a:pt x="25518" y="839125"/>
                  </a:lnTo>
                  <a:lnTo>
                    <a:pt x="41911" y="839468"/>
                  </a:lnTo>
                  <a:close/>
                  <a:moveTo>
                    <a:pt x="6947" y="787932"/>
                  </a:moveTo>
                  <a:lnTo>
                    <a:pt x="0" y="812026"/>
                  </a:lnTo>
                  <a:lnTo>
                    <a:pt x="41911" y="839468"/>
                  </a:lnTo>
                  <a:close/>
                  <a:moveTo>
                    <a:pt x="653107" y="1343688"/>
                  </a:moveTo>
                  <a:lnTo>
                    <a:pt x="705276" y="1364063"/>
                  </a:lnTo>
                  <a:lnTo>
                    <a:pt x="731950" y="1328894"/>
                  </a:lnTo>
                  <a:close/>
                  <a:moveTo>
                    <a:pt x="470737" y="1100500"/>
                  </a:moveTo>
                  <a:lnTo>
                    <a:pt x="444556" y="1069812"/>
                  </a:lnTo>
                  <a:lnTo>
                    <a:pt x="469684" y="1112126"/>
                  </a:lnTo>
                  <a:close/>
                  <a:moveTo>
                    <a:pt x="852214" y="1334089"/>
                  </a:moveTo>
                  <a:lnTo>
                    <a:pt x="838558" y="1378127"/>
                  </a:lnTo>
                  <a:lnTo>
                    <a:pt x="864663" y="1340832"/>
                  </a:lnTo>
                  <a:close/>
                  <a:moveTo>
                    <a:pt x="731950" y="1328894"/>
                  </a:moveTo>
                  <a:lnTo>
                    <a:pt x="759772" y="1298015"/>
                  </a:lnTo>
                  <a:lnTo>
                    <a:pt x="680904" y="1312715"/>
                  </a:lnTo>
                  <a:close/>
                  <a:moveTo>
                    <a:pt x="759772" y="1298015"/>
                  </a:moveTo>
                  <a:lnTo>
                    <a:pt x="731950" y="1328894"/>
                  </a:lnTo>
                  <a:lnTo>
                    <a:pt x="810471" y="1312894"/>
                  </a:lnTo>
                  <a:close/>
                  <a:moveTo>
                    <a:pt x="615460" y="1195063"/>
                  </a:moveTo>
                  <a:lnTo>
                    <a:pt x="611019" y="1226106"/>
                  </a:lnTo>
                  <a:lnTo>
                    <a:pt x="637077" y="1203573"/>
                  </a:lnTo>
                  <a:close/>
                  <a:moveTo>
                    <a:pt x="596814" y="1147479"/>
                  </a:moveTo>
                  <a:lnTo>
                    <a:pt x="637077" y="1203573"/>
                  </a:lnTo>
                  <a:lnTo>
                    <a:pt x="610344" y="1152036"/>
                  </a:lnTo>
                  <a:close/>
                  <a:moveTo>
                    <a:pt x="615460" y="1195063"/>
                  </a:moveTo>
                  <a:lnTo>
                    <a:pt x="637077" y="1203573"/>
                  </a:lnTo>
                  <a:lnTo>
                    <a:pt x="596814" y="1147479"/>
                  </a:lnTo>
                  <a:close/>
                  <a:moveTo>
                    <a:pt x="596045" y="1100500"/>
                  </a:moveTo>
                  <a:lnTo>
                    <a:pt x="596814" y="1147479"/>
                  </a:lnTo>
                  <a:lnTo>
                    <a:pt x="610344" y="1152036"/>
                  </a:lnTo>
                  <a:close/>
                  <a:moveTo>
                    <a:pt x="663890" y="1114206"/>
                  </a:moveTo>
                  <a:lnTo>
                    <a:pt x="596814" y="1147479"/>
                  </a:lnTo>
                  <a:lnTo>
                    <a:pt x="596045" y="1100500"/>
                  </a:lnTo>
                  <a:close/>
                  <a:moveTo>
                    <a:pt x="614119" y="1102796"/>
                  </a:moveTo>
                  <a:lnTo>
                    <a:pt x="596814" y="1147479"/>
                  </a:lnTo>
                  <a:lnTo>
                    <a:pt x="663890" y="1114206"/>
                  </a:lnTo>
                  <a:close/>
                  <a:moveTo>
                    <a:pt x="492532" y="997427"/>
                  </a:moveTo>
                  <a:lnTo>
                    <a:pt x="473917" y="921796"/>
                  </a:lnTo>
                  <a:lnTo>
                    <a:pt x="456393" y="945890"/>
                  </a:lnTo>
                  <a:close/>
                  <a:moveTo>
                    <a:pt x="394659" y="941202"/>
                  </a:moveTo>
                  <a:lnTo>
                    <a:pt x="442390" y="944982"/>
                  </a:lnTo>
                  <a:lnTo>
                    <a:pt x="470422" y="914889"/>
                  </a:lnTo>
                  <a:close/>
                  <a:moveTo>
                    <a:pt x="852214" y="1334089"/>
                  </a:moveTo>
                  <a:lnTo>
                    <a:pt x="864663" y="1340832"/>
                  </a:lnTo>
                  <a:lnTo>
                    <a:pt x="866732" y="1330941"/>
                  </a:lnTo>
                  <a:close/>
                  <a:moveTo>
                    <a:pt x="866732" y="1330941"/>
                  </a:moveTo>
                  <a:lnTo>
                    <a:pt x="810471" y="1312894"/>
                  </a:lnTo>
                  <a:lnTo>
                    <a:pt x="852214" y="1334089"/>
                  </a:lnTo>
                  <a:close/>
                  <a:moveTo>
                    <a:pt x="922171" y="1323852"/>
                  </a:moveTo>
                  <a:lnTo>
                    <a:pt x="864663" y="1340832"/>
                  </a:lnTo>
                  <a:lnTo>
                    <a:pt x="915192" y="1355075"/>
                  </a:lnTo>
                  <a:close/>
                  <a:moveTo>
                    <a:pt x="922171" y="1323852"/>
                  </a:moveTo>
                  <a:lnTo>
                    <a:pt x="866732" y="1330941"/>
                  </a:lnTo>
                  <a:lnTo>
                    <a:pt x="864663" y="1340832"/>
                  </a:lnTo>
                  <a:close/>
                  <a:moveTo>
                    <a:pt x="810932" y="1212838"/>
                  </a:moveTo>
                  <a:lnTo>
                    <a:pt x="812366" y="1185080"/>
                  </a:lnTo>
                  <a:lnTo>
                    <a:pt x="771039" y="1205240"/>
                  </a:lnTo>
                  <a:close/>
                  <a:moveTo>
                    <a:pt x="840650" y="1155386"/>
                  </a:moveTo>
                  <a:lnTo>
                    <a:pt x="812366" y="1185080"/>
                  </a:lnTo>
                  <a:lnTo>
                    <a:pt x="848170" y="1157803"/>
                  </a:lnTo>
                  <a:close/>
                  <a:moveTo>
                    <a:pt x="848170" y="1157803"/>
                  </a:moveTo>
                  <a:lnTo>
                    <a:pt x="812366" y="1185080"/>
                  </a:lnTo>
                  <a:lnTo>
                    <a:pt x="810932" y="1212838"/>
                  </a:lnTo>
                  <a:close/>
                  <a:moveTo>
                    <a:pt x="664570" y="981849"/>
                  </a:moveTo>
                  <a:lnTo>
                    <a:pt x="631368" y="992609"/>
                  </a:lnTo>
                  <a:lnTo>
                    <a:pt x="623464" y="949239"/>
                  </a:lnTo>
                  <a:close/>
                  <a:moveTo>
                    <a:pt x="829272" y="1113388"/>
                  </a:moveTo>
                  <a:lnTo>
                    <a:pt x="840650" y="1155386"/>
                  </a:lnTo>
                  <a:lnTo>
                    <a:pt x="849748" y="1150167"/>
                  </a:lnTo>
                  <a:close/>
                  <a:moveTo>
                    <a:pt x="829272" y="1113388"/>
                  </a:moveTo>
                  <a:lnTo>
                    <a:pt x="849748" y="1150167"/>
                  </a:lnTo>
                  <a:lnTo>
                    <a:pt x="875713" y="1112345"/>
                  </a:lnTo>
                  <a:close/>
                  <a:moveTo>
                    <a:pt x="849748" y="1150167"/>
                  </a:moveTo>
                  <a:lnTo>
                    <a:pt x="917936" y="1095533"/>
                  </a:lnTo>
                  <a:lnTo>
                    <a:pt x="875713" y="1112345"/>
                  </a:lnTo>
                  <a:close/>
                  <a:moveTo>
                    <a:pt x="470994" y="615925"/>
                  </a:moveTo>
                  <a:lnTo>
                    <a:pt x="479711" y="640014"/>
                  </a:lnTo>
                  <a:lnTo>
                    <a:pt x="516249" y="641751"/>
                  </a:lnTo>
                  <a:close/>
                  <a:moveTo>
                    <a:pt x="882525" y="1004387"/>
                  </a:moveTo>
                  <a:lnTo>
                    <a:pt x="923839" y="1071524"/>
                  </a:lnTo>
                  <a:lnTo>
                    <a:pt x="882055" y="1028218"/>
                  </a:lnTo>
                  <a:close/>
                  <a:moveTo>
                    <a:pt x="891484" y="1059847"/>
                  </a:moveTo>
                  <a:lnTo>
                    <a:pt x="923839" y="1071524"/>
                  </a:lnTo>
                  <a:lnTo>
                    <a:pt x="882525" y="1004387"/>
                  </a:lnTo>
                  <a:close/>
                  <a:moveTo>
                    <a:pt x="812498" y="960593"/>
                  </a:moveTo>
                  <a:lnTo>
                    <a:pt x="851180" y="967127"/>
                  </a:lnTo>
                  <a:lnTo>
                    <a:pt x="842594" y="911365"/>
                  </a:lnTo>
                  <a:close/>
                  <a:moveTo>
                    <a:pt x="812498" y="960593"/>
                  </a:moveTo>
                  <a:lnTo>
                    <a:pt x="842594" y="911365"/>
                  </a:lnTo>
                  <a:lnTo>
                    <a:pt x="804496" y="904355"/>
                  </a:lnTo>
                  <a:close/>
                  <a:moveTo>
                    <a:pt x="516249" y="641751"/>
                  </a:moveTo>
                  <a:lnTo>
                    <a:pt x="546810" y="667462"/>
                  </a:lnTo>
                  <a:lnTo>
                    <a:pt x="547452" y="647685"/>
                  </a:lnTo>
                  <a:close/>
                  <a:moveTo>
                    <a:pt x="489500" y="591831"/>
                  </a:moveTo>
                  <a:lnTo>
                    <a:pt x="449300" y="615925"/>
                  </a:lnTo>
                  <a:lnTo>
                    <a:pt x="447898" y="564389"/>
                  </a:lnTo>
                  <a:close/>
                  <a:moveTo>
                    <a:pt x="633004" y="694905"/>
                  </a:moveTo>
                  <a:lnTo>
                    <a:pt x="627280" y="643368"/>
                  </a:lnTo>
                  <a:lnTo>
                    <a:pt x="641758" y="666536"/>
                  </a:lnTo>
                  <a:close/>
                  <a:moveTo>
                    <a:pt x="669485" y="460624"/>
                  </a:moveTo>
                  <a:lnTo>
                    <a:pt x="656145" y="447055"/>
                  </a:lnTo>
                  <a:lnTo>
                    <a:pt x="637548" y="440570"/>
                  </a:lnTo>
                  <a:close/>
                  <a:moveTo>
                    <a:pt x="637548" y="440570"/>
                  </a:moveTo>
                  <a:lnTo>
                    <a:pt x="687910" y="483973"/>
                  </a:lnTo>
                  <a:lnTo>
                    <a:pt x="669485" y="460624"/>
                  </a:lnTo>
                  <a:close/>
                  <a:moveTo>
                    <a:pt x="1277435" y="1034916"/>
                  </a:moveTo>
                  <a:lnTo>
                    <a:pt x="1277345" y="1036784"/>
                  </a:lnTo>
                  <a:lnTo>
                    <a:pt x="1280258" y="1037211"/>
                  </a:lnTo>
                  <a:close/>
                  <a:moveTo>
                    <a:pt x="1333030" y="1059843"/>
                  </a:moveTo>
                  <a:lnTo>
                    <a:pt x="1280258" y="1037211"/>
                  </a:lnTo>
                  <a:lnTo>
                    <a:pt x="1277345" y="1036784"/>
                  </a:lnTo>
                  <a:close/>
                  <a:moveTo>
                    <a:pt x="1307458" y="1010822"/>
                  </a:moveTo>
                  <a:lnTo>
                    <a:pt x="1277435" y="1034916"/>
                  </a:lnTo>
                  <a:lnTo>
                    <a:pt x="1280258" y="1037211"/>
                  </a:lnTo>
                  <a:close/>
                  <a:moveTo>
                    <a:pt x="1280258" y="1037211"/>
                  </a:moveTo>
                  <a:lnTo>
                    <a:pt x="1333030" y="1059843"/>
                  </a:lnTo>
                  <a:lnTo>
                    <a:pt x="1359189" y="1022746"/>
                  </a:lnTo>
                  <a:close/>
                  <a:moveTo>
                    <a:pt x="1359189" y="1022746"/>
                  </a:moveTo>
                  <a:lnTo>
                    <a:pt x="1333030" y="1059843"/>
                  </a:lnTo>
                  <a:lnTo>
                    <a:pt x="1412488" y="1047345"/>
                  </a:lnTo>
                  <a:close/>
                  <a:moveTo>
                    <a:pt x="1349802" y="890374"/>
                  </a:moveTo>
                  <a:lnTo>
                    <a:pt x="1361453" y="896312"/>
                  </a:lnTo>
                  <a:lnTo>
                    <a:pt x="1337839" y="883654"/>
                  </a:lnTo>
                  <a:close/>
                  <a:moveTo>
                    <a:pt x="1275751" y="849851"/>
                  </a:moveTo>
                  <a:lnTo>
                    <a:pt x="1297986" y="894518"/>
                  </a:lnTo>
                  <a:lnTo>
                    <a:pt x="1321814" y="883006"/>
                  </a:lnTo>
                  <a:close/>
                  <a:moveTo>
                    <a:pt x="1321814" y="883006"/>
                  </a:moveTo>
                  <a:lnTo>
                    <a:pt x="1297986" y="894518"/>
                  </a:lnTo>
                  <a:lnTo>
                    <a:pt x="1299537" y="907749"/>
                  </a:lnTo>
                  <a:close/>
                  <a:moveTo>
                    <a:pt x="1322670" y="832118"/>
                  </a:moveTo>
                  <a:lnTo>
                    <a:pt x="1275751" y="849851"/>
                  </a:lnTo>
                  <a:lnTo>
                    <a:pt x="1321814" y="883006"/>
                  </a:lnTo>
                  <a:close/>
                  <a:moveTo>
                    <a:pt x="1337839" y="883654"/>
                  </a:moveTo>
                  <a:lnTo>
                    <a:pt x="1322670" y="832118"/>
                  </a:lnTo>
                  <a:lnTo>
                    <a:pt x="1321814" y="883006"/>
                  </a:lnTo>
                  <a:close/>
                  <a:moveTo>
                    <a:pt x="1361453" y="896312"/>
                  </a:moveTo>
                  <a:lnTo>
                    <a:pt x="1415789" y="924789"/>
                  </a:lnTo>
                  <a:lnTo>
                    <a:pt x="1445059" y="899321"/>
                  </a:lnTo>
                  <a:close/>
                  <a:moveTo>
                    <a:pt x="1390597" y="870377"/>
                  </a:moveTo>
                  <a:lnTo>
                    <a:pt x="1361453" y="896312"/>
                  </a:lnTo>
                  <a:lnTo>
                    <a:pt x="1445059" y="899321"/>
                  </a:lnTo>
                  <a:close/>
                  <a:moveTo>
                    <a:pt x="1269196" y="729045"/>
                  </a:moveTo>
                  <a:lnTo>
                    <a:pt x="1270291" y="728805"/>
                  </a:lnTo>
                  <a:lnTo>
                    <a:pt x="1220917" y="720225"/>
                  </a:lnTo>
                  <a:close/>
                  <a:moveTo>
                    <a:pt x="1220917" y="720225"/>
                  </a:moveTo>
                  <a:lnTo>
                    <a:pt x="1270291" y="728805"/>
                  </a:lnTo>
                  <a:lnTo>
                    <a:pt x="1286054" y="654185"/>
                  </a:lnTo>
                  <a:close/>
                  <a:moveTo>
                    <a:pt x="1220917" y="720225"/>
                  </a:moveTo>
                  <a:lnTo>
                    <a:pt x="1286054" y="654185"/>
                  </a:lnTo>
                  <a:lnTo>
                    <a:pt x="1244933" y="675116"/>
                  </a:lnTo>
                  <a:close/>
                  <a:moveTo>
                    <a:pt x="1286054" y="654185"/>
                  </a:moveTo>
                  <a:lnTo>
                    <a:pt x="1270291" y="728805"/>
                  </a:lnTo>
                  <a:lnTo>
                    <a:pt x="1286195" y="653414"/>
                  </a:lnTo>
                  <a:close/>
                  <a:moveTo>
                    <a:pt x="1186941" y="632971"/>
                  </a:moveTo>
                  <a:lnTo>
                    <a:pt x="1157024" y="619439"/>
                  </a:lnTo>
                  <a:lnTo>
                    <a:pt x="1208558" y="601878"/>
                  </a:lnTo>
                  <a:close/>
                  <a:moveTo>
                    <a:pt x="1093625" y="574435"/>
                  </a:moveTo>
                  <a:lnTo>
                    <a:pt x="1157024" y="619439"/>
                  </a:lnTo>
                  <a:lnTo>
                    <a:pt x="1102399" y="563123"/>
                  </a:lnTo>
                  <a:close/>
                  <a:moveTo>
                    <a:pt x="1220223" y="582727"/>
                  </a:moveTo>
                  <a:lnTo>
                    <a:pt x="1157024" y="619439"/>
                  </a:lnTo>
                  <a:lnTo>
                    <a:pt x="1147483" y="620343"/>
                  </a:lnTo>
                  <a:close/>
                  <a:moveTo>
                    <a:pt x="1286059" y="653243"/>
                  </a:moveTo>
                  <a:lnTo>
                    <a:pt x="1286054" y="654185"/>
                  </a:lnTo>
                  <a:lnTo>
                    <a:pt x="1286195" y="653414"/>
                  </a:lnTo>
                  <a:close/>
                  <a:moveTo>
                    <a:pt x="1286059" y="653243"/>
                  </a:moveTo>
                  <a:lnTo>
                    <a:pt x="1286195" y="653414"/>
                  </a:lnTo>
                  <a:lnTo>
                    <a:pt x="1285662" y="652719"/>
                  </a:lnTo>
                  <a:close/>
                  <a:moveTo>
                    <a:pt x="1531427" y="818681"/>
                  </a:moveTo>
                  <a:lnTo>
                    <a:pt x="1573680" y="822313"/>
                  </a:lnTo>
                  <a:lnTo>
                    <a:pt x="1547906" y="780523"/>
                  </a:lnTo>
                  <a:close/>
                  <a:moveTo>
                    <a:pt x="1531427" y="818681"/>
                  </a:moveTo>
                  <a:lnTo>
                    <a:pt x="1547906" y="780523"/>
                  </a:lnTo>
                  <a:lnTo>
                    <a:pt x="1520348" y="764946"/>
                  </a:lnTo>
                  <a:close/>
                  <a:moveTo>
                    <a:pt x="1608798" y="831744"/>
                  </a:moveTo>
                  <a:lnTo>
                    <a:pt x="1573680" y="822313"/>
                  </a:lnTo>
                  <a:lnTo>
                    <a:pt x="1567095" y="871343"/>
                  </a:lnTo>
                  <a:close/>
                  <a:moveTo>
                    <a:pt x="1573680" y="822313"/>
                  </a:moveTo>
                  <a:lnTo>
                    <a:pt x="1608798" y="831744"/>
                  </a:lnTo>
                  <a:lnTo>
                    <a:pt x="1547906" y="780523"/>
                  </a:lnTo>
                  <a:close/>
                  <a:moveTo>
                    <a:pt x="1520348" y="764946"/>
                  </a:moveTo>
                  <a:lnTo>
                    <a:pt x="1547906" y="780523"/>
                  </a:lnTo>
                  <a:lnTo>
                    <a:pt x="1540217" y="770850"/>
                  </a:lnTo>
                  <a:close/>
                  <a:moveTo>
                    <a:pt x="1278950" y="399080"/>
                  </a:moveTo>
                  <a:lnTo>
                    <a:pt x="1236929" y="404231"/>
                  </a:lnTo>
                  <a:lnTo>
                    <a:pt x="1256152" y="451346"/>
                  </a:lnTo>
                  <a:close/>
                  <a:moveTo>
                    <a:pt x="1236929" y="404231"/>
                  </a:moveTo>
                  <a:lnTo>
                    <a:pt x="1278950" y="399080"/>
                  </a:lnTo>
                  <a:lnTo>
                    <a:pt x="1239589" y="385337"/>
                  </a:lnTo>
                  <a:close/>
                  <a:moveTo>
                    <a:pt x="1402367" y="374986"/>
                  </a:moveTo>
                  <a:lnTo>
                    <a:pt x="1342089" y="419211"/>
                  </a:lnTo>
                  <a:lnTo>
                    <a:pt x="1343907" y="393224"/>
                  </a:lnTo>
                  <a:close/>
                  <a:moveTo>
                    <a:pt x="1302387" y="388997"/>
                  </a:moveTo>
                  <a:lnTo>
                    <a:pt x="1311005" y="399080"/>
                  </a:lnTo>
                  <a:lnTo>
                    <a:pt x="1326118" y="359499"/>
                  </a:lnTo>
                  <a:close/>
                  <a:moveTo>
                    <a:pt x="1263991" y="169241"/>
                  </a:moveTo>
                  <a:lnTo>
                    <a:pt x="1210351" y="141117"/>
                  </a:lnTo>
                  <a:lnTo>
                    <a:pt x="1257259" y="168840"/>
                  </a:lnTo>
                  <a:close/>
                  <a:moveTo>
                    <a:pt x="1268788" y="184929"/>
                  </a:moveTo>
                  <a:lnTo>
                    <a:pt x="1257259" y="168840"/>
                  </a:lnTo>
                  <a:lnTo>
                    <a:pt x="1264276" y="144746"/>
                  </a:lnTo>
                  <a:close/>
                  <a:moveTo>
                    <a:pt x="1264122" y="167486"/>
                  </a:moveTo>
                  <a:lnTo>
                    <a:pt x="1333960" y="119021"/>
                  </a:lnTo>
                  <a:lnTo>
                    <a:pt x="1285119" y="111091"/>
                  </a:lnTo>
                  <a:close/>
                  <a:moveTo>
                    <a:pt x="1643791" y="50381"/>
                  </a:moveTo>
                  <a:lnTo>
                    <a:pt x="1660615" y="11943"/>
                  </a:lnTo>
                  <a:lnTo>
                    <a:pt x="1628586" y="0"/>
                  </a:lnTo>
                  <a:close/>
                  <a:moveTo>
                    <a:pt x="1776467" y="143968"/>
                  </a:moveTo>
                  <a:lnTo>
                    <a:pt x="1794610" y="191961"/>
                  </a:lnTo>
                  <a:lnTo>
                    <a:pt x="1804943" y="202980"/>
                  </a:lnTo>
                  <a:close/>
                  <a:moveTo>
                    <a:pt x="1776467" y="143968"/>
                  </a:moveTo>
                  <a:lnTo>
                    <a:pt x="1783644" y="151443"/>
                  </a:lnTo>
                  <a:lnTo>
                    <a:pt x="1757648" y="11546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6" name="Output_density__4295">
              <a:extLst>
                <a:ext uri="{FF2B5EF4-FFF2-40B4-BE49-F238E27FC236}">
                  <a16:creationId xmlns:a16="http://schemas.microsoft.com/office/drawing/2014/main" id="{4EF1D58E-35C0-8651-AF78-F47CFFC22D2B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318463"/>
              <a:ext cx="1778603" cy="1392558"/>
            </a:xfrm>
            <a:custGeom>
              <a:avLst/>
              <a:gdLst/>
              <a:ahLst/>
              <a:cxnLst/>
              <a:rect l="0" t="0" r="0" b="0"/>
              <a:pathLst>
                <a:path w="1778603" h="1392558">
                  <a:moveTo>
                    <a:pt x="438637" y="1300631"/>
                  </a:moveTo>
                  <a:lnTo>
                    <a:pt x="427496" y="1334880"/>
                  </a:lnTo>
                  <a:lnTo>
                    <a:pt x="459750" y="1320572"/>
                  </a:lnTo>
                  <a:close/>
                  <a:moveTo>
                    <a:pt x="389832" y="1273188"/>
                  </a:moveTo>
                  <a:lnTo>
                    <a:pt x="416300" y="1324725"/>
                  </a:lnTo>
                  <a:lnTo>
                    <a:pt x="438637" y="1300631"/>
                  </a:lnTo>
                  <a:close/>
                  <a:moveTo>
                    <a:pt x="0" y="809359"/>
                  </a:moveTo>
                  <a:lnTo>
                    <a:pt x="2136" y="860896"/>
                  </a:lnTo>
                  <a:lnTo>
                    <a:pt x="9083" y="836802"/>
                  </a:lnTo>
                  <a:close/>
                  <a:moveTo>
                    <a:pt x="542508" y="1320412"/>
                  </a:moveTo>
                  <a:lnTo>
                    <a:pt x="488340" y="1276537"/>
                  </a:lnTo>
                  <a:lnTo>
                    <a:pt x="459750" y="1320572"/>
                  </a:lnTo>
                  <a:close/>
                  <a:moveTo>
                    <a:pt x="642158" y="1379611"/>
                  </a:moveTo>
                  <a:lnTo>
                    <a:pt x="636112" y="1392349"/>
                  </a:lnTo>
                  <a:lnTo>
                    <a:pt x="655243" y="1392558"/>
                  </a:lnTo>
                  <a:close/>
                  <a:moveTo>
                    <a:pt x="675536" y="1355516"/>
                  </a:moveTo>
                  <a:lnTo>
                    <a:pt x="655243" y="1392558"/>
                  </a:lnTo>
                  <a:lnTo>
                    <a:pt x="683040" y="1361585"/>
                  </a:lnTo>
                  <a:close/>
                  <a:moveTo>
                    <a:pt x="675536" y="1355516"/>
                  </a:moveTo>
                  <a:lnTo>
                    <a:pt x="642158" y="1379611"/>
                  </a:lnTo>
                  <a:lnTo>
                    <a:pt x="655243" y="1392558"/>
                  </a:lnTo>
                  <a:close/>
                  <a:moveTo>
                    <a:pt x="637234" y="1328074"/>
                  </a:moveTo>
                  <a:lnTo>
                    <a:pt x="642158" y="1379611"/>
                  </a:lnTo>
                  <a:lnTo>
                    <a:pt x="675536" y="1355516"/>
                  </a:lnTo>
                  <a:close/>
                  <a:moveTo>
                    <a:pt x="637234" y="1328074"/>
                  </a:moveTo>
                  <a:lnTo>
                    <a:pt x="675536" y="1355516"/>
                  </a:lnTo>
                  <a:lnTo>
                    <a:pt x="652322" y="1303980"/>
                  </a:lnTo>
                  <a:close/>
                  <a:moveTo>
                    <a:pt x="683040" y="1361585"/>
                  </a:moveTo>
                  <a:lnTo>
                    <a:pt x="655243" y="1392558"/>
                  </a:lnTo>
                  <a:lnTo>
                    <a:pt x="734087" y="1377764"/>
                  </a:lnTo>
                  <a:close/>
                  <a:moveTo>
                    <a:pt x="451297" y="1121927"/>
                  </a:moveTo>
                  <a:lnTo>
                    <a:pt x="461657" y="1173464"/>
                  </a:lnTo>
                  <a:lnTo>
                    <a:pt x="446693" y="1118682"/>
                  </a:lnTo>
                  <a:close/>
                  <a:moveTo>
                    <a:pt x="461657" y="1173464"/>
                  </a:moveTo>
                  <a:lnTo>
                    <a:pt x="471821" y="1160996"/>
                  </a:lnTo>
                  <a:lnTo>
                    <a:pt x="446693" y="1118682"/>
                  </a:lnTo>
                  <a:close/>
                  <a:moveTo>
                    <a:pt x="268858" y="898340"/>
                  </a:moveTo>
                  <a:lnTo>
                    <a:pt x="238773" y="883505"/>
                  </a:lnTo>
                  <a:lnTo>
                    <a:pt x="220428" y="899731"/>
                  </a:lnTo>
                  <a:close/>
                  <a:moveTo>
                    <a:pt x="268858" y="898340"/>
                  </a:moveTo>
                  <a:lnTo>
                    <a:pt x="288240" y="893778"/>
                  </a:lnTo>
                  <a:lnTo>
                    <a:pt x="238773" y="883505"/>
                  </a:lnTo>
                  <a:close/>
                  <a:moveTo>
                    <a:pt x="675536" y="1355516"/>
                  </a:moveTo>
                  <a:lnTo>
                    <a:pt x="683040" y="1361585"/>
                  </a:lnTo>
                  <a:lnTo>
                    <a:pt x="689398" y="1349029"/>
                  </a:lnTo>
                  <a:close/>
                  <a:moveTo>
                    <a:pt x="659651" y="1274138"/>
                  </a:moveTo>
                  <a:lnTo>
                    <a:pt x="652322" y="1303980"/>
                  </a:lnTo>
                  <a:lnTo>
                    <a:pt x="664217" y="1228349"/>
                  </a:lnTo>
                  <a:close/>
                  <a:moveTo>
                    <a:pt x="661611" y="1246132"/>
                  </a:moveTo>
                  <a:lnTo>
                    <a:pt x="664217" y="1228349"/>
                  </a:lnTo>
                  <a:lnTo>
                    <a:pt x="672498" y="1187271"/>
                  </a:lnTo>
                  <a:close/>
                  <a:moveTo>
                    <a:pt x="692954" y="1252443"/>
                  </a:moveTo>
                  <a:lnTo>
                    <a:pt x="672498" y="1187271"/>
                  </a:lnTo>
                  <a:lnTo>
                    <a:pt x="677944" y="1176813"/>
                  </a:lnTo>
                  <a:close/>
                  <a:moveTo>
                    <a:pt x="479462" y="1029298"/>
                  </a:moveTo>
                  <a:lnTo>
                    <a:pt x="477372" y="981756"/>
                  </a:lnTo>
                  <a:lnTo>
                    <a:pt x="494669" y="1046297"/>
                  </a:lnTo>
                  <a:close/>
                  <a:moveTo>
                    <a:pt x="476053" y="970666"/>
                  </a:moveTo>
                  <a:lnTo>
                    <a:pt x="472558" y="963759"/>
                  </a:lnTo>
                  <a:lnTo>
                    <a:pt x="444526" y="993853"/>
                  </a:lnTo>
                  <a:close/>
                  <a:moveTo>
                    <a:pt x="416970" y="930601"/>
                  </a:moveTo>
                  <a:lnTo>
                    <a:pt x="396796" y="990072"/>
                  </a:lnTo>
                  <a:lnTo>
                    <a:pt x="472558" y="963759"/>
                  </a:lnTo>
                  <a:close/>
                  <a:moveTo>
                    <a:pt x="817600" y="1320766"/>
                  </a:moveTo>
                  <a:lnTo>
                    <a:pt x="812607" y="1361764"/>
                  </a:lnTo>
                  <a:lnTo>
                    <a:pt x="868868" y="1379811"/>
                  </a:lnTo>
                  <a:close/>
                  <a:moveTo>
                    <a:pt x="873765" y="1313087"/>
                  </a:moveTo>
                  <a:lnTo>
                    <a:pt x="817600" y="1320766"/>
                  </a:lnTo>
                  <a:lnTo>
                    <a:pt x="868868" y="1379811"/>
                  </a:lnTo>
                  <a:close/>
                  <a:moveTo>
                    <a:pt x="931575" y="1322312"/>
                  </a:moveTo>
                  <a:lnTo>
                    <a:pt x="908484" y="1307329"/>
                  </a:lnTo>
                  <a:lnTo>
                    <a:pt x="924308" y="1372722"/>
                  </a:lnTo>
                  <a:close/>
                  <a:moveTo>
                    <a:pt x="924308" y="1372722"/>
                  </a:moveTo>
                  <a:lnTo>
                    <a:pt x="908484" y="1307329"/>
                  </a:lnTo>
                  <a:lnTo>
                    <a:pt x="873765" y="1313087"/>
                  </a:lnTo>
                  <a:close/>
                  <a:moveTo>
                    <a:pt x="924308" y="1372722"/>
                  </a:moveTo>
                  <a:lnTo>
                    <a:pt x="873765" y="1313087"/>
                  </a:lnTo>
                  <a:lnTo>
                    <a:pt x="868868" y="1379811"/>
                  </a:lnTo>
                  <a:close/>
                  <a:moveTo>
                    <a:pt x="817600" y="1320766"/>
                  </a:moveTo>
                  <a:lnTo>
                    <a:pt x="761908" y="1346885"/>
                  </a:lnTo>
                  <a:lnTo>
                    <a:pt x="812607" y="1361764"/>
                  </a:lnTo>
                  <a:close/>
                  <a:moveTo>
                    <a:pt x="764766" y="1325737"/>
                  </a:moveTo>
                  <a:lnTo>
                    <a:pt x="817600" y="1320766"/>
                  </a:lnTo>
                  <a:lnTo>
                    <a:pt x="813068" y="1261708"/>
                  </a:lnTo>
                  <a:close/>
                  <a:moveTo>
                    <a:pt x="817600" y="1320766"/>
                  </a:moveTo>
                  <a:lnTo>
                    <a:pt x="859915" y="1261604"/>
                  </a:lnTo>
                  <a:lnTo>
                    <a:pt x="813068" y="1261708"/>
                  </a:lnTo>
                  <a:close/>
                  <a:moveTo>
                    <a:pt x="850306" y="1206673"/>
                  </a:moveTo>
                  <a:lnTo>
                    <a:pt x="813068" y="1261708"/>
                  </a:lnTo>
                  <a:lnTo>
                    <a:pt x="859915" y="1261604"/>
                  </a:lnTo>
                  <a:close/>
                  <a:moveTo>
                    <a:pt x="677944" y="1176813"/>
                  </a:moveTo>
                  <a:lnTo>
                    <a:pt x="672498" y="1187271"/>
                  </a:lnTo>
                  <a:lnTo>
                    <a:pt x="676336" y="1171418"/>
                  </a:lnTo>
                  <a:close/>
                  <a:moveTo>
                    <a:pt x="666027" y="1163076"/>
                  </a:moveTo>
                  <a:lnTo>
                    <a:pt x="677944" y="1176813"/>
                  </a:lnTo>
                  <a:lnTo>
                    <a:pt x="676336" y="1171418"/>
                  </a:lnTo>
                  <a:close/>
                  <a:moveTo>
                    <a:pt x="988190" y="1296026"/>
                  </a:moveTo>
                  <a:lnTo>
                    <a:pt x="933945" y="1302145"/>
                  </a:lnTo>
                  <a:lnTo>
                    <a:pt x="931575" y="1322312"/>
                  </a:lnTo>
                  <a:close/>
                  <a:moveTo>
                    <a:pt x="619860" y="991121"/>
                  </a:moveTo>
                  <a:lnTo>
                    <a:pt x="666707" y="1030719"/>
                  </a:lnTo>
                  <a:lnTo>
                    <a:pt x="625600" y="998109"/>
                  </a:lnTo>
                  <a:close/>
                  <a:moveTo>
                    <a:pt x="925975" y="1120395"/>
                  </a:moveTo>
                  <a:lnTo>
                    <a:pt x="877849" y="1161215"/>
                  </a:lnTo>
                  <a:lnTo>
                    <a:pt x="920072" y="1144404"/>
                  </a:lnTo>
                  <a:close/>
                  <a:moveTo>
                    <a:pt x="836838" y="1054154"/>
                  </a:moveTo>
                  <a:lnTo>
                    <a:pt x="853316" y="1015997"/>
                  </a:lnTo>
                  <a:lnTo>
                    <a:pt x="814634" y="1009463"/>
                  </a:lnTo>
                  <a:close/>
                  <a:moveTo>
                    <a:pt x="911140" y="1069713"/>
                  </a:moveTo>
                  <a:lnTo>
                    <a:pt x="885349" y="1052994"/>
                  </a:lnTo>
                  <a:lnTo>
                    <a:pt x="922477" y="1018496"/>
                  </a:lnTo>
                  <a:close/>
                  <a:moveTo>
                    <a:pt x="814634" y="1009463"/>
                  </a:moveTo>
                  <a:lnTo>
                    <a:pt x="806633" y="953225"/>
                  </a:lnTo>
                  <a:lnTo>
                    <a:pt x="760285" y="1015666"/>
                  </a:lnTo>
                  <a:close/>
                  <a:moveTo>
                    <a:pt x="788363" y="905335"/>
                  </a:moveTo>
                  <a:lnTo>
                    <a:pt x="722566" y="922479"/>
                  </a:lnTo>
                  <a:lnTo>
                    <a:pt x="806633" y="953225"/>
                  </a:lnTo>
                  <a:close/>
                  <a:moveTo>
                    <a:pt x="597851" y="743775"/>
                  </a:moveTo>
                  <a:lnTo>
                    <a:pt x="549588" y="696555"/>
                  </a:lnTo>
                  <a:lnTo>
                    <a:pt x="548946" y="716332"/>
                  </a:lnTo>
                  <a:close/>
                  <a:moveTo>
                    <a:pt x="473131" y="664795"/>
                  </a:moveTo>
                  <a:lnTo>
                    <a:pt x="518385" y="690621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73131" y="664795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96448" y="640701"/>
                  </a:lnTo>
                  <a:lnTo>
                    <a:pt x="488729" y="589165"/>
                  </a:lnTo>
                  <a:close/>
                  <a:moveTo>
                    <a:pt x="451506" y="613259"/>
                  </a:moveTo>
                  <a:lnTo>
                    <a:pt x="488729" y="589165"/>
                  </a:lnTo>
                  <a:lnTo>
                    <a:pt x="449874" y="609147"/>
                  </a:lnTo>
                  <a:close/>
                  <a:moveTo>
                    <a:pt x="885349" y="1052994"/>
                  </a:moveTo>
                  <a:lnTo>
                    <a:pt x="941875" y="1091020"/>
                  </a:lnTo>
                  <a:lnTo>
                    <a:pt x="885330" y="1052714"/>
                  </a:lnTo>
                  <a:close/>
                  <a:moveTo>
                    <a:pt x="664606" y="753066"/>
                  </a:moveTo>
                  <a:lnTo>
                    <a:pt x="635140" y="743775"/>
                  </a:lnTo>
                  <a:lnTo>
                    <a:pt x="638792" y="724758"/>
                  </a:lnTo>
                  <a:close/>
                  <a:moveTo>
                    <a:pt x="446069" y="460020"/>
                  </a:moveTo>
                  <a:lnTo>
                    <a:pt x="462781" y="461998"/>
                  </a:lnTo>
                  <a:lnTo>
                    <a:pt x="467717" y="474162"/>
                  </a:lnTo>
                  <a:close/>
                  <a:moveTo>
                    <a:pt x="396121" y="447952"/>
                  </a:moveTo>
                  <a:lnTo>
                    <a:pt x="432416" y="448753"/>
                  </a:lnTo>
                  <a:lnTo>
                    <a:pt x="446069" y="460020"/>
                  </a:lnTo>
                  <a:close/>
                  <a:moveTo>
                    <a:pt x="671621" y="509494"/>
                  </a:moveTo>
                  <a:lnTo>
                    <a:pt x="722806" y="540977"/>
                  </a:lnTo>
                  <a:lnTo>
                    <a:pt x="658281" y="495925"/>
                  </a:lnTo>
                  <a:close/>
                  <a:moveTo>
                    <a:pt x="722806" y="540977"/>
                  </a:moveTo>
                  <a:lnTo>
                    <a:pt x="725514" y="541991"/>
                  </a:lnTo>
                  <a:lnTo>
                    <a:pt x="658281" y="495925"/>
                  </a:lnTo>
                  <a:close/>
                  <a:moveTo>
                    <a:pt x="727421" y="543443"/>
                  </a:moveTo>
                  <a:lnTo>
                    <a:pt x="725514" y="541991"/>
                  </a:lnTo>
                  <a:lnTo>
                    <a:pt x="722806" y="540977"/>
                  </a:lnTo>
                  <a:close/>
                  <a:moveTo>
                    <a:pt x="617332" y="481191"/>
                  </a:moveTo>
                  <a:lnTo>
                    <a:pt x="579465" y="474516"/>
                  </a:lnTo>
                  <a:lnTo>
                    <a:pt x="534969" y="482827"/>
                  </a:lnTo>
                  <a:close/>
                  <a:moveTo>
                    <a:pt x="627339" y="478830"/>
                  </a:moveTo>
                  <a:lnTo>
                    <a:pt x="639685" y="489440"/>
                  </a:lnTo>
                  <a:lnTo>
                    <a:pt x="658281" y="495925"/>
                  </a:lnTo>
                  <a:close/>
                  <a:moveTo>
                    <a:pt x="617332" y="481191"/>
                  </a:moveTo>
                  <a:lnTo>
                    <a:pt x="639685" y="489440"/>
                  </a:lnTo>
                  <a:lnTo>
                    <a:pt x="627339" y="478830"/>
                  </a:lnTo>
                  <a:close/>
                  <a:moveTo>
                    <a:pt x="579465" y="474516"/>
                  </a:moveTo>
                  <a:lnTo>
                    <a:pt x="617332" y="481191"/>
                  </a:lnTo>
                  <a:lnTo>
                    <a:pt x="627339" y="478830"/>
                  </a:lnTo>
                  <a:close/>
                  <a:moveTo>
                    <a:pt x="963915" y="838579"/>
                  </a:moveTo>
                  <a:lnTo>
                    <a:pt x="1008006" y="840716"/>
                  </a:lnTo>
                  <a:lnTo>
                    <a:pt x="1001513" y="783252"/>
                  </a:lnTo>
                  <a:close/>
                  <a:moveTo>
                    <a:pt x="1072111" y="826103"/>
                  </a:moveTo>
                  <a:lnTo>
                    <a:pt x="1072221" y="824311"/>
                  </a:lnTo>
                  <a:lnTo>
                    <a:pt x="1008006" y="840716"/>
                  </a:lnTo>
                  <a:close/>
                  <a:moveTo>
                    <a:pt x="1008006" y="840716"/>
                  </a:moveTo>
                  <a:lnTo>
                    <a:pt x="1072221" y="824311"/>
                  </a:lnTo>
                  <a:lnTo>
                    <a:pt x="1054100" y="778482"/>
                  </a:lnTo>
                  <a:close/>
                  <a:moveTo>
                    <a:pt x="942814" y="792992"/>
                  </a:moveTo>
                  <a:lnTo>
                    <a:pt x="926404" y="763377"/>
                  </a:lnTo>
                  <a:lnTo>
                    <a:pt x="904805" y="723166"/>
                  </a:lnTo>
                  <a:close/>
                  <a:moveTo>
                    <a:pt x="690047" y="532843"/>
                  </a:moveTo>
                  <a:lnTo>
                    <a:pt x="761860" y="575185"/>
                  </a:lnTo>
                  <a:lnTo>
                    <a:pt x="722806" y="540977"/>
                  </a:lnTo>
                  <a:close/>
                  <a:moveTo>
                    <a:pt x="722806" y="540977"/>
                  </a:moveTo>
                  <a:lnTo>
                    <a:pt x="761860" y="575185"/>
                  </a:lnTo>
                  <a:lnTo>
                    <a:pt x="727421" y="543443"/>
                  </a:lnTo>
                  <a:close/>
                  <a:moveTo>
                    <a:pt x="690047" y="532843"/>
                  </a:moveTo>
                  <a:lnTo>
                    <a:pt x="722806" y="540977"/>
                  </a:lnTo>
                  <a:lnTo>
                    <a:pt x="671621" y="509494"/>
                  </a:lnTo>
                  <a:close/>
                  <a:moveTo>
                    <a:pt x="808236" y="516883"/>
                  </a:moveTo>
                  <a:lnTo>
                    <a:pt x="804069" y="578853"/>
                  </a:lnTo>
                  <a:lnTo>
                    <a:pt x="806881" y="530955"/>
                  </a:lnTo>
                  <a:close/>
                  <a:moveTo>
                    <a:pt x="1309595" y="1059692"/>
                  </a:moveTo>
                  <a:lnTo>
                    <a:pt x="1282394" y="1086082"/>
                  </a:lnTo>
                  <a:lnTo>
                    <a:pt x="1311900" y="1061500"/>
                  </a:lnTo>
                  <a:close/>
                  <a:moveTo>
                    <a:pt x="1236398" y="1032249"/>
                  </a:moveTo>
                  <a:lnTo>
                    <a:pt x="1279572" y="1083786"/>
                  </a:lnTo>
                  <a:lnTo>
                    <a:pt x="1309595" y="1059692"/>
                  </a:lnTo>
                  <a:close/>
                  <a:moveTo>
                    <a:pt x="1311900" y="1061500"/>
                  </a:moveTo>
                  <a:lnTo>
                    <a:pt x="1282394" y="1086082"/>
                  </a:lnTo>
                  <a:lnTo>
                    <a:pt x="1361325" y="1071616"/>
                  </a:lnTo>
                  <a:close/>
                  <a:moveTo>
                    <a:pt x="1098445" y="787459"/>
                  </a:moveTo>
                  <a:lnTo>
                    <a:pt x="1122802" y="750472"/>
                  </a:lnTo>
                  <a:lnTo>
                    <a:pt x="1079201" y="774566"/>
                  </a:lnTo>
                  <a:close/>
                  <a:moveTo>
                    <a:pt x="1426997" y="1041692"/>
                  </a:moveTo>
                  <a:lnTo>
                    <a:pt x="1414624" y="1096215"/>
                  </a:lnTo>
                  <a:lnTo>
                    <a:pt x="1467424" y="1109550"/>
                  </a:lnTo>
                  <a:close/>
                  <a:moveTo>
                    <a:pt x="1309595" y="1059692"/>
                  </a:moveTo>
                  <a:lnTo>
                    <a:pt x="1311900" y="1061500"/>
                  </a:lnTo>
                  <a:lnTo>
                    <a:pt x="1312734" y="1058621"/>
                  </a:lnTo>
                  <a:close/>
                  <a:moveTo>
                    <a:pt x="1365924" y="1053360"/>
                  </a:moveTo>
                  <a:lnTo>
                    <a:pt x="1311900" y="106150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312734" y="1058621"/>
                  </a:lnTo>
                  <a:lnTo>
                    <a:pt x="1311900" y="1061500"/>
                  </a:lnTo>
                  <a:close/>
                  <a:moveTo>
                    <a:pt x="1312734" y="1058621"/>
                  </a:moveTo>
                  <a:lnTo>
                    <a:pt x="1365924" y="1053360"/>
                  </a:lnTo>
                  <a:lnTo>
                    <a:pt x="1360694" y="994869"/>
                  </a:lnTo>
                  <a:close/>
                  <a:moveTo>
                    <a:pt x="1426997" y="1041692"/>
                  </a:moveTo>
                  <a:lnTo>
                    <a:pt x="1361325" y="1071616"/>
                  </a:lnTo>
                  <a:lnTo>
                    <a:pt x="1414624" y="1096215"/>
                  </a:lnTo>
                  <a:close/>
                  <a:moveTo>
                    <a:pt x="1426997" y="1041692"/>
                  </a:moveTo>
                  <a:lnTo>
                    <a:pt x="1365924" y="105336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426997" y="1041692"/>
                  </a:lnTo>
                  <a:lnTo>
                    <a:pt x="1417735" y="986478"/>
                  </a:lnTo>
                  <a:close/>
                  <a:moveTo>
                    <a:pt x="1426997" y="1041692"/>
                  </a:moveTo>
                  <a:lnTo>
                    <a:pt x="1464864" y="986145"/>
                  </a:lnTo>
                  <a:lnTo>
                    <a:pt x="1417735" y="986478"/>
                  </a:lnTo>
                  <a:close/>
                  <a:moveTo>
                    <a:pt x="1360694" y="994869"/>
                  </a:moveTo>
                  <a:lnTo>
                    <a:pt x="1336170" y="977564"/>
                  </a:lnTo>
                  <a:lnTo>
                    <a:pt x="1301674" y="956619"/>
                  </a:lnTo>
                  <a:close/>
                  <a:moveTo>
                    <a:pt x="1271332" y="777915"/>
                  </a:moveTo>
                  <a:lnTo>
                    <a:pt x="1222817" y="853545"/>
                  </a:lnTo>
                  <a:lnTo>
                    <a:pt x="1276126" y="829452"/>
                  </a:lnTo>
                  <a:close/>
                  <a:moveTo>
                    <a:pt x="1128450" y="726379"/>
                  </a:moveTo>
                  <a:lnTo>
                    <a:pt x="1153425" y="683442"/>
                  </a:lnTo>
                  <a:lnTo>
                    <a:pt x="1109589" y="698936"/>
                  </a:lnTo>
                  <a:close/>
                  <a:moveTo>
                    <a:pt x="1095761" y="623305"/>
                  </a:moveTo>
                  <a:lnTo>
                    <a:pt x="1139393" y="684379"/>
                  </a:lnTo>
                  <a:lnTo>
                    <a:pt x="1149619" y="669213"/>
                  </a:lnTo>
                  <a:close/>
                  <a:moveTo>
                    <a:pt x="1109589" y="698936"/>
                  </a:moveTo>
                  <a:lnTo>
                    <a:pt x="1139393" y="684379"/>
                  </a:lnTo>
                  <a:lnTo>
                    <a:pt x="1095761" y="623305"/>
                  </a:lnTo>
                  <a:close/>
                  <a:moveTo>
                    <a:pt x="1072008" y="647399"/>
                  </a:moveTo>
                  <a:lnTo>
                    <a:pt x="1109589" y="698936"/>
                  </a:lnTo>
                  <a:lnTo>
                    <a:pt x="1095761" y="623305"/>
                  </a:lnTo>
                  <a:close/>
                  <a:moveTo>
                    <a:pt x="1377445" y="908431"/>
                  </a:moveTo>
                  <a:lnTo>
                    <a:pt x="1339976" y="932525"/>
                  </a:lnTo>
                  <a:lnTo>
                    <a:pt x="1363590" y="945182"/>
                  </a:lnTo>
                  <a:close/>
                  <a:moveTo>
                    <a:pt x="1271332" y="777915"/>
                  </a:moveTo>
                  <a:lnTo>
                    <a:pt x="1290977" y="825338"/>
                  </a:lnTo>
                  <a:lnTo>
                    <a:pt x="1272427" y="777675"/>
                  </a:lnTo>
                  <a:close/>
                  <a:moveTo>
                    <a:pt x="1271332" y="777915"/>
                  </a:moveTo>
                  <a:lnTo>
                    <a:pt x="1276126" y="829452"/>
                  </a:lnTo>
                  <a:lnTo>
                    <a:pt x="1290977" y="825338"/>
                  </a:lnTo>
                  <a:close/>
                  <a:moveTo>
                    <a:pt x="1265122" y="658128"/>
                  </a:moveTo>
                  <a:lnTo>
                    <a:pt x="1287798" y="701589"/>
                  </a:lnTo>
                  <a:lnTo>
                    <a:pt x="1288332" y="702285"/>
                  </a:lnTo>
                  <a:close/>
                  <a:moveTo>
                    <a:pt x="1149619" y="669213"/>
                  </a:moveTo>
                  <a:lnTo>
                    <a:pt x="1159160" y="668309"/>
                  </a:lnTo>
                  <a:lnTo>
                    <a:pt x="1095761" y="623305"/>
                  </a:lnTo>
                  <a:close/>
                  <a:moveTo>
                    <a:pt x="1222359" y="631597"/>
                  </a:moveTo>
                  <a:lnTo>
                    <a:pt x="1149619" y="669213"/>
                  </a:lnTo>
                  <a:lnTo>
                    <a:pt x="1193701" y="659350"/>
                  </a:lnTo>
                  <a:close/>
                  <a:moveTo>
                    <a:pt x="958012" y="466921"/>
                  </a:moveTo>
                  <a:lnTo>
                    <a:pt x="1010307" y="497700"/>
                  </a:lnTo>
                  <a:lnTo>
                    <a:pt x="962126" y="468695"/>
                  </a:lnTo>
                  <a:close/>
                  <a:moveTo>
                    <a:pt x="1042617" y="444601"/>
                  </a:moveTo>
                  <a:lnTo>
                    <a:pt x="1026272" y="468695"/>
                  </a:lnTo>
                  <a:lnTo>
                    <a:pt x="1048789" y="496138"/>
                  </a:lnTo>
                  <a:close/>
                  <a:moveTo>
                    <a:pt x="1006415" y="417158"/>
                  </a:moveTo>
                  <a:lnTo>
                    <a:pt x="1026272" y="468695"/>
                  </a:lnTo>
                  <a:lnTo>
                    <a:pt x="1042617" y="444601"/>
                  </a:lnTo>
                  <a:close/>
                  <a:moveTo>
                    <a:pt x="1288195" y="702113"/>
                  </a:moveTo>
                  <a:lnTo>
                    <a:pt x="1247069" y="723986"/>
                  </a:lnTo>
                  <a:lnTo>
                    <a:pt x="1288191" y="703056"/>
                  </a:lnTo>
                  <a:close/>
                  <a:moveTo>
                    <a:pt x="1288195" y="702113"/>
                  </a:moveTo>
                  <a:lnTo>
                    <a:pt x="1246149" y="698314"/>
                  </a:lnTo>
                  <a:lnTo>
                    <a:pt x="1247069" y="723986"/>
                  </a:lnTo>
                  <a:close/>
                  <a:moveTo>
                    <a:pt x="1246149" y="698314"/>
                  </a:moveTo>
                  <a:lnTo>
                    <a:pt x="1287798" y="701589"/>
                  </a:lnTo>
                  <a:lnTo>
                    <a:pt x="1237263" y="687321"/>
                  </a:lnTo>
                  <a:close/>
                  <a:moveTo>
                    <a:pt x="1246149" y="698314"/>
                  </a:moveTo>
                  <a:lnTo>
                    <a:pt x="1288195" y="702113"/>
                  </a:lnTo>
                  <a:lnTo>
                    <a:pt x="1287798" y="701589"/>
                  </a:lnTo>
                  <a:close/>
                  <a:moveTo>
                    <a:pt x="1478915" y="811254"/>
                  </a:moveTo>
                  <a:lnTo>
                    <a:pt x="1522484" y="813816"/>
                  </a:lnTo>
                  <a:lnTo>
                    <a:pt x="1491926" y="805855"/>
                  </a:lnTo>
                  <a:close/>
                  <a:moveTo>
                    <a:pt x="1522484" y="813816"/>
                  </a:moveTo>
                  <a:lnTo>
                    <a:pt x="1542353" y="819720"/>
                  </a:lnTo>
                  <a:lnTo>
                    <a:pt x="1491926" y="805855"/>
                  </a:lnTo>
                  <a:close/>
                  <a:moveTo>
                    <a:pt x="1344225" y="468081"/>
                  </a:moveTo>
                  <a:lnTo>
                    <a:pt x="1336646" y="449734"/>
                  </a:lnTo>
                  <a:lnTo>
                    <a:pt x="1313141" y="447950"/>
                  </a:lnTo>
                  <a:close/>
                  <a:moveTo>
                    <a:pt x="1281087" y="447950"/>
                  </a:moveTo>
                  <a:lnTo>
                    <a:pt x="1304523" y="437867"/>
                  </a:lnTo>
                  <a:lnTo>
                    <a:pt x="1241726" y="434207"/>
                  </a:lnTo>
                  <a:close/>
                  <a:moveTo>
                    <a:pt x="1346044" y="442094"/>
                  </a:moveTo>
                  <a:lnTo>
                    <a:pt x="1334249" y="423856"/>
                  </a:lnTo>
                  <a:lnTo>
                    <a:pt x="1328254" y="408369"/>
                  </a:lnTo>
                  <a:close/>
                  <a:moveTo>
                    <a:pt x="1328254" y="408369"/>
                  </a:moveTo>
                  <a:lnTo>
                    <a:pt x="1334249" y="423856"/>
                  </a:lnTo>
                  <a:lnTo>
                    <a:pt x="1318660" y="412274"/>
                  </a:lnTo>
                  <a:close/>
                  <a:moveTo>
                    <a:pt x="1318660" y="412274"/>
                  </a:moveTo>
                  <a:lnTo>
                    <a:pt x="1304523" y="437867"/>
                  </a:lnTo>
                  <a:lnTo>
                    <a:pt x="1328254" y="408369"/>
                  </a:lnTo>
                  <a:close/>
                  <a:moveTo>
                    <a:pt x="1352961" y="230945"/>
                  </a:moveTo>
                  <a:lnTo>
                    <a:pt x="1270924" y="233799"/>
                  </a:lnTo>
                  <a:lnTo>
                    <a:pt x="1303163" y="219434"/>
                  </a:lnTo>
                  <a:close/>
                  <a:moveTo>
                    <a:pt x="1670231" y="204979"/>
                  </a:moveTo>
                  <a:lnTo>
                    <a:pt x="1701318" y="154945"/>
                  </a:lnTo>
                  <a:lnTo>
                    <a:pt x="1659211" y="151195"/>
                  </a:lnTo>
                  <a:close/>
                  <a:moveTo>
                    <a:pt x="1659211" y="151195"/>
                  </a:moveTo>
                  <a:lnTo>
                    <a:pt x="1701318" y="154945"/>
                  </a:lnTo>
                  <a:lnTo>
                    <a:pt x="1685130" y="105363"/>
                  </a:lnTo>
                  <a:close/>
                  <a:moveTo>
                    <a:pt x="1659211" y="151195"/>
                  </a:moveTo>
                  <a:lnTo>
                    <a:pt x="1685130" y="105363"/>
                  </a:lnTo>
                  <a:lnTo>
                    <a:pt x="1645927" y="99251"/>
                  </a:lnTo>
                  <a:close/>
                  <a:moveTo>
                    <a:pt x="1659211" y="151195"/>
                  </a:moveTo>
                  <a:lnTo>
                    <a:pt x="1645927" y="99251"/>
                  </a:lnTo>
                  <a:lnTo>
                    <a:pt x="1646227" y="148777"/>
                  </a:lnTo>
                  <a:close/>
                  <a:moveTo>
                    <a:pt x="1645927" y="99251"/>
                  </a:moveTo>
                  <a:lnTo>
                    <a:pt x="1636609" y="97240"/>
                  </a:lnTo>
                  <a:lnTo>
                    <a:pt x="1646227" y="148777"/>
                  </a:lnTo>
                  <a:close/>
                  <a:moveTo>
                    <a:pt x="1701318" y="154945"/>
                  </a:moveTo>
                  <a:lnTo>
                    <a:pt x="1716477" y="177087"/>
                  </a:lnTo>
                  <a:lnTo>
                    <a:pt x="1759785" y="164331"/>
                  </a:lnTo>
                  <a:close/>
                  <a:moveTo>
                    <a:pt x="1592893" y="64381"/>
                  </a:moveTo>
                  <a:lnTo>
                    <a:pt x="1636609" y="97240"/>
                  </a:lnTo>
                  <a:lnTo>
                    <a:pt x="1582744" y="49893"/>
                  </a:lnTo>
                  <a:close/>
                  <a:moveTo>
                    <a:pt x="1582744" y="49893"/>
                  </a:moveTo>
                  <a:lnTo>
                    <a:pt x="1636609" y="97240"/>
                  </a:lnTo>
                  <a:lnTo>
                    <a:pt x="1645927" y="99251"/>
                  </a:lnTo>
                  <a:close/>
                  <a:moveTo>
                    <a:pt x="1582744" y="49893"/>
                  </a:moveTo>
                  <a:lnTo>
                    <a:pt x="1645927" y="99251"/>
                  </a:lnTo>
                  <a:lnTo>
                    <a:pt x="1630722" y="48870"/>
                  </a:lnTo>
                  <a:close/>
                  <a:moveTo>
                    <a:pt x="1582744" y="49893"/>
                  </a:moveTo>
                  <a:lnTo>
                    <a:pt x="1630722" y="48870"/>
                  </a:lnTo>
                  <a:lnTo>
                    <a:pt x="1613657" y="0"/>
                  </a:lnTo>
                  <a:close/>
                  <a:moveTo>
                    <a:pt x="1729825" y="194512"/>
                  </a:moveTo>
                  <a:lnTo>
                    <a:pt x="1778603" y="192838"/>
                  </a:lnTo>
                  <a:lnTo>
                    <a:pt x="1759785" y="1643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7" name="Output_density__4296">
              <a:extLst>
                <a:ext uri="{FF2B5EF4-FFF2-40B4-BE49-F238E27FC236}">
                  <a16:creationId xmlns:a16="http://schemas.microsoft.com/office/drawing/2014/main" id="{99B6F1CC-2B89-4E5C-68C0-BA091D888062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62760"/>
              <a:ext cx="1759785" cy="1378015"/>
            </a:xfrm>
            <a:custGeom>
              <a:avLst/>
              <a:gdLst/>
              <a:ahLst/>
              <a:cxnLst/>
              <a:rect l="0" t="0" r="0" b="0"/>
              <a:pathLst>
                <a:path w="1759785" h="1378015">
                  <a:moveTo>
                    <a:pt x="389832" y="1328891"/>
                  </a:moveTo>
                  <a:lnTo>
                    <a:pt x="438637" y="1356334"/>
                  </a:lnTo>
                  <a:lnTo>
                    <a:pt x="421904" y="1304797"/>
                  </a:lnTo>
                  <a:close/>
                  <a:moveTo>
                    <a:pt x="0" y="865062"/>
                  </a:moveTo>
                  <a:lnTo>
                    <a:pt x="9083" y="892505"/>
                  </a:lnTo>
                  <a:lnTo>
                    <a:pt x="11828" y="840968"/>
                  </a:lnTo>
                  <a:close/>
                  <a:moveTo>
                    <a:pt x="28997" y="813819"/>
                  </a:moveTo>
                  <a:lnTo>
                    <a:pt x="0" y="865062"/>
                  </a:lnTo>
                  <a:lnTo>
                    <a:pt x="11828" y="840968"/>
                  </a:lnTo>
                  <a:close/>
                  <a:moveTo>
                    <a:pt x="438637" y="1356334"/>
                  </a:moveTo>
                  <a:lnTo>
                    <a:pt x="459750" y="1376275"/>
                  </a:lnTo>
                  <a:lnTo>
                    <a:pt x="476988" y="1337984"/>
                  </a:lnTo>
                  <a:close/>
                  <a:moveTo>
                    <a:pt x="459750" y="1376275"/>
                  </a:moveTo>
                  <a:lnTo>
                    <a:pt x="488340" y="1332240"/>
                  </a:lnTo>
                  <a:lnTo>
                    <a:pt x="476988" y="1337984"/>
                  </a:lnTo>
                  <a:close/>
                  <a:moveTo>
                    <a:pt x="451297" y="1177630"/>
                  </a:moveTo>
                  <a:lnTo>
                    <a:pt x="436083" y="1245753"/>
                  </a:lnTo>
                  <a:lnTo>
                    <a:pt x="461657" y="1229167"/>
                  </a:lnTo>
                  <a:close/>
                  <a:moveTo>
                    <a:pt x="57474" y="785393"/>
                  </a:moveTo>
                  <a:lnTo>
                    <a:pt x="28997" y="813819"/>
                  </a:lnTo>
                  <a:lnTo>
                    <a:pt x="11828" y="840968"/>
                  </a:lnTo>
                  <a:close/>
                  <a:moveTo>
                    <a:pt x="98911" y="765642"/>
                  </a:moveTo>
                  <a:lnTo>
                    <a:pt x="66568" y="789431"/>
                  </a:lnTo>
                  <a:lnTo>
                    <a:pt x="28997" y="813819"/>
                  </a:lnTo>
                  <a:close/>
                  <a:moveTo>
                    <a:pt x="545298" y="1256609"/>
                  </a:moveTo>
                  <a:lnTo>
                    <a:pt x="471821" y="1216699"/>
                  </a:lnTo>
                  <a:lnTo>
                    <a:pt x="461657" y="1229167"/>
                  </a:lnTo>
                  <a:close/>
                  <a:moveTo>
                    <a:pt x="268858" y="954043"/>
                  </a:moveTo>
                  <a:lnTo>
                    <a:pt x="315553" y="954064"/>
                  </a:lnTo>
                  <a:lnTo>
                    <a:pt x="288240" y="949481"/>
                  </a:lnTo>
                  <a:close/>
                  <a:moveTo>
                    <a:pt x="288240" y="949481"/>
                  </a:moveTo>
                  <a:lnTo>
                    <a:pt x="315553" y="954064"/>
                  </a:lnTo>
                  <a:lnTo>
                    <a:pt x="363631" y="921777"/>
                  </a:lnTo>
                  <a:close/>
                  <a:moveTo>
                    <a:pt x="494669" y="1101999"/>
                  </a:moveTo>
                  <a:lnTo>
                    <a:pt x="477372" y="1037459"/>
                  </a:lnTo>
                  <a:lnTo>
                    <a:pt x="476053" y="1026369"/>
                  </a:lnTo>
                  <a:close/>
                  <a:moveTo>
                    <a:pt x="817600" y="1376469"/>
                  </a:moveTo>
                  <a:lnTo>
                    <a:pt x="873765" y="1368790"/>
                  </a:lnTo>
                  <a:lnTo>
                    <a:pt x="859915" y="1317307"/>
                  </a:lnTo>
                  <a:close/>
                  <a:moveTo>
                    <a:pt x="908484" y="1363031"/>
                  </a:moveTo>
                  <a:lnTo>
                    <a:pt x="886330" y="1311495"/>
                  </a:lnTo>
                  <a:lnTo>
                    <a:pt x="873765" y="1368790"/>
                  </a:lnTo>
                  <a:close/>
                  <a:moveTo>
                    <a:pt x="664217" y="1284052"/>
                  </a:moveTo>
                  <a:lnTo>
                    <a:pt x="676336" y="1227121"/>
                  </a:lnTo>
                  <a:lnTo>
                    <a:pt x="672498" y="1242974"/>
                  </a:lnTo>
                  <a:close/>
                  <a:moveTo>
                    <a:pt x="676336" y="1227121"/>
                  </a:moveTo>
                  <a:lnTo>
                    <a:pt x="678905" y="1208422"/>
                  </a:lnTo>
                  <a:lnTo>
                    <a:pt x="666027" y="1218779"/>
                  </a:lnTo>
                  <a:close/>
                  <a:moveTo>
                    <a:pt x="468958" y="968055"/>
                  </a:moveTo>
                  <a:lnTo>
                    <a:pt x="416970" y="986304"/>
                  </a:lnTo>
                  <a:lnTo>
                    <a:pt x="472558" y="1019462"/>
                  </a:lnTo>
                  <a:close/>
                  <a:moveTo>
                    <a:pt x="468958" y="968055"/>
                  </a:moveTo>
                  <a:lnTo>
                    <a:pt x="466031" y="907692"/>
                  </a:lnTo>
                  <a:lnTo>
                    <a:pt x="421970" y="968273"/>
                  </a:lnTo>
                  <a:close/>
                  <a:moveTo>
                    <a:pt x="519146" y="950739"/>
                  </a:moveTo>
                  <a:lnTo>
                    <a:pt x="502040" y="899202"/>
                  </a:lnTo>
                  <a:lnTo>
                    <a:pt x="468958" y="968055"/>
                  </a:lnTo>
                  <a:close/>
                  <a:moveTo>
                    <a:pt x="502040" y="899202"/>
                  </a:moveTo>
                  <a:lnTo>
                    <a:pt x="466031" y="907692"/>
                  </a:lnTo>
                  <a:lnTo>
                    <a:pt x="468958" y="968055"/>
                  </a:lnTo>
                  <a:close/>
                  <a:moveTo>
                    <a:pt x="908484" y="1363031"/>
                  </a:moveTo>
                  <a:lnTo>
                    <a:pt x="931575" y="1378015"/>
                  </a:lnTo>
                  <a:lnTo>
                    <a:pt x="933945" y="1357848"/>
                  </a:lnTo>
                  <a:close/>
                  <a:moveTo>
                    <a:pt x="886330" y="1311495"/>
                  </a:moveTo>
                  <a:lnTo>
                    <a:pt x="933945" y="1357848"/>
                  </a:lnTo>
                  <a:lnTo>
                    <a:pt x="924148" y="1303069"/>
                  </a:lnTo>
                  <a:close/>
                  <a:moveTo>
                    <a:pt x="886330" y="1311495"/>
                  </a:moveTo>
                  <a:lnTo>
                    <a:pt x="908484" y="1363031"/>
                  </a:lnTo>
                  <a:lnTo>
                    <a:pt x="933945" y="1357848"/>
                  </a:lnTo>
                  <a:close/>
                  <a:moveTo>
                    <a:pt x="684370" y="1095104"/>
                  </a:moveTo>
                  <a:lnTo>
                    <a:pt x="666707" y="1086422"/>
                  </a:lnTo>
                  <a:lnTo>
                    <a:pt x="619860" y="1046824"/>
                  </a:lnTo>
                  <a:close/>
                  <a:moveTo>
                    <a:pt x="466307" y="847665"/>
                  </a:moveTo>
                  <a:lnTo>
                    <a:pt x="539131" y="886245"/>
                  </a:lnTo>
                  <a:lnTo>
                    <a:pt x="493102" y="826473"/>
                  </a:lnTo>
                  <a:close/>
                  <a:moveTo>
                    <a:pt x="495836" y="796916"/>
                  </a:moveTo>
                  <a:lnTo>
                    <a:pt x="466307" y="847665"/>
                  </a:lnTo>
                  <a:lnTo>
                    <a:pt x="490532" y="816862"/>
                  </a:lnTo>
                  <a:close/>
                  <a:moveTo>
                    <a:pt x="532480" y="799025"/>
                  </a:moveTo>
                  <a:lnTo>
                    <a:pt x="495836" y="796916"/>
                  </a:lnTo>
                  <a:lnTo>
                    <a:pt x="490532" y="816862"/>
                  </a:lnTo>
                  <a:close/>
                  <a:moveTo>
                    <a:pt x="239945" y="475606"/>
                  </a:moveTo>
                  <a:lnTo>
                    <a:pt x="212114" y="486909"/>
                  </a:lnTo>
                  <a:lnTo>
                    <a:pt x="258267" y="472495"/>
                  </a:lnTo>
                  <a:close/>
                  <a:moveTo>
                    <a:pt x="258267" y="472495"/>
                  </a:moveTo>
                  <a:lnTo>
                    <a:pt x="212114" y="486909"/>
                  </a:lnTo>
                  <a:lnTo>
                    <a:pt x="184144" y="504937"/>
                  </a:lnTo>
                  <a:close/>
                  <a:moveTo>
                    <a:pt x="258267" y="472495"/>
                  </a:moveTo>
                  <a:lnTo>
                    <a:pt x="184144" y="504937"/>
                  </a:lnTo>
                  <a:lnTo>
                    <a:pt x="216357" y="490476"/>
                  </a:lnTo>
                  <a:close/>
                  <a:moveTo>
                    <a:pt x="301990" y="461290"/>
                  </a:moveTo>
                  <a:lnTo>
                    <a:pt x="239945" y="475606"/>
                  </a:lnTo>
                  <a:lnTo>
                    <a:pt x="297328" y="462815"/>
                  </a:lnTo>
                  <a:close/>
                  <a:moveTo>
                    <a:pt x="223927" y="479003"/>
                  </a:moveTo>
                  <a:lnTo>
                    <a:pt x="239945" y="475606"/>
                  </a:lnTo>
                  <a:lnTo>
                    <a:pt x="301990" y="461290"/>
                  </a:lnTo>
                  <a:close/>
                  <a:moveTo>
                    <a:pt x="239945" y="475606"/>
                  </a:moveTo>
                  <a:lnTo>
                    <a:pt x="258267" y="472495"/>
                  </a:lnTo>
                  <a:lnTo>
                    <a:pt x="297328" y="462815"/>
                  </a:lnTo>
                  <a:close/>
                  <a:moveTo>
                    <a:pt x="836838" y="1109857"/>
                  </a:moveTo>
                  <a:lnTo>
                    <a:pt x="884661" y="1108960"/>
                  </a:lnTo>
                  <a:lnTo>
                    <a:pt x="853316" y="1071700"/>
                  </a:lnTo>
                  <a:close/>
                  <a:moveTo>
                    <a:pt x="853316" y="1071700"/>
                  </a:moveTo>
                  <a:lnTo>
                    <a:pt x="884661" y="1108960"/>
                  </a:lnTo>
                  <a:lnTo>
                    <a:pt x="905175" y="1067522"/>
                  </a:lnTo>
                  <a:close/>
                  <a:moveTo>
                    <a:pt x="806633" y="1008928"/>
                  </a:moveTo>
                  <a:lnTo>
                    <a:pt x="738024" y="1029718"/>
                  </a:lnTo>
                  <a:lnTo>
                    <a:pt x="760285" y="1071369"/>
                  </a:lnTo>
                  <a:close/>
                  <a:moveTo>
                    <a:pt x="806633" y="1008928"/>
                  </a:moveTo>
                  <a:lnTo>
                    <a:pt x="722566" y="978181"/>
                  </a:lnTo>
                  <a:lnTo>
                    <a:pt x="738024" y="1029718"/>
                  </a:lnTo>
                  <a:close/>
                  <a:moveTo>
                    <a:pt x="295761" y="492972"/>
                  </a:moveTo>
                  <a:lnTo>
                    <a:pt x="297328" y="462815"/>
                  </a:lnTo>
                  <a:lnTo>
                    <a:pt x="258267" y="472495"/>
                  </a:lnTo>
                  <a:close/>
                  <a:moveTo>
                    <a:pt x="303432" y="461974"/>
                  </a:moveTo>
                  <a:lnTo>
                    <a:pt x="297328" y="462815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03432" y="461974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87067" y="494706"/>
                  </a:lnTo>
                  <a:lnTo>
                    <a:pt x="358872" y="454885"/>
                  </a:lnTo>
                  <a:close/>
                  <a:moveTo>
                    <a:pt x="333834" y="500001"/>
                  </a:moveTo>
                  <a:lnTo>
                    <a:pt x="358872" y="454885"/>
                  </a:lnTo>
                  <a:lnTo>
                    <a:pt x="303432" y="461974"/>
                  </a:lnTo>
                  <a:close/>
                  <a:moveTo>
                    <a:pt x="387067" y="494706"/>
                  </a:moveTo>
                  <a:lnTo>
                    <a:pt x="333834" y="500001"/>
                  </a:lnTo>
                  <a:lnTo>
                    <a:pt x="396121" y="503655"/>
                  </a:lnTo>
                  <a:close/>
                  <a:moveTo>
                    <a:pt x="333834" y="500001"/>
                  </a:moveTo>
                  <a:lnTo>
                    <a:pt x="351722" y="512329"/>
                  </a:lnTo>
                  <a:lnTo>
                    <a:pt x="396121" y="503655"/>
                  </a:lnTo>
                  <a:close/>
                  <a:moveTo>
                    <a:pt x="387067" y="494706"/>
                  </a:moveTo>
                  <a:lnTo>
                    <a:pt x="435612" y="493222"/>
                  </a:lnTo>
                  <a:lnTo>
                    <a:pt x="358872" y="454885"/>
                  </a:lnTo>
                  <a:close/>
                  <a:moveTo>
                    <a:pt x="435612" y="493222"/>
                  </a:moveTo>
                  <a:lnTo>
                    <a:pt x="387067" y="494706"/>
                  </a:lnTo>
                  <a:lnTo>
                    <a:pt x="446069" y="515723"/>
                  </a:lnTo>
                  <a:close/>
                  <a:moveTo>
                    <a:pt x="387067" y="494706"/>
                  </a:moveTo>
                  <a:lnTo>
                    <a:pt x="396121" y="503655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492695" y="515374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509993" y="533476"/>
                  </a:lnTo>
                  <a:lnTo>
                    <a:pt x="492695" y="515374"/>
                  </a:lnTo>
                  <a:close/>
                  <a:moveTo>
                    <a:pt x="509993" y="533476"/>
                  </a:moveTo>
                  <a:lnTo>
                    <a:pt x="467717" y="529864"/>
                  </a:lnTo>
                  <a:lnTo>
                    <a:pt x="534969" y="538529"/>
                  </a:lnTo>
                  <a:close/>
                  <a:moveTo>
                    <a:pt x="509993" y="533476"/>
                  </a:moveTo>
                  <a:lnTo>
                    <a:pt x="534969" y="538529"/>
                  </a:lnTo>
                  <a:lnTo>
                    <a:pt x="579465" y="530218"/>
                  </a:lnTo>
                  <a:close/>
                  <a:moveTo>
                    <a:pt x="1004369" y="1008973"/>
                  </a:moveTo>
                  <a:lnTo>
                    <a:pt x="1016281" y="980436"/>
                  </a:lnTo>
                  <a:lnTo>
                    <a:pt x="959223" y="1033067"/>
                  </a:lnTo>
                  <a:close/>
                  <a:moveTo>
                    <a:pt x="1016281" y="980436"/>
                  </a:moveTo>
                  <a:lnTo>
                    <a:pt x="1004369" y="1008973"/>
                  </a:lnTo>
                  <a:lnTo>
                    <a:pt x="1036790" y="933342"/>
                  </a:lnTo>
                  <a:close/>
                  <a:moveTo>
                    <a:pt x="963915" y="894282"/>
                  </a:moveTo>
                  <a:lnTo>
                    <a:pt x="1001513" y="838954"/>
                  </a:lnTo>
                  <a:lnTo>
                    <a:pt x="942814" y="848694"/>
                  </a:lnTo>
                  <a:close/>
                  <a:moveTo>
                    <a:pt x="1008006" y="896419"/>
                  </a:moveTo>
                  <a:lnTo>
                    <a:pt x="1054100" y="834184"/>
                  </a:lnTo>
                  <a:lnTo>
                    <a:pt x="1001513" y="838954"/>
                  </a:lnTo>
                  <a:close/>
                  <a:moveTo>
                    <a:pt x="896876" y="848058"/>
                  </a:moveTo>
                  <a:lnTo>
                    <a:pt x="942814" y="848694"/>
                  </a:lnTo>
                  <a:lnTo>
                    <a:pt x="904805" y="778869"/>
                  </a:lnTo>
                  <a:close/>
                  <a:moveTo>
                    <a:pt x="1236398" y="1087952"/>
                  </a:moveTo>
                  <a:lnTo>
                    <a:pt x="1309595" y="1115395"/>
                  </a:lnTo>
                  <a:lnTo>
                    <a:pt x="1274912" y="1063858"/>
                  </a:lnTo>
                  <a:close/>
                  <a:moveTo>
                    <a:pt x="1246447" y="1036415"/>
                  </a:moveTo>
                  <a:lnTo>
                    <a:pt x="1236398" y="1087952"/>
                  </a:lnTo>
                  <a:lnTo>
                    <a:pt x="1274912" y="1063858"/>
                  </a:lnTo>
                  <a:close/>
                  <a:moveTo>
                    <a:pt x="1072221" y="880014"/>
                  </a:moveTo>
                  <a:lnTo>
                    <a:pt x="1098445" y="843162"/>
                  </a:lnTo>
                  <a:lnTo>
                    <a:pt x="1079201" y="830269"/>
                  </a:lnTo>
                  <a:close/>
                  <a:moveTo>
                    <a:pt x="1274912" y="1063858"/>
                  </a:moveTo>
                  <a:lnTo>
                    <a:pt x="1312734" y="1114324"/>
                  </a:lnTo>
                  <a:lnTo>
                    <a:pt x="1314401" y="1050225"/>
                  </a:lnTo>
                  <a:close/>
                  <a:moveTo>
                    <a:pt x="1274912" y="1063858"/>
                  </a:moveTo>
                  <a:lnTo>
                    <a:pt x="1309595" y="1115395"/>
                  </a:lnTo>
                  <a:lnTo>
                    <a:pt x="1312734" y="1114324"/>
                  </a:lnTo>
                  <a:close/>
                  <a:moveTo>
                    <a:pt x="1312734" y="1114324"/>
                  </a:moveTo>
                  <a:lnTo>
                    <a:pt x="1360694" y="1050572"/>
                  </a:lnTo>
                  <a:lnTo>
                    <a:pt x="1314401" y="1050225"/>
                  </a:lnTo>
                  <a:close/>
                  <a:moveTo>
                    <a:pt x="1365924" y="1109063"/>
                  </a:moveTo>
                  <a:lnTo>
                    <a:pt x="1417735" y="1042181"/>
                  </a:lnTo>
                  <a:lnTo>
                    <a:pt x="1360694" y="1050572"/>
                  </a:lnTo>
                  <a:close/>
                  <a:moveTo>
                    <a:pt x="1300123" y="999091"/>
                  </a:moveTo>
                  <a:lnTo>
                    <a:pt x="1360694" y="1050572"/>
                  </a:lnTo>
                  <a:lnTo>
                    <a:pt x="1301674" y="1012321"/>
                  </a:lnTo>
                  <a:close/>
                  <a:moveTo>
                    <a:pt x="1266688" y="960785"/>
                  </a:moveTo>
                  <a:lnTo>
                    <a:pt x="1300123" y="999091"/>
                  </a:lnTo>
                  <a:lnTo>
                    <a:pt x="1277888" y="954424"/>
                  </a:lnTo>
                  <a:close/>
                  <a:moveTo>
                    <a:pt x="1276126" y="885154"/>
                  </a:moveTo>
                  <a:lnTo>
                    <a:pt x="1277888" y="954424"/>
                  </a:lnTo>
                  <a:lnTo>
                    <a:pt x="1291841" y="907305"/>
                  </a:lnTo>
                  <a:close/>
                  <a:moveTo>
                    <a:pt x="1266688" y="960785"/>
                  </a:moveTo>
                  <a:lnTo>
                    <a:pt x="1277888" y="954424"/>
                  </a:lnTo>
                  <a:lnTo>
                    <a:pt x="1276126" y="885154"/>
                  </a:lnTo>
                  <a:close/>
                  <a:moveTo>
                    <a:pt x="1222817" y="909248"/>
                  </a:moveTo>
                  <a:lnTo>
                    <a:pt x="1266688" y="960785"/>
                  </a:lnTo>
                  <a:lnTo>
                    <a:pt x="1276126" y="885154"/>
                  </a:lnTo>
                  <a:close/>
                  <a:moveTo>
                    <a:pt x="1308295" y="885154"/>
                  </a:moveTo>
                  <a:lnTo>
                    <a:pt x="1291841" y="907305"/>
                  </a:lnTo>
                  <a:lnTo>
                    <a:pt x="1328684" y="888367"/>
                  </a:lnTo>
                  <a:close/>
                  <a:moveTo>
                    <a:pt x="1328684" y="888367"/>
                  </a:moveTo>
                  <a:lnTo>
                    <a:pt x="1291841" y="907305"/>
                  </a:lnTo>
                  <a:lnTo>
                    <a:pt x="1277888" y="954424"/>
                  </a:lnTo>
                  <a:close/>
                  <a:moveTo>
                    <a:pt x="1109589" y="754638"/>
                  </a:moveTo>
                  <a:lnTo>
                    <a:pt x="1153425" y="739145"/>
                  </a:lnTo>
                  <a:lnTo>
                    <a:pt x="1139393" y="740082"/>
                  </a:lnTo>
                  <a:close/>
                  <a:moveTo>
                    <a:pt x="1122802" y="806175"/>
                  </a:moveTo>
                  <a:lnTo>
                    <a:pt x="1128450" y="782081"/>
                  </a:lnTo>
                  <a:lnTo>
                    <a:pt x="1109589" y="754638"/>
                  </a:lnTo>
                  <a:close/>
                  <a:moveTo>
                    <a:pt x="1139393" y="740082"/>
                  </a:moveTo>
                  <a:lnTo>
                    <a:pt x="1153425" y="739145"/>
                  </a:lnTo>
                  <a:lnTo>
                    <a:pt x="1200485" y="740418"/>
                  </a:lnTo>
                  <a:close/>
                  <a:moveTo>
                    <a:pt x="913522" y="496050"/>
                  </a:moveTo>
                  <a:lnTo>
                    <a:pt x="909099" y="496955"/>
                  </a:lnTo>
                  <a:lnTo>
                    <a:pt x="954522" y="519511"/>
                  </a:lnTo>
                  <a:close/>
                  <a:moveTo>
                    <a:pt x="954522" y="519511"/>
                  </a:moveTo>
                  <a:lnTo>
                    <a:pt x="871523" y="518767"/>
                  </a:lnTo>
                  <a:lnTo>
                    <a:pt x="944208" y="524398"/>
                  </a:lnTo>
                  <a:close/>
                  <a:moveTo>
                    <a:pt x="913522" y="496050"/>
                  </a:moveTo>
                  <a:lnTo>
                    <a:pt x="954522" y="519511"/>
                  </a:lnTo>
                  <a:lnTo>
                    <a:pt x="962126" y="524398"/>
                  </a:lnTo>
                  <a:close/>
                  <a:moveTo>
                    <a:pt x="1324806" y="936691"/>
                  </a:moveTo>
                  <a:lnTo>
                    <a:pt x="1339976" y="988227"/>
                  </a:lnTo>
                  <a:lnTo>
                    <a:pt x="1377445" y="964134"/>
                  </a:lnTo>
                  <a:close/>
                  <a:moveTo>
                    <a:pt x="1324806" y="936691"/>
                  </a:moveTo>
                  <a:lnTo>
                    <a:pt x="1377445" y="964134"/>
                  </a:lnTo>
                  <a:lnTo>
                    <a:pt x="1359336" y="912597"/>
                  </a:lnTo>
                  <a:close/>
                  <a:moveTo>
                    <a:pt x="1291841" y="907305"/>
                  </a:moveTo>
                  <a:lnTo>
                    <a:pt x="1308295" y="885154"/>
                  </a:lnTo>
                  <a:lnTo>
                    <a:pt x="1290977" y="881040"/>
                  </a:lnTo>
                  <a:close/>
                  <a:moveTo>
                    <a:pt x="1416824" y="890341"/>
                  </a:moveTo>
                  <a:lnTo>
                    <a:pt x="1339360" y="910293"/>
                  </a:lnTo>
                  <a:lnTo>
                    <a:pt x="1369577" y="888371"/>
                  </a:lnTo>
                  <a:close/>
                  <a:moveTo>
                    <a:pt x="1276126" y="885154"/>
                  </a:moveTo>
                  <a:lnTo>
                    <a:pt x="1291841" y="907305"/>
                  </a:lnTo>
                  <a:lnTo>
                    <a:pt x="1290977" y="881040"/>
                  </a:lnTo>
                  <a:close/>
                  <a:moveTo>
                    <a:pt x="1153425" y="739145"/>
                  </a:moveTo>
                  <a:lnTo>
                    <a:pt x="1186796" y="764287"/>
                  </a:lnTo>
                  <a:lnTo>
                    <a:pt x="1229179" y="757987"/>
                  </a:lnTo>
                  <a:close/>
                  <a:moveTo>
                    <a:pt x="1237263" y="743023"/>
                  </a:moveTo>
                  <a:lnTo>
                    <a:pt x="1153425" y="739145"/>
                  </a:lnTo>
                  <a:lnTo>
                    <a:pt x="1229179" y="757987"/>
                  </a:lnTo>
                  <a:close/>
                  <a:moveTo>
                    <a:pt x="1200485" y="740418"/>
                  </a:moveTo>
                  <a:lnTo>
                    <a:pt x="1153425" y="739145"/>
                  </a:lnTo>
                  <a:lnTo>
                    <a:pt x="1237263" y="743023"/>
                  </a:lnTo>
                  <a:close/>
                  <a:moveTo>
                    <a:pt x="1287798" y="757291"/>
                  </a:moveTo>
                  <a:lnTo>
                    <a:pt x="1207592" y="730545"/>
                  </a:lnTo>
                  <a:lnTo>
                    <a:pt x="1200485" y="740418"/>
                  </a:lnTo>
                  <a:close/>
                  <a:moveTo>
                    <a:pt x="1287798" y="757291"/>
                  </a:moveTo>
                  <a:lnTo>
                    <a:pt x="1200485" y="740418"/>
                  </a:lnTo>
                  <a:lnTo>
                    <a:pt x="1237263" y="743023"/>
                  </a:lnTo>
                  <a:close/>
                  <a:moveTo>
                    <a:pt x="954522" y="519511"/>
                  </a:moveTo>
                  <a:lnTo>
                    <a:pt x="944208" y="524398"/>
                  </a:lnTo>
                  <a:lnTo>
                    <a:pt x="958012" y="522624"/>
                  </a:lnTo>
                  <a:close/>
                  <a:moveTo>
                    <a:pt x="958012" y="522624"/>
                  </a:moveTo>
                  <a:lnTo>
                    <a:pt x="962126" y="524398"/>
                  </a:lnTo>
                  <a:lnTo>
                    <a:pt x="954522" y="519511"/>
                  </a:lnTo>
                  <a:close/>
                  <a:moveTo>
                    <a:pt x="1006415" y="472861"/>
                  </a:moveTo>
                  <a:lnTo>
                    <a:pt x="1042617" y="500304"/>
                  </a:lnTo>
                  <a:lnTo>
                    <a:pt x="1030172" y="448768"/>
                  </a:lnTo>
                  <a:close/>
                  <a:moveTo>
                    <a:pt x="1445988" y="864484"/>
                  </a:moveTo>
                  <a:lnTo>
                    <a:pt x="1369577" y="888371"/>
                  </a:lnTo>
                  <a:lnTo>
                    <a:pt x="1398031" y="859855"/>
                  </a:lnTo>
                  <a:close/>
                  <a:moveTo>
                    <a:pt x="1478915" y="866957"/>
                  </a:moveTo>
                  <a:lnTo>
                    <a:pt x="1491926" y="861558"/>
                  </a:lnTo>
                  <a:lnTo>
                    <a:pt x="1445988" y="864484"/>
                  </a:lnTo>
                  <a:close/>
                  <a:moveTo>
                    <a:pt x="1039481" y="321601"/>
                  </a:moveTo>
                  <a:lnTo>
                    <a:pt x="1051647" y="373137"/>
                  </a:lnTo>
                  <a:lnTo>
                    <a:pt x="1077028" y="349043"/>
                  </a:lnTo>
                  <a:close/>
                  <a:moveTo>
                    <a:pt x="1050649" y="245970"/>
                  </a:moveTo>
                  <a:lnTo>
                    <a:pt x="1059653" y="264985"/>
                  </a:lnTo>
                  <a:lnTo>
                    <a:pt x="1039481" y="321601"/>
                  </a:lnTo>
                  <a:close/>
                  <a:moveTo>
                    <a:pt x="1323392" y="485672"/>
                  </a:moveTo>
                  <a:lnTo>
                    <a:pt x="1304523" y="493570"/>
                  </a:lnTo>
                  <a:lnTo>
                    <a:pt x="1281087" y="503653"/>
                  </a:lnTo>
                  <a:close/>
                  <a:moveTo>
                    <a:pt x="1313141" y="503653"/>
                  </a:moveTo>
                  <a:lnTo>
                    <a:pt x="1304523" y="493570"/>
                  </a:lnTo>
                  <a:lnTo>
                    <a:pt x="1344225" y="523784"/>
                  </a:lnTo>
                  <a:close/>
                  <a:moveTo>
                    <a:pt x="1344225" y="523784"/>
                  </a:moveTo>
                  <a:lnTo>
                    <a:pt x="1304523" y="493570"/>
                  </a:lnTo>
                  <a:lnTo>
                    <a:pt x="1323392" y="485672"/>
                  </a:lnTo>
                  <a:close/>
                  <a:moveTo>
                    <a:pt x="1334249" y="479559"/>
                  </a:moveTo>
                  <a:lnTo>
                    <a:pt x="1346044" y="497797"/>
                  </a:lnTo>
                  <a:lnTo>
                    <a:pt x="1344225" y="523784"/>
                  </a:lnTo>
                  <a:close/>
                  <a:moveTo>
                    <a:pt x="1323392" y="485672"/>
                  </a:moveTo>
                  <a:lnTo>
                    <a:pt x="1334249" y="479559"/>
                  </a:lnTo>
                  <a:lnTo>
                    <a:pt x="1344225" y="523784"/>
                  </a:lnTo>
                  <a:close/>
                  <a:moveTo>
                    <a:pt x="1241726" y="489910"/>
                  </a:moveTo>
                  <a:lnTo>
                    <a:pt x="1304523" y="493570"/>
                  </a:lnTo>
                  <a:lnTo>
                    <a:pt x="1318660" y="467977"/>
                  </a:lnTo>
                  <a:close/>
                  <a:moveTo>
                    <a:pt x="1105408" y="194696"/>
                  </a:moveTo>
                  <a:lnTo>
                    <a:pt x="1074139" y="212687"/>
                  </a:lnTo>
                  <a:lnTo>
                    <a:pt x="1050649" y="245970"/>
                  </a:lnTo>
                  <a:close/>
                  <a:moveTo>
                    <a:pt x="1352961" y="286648"/>
                  </a:moveTo>
                  <a:lnTo>
                    <a:pt x="1268027" y="273413"/>
                  </a:lnTo>
                  <a:lnTo>
                    <a:pt x="1270924" y="289501"/>
                  </a:lnTo>
                  <a:close/>
                  <a:moveTo>
                    <a:pt x="1149931" y="186480"/>
                  </a:moveTo>
                  <a:lnTo>
                    <a:pt x="1105408" y="194696"/>
                  </a:lnTo>
                  <a:lnTo>
                    <a:pt x="1181941" y="171262"/>
                  </a:lnTo>
                  <a:close/>
                  <a:moveTo>
                    <a:pt x="1181941" y="171262"/>
                  </a:moveTo>
                  <a:lnTo>
                    <a:pt x="1212417" y="146245"/>
                  </a:lnTo>
                  <a:lnTo>
                    <a:pt x="1214501" y="152317"/>
                  </a:lnTo>
                  <a:close/>
                  <a:moveTo>
                    <a:pt x="1219142" y="135673"/>
                  </a:moveTo>
                  <a:lnTo>
                    <a:pt x="1214501" y="152317"/>
                  </a:lnTo>
                  <a:lnTo>
                    <a:pt x="1212417" y="146245"/>
                  </a:lnTo>
                  <a:close/>
                  <a:moveTo>
                    <a:pt x="1431947" y="272389"/>
                  </a:moveTo>
                  <a:lnTo>
                    <a:pt x="1391406" y="255710"/>
                  </a:lnTo>
                  <a:lnTo>
                    <a:pt x="1352961" y="286648"/>
                  </a:lnTo>
                  <a:close/>
                  <a:moveTo>
                    <a:pt x="1219142" y="135673"/>
                  </a:moveTo>
                  <a:lnTo>
                    <a:pt x="1245418" y="127182"/>
                  </a:lnTo>
                  <a:lnTo>
                    <a:pt x="1242098" y="94709"/>
                  </a:lnTo>
                  <a:close/>
                  <a:moveTo>
                    <a:pt x="1242098" y="94709"/>
                  </a:moveTo>
                  <a:lnTo>
                    <a:pt x="1245418" y="127182"/>
                  </a:lnTo>
                  <a:lnTo>
                    <a:pt x="1252665" y="122152"/>
                  </a:lnTo>
                  <a:close/>
                  <a:moveTo>
                    <a:pt x="1242098" y="94709"/>
                  </a:moveTo>
                  <a:lnTo>
                    <a:pt x="1252665" y="122152"/>
                  </a:lnTo>
                  <a:lnTo>
                    <a:pt x="1249561" y="70615"/>
                  </a:lnTo>
                  <a:close/>
                  <a:moveTo>
                    <a:pt x="1506704" y="242314"/>
                  </a:moveTo>
                  <a:lnTo>
                    <a:pt x="1469419" y="237810"/>
                  </a:lnTo>
                  <a:lnTo>
                    <a:pt x="1431947" y="272389"/>
                  </a:lnTo>
                  <a:close/>
                  <a:moveTo>
                    <a:pt x="1349268" y="3042"/>
                  </a:moveTo>
                  <a:lnTo>
                    <a:pt x="1274543" y="33231"/>
                  </a:lnTo>
                  <a:lnTo>
                    <a:pt x="1309008" y="27192"/>
                  </a:lnTo>
                  <a:close/>
                  <a:moveTo>
                    <a:pt x="1431255" y="0"/>
                  </a:moveTo>
                  <a:lnTo>
                    <a:pt x="1395176" y="7"/>
                  </a:lnTo>
                  <a:lnTo>
                    <a:pt x="1349268" y="3042"/>
                  </a:lnTo>
                  <a:close/>
                  <a:moveTo>
                    <a:pt x="1431255" y="0"/>
                  </a:moveTo>
                  <a:lnTo>
                    <a:pt x="1349268" y="3042"/>
                  </a:lnTo>
                  <a:lnTo>
                    <a:pt x="1388947" y="16495"/>
                  </a:lnTo>
                  <a:close/>
                  <a:moveTo>
                    <a:pt x="1480021" y="7650"/>
                  </a:moveTo>
                  <a:lnTo>
                    <a:pt x="1395176" y="7"/>
                  </a:lnTo>
                  <a:lnTo>
                    <a:pt x="1431255" y="0"/>
                  </a:lnTo>
                  <a:close/>
                  <a:moveTo>
                    <a:pt x="1700861" y="256016"/>
                  </a:moveTo>
                  <a:lnTo>
                    <a:pt x="1716477" y="232790"/>
                  </a:lnTo>
                  <a:lnTo>
                    <a:pt x="1670231" y="260681"/>
                  </a:lnTo>
                  <a:close/>
                  <a:moveTo>
                    <a:pt x="1670231" y="260681"/>
                  </a:moveTo>
                  <a:lnTo>
                    <a:pt x="1716477" y="232790"/>
                  </a:lnTo>
                  <a:lnTo>
                    <a:pt x="1701318" y="210647"/>
                  </a:lnTo>
                  <a:close/>
                  <a:moveTo>
                    <a:pt x="1528811" y="111460"/>
                  </a:moveTo>
                  <a:lnTo>
                    <a:pt x="1582744" y="105596"/>
                  </a:lnTo>
                  <a:lnTo>
                    <a:pt x="1566142" y="56350"/>
                  </a:lnTo>
                  <a:close/>
                  <a:moveTo>
                    <a:pt x="1528811" y="111460"/>
                  </a:moveTo>
                  <a:lnTo>
                    <a:pt x="1566142" y="56350"/>
                  </a:lnTo>
                  <a:lnTo>
                    <a:pt x="1518264" y="57292"/>
                  </a:lnTo>
                  <a:close/>
                  <a:moveTo>
                    <a:pt x="1582744" y="105596"/>
                  </a:moveTo>
                  <a:lnTo>
                    <a:pt x="1613657" y="55703"/>
                  </a:lnTo>
                  <a:lnTo>
                    <a:pt x="1566142" y="56350"/>
                  </a:lnTo>
                  <a:close/>
                  <a:moveTo>
                    <a:pt x="1469153" y="59237"/>
                  </a:moveTo>
                  <a:lnTo>
                    <a:pt x="1518264" y="57292"/>
                  </a:lnTo>
                  <a:lnTo>
                    <a:pt x="1490870" y="16820"/>
                  </a:lnTo>
                  <a:close/>
                  <a:moveTo>
                    <a:pt x="1469153" y="59237"/>
                  </a:moveTo>
                  <a:lnTo>
                    <a:pt x="1490870" y="16820"/>
                  </a:lnTo>
                  <a:lnTo>
                    <a:pt x="1448331" y="13421"/>
                  </a:lnTo>
                  <a:close/>
                  <a:moveTo>
                    <a:pt x="1518264" y="57292"/>
                  </a:moveTo>
                  <a:lnTo>
                    <a:pt x="1566142" y="56350"/>
                  </a:lnTo>
                  <a:lnTo>
                    <a:pt x="1534908" y="19000"/>
                  </a:lnTo>
                  <a:close/>
                  <a:moveTo>
                    <a:pt x="1518264" y="57292"/>
                  </a:moveTo>
                  <a:lnTo>
                    <a:pt x="1534908" y="19000"/>
                  </a:lnTo>
                  <a:lnTo>
                    <a:pt x="1490870" y="16820"/>
                  </a:lnTo>
                  <a:close/>
                  <a:moveTo>
                    <a:pt x="1392924" y="20484"/>
                  </a:moveTo>
                  <a:lnTo>
                    <a:pt x="1448331" y="13421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80021" y="7650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90870" y="16820"/>
                  </a:lnTo>
                  <a:lnTo>
                    <a:pt x="1480021" y="7650"/>
                  </a:lnTo>
                  <a:close/>
                  <a:moveTo>
                    <a:pt x="1729825" y="250214"/>
                  </a:moveTo>
                  <a:lnTo>
                    <a:pt x="1759785" y="220033"/>
                  </a:lnTo>
                  <a:lnTo>
                    <a:pt x="1716477" y="2327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8" name="Output_density__4297">
              <a:extLst>
                <a:ext uri="{FF2B5EF4-FFF2-40B4-BE49-F238E27FC236}">
                  <a16:creationId xmlns:a16="http://schemas.microsoft.com/office/drawing/2014/main" id="{C6A27BAA-1FB2-B3B9-8C08-76BD3651B186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393692"/>
              <a:ext cx="1779582" cy="1307729"/>
            </a:xfrm>
            <a:custGeom>
              <a:avLst/>
              <a:gdLst/>
              <a:ahLst/>
              <a:cxnLst/>
              <a:rect l="0" t="0" r="0" b="0"/>
              <a:pathLst>
                <a:path w="1779582" h="1307729">
                  <a:moveTo>
                    <a:pt x="432096" y="1245342"/>
                  </a:moveTo>
                  <a:lnTo>
                    <a:pt x="399842" y="1259650"/>
                  </a:lnTo>
                  <a:lnTo>
                    <a:pt x="483857" y="1264190"/>
                  </a:lnTo>
                  <a:close/>
                  <a:moveTo>
                    <a:pt x="86361" y="873031"/>
                  </a:moveTo>
                  <a:lnTo>
                    <a:pt x="121216" y="916182"/>
                  </a:lnTo>
                  <a:lnTo>
                    <a:pt x="107066" y="903491"/>
                  </a:lnTo>
                  <a:close/>
                  <a:moveTo>
                    <a:pt x="112215" y="888739"/>
                  </a:moveTo>
                  <a:lnTo>
                    <a:pt x="86361" y="873031"/>
                  </a:lnTo>
                  <a:lnTo>
                    <a:pt x="58171" y="833206"/>
                  </a:lnTo>
                  <a:close/>
                  <a:moveTo>
                    <a:pt x="16393" y="813109"/>
                  </a:moveTo>
                  <a:lnTo>
                    <a:pt x="0" y="812766"/>
                  </a:lnTo>
                  <a:lnTo>
                    <a:pt x="24699" y="822436"/>
                  </a:lnTo>
                  <a:close/>
                  <a:moveTo>
                    <a:pt x="0" y="812766"/>
                  </a:moveTo>
                  <a:lnTo>
                    <a:pt x="52127" y="832984"/>
                  </a:lnTo>
                  <a:lnTo>
                    <a:pt x="24699" y="822436"/>
                  </a:lnTo>
                  <a:close/>
                  <a:moveTo>
                    <a:pt x="52127" y="832984"/>
                  </a:moveTo>
                  <a:lnTo>
                    <a:pt x="58171" y="833206"/>
                  </a:lnTo>
                  <a:lnTo>
                    <a:pt x="24699" y="822436"/>
                  </a:lnTo>
                  <a:close/>
                  <a:moveTo>
                    <a:pt x="73305" y="864645"/>
                  </a:moveTo>
                  <a:lnTo>
                    <a:pt x="86361" y="873031"/>
                  </a:lnTo>
                  <a:lnTo>
                    <a:pt x="107066" y="903491"/>
                  </a:lnTo>
                  <a:close/>
                  <a:moveTo>
                    <a:pt x="86361" y="873031"/>
                  </a:moveTo>
                  <a:lnTo>
                    <a:pt x="73305" y="864645"/>
                  </a:lnTo>
                  <a:lnTo>
                    <a:pt x="24699" y="822436"/>
                  </a:lnTo>
                  <a:close/>
                  <a:moveTo>
                    <a:pt x="58171" y="833206"/>
                  </a:moveTo>
                  <a:lnTo>
                    <a:pt x="86361" y="873031"/>
                  </a:lnTo>
                  <a:lnTo>
                    <a:pt x="24699" y="822436"/>
                  </a:lnTo>
                  <a:close/>
                  <a:moveTo>
                    <a:pt x="483857" y="1264190"/>
                  </a:moveTo>
                  <a:lnTo>
                    <a:pt x="514854" y="1245183"/>
                  </a:lnTo>
                  <a:lnTo>
                    <a:pt x="432096" y="1245342"/>
                  </a:lnTo>
                  <a:close/>
                  <a:moveTo>
                    <a:pt x="211119" y="808276"/>
                  </a:moveTo>
                  <a:lnTo>
                    <a:pt x="190688" y="801437"/>
                  </a:lnTo>
                  <a:lnTo>
                    <a:pt x="175133" y="789015"/>
                  </a:lnTo>
                  <a:close/>
                  <a:moveTo>
                    <a:pt x="514854" y="1245183"/>
                  </a:moveTo>
                  <a:lnTo>
                    <a:pt x="560231" y="1240163"/>
                  </a:lnTo>
                  <a:lnTo>
                    <a:pt x="585502" y="1199746"/>
                  </a:lnTo>
                  <a:close/>
                  <a:moveTo>
                    <a:pt x="826696" y="1307729"/>
                  </a:moveTo>
                  <a:lnTo>
                    <a:pt x="784953" y="1286534"/>
                  </a:lnTo>
                  <a:lnTo>
                    <a:pt x="752584" y="1300410"/>
                  </a:lnTo>
                  <a:close/>
                  <a:moveTo>
                    <a:pt x="706433" y="1302534"/>
                  </a:moveTo>
                  <a:lnTo>
                    <a:pt x="752584" y="1300410"/>
                  </a:lnTo>
                  <a:lnTo>
                    <a:pt x="784953" y="1286534"/>
                  </a:lnTo>
                  <a:close/>
                  <a:moveTo>
                    <a:pt x="430876" y="919530"/>
                  </a:moveTo>
                  <a:lnTo>
                    <a:pt x="448399" y="895437"/>
                  </a:lnTo>
                  <a:lnTo>
                    <a:pt x="416872" y="918623"/>
                  </a:lnTo>
                  <a:close/>
                  <a:moveTo>
                    <a:pt x="795497" y="1115538"/>
                  </a:moveTo>
                  <a:lnTo>
                    <a:pt x="786849" y="1158720"/>
                  </a:lnTo>
                  <a:lnTo>
                    <a:pt x="815132" y="1129026"/>
                  </a:lnTo>
                  <a:close/>
                  <a:moveTo>
                    <a:pt x="795497" y="1115538"/>
                  </a:moveTo>
                  <a:lnTo>
                    <a:pt x="815132" y="1129026"/>
                  </a:lnTo>
                  <a:lnTo>
                    <a:pt x="803755" y="1087028"/>
                  </a:lnTo>
                  <a:close/>
                  <a:moveTo>
                    <a:pt x="585496" y="871343"/>
                  </a:moveTo>
                  <a:lnTo>
                    <a:pt x="592206" y="915892"/>
                  </a:lnTo>
                  <a:lnTo>
                    <a:pt x="597946" y="922879"/>
                  </a:lnTo>
                  <a:close/>
                  <a:moveTo>
                    <a:pt x="379797" y="613660"/>
                  </a:moveTo>
                  <a:lnTo>
                    <a:pt x="412383" y="632040"/>
                  </a:lnTo>
                  <a:lnTo>
                    <a:pt x="429154" y="596029"/>
                  </a:lnTo>
                  <a:close/>
                  <a:moveTo>
                    <a:pt x="429154" y="596029"/>
                  </a:moveTo>
                  <a:lnTo>
                    <a:pt x="401799" y="592465"/>
                  </a:lnTo>
                  <a:lnTo>
                    <a:pt x="379797" y="613660"/>
                  </a:lnTo>
                  <a:close/>
                  <a:moveTo>
                    <a:pt x="423783" y="589566"/>
                  </a:moveTo>
                  <a:lnTo>
                    <a:pt x="373660" y="562123"/>
                  </a:lnTo>
                  <a:lnTo>
                    <a:pt x="422380" y="538029"/>
                  </a:lnTo>
                  <a:close/>
                  <a:moveTo>
                    <a:pt x="404203" y="490827"/>
                  </a:moveTo>
                  <a:lnTo>
                    <a:pt x="423852" y="538029"/>
                  </a:lnTo>
                  <a:lnTo>
                    <a:pt x="422220" y="533917"/>
                  </a:lnTo>
                  <a:close/>
                  <a:moveTo>
                    <a:pt x="865966" y="1033487"/>
                  </a:moveTo>
                  <a:lnTo>
                    <a:pt x="803755" y="1087028"/>
                  </a:lnTo>
                  <a:lnTo>
                    <a:pt x="850195" y="1085985"/>
                  </a:lnTo>
                  <a:close/>
                  <a:moveTo>
                    <a:pt x="898321" y="1045165"/>
                  </a:moveTo>
                  <a:lnTo>
                    <a:pt x="865966" y="1033487"/>
                  </a:lnTo>
                  <a:lnTo>
                    <a:pt x="850195" y="1085985"/>
                  </a:lnTo>
                  <a:close/>
                  <a:moveTo>
                    <a:pt x="608581" y="706660"/>
                  </a:moveTo>
                  <a:lnTo>
                    <a:pt x="593677" y="692639"/>
                  </a:lnTo>
                  <a:lnTo>
                    <a:pt x="607486" y="668545"/>
                  </a:lnTo>
                  <a:close/>
                  <a:moveTo>
                    <a:pt x="593677" y="692639"/>
                  </a:moveTo>
                  <a:lnTo>
                    <a:pt x="601763" y="617009"/>
                  </a:lnTo>
                  <a:lnTo>
                    <a:pt x="607486" y="668545"/>
                  </a:lnTo>
                  <a:close/>
                  <a:moveTo>
                    <a:pt x="425136" y="513935"/>
                  </a:moveTo>
                  <a:lnTo>
                    <a:pt x="422380" y="538029"/>
                  </a:lnTo>
                  <a:lnTo>
                    <a:pt x="445905" y="487571"/>
                  </a:lnTo>
                  <a:close/>
                  <a:moveTo>
                    <a:pt x="422380" y="538029"/>
                  </a:moveTo>
                  <a:lnTo>
                    <a:pt x="422220" y="533917"/>
                  </a:lnTo>
                  <a:lnTo>
                    <a:pt x="445905" y="487571"/>
                  </a:lnTo>
                  <a:close/>
                  <a:moveTo>
                    <a:pt x="461075" y="513935"/>
                  </a:moveTo>
                  <a:lnTo>
                    <a:pt x="445905" y="487571"/>
                  </a:lnTo>
                  <a:lnTo>
                    <a:pt x="422220" y="533917"/>
                  </a:lnTo>
                  <a:close/>
                  <a:moveTo>
                    <a:pt x="857676" y="977484"/>
                  </a:moveTo>
                  <a:lnTo>
                    <a:pt x="922784" y="1025278"/>
                  </a:lnTo>
                  <a:lnTo>
                    <a:pt x="874968" y="1026169"/>
                  </a:lnTo>
                  <a:close/>
                  <a:moveTo>
                    <a:pt x="622878" y="615224"/>
                  </a:moveTo>
                  <a:lnTo>
                    <a:pt x="650223" y="655736"/>
                  </a:lnTo>
                  <a:lnTo>
                    <a:pt x="616241" y="640177"/>
                  </a:lnTo>
                  <a:close/>
                  <a:moveTo>
                    <a:pt x="936261" y="763349"/>
                  </a:moveTo>
                  <a:lnTo>
                    <a:pt x="937303" y="825245"/>
                  </a:lnTo>
                  <a:lnTo>
                    <a:pt x="980352" y="765487"/>
                  </a:lnTo>
                  <a:close/>
                  <a:moveTo>
                    <a:pt x="1044457" y="750873"/>
                  </a:moveTo>
                  <a:lnTo>
                    <a:pt x="980352" y="765487"/>
                  </a:lnTo>
                  <a:lnTo>
                    <a:pt x="975745" y="801342"/>
                  </a:lnTo>
                  <a:close/>
                  <a:moveTo>
                    <a:pt x="877151" y="647937"/>
                  </a:moveTo>
                  <a:lnTo>
                    <a:pt x="898750" y="688147"/>
                  </a:lnTo>
                  <a:lnTo>
                    <a:pt x="883195" y="671894"/>
                  </a:lnTo>
                  <a:close/>
                  <a:moveTo>
                    <a:pt x="877151" y="647937"/>
                  </a:moveTo>
                  <a:lnTo>
                    <a:pt x="883195" y="671894"/>
                  </a:lnTo>
                  <a:lnTo>
                    <a:pt x="877283" y="647665"/>
                  </a:lnTo>
                  <a:close/>
                  <a:moveTo>
                    <a:pt x="1335936" y="869953"/>
                  </a:moveTo>
                  <a:lnTo>
                    <a:pt x="1366172" y="867944"/>
                  </a:lnTo>
                  <a:lnTo>
                    <a:pt x="1390272" y="898430"/>
                  </a:lnTo>
                  <a:close/>
                  <a:moveTo>
                    <a:pt x="1173851" y="722122"/>
                  </a:moveTo>
                  <a:lnTo>
                    <a:pt x="1243678" y="702685"/>
                  </a:lnTo>
                  <a:lnTo>
                    <a:pt x="1195400" y="693865"/>
                  </a:lnTo>
                  <a:close/>
                  <a:moveTo>
                    <a:pt x="1419541" y="872962"/>
                  </a:moveTo>
                  <a:lnTo>
                    <a:pt x="1390272" y="898430"/>
                  </a:lnTo>
                  <a:lnTo>
                    <a:pt x="1466783" y="874916"/>
                  </a:lnTo>
                  <a:close/>
                  <a:moveTo>
                    <a:pt x="1219415" y="648756"/>
                  </a:moveTo>
                  <a:lnTo>
                    <a:pt x="1160024" y="702685"/>
                  </a:lnTo>
                  <a:lnTo>
                    <a:pt x="1195400" y="693865"/>
                  </a:lnTo>
                  <a:close/>
                  <a:moveTo>
                    <a:pt x="1057485" y="527580"/>
                  </a:moveTo>
                  <a:lnTo>
                    <a:pt x="1068107" y="548075"/>
                  </a:lnTo>
                  <a:lnTo>
                    <a:pt x="1076881" y="536764"/>
                  </a:lnTo>
                  <a:close/>
                  <a:moveTo>
                    <a:pt x="1183041" y="575518"/>
                  </a:moveTo>
                  <a:lnTo>
                    <a:pt x="1131506" y="593079"/>
                  </a:lnTo>
                  <a:lnTo>
                    <a:pt x="1194705" y="556367"/>
                  </a:lnTo>
                  <a:close/>
                  <a:moveTo>
                    <a:pt x="1511983" y="884738"/>
                  </a:moveTo>
                  <a:lnTo>
                    <a:pt x="1518210" y="883046"/>
                  </a:lnTo>
                  <a:lnTo>
                    <a:pt x="1466783" y="874916"/>
                  </a:lnTo>
                  <a:close/>
                  <a:moveTo>
                    <a:pt x="1466783" y="874916"/>
                  </a:moveTo>
                  <a:lnTo>
                    <a:pt x="1518210" y="883046"/>
                  </a:lnTo>
                  <a:lnTo>
                    <a:pt x="1541577" y="844983"/>
                  </a:lnTo>
                  <a:close/>
                  <a:moveTo>
                    <a:pt x="1466783" y="874916"/>
                  </a:moveTo>
                  <a:lnTo>
                    <a:pt x="1541577" y="844983"/>
                  </a:lnTo>
                  <a:lnTo>
                    <a:pt x="1498027" y="856833"/>
                  </a:lnTo>
                  <a:close/>
                  <a:moveTo>
                    <a:pt x="1419541" y="872962"/>
                  </a:moveTo>
                  <a:lnTo>
                    <a:pt x="1466783" y="874916"/>
                  </a:lnTo>
                  <a:lnTo>
                    <a:pt x="1498027" y="856833"/>
                  </a:lnTo>
                  <a:close/>
                  <a:moveTo>
                    <a:pt x="1548162" y="795953"/>
                  </a:moveTo>
                  <a:lnTo>
                    <a:pt x="1498027" y="856833"/>
                  </a:lnTo>
                  <a:lnTo>
                    <a:pt x="1541577" y="844983"/>
                  </a:lnTo>
                  <a:close/>
                  <a:moveTo>
                    <a:pt x="1349531" y="278805"/>
                  </a:moveTo>
                  <a:lnTo>
                    <a:pt x="1356185" y="336138"/>
                  </a:lnTo>
                  <a:lnTo>
                    <a:pt x="1376849" y="348626"/>
                  </a:lnTo>
                  <a:close/>
                  <a:moveTo>
                    <a:pt x="1238605" y="141127"/>
                  </a:moveTo>
                  <a:lnTo>
                    <a:pt x="1259602" y="84731"/>
                  </a:lnTo>
                  <a:lnTo>
                    <a:pt x="1193247" y="78924"/>
                  </a:lnTo>
                  <a:close/>
                  <a:moveTo>
                    <a:pt x="1437628" y="18662"/>
                  </a:moveTo>
                  <a:lnTo>
                    <a:pt x="1456363" y="26559"/>
                  </a:lnTo>
                  <a:lnTo>
                    <a:pt x="1430486" y="0"/>
                  </a:lnTo>
                  <a:close/>
                  <a:moveTo>
                    <a:pt x="1769092" y="165602"/>
                  </a:moveTo>
                  <a:lnTo>
                    <a:pt x="1779582" y="228157"/>
                  </a:lnTo>
                  <a:lnTo>
                    <a:pt x="1779425" y="176621"/>
                  </a:lnTo>
                  <a:close/>
                  <a:moveTo>
                    <a:pt x="1769092" y="165602"/>
                  </a:moveTo>
                  <a:lnTo>
                    <a:pt x="1775566" y="223081"/>
                  </a:lnTo>
                  <a:lnTo>
                    <a:pt x="1779582" y="228157"/>
                  </a:lnTo>
                  <a:close/>
                  <a:moveTo>
                    <a:pt x="1750949" y="117608"/>
                  </a:moveTo>
                  <a:lnTo>
                    <a:pt x="1779425" y="176621"/>
                  </a:lnTo>
                  <a:lnTo>
                    <a:pt x="1758126" y="12508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99" name="Output_density__4298">
              <a:extLst>
                <a:ext uri="{FF2B5EF4-FFF2-40B4-BE49-F238E27FC236}">
                  <a16:creationId xmlns:a16="http://schemas.microsoft.com/office/drawing/2014/main" id="{DFD03547-E5CB-B40E-AA75-A0F626486B12}"/>
                </a:ext>
              </a:extLst>
            </p:cNvPr>
            <p:cNvSpPr>
              <a:spLocks noGrp="1"/>
            </p:cNvSpPr>
            <p:nvPr/>
          </p:nvSpPr>
          <p:spPr>
            <a:xfrm>
              <a:off x="15032608" y="2262760"/>
              <a:ext cx="1460967" cy="1368790"/>
            </a:xfrm>
            <a:custGeom>
              <a:avLst/>
              <a:gdLst/>
              <a:ahLst/>
              <a:cxnLst/>
              <a:rect l="0" t="0" r="0" b="0"/>
              <a:pathLst>
                <a:path w="1460967" h="1368790">
                  <a:moveTo>
                    <a:pt x="153046" y="1304797"/>
                  </a:moveTo>
                  <a:lnTo>
                    <a:pt x="208130" y="1337984"/>
                  </a:lnTo>
                  <a:lnTo>
                    <a:pt x="194069" y="1286672"/>
                  </a:lnTo>
                  <a:close/>
                  <a:moveTo>
                    <a:pt x="153046" y="1304797"/>
                  </a:moveTo>
                  <a:lnTo>
                    <a:pt x="169779" y="1356334"/>
                  </a:lnTo>
                  <a:lnTo>
                    <a:pt x="208130" y="1337984"/>
                  </a:lnTo>
                  <a:close/>
                  <a:moveTo>
                    <a:pt x="219482" y="1332240"/>
                  </a:moveTo>
                  <a:lnTo>
                    <a:pt x="207215" y="1280703"/>
                  </a:lnTo>
                  <a:lnTo>
                    <a:pt x="208130" y="1337984"/>
                  </a:lnTo>
                  <a:close/>
                  <a:moveTo>
                    <a:pt x="207215" y="1280703"/>
                  </a:moveTo>
                  <a:lnTo>
                    <a:pt x="194069" y="1286672"/>
                  </a:lnTo>
                  <a:lnTo>
                    <a:pt x="208130" y="1337984"/>
                  </a:lnTo>
                  <a:close/>
                  <a:moveTo>
                    <a:pt x="155142" y="1253261"/>
                  </a:moveTo>
                  <a:lnTo>
                    <a:pt x="194069" y="1286672"/>
                  </a:lnTo>
                  <a:lnTo>
                    <a:pt x="167225" y="1245753"/>
                  </a:lnTo>
                  <a:close/>
                  <a:moveTo>
                    <a:pt x="155142" y="1253261"/>
                  </a:moveTo>
                  <a:lnTo>
                    <a:pt x="153046" y="1304797"/>
                  </a:lnTo>
                  <a:lnTo>
                    <a:pt x="194069" y="1286672"/>
                  </a:lnTo>
                  <a:close/>
                  <a:moveTo>
                    <a:pt x="207215" y="1280703"/>
                  </a:moveTo>
                  <a:lnTo>
                    <a:pt x="192799" y="1229167"/>
                  </a:lnTo>
                  <a:lnTo>
                    <a:pt x="194069" y="1286672"/>
                  </a:lnTo>
                  <a:close/>
                  <a:moveTo>
                    <a:pt x="192799" y="1229167"/>
                  </a:moveTo>
                  <a:lnTo>
                    <a:pt x="167225" y="1245753"/>
                  </a:lnTo>
                  <a:lnTo>
                    <a:pt x="194069" y="1286672"/>
                  </a:lnTo>
                  <a:close/>
                  <a:moveTo>
                    <a:pt x="276440" y="1256609"/>
                  </a:moveTo>
                  <a:lnTo>
                    <a:pt x="192799" y="1229167"/>
                  </a:lnTo>
                  <a:lnTo>
                    <a:pt x="207215" y="1280703"/>
                  </a:lnTo>
                  <a:close/>
                  <a:moveTo>
                    <a:pt x="46695" y="954064"/>
                  </a:moveTo>
                  <a:lnTo>
                    <a:pt x="0" y="954043"/>
                  </a:lnTo>
                  <a:lnTo>
                    <a:pt x="57808" y="958249"/>
                  </a:lnTo>
                  <a:close/>
                  <a:moveTo>
                    <a:pt x="94773" y="921777"/>
                  </a:moveTo>
                  <a:lnTo>
                    <a:pt x="46695" y="954064"/>
                  </a:lnTo>
                  <a:lnTo>
                    <a:pt x="62601" y="947390"/>
                  </a:lnTo>
                  <a:close/>
                  <a:moveTo>
                    <a:pt x="46695" y="954064"/>
                  </a:moveTo>
                  <a:lnTo>
                    <a:pt x="57808" y="958249"/>
                  </a:lnTo>
                  <a:lnTo>
                    <a:pt x="62601" y="947390"/>
                  </a:lnTo>
                  <a:close/>
                  <a:moveTo>
                    <a:pt x="123918" y="929265"/>
                  </a:moveTo>
                  <a:lnTo>
                    <a:pt x="62601" y="947390"/>
                  </a:lnTo>
                  <a:lnTo>
                    <a:pt x="138424" y="950082"/>
                  </a:lnTo>
                  <a:close/>
                  <a:moveTo>
                    <a:pt x="62601" y="947390"/>
                  </a:moveTo>
                  <a:lnTo>
                    <a:pt x="57808" y="958249"/>
                  </a:lnTo>
                  <a:lnTo>
                    <a:pt x="138424" y="950082"/>
                  </a:lnTo>
                  <a:close/>
                  <a:moveTo>
                    <a:pt x="94773" y="921777"/>
                  </a:moveTo>
                  <a:lnTo>
                    <a:pt x="62601" y="947390"/>
                  </a:lnTo>
                  <a:lnTo>
                    <a:pt x="123918" y="929265"/>
                  </a:lnTo>
                  <a:close/>
                  <a:moveTo>
                    <a:pt x="123466" y="895853"/>
                  </a:moveTo>
                  <a:lnTo>
                    <a:pt x="123918" y="929265"/>
                  </a:lnTo>
                  <a:lnTo>
                    <a:pt x="140950" y="923296"/>
                  </a:lnTo>
                  <a:close/>
                  <a:moveTo>
                    <a:pt x="123466" y="895853"/>
                  </a:moveTo>
                  <a:lnTo>
                    <a:pt x="140950" y="923296"/>
                  </a:lnTo>
                  <a:lnTo>
                    <a:pt x="132205" y="871759"/>
                  </a:lnTo>
                  <a:close/>
                  <a:moveTo>
                    <a:pt x="123918" y="929265"/>
                  </a:moveTo>
                  <a:lnTo>
                    <a:pt x="138424" y="950082"/>
                  </a:lnTo>
                  <a:lnTo>
                    <a:pt x="140950" y="923296"/>
                  </a:lnTo>
                  <a:close/>
                  <a:moveTo>
                    <a:pt x="617472" y="1311495"/>
                  </a:moveTo>
                  <a:lnTo>
                    <a:pt x="591057" y="1317307"/>
                  </a:lnTo>
                  <a:lnTo>
                    <a:pt x="604907" y="1368790"/>
                  </a:lnTo>
                  <a:close/>
                  <a:moveTo>
                    <a:pt x="200100" y="968055"/>
                  </a:moveTo>
                  <a:lnTo>
                    <a:pt x="203700" y="1019462"/>
                  </a:lnTo>
                  <a:lnTo>
                    <a:pt x="250288" y="950739"/>
                  </a:lnTo>
                  <a:close/>
                  <a:moveTo>
                    <a:pt x="250288" y="950739"/>
                  </a:moveTo>
                  <a:lnTo>
                    <a:pt x="203700" y="1019462"/>
                  </a:lnTo>
                  <a:lnTo>
                    <a:pt x="207195" y="1026369"/>
                  </a:lnTo>
                  <a:close/>
                  <a:moveTo>
                    <a:pt x="197173" y="907692"/>
                  </a:moveTo>
                  <a:lnTo>
                    <a:pt x="140950" y="923296"/>
                  </a:lnTo>
                  <a:lnTo>
                    <a:pt x="153112" y="968273"/>
                  </a:lnTo>
                  <a:close/>
                  <a:moveTo>
                    <a:pt x="132205" y="871759"/>
                  </a:moveTo>
                  <a:lnTo>
                    <a:pt x="197173" y="907692"/>
                  </a:lnTo>
                  <a:lnTo>
                    <a:pt x="190088" y="850709"/>
                  </a:lnTo>
                  <a:close/>
                  <a:moveTo>
                    <a:pt x="132205" y="871759"/>
                  </a:moveTo>
                  <a:lnTo>
                    <a:pt x="140950" y="923296"/>
                  </a:lnTo>
                  <a:lnTo>
                    <a:pt x="197173" y="907692"/>
                  </a:lnTo>
                  <a:close/>
                  <a:moveTo>
                    <a:pt x="233182" y="899202"/>
                  </a:moveTo>
                  <a:lnTo>
                    <a:pt x="197449" y="847665"/>
                  </a:lnTo>
                  <a:lnTo>
                    <a:pt x="197173" y="907692"/>
                  </a:lnTo>
                  <a:close/>
                  <a:moveTo>
                    <a:pt x="197449" y="847665"/>
                  </a:moveTo>
                  <a:lnTo>
                    <a:pt x="190088" y="850709"/>
                  </a:lnTo>
                  <a:lnTo>
                    <a:pt x="197173" y="907692"/>
                  </a:lnTo>
                  <a:close/>
                  <a:moveTo>
                    <a:pt x="157298" y="845973"/>
                  </a:moveTo>
                  <a:lnTo>
                    <a:pt x="132205" y="871759"/>
                  </a:lnTo>
                  <a:lnTo>
                    <a:pt x="190088" y="850709"/>
                  </a:lnTo>
                  <a:close/>
                  <a:moveTo>
                    <a:pt x="226978" y="796916"/>
                  </a:moveTo>
                  <a:lnTo>
                    <a:pt x="157298" y="845973"/>
                  </a:lnTo>
                  <a:lnTo>
                    <a:pt x="197449" y="847665"/>
                  </a:lnTo>
                  <a:close/>
                  <a:moveTo>
                    <a:pt x="197449" y="847665"/>
                  </a:moveTo>
                  <a:lnTo>
                    <a:pt x="157298" y="845973"/>
                  </a:lnTo>
                  <a:lnTo>
                    <a:pt x="190088" y="850709"/>
                  </a:lnTo>
                  <a:close/>
                  <a:moveTo>
                    <a:pt x="468568" y="1041253"/>
                  </a:moveTo>
                  <a:lnTo>
                    <a:pt x="415512" y="1095104"/>
                  </a:lnTo>
                  <a:lnTo>
                    <a:pt x="452371" y="1081254"/>
                  </a:lnTo>
                  <a:close/>
                  <a:moveTo>
                    <a:pt x="397849" y="1086422"/>
                  </a:moveTo>
                  <a:lnTo>
                    <a:pt x="415512" y="1095104"/>
                  </a:lnTo>
                  <a:lnTo>
                    <a:pt x="468568" y="1041253"/>
                  </a:lnTo>
                  <a:close/>
                  <a:moveTo>
                    <a:pt x="437396" y="1059605"/>
                  </a:moveTo>
                  <a:lnTo>
                    <a:pt x="397849" y="1086422"/>
                  </a:lnTo>
                  <a:lnTo>
                    <a:pt x="468568" y="1041253"/>
                  </a:lnTo>
                  <a:close/>
                  <a:moveTo>
                    <a:pt x="468568" y="1041253"/>
                  </a:moveTo>
                  <a:lnTo>
                    <a:pt x="469166" y="1029718"/>
                  </a:lnTo>
                  <a:lnTo>
                    <a:pt x="444438" y="1053812"/>
                  </a:lnTo>
                  <a:close/>
                  <a:moveTo>
                    <a:pt x="233182" y="899202"/>
                  </a:moveTo>
                  <a:lnTo>
                    <a:pt x="288989" y="893868"/>
                  </a:lnTo>
                  <a:lnTo>
                    <a:pt x="270273" y="886245"/>
                  </a:lnTo>
                  <a:close/>
                  <a:moveTo>
                    <a:pt x="233182" y="899202"/>
                  </a:moveTo>
                  <a:lnTo>
                    <a:pt x="270273" y="886245"/>
                  </a:lnTo>
                  <a:lnTo>
                    <a:pt x="197449" y="847665"/>
                  </a:lnTo>
                  <a:close/>
                  <a:moveTo>
                    <a:pt x="270273" y="886245"/>
                  </a:moveTo>
                  <a:lnTo>
                    <a:pt x="327288" y="875108"/>
                  </a:lnTo>
                  <a:lnTo>
                    <a:pt x="276428" y="846904"/>
                  </a:lnTo>
                  <a:close/>
                  <a:moveTo>
                    <a:pt x="270273" y="886245"/>
                  </a:moveTo>
                  <a:lnTo>
                    <a:pt x="288989" y="893868"/>
                  </a:lnTo>
                  <a:lnTo>
                    <a:pt x="327288" y="875108"/>
                  </a:lnTo>
                  <a:close/>
                  <a:moveTo>
                    <a:pt x="226978" y="796916"/>
                  </a:moveTo>
                  <a:lnTo>
                    <a:pt x="263622" y="799025"/>
                  </a:lnTo>
                  <a:lnTo>
                    <a:pt x="227354" y="796129"/>
                  </a:lnTo>
                  <a:close/>
                  <a:moveTo>
                    <a:pt x="263622" y="799025"/>
                  </a:moveTo>
                  <a:lnTo>
                    <a:pt x="280088" y="772035"/>
                  </a:lnTo>
                  <a:lnTo>
                    <a:pt x="227354" y="796129"/>
                  </a:lnTo>
                  <a:close/>
                  <a:moveTo>
                    <a:pt x="468568" y="1041253"/>
                  </a:moveTo>
                  <a:lnTo>
                    <a:pt x="452371" y="1081254"/>
                  </a:lnTo>
                  <a:lnTo>
                    <a:pt x="491427" y="1071369"/>
                  </a:lnTo>
                  <a:close/>
                  <a:moveTo>
                    <a:pt x="491427" y="1071369"/>
                  </a:moveTo>
                  <a:lnTo>
                    <a:pt x="469166" y="1029718"/>
                  </a:lnTo>
                  <a:lnTo>
                    <a:pt x="468568" y="1041253"/>
                  </a:lnTo>
                  <a:close/>
                  <a:moveTo>
                    <a:pt x="328993" y="799478"/>
                  </a:moveTo>
                  <a:lnTo>
                    <a:pt x="276428" y="846904"/>
                  </a:lnTo>
                  <a:lnTo>
                    <a:pt x="327288" y="875108"/>
                  </a:lnTo>
                  <a:close/>
                  <a:moveTo>
                    <a:pt x="263622" y="799025"/>
                  </a:moveTo>
                  <a:lnTo>
                    <a:pt x="284173" y="812201"/>
                  </a:lnTo>
                  <a:lnTo>
                    <a:pt x="328993" y="799478"/>
                  </a:lnTo>
                  <a:close/>
                  <a:moveTo>
                    <a:pt x="280088" y="772035"/>
                  </a:moveTo>
                  <a:lnTo>
                    <a:pt x="263622" y="799025"/>
                  </a:lnTo>
                  <a:lnTo>
                    <a:pt x="328993" y="799478"/>
                  </a:lnTo>
                  <a:close/>
                  <a:moveTo>
                    <a:pt x="33132" y="461290"/>
                  </a:moveTo>
                  <a:lnTo>
                    <a:pt x="28470" y="462815"/>
                  </a:lnTo>
                  <a:lnTo>
                    <a:pt x="34574" y="461974"/>
                  </a:lnTo>
                  <a:close/>
                  <a:moveTo>
                    <a:pt x="641646" y="1069209"/>
                  </a:moveTo>
                  <a:lnTo>
                    <a:pt x="616491" y="1108697"/>
                  </a:lnTo>
                  <a:lnTo>
                    <a:pt x="616472" y="1108417"/>
                  </a:lnTo>
                  <a:close/>
                  <a:moveTo>
                    <a:pt x="653619" y="1074198"/>
                  </a:moveTo>
                  <a:lnTo>
                    <a:pt x="616491" y="1108697"/>
                  </a:lnTo>
                  <a:lnTo>
                    <a:pt x="641646" y="1069209"/>
                  </a:lnTo>
                  <a:close/>
                  <a:moveTo>
                    <a:pt x="681111" y="1042084"/>
                  </a:moveTo>
                  <a:lnTo>
                    <a:pt x="653619" y="1074198"/>
                  </a:lnTo>
                  <a:lnTo>
                    <a:pt x="641646" y="1069209"/>
                  </a:lnTo>
                  <a:close/>
                  <a:moveTo>
                    <a:pt x="653619" y="1074198"/>
                  </a:moveTo>
                  <a:lnTo>
                    <a:pt x="681111" y="1042084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690365" y="1033067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718859" y="1048318"/>
                  </a:lnTo>
                  <a:lnTo>
                    <a:pt x="690365" y="1033067"/>
                  </a:lnTo>
                  <a:close/>
                  <a:moveTo>
                    <a:pt x="718859" y="1048318"/>
                  </a:moveTo>
                  <a:lnTo>
                    <a:pt x="735511" y="1008973"/>
                  </a:lnTo>
                  <a:lnTo>
                    <a:pt x="690365" y="1033067"/>
                  </a:lnTo>
                  <a:close/>
                  <a:moveTo>
                    <a:pt x="673956" y="848694"/>
                  </a:moveTo>
                  <a:lnTo>
                    <a:pt x="732655" y="838954"/>
                  </a:lnTo>
                  <a:lnTo>
                    <a:pt x="701600" y="809114"/>
                  </a:lnTo>
                  <a:close/>
                  <a:moveTo>
                    <a:pt x="977589" y="1036415"/>
                  </a:moveTo>
                  <a:lnTo>
                    <a:pt x="1006054" y="1063858"/>
                  </a:lnTo>
                  <a:lnTo>
                    <a:pt x="1005437" y="1012321"/>
                  </a:lnTo>
                  <a:close/>
                  <a:moveTo>
                    <a:pt x="538023" y="586658"/>
                  </a:moveTo>
                  <a:lnTo>
                    <a:pt x="573771" y="585413"/>
                  </a:lnTo>
                  <a:lnTo>
                    <a:pt x="539378" y="572586"/>
                  </a:lnTo>
                  <a:close/>
                  <a:moveTo>
                    <a:pt x="573771" y="585413"/>
                  </a:moveTo>
                  <a:lnTo>
                    <a:pt x="588048" y="548492"/>
                  </a:lnTo>
                  <a:lnTo>
                    <a:pt x="539378" y="572586"/>
                  </a:lnTo>
                  <a:close/>
                  <a:moveTo>
                    <a:pt x="588048" y="548492"/>
                  </a:moveTo>
                  <a:lnTo>
                    <a:pt x="602665" y="518767"/>
                  </a:lnTo>
                  <a:lnTo>
                    <a:pt x="554722" y="521049"/>
                  </a:lnTo>
                  <a:close/>
                  <a:moveTo>
                    <a:pt x="539378" y="572586"/>
                  </a:moveTo>
                  <a:lnTo>
                    <a:pt x="588048" y="548492"/>
                  </a:lnTo>
                  <a:lnTo>
                    <a:pt x="554722" y="521049"/>
                  </a:lnTo>
                  <a:close/>
                  <a:moveTo>
                    <a:pt x="1005437" y="1012321"/>
                  </a:moveTo>
                  <a:lnTo>
                    <a:pt x="1045543" y="1050225"/>
                  </a:lnTo>
                  <a:lnTo>
                    <a:pt x="1031265" y="999091"/>
                  </a:lnTo>
                  <a:close/>
                  <a:moveTo>
                    <a:pt x="1005437" y="1012321"/>
                  </a:moveTo>
                  <a:lnTo>
                    <a:pt x="1006054" y="1063858"/>
                  </a:lnTo>
                  <a:lnTo>
                    <a:pt x="1045543" y="1050225"/>
                  </a:lnTo>
                  <a:close/>
                  <a:moveTo>
                    <a:pt x="1045543" y="1050225"/>
                  </a:moveTo>
                  <a:lnTo>
                    <a:pt x="1091836" y="1050572"/>
                  </a:lnTo>
                  <a:lnTo>
                    <a:pt x="1031265" y="999091"/>
                  </a:lnTo>
                  <a:close/>
                  <a:moveTo>
                    <a:pt x="997830" y="960785"/>
                  </a:moveTo>
                  <a:lnTo>
                    <a:pt x="1005437" y="1012321"/>
                  </a:lnTo>
                  <a:lnTo>
                    <a:pt x="1031265" y="999091"/>
                  </a:lnTo>
                  <a:close/>
                  <a:moveTo>
                    <a:pt x="1009030" y="954424"/>
                  </a:moveTo>
                  <a:lnTo>
                    <a:pt x="1055948" y="936691"/>
                  </a:lnTo>
                  <a:lnTo>
                    <a:pt x="1059826" y="888367"/>
                  </a:lnTo>
                  <a:close/>
                  <a:moveTo>
                    <a:pt x="602665" y="518767"/>
                  </a:moveTo>
                  <a:lnTo>
                    <a:pt x="588048" y="548492"/>
                  </a:lnTo>
                  <a:lnTo>
                    <a:pt x="631003" y="531917"/>
                  </a:lnTo>
                  <a:close/>
                  <a:moveTo>
                    <a:pt x="640241" y="496955"/>
                  </a:moveTo>
                  <a:lnTo>
                    <a:pt x="602665" y="518767"/>
                  </a:lnTo>
                  <a:lnTo>
                    <a:pt x="685664" y="519511"/>
                  </a:lnTo>
                  <a:close/>
                  <a:moveTo>
                    <a:pt x="675350" y="524398"/>
                  </a:moveTo>
                  <a:lnTo>
                    <a:pt x="602665" y="518767"/>
                  </a:lnTo>
                  <a:lnTo>
                    <a:pt x="631003" y="531917"/>
                  </a:lnTo>
                  <a:close/>
                  <a:moveTo>
                    <a:pt x="1100719" y="888371"/>
                  </a:moveTo>
                  <a:lnTo>
                    <a:pt x="1055948" y="936691"/>
                  </a:lnTo>
                  <a:lnTo>
                    <a:pt x="1090478" y="912597"/>
                  </a:lnTo>
                  <a:close/>
                  <a:moveTo>
                    <a:pt x="1070501" y="910293"/>
                  </a:moveTo>
                  <a:lnTo>
                    <a:pt x="1055948" y="936691"/>
                  </a:lnTo>
                  <a:lnTo>
                    <a:pt x="1100719" y="888371"/>
                  </a:lnTo>
                  <a:close/>
                  <a:moveTo>
                    <a:pt x="761314" y="448768"/>
                  </a:moveTo>
                  <a:lnTo>
                    <a:pt x="773759" y="500304"/>
                  </a:lnTo>
                  <a:lnTo>
                    <a:pt x="806516" y="476211"/>
                  </a:lnTo>
                  <a:close/>
                  <a:moveTo>
                    <a:pt x="753514" y="397231"/>
                  </a:moveTo>
                  <a:lnTo>
                    <a:pt x="761314" y="448768"/>
                  </a:lnTo>
                  <a:lnTo>
                    <a:pt x="793822" y="424674"/>
                  </a:lnTo>
                  <a:close/>
                  <a:moveTo>
                    <a:pt x="753514" y="397231"/>
                  </a:moveTo>
                  <a:lnTo>
                    <a:pt x="793822" y="424674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53514" y="397231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82789" y="373137"/>
                  </a:lnTo>
                  <a:lnTo>
                    <a:pt x="770623" y="321601"/>
                  </a:lnTo>
                  <a:close/>
                  <a:moveTo>
                    <a:pt x="786193" y="297507"/>
                  </a:moveTo>
                  <a:lnTo>
                    <a:pt x="781791" y="245970"/>
                  </a:lnTo>
                  <a:lnTo>
                    <a:pt x="770623" y="321601"/>
                  </a:lnTo>
                  <a:close/>
                  <a:moveTo>
                    <a:pt x="976560" y="127182"/>
                  </a:moveTo>
                  <a:lnTo>
                    <a:pt x="943559" y="146245"/>
                  </a:lnTo>
                  <a:lnTo>
                    <a:pt x="987609" y="140325"/>
                  </a:lnTo>
                  <a:close/>
                  <a:moveTo>
                    <a:pt x="950284" y="135673"/>
                  </a:moveTo>
                  <a:lnTo>
                    <a:pt x="943559" y="146245"/>
                  </a:lnTo>
                  <a:lnTo>
                    <a:pt x="976560" y="127182"/>
                  </a:lnTo>
                  <a:close/>
                  <a:moveTo>
                    <a:pt x="1040150" y="27192"/>
                  </a:moveTo>
                  <a:lnTo>
                    <a:pt x="980703" y="70615"/>
                  </a:lnTo>
                  <a:lnTo>
                    <a:pt x="1028517" y="46521"/>
                  </a:lnTo>
                  <a:close/>
                  <a:moveTo>
                    <a:pt x="1040150" y="27192"/>
                  </a:moveTo>
                  <a:lnTo>
                    <a:pt x="1005685" y="33231"/>
                  </a:lnTo>
                  <a:lnTo>
                    <a:pt x="980703" y="70615"/>
                  </a:lnTo>
                  <a:close/>
                  <a:moveTo>
                    <a:pt x="1080410" y="3042"/>
                  </a:moveTo>
                  <a:lnTo>
                    <a:pt x="1040150" y="27192"/>
                  </a:lnTo>
                  <a:lnTo>
                    <a:pt x="1120089" y="16495"/>
                  </a:lnTo>
                  <a:close/>
                  <a:moveTo>
                    <a:pt x="1124066" y="20484"/>
                  </a:moveTo>
                  <a:lnTo>
                    <a:pt x="1162397" y="0"/>
                  </a:lnTo>
                  <a:lnTo>
                    <a:pt x="1120089" y="16495"/>
                  </a:lnTo>
                  <a:close/>
                  <a:moveTo>
                    <a:pt x="1447619" y="232790"/>
                  </a:moveTo>
                  <a:lnTo>
                    <a:pt x="1432003" y="256016"/>
                  </a:lnTo>
                  <a:lnTo>
                    <a:pt x="1460967" y="25021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0" name="Output_density__4299">
              <a:extLst>
                <a:ext uri="{FF2B5EF4-FFF2-40B4-BE49-F238E27FC236}">
                  <a16:creationId xmlns:a16="http://schemas.microsoft.com/office/drawing/2014/main" id="{A7B0CF8A-588C-020E-4D9B-6D8265A83FB4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393692"/>
              <a:ext cx="1604448" cy="1337703"/>
            </a:xfrm>
            <a:custGeom>
              <a:avLst/>
              <a:gdLst/>
              <a:ahLst/>
              <a:cxnLst/>
              <a:rect l="0" t="0" r="0" b="0"/>
              <a:pathLst>
                <a:path w="1604448" h="1337703">
                  <a:moveTo>
                    <a:pt x="339721" y="1245183"/>
                  </a:moveTo>
                  <a:lnTo>
                    <a:pt x="308724" y="1264190"/>
                  </a:lnTo>
                  <a:lnTo>
                    <a:pt x="385098" y="1240163"/>
                  </a:lnTo>
                  <a:close/>
                  <a:moveTo>
                    <a:pt x="0" y="789015"/>
                  </a:moveTo>
                  <a:lnTo>
                    <a:pt x="15555" y="801437"/>
                  </a:lnTo>
                  <a:lnTo>
                    <a:pt x="17577" y="739450"/>
                  </a:lnTo>
                  <a:close/>
                  <a:moveTo>
                    <a:pt x="531299" y="1302534"/>
                  </a:moveTo>
                  <a:lnTo>
                    <a:pt x="504625" y="1337703"/>
                  </a:lnTo>
                  <a:lnTo>
                    <a:pt x="577451" y="1300410"/>
                  </a:lnTo>
                  <a:close/>
                  <a:moveTo>
                    <a:pt x="410368" y="1199746"/>
                  </a:moveTo>
                  <a:lnTo>
                    <a:pt x="385098" y="1240163"/>
                  </a:lnTo>
                  <a:lnTo>
                    <a:pt x="436426" y="1177213"/>
                  </a:lnTo>
                  <a:close/>
                  <a:moveTo>
                    <a:pt x="414086" y="1201308"/>
                  </a:moveTo>
                  <a:lnTo>
                    <a:pt x="409693" y="1125677"/>
                  </a:lnTo>
                  <a:lnTo>
                    <a:pt x="436426" y="1177213"/>
                  </a:lnTo>
                  <a:close/>
                  <a:moveTo>
                    <a:pt x="158194" y="943625"/>
                  </a:moveTo>
                  <a:lnTo>
                    <a:pt x="171745" y="919530"/>
                  </a:lnTo>
                  <a:lnTo>
                    <a:pt x="152058" y="932672"/>
                  </a:lnTo>
                  <a:close/>
                  <a:moveTo>
                    <a:pt x="171745" y="919530"/>
                  </a:moveTo>
                  <a:lnTo>
                    <a:pt x="158194" y="943625"/>
                  </a:lnTo>
                  <a:lnTo>
                    <a:pt x="194008" y="914842"/>
                  </a:lnTo>
                  <a:close/>
                  <a:moveTo>
                    <a:pt x="194008" y="914842"/>
                  </a:moveTo>
                  <a:lnTo>
                    <a:pt x="163843" y="936957"/>
                  </a:lnTo>
                  <a:lnTo>
                    <a:pt x="241739" y="918623"/>
                  </a:lnTo>
                  <a:close/>
                  <a:moveTo>
                    <a:pt x="418544" y="692639"/>
                  </a:moveTo>
                  <a:lnTo>
                    <a:pt x="443913" y="618340"/>
                  </a:lnTo>
                  <a:lnTo>
                    <a:pt x="426630" y="617009"/>
                  </a:lnTo>
                  <a:close/>
                  <a:moveTo>
                    <a:pt x="426630" y="617009"/>
                  </a:moveTo>
                  <a:lnTo>
                    <a:pt x="443913" y="618340"/>
                  </a:lnTo>
                  <a:lnTo>
                    <a:pt x="443901" y="610843"/>
                  </a:lnTo>
                  <a:close/>
                  <a:moveTo>
                    <a:pt x="426630" y="617009"/>
                  </a:moveTo>
                  <a:lnTo>
                    <a:pt x="447745" y="615224"/>
                  </a:lnTo>
                  <a:lnTo>
                    <a:pt x="441107" y="640177"/>
                  </a:lnTo>
                  <a:close/>
                  <a:moveTo>
                    <a:pt x="447745" y="615224"/>
                  </a:moveTo>
                  <a:lnTo>
                    <a:pt x="426630" y="617009"/>
                  </a:lnTo>
                  <a:lnTo>
                    <a:pt x="443901" y="610843"/>
                  </a:lnTo>
                  <a:close/>
                  <a:moveTo>
                    <a:pt x="765093" y="826503"/>
                  </a:moveTo>
                  <a:lnTo>
                    <a:pt x="761419" y="829483"/>
                  </a:lnTo>
                  <a:lnTo>
                    <a:pt x="756716" y="829679"/>
                  </a:lnTo>
                  <a:close/>
                  <a:moveTo>
                    <a:pt x="728095" y="839792"/>
                  </a:moveTo>
                  <a:lnTo>
                    <a:pt x="747603" y="826503"/>
                  </a:lnTo>
                  <a:lnTo>
                    <a:pt x="712636" y="821769"/>
                  </a:lnTo>
                  <a:close/>
                  <a:moveTo>
                    <a:pt x="765093" y="826503"/>
                  </a:moveTo>
                  <a:lnTo>
                    <a:pt x="756716" y="829679"/>
                  </a:lnTo>
                  <a:lnTo>
                    <a:pt x="800612" y="801342"/>
                  </a:lnTo>
                  <a:close/>
                  <a:moveTo>
                    <a:pt x="762170" y="825245"/>
                  </a:moveTo>
                  <a:lnTo>
                    <a:pt x="761419" y="829483"/>
                  </a:lnTo>
                  <a:lnTo>
                    <a:pt x="765093" y="826503"/>
                  </a:lnTo>
                  <a:close/>
                  <a:moveTo>
                    <a:pt x="762170" y="825245"/>
                  </a:moveTo>
                  <a:lnTo>
                    <a:pt x="765093" y="826503"/>
                  </a:lnTo>
                  <a:lnTo>
                    <a:pt x="800612" y="801342"/>
                  </a:lnTo>
                  <a:close/>
                  <a:moveTo>
                    <a:pt x="805219" y="765487"/>
                  </a:moveTo>
                  <a:lnTo>
                    <a:pt x="762170" y="825245"/>
                  </a:lnTo>
                  <a:lnTo>
                    <a:pt x="800612" y="801342"/>
                  </a:lnTo>
                  <a:close/>
                  <a:moveTo>
                    <a:pt x="1121163" y="856646"/>
                  </a:moveTo>
                  <a:lnTo>
                    <a:pt x="1149151" y="864015"/>
                  </a:lnTo>
                  <a:lnTo>
                    <a:pt x="1137188" y="857295"/>
                  </a:lnTo>
                  <a:close/>
                  <a:moveTo>
                    <a:pt x="984891" y="702685"/>
                  </a:moveTo>
                  <a:lnTo>
                    <a:pt x="998718" y="722122"/>
                  </a:lnTo>
                  <a:lnTo>
                    <a:pt x="1020267" y="693865"/>
                  </a:lnTo>
                  <a:close/>
                  <a:moveTo>
                    <a:pt x="790845" y="534804"/>
                  </a:moveTo>
                  <a:lnTo>
                    <a:pt x="810008" y="572169"/>
                  </a:lnTo>
                  <a:lnTo>
                    <a:pt x="811151" y="570946"/>
                  </a:lnTo>
                  <a:close/>
                  <a:moveTo>
                    <a:pt x="838486" y="538247"/>
                  </a:moveTo>
                  <a:lnTo>
                    <a:pt x="811151" y="570946"/>
                  </a:lnTo>
                  <a:lnTo>
                    <a:pt x="882352" y="527580"/>
                  </a:lnTo>
                  <a:close/>
                  <a:moveTo>
                    <a:pt x="1026096" y="511635"/>
                  </a:moveTo>
                  <a:lnTo>
                    <a:pt x="1007907" y="575518"/>
                  </a:lnTo>
                  <a:lnTo>
                    <a:pt x="1019572" y="556367"/>
                  </a:lnTo>
                  <a:close/>
                  <a:moveTo>
                    <a:pt x="1026096" y="511635"/>
                  </a:moveTo>
                  <a:lnTo>
                    <a:pt x="1019572" y="556367"/>
                  </a:lnTo>
                  <a:lnTo>
                    <a:pt x="1040385" y="523982"/>
                  </a:lnTo>
                  <a:close/>
                  <a:moveTo>
                    <a:pt x="1026096" y="511635"/>
                  </a:moveTo>
                  <a:lnTo>
                    <a:pt x="1040385" y="523982"/>
                  </a:lnTo>
                  <a:lnTo>
                    <a:pt x="1037620" y="488946"/>
                  </a:lnTo>
                  <a:close/>
                  <a:moveTo>
                    <a:pt x="1037620" y="488946"/>
                  </a:moveTo>
                  <a:lnTo>
                    <a:pt x="1040385" y="523982"/>
                  </a:lnTo>
                  <a:lnTo>
                    <a:pt x="1055081" y="514454"/>
                  </a:lnTo>
                  <a:close/>
                  <a:moveTo>
                    <a:pt x="1037620" y="488946"/>
                  </a:moveTo>
                  <a:lnTo>
                    <a:pt x="1055081" y="514454"/>
                  </a:lnTo>
                  <a:lnTo>
                    <a:pt x="1079735" y="471734"/>
                  </a:lnTo>
                  <a:close/>
                  <a:moveTo>
                    <a:pt x="1079735" y="471734"/>
                  </a:moveTo>
                  <a:lnTo>
                    <a:pt x="1112345" y="458755"/>
                  </a:lnTo>
                  <a:lnTo>
                    <a:pt x="1037620" y="488946"/>
                  </a:lnTo>
                  <a:close/>
                  <a:moveTo>
                    <a:pt x="1129844" y="484406"/>
                  </a:moveTo>
                  <a:lnTo>
                    <a:pt x="1112345" y="458755"/>
                  </a:lnTo>
                  <a:lnTo>
                    <a:pt x="1079735" y="471734"/>
                  </a:lnTo>
                  <a:close/>
                  <a:moveTo>
                    <a:pt x="1212624" y="484330"/>
                  </a:moveTo>
                  <a:lnTo>
                    <a:pt x="1237944" y="516096"/>
                  </a:lnTo>
                  <a:lnTo>
                    <a:pt x="1206464" y="503706"/>
                  </a:lnTo>
                  <a:close/>
                  <a:moveTo>
                    <a:pt x="1303703" y="515282"/>
                  </a:moveTo>
                  <a:lnTo>
                    <a:pt x="1237944" y="516096"/>
                  </a:lnTo>
                  <a:lnTo>
                    <a:pt x="1284910" y="515895"/>
                  </a:lnTo>
                  <a:close/>
                  <a:moveTo>
                    <a:pt x="1303703" y="515282"/>
                  </a:moveTo>
                  <a:lnTo>
                    <a:pt x="1257723" y="518047"/>
                  </a:lnTo>
                  <a:lnTo>
                    <a:pt x="1237944" y="516096"/>
                  </a:lnTo>
                  <a:close/>
                  <a:moveTo>
                    <a:pt x="1333584" y="492101"/>
                  </a:moveTo>
                  <a:lnTo>
                    <a:pt x="1303703" y="515282"/>
                  </a:lnTo>
                  <a:lnTo>
                    <a:pt x="1383135" y="502688"/>
                  </a:lnTo>
                  <a:close/>
                  <a:moveTo>
                    <a:pt x="1181761" y="245553"/>
                  </a:moveTo>
                  <a:lnTo>
                    <a:pt x="1174397" y="278805"/>
                  </a:lnTo>
                  <a:lnTo>
                    <a:pt x="1182117" y="297090"/>
                  </a:lnTo>
                  <a:close/>
                  <a:moveTo>
                    <a:pt x="1219074" y="238646"/>
                  </a:moveTo>
                  <a:lnTo>
                    <a:pt x="1174397" y="278805"/>
                  </a:lnTo>
                  <a:lnTo>
                    <a:pt x="1181761" y="245553"/>
                  </a:lnTo>
                  <a:close/>
                  <a:moveTo>
                    <a:pt x="1178339" y="261021"/>
                  </a:moveTo>
                  <a:lnTo>
                    <a:pt x="1174397" y="278805"/>
                  </a:lnTo>
                  <a:lnTo>
                    <a:pt x="1219074" y="238646"/>
                  </a:lnTo>
                  <a:close/>
                  <a:moveTo>
                    <a:pt x="1421866" y="479142"/>
                  </a:moveTo>
                  <a:lnTo>
                    <a:pt x="1409398" y="465980"/>
                  </a:lnTo>
                  <a:lnTo>
                    <a:pt x="1383135" y="502688"/>
                  </a:lnTo>
                  <a:close/>
                  <a:moveTo>
                    <a:pt x="1421866" y="479142"/>
                  </a:moveTo>
                  <a:lnTo>
                    <a:pt x="1451491" y="455048"/>
                  </a:lnTo>
                  <a:lnTo>
                    <a:pt x="1409398" y="465980"/>
                  </a:lnTo>
                  <a:close/>
                  <a:moveTo>
                    <a:pt x="1084469" y="84731"/>
                  </a:moveTo>
                  <a:lnTo>
                    <a:pt x="1133309" y="92661"/>
                  </a:lnTo>
                  <a:lnTo>
                    <a:pt x="1162698" y="67641"/>
                  </a:lnTo>
                  <a:close/>
                  <a:moveTo>
                    <a:pt x="1469767" y="382114"/>
                  </a:moveTo>
                  <a:lnTo>
                    <a:pt x="1491299" y="399309"/>
                  </a:lnTo>
                  <a:lnTo>
                    <a:pt x="1472961" y="379418"/>
                  </a:lnTo>
                  <a:close/>
                  <a:moveTo>
                    <a:pt x="1453081" y="454627"/>
                  </a:moveTo>
                  <a:lnTo>
                    <a:pt x="1487558" y="408854"/>
                  </a:lnTo>
                  <a:lnTo>
                    <a:pt x="1469767" y="382114"/>
                  </a:lnTo>
                  <a:close/>
                  <a:moveTo>
                    <a:pt x="1472961" y="379418"/>
                  </a:moveTo>
                  <a:lnTo>
                    <a:pt x="1491299" y="399309"/>
                  </a:lnTo>
                  <a:lnTo>
                    <a:pt x="1508331" y="351620"/>
                  </a:lnTo>
                  <a:close/>
                  <a:moveTo>
                    <a:pt x="1168444" y="42755"/>
                  </a:moveTo>
                  <a:lnTo>
                    <a:pt x="1202890" y="18662"/>
                  </a:lnTo>
                  <a:lnTo>
                    <a:pt x="1188693" y="29932"/>
                  </a:lnTo>
                  <a:close/>
                  <a:moveTo>
                    <a:pt x="1262495" y="18662"/>
                  </a:moveTo>
                  <a:lnTo>
                    <a:pt x="1231012" y="13480"/>
                  </a:lnTo>
                  <a:lnTo>
                    <a:pt x="1275996" y="21199"/>
                  </a:lnTo>
                  <a:close/>
                  <a:moveTo>
                    <a:pt x="1262495" y="18662"/>
                  </a:moveTo>
                  <a:lnTo>
                    <a:pt x="1275996" y="21199"/>
                  </a:lnTo>
                  <a:lnTo>
                    <a:pt x="1281230" y="26559"/>
                  </a:lnTo>
                  <a:close/>
                  <a:moveTo>
                    <a:pt x="1527431" y="307191"/>
                  </a:moveTo>
                  <a:lnTo>
                    <a:pt x="1472961" y="379418"/>
                  </a:lnTo>
                  <a:lnTo>
                    <a:pt x="1508331" y="351620"/>
                  </a:lnTo>
                  <a:close/>
                  <a:moveTo>
                    <a:pt x="1527431" y="307191"/>
                  </a:moveTo>
                  <a:lnTo>
                    <a:pt x="1508331" y="351620"/>
                  </a:lnTo>
                  <a:lnTo>
                    <a:pt x="1535925" y="327882"/>
                  </a:lnTo>
                  <a:close/>
                  <a:moveTo>
                    <a:pt x="1527431" y="307191"/>
                  </a:moveTo>
                  <a:lnTo>
                    <a:pt x="1535925" y="327882"/>
                  </a:lnTo>
                  <a:lnTo>
                    <a:pt x="1530838" y="300871"/>
                  </a:lnTo>
                  <a:close/>
                  <a:moveTo>
                    <a:pt x="1530838" y="300871"/>
                  </a:moveTo>
                  <a:lnTo>
                    <a:pt x="1535925" y="327882"/>
                  </a:lnTo>
                  <a:lnTo>
                    <a:pt x="1546046" y="317956"/>
                  </a:lnTo>
                  <a:close/>
                  <a:moveTo>
                    <a:pt x="1530838" y="300871"/>
                  </a:moveTo>
                  <a:lnTo>
                    <a:pt x="1546046" y="317956"/>
                  </a:lnTo>
                  <a:lnTo>
                    <a:pt x="1572564" y="282202"/>
                  </a:lnTo>
                  <a:close/>
                  <a:moveTo>
                    <a:pt x="1190664" y="14609"/>
                  </a:moveTo>
                  <a:lnTo>
                    <a:pt x="1202890" y="18662"/>
                  </a:lnTo>
                  <a:lnTo>
                    <a:pt x="1231012" y="13480"/>
                  </a:lnTo>
                  <a:close/>
                  <a:moveTo>
                    <a:pt x="1231012" y="13480"/>
                  </a:moveTo>
                  <a:lnTo>
                    <a:pt x="1262495" y="18662"/>
                  </a:lnTo>
                  <a:lnTo>
                    <a:pt x="1255352" y="0"/>
                  </a:lnTo>
                  <a:close/>
                  <a:moveTo>
                    <a:pt x="1530838" y="300871"/>
                  </a:moveTo>
                  <a:lnTo>
                    <a:pt x="1572564" y="282202"/>
                  </a:lnTo>
                  <a:lnTo>
                    <a:pt x="1597704" y="241297"/>
                  </a:lnTo>
                  <a:close/>
                  <a:moveTo>
                    <a:pt x="1604292" y="176621"/>
                  </a:moveTo>
                  <a:lnTo>
                    <a:pt x="1604448" y="228157"/>
                  </a:lnTo>
                  <a:lnTo>
                    <a:pt x="1590754" y="200714"/>
                  </a:lnTo>
                  <a:close/>
                  <a:moveTo>
                    <a:pt x="1600433" y="223081"/>
                  </a:moveTo>
                  <a:lnTo>
                    <a:pt x="1597704" y="241297"/>
                  </a:lnTo>
                  <a:lnTo>
                    <a:pt x="1604448" y="22815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01" name="Output_density__4300">
              <a:extLst>
                <a:ext uri="{FF2B5EF4-FFF2-40B4-BE49-F238E27FC236}">
                  <a16:creationId xmlns:a16="http://schemas.microsoft.com/office/drawing/2014/main" id="{D1EF0D27-5767-9E84-83BA-A51343E2849E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407173"/>
              <a:ext cx="1604448" cy="1026672"/>
            </a:xfrm>
            <a:custGeom>
              <a:avLst/>
              <a:gdLst/>
              <a:ahLst/>
              <a:cxnLst/>
              <a:rect l="0" t="0" r="0" b="0"/>
              <a:pathLst>
                <a:path w="1604448" h="1026672">
                  <a:moveTo>
                    <a:pt x="158194" y="930144"/>
                  </a:moveTo>
                  <a:lnTo>
                    <a:pt x="152058" y="919192"/>
                  </a:lnTo>
                  <a:lnTo>
                    <a:pt x="127567" y="962526"/>
                  </a:lnTo>
                  <a:close/>
                  <a:moveTo>
                    <a:pt x="158194" y="930144"/>
                  </a:moveTo>
                  <a:lnTo>
                    <a:pt x="163843" y="923477"/>
                  </a:lnTo>
                  <a:lnTo>
                    <a:pt x="194008" y="901362"/>
                  </a:lnTo>
                  <a:close/>
                  <a:moveTo>
                    <a:pt x="17577" y="725970"/>
                  </a:moveTo>
                  <a:lnTo>
                    <a:pt x="22148" y="719853"/>
                  </a:lnTo>
                  <a:lnTo>
                    <a:pt x="0" y="775534"/>
                  </a:lnTo>
                  <a:close/>
                  <a:moveTo>
                    <a:pt x="739088" y="1002310"/>
                  </a:moveTo>
                  <a:lnTo>
                    <a:pt x="786640" y="1005423"/>
                  </a:lnTo>
                  <a:lnTo>
                    <a:pt x="747651" y="1011797"/>
                  </a:lnTo>
                  <a:close/>
                  <a:moveTo>
                    <a:pt x="786640" y="1005423"/>
                  </a:moveTo>
                  <a:lnTo>
                    <a:pt x="800006" y="1007216"/>
                  </a:lnTo>
                  <a:lnTo>
                    <a:pt x="747651" y="1011797"/>
                  </a:lnTo>
                  <a:close/>
                  <a:moveTo>
                    <a:pt x="517572" y="563233"/>
                  </a:moveTo>
                  <a:lnTo>
                    <a:pt x="447745" y="601744"/>
                  </a:lnTo>
                  <a:lnTo>
                    <a:pt x="443901" y="597362"/>
                  </a:lnTo>
                  <a:close/>
                  <a:moveTo>
                    <a:pt x="823442" y="1008122"/>
                  </a:moveTo>
                  <a:lnTo>
                    <a:pt x="747651" y="1011797"/>
                  </a:lnTo>
                  <a:lnTo>
                    <a:pt x="800006" y="1007216"/>
                  </a:lnTo>
                  <a:close/>
                  <a:moveTo>
                    <a:pt x="823442" y="1008122"/>
                  </a:moveTo>
                  <a:lnTo>
                    <a:pt x="781684" y="1026672"/>
                  </a:lnTo>
                  <a:lnTo>
                    <a:pt x="747651" y="1011797"/>
                  </a:lnTo>
                  <a:close/>
                  <a:moveTo>
                    <a:pt x="838827" y="991727"/>
                  </a:moveTo>
                  <a:lnTo>
                    <a:pt x="823442" y="1008122"/>
                  </a:lnTo>
                  <a:lnTo>
                    <a:pt x="800006" y="1007216"/>
                  </a:lnTo>
                  <a:close/>
                  <a:moveTo>
                    <a:pt x="687334" y="848590"/>
                  </a:moveTo>
                  <a:lnTo>
                    <a:pt x="614881" y="855543"/>
                  </a:lnTo>
                  <a:lnTo>
                    <a:pt x="673875" y="845565"/>
                  </a:lnTo>
                  <a:close/>
                  <a:moveTo>
                    <a:pt x="704029" y="837117"/>
                  </a:moveTo>
                  <a:lnTo>
                    <a:pt x="687334" y="848590"/>
                  </a:lnTo>
                  <a:lnTo>
                    <a:pt x="673875" y="845565"/>
                  </a:lnTo>
                  <a:close/>
                  <a:moveTo>
                    <a:pt x="687334" y="848590"/>
                  </a:moveTo>
                  <a:lnTo>
                    <a:pt x="704029" y="837117"/>
                  </a:lnTo>
                  <a:lnTo>
                    <a:pt x="703560" y="821431"/>
                  </a:lnTo>
                  <a:close/>
                  <a:moveTo>
                    <a:pt x="756716" y="816199"/>
                  </a:moveTo>
                  <a:lnTo>
                    <a:pt x="747603" y="813023"/>
                  </a:lnTo>
                  <a:lnTo>
                    <a:pt x="728095" y="826312"/>
                  </a:lnTo>
                  <a:close/>
                  <a:moveTo>
                    <a:pt x="703560" y="821431"/>
                  </a:moveTo>
                  <a:lnTo>
                    <a:pt x="704029" y="837117"/>
                  </a:lnTo>
                  <a:lnTo>
                    <a:pt x="728095" y="826312"/>
                  </a:lnTo>
                  <a:close/>
                  <a:moveTo>
                    <a:pt x="712636" y="808289"/>
                  </a:moveTo>
                  <a:lnTo>
                    <a:pt x="703560" y="821431"/>
                  </a:lnTo>
                  <a:lnTo>
                    <a:pt x="728095" y="826312"/>
                  </a:lnTo>
                  <a:close/>
                  <a:moveTo>
                    <a:pt x="800612" y="787862"/>
                  </a:moveTo>
                  <a:lnTo>
                    <a:pt x="756716" y="816199"/>
                  </a:lnTo>
                  <a:lnTo>
                    <a:pt x="728095" y="826312"/>
                  </a:lnTo>
                  <a:close/>
                  <a:moveTo>
                    <a:pt x="702150" y="634185"/>
                  </a:moveTo>
                  <a:lnTo>
                    <a:pt x="709114" y="620446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770605" y="580549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810008" y="558689"/>
                  </a:lnTo>
                  <a:lnTo>
                    <a:pt x="770605" y="580549"/>
                  </a:lnTo>
                  <a:close/>
                  <a:moveTo>
                    <a:pt x="977255" y="694248"/>
                  </a:moveTo>
                  <a:lnTo>
                    <a:pt x="998718" y="708642"/>
                  </a:lnTo>
                  <a:lnTo>
                    <a:pt x="984891" y="689205"/>
                  </a:lnTo>
                  <a:close/>
                  <a:moveTo>
                    <a:pt x="994596" y="719306"/>
                  </a:moveTo>
                  <a:lnTo>
                    <a:pt x="998718" y="708642"/>
                  </a:lnTo>
                  <a:lnTo>
                    <a:pt x="977255" y="694248"/>
                  </a:lnTo>
                  <a:close/>
                  <a:moveTo>
                    <a:pt x="949234" y="724385"/>
                  </a:moveTo>
                  <a:lnTo>
                    <a:pt x="994596" y="719306"/>
                  </a:lnTo>
                  <a:lnTo>
                    <a:pt x="977255" y="694248"/>
                  </a:lnTo>
                  <a:close/>
                  <a:moveTo>
                    <a:pt x="1350633" y="502587"/>
                  </a:moveTo>
                  <a:lnTo>
                    <a:pt x="1303703" y="501802"/>
                  </a:lnTo>
                  <a:lnTo>
                    <a:pt x="1284910" y="502415"/>
                  </a:lnTo>
                  <a:close/>
                  <a:moveTo>
                    <a:pt x="1303703" y="501802"/>
                  </a:moveTo>
                  <a:lnTo>
                    <a:pt x="1350633" y="502587"/>
                  </a:lnTo>
                  <a:lnTo>
                    <a:pt x="1383135" y="489207"/>
                  </a:lnTo>
                  <a:close/>
                  <a:moveTo>
                    <a:pt x="1360963" y="489756"/>
                  </a:moveTo>
                  <a:lnTo>
                    <a:pt x="1383135" y="489207"/>
                  </a:lnTo>
                  <a:lnTo>
                    <a:pt x="1350633" y="502587"/>
                  </a:lnTo>
                  <a:close/>
                  <a:moveTo>
                    <a:pt x="1451491" y="441568"/>
                  </a:moveTo>
                  <a:lnTo>
                    <a:pt x="1421866" y="465662"/>
                  </a:lnTo>
                  <a:lnTo>
                    <a:pt x="1453081" y="441147"/>
                  </a:lnTo>
                  <a:close/>
                  <a:moveTo>
                    <a:pt x="1256171" y="228963"/>
                  </a:moveTo>
                  <a:lnTo>
                    <a:pt x="1178339" y="247541"/>
                  </a:lnTo>
                  <a:lnTo>
                    <a:pt x="1219074" y="225166"/>
                  </a:lnTo>
                  <a:close/>
                  <a:moveTo>
                    <a:pt x="1140332" y="53369"/>
                  </a:moveTo>
                  <a:lnTo>
                    <a:pt x="1168444" y="29275"/>
                  </a:lnTo>
                  <a:lnTo>
                    <a:pt x="1162698" y="54161"/>
                  </a:lnTo>
                  <a:close/>
                  <a:moveTo>
                    <a:pt x="1487558" y="395374"/>
                  </a:moveTo>
                  <a:lnTo>
                    <a:pt x="1491299" y="385829"/>
                  </a:lnTo>
                  <a:lnTo>
                    <a:pt x="1469767" y="368634"/>
                  </a:lnTo>
                  <a:close/>
                  <a:moveTo>
                    <a:pt x="1508331" y="338140"/>
                  </a:moveTo>
                  <a:lnTo>
                    <a:pt x="1542365" y="319552"/>
                  </a:lnTo>
                  <a:lnTo>
                    <a:pt x="1535925" y="314401"/>
                  </a:lnTo>
                  <a:close/>
                  <a:moveTo>
                    <a:pt x="1168444" y="29275"/>
                  </a:moveTo>
                  <a:lnTo>
                    <a:pt x="1188693" y="16452"/>
                  </a:lnTo>
                  <a:lnTo>
                    <a:pt x="1162698" y="54161"/>
                  </a:lnTo>
                  <a:close/>
                  <a:moveTo>
                    <a:pt x="1202890" y="5181"/>
                  </a:moveTo>
                  <a:lnTo>
                    <a:pt x="1168444" y="29275"/>
                  </a:lnTo>
                  <a:lnTo>
                    <a:pt x="1231012" y="0"/>
                  </a:lnTo>
                  <a:close/>
                  <a:moveTo>
                    <a:pt x="1589294" y="238770"/>
                  </a:moveTo>
                  <a:lnTo>
                    <a:pt x="1597704" y="227817"/>
                  </a:lnTo>
                  <a:lnTo>
                    <a:pt x="1572564" y="268722"/>
                  </a:lnTo>
                  <a:close/>
                  <a:moveTo>
                    <a:pt x="1589294" y="238770"/>
                  </a:moveTo>
                  <a:lnTo>
                    <a:pt x="1604448" y="214676"/>
                  </a:lnTo>
                  <a:lnTo>
                    <a:pt x="1597704" y="22781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2" name="Output_density__4301">
              <a:extLst>
                <a:ext uri="{FF2B5EF4-FFF2-40B4-BE49-F238E27FC236}">
                  <a16:creationId xmlns:a16="http://schemas.microsoft.com/office/drawing/2014/main" id="{40E244BF-94D6-3EDF-D221-2FE49D7D2A6B}"/>
                </a:ext>
              </a:extLst>
            </p:cNvPr>
            <p:cNvSpPr>
              <a:spLocks noGrp="1"/>
            </p:cNvSpPr>
            <p:nvPr/>
          </p:nvSpPr>
          <p:spPr>
            <a:xfrm>
              <a:off x="15789980" y="3377247"/>
              <a:ext cx="22249" cy="38048"/>
            </a:xfrm>
            <a:custGeom>
              <a:avLst/>
              <a:gdLst/>
              <a:ahLst/>
              <a:cxnLst/>
              <a:rect l="0" t="0" r="0" b="0"/>
              <a:pathLst>
                <a:path w="22249" h="38048">
                  <a:moveTo>
                    <a:pt x="22249" y="0"/>
                  </a:moveTo>
                  <a:lnTo>
                    <a:pt x="0" y="38048"/>
                  </a:lnTo>
                  <a:lnTo>
                    <a:pt x="15385" y="21653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03" name="Output_density__4302">
              <a:extLst>
                <a:ext uri="{FF2B5EF4-FFF2-40B4-BE49-F238E27FC236}">
                  <a16:creationId xmlns:a16="http://schemas.microsoft.com/office/drawing/2014/main" id="{2F4CFA44-036B-2CFC-F70A-C56E828DF310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408301"/>
              <a:ext cx="1759173" cy="1164271"/>
            </a:xfrm>
            <a:custGeom>
              <a:avLst/>
              <a:gdLst/>
              <a:ahLst/>
              <a:cxnLst/>
              <a:rect l="0" t="0" r="0" b="0"/>
              <a:pathLst>
                <a:path w="1759173" h="1164271">
                  <a:moveTo>
                    <a:pt x="8306" y="807827"/>
                  </a:moveTo>
                  <a:lnTo>
                    <a:pt x="56912" y="850036"/>
                  </a:lnTo>
                  <a:lnTo>
                    <a:pt x="24020" y="814357"/>
                  </a:lnTo>
                  <a:close/>
                  <a:moveTo>
                    <a:pt x="0" y="798500"/>
                  </a:moveTo>
                  <a:lnTo>
                    <a:pt x="8306" y="807827"/>
                  </a:lnTo>
                  <a:lnTo>
                    <a:pt x="24020" y="814357"/>
                  </a:lnTo>
                  <a:close/>
                  <a:moveTo>
                    <a:pt x="100468" y="896369"/>
                  </a:moveTo>
                  <a:lnTo>
                    <a:pt x="163377" y="945950"/>
                  </a:lnTo>
                  <a:lnTo>
                    <a:pt x="131580" y="933819"/>
                  </a:lnTo>
                  <a:close/>
                  <a:moveTo>
                    <a:pt x="90673" y="888883"/>
                  </a:moveTo>
                  <a:lnTo>
                    <a:pt x="104823" y="901573"/>
                  </a:lnTo>
                  <a:lnTo>
                    <a:pt x="100468" y="896369"/>
                  </a:lnTo>
                  <a:close/>
                  <a:moveTo>
                    <a:pt x="176381" y="809893"/>
                  </a:moveTo>
                  <a:lnTo>
                    <a:pt x="175022" y="759772"/>
                  </a:lnTo>
                  <a:lnTo>
                    <a:pt x="135315" y="785991"/>
                  </a:lnTo>
                  <a:close/>
                  <a:moveTo>
                    <a:pt x="176381" y="809893"/>
                  </a:moveTo>
                  <a:lnTo>
                    <a:pt x="194726" y="793667"/>
                  </a:lnTo>
                  <a:lnTo>
                    <a:pt x="177467" y="750312"/>
                  </a:lnTo>
                  <a:close/>
                  <a:moveTo>
                    <a:pt x="445095" y="1070823"/>
                  </a:moveTo>
                  <a:lnTo>
                    <a:pt x="530310" y="1079854"/>
                  </a:lnTo>
                  <a:lnTo>
                    <a:pt x="479358" y="1064029"/>
                  </a:lnTo>
                  <a:close/>
                  <a:moveTo>
                    <a:pt x="554903" y="1106511"/>
                  </a:moveTo>
                  <a:lnTo>
                    <a:pt x="572208" y="1061828"/>
                  </a:lnTo>
                  <a:lnTo>
                    <a:pt x="530310" y="1079854"/>
                  </a:lnTo>
                  <a:close/>
                  <a:moveTo>
                    <a:pt x="435865" y="1035438"/>
                  </a:moveTo>
                  <a:lnTo>
                    <a:pt x="428826" y="1059531"/>
                  </a:lnTo>
                  <a:lnTo>
                    <a:pt x="445095" y="1070823"/>
                  </a:lnTo>
                  <a:close/>
                  <a:moveTo>
                    <a:pt x="435865" y="1035438"/>
                  </a:moveTo>
                  <a:lnTo>
                    <a:pt x="394437" y="1007995"/>
                  </a:lnTo>
                  <a:lnTo>
                    <a:pt x="428826" y="1059531"/>
                  </a:lnTo>
                  <a:close/>
                  <a:moveTo>
                    <a:pt x="310633" y="902198"/>
                  </a:moveTo>
                  <a:lnTo>
                    <a:pt x="310798" y="918063"/>
                  </a:lnTo>
                  <a:lnTo>
                    <a:pt x="330485" y="904922"/>
                  </a:lnTo>
                  <a:close/>
                  <a:moveTo>
                    <a:pt x="621980" y="1073237"/>
                  </a:moveTo>
                  <a:lnTo>
                    <a:pt x="597132" y="1020112"/>
                  </a:lnTo>
                  <a:lnTo>
                    <a:pt x="572208" y="1061828"/>
                  </a:lnTo>
                  <a:close/>
                  <a:moveTo>
                    <a:pt x="779104" y="1100929"/>
                  </a:moveTo>
                  <a:lnTo>
                    <a:pt x="729128" y="1164271"/>
                  </a:lnTo>
                  <a:lnTo>
                    <a:pt x="770456" y="1144111"/>
                  </a:lnTo>
                  <a:close/>
                  <a:moveTo>
                    <a:pt x="605224" y="1002858"/>
                  </a:moveTo>
                  <a:lnTo>
                    <a:pt x="581901" y="959077"/>
                  </a:lnTo>
                  <a:lnTo>
                    <a:pt x="611430" y="987250"/>
                  </a:lnTo>
                  <a:close/>
                  <a:moveTo>
                    <a:pt x="581901" y="959077"/>
                  </a:moveTo>
                  <a:lnTo>
                    <a:pt x="575813" y="901283"/>
                  </a:lnTo>
                  <a:lnTo>
                    <a:pt x="607455" y="935713"/>
                  </a:lnTo>
                  <a:close/>
                  <a:moveTo>
                    <a:pt x="400065" y="679246"/>
                  </a:moveTo>
                  <a:lnTo>
                    <a:pt x="446485" y="671321"/>
                  </a:lnTo>
                  <a:lnTo>
                    <a:pt x="439832" y="684898"/>
                  </a:lnTo>
                  <a:close/>
                  <a:moveTo>
                    <a:pt x="439832" y="684898"/>
                  </a:moveTo>
                  <a:lnTo>
                    <a:pt x="449055" y="680931"/>
                  </a:lnTo>
                  <a:lnTo>
                    <a:pt x="407277" y="736124"/>
                  </a:lnTo>
                  <a:close/>
                  <a:moveTo>
                    <a:pt x="849573" y="1018878"/>
                  </a:moveTo>
                  <a:lnTo>
                    <a:pt x="799248" y="1021809"/>
                  </a:lnTo>
                  <a:lnTo>
                    <a:pt x="787362" y="1072420"/>
                  </a:lnTo>
                  <a:close/>
                  <a:moveTo>
                    <a:pt x="665862" y="832606"/>
                  </a:moveTo>
                  <a:lnTo>
                    <a:pt x="722010" y="858392"/>
                  </a:lnTo>
                  <a:lnTo>
                    <a:pt x="693656" y="784452"/>
                  </a:lnTo>
                  <a:close/>
                  <a:moveTo>
                    <a:pt x="513285" y="611501"/>
                  </a:moveTo>
                  <a:lnTo>
                    <a:pt x="594745" y="634920"/>
                  </a:lnTo>
                  <a:lnTo>
                    <a:pt x="599848" y="625568"/>
                  </a:lnTo>
                  <a:close/>
                  <a:moveTo>
                    <a:pt x="448588" y="489550"/>
                  </a:moveTo>
                  <a:lnTo>
                    <a:pt x="408743" y="499326"/>
                  </a:lnTo>
                  <a:lnTo>
                    <a:pt x="429512" y="472963"/>
                  </a:lnTo>
                  <a:close/>
                  <a:moveTo>
                    <a:pt x="429512" y="472963"/>
                  </a:moveTo>
                  <a:lnTo>
                    <a:pt x="444682" y="499326"/>
                  </a:lnTo>
                  <a:lnTo>
                    <a:pt x="448588" y="489550"/>
                  </a:lnTo>
                  <a:close/>
                  <a:moveTo>
                    <a:pt x="825698" y="1000307"/>
                  </a:moveTo>
                  <a:lnTo>
                    <a:pt x="858575" y="1011560"/>
                  </a:lnTo>
                  <a:lnTo>
                    <a:pt x="847005" y="1045727"/>
                  </a:lnTo>
                  <a:close/>
                  <a:moveTo>
                    <a:pt x="877889" y="744886"/>
                  </a:moveTo>
                  <a:lnTo>
                    <a:pt x="863477" y="811895"/>
                  </a:lnTo>
                  <a:lnTo>
                    <a:pt x="871376" y="807160"/>
                  </a:lnTo>
                  <a:close/>
                  <a:moveTo>
                    <a:pt x="844177" y="797054"/>
                  </a:moveTo>
                  <a:lnTo>
                    <a:pt x="863477" y="811895"/>
                  </a:lnTo>
                  <a:lnTo>
                    <a:pt x="877889" y="744886"/>
                  </a:lnTo>
                  <a:close/>
                  <a:moveTo>
                    <a:pt x="877889" y="744886"/>
                  </a:moveTo>
                  <a:lnTo>
                    <a:pt x="871376" y="807160"/>
                  </a:lnTo>
                  <a:lnTo>
                    <a:pt x="920910" y="810636"/>
                  </a:lnTo>
                  <a:close/>
                  <a:moveTo>
                    <a:pt x="733208" y="598317"/>
                  </a:moveTo>
                  <a:lnTo>
                    <a:pt x="741242" y="535066"/>
                  </a:lnTo>
                  <a:lnTo>
                    <a:pt x="706069" y="578234"/>
                  </a:lnTo>
                  <a:close/>
                  <a:moveTo>
                    <a:pt x="943440" y="541348"/>
                  </a:moveTo>
                  <a:lnTo>
                    <a:pt x="968748" y="557561"/>
                  </a:lnTo>
                  <a:lnTo>
                    <a:pt x="949585" y="520195"/>
                  </a:lnTo>
                  <a:close/>
                  <a:moveTo>
                    <a:pt x="1136881" y="686259"/>
                  </a:moveTo>
                  <a:lnTo>
                    <a:pt x="1142749" y="618746"/>
                  </a:lnTo>
                  <a:lnTo>
                    <a:pt x="1076551" y="645547"/>
                  </a:lnTo>
                  <a:close/>
                  <a:moveTo>
                    <a:pt x="1060488" y="522155"/>
                  </a:moveTo>
                  <a:lnTo>
                    <a:pt x="1112587" y="560909"/>
                  </a:lnTo>
                  <a:lnTo>
                    <a:pt x="1080506" y="525431"/>
                  </a:lnTo>
                  <a:close/>
                  <a:moveTo>
                    <a:pt x="1060488" y="522155"/>
                  </a:moveTo>
                  <a:lnTo>
                    <a:pt x="1053587" y="509373"/>
                  </a:lnTo>
                  <a:lnTo>
                    <a:pt x="1041092" y="512971"/>
                  </a:lnTo>
                  <a:close/>
                  <a:moveTo>
                    <a:pt x="1060488" y="522155"/>
                  </a:moveTo>
                  <a:lnTo>
                    <a:pt x="1080506" y="525431"/>
                  </a:lnTo>
                  <a:lnTo>
                    <a:pt x="1053587" y="509373"/>
                  </a:lnTo>
                  <a:close/>
                  <a:moveTo>
                    <a:pt x="1433261" y="836041"/>
                  </a:moveTo>
                  <a:lnTo>
                    <a:pt x="1403148" y="858353"/>
                  </a:lnTo>
                  <a:lnTo>
                    <a:pt x="1481634" y="842224"/>
                  </a:lnTo>
                  <a:close/>
                  <a:moveTo>
                    <a:pt x="1112587" y="560909"/>
                  </a:moveTo>
                  <a:lnTo>
                    <a:pt x="1145030" y="592002"/>
                  </a:lnTo>
                  <a:lnTo>
                    <a:pt x="1152488" y="548085"/>
                  </a:lnTo>
                  <a:close/>
                  <a:moveTo>
                    <a:pt x="1145030" y="592002"/>
                  </a:moveTo>
                  <a:lnTo>
                    <a:pt x="1166648" y="560909"/>
                  </a:lnTo>
                  <a:lnTo>
                    <a:pt x="1152488" y="548085"/>
                  </a:lnTo>
                  <a:close/>
                  <a:moveTo>
                    <a:pt x="1053587" y="509373"/>
                  </a:moveTo>
                  <a:lnTo>
                    <a:pt x="1080506" y="525431"/>
                  </a:lnTo>
                  <a:lnTo>
                    <a:pt x="1086212" y="501242"/>
                  </a:lnTo>
                  <a:close/>
                  <a:moveTo>
                    <a:pt x="1152488" y="548085"/>
                  </a:moveTo>
                  <a:lnTo>
                    <a:pt x="1080506" y="525431"/>
                  </a:lnTo>
                  <a:lnTo>
                    <a:pt x="1112587" y="560909"/>
                  </a:lnTo>
                  <a:close/>
                  <a:moveTo>
                    <a:pt x="1086212" y="501242"/>
                  </a:moveTo>
                  <a:lnTo>
                    <a:pt x="1080506" y="525431"/>
                  </a:lnTo>
                  <a:lnTo>
                    <a:pt x="1152488" y="548085"/>
                  </a:lnTo>
                  <a:close/>
                  <a:moveTo>
                    <a:pt x="1142575" y="493402"/>
                  </a:moveTo>
                  <a:lnTo>
                    <a:pt x="1152488" y="548085"/>
                  </a:lnTo>
                  <a:lnTo>
                    <a:pt x="1184837" y="497026"/>
                  </a:lnTo>
                  <a:close/>
                  <a:moveTo>
                    <a:pt x="1027415" y="501611"/>
                  </a:moveTo>
                  <a:lnTo>
                    <a:pt x="1053587" y="509373"/>
                  </a:lnTo>
                  <a:lnTo>
                    <a:pt x="1096677" y="450993"/>
                  </a:lnTo>
                  <a:close/>
                  <a:moveTo>
                    <a:pt x="1142575" y="493402"/>
                  </a:moveTo>
                  <a:lnTo>
                    <a:pt x="1184837" y="497026"/>
                  </a:lnTo>
                  <a:lnTo>
                    <a:pt x="1148536" y="470210"/>
                  </a:lnTo>
                  <a:close/>
                  <a:moveTo>
                    <a:pt x="1184837" y="497026"/>
                  </a:moveTo>
                  <a:lnTo>
                    <a:pt x="1196360" y="474337"/>
                  </a:lnTo>
                  <a:lnTo>
                    <a:pt x="1148536" y="470210"/>
                  </a:lnTo>
                  <a:close/>
                  <a:moveTo>
                    <a:pt x="1096677" y="450993"/>
                  </a:moveTo>
                  <a:lnTo>
                    <a:pt x="1148536" y="470210"/>
                  </a:lnTo>
                  <a:lnTo>
                    <a:pt x="1180637" y="455330"/>
                  </a:lnTo>
                  <a:close/>
                  <a:moveTo>
                    <a:pt x="1196360" y="474337"/>
                  </a:moveTo>
                  <a:lnTo>
                    <a:pt x="1220137" y="409648"/>
                  </a:lnTo>
                  <a:lnTo>
                    <a:pt x="1214242" y="410378"/>
                  </a:lnTo>
                  <a:close/>
                  <a:moveTo>
                    <a:pt x="1271085" y="444147"/>
                  </a:moveTo>
                  <a:lnTo>
                    <a:pt x="1220137" y="409648"/>
                  </a:lnTo>
                  <a:lnTo>
                    <a:pt x="1196360" y="474337"/>
                  </a:lnTo>
                  <a:close/>
                  <a:moveTo>
                    <a:pt x="1195018" y="363263"/>
                  </a:moveTo>
                  <a:lnTo>
                    <a:pt x="1187787" y="358112"/>
                  </a:lnTo>
                  <a:lnTo>
                    <a:pt x="1213049" y="409648"/>
                  </a:lnTo>
                  <a:close/>
                  <a:moveTo>
                    <a:pt x="1187787" y="358112"/>
                  </a:moveTo>
                  <a:lnTo>
                    <a:pt x="1195018" y="363263"/>
                  </a:lnTo>
                  <a:lnTo>
                    <a:pt x="1197679" y="344369"/>
                  </a:lnTo>
                  <a:close/>
                  <a:moveTo>
                    <a:pt x="1220137" y="409648"/>
                  </a:moveTo>
                  <a:lnTo>
                    <a:pt x="1271085" y="444147"/>
                  </a:lnTo>
                  <a:lnTo>
                    <a:pt x="1217243" y="407937"/>
                  </a:lnTo>
                  <a:close/>
                  <a:moveTo>
                    <a:pt x="1197679" y="344369"/>
                  </a:moveTo>
                  <a:lnTo>
                    <a:pt x="1274613" y="322435"/>
                  </a:lnTo>
                  <a:lnTo>
                    <a:pt x="1221207" y="297437"/>
                  </a:lnTo>
                  <a:close/>
                  <a:moveTo>
                    <a:pt x="1364894" y="488627"/>
                  </a:moveTo>
                  <a:lnTo>
                    <a:pt x="1365205" y="489097"/>
                  </a:lnTo>
                  <a:lnTo>
                    <a:pt x="1365887" y="489020"/>
                  </a:lnTo>
                  <a:close/>
                  <a:moveTo>
                    <a:pt x="1416463" y="503438"/>
                  </a:moveTo>
                  <a:lnTo>
                    <a:pt x="1365887" y="489020"/>
                  </a:lnTo>
                  <a:lnTo>
                    <a:pt x="1365205" y="489097"/>
                  </a:lnTo>
                  <a:close/>
                  <a:moveTo>
                    <a:pt x="1364894" y="488627"/>
                  </a:moveTo>
                  <a:lnTo>
                    <a:pt x="1365887" y="489020"/>
                  </a:lnTo>
                  <a:lnTo>
                    <a:pt x="1366820" y="487784"/>
                  </a:lnTo>
                  <a:close/>
                  <a:moveTo>
                    <a:pt x="1434281" y="470921"/>
                  </a:moveTo>
                  <a:lnTo>
                    <a:pt x="1365887" y="489020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366820" y="487784"/>
                  </a:lnTo>
                  <a:lnTo>
                    <a:pt x="1365887" y="489020"/>
                  </a:lnTo>
                  <a:close/>
                  <a:moveTo>
                    <a:pt x="1434281" y="470921"/>
                  </a:moveTo>
                  <a:lnTo>
                    <a:pt x="1440854" y="459732"/>
                  </a:lnTo>
                  <a:lnTo>
                    <a:pt x="1393255" y="456442"/>
                  </a:lnTo>
                  <a:close/>
                  <a:moveTo>
                    <a:pt x="1416463" y="503438"/>
                  </a:moveTo>
                  <a:lnTo>
                    <a:pt x="1455770" y="464533"/>
                  </a:lnTo>
                  <a:lnTo>
                    <a:pt x="1434281" y="470921"/>
                  </a:lnTo>
                  <a:close/>
                  <a:moveTo>
                    <a:pt x="1492324" y="477492"/>
                  </a:moveTo>
                  <a:lnTo>
                    <a:pt x="1455770" y="464533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455770" y="464533"/>
                  </a:lnTo>
                  <a:lnTo>
                    <a:pt x="1440854" y="459732"/>
                  </a:lnTo>
                  <a:close/>
                  <a:moveTo>
                    <a:pt x="1279677" y="269676"/>
                  </a:moveTo>
                  <a:lnTo>
                    <a:pt x="1333138" y="264196"/>
                  </a:lnTo>
                  <a:lnTo>
                    <a:pt x="1285845" y="229531"/>
                  </a:lnTo>
                  <a:close/>
                  <a:moveTo>
                    <a:pt x="1492324" y="477492"/>
                  </a:moveTo>
                  <a:lnTo>
                    <a:pt x="1506858" y="449900"/>
                  </a:lnTo>
                  <a:lnTo>
                    <a:pt x="1455770" y="464533"/>
                  </a:lnTo>
                  <a:close/>
                  <a:moveTo>
                    <a:pt x="1492324" y="477492"/>
                  </a:moveTo>
                  <a:lnTo>
                    <a:pt x="1540565" y="440440"/>
                  </a:lnTo>
                  <a:lnTo>
                    <a:pt x="1506858" y="449900"/>
                  </a:lnTo>
                  <a:close/>
                  <a:moveTo>
                    <a:pt x="1568138" y="451371"/>
                  </a:moveTo>
                  <a:lnTo>
                    <a:pt x="1540565" y="440440"/>
                  </a:lnTo>
                  <a:lnTo>
                    <a:pt x="1492324" y="477492"/>
                  </a:lnTo>
                  <a:close/>
                  <a:moveTo>
                    <a:pt x="1541875" y="488079"/>
                  </a:moveTo>
                  <a:lnTo>
                    <a:pt x="1568138" y="451371"/>
                  </a:lnTo>
                  <a:lnTo>
                    <a:pt x="1492324" y="477492"/>
                  </a:lnTo>
                  <a:close/>
                  <a:moveTo>
                    <a:pt x="1540565" y="440440"/>
                  </a:moveTo>
                  <a:lnTo>
                    <a:pt x="1568138" y="451371"/>
                  </a:lnTo>
                  <a:lnTo>
                    <a:pt x="1573258" y="433900"/>
                  </a:lnTo>
                  <a:close/>
                  <a:moveTo>
                    <a:pt x="1573258" y="433900"/>
                  </a:moveTo>
                  <a:lnTo>
                    <a:pt x="1568138" y="451371"/>
                  </a:lnTo>
                  <a:lnTo>
                    <a:pt x="1610231" y="440440"/>
                  </a:lnTo>
                  <a:close/>
                  <a:moveTo>
                    <a:pt x="1573258" y="433900"/>
                  </a:moveTo>
                  <a:lnTo>
                    <a:pt x="1610231" y="440440"/>
                  </a:lnTo>
                  <a:lnTo>
                    <a:pt x="1583113" y="372459"/>
                  </a:lnTo>
                  <a:close/>
                  <a:moveTo>
                    <a:pt x="1583113" y="372459"/>
                  </a:moveTo>
                  <a:lnTo>
                    <a:pt x="1610231" y="440440"/>
                  </a:lnTo>
                  <a:lnTo>
                    <a:pt x="1611821" y="440018"/>
                  </a:lnTo>
                  <a:close/>
                  <a:moveTo>
                    <a:pt x="1583113" y="372459"/>
                  </a:moveTo>
                  <a:lnTo>
                    <a:pt x="1611821" y="440018"/>
                  </a:lnTo>
                  <a:lnTo>
                    <a:pt x="1628507" y="367505"/>
                  </a:lnTo>
                  <a:close/>
                  <a:moveTo>
                    <a:pt x="1227314" y="23293"/>
                  </a:moveTo>
                  <a:lnTo>
                    <a:pt x="1277480" y="63356"/>
                  </a:lnTo>
                  <a:lnTo>
                    <a:pt x="1288932" y="11180"/>
                  </a:lnTo>
                  <a:close/>
                  <a:moveTo>
                    <a:pt x="1629276" y="363598"/>
                  </a:moveTo>
                  <a:lnTo>
                    <a:pt x="1628507" y="367505"/>
                  </a:lnTo>
                  <a:lnTo>
                    <a:pt x="1631701" y="364809"/>
                  </a:lnTo>
                  <a:close/>
                  <a:moveTo>
                    <a:pt x="1629276" y="363598"/>
                  </a:moveTo>
                  <a:lnTo>
                    <a:pt x="1631701" y="364809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29276" y="363598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86171" y="292583"/>
                  </a:lnTo>
                  <a:lnTo>
                    <a:pt x="1643138" y="287307"/>
                  </a:lnTo>
                  <a:close/>
                  <a:moveTo>
                    <a:pt x="1686171" y="292583"/>
                  </a:moveTo>
                  <a:lnTo>
                    <a:pt x="1689578" y="286262"/>
                  </a:lnTo>
                  <a:lnTo>
                    <a:pt x="1643138" y="287307"/>
                  </a:lnTo>
                  <a:close/>
                  <a:moveTo>
                    <a:pt x="1347433" y="15323"/>
                  </a:moveTo>
                  <a:lnTo>
                    <a:pt x="1349404" y="0"/>
                  </a:lnTo>
                  <a:lnTo>
                    <a:pt x="1326757" y="4053"/>
                  </a:lnTo>
                  <a:close/>
                  <a:moveTo>
                    <a:pt x="1347433" y="15323"/>
                  </a:moveTo>
                  <a:lnTo>
                    <a:pt x="1361630" y="4053"/>
                  </a:lnTo>
                  <a:lnTo>
                    <a:pt x="1349404" y="0"/>
                  </a:lnTo>
                  <a:close/>
                  <a:moveTo>
                    <a:pt x="1713027" y="239032"/>
                  </a:moveTo>
                  <a:lnTo>
                    <a:pt x="1689578" y="286262"/>
                  </a:lnTo>
                  <a:lnTo>
                    <a:pt x="1756444" y="226689"/>
                  </a:lnTo>
                  <a:close/>
                  <a:moveTo>
                    <a:pt x="1759173" y="208473"/>
                  </a:moveTo>
                  <a:lnTo>
                    <a:pt x="1713027" y="239032"/>
                  </a:lnTo>
                  <a:lnTo>
                    <a:pt x="1756444" y="22668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04" name="Output_density__4303">
              <a:extLst>
                <a:ext uri="{FF2B5EF4-FFF2-40B4-BE49-F238E27FC236}">
                  <a16:creationId xmlns:a16="http://schemas.microsoft.com/office/drawing/2014/main" id="{436488D9-2044-E948-F259-B9E8A68D4269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339185"/>
              <a:ext cx="1759173" cy="1305015"/>
            </a:xfrm>
            <a:custGeom>
              <a:avLst/>
              <a:gdLst/>
              <a:ahLst/>
              <a:cxnLst/>
              <a:rect l="0" t="0" r="0" b="0"/>
              <a:pathLst>
                <a:path w="1759173" h="1305015">
                  <a:moveTo>
                    <a:pt x="100147" y="946595"/>
                  </a:moveTo>
                  <a:lnTo>
                    <a:pt x="90673" y="957999"/>
                  </a:lnTo>
                  <a:lnTo>
                    <a:pt x="100468" y="965485"/>
                  </a:lnTo>
                  <a:close/>
                  <a:moveTo>
                    <a:pt x="56912" y="919152"/>
                  </a:moveTo>
                  <a:lnTo>
                    <a:pt x="90673" y="957999"/>
                  </a:lnTo>
                  <a:lnTo>
                    <a:pt x="100147" y="946595"/>
                  </a:lnTo>
                  <a:close/>
                  <a:moveTo>
                    <a:pt x="56912" y="919152"/>
                  </a:moveTo>
                  <a:lnTo>
                    <a:pt x="80100" y="895058"/>
                  </a:lnTo>
                  <a:lnTo>
                    <a:pt x="24020" y="883473"/>
                  </a:lnTo>
                  <a:close/>
                  <a:moveTo>
                    <a:pt x="80100" y="895058"/>
                  </a:moveTo>
                  <a:lnTo>
                    <a:pt x="57498" y="873741"/>
                  </a:lnTo>
                  <a:lnTo>
                    <a:pt x="24020" y="883473"/>
                  </a:lnTo>
                  <a:close/>
                  <a:moveTo>
                    <a:pt x="10796" y="843522"/>
                  </a:moveTo>
                  <a:lnTo>
                    <a:pt x="24020" y="883473"/>
                  </a:lnTo>
                  <a:lnTo>
                    <a:pt x="57498" y="873741"/>
                  </a:lnTo>
                  <a:close/>
                  <a:moveTo>
                    <a:pt x="10796" y="843522"/>
                  </a:moveTo>
                  <a:lnTo>
                    <a:pt x="0" y="867616"/>
                  </a:lnTo>
                  <a:lnTo>
                    <a:pt x="24020" y="883473"/>
                  </a:lnTo>
                  <a:close/>
                  <a:moveTo>
                    <a:pt x="128468" y="998132"/>
                  </a:moveTo>
                  <a:lnTo>
                    <a:pt x="100468" y="965485"/>
                  </a:lnTo>
                  <a:lnTo>
                    <a:pt x="131580" y="1002935"/>
                  </a:lnTo>
                  <a:close/>
                  <a:moveTo>
                    <a:pt x="129908" y="878808"/>
                  </a:moveTo>
                  <a:lnTo>
                    <a:pt x="176381" y="879009"/>
                  </a:lnTo>
                  <a:lnTo>
                    <a:pt x="135315" y="855107"/>
                  </a:lnTo>
                  <a:close/>
                  <a:moveTo>
                    <a:pt x="428826" y="1128647"/>
                  </a:moveTo>
                  <a:lnTo>
                    <a:pt x="427774" y="1140274"/>
                  </a:lnTo>
                  <a:lnTo>
                    <a:pt x="445095" y="1139939"/>
                  </a:lnTo>
                  <a:close/>
                  <a:moveTo>
                    <a:pt x="445095" y="1139939"/>
                  </a:moveTo>
                  <a:lnTo>
                    <a:pt x="504410" y="1178695"/>
                  </a:lnTo>
                  <a:lnTo>
                    <a:pt x="530310" y="1148970"/>
                  </a:lnTo>
                  <a:close/>
                  <a:moveTo>
                    <a:pt x="435865" y="1104554"/>
                  </a:moveTo>
                  <a:lnTo>
                    <a:pt x="445095" y="1139939"/>
                  </a:lnTo>
                  <a:lnTo>
                    <a:pt x="479358" y="1133145"/>
                  </a:lnTo>
                  <a:close/>
                  <a:moveTo>
                    <a:pt x="372923" y="909879"/>
                  </a:moveTo>
                  <a:lnTo>
                    <a:pt x="330485" y="974038"/>
                  </a:lnTo>
                  <a:lnTo>
                    <a:pt x="352749" y="969349"/>
                  </a:lnTo>
                  <a:close/>
                  <a:moveTo>
                    <a:pt x="720719" y="1305015"/>
                  </a:moveTo>
                  <a:lnTo>
                    <a:pt x="769021" y="1240985"/>
                  </a:lnTo>
                  <a:lnTo>
                    <a:pt x="728515" y="1235934"/>
                  </a:lnTo>
                  <a:close/>
                  <a:moveTo>
                    <a:pt x="728515" y="1235934"/>
                  </a:moveTo>
                  <a:lnTo>
                    <a:pt x="769021" y="1240985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37865" y="1165590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87362" y="1141536"/>
                  </a:lnTo>
                  <a:lnTo>
                    <a:pt x="734845" y="1119862"/>
                  </a:lnTo>
                  <a:close/>
                  <a:moveTo>
                    <a:pt x="605224" y="1071974"/>
                  </a:moveTo>
                  <a:lnTo>
                    <a:pt x="597132" y="1089228"/>
                  </a:lnTo>
                  <a:lnTo>
                    <a:pt x="671868" y="1118519"/>
                  </a:lnTo>
                  <a:close/>
                  <a:moveTo>
                    <a:pt x="193052" y="626502"/>
                  </a:moveTo>
                  <a:lnTo>
                    <a:pt x="225780" y="616630"/>
                  </a:lnTo>
                  <a:lnTo>
                    <a:pt x="195683" y="612345"/>
                  </a:lnTo>
                  <a:close/>
                  <a:moveTo>
                    <a:pt x="195683" y="612345"/>
                  </a:moveTo>
                  <a:lnTo>
                    <a:pt x="225780" y="616630"/>
                  </a:lnTo>
                  <a:lnTo>
                    <a:pt x="248330" y="544783"/>
                  </a:lnTo>
                  <a:close/>
                  <a:moveTo>
                    <a:pt x="198989" y="546914"/>
                  </a:moveTo>
                  <a:lnTo>
                    <a:pt x="195683" y="612345"/>
                  </a:lnTo>
                  <a:lnTo>
                    <a:pt x="248330" y="544783"/>
                  </a:lnTo>
                  <a:close/>
                  <a:moveTo>
                    <a:pt x="799248" y="1090925"/>
                  </a:moveTo>
                  <a:lnTo>
                    <a:pt x="849573" y="1087994"/>
                  </a:lnTo>
                  <a:lnTo>
                    <a:pt x="840614" y="1032535"/>
                  </a:lnTo>
                  <a:close/>
                  <a:moveTo>
                    <a:pt x="454816" y="741832"/>
                  </a:moveTo>
                  <a:lnTo>
                    <a:pt x="449055" y="750047"/>
                  </a:lnTo>
                  <a:lnTo>
                    <a:pt x="508985" y="735776"/>
                  </a:lnTo>
                  <a:close/>
                  <a:moveTo>
                    <a:pt x="446485" y="740437"/>
                  </a:moveTo>
                  <a:lnTo>
                    <a:pt x="454816" y="741832"/>
                  </a:lnTo>
                  <a:lnTo>
                    <a:pt x="488433" y="722600"/>
                  </a:lnTo>
                  <a:close/>
                  <a:moveTo>
                    <a:pt x="693656" y="853568"/>
                  </a:moveTo>
                  <a:lnTo>
                    <a:pt x="722010" y="927508"/>
                  </a:lnTo>
                  <a:lnTo>
                    <a:pt x="704168" y="905105"/>
                  </a:lnTo>
                  <a:close/>
                  <a:moveTo>
                    <a:pt x="693656" y="853568"/>
                  </a:moveTo>
                  <a:lnTo>
                    <a:pt x="682451" y="858943"/>
                  </a:lnTo>
                  <a:lnTo>
                    <a:pt x="665862" y="901722"/>
                  </a:lnTo>
                  <a:close/>
                  <a:moveTo>
                    <a:pt x="553804" y="723052"/>
                  </a:moveTo>
                  <a:lnTo>
                    <a:pt x="594745" y="704036"/>
                  </a:lnTo>
                  <a:lnTo>
                    <a:pt x="513285" y="680617"/>
                  </a:lnTo>
                  <a:close/>
                  <a:moveTo>
                    <a:pt x="599848" y="694684"/>
                  </a:moveTo>
                  <a:lnTo>
                    <a:pt x="633830" y="710243"/>
                  </a:lnTo>
                  <a:lnTo>
                    <a:pt x="609470" y="698958"/>
                  </a:lnTo>
                  <a:close/>
                  <a:moveTo>
                    <a:pt x="599848" y="694684"/>
                  </a:moveTo>
                  <a:lnTo>
                    <a:pt x="609470" y="698958"/>
                  </a:lnTo>
                  <a:lnTo>
                    <a:pt x="614544" y="687940"/>
                  </a:lnTo>
                  <a:close/>
                  <a:moveTo>
                    <a:pt x="599848" y="694684"/>
                  </a:moveTo>
                  <a:lnTo>
                    <a:pt x="614544" y="687940"/>
                  </a:lnTo>
                  <a:lnTo>
                    <a:pt x="548200" y="676256"/>
                  </a:lnTo>
                  <a:close/>
                  <a:moveTo>
                    <a:pt x="919868" y="817856"/>
                  </a:moveTo>
                  <a:lnTo>
                    <a:pt x="877889" y="814002"/>
                  </a:lnTo>
                  <a:lnTo>
                    <a:pt x="920910" y="879752"/>
                  </a:lnTo>
                  <a:close/>
                  <a:moveTo>
                    <a:pt x="860890" y="702172"/>
                  </a:moveTo>
                  <a:lnTo>
                    <a:pt x="803547" y="650771"/>
                  </a:lnTo>
                  <a:lnTo>
                    <a:pt x="860758" y="702444"/>
                  </a:lnTo>
                  <a:close/>
                  <a:moveTo>
                    <a:pt x="798665" y="652199"/>
                  </a:moveTo>
                  <a:lnTo>
                    <a:pt x="795724" y="633202"/>
                  </a:lnTo>
                  <a:lnTo>
                    <a:pt x="741242" y="604182"/>
                  </a:lnTo>
                  <a:close/>
                  <a:moveTo>
                    <a:pt x="675255" y="532144"/>
                  </a:moveTo>
                  <a:lnTo>
                    <a:pt x="704705" y="547697"/>
                  </a:lnTo>
                  <a:lnTo>
                    <a:pt x="646000" y="512121"/>
                  </a:lnTo>
                  <a:close/>
                  <a:moveTo>
                    <a:pt x="623977" y="496161"/>
                  </a:moveTo>
                  <a:lnTo>
                    <a:pt x="646000" y="512121"/>
                  </a:lnTo>
                  <a:lnTo>
                    <a:pt x="582789" y="462785"/>
                  </a:lnTo>
                  <a:close/>
                  <a:moveTo>
                    <a:pt x="582789" y="462785"/>
                  </a:moveTo>
                  <a:lnTo>
                    <a:pt x="646000" y="512121"/>
                  </a:lnTo>
                  <a:lnTo>
                    <a:pt x="595638" y="468718"/>
                  </a:lnTo>
                  <a:close/>
                  <a:moveTo>
                    <a:pt x="675255" y="532144"/>
                  </a:moveTo>
                  <a:lnTo>
                    <a:pt x="646000" y="512121"/>
                  </a:lnTo>
                  <a:lnTo>
                    <a:pt x="623977" y="496161"/>
                  </a:lnTo>
                  <a:close/>
                  <a:moveTo>
                    <a:pt x="929345" y="648537"/>
                  </a:moveTo>
                  <a:lnTo>
                    <a:pt x="886975" y="626677"/>
                  </a:lnTo>
                  <a:lnTo>
                    <a:pt x="860890" y="702172"/>
                  </a:lnTo>
                  <a:close/>
                  <a:moveTo>
                    <a:pt x="741242" y="604182"/>
                  </a:moveTo>
                  <a:lnTo>
                    <a:pt x="795724" y="633202"/>
                  </a:lnTo>
                  <a:lnTo>
                    <a:pt x="818641" y="583985"/>
                  </a:lnTo>
                  <a:close/>
                  <a:moveTo>
                    <a:pt x="886975" y="626677"/>
                  </a:moveTo>
                  <a:lnTo>
                    <a:pt x="929345" y="648537"/>
                  </a:lnTo>
                  <a:lnTo>
                    <a:pt x="943440" y="610464"/>
                  </a:lnTo>
                  <a:close/>
                  <a:moveTo>
                    <a:pt x="873982" y="616218"/>
                  </a:moveTo>
                  <a:lnTo>
                    <a:pt x="943440" y="610464"/>
                  </a:lnTo>
                  <a:lnTo>
                    <a:pt x="949585" y="589311"/>
                  </a:lnTo>
                  <a:close/>
                  <a:moveTo>
                    <a:pt x="1142749" y="687862"/>
                  </a:moveTo>
                  <a:lnTo>
                    <a:pt x="1143631" y="757192"/>
                  </a:lnTo>
                  <a:lnTo>
                    <a:pt x="1203023" y="703264"/>
                  </a:lnTo>
                  <a:close/>
                  <a:moveTo>
                    <a:pt x="1115113" y="647586"/>
                  </a:moveTo>
                  <a:lnTo>
                    <a:pt x="1145030" y="661118"/>
                  </a:lnTo>
                  <a:lnTo>
                    <a:pt x="1112587" y="630025"/>
                  </a:lnTo>
                  <a:close/>
                  <a:moveTo>
                    <a:pt x="1060488" y="591271"/>
                  </a:moveTo>
                  <a:lnTo>
                    <a:pt x="1115113" y="647586"/>
                  </a:lnTo>
                  <a:lnTo>
                    <a:pt x="1112587" y="630025"/>
                  </a:lnTo>
                  <a:close/>
                  <a:moveTo>
                    <a:pt x="1348686" y="898524"/>
                  </a:moveTo>
                  <a:lnTo>
                    <a:pt x="1403148" y="927469"/>
                  </a:lnTo>
                  <a:lnTo>
                    <a:pt x="1433261" y="905157"/>
                  </a:lnTo>
                  <a:close/>
                  <a:moveTo>
                    <a:pt x="1142575" y="562518"/>
                  </a:moveTo>
                  <a:lnTo>
                    <a:pt x="1086212" y="570358"/>
                  </a:lnTo>
                  <a:lnTo>
                    <a:pt x="1152488" y="617201"/>
                  </a:lnTo>
                  <a:close/>
                  <a:moveTo>
                    <a:pt x="1053587" y="578489"/>
                  </a:moveTo>
                  <a:lnTo>
                    <a:pt x="1086212" y="570358"/>
                  </a:lnTo>
                  <a:lnTo>
                    <a:pt x="1096677" y="520109"/>
                  </a:lnTo>
                  <a:close/>
                  <a:moveTo>
                    <a:pt x="1086212" y="570358"/>
                  </a:moveTo>
                  <a:lnTo>
                    <a:pt x="1142575" y="562518"/>
                  </a:lnTo>
                  <a:lnTo>
                    <a:pt x="1096677" y="520109"/>
                  </a:lnTo>
                  <a:close/>
                  <a:moveTo>
                    <a:pt x="1142575" y="562518"/>
                  </a:moveTo>
                  <a:lnTo>
                    <a:pt x="1148536" y="539326"/>
                  </a:lnTo>
                  <a:lnTo>
                    <a:pt x="1096677" y="520109"/>
                  </a:lnTo>
                  <a:close/>
                  <a:moveTo>
                    <a:pt x="1489516" y="846829"/>
                  </a:moveTo>
                  <a:lnTo>
                    <a:pt x="1433261" y="905157"/>
                  </a:lnTo>
                  <a:lnTo>
                    <a:pt x="1481634" y="911340"/>
                  </a:lnTo>
                  <a:close/>
                  <a:moveTo>
                    <a:pt x="1531769" y="850460"/>
                  </a:moveTo>
                  <a:lnTo>
                    <a:pt x="1489516" y="846829"/>
                  </a:lnTo>
                  <a:lnTo>
                    <a:pt x="1481634" y="911340"/>
                  </a:lnTo>
                  <a:close/>
                  <a:moveTo>
                    <a:pt x="1220137" y="478764"/>
                  </a:moveTo>
                  <a:lnTo>
                    <a:pt x="1237040" y="427228"/>
                  </a:lnTo>
                  <a:lnTo>
                    <a:pt x="1214242" y="479494"/>
                  </a:lnTo>
                  <a:close/>
                  <a:moveTo>
                    <a:pt x="1214242" y="479494"/>
                  </a:moveTo>
                  <a:lnTo>
                    <a:pt x="1195018" y="432379"/>
                  </a:lnTo>
                  <a:lnTo>
                    <a:pt x="1213049" y="478764"/>
                  </a:lnTo>
                  <a:close/>
                  <a:moveTo>
                    <a:pt x="1220137" y="478764"/>
                  </a:moveTo>
                  <a:lnTo>
                    <a:pt x="1217243" y="477053"/>
                  </a:lnTo>
                  <a:lnTo>
                    <a:pt x="1237040" y="427228"/>
                  </a:lnTo>
                  <a:close/>
                  <a:moveTo>
                    <a:pt x="1333138" y="333312"/>
                  </a:moveTo>
                  <a:lnTo>
                    <a:pt x="1279677" y="338792"/>
                  </a:lnTo>
                  <a:lnTo>
                    <a:pt x="1339792" y="390645"/>
                  </a:lnTo>
                  <a:close/>
                  <a:moveTo>
                    <a:pt x="1279677" y="338792"/>
                  </a:moveTo>
                  <a:lnTo>
                    <a:pt x="1273524" y="327503"/>
                  </a:lnTo>
                  <a:lnTo>
                    <a:pt x="1274613" y="391551"/>
                  </a:lnTo>
                  <a:close/>
                  <a:moveTo>
                    <a:pt x="1455770" y="533649"/>
                  </a:moveTo>
                  <a:lnTo>
                    <a:pt x="1506858" y="519016"/>
                  </a:lnTo>
                  <a:lnTo>
                    <a:pt x="1514874" y="496018"/>
                  </a:lnTo>
                  <a:close/>
                  <a:moveTo>
                    <a:pt x="1440854" y="528848"/>
                  </a:moveTo>
                  <a:lnTo>
                    <a:pt x="1455770" y="533649"/>
                  </a:lnTo>
                  <a:lnTo>
                    <a:pt x="1514874" y="496018"/>
                  </a:lnTo>
                  <a:close/>
                  <a:moveTo>
                    <a:pt x="1506858" y="519016"/>
                  </a:moveTo>
                  <a:lnTo>
                    <a:pt x="1540565" y="509556"/>
                  </a:lnTo>
                  <a:lnTo>
                    <a:pt x="1514874" y="496018"/>
                  </a:lnTo>
                  <a:close/>
                  <a:moveTo>
                    <a:pt x="1384952" y="416673"/>
                  </a:moveTo>
                  <a:lnTo>
                    <a:pt x="1406718" y="401217"/>
                  </a:lnTo>
                  <a:lnTo>
                    <a:pt x="1359705" y="400120"/>
                  </a:lnTo>
                  <a:close/>
                  <a:moveTo>
                    <a:pt x="1544525" y="433925"/>
                  </a:moveTo>
                  <a:lnTo>
                    <a:pt x="1540565" y="509556"/>
                  </a:lnTo>
                  <a:lnTo>
                    <a:pt x="1583113" y="441575"/>
                  </a:lnTo>
                  <a:close/>
                  <a:moveTo>
                    <a:pt x="1583113" y="441575"/>
                  </a:moveTo>
                  <a:lnTo>
                    <a:pt x="1540565" y="509556"/>
                  </a:lnTo>
                  <a:lnTo>
                    <a:pt x="1573258" y="503016"/>
                  </a:lnTo>
                  <a:close/>
                  <a:moveTo>
                    <a:pt x="1460774" y="354946"/>
                  </a:moveTo>
                  <a:lnTo>
                    <a:pt x="1486112" y="406483"/>
                  </a:lnTo>
                  <a:lnTo>
                    <a:pt x="1445823" y="342426"/>
                  </a:lnTo>
                  <a:close/>
                  <a:moveTo>
                    <a:pt x="1288932" y="80296"/>
                  </a:moveTo>
                  <a:lnTo>
                    <a:pt x="1326757" y="73169"/>
                  </a:lnTo>
                  <a:lnTo>
                    <a:pt x="1295274" y="64103"/>
                  </a:lnTo>
                  <a:close/>
                  <a:moveTo>
                    <a:pt x="1629276" y="432714"/>
                  </a:moveTo>
                  <a:lnTo>
                    <a:pt x="1583113" y="441575"/>
                  </a:lnTo>
                  <a:lnTo>
                    <a:pt x="1628507" y="436621"/>
                  </a:lnTo>
                  <a:close/>
                  <a:moveTo>
                    <a:pt x="1629276" y="432714"/>
                  </a:moveTo>
                  <a:lnTo>
                    <a:pt x="1584833" y="430863"/>
                  </a:lnTo>
                  <a:lnTo>
                    <a:pt x="1583113" y="441575"/>
                  </a:lnTo>
                  <a:close/>
                  <a:moveTo>
                    <a:pt x="1584833" y="430863"/>
                  </a:moveTo>
                  <a:lnTo>
                    <a:pt x="1629276" y="432714"/>
                  </a:lnTo>
                  <a:lnTo>
                    <a:pt x="1642649" y="359099"/>
                  </a:lnTo>
                  <a:close/>
                  <a:moveTo>
                    <a:pt x="1584833" y="430863"/>
                  </a:moveTo>
                  <a:lnTo>
                    <a:pt x="1642649" y="359099"/>
                  </a:lnTo>
                  <a:lnTo>
                    <a:pt x="1593892" y="360756"/>
                  </a:lnTo>
                  <a:close/>
                  <a:moveTo>
                    <a:pt x="1642649" y="359099"/>
                  </a:moveTo>
                  <a:lnTo>
                    <a:pt x="1643138" y="356423"/>
                  </a:lnTo>
                  <a:lnTo>
                    <a:pt x="1595973" y="354757"/>
                  </a:lnTo>
                  <a:close/>
                  <a:moveTo>
                    <a:pt x="1360929" y="0"/>
                  </a:moveTo>
                  <a:lnTo>
                    <a:pt x="1326757" y="73169"/>
                  </a:lnTo>
                  <a:lnTo>
                    <a:pt x="1349404" y="69116"/>
                  </a:lnTo>
                  <a:close/>
                  <a:moveTo>
                    <a:pt x="1414093" y="54507"/>
                  </a:moveTo>
                  <a:lnTo>
                    <a:pt x="1416492" y="49075"/>
                  </a:lnTo>
                  <a:lnTo>
                    <a:pt x="1389753" y="67987"/>
                  </a:lnTo>
                  <a:close/>
                  <a:moveTo>
                    <a:pt x="1360929" y="0"/>
                  </a:moveTo>
                  <a:lnTo>
                    <a:pt x="1349404" y="69116"/>
                  </a:lnTo>
                  <a:lnTo>
                    <a:pt x="1389753" y="67987"/>
                  </a:lnTo>
                  <a:close/>
                  <a:moveTo>
                    <a:pt x="1643138" y="356423"/>
                  </a:moveTo>
                  <a:lnTo>
                    <a:pt x="1659848" y="284001"/>
                  </a:lnTo>
                  <a:lnTo>
                    <a:pt x="1595973" y="354757"/>
                  </a:lnTo>
                  <a:close/>
                  <a:moveTo>
                    <a:pt x="1643138" y="356423"/>
                  </a:moveTo>
                  <a:lnTo>
                    <a:pt x="1689578" y="355378"/>
                  </a:lnTo>
                  <a:lnTo>
                    <a:pt x="1713027" y="308148"/>
                  </a:lnTo>
                  <a:close/>
                  <a:moveTo>
                    <a:pt x="1759173" y="277589"/>
                  </a:moveTo>
                  <a:lnTo>
                    <a:pt x="1720208" y="271284"/>
                  </a:lnTo>
                  <a:lnTo>
                    <a:pt x="1713027" y="308148"/>
                  </a:lnTo>
                  <a:close/>
                  <a:moveTo>
                    <a:pt x="1720208" y="271284"/>
                  </a:moveTo>
                  <a:lnTo>
                    <a:pt x="1759173" y="277589"/>
                  </a:lnTo>
                  <a:lnTo>
                    <a:pt x="1752699" y="220109"/>
                  </a:lnTo>
                  <a:close/>
                  <a:moveTo>
                    <a:pt x="1537489" y="117656"/>
                  </a:moveTo>
                  <a:lnTo>
                    <a:pt x="1577670" y="122972"/>
                  </a:lnTo>
                  <a:lnTo>
                    <a:pt x="1564367" y="71045"/>
                  </a:lnTo>
                  <a:close/>
                  <a:moveTo>
                    <a:pt x="1564367" y="71045"/>
                  </a:moveTo>
                  <a:lnTo>
                    <a:pt x="1602180" y="128054"/>
                  </a:lnTo>
                  <a:lnTo>
                    <a:pt x="1592562" y="76518"/>
                  </a:lnTo>
                  <a:close/>
                  <a:moveTo>
                    <a:pt x="1564367" y="71045"/>
                  </a:moveTo>
                  <a:lnTo>
                    <a:pt x="1577670" y="122972"/>
                  </a:lnTo>
                  <a:lnTo>
                    <a:pt x="1602180" y="12805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05" name="Output_density__4304">
              <a:extLst>
                <a:ext uri="{FF2B5EF4-FFF2-40B4-BE49-F238E27FC236}">
                  <a16:creationId xmlns:a16="http://schemas.microsoft.com/office/drawing/2014/main" id="{3719AC20-00F1-B99A-FB05-B51EB5E04C8B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336723"/>
              <a:ext cx="1787663" cy="1343324"/>
            </a:xfrm>
            <a:custGeom>
              <a:avLst/>
              <a:gdLst/>
              <a:ahLst/>
              <a:cxnLst/>
              <a:rect l="0" t="0" r="0" b="0"/>
              <a:pathLst>
                <a:path w="1787663" h="1343324">
                  <a:moveTo>
                    <a:pt x="115064" y="897520"/>
                  </a:moveTo>
                  <a:lnTo>
                    <a:pt x="91876" y="921614"/>
                  </a:lnTo>
                  <a:lnTo>
                    <a:pt x="135111" y="949057"/>
                  </a:lnTo>
                  <a:close/>
                  <a:moveTo>
                    <a:pt x="45759" y="845984"/>
                  </a:moveTo>
                  <a:lnTo>
                    <a:pt x="8585" y="806878"/>
                  </a:lnTo>
                  <a:lnTo>
                    <a:pt x="0" y="818541"/>
                  </a:lnTo>
                  <a:close/>
                  <a:moveTo>
                    <a:pt x="45759" y="845984"/>
                  </a:moveTo>
                  <a:lnTo>
                    <a:pt x="0" y="818541"/>
                  </a:lnTo>
                  <a:lnTo>
                    <a:pt x="34964" y="870078"/>
                  </a:lnTo>
                  <a:close/>
                  <a:moveTo>
                    <a:pt x="537612" y="1234183"/>
                  </a:moveTo>
                  <a:lnTo>
                    <a:pt x="533425" y="1302152"/>
                  </a:lnTo>
                  <a:lnTo>
                    <a:pt x="555388" y="1249368"/>
                  </a:lnTo>
                  <a:close/>
                  <a:moveTo>
                    <a:pt x="537612" y="1234183"/>
                  </a:moveTo>
                  <a:lnTo>
                    <a:pt x="479257" y="1258277"/>
                  </a:lnTo>
                  <a:lnTo>
                    <a:pt x="533425" y="1302152"/>
                  </a:lnTo>
                  <a:close/>
                  <a:moveTo>
                    <a:pt x="555388" y="1249368"/>
                  </a:moveTo>
                  <a:lnTo>
                    <a:pt x="533425" y="1302152"/>
                  </a:lnTo>
                  <a:lnTo>
                    <a:pt x="604072" y="1256715"/>
                  </a:lnTo>
                  <a:close/>
                  <a:moveTo>
                    <a:pt x="480058" y="1142401"/>
                  </a:moveTo>
                  <a:lnTo>
                    <a:pt x="462737" y="1142736"/>
                  </a:lnTo>
                  <a:lnTo>
                    <a:pt x="536215" y="1182646"/>
                  </a:lnTo>
                  <a:close/>
                  <a:moveTo>
                    <a:pt x="673957" y="1343324"/>
                  </a:moveTo>
                  <a:lnTo>
                    <a:pt x="728235" y="1313162"/>
                  </a:lnTo>
                  <a:lnTo>
                    <a:pt x="680314" y="1330768"/>
                  </a:lnTo>
                  <a:close/>
                  <a:moveTo>
                    <a:pt x="752825" y="1328624"/>
                  </a:moveTo>
                  <a:lnTo>
                    <a:pt x="728235" y="1313162"/>
                  </a:lnTo>
                  <a:lnTo>
                    <a:pt x="673957" y="1343324"/>
                  </a:lnTo>
                  <a:close/>
                  <a:moveTo>
                    <a:pt x="680314" y="1330768"/>
                  </a:moveTo>
                  <a:lnTo>
                    <a:pt x="728235" y="1313162"/>
                  </a:lnTo>
                  <a:lnTo>
                    <a:pt x="696872" y="1294103"/>
                  </a:lnTo>
                  <a:close/>
                  <a:moveTo>
                    <a:pt x="608513" y="1225673"/>
                  </a:moveTo>
                  <a:lnTo>
                    <a:pt x="555388" y="1249368"/>
                  </a:lnTo>
                  <a:lnTo>
                    <a:pt x="604072" y="1256715"/>
                  </a:lnTo>
                  <a:close/>
                  <a:moveTo>
                    <a:pt x="536215" y="1182646"/>
                  </a:moveTo>
                  <a:lnTo>
                    <a:pt x="539374" y="1181157"/>
                  </a:lnTo>
                  <a:lnTo>
                    <a:pt x="480058" y="1142401"/>
                  </a:lnTo>
                  <a:close/>
                  <a:moveTo>
                    <a:pt x="539374" y="1181157"/>
                  </a:moveTo>
                  <a:lnTo>
                    <a:pt x="589867" y="1178089"/>
                  </a:lnTo>
                  <a:lnTo>
                    <a:pt x="565274" y="1151432"/>
                  </a:lnTo>
                  <a:close/>
                  <a:moveTo>
                    <a:pt x="311200" y="963758"/>
                  </a:moveTo>
                  <a:lnTo>
                    <a:pt x="345597" y="973776"/>
                  </a:lnTo>
                  <a:lnTo>
                    <a:pt x="341196" y="914611"/>
                  </a:lnTo>
                  <a:close/>
                  <a:moveTo>
                    <a:pt x="345597" y="973776"/>
                  </a:moveTo>
                  <a:lnTo>
                    <a:pt x="365448" y="976499"/>
                  </a:lnTo>
                  <a:lnTo>
                    <a:pt x="341196" y="914611"/>
                  </a:lnTo>
                  <a:close/>
                  <a:moveTo>
                    <a:pt x="728235" y="1313162"/>
                  </a:moveTo>
                  <a:lnTo>
                    <a:pt x="752825" y="1328624"/>
                  </a:lnTo>
                  <a:lnTo>
                    <a:pt x="755683" y="1307477"/>
                  </a:lnTo>
                  <a:close/>
                  <a:moveTo>
                    <a:pt x="755683" y="1307477"/>
                  </a:moveTo>
                  <a:lnTo>
                    <a:pt x="696872" y="1294103"/>
                  </a:lnTo>
                  <a:lnTo>
                    <a:pt x="728235" y="1313162"/>
                  </a:lnTo>
                  <a:close/>
                  <a:moveTo>
                    <a:pt x="708984" y="1244716"/>
                  </a:moveTo>
                  <a:lnTo>
                    <a:pt x="696872" y="1294103"/>
                  </a:lnTo>
                  <a:lnTo>
                    <a:pt x="755683" y="1307477"/>
                  </a:lnTo>
                  <a:close/>
                  <a:moveTo>
                    <a:pt x="763479" y="1238395"/>
                  </a:moveTo>
                  <a:lnTo>
                    <a:pt x="708984" y="1244716"/>
                  </a:lnTo>
                  <a:lnTo>
                    <a:pt x="755683" y="1307477"/>
                  </a:lnTo>
                  <a:close/>
                  <a:moveTo>
                    <a:pt x="808517" y="1302505"/>
                  </a:moveTo>
                  <a:lnTo>
                    <a:pt x="755683" y="1307477"/>
                  </a:lnTo>
                  <a:lnTo>
                    <a:pt x="752825" y="1328624"/>
                  </a:lnTo>
                  <a:close/>
                  <a:moveTo>
                    <a:pt x="708984" y="1244716"/>
                  </a:moveTo>
                  <a:lnTo>
                    <a:pt x="763479" y="1238395"/>
                  </a:lnTo>
                  <a:lnTo>
                    <a:pt x="712431" y="1217375"/>
                  </a:lnTo>
                  <a:close/>
                  <a:moveTo>
                    <a:pt x="763479" y="1238395"/>
                  </a:moveTo>
                  <a:lnTo>
                    <a:pt x="764092" y="1235849"/>
                  </a:lnTo>
                  <a:lnTo>
                    <a:pt x="712431" y="1217375"/>
                  </a:lnTo>
                  <a:close/>
                  <a:moveTo>
                    <a:pt x="656943" y="1144815"/>
                  </a:moveTo>
                  <a:lnTo>
                    <a:pt x="669822" y="1134458"/>
                  </a:lnTo>
                  <a:lnTo>
                    <a:pt x="632095" y="1091690"/>
                  </a:lnTo>
                  <a:close/>
                  <a:moveTo>
                    <a:pt x="260744" y="619092"/>
                  </a:moveTo>
                  <a:lnTo>
                    <a:pt x="228016" y="628963"/>
                  </a:lnTo>
                  <a:lnTo>
                    <a:pt x="269701" y="621039"/>
                  </a:lnTo>
                  <a:close/>
                  <a:moveTo>
                    <a:pt x="772828" y="1168052"/>
                  </a:moveTo>
                  <a:lnTo>
                    <a:pt x="712431" y="1217375"/>
                  </a:lnTo>
                  <a:lnTo>
                    <a:pt x="764092" y="1235849"/>
                  </a:lnTo>
                  <a:close/>
                  <a:moveTo>
                    <a:pt x="772828" y="1168052"/>
                  </a:moveTo>
                  <a:lnTo>
                    <a:pt x="814068" y="1172507"/>
                  </a:lnTo>
                  <a:lnTo>
                    <a:pt x="769809" y="1122324"/>
                  </a:lnTo>
                  <a:close/>
                  <a:moveTo>
                    <a:pt x="706831" y="1120981"/>
                  </a:moveTo>
                  <a:lnTo>
                    <a:pt x="632095" y="1091690"/>
                  </a:lnTo>
                  <a:lnTo>
                    <a:pt x="669822" y="1134458"/>
                  </a:lnTo>
                  <a:close/>
                  <a:moveTo>
                    <a:pt x="694493" y="1068269"/>
                  </a:moveTo>
                  <a:lnTo>
                    <a:pt x="640187" y="1074436"/>
                  </a:lnTo>
                  <a:lnTo>
                    <a:pt x="706831" y="1120981"/>
                  </a:lnTo>
                  <a:close/>
                  <a:moveTo>
                    <a:pt x="640187" y="1074436"/>
                  </a:moveTo>
                  <a:lnTo>
                    <a:pt x="694493" y="1068269"/>
                  </a:lnTo>
                  <a:lnTo>
                    <a:pt x="675286" y="1021141"/>
                  </a:lnTo>
                  <a:close/>
                  <a:moveTo>
                    <a:pt x="640187" y="1074436"/>
                  </a:moveTo>
                  <a:lnTo>
                    <a:pt x="675286" y="1021141"/>
                  </a:lnTo>
                  <a:lnTo>
                    <a:pt x="616865" y="1030655"/>
                  </a:lnTo>
                  <a:close/>
                  <a:moveTo>
                    <a:pt x="616865" y="1030655"/>
                  </a:moveTo>
                  <a:lnTo>
                    <a:pt x="675286" y="1021141"/>
                  </a:lnTo>
                  <a:lnTo>
                    <a:pt x="610777" y="972861"/>
                  </a:lnTo>
                  <a:close/>
                  <a:moveTo>
                    <a:pt x="481448" y="742899"/>
                  </a:moveTo>
                  <a:lnTo>
                    <a:pt x="457224" y="773702"/>
                  </a:lnTo>
                  <a:lnTo>
                    <a:pt x="474795" y="756476"/>
                  </a:lnTo>
                  <a:close/>
                  <a:moveTo>
                    <a:pt x="233953" y="549376"/>
                  </a:moveTo>
                  <a:lnTo>
                    <a:pt x="283294" y="547245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85877" y="535721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96178" y="543462"/>
                  </a:lnTo>
                  <a:lnTo>
                    <a:pt x="285877" y="535721"/>
                  </a:lnTo>
                  <a:close/>
                  <a:moveTo>
                    <a:pt x="834212" y="1093387"/>
                  </a:moveTo>
                  <a:lnTo>
                    <a:pt x="769809" y="1122324"/>
                  </a:lnTo>
                  <a:lnTo>
                    <a:pt x="822325" y="1143998"/>
                  </a:lnTo>
                  <a:close/>
                  <a:moveTo>
                    <a:pt x="489779" y="744294"/>
                  </a:moveTo>
                  <a:lnTo>
                    <a:pt x="543948" y="738238"/>
                  </a:lnTo>
                  <a:lnTo>
                    <a:pt x="523397" y="725061"/>
                  </a:lnTo>
                  <a:close/>
                  <a:moveTo>
                    <a:pt x="443707" y="570904"/>
                  </a:moveTo>
                  <a:lnTo>
                    <a:pt x="482553" y="622441"/>
                  </a:lnTo>
                  <a:lnTo>
                    <a:pt x="440951" y="594998"/>
                  </a:lnTo>
                  <a:close/>
                  <a:moveTo>
                    <a:pt x="366644" y="580208"/>
                  </a:moveTo>
                  <a:lnTo>
                    <a:pt x="412982" y="570904"/>
                  </a:lnTo>
                  <a:lnTo>
                    <a:pt x="369619" y="539240"/>
                  </a:lnTo>
                  <a:close/>
                  <a:moveTo>
                    <a:pt x="296178" y="543462"/>
                  </a:moveTo>
                  <a:lnTo>
                    <a:pt x="330939" y="519368"/>
                  </a:lnTo>
                  <a:lnTo>
                    <a:pt x="285877" y="535721"/>
                  </a:lnTo>
                  <a:close/>
                  <a:moveTo>
                    <a:pt x="654290" y="752957"/>
                  </a:moveTo>
                  <a:lnTo>
                    <a:pt x="644434" y="701420"/>
                  </a:lnTo>
                  <a:lnTo>
                    <a:pt x="655523" y="734805"/>
                  </a:lnTo>
                  <a:close/>
                  <a:moveTo>
                    <a:pt x="634811" y="697146"/>
                  </a:moveTo>
                  <a:lnTo>
                    <a:pt x="629709" y="706498"/>
                  </a:lnTo>
                  <a:lnTo>
                    <a:pt x="626057" y="725514"/>
                  </a:lnTo>
                  <a:close/>
                  <a:moveTo>
                    <a:pt x="485756" y="624105"/>
                  </a:moveTo>
                  <a:lnTo>
                    <a:pt x="482553" y="622441"/>
                  </a:lnTo>
                  <a:lnTo>
                    <a:pt x="512705" y="598347"/>
                  </a:lnTo>
                  <a:close/>
                  <a:moveTo>
                    <a:pt x="485756" y="624105"/>
                  </a:moveTo>
                  <a:lnTo>
                    <a:pt x="515309" y="599701"/>
                  </a:lnTo>
                  <a:lnTo>
                    <a:pt x="487365" y="622441"/>
                  </a:lnTo>
                  <a:close/>
                  <a:moveTo>
                    <a:pt x="483552" y="561128"/>
                  </a:moveTo>
                  <a:lnTo>
                    <a:pt x="514598" y="597039"/>
                  </a:lnTo>
                  <a:lnTo>
                    <a:pt x="443707" y="570904"/>
                  </a:lnTo>
                  <a:close/>
                  <a:moveTo>
                    <a:pt x="443707" y="570904"/>
                  </a:moveTo>
                  <a:lnTo>
                    <a:pt x="512705" y="598347"/>
                  </a:lnTo>
                  <a:lnTo>
                    <a:pt x="482553" y="622441"/>
                  </a:lnTo>
                  <a:close/>
                  <a:moveTo>
                    <a:pt x="423333" y="430492"/>
                  </a:moveTo>
                  <a:lnTo>
                    <a:pt x="387038" y="429692"/>
                  </a:lnTo>
                  <a:lnTo>
                    <a:pt x="342638" y="438366"/>
                  </a:lnTo>
                  <a:close/>
                  <a:moveTo>
                    <a:pt x="423333" y="430492"/>
                  </a:moveTo>
                  <a:lnTo>
                    <a:pt x="453698" y="443737"/>
                  </a:lnTo>
                  <a:lnTo>
                    <a:pt x="436985" y="441760"/>
                  </a:lnTo>
                  <a:close/>
                  <a:moveTo>
                    <a:pt x="893538" y="1083138"/>
                  </a:moveTo>
                  <a:lnTo>
                    <a:pt x="860661" y="1071885"/>
                  </a:lnTo>
                  <a:lnTo>
                    <a:pt x="876246" y="1034453"/>
                  </a:lnTo>
                  <a:close/>
                  <a:moveTo>
                    <a:pt x="1027707" y="859378"/>
                  </a:moveTo>
                  <a:lnTo>
                    <a:pt x="995286" y="935009"/>
                  </a:lnTo>
                  <a:lnTo>
                    <a:pt x="1041655" y="910915"/>
                  </a:lnTo>
                  <a:close/>
                  <a:moveTo>
                    <a:pt x="895722" y="704906"/>
                  </a:moveTo>
                  <a:lnTo>
                    <a:pt x="842146" y="710479"/>
                  </a:lnTo>
                  <a:lnTo>
                    <a:pt x="887793" y="774095"/>
                  </a:lnTo>
                  <a:close/>
                  <a:moveTo>
                    <a:pt x="768172" y="669895"/>
                  </a:moveTo>
                  <a:lnTo>
                    <a:pt x="735492" y="658480"/>
                  </a:lnTo>
                  <a:lnTo>
                    <a:pt x="784665" y="719228"/>
                  </a:lnTo>
                  <a:close/>
                  <a:moveTo>
                    <a:pt x="895722" y="704906"/>
                  </a:moveTo>
                  <a:lnTo>
                    <a:pt x="833629" y="654661"/>
                  </a:lnTo>
                  <a:lnTo>
                    <a:pt x="842146" y="710479"/>
                  </a:lnTo>
                  <a:close/>
                  <a:moveTo>
                    <a:pt x="768172" y="669895"/>
                  </a:moveTo>
                  <a:lnTo>
                    <a:pt x="833629" y="654661"/>
                  </a:lnTo>
                  <a:lnTo>
                    <a:pt x="776206" y="606644"/>
                  </a:lnTo>
                  <a:close/>
                  <a:moveTo>
                    <a:pt x="739669" y="550159"/>
                  </a:moveTo>
                  <a:lnTo>
                    <a:pt x="752777" y="556925"/>
                  </a:lnTo>
                  <a:lnTo>
                    <a:pt x="680963" y="514583"/>
                  </a:lnTo>
                  <a:close/>
                  <a:moveTo>
                    <a:pt x="617753" y="465247"/>
                  </a:moveTo>
                  <a:lnTo>
                    <a:pt x="630601" y="471180"/>
                  </a:lnTo>
                  <a:lnTo>
                    <a:pt x="608248" y="462931"/>
                  </a:lnTo>
                  <a:close/>
                  <a:moveTo>
                    <a:pt x="838510" y="653232"/>
                  </a:moveTo>
                  <a:lnTo>
                    <a:pt x="895854" y="704634"/>
                  </a:lnTo>
                  <a:lnTo>
                    <a:pt x="906740" y="633206"/>
                  </a:lnTo>
                  <a:close/>
                  <a:moveTo>
                    <a:pt x="830688" y="635664"/>
                  </a:moveTo>
                  <a:lnTo>
                    <a:pt x="908945" y="618680"/>
                  </a:lnTo>
                  <a:lnTo>
                    <a:pt x="853604" y="586447"/>
                  </a:lnTo>
                  <a:close/>
                  <a:moveTo>
                    <a:pt x="895854" y="704634"/>
                  </a:moveTo>
                  <a:lnTo>
                    <a:pt x="921939" y="629138"/>
                  </a:lnTo>
                  <a:lnTo>
                    <a:pt x="906740" y="633206"/>
                  </a:lnTo>
                  <a:close/>
                  <a:moveTo>
                    <a:pt x="906740" y="633206"/>
                  </a:moveTo>
                  <a:lnTo>
                    <a:pt x="921939" y="629138"/>
                  </a:lnTo>
                  <a:lnTo>
                    <a:pt x="908945" y="618680"/>
                  </a:lnTo>
                  <a:close/>
                  <a:moveTo>
                    <a:pt x="921939" y="629138"/>
                  </a:moveTo>
                  <a:lnTo>
                    <a:pt x="978404" y="612926"/>
                  </a:lnTo>
                  <a:lnTo>
                    <a:pt x="908945" y="618680"/>
                  </a:lnTo>
                  <a:close/>
                  <a:moveTo>
                    <a:pt x="908945" y="618680"/>
                  </a:moveTo>
                  <a:lnTo>
                    <a:pt x="984549" y="591773"/>
                  </a:lnTo>
                  <a:lnTo>
                    <a:pt x="928061" y="555250"/>
                  </a:lnTo>
                  <a:close/>
                  <a:moveTo>
                    <a:pt x="853604" y="586447"/>
                  </a:moveTo>
                  <a:lnTo>
                    <a:pt x="908945" y="618680"/>
                  </a:lnTo>
                  <a:lnTo>
                    <a:pt x="928061" y="555250"/>
                  </a:lnTo>
                  <a:close/>
                  <a:moveTo>
                    <a:pt x="1368362" y="890170"/>
                  </a:moveTo>
                  <a:lnTo>
                    <a:pt x="1354506" y="926922"/>
                  </a:lnTo>
                  <a:lnTo>
                    <a:pt x="1383650" y="900986"/>
                  </a:lnTo>
                  <a:close/>
                  <a:moveTo>
                    <a:pt x="1111515" y="717124"/>
                  </a:moveTo>
                  <a:lnTo>
                    <a:pt x="1177713" y="690324"/>
                  </a:lnTo>
                  <a:lnTo>
                    <a:pt x="1119367" y="708118"/>
                  </a:lnTo>
                  <a:close/>
                  <a:moveTo>
                    <a:pt x="1177713" y="690324"/>
                  </a:moveTo>
                  <a:lnTo>
                    <a:pt x="1144342" y="665182"/>
                  </a:lnTo>
                  <a:lnTo>
                    <a:pt x="1119367" y="708118"/>
                  </a:lnTo>
                  <a:close/>
                  <a:moveTo>
                    <a:pt x="1402086" y="866076"/>
                  </a:moveTo>
                  <a:lnTo>
                    <a:pt x="1383650" y="900986"/>
                  </a:lnTo>
                  <a:lnTo>
                    <a:pt x="1412667" y="874575"/>
                  </a:lnTo>
                  <a:close/>
                  <a:moveTo>
                    <a:pt x="1402086" y="866076"/>
                  </a:moveTo>
                  <a:lnTo>
                    <a:pt x="1368362" y="890170"/>
                  </a:lnTo>
                  <a:lnTo>
                    <a:pt x="1383650" y="900986"/>
                  </a:lnTo>
                  <a:close/>
                  <a:moveTo>
                    <a:pt x="1412667" y="874575"/>
                  </a:moveTo>
                  <a:lnTo>
                    <a:pt x="1383650" y="900986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412667" y="874575"/>
                  </a:lnTo>
                  <a:lnTo>
                    <a:pt x="1468225" y="907619"/>
                  </a:lnTo>
                  <a:close/>
                  <a:moveTo>
                    <a:pt x="1524480" y="849291"/>
                  </a:moveTo>
                  <a:lnTo>
                    <a:pt x="1481787" y="846017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524480" y="849291"/>
                  </a:lnTo>
                  <a:lnTo>
                    <a:pt x="1513401" y="795555"/>
                  </a:lnTo>
                  <a:close/>
                  <a:moveTo>
                    <a:pt x="1481787" y="846017"/>
                  </a:moveTo>
                  <a:lnTo>
                    <a:pt x="1513401" y="795555"/>
                  </a:lnTo>
                  <a:lnTo>
                    <a:pt x="1469832" y="792994"/>
                  </a:lnTo>
                  <a:close/>
                  <a:moveTo>
                    <a:pt x="1272003" y="429690"/>
                  </a:moveTo>
                  <a:lnTo>
                    <a:pt x="1252207" y="479515"/>
                  </a:lnTo>
                  <a:lnTo>
                    <a:pt x="1314309" y="411708"/>
                  </a:lnTo>
                  <a:close/>
                  <a:moveTo>
                    <a:pt x="1314641" y="341254"/>
                  </a:moveTo>
                  <a:lnTo>
                    <a:pt x="1309576" y="394013"/>
                  </a:lnTo>
                  <a:lnTo>
                    <a:pt x="1374756" y="393107"/>
                  </a:lnTo>
                  <a:close/>
                  <a:moveTo>
                    <a:pt x="1419916" y="419135"/>
                  </a:moveTo>
                  <a:lnTo>
                    <a:pt x="1469859" y="416515"/>
                  </a:lnTo>
                  <a:lnTo>
                    <a:pt x="1441682" y="403679"/>
                  </a:lnTo>
                  <a:close/>
                  <a:moveTo>
                    <a:pt x="1441682" y="403679"/>
                  </a:moveTo>
                  <a:lnTo>
                    <a:pt x="1469859" y="416515"/>
                  </a:lnTo>
                  <a:lnTo>
                    <a:pt x="1490375" y="411059"/>
                  </a:lnTo>
                  <a:close/>
                  <a:moveTo>
                    <a:pt x="1495738" y="357408"/>
                  </a:moveTo>
                  <a:lnTo>
                    <a:pt x="1469859" y="416515"/>
                  </a:lnTo>
                  <a:lnTo>
                    <a:pt x="1521076" y="408944"/>
                  </a:lnTo>
                  <a:close/>
                  <a:moveTo>
                    <a:pt x="1521076" y="408944"/>
                  </a:moveTo>
                  <a:lnTo>
                    <a:pt x="1495980" y="395278"/>
                  </a:lnTo>
                  <a:lnTo>
                    <a:pt x="1480786" y="344888"/>
                  </a:lnTo>
                  <a:close/>
                  <a:moveTo>
                    <a:pt x="1330238" y="66564"/>
                  </a:moveTo>
                  <a:lnTo>
                    <a:pt x="1361720" y="75631"/>
                  </a:lnTo>
                  <a:lnTo>
                    <a:pt x="1393482" y="0"/>
                  </a:lnTo>
                  <a:close/>
                  <a:moveTo>
                    <a:pt x="1451456" y="51537"/>
                  </a:moveTo>
                  <a:lnTo>
                    <a:pt x="1449056" y="56969"/>
                  </a:lnTo>
                  <a:lnTo>
                    <a:pt x="1411805" y="112014"/>
                  </a:lnTo>
                  <a:close/>
                  <a:moveTo>
                    <a:pt x="1424716" y="70449"/>
                  </a:moveTo>
                  <a:lnTo>
                    <a:pt x="1451456" y="51537"/>
                  </a:lnTo>
                  <a:lnTo>
                    <a:pt x="1395893" y="2462"/>
                  </a:lnTo>
                  <a:close/>
                  <a:moveTo>
                    <a:pt x="1694812" y="286463"/>
                  </a:moveTo>
                  <a:lnTo>
                    <a:pt x="1678101" y="358885"/>
                  </a:lnTo>
                  <a:lnTo>
                    <a:pt x="1747990" y="310610"/>
                  </a:lnTo>
                  <a:close/>
                  <a:moveTo>
                    <a:pt x="1637144" y="130516"/>
                  </a:moveTo>
                  <a:lnTo>
                    <a:pt x="1614164" y="159611"/>
                  </a:lnTo>
                  <a:lnTo>
                    <a:pt x="1650128" y="132934"/>
                  </a:lnTo>
                  <a:close/>
                  <a:moveTo>
                    <a:pt x="1650128" y="132934"/>
                  </a:moveTo>
                  <a:lnTo>
                    <a:pt x="1614164" y="159611"/>
                  </a:lnTo>
                  <a:lnTo>
                    <a:pt x="1616673" y="184892"/>
                  </a:lnTo>
                  <a:close/>
                  <a:moveTo>
                    <a:pt x="1650128" y="132934"/>
                  </a:moveTo>
                  <a:lnTo>
                    <a:pt x="1616673" y="184892"/>
                  </a:lnTo>
                  <a:lnTo>
                    <a:pt x="1661147" y="186718"/>
                  </a:lnTo>
                  <a:close/>
                  <a:moveTo>
                    <a:pt x="1755172" y="273746"/>
                  </a:moveTo>
                  <a:lnTo>
                    <a:pt x="1694812" y="286463"/>
                  </a:lnTo>
                  <a:lnTo>
                    <a:pt x="1747990" y="310610"/>
                  </a:lnTo>
                  <a:close/>
                  <a:moveTo>
                    <a:pt x="1755172" y="273746"/>
                  </a:moveTo>
                  <a:lnTo>
                    <a:pt x="1787663" y="222571"/>
                  </a:lnTo>
                  <a:lnTo>
                    <a:pt x="1746865" y="217757"/>
                  </a:lnTo>
                  <a:close/>
                  <a:moveTo>
                    <a:pt x="1746865" y="217757"/>
                  </a:moveTo>
                  <a:lnTo>
                    <a:pt x="1787663" y="222571"/>
                  </a:lnTo>
                  <a:lnTo>
                    <a:pt x="1769520" y="174577"/>
                  </a:lnTo>
                  <a:close/>
                  <a:moveTo>
                    <a:pt x="1612633" y="125434"/>
                  </a:moveTo>
                  <a:lnTo>
                    <a:pt x="1614164" y="159611"/>
                  </a:lnTo>
                  <a:lnTo>
                    <a:pt x="1637144" y="130516"/>
                  </a:lnTo>
                  <a:close/>
                  <a:moveTo>
                    <a:pt x="1561165" y="66552"/>
                  </a:moveTo>
                  <a:lnTo>
                    <a:pt x="1583810" y="46121"/>
                  </a:lnTo>
                  <a:lnTo>
                    <a:pt x="1536315" y="43222"/>
                  </a:lnTo>
                  <a:close/>
                  <a:moveTo>
                    <a:pt x="1561165" y="66552"/>
                  </a:moveTo>
                  <a:lnTo>
                    <a:pt x="1599330" y="73506"/>
                  </a:lnTo>
                  <a:lnTo>
                    <a:pt x="1583810" y="46121"/>
                  </a:lnTo>
                  <a:close/>
                  <a:moveTo>
                    <a:pt x="1599330" y="73506"/>
                  </a:moveTo>
                  <a:lnTo>
                    <a:pt x="1627526" y="78980"/>
                  </a:lnTo>
                  <a:lnTo>
                    <a:pt x="1583810" y="4612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06" name="Output_density__4305">
              <a:extLst>
                <a:ext uri="{FF2B5EF4-FFF2-40B4-BE49-F238E27FC236}">
                  <a16:creationId xmlns:a16="http://schemas.microsoft.com/office/drawing/2014/main" id="{9B82C069-7DFB-3CD9-0325-63FC6EDEFD14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276181"/>
              <a:ext cx="1769520" cy="1397798"/>
            </a:xfrm>
            <a:custGeom>
              <a:avLst/>
              <a:gdLst/>
              <a:ahLst/>
              <a:cxnLst/>
              <a:rect l="0" t="0" r="0" b="0"/>
              <a:pathLst>
                <a:path w="1769520" h="1397798">
                  <a:moveTo>
                    <a:pt x="8585" y="867420"/>
                  </a:moveTo>
                  <a:lnTo>
                    <a:pt x="19246" y="837682"/>
                  </a:lnTo>
                  <a:lnTo>
                    <a:pt x="0" y="879084"/>
                  </a:lnTo>
                  <a:close/>
                  <a:moveTo>
                    <a:pt x="0" y="879084"/>
                  </a:moveTo>
                  <a:lnTo>
                    <a:pt x="19246" y="837682"/>
                  </a:lnTo>
                  <a:lnTo>
                    <a:pt x="25752" y="803453"/>
                  </a:lnTo>
                  <a:close/>
                  <a:moveTo>
                    <a:pt x="0" y="879084"/>
                  </a:moveTo>
                  <a:lnTo>
                    <a:pt x="25752" y="803453"/>
                  </a:lnTo>
                  <a:lnTo>
                    <a:pt x="2745" y="827547"/>
                  </a:lnTo>
                  <a:close/>
                  <a:moveTo>
                    <a:pt x="48391" y="771971"/>
                  </a:moveTo>
                  <a:lnTo>
                    <a:pt x="2745" y="827547"/>
                  </a:lnTo>
                  <a:lnTo>
                    <a:pt x="25752" y="803453"/>
                  </a:lnTo>
                  <a:close/>
                  <a:moveTo>
                    <a:pt x="19246" y="837682"/>
                  </a:moveTo>
                  <a:lnTo>
                    <a:pt x="8585" y="867420"/>
                  </a:lnTo>
                  <a:lnTo>
                    <a:pt x="18354" y="854989"/>
                  </a:lnTo>
                  <a:close/>
                  <a:moveTo>
                    <a:pt x="233213" y="986977"/>
                  </a:moveTo>
                  <a:lnTo>
                    <a:pt x="273315" y="953997"/>
                  </a:lnTo>
                  <a:lnTo>
                    <a:pt x="259775" y="940622"/>
                  </a:lnTo>
                  <a:close/>
                  <a:moveTo>
                    <a:pt x="233213" y="986977"/>
                  </a:moveTo>
                  <a:lnTo>
                    <a:pt x="259775" y="940622"/>
                  </a:lnTo>
                  <a:lnTo>
                    <a:pt x="211345" y="942013"/>
                  </a:lnTo>
                  <a:close/>
                  <a:moveTo>
                    <a:pt x="25752" y="803453"/>
                  </a:moveTo>
                  <a:lnTo>
                    <a:pt x="59331" y="738661"/>
                  </a:lnTo>
                  <a:lnTo>
                    <a:pt x="48391" y="771971"/>
                  </a:lnTo>
                  <a:close/>
                  <a:moveTo>
                    <a:pt x="59493" y="727822"/>
                  </a:moveTo>
                  <a:lnTo>
                    <a:pt x="59331" y="738661"/>
                  </a:lnTo>
                  <a:lnTo>
                    <a:pt x="25752" y="803453"/>
                  </a:lnTo>
                  <a:close/>
                  <a:moveTo>
                    <a:pt x="43620" y="779359"/>
                  </a:moveTo>
                  <a:lnTo>
                    <a:pt x="59493" y="727822"/>
                  </a:lnTo>
                  <a:lnTo>
                    <a:pt x="25752" y="803453"/>
                  </a:lnTo>
                  <a:close/>
                  <a:moveTo>
                    <a:pt x="66736" y="705660"/>
                  </a:moveTo>
                  <a:lnTo>
                    <a:pt x="59331" y="738661"/>
                  </a:lnTo>
                  <a:lnTo>
                    <a:pt x="59493" y="727822"/>
                  </a:lnTo>
                  <a:close/>
                  <a:moveTo>
                    <a:pt x="668560" y="1322167"/>
                  </a:moveTo>
                  <a:lnTo>
                    <a:pt x="680314" y="1391310"/>
                  </a:lnTo>
                  <a:lnTo>
                    <a:pt x="696872" y="1354645"/>
                  </a:lnTo>
                  <a:close/>
                  <a:moveTo>
                    <a:pt x="666452" y="1397798"/>
                  </a:moveTo>
                  <a:lnTo>
                    <a:pt x="680314" y="1391310"/>
                  </a:lnTo>
                  <a:lnTo>
                    <a:pt x="668560" y="1322167"/>
                  </a:lnTo>
                  <a:close/>
                  <a:moveTo>
                    <a:pt x="643239" y="1346261"/>
                  </a:moveTo>
                  <a:lnTo>
                    <a:pt x="666452" y="1397798"/>
                  </a:lnTo>
                  <a:lnTo>
                    <a:pt x="668560" y="1322167"/>
                  </a:lnTo>
                  <a:close/>
                  <a:moveTo>
                    <a:pt x="655134" y="1270631"/>
                  </a:moveTo>
                  <a:lnTo>
                    <a:pt x="643239" y="1346261"/>
                  </a:lnTo>
                  <a:lnTo>
                    <a:pt x="668560" y="1322167"/>
                  </a:lnTo>
                  <a:close/>
                  <a:moveTo>
                    <a:pt x="537612" y="1294725"/>
                  </a:moveTo>
                  <a:lnTo>
                    <a:pt x="555388" y="1309911"/>
                  </a:lnTo>
                  <a:lnTo>
                    <a:pt x="558964" y="1288515"/>
                  </a:lnTo>
                  <a:close/>
                  <a:moveTo>
                    <a:pt x="536215" y="1243188"/>
                  </a:moveTo>
                  <a:lnTo>
                    <a:pt x="558964" y="1288515"/>
                  </a:lnTo>
                  <a:lnTo>
                    <a:pt x="539374" y="1241699"/>
                  </a:lnTo>
                  <a:close/>
                  <a:moveTo>
                    <a:pt x="536215" y="1243188"/>
                  </a:moveTo>
                  <a:lnTo>
                    <a:pt x="537612" y="1294725"/>
                  </a:lnTo>
                  <a:lnTo>
                    <a:pt x="558964" y="1288515"/>
                  </a:lnTo>
                  <a:close/>
                  <a:moveTo>
                    <a:pt x="608513" y="1286215"/>
                  </a:moveTo>
                  <a:lnTo>
                    <a:pt x="558964" y="1288515"/>
                  </a:lnTo>
                  <a:lnTo>
                    <a:pt x="555388" y="1309911"/>
                  </a:lnTo>
                  <a:close/>
                  <a:moveTo>
                    <a:pt x="558964" y="1288515"/>
                  </a:moveTo>
                  <a:lnTo>
                    <a:pt x="608513" y="1286215"/>
                  </a:lnTo>
                  <a:lnTo>
                    <a:pt x="589867" y="1238631"/>
                  </a:lnTo>
                  <a:close/>
                  <a:moveTo>
                    <a:pt x="558964" y="1288515"/>
                  </a:moveTo>
                  <a:lnTo>
                    <a:pt x="589867" y="1238631"/>
                  </a:lnTo>
                  <a:lnTo>
                    <a:pt x="539374" y="1241699"/>
                  </a:lnTo>
                  <a:close/>
                  <a:moveTo>
                    <a:pt x="311200" y="1024300"/>
                  </a:moveTo>
                  <a:lnTo>
                    <a:pt x="341196" y="975153"/>
                  </a:lnTo>
                  <a:lnTo>
                    <a:pt x="291418" y="977639"/>
                  </a:lnTo>
                  <a:close/>
                  <a:moveTo>
                    <a:pt x="341196" y="975153"/>
                  </a:moveTo>
                  <a:lnTo>
                    <a:pt x="365448" y="1037042"/>
                  </a:lnTo>
                  <a:lnTo>
                    <a:pt x="407887" y="972883"/>
                  </a:lnTo>
                  <a:close/>
                  <a:moveTo>
                    <a:pt x="59493" y="727822"/>
                  </a:moveTo>
                  <a:lnTo>
                    <a:pt x="72206" y="665451"/>
                  </a:lnTo>
                  <a:lnTo>
                    <a:pt x="66736" y="705660"/>
                  </a:lnTo>
                  <a:close/>
                  <a:moveTo>
                    <a:pt x="75954" y="652192"/>
                  </a:moveTo>
                  <a:lnTo>
                    <a:pt x="72206" y="665451"/>
                  </a:lnTo>
                  <a:lnTo>
                    <a:pt x="59493" y="727822"/>
                  </a:lnTo>
                  <a:close/>
                  <a:moveTo>
                    <a:pt x="468288" y="1024037"/>
                  </a:moveTo>
                  <a:lnTo>
                    <a:pt x="470379" y="1071579"/>
                  </a:lnTo>
                  <a:lnTo>
                    <a:pt x="455669" y="1064484"/>
                  </a:lnTo>
                  <a:close/>
                  <a:moveTo>
                    <a:pt x="81486" y="625910"/>
                  </a:moveTo>
                  <a:lnTo>
                    <a:pt x="72206" y="665451"/>
                  </a:lnTo>
                  <a:lnTo>
                    <a:pt x="75954" y="652192"/>
                  </a:lnTo>
                  <a:close/>
                  <a:moveTo>
                    <a:pt x="668560" y="1322167"/>
                  </a:moveTo>
                  <a:lnTo>
                    <a:pt x="696872" y="1354645"/>
                  </a:lnTo>
                  <a:lnTo>
                    <a:pt x="708984" y="1305258"/>
                  </a:lnTo>
                  <a:close/>
                  <a:moveTo>
                    <a:pt x="688395" y="1246537"/>
                  </a:moveTo>
                  <a:lnTo>
                    <a:pt x="708984" y="1305258"/>
                  </a:lnTo>
                  <a:lnTo>
                    <a:pt x="712431" y="1277917"/>
                  </a:lnTo>
                  <a:close/>
                  <a:moveTo>
                    <a:pt x="668560" y="1322167"/>
                  </a:moveTo>
                  <a:lnTo>
                    <a:pt x="708984" y="1305258"/>
                  </a:lnTo>
                  <a:lnTo>
                    <a:pt x="688395" y="1246537"/>
                  </a:lnTo>
                  <a:close/>
                  <a:moveTo>
                    <a:pt x="669822" y="1195000"/>
                  </a:moveTo>
                  <a:lnTo>
                    <a:pt x="667253" y="1213699"/>
                  </a:lnTo>
                  <a:lnTo>
                    <a:pt x="655134" y="1270631"/>
                  </a:lnTo>
                  <a:close/>
                  <a:moveTo>
                    <a:pt x="468288" y="1024037"/>
                  </a:moveTo>
                  <a:lnTo>
                    <a:pt x="508515" y="1040576"/>
                  </a:lnTo>
                  <a:lnTo>
                    <a:pt x="466970" y="1012948"/>
                  </a:lnTo>
                  <a:close/>
                  <a:moveTo>
                    <a:pt x="466970" y="1012948"/>
                  </a:moveTo>
                  <a:lnTo>
                    <a:pt x="509111" y="1040391"/>
                  </a:lnTo>
                  <a:lnTo>
                    <a:pt x="513586" y="988854"/>
                  </a:lnTo>
                  <a:close/>
                  <a:moveTo>
                    <a:pt x="393757" y="961411"/>
                  </a:moveTo>
                  <a:lnTo>
                    <a:pt x="407887" y="972883"/>
                  </a:lnTo>
                  <a:lnTo>
                    <a:pt x="412887" y="954852"/>
                  </a:lnTo>
                  <a:close/>
                  <a:moveTo>
                    <a:pt x="459875" y="954634"/>
                  </a:moveTo>
                  <a:lnTo>
                    <a:pt x="412887" y="954852"/>
                  </a:lnTo>
                  <a:lnTo>
                    <a:pt x="407887" y="972883"/>
                  </a:lnTo>
                  <a:close/>
                  <a:moveTo>
                    <a:pt x="269701" y="681581"/>
                  </a:moveTo>
                  <a:lnTo>
                    <a:pt x="228016" y="689506"/>
                  </a:lnTo>
                  <a:lnTo>
                    <a:pt x="221391" y="745616"/>
                  </a:lnTo>
                  <a:close/>
                  <a:moveTo>
                    <a:pt x="81486" y="625910"/>
                  </a:moveTo>
                  <a:lnTo>
                    <a:pt x="113996" y="612557"/>
                  </a:lnTo>
                  <a:lnTo>
                    <a:pt x="90336" y="600655"/>
                  </a:lnTo>
                  <a:close/>
                  <a:moveTo>
                    <a:pt x="134821" y="525025"/>
                  </a:moveTo>
                  <a:lnTo>
                    <a:pt x="133527" y="528095"/>
                  </a:lnTo>
                  <a:lnTo>
                    <a:pt x="90336" y="600655"/>
                  </a:lnTo>
                  <a:close/>
                  <a:moveTo>
                    <a:pt x="688395" y="1246537"/>
                  </a:moveTo>
                  <a:lnTo>
                    <a:pt x="712431" y="1277917"/>
                  </a:lnTo>
                  <a:lnTo>
                    <a:pt x="716222" y="1236632"/>
                  </a:lnTo>
                  <a:close/>
                  <a:moveTo>
                    <a:pt x="669822" y="1195000"/>
                  </a:moveTo>
                  <a:lnTo>
                    <a:pt x="688395" y="1246537"/>
                  </a:lnTo>
                  <a:lnTo>
                    <a:pt x="716222" y="1236632"/>
                  </a:lnTo>
                  <a:close/>
                  <a:moveTo>
                    <a:pt x="772828" y="1228594"/>
                  </a:moveTo>
                  <a:lnTo>
                    <a:pt x="716222" y="1236632"/>
                  </a:lnTo>
                  <a:lnTo>
                    <a:pt x="712431" y="1277917"/>
                  </a:lnTo>
                  <a:close/>
                  <a:moveTo>
                    <a:pt x="769809" y="1182866"/>
                  </a:moveTo>
                  <a:lnTo>
                    <a:pt x="754745" y="1170906"/>
                  </a:lnTo>
                  <a:lnTo>
                    <a:pt x="772828" y="1228594"/>
                  </a:lnTo>
                  <a:close/>
                  <a:moveTo>
                    <a:pt x="772828" y="1228594"/>
                  </a:moveTo>
                  <a:lnTo>
                    <a:pt x="754745" y="1170906"/>
                  </a:lnTo>
                  <a:lnTo>
                    <a:pt x="706831" y="1181523"/>
                  </a:lnTo>
                  <a:close/>
                  <a:moveTo>
                    <a:pt x="772828" y="1228594"/>
                  </a:moveTo>
                  <a:lnTo>
                    <a:pt x="706831" y="1181523"/>
                  </a:lnTo>
                  <a:lnTo>
                    <a:pt x="716222" y="1236632"/>
                  </a:lnTo>
                  <a:close/>
                  <a:moveTo>
                    <a:pt x="510063" y="937318"/>
                  </a:moveTo>
                  <a:lnTo>
                    <a:pt x="513586" y="988854"/>
                  </a:lnTo>
                  <a:lnTo>
                    <a:pt x="540943" y="964760"/>
                  </a:lnTo>
                  <a:close/>
                  <a:moveTo>
                    <a:pt x="510063" y="937318"/>
                  </a:moveTo>
                  <a:lnTo>
                    <a:pt x="540943" y="964760"/>
                  </a:lnTo>
                  <a:lnTo>
                    <a:pt x="528254" y="913223"/>
                  </a:lnTo>
                  <a:close/>
                  <a:moveTo>
                    <a:pt x="528254" y="913223"/>
                  </a:moveTo>
                  <a:lnTo>
                    <a:pt x="548764" y="880447"/>
                  </a:lnTo>
                  <a:lnTo>
                    <a:pt x="492956" y="885781"/>
                  </a:lnTo>
                  <a:close/>
                  <a:moveTo>
                    <a:pt x="510063" y="937318"/>
                  </a:moveTo>
                  <a:lnTo>
                    <a:pt x="528254" y="913223"/>
                  </a:lnTo>
                  <a:lnTo>
                    <a:pt x="492956" y="885781"/>
                  </a:lnTo>
                  <a:close/>
                  <a:moveTo>
                    <a:pt x="484019" y="813051"/>
                  </a:moveTo>
                  <a:lnTo>
                    <a:pt x="530048" y="872824"/>
                  </a:lnTo>
                  <a:lnTo>
                    <a:pt x="536203" y="833482"/>
                  </a:lnTo>
                  <a:close/>
                  <a:moveTo>
                    <a:pt x="474795" y="817018"/>
                  </a:moveTo>
                  <a:lnTo>
                    <a:pt x="457224" y="834244"/>
                  </a:lnTo>
                  <a:lnTo>
                    <a:pt x="484019" y="813051"/>
                  </a:lnTo>
                  <a:close/>
                  <a:moveTo>
                    <a:pt x="283294" y="607787"/>
                  </a:moveTo>
                  <a:lnTo>
                    <a:pt x="260744" y="679634"/>
                  </a:lnTo>
                  <a:lnTo>
                    <a:pt x="271230" y="676401"/>
                  </a:lnTo>
                  <a:close/>
                  <a:moveTo>
                    <a:pt x="283294" y="607787"/>
                  </a:moveTo>
                  <a:lnTo>
                    <a:pt x="271230" y="676401"/>
                  </a:lnTo>
                  <a:lnTo>
                    <a:pt x="296178" y="604004"/>
                  </a:lnTo>
                  <a:close/>
                  <a:moveTo>
                    <a:pt x="296178" y="604004"/>
                  </a:moveTo>
                  <a:lnTo>
                    <a:pt x="271230" y="676401"/>
                  </a:lnTo>
                  <a:lnTo>
                    <a:pt x="273811" y="679634"/>
                  </a:lnTo>
                  <a:close/>
                  <a:moveTo>
                    <a:pt x="175061" y="491515"/>
                  </a:moveTo>
                  <a:lnTo>
                    <a:pt x="136640" y="522543"/>
                  </a:lnTo>
                  <a:lnTo>
                    <a:pt x="207274" y="477054"/>
                  </a:lnTo>
                  <a:close/>
                  <a:moveTo>
                    <a:pt x="754745" y="1170906"/>
                  </a:moveTo>
                  <a:lnTo>
                    <a:pt x="769809" y="1182866"/>
                  </a:lnTo>
                  <a:lnTo>
                    <a:pt x="771988" y="1166533"/>
                  </a:lnTo>
                  <a:close/>
                  <a:moveTo>
                    <a:pt x="834212" y="1153929"/>
                  </a:moveTo>
                  <a:lnTo>
                    <a:pt x="771988" y="1166533"/>
                  </a:lnTo>
                  <a:lnTo>
                    <a:pt x="769809" y="1182866"/>
                  </a:lnTo>
                  <a:close/>
                  <a:moveTo>
                    <a:pt x="771988" y="1166533"/>
                  </a:moveTo>
                  <a:lnTo>
                    <a:pt x="834212" y="1153929"/>
                  </a:lnTo>
                  <a:lnTo>
                    <a:pt x="827755" y="1096436"/>
                  </a:lnTo>
                  <a:close/>
                  <a:moveTo>
                    <a:pt x="834212" y="1153929"/>
                  </a:moveTo>
                  <a:lnTo>
                    <a:pt x="875578" y="1095539"/>
                  </a:lnTo>
                  <a:lnTo>
                    <a:pt x="827755" y="1096436"/>
                  </a:lnTo>
                  <a:close/>
                  <a:moveTo>
                    <a:pt x="765178" y="1109327"/>
                  </a:moveTo>
                  <a:lnTo>
                    <a:pt x="827755" y="1096436"/>
                  </a:lnTo>
                  <a:lnTo>
                    <a:pt x="805551" y="1051745"/>
                  </a:lnTo>
                  <a:close/>
                  <a:moveTo>
                    <a:pt x="765178" y="1109327"/>
                  </a:moveTo>
                  <a:lnTo>
                    <a:pt x="805551" y="1051745"/>
                  </a:lnTo>
                  <a:lnTo>
                    <a:pt x="751201" y="1057948"/>
                  </a:lnTo>
                  <a:close/>
                  <a:moveTo>
                    <a:pt x="548764" y="880447"/>
                  </a:moveTo>
                  <a:lnTo>
                    <a:pt x="528254" y="913223"/>
                  </a:lnTo>
                  <a:lnTo>
                    <a:pt x="575964" y="847243"/>
                  </a:lnTo>
                  <a:close/>
                  <a:moveTo>
                    <a:pt x="575964" y="847243"/>
                  </a:moveTo>
                  <a:lnTo>
                    <a:pt x="580366" y="837593"/>
                  </a:lnTo>
                  <a:lnTo>
                    <a:pt x="587063" y="861686"/>
                  </a:lnTo>
                  <a:close/>
                  <a:moveTo>
                    <a:pt x="588768" y="786056"/>
                  </a:moveTo>
                  <a:lnTo>
                    <a:pt x="587063" y="861686"/>
                  </a:lnTo>
                  <a:lnTo>
                    <a:pt x="580366" y="837593"/>
                  </a:lnTo>
                  <a:close/>
                  <a:moveTo>
                    <a:pt x="543948" y="798780"/>
                  </a:moveTo>
                  <a:lnTo>
                    <a:pt x="484019" y="813051"/>
                  </a:lnTo>
                  <a:lnTo>
                    <a:pt x="536203" y="833482"/>
                  </a:lnTo>
                  <a:close/>
                  <a:moveTo>
                    <a:pt x="412982" y="631446"/>
                  </a:moveTo>
                  <a:lnTo>
                    <a:pt x="366644" y="640750"/>
                  </a:lnTo>
                  <a:lnTo>
                    <a:pt x="377697" y="694507"/>
                  </a:lnTo>
                  <a:close/>
                  <a:moveTo>
                    <a:pt x="296178" y="604004"/>
                  </a:moveTo>
                  <a:lnTo>
                    <a:pt x="321768" y="655541"/>
                  </a:lnTo>
                  <a:lnTo>
                    <a:pt x="330939" y="579910"/>
                  </a:lnTo>
                  <a:close/>
                  <a:moveTo>
                    <a:pt x="324751" y="486580"/>
                  </a:moveTo>
                  <a:lnTo>
                    <a:pt x="286678" y="479550"/>
                  </a:lnTo>
                  <a:lnTo>
                    <a:pt x="342638" y="498908"/>
                  </a:lnTo>
                  <a:close/>
                  <a:moveTo>
                    <a:pt x="286678" y="479550"/>
                  </a:moveTo>
                  <a:lnTo>
                    <a:pt x="292779" y="487169"/>
                  </a:lnTo>
                  <a:lnTo>
                    <a:pt x="342638" y="498908"/>
                  </a:lnTo>
                  <a:close/>
                  <a:moveTo>
                    <a:pt x="580366" y="837593"/>
                  </a:moveTo>
                  <a:lnTo>
                    <a:pt x="575964" y="847243"/>
                  </a:lnTo>
                  <a:lnTo>
                    <a:pt x="653533" y="827686"/>
                  </a:lnTo>
                  <a:close/>
                  <a:moveTo>
                    <a:pt x="588768" y="786056"/>
                  </a:moveTo>
                  <a:lnTo>
                    <a:pt x="647009" y="815718"/>
                  </a:lnTo>
                  <a:lnTo>
                    <a:pt x="629709" y="767040"/>
                  </a:lnTo>
                  <a:close/>
                  <a:moveTo>
                    <a:pt x="647009" y="815718"/>
                  </a:moveTo>
                  <a:lnTo>
                    <a:pt x="654290" y="813499"/>
                  </a:lnTo>
                  <a:lnTo>
                    <a:pt x="655523" y="795347"/>
                  </a:lnTo>
                  <a:close/>
                  <a:moveTo>
                    <a:pt x="629709" y="767040"/>
                  </a:moveTo>
                  <a:lnTo>
                    <a:pt x="647009" y="815718"/>
                  </a:lnTo>
                  <a:lnTo>
                    <a:pt x="655523" y="795347"/>
                  </a:lnTo>
                  <a:close/>
                  <a:moveTo>
                    <a:pt x="515309" y="660243"/>
                  </a:moveTo>
                  <a:lnTo>
                    <a:pt x="485756" y="684647"/>
                  </a:lnTo>
                  <a:lnTo>
                    <a:pt x="512705" y="658889"/>
                  </a:lnTo>
                  <a:close/>
                  <a:moveTo>
                    <a:pt x="515309" y="660243"/>
                  </a:moveTo>
                  <a:lnTo>
                    <a:pt x="515568" y="658889"/>
                  </a:lnTo>
                  <a:lnTo>
                    <a:pt x="487365" y="682983"/>
                  </a:lnTo>
                  <a:close/>
                  <a:moveTo>
                    <a:pt x="443707" y="631446"/>
                  </a:moveTo>
                  <a:lnTo>
                    <a:pt x="514598" y="657582"/>
                  </a:lnTo>
                  <a:lnTo>
                    <a:pt x="512705" y="658889"/>
                  </a:lnTo>
                  <a:close/>
                  <a:moveTo>
                    <a:pt x="514598" y="657582"/>
                  </a:moveTo>
                  <a:lnTo>
                    <a:pt x="483552" y="621670"/>
                  </a:lnTo>
                  <a:lnTo>
                    <a:pt x="515568" y="658889"/>
                  </a:lnTo>
                  <a:close/>
                  <a:moveTo>
                    <a:pt x="515568" y="658889"/>
                  </a:moveTo>
                  <a:lnTo>
                    <a:pt x="483552" y="621670"/>
                  </a:lnTo>
                  <a:lnTo>
                    <a:pt x="479645" y="631446"/>
                  </a:lnTo>
                  <a:close/>
                  <a:moveTo>
                    <a:pt x="515568" y="658889"/>
                  </a:moveTo>
                  <a:lnTo>
                    <a:pt x="479645" y="631446"/>
                  </a:lnTo>
                  <a:lnTo>
                    <a:pt x="487365" y="682983"/>
                  </a:lnTo>
                  <a:close/>
                  <a:moveTo>
                    <a:pt x="342638" y="498908"/>
                  </a:moveTo>
                  <a:lnTo>
                    <a:pt x="292779" y="487169"/>
                  </a:lnTo>
                  <a:lnTo>
                    <a:pt x="375296" y="486112"/>
                  </a:lnTo>
                  <a:close/>
                  <a:moveTo>
                    <a:pt x="423333" y="491035"/>
                  </a:moveTo>
                  <a:lnTo>
                    <a:pt x="342638" y="498908"/>
                  </a:lnTo>
                  <a:lnTo>
                    <a:pt x="375296" y="486112"/>
                  </a:lnTo>
                  <a:close/>
                  <a:moveTo>
                    <a:pt x="876246" y="1094996"/>
                  </a:moveTo>
                  <a:lnTo>
                    <a:pt x="868258" y="1106476"/>
                  </a:lnTo>
                  <a:lnTo>
                    <a:pt x="884747" y="1071182"/>
                  </a:lnTo>
                  <a:close/>
                  <a:moveTo>
                    <a:pt x="860661" y="1132427"/>
                  </a:moveTo>
                  <a:lnTo>
                    <a:pt x="868258" y="1106476"/>
                  </a:lnTo>
                  <a:lnTo>
                    <a:pt x="876246" y="1094996"/>
                  </a:lnTo>
                  <a:close/>
                  <a:moveTo>
                    <a:pt x="781165" y="820626"/>
                  </a:moveTo>
                  <a:lnTo>
                    <a:pt x="745859" y="789405"/>
                  </a:lnTo>
                  <a:lnTo>
                    <a:pt x="777788" y="848105"/>
                  </a:lnTo>
                  <a:close/>
                  <a:moveTo>
                    <a:pt x="777788" y="848105"/>
                  </a:moveTo>
                  <a:lnTo>
                    <a:pt x="745859" y="789405"/>
                  </a:lnTo>
                  <a:lnTo>
                    <a:pt x="716715" y="797030"/>
                  </a:lnTo>
                  <a:close/>
                  <a:moveTo>
                    <a:pt x="777788" y="848105"/>
                  </a:moveTo>
                  <a:lnTo>
                    <a:pt x="820101" y="851687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831697" y="834879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777788" y="848105"/>
                  </a:lnTo>
                  <a:lnTo>
                    <a:pt x="835226" y="848073"/>
                  </a:lnTo>
                  <a:close/>
                  <a:moveTo>
                    <a:pt x="777788" y="848105"/>
                  </a:moveTo>
                  <a:lnTo>
                    <a:pt x="791921" y="860839"/>
                  </a:lnTo>
                  <a:lnTo>
                    <a:pt x="835226" y="848073"/>
                  </a:lnTo>
                  <a:close/>
                  <a:moveTo>
                    <a:pt x="820101" y="851687"/>
                  </a:moveTo>
                  <a:lnTo>
                    <a:pt x="847965" y="840942"/>
                  </a:lnTo>
                  <a:lnTo>
                    <a:pt x="831697" y="834879"/>
                  </a:lnTo>
                  <a:close/>
                  <a:moveTo>
                    <a:pt x="820101" y="851687"/>
                  </a:moveTo>
                  <a:lnTo>
                    <a:pt x="835226" y="848073"/>
                  </a:lnTo>
                  <a:lnTo>
                    <a:pt x="847965" y="840942"/>
                  </a:lnTo>
                  <a:close/>
                  <a:moveTo>
                    <a:pt x="654290" y="813499"/>
                  </a:moveTo>
                  <a:lnTo>
                    <a:pt x="716715" y="797030"/>
                  </a:lnTo>
                  <a:lnTo>
                    <a:pt x="644434" y="761962"/>
                  </a:lnTo>
                  <a:close/>
                  <a:moveTo>
                    <a:pt x="995286" y="995551"/>
                  </a:moveTo>
                  <a:lnTo>
                    <a:pt x="1020743" y="1022994"/>
                  </a:lnTo>
                  <a:lnTo>
                    <a:pt x="1041655" y="971457"/>
                  </a:lnTo>
                  <a:close/>
                  <a:moveTo>
                    <a:pt x="864341" y="878463"/>
                  </a:moveTo>
                  <a:lnTo>
                    <a:pt x="847965" y="840942"/>
                  </a:lnTo>
                  <a:lnTo>
                    <a:pt x="835226" y="848073"/>
                  </a:lnTo>
                  <a:close/>
                  <a:moveTo>
                    <a:pt x="887793" y="834637"/>
                  </a:moveTo>
                  <a:lnTo>
                    <a:pt x="847965" y="840942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887793" y="834637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954832" y="880861"/>
                  </a:lnTo>
                  <a:lnTo>
                    <a:pt x="933730" y="835273"/>
                  </a:lnTo>
                  <a:close/>
                  <a:moveTo>
                    <a:pt x="912853" y="877006"/>
                  </a:moveTo>
                  <a:lnTo>
                    <a:pt x="933730" y="835273"/>
                  </a:lnTo>
                  <a:lnTo>
                    <a:pt x="887793" y="834637"/>
                  </a:lnTo>
                  <a:close/>
                  <a:moveTo>
                    <a:pt x="887793" y="834637"/>
                  </a:moveTo>
                  <a:lnTo>
                    <a:pt x="831697" y="834879"/>
                  </a:lnTo>
                  <a:lnTo>
                    <a:pt x="847965" y="840942"/>
                  </a:lnTo>
                  <a:close/>
                  <a:moveTo>
                    <a:pt x="842146" y="771022"/>
                  </a:moveTo>
                  <a:lnTo>
                    <a:pt x="831697" y="834879"/>
                  </a:lnTo>
                  <a:lnTo>
                    <a:pt x="887793" y="834637"/>
                  </a:lnTo>
                  <a:close/>
                  <a:moveTo>
                    <a:pt x="745859" y="789405"/>
                  </a:moveTo>
                  <a:lnTo>
                    <a:pt x="781165" y="820626"/>
                  </a:lnTo>
                  <a:lnTo>
                    <a:pt x="784665" y="779770"/>
                  </a:lnTo>
                  <a:close/>
                  <a:moveTo>
                    <a:pt x="784665" y="779770"/>
                  </a:moveTo>
                  <a:lnTo>
                    <a:pt x="718171" y="759780"/>
                  </a:lnTo>
                  <a:lnTo>
                    <a:pt x="745859" y="789405"/>
                  </a:lnTo>
                  <a:close/>
                  <a:moveTo>
                    <a:pt x="842146" y="771022"/>
                  </a:moveTo>
                  <a:lnTo>
                    <a:pt x="781165" y="820626"/>
                  </a:lnTo>
                  <a:lnTo>
                    <a:pt x="831697" y="834879"/>
                  </a:lnTo>
                  <a:close/>
                  <a:moveTo>
                    <a:pt x="842146" y="771022"/>
                  </a:moveTo>
                  <a:lnTo>
                    <a:pt x="784665" y="779770"/>
                  </a:lnTo>
                  <a:lnTo>
                    <a:pt x="781165" y="820626"/>
                  </a:lnTo>
                  <a:close/>
                  <a:moveTo>
                    <a:pt x="784665" y="779770"/>
                  </a:moveTo>
                  <a:lnTo>
                    <a:pt x="842146" y="771022"/>
                  </a:lnTo>
                  <a:lnTo>
                    <a:pt x="833629" y="715203"/>
                  </a:lnTo>
                  <a:close/>
                  <a:moveTo>
                    <a:pt x="895722" y="765448"/>
                  </a:moveTo>
                  <a:lnTo>
                    <a:pt x="838510" y="713775"/>
                  </a:lnTo>
                  <a:lnTo>
                    <a:pt x="833629" y="715203"/>
                  </a:lnTo>
                  <a:close/>
                  <a:moveTo>
                    <a:pt x="838510" y="713775"/>
                  </a:moveTo>
                  <a:lnTo>
                    <a:pt x="906740" y="693748"/>
                  </a:lnTo>
                  <a:lnTo>
                    <a:pt x="830688" y="696206"/>
                  </a:lnTo>
                  <a:close/>
                  <a:moveTo>
                    <a:pt x="830688" y="696206"/>
                  </a:moveTo>
                  <a:lnTo>
                    <a:pt x="906740" y="693748"/>
                  </a:lnTo>
                  <a:lnTo>
                    <a:pt x="908945" y="679222"/>
                  </a:lnTo>
                  <a:close/>
                  <a:moveTo>
                    <a:pt x="1177713" y="750866"/>
                  </a:moveTo>
                  <a:lnTo>
                    <a:pt x="1237986" y="766268"/>
                  </a:lnTo>
                  <a:lnTo>
                    <a:pt x="1220096" y="744566"/>
                  </a:lnTo>
                  <a:close/>
                  <a:moveTo>
                    <a:pt x="933268" y="609438"/>
                  </a:moveTo>
                  <a:lnTo>
                    <a:pt x="990213" y="538592"/>
                  </a:lnTo>
                  <a:lnTo>
                    <a:pt x="990148" y="538435"/>
                  </a:lnTo>
                  <a:close/>
                  <a:moveTo>
                    <a:pt x="948929" y="509202"/>
                  </a:moveTo>
                  <a:lnTo>
                    <a:pt x="935124" y="510977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948929" y="509202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1033532" y="541147"/>
                  </a:lnTo>
                  <a:lnTo>
                    <a:pt x="948929" y="509202"/>
                  </a:lnTo>
                  <a:close/>
                  <a:moveTo>
                    <a:pt x="1033532" y="541147"/>
                  </a:moveTo>
                  <a:lnTo>
                    <a:pt x="990148" y="538435"/>
                  </a:lnTo>
                  <a:lnTo>
                    <a:pt x="1037339" y="540110"/>
                  </a:lnTo>
                  <a:close/>
                  <a:moveTo>
                    <a:pt x="990148" y="538435"/>
                  </a:moveTo>
                  <a:lnTo>
                    <a:pt x="990213" y="538592"/>
                  </a:lnTo>
                  <a:lnTo>
                    <a:pt x="1037339" y="540110"/>
                  </a:lnTo>
                  <a:close/>
                  <a:moveTo>
                    <a:pt x="1350253" y="899176"/>
                  </a:moveTo>
                  <a:lnTo>
                    <a:pt x="1368362" y="950712"/>
                  </a:lnTo>
                  <a:lnTo>
                    <a:pt x="1402086" y="926619"/>
                  </a:lnTo>
                  <a:close/>
                  <a:moveTo>
                    <a:pt x="1388947" y="846434"/>
                  </a:moveTo>
                  <a:lnTo>
                    <a:pt x="1360493" y="874950"/>
                  </a:lnTo>
                  <a:lnTo>
                    <a:pt x="1350253" y="899176"/>
                  </a:lnTo>
                  <a:close/>
                  <a:moveTo>
                    <a:pt x="1220096" y="744566"/>
                  </a:moveTo>
                  <a:lnTo>
                    <a:pt x="1237986" y="766268"/>
                  </a:lnTo>
                  <a:lnTo>
                    <a:pt x="1237066" y="740595"/>
                  </a:lnTo>
                  <a:close/>
                  <a:moveTo>
                    <a:pt x="1237066" y="740595"/>
                  </a:moveTo>
                  <a:lnTo>
                    <a:pt x="1228180" y="729602"/>
                  </a:lnTo>
                  <a:lnTo>
                    <a:pt x="1220096" y="744566"/>
                  </a:lnTo>
                  <a:close/>
                  <a:moveTo>
                    <a:pt x="1022316" y="523720"/>
                  </a:moveTo>
                  <a:lnTo>
                    <a:pt x="1063134" y="517081"/>
                  </a:lnTo>
                  <a:lnTo>
                    <a:pt x="1037339" y="540110"/>
                  </a:lnTo>
                  <a:close/>
                  <a:moveTo>
                    <a:pt x="1022316" y="523720"/>
                  </a:moveTo>
                  <a:lnTo>
                    <a:pt x="1037339" y="540110"/>
                  </a:lnTo>
                  <a:lnTo>
                    <a:pt x="990213" y="538592"/>
                  </a:lnTo>
                  <a:close/>
                  <a:moveTo>
                    <a:pt x="1039706" y="538419"/>
                  </a:moveTo>
                  <a:lnTo>
                    <a:pt x="1037339" y="540110"/>
                  </a:lnTo>
                  <a:lnTo>
                    <a:pt x="1063134" y="517081"/>
                  </a:lnTo>
                  <a:close/>
                  <a:moveTo>
                    <a:pt x="1063134" y="517081"/>
                  </a:moveTo>
                  <a:lnTo>
                    <a:pt x="1066268" y="513373"/>
                  </a:lnTo>
                  <a:lnTo>
                    <a:pt x="1039706" y="538419"/>
                  </a:lnTo>
                  <a:close/>
                  <a:moveTo>
                    <a:pt x="1039706" y="538419"/>
                  </a:moveTo>
                  <a:lnTo>
                    <a:pt x="1066268" y="513373"/>
                  </a:lnTo>
                  <a:lnTo>
                    <a:pt x="1066291" y="462789"/>
                  </a:lnTo>
                  <a:close/>
                  <a:moveTo>
                    <a:pt x="1039706" y="538419"/>
                  </a:moveTo>
                  <a:lnTo>
                    <a:pt x="1066291" y="462789"/>
                  </a:lnTo>
                  <a:lnTo>
                    <a:pt x="1033533" y="486883"/>
                  </a:lnTo>
                  <a:close/>
                  <a:moveTo>
                    <a:pt x="1417157" y="921120"/>
                  </a:moveTo>
                  <a:lnTo>
                    <a:pt x="1481787" y="906559"/>
                  </a:lnTo>
                  <a:lnTo>
                    <a:pt x="1469832" y="853536"/>
                  </a:lnTo>
                  <a:close/>
                  <a:moveTo>
                    <a:pt x="1417157" y="921120"/>
                  </a:moveTo>
                  <a:lnTo>
                    <a:pt x="1469832" y="853536"/>
                  </a:lnTo>
                  <a:lnTo>
                    <a:pt x="1412679" y="862018"/>
                  </a:lnTo>
                  <a:close/>
                  <a:moveTo>
                    <a:pt x="1412679" y="862018"/>
                  </a:moveTo>
                  <a:lnTo>
                    <a:pt x="1436905" y="851063"/>
                  </a:lnTo>
                  <a:lnTo>
                    <a:pt x="1388947" y="846434"/>
                  </a:lnTo>
                  <a:close/>
                  <a:moveTo>
                    <a:pt x="1412679" y="862018"/>
                  </a:moveTo>
                  <a:lnTo>
                    <a:pt x="1469832" y="853536"/>
                  </a:lnTo>
                  <a:lnTo>
                    <a:pt x="1436905" y="851063"/>
                  </a:lnTo>
                  <a:close/>
                  <a:moveTo>
                    <a:pt x="1374756" y="453649"/>
                  </a:moveTo>
                  <a:lnTo>
                    <a:pt x="1325166" y="466138"/>
                  </a:lnTo>
                  <a:lnTo>
                    <a:pt x="1394669" y="463124"/>
                  </a:lnTo>
                  <a:close/>
                  <a:moveTo>
                    <a:pt x="1394669" y="463124"/>
                  </a:moveTo>
                  <a:lnTo>
                    <a:pt x="1325166" y="466138"/>
                  </a:lnTo>
                  <a:lnTo>
                    <a:pt x="1314309" y="472250"/>
                  </a:lnTo>
                  <a:close/>
                  <a:moveTo>
                    <a:pt x="1374756" y="453649"/>
                  </a:moveTo>
                  <a:lnTo>
                    <a:pt x="1309576" y="454555"/>
                  </a:lnTo>
                  <a:lnTo>
                    <a:pt x="1325166" y="466138"/>
                  </a:lnTo>
                  <a:close/>
                  <a:moveTo>
                    <a:pt x="1495980" y="455820"/>
                  </a:moveTo>
                  <a:lnTo>
                    <a:pt x="1521076" y="469487"/>
                  </a:lnTo>
                  <a:lnTo>
                    <a:pt x="1490228" y="510829"/>
                  </a:lnTo>
                  <a:close/>
                  <a:moveTo>
                    <a:pt x="1323896" y="143300"/>
                  </a:moveTo>
                  <a:lnTo>
                    <a:pt x="1330238" y="127107"/>
                  </a:lnTo>
                  <a:lnTo>
                    <a:pt x="1262278" y="155413"/>
                  </a:lnTo>
                  <a:close/>
                  <a:moveTo>
                    <a:pt x="1335112" y="71439"/>
                  </a:moveTo>
                  <a:lnTo>
                    <a:pt x="1330238" y="127107"/>
                  </a:lnTo>
                  <a:lnTo>
                    <a:pt x="1393482" y="60542"/>
                  </a:lnTo>
                  <a:close/>
                  <a:moveTo>
                    <a:pt x="1393482" y="60542"/>
                  </a:moveTo>
                  <a:lnTo>
                    <a:pt x="1361720" y="136173"/>
                  </a:lnTo>
                  <a:lnTo>
                    <a:pt x="1395893" y="63004"/>
                  </a:lnTo>
                  <a:close/>
                  <a:moveTo>
                    <a:pt x="1655148" y="294132"/>
                  </a:moveTo>
                  <a:lnTo>
                    <a:pt x="1677776" y="283312"/>
                  </a:lnTo>
                  <a:lnTo>
                    <a:pt x="1632734" y="295120"/>
                  </a:lnTo>
                  <a:close/>
                  <a:moveTo>
                    <a:pt x="1632734" y="295120"/>
                  </a:moveTo>
                  <a:lnTo>
                    <a:pt x="1677776" y="283312"/>
                  </a:lnTo>
                  <a:lnTo>
                    <a:pt x="1661147" y="247260"/>
                  </a:lnTo>
                  <a:close/>
                  <a:moveTo>
                    <a:pt x="1632734" y="295120"/>
                  </a:moveTo>
                  <a:lnTo>
                    <a:pt x="1661147" y="247260"/>
                  </a:lnTo>
                  <a:lnTo>
                    <a:pt x="1616673" y="245435"/>
                  </a:lnTo>
                  <a:close/>
                  <a:moveTo>
                    <a:pt x="1661147" y="247260"/>
                  </a:moveTo>
                  <a:lnTo>
                    <a:pt x="1677776" y="283312"/>
                  </a:lnTo>
                  <a:lnTo>
                    <a:pt x="1691778" y="242595"/>
                  </a:lnTo>
                  <a:close/>
                  <a:moveTo>
                    <a:pt x="1486867" y="93564"/>
                  </a:moveTo>
                  <a:lnTo>
                    <a:pt x="1451456" y="112079"/>
                  </a:lnTo>
                  <a:lnTo>
                    <a:pt x="1418684" y="148213"/>
                  </a:lnTo>
                  <a:close/>
                  <a:moveTo>
                    <a:pt x="1519728" y="98039"/>
                  </a:moveTo>
                  <a:lnTo>
                    <a:pt x="1466436" y="103381"/>
                  </a:lnTo>
                  <a:lnTo>
                    <a:pt x="1536315" y="103764"/>
                  </a:lnTo>
                  <a:close/>
                  <a:moveTo>
                    <a:pt x="1466436" y="103381"/>
                  </a:moveTo>
                  <a:lnTo>
                    <a:pt x="1486867" y="93564"/>
                  </a:lnTo>
                  <a:lnTo>
                    <a:pt x="1536315" y="103764"/>
                  </a:lnTo>
                  <a:close/>
                  <a:moveTo>
                    <a:pt x="1573661" y="92174"/>
                  </a:moveTo>
                  <a:lnTo>
                    <a:pt x="1519728" y="98039"/>
                  </a:lnTo>
                  <a:lnTo>
                    <a:pt x="1583810" y="106663"/>
                  </a:lnTo>
                  <a:close/>
                  <a:moveTo>
                    <a:pt x="1519728" y="98039"/>
                  </a:moveTo>
                  <a:lnTo>
                    <a:pt x="1536315" y="103764"/>
                  </a:lnTo>
                  <a:lnTo>
                    <a:pt x="1583810" y="106663"/>
                  </a:lnTo>
                  <a:close/>
                  <a:moveTo>
                    <a:pt x="1396085" y="59851"/>
                  </a:moveTo>
                  <a:lnTo>
                    <a:pt x="1460069" y="45815"/>
                  </a:lnTo>
                  <a:lnTo>
                    <a:pt x="1439248" y="0"/>
                  </a:lnTo>
                  <a:close/>
                  <a:moveTo>
                    <a:pt x="1655148" y="294132"/>
                  </a:moveTo>
                  <a:lnTo>
                    <a:pt x="1695170" y="345087"/>
                  </a:lnTo>
                  <a:lnTo>
                    <a:pt x="1682580" y="292579"/>
                  </a:lnTo>
                  <a:close/>
                  <a:moveTo>
                    <a:pt x="1695170" y="345087"/>
                  </a:moveTo>
                  <a:lnTo>
                    <a:pt x="1755172" y="334288"/>
                  </a:lnTo>
                  <a:lnTo>
                    <a:pt x="1746865" y="278299"/>
                  </a:lnTo>
                  <a:close/>
                  <a:moveTo>
                    <a:pt x="1695170" y="345087"/>
                  </a:moveTo>
                  <a:lnTo>
                    <a:pt x="1746865" y="278299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20742" y="236793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69520" y="235119"/>
                  </a:lnTo>
                  <a:lnTo>
                    <a:pt x="1720742" y="23679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07" name="Output_density__4306">
              <a:extLst>
                <a:ext uri="{FF2B5EF4-FFF2-40B4-BE49-F238E27FC236}">
                  <a16:creationId xmlns:a16="http://schemas.microsoft.com/office/drawing/2014/main" id="{266DB723-3F8F-1570-DEAC-D4A8BD0C0F54}"/>
                </a:ext>
              </a:extLst>
            </p:cNvPr>
            <p:cNvSpPr>
              <a:spLocks noGrp="1"/>
            </p:cNvSpPr>
            <p:nvPr/>
          </p:nvSpPr>
          <p:spPr>
            <a:xfrm>
              <a:off x="14863169" y="2276181"/>
              <a:ext cx="1630406" cy="1322167"/>
            </a:xfrm>
            <a:custGeom>
              <a:avLst/>
              <a:gdLst/>
              <a:ahLst/>
              <a:cxnLst/>
              <a:rect l="0" t="0" r="0" b="0"/>
              <a:pathLst>
                <a:path w="1630406" h="1322167">
                  <a:moveTo>
                    <a:pt x="376654" y="1267282"/>
                  </a:moveTo>
                  <a:lnTo>
                    <a:pt x="388921" y="1318819"/>
                  </a:lnTo>
                  <a:lnTo>
                    <a:pt x="447276" y="1294725"/>
                  </a:lnTo>
                  <a:close/>
                  <a:moveTo>
                    <a:pt x="376654" y="1267282"/>
                  </a:moveTo>
                  <a:lnTo>
                    <a:pt x="447276" y="1294725"/>
                  </a:lnTo>
                  <a:lnTo>
                    <a:pt x="445879" y="1243188"/>
                  </a:lnTo>
                  <a:close/>
                  <a:moveTo>
                    <a:pt x="150634" y="985505"/>
                  </a:moveTo>
                  <a:lnTo>
                    <a:pt x="182980" y="953997"/>
                  </a:lnTo>
                  <a:lnTo>
                    <a:pt x="142877" y="986977"/>
                  </a:lnTo>
                  <a:close/>
                  <a:moveTo>
                    <a:pt x="169439" y="940622"/>
                  </a:moveTo>
                  <a:lnTo>
                    <a:pt x="182980" y="953997"/>
                  </a:lnTo>
                  <a:lnTo>
                    <a:pt x="227247" y="944828"/>
                  </a:lnTo>
                  <a:close/>
                  <a:moveTo>
                    <a:pt x="250860" y="975153"/>
                  </a:moveTo>
                  <a:lnTo>
                    <a:pt x="317551" y="972883"/>
                  </a:lnTo>
                  <a:lnTo>
                    <a:pt x="303421" y="961411"/>
                  </a:lnTo>
                  <a:close/>
                  <a:moveTo>
                    <a:pt x="182980" y="953997"/>
                  </a:moveTo>
                  <a:lnTo>
                    <a:pt x="150634" y="985505"/>
                  </a:lnTo>
                  <a:lnTo>
                    <a:pt x="201083" y="977639"/>
                  </a:lnTo>
                  <a:close/>
                  <a:moveTo>
                    <a:pt x="201083" y="977639"/>
                  </a:moveTo>
                  <a:lnTo>
                    <a:pt x="227247" y="944828"/>
                  </a:lnTo>
                  <a:lnTo>
                    <a:pt x="182980" y="953997"/>
                  </a:lnTo>
                  <a:close/>
                  <a:moveTo>
                    <a:pt x="201083" y="977639"/>
                  </a:moveTo>
                  <a:lnTo>
                    <a:pt x="250860" y="975153"/>
                  </a:lnTo>
                  <a:lnTo>
                    <a:pt x="227247" y="944828"/>
                  </a:lnTo>
                  <a:close/>
                  <a:moveTo>
                    <a:pt x="307863" y="936661"/>
                  </a:moveTo>
                  <a:lnTo>
                    <a:pt x="227247" y="944828"/>
                  </a:lnTo>
                  <a:lnTo>
                    <a:pt x="303421" y="961411"/>
                  </a:lnTo>
                  <a:close/>
                  <a:moveTo>
                    <a:pt x="303421" y="961411"/>
                  </a:moveTo>
                  <a:lnTo>
                    <a:pt x="227247" y="944828"/>
                  </a:lnTo>
                  <a:lnTo>
                    <a:pt x="250860" y="975153"/>
                  </a:lnTo>
                  <a:close/>
                  <a:moveTo>
                    <a:pt x="564798" y="1270631"/>
                  </a:moveTo>
                  <a:lnTo>
                    <a:pt x="578225" y="1322167"/>
                  </a:lnTo>
                  <a:lnTo>
                    <a:pt x="598060" y="1246537"/>
                  </a:lnTo>
                  <a:close/>
                  <a:moveTo>
                    <a:pt x="598060" y="1246537"/>
                  </a:moveTo>
                  <a:lnTo>
                    <a:pt x="579486" y="1195000"/>
                  </a:lnTo>
                  <a:lnTo>
                    <a:pt x="564798" y="1270631"/>
                  </a:lnTo>
                  <a:close/>
                  <a:moveTo>
                    <a:pt x="419727" y="937318"/>
                  </a:moveTo>
                  <a:lnTo>
                    <a:pt x="376634" y="1012948"/>
                  </a:lnTo>
                  <a:lnTo>
                    <a:pt x="423250" y="988854"/>
                  </a:lnTo>
                  <a:close/>
                  <a:moveTo>
                    <a:pt x="307863" y="936661"/>
                  </a:moveTo>
                  <a:lnTo>
                    <a:pt x="303421" y="961411"/>
                  </a:lnTo>
                  <a:lnTo>
                    <a:pt x="322552" y="954852"/>
                  </a:lnTo>
                  <a:close/>
                  <a:moveTo>
                    <a:pt x="322552" y="954852"/>
                  </a:moveTo>
                  <a:lnTo>
                    <a:pt x="310389" y="909875"/>
                  </a:lnTo>
                  <a:lnTo>
                    <a:pt x="307863" y="936661"/>
                  </a:lnTo>
                  <a:close/>
                  <a:moveTo>
                    <a:pt x="174289" y="731171"/>
                  </a:moveTo>
                  <a:lnTo>
                    <a:pt x="182910" y="683937"/>
                  </a:lnTo>
                  <a:lnTo>
                    <a:pt x="179365" y="681581"/>
                  </a:lnTo>
                  <a:close/>
                  <a:moveTo>
                    <a:pt x="131056" y="745616"/>
                  </a:moveTo>
                  <a:lnTo>
                    <a:pt x="174289" y="731171"/>
                  </a:lnTo>
                  <a:lnTo>
                    <a:pt x="179365" y="681581"/>
                  </a:lnTo>
                  <a:close/>
                  <a:moveTo>
                    <a:pt x="179365" y="681581"/>
                  </a:moveTo>
                  <a:lnTo>
                    <a:pt x="183475" y="679634"/>
                  </a:lnTo>
                  <a:lnTo>
                    <a:pt x="180895" y="676401"/>
                  </a:lnTo>
                  <a:close/>
                  <a:moveTo>
                    <a:pt x="170409" y="679634"/>
                  </a:moveTo>
                  <a:lnTo>
                    <a:pt x="179365" y="681581"/>
                  </a:lnTo>
                  <a:lnTo>
                    <a:pt x="180895" y="676401"/>
                  </a:lnTo>
                  <a:close/>
                  <a:moveTo>
                    <a:pt x="179365" y="681581"/>
                  </a:moveTo>
                  <a:lnTo>
                    <a:pt x="182910" y="683937"/>
                  </a:lnTo>
                  <a:lnTo>
                    <a:pt x="183475" y="679634"/>
                  </a:lnTo>
                  <a:close/>
                  <a:moveTo>
                    <a:pt x="27922" y="576561"/>
                  </a:moveTo>
                  <a:lnTo>
                    <a:pt x="44485" y="525025"/>
                  </a:lnTo>
                  <a:lnTo>
                    <a:pt x="0" y="600655"/>
                  </a:lnTo>
                  <a:close/>
                  <a:moveTo>
                    <a:pt x="46304" y="522543"/>
                  </a:moveTo>
                  <a:lnTo>
                    <a:pt x="43191" y="528095"/>
                  </a:lnTo>
                  <a:lnTo>
                    <a:pt x="44485" y="525025"/>
                  </a:lnTo>
                  <a:close/>
                  <a:moveTo>
                    <a:pt x="579486" y="1195000"/>
                  </a:moveTo>
                  <a:lnTo>
                    <a:pt x="625886" y="1236632"/>
                  </a:lnTo>
                  <a:lnTo>
                    <a:pt x="616496" y="1181523"/>
                  </a:lnTo>
                  <a:close/>
                  <a:moveTo>
                    <a:pt x="664410" y="1170906"/>
                  </a:moveTo>
                  <a:lnTo>
                    <a:pt x="637850" y="1119370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04158" y="1128811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21810" y="1067833"/>
                  </a:lnTo>
                  <a:lnTo>
                    <a:pt x="604158" y="1128811"/>
                  </a:lnTo>
                  <a:close/>
                  <a:moveTo>
                    <a:pt x="621810" y="1067833"/>
                  </a:moveTo>
                  <a:lnTo>
                    <a:pt x="584951" y="1081683"/>
                  </a:lnTo>
                  <a:lnTo>
                    <a:pt x="604158" y="1128811"/>
                  </a:lnTo>
                  <a:close/>
                  <a:moveTo>
                    <a:pt x="218903" y="712180"/>
                  </a:moveTo>
                  <a:lnTo>
                    <a:pt x="182910" y="683937"/>
                  </a:lnTo>
                  <a:lnTo>
                    <a:pt x="174289" y="731171"/>
                  </a:lnTo>
                  <a:close/>
                  <a:moveTo>
                    <a:pt x="182910" y="683937"/>
                  </a:moveTo>
                  <a:lnTo>
                    <a:pt x="218903" y="712180"/>
                  </a:lnTo>
                  <a:lnTo>
                    <a:pt x="183475" y="679634"/>
                  </a:lnTo>
                  <a:close/>
                  <a:moveTo>
                    <a:pt x="183475" y="679634"/>
                  </a:moveTo>
                  <a:lnTo>
                    <a:pt x="218903" y="712180"/>
                  </a:lnTo>
                  <a:lnTo>
                    <a:pt x="237356" y="707077"/>
                  </a:lnTo>
                  <a:close/>
                  <a:moveTo>
                    <a:pt x="183475" y="679634"/>
                  </a:moveTo>
                  <a:lnTo>
                    <a:pt x="237356" y="707077"/>
                  </a:lnTo>
                  <a:lnTo>
                    <a:pt x="231432" y="655541"/>
                  </a:lnTo>
                  <a:close/>
                  <a:moveTo>
                    <a:pt x="205842" y="604004"/>
                  </a:moveTo>
                  <a:lnTo>
                    <a:pt x="183475" y="679634"/>
                  </a:lnTo>
                  <a:lnTo>
                    <a:pt x="231432" y="655541"/>
                  </a:lnTo>
                  <a:close/>
                  <a:moveTo>
                    <a:pt x="44485" y="525025"/>
                  </a:moveTo>
                  <a:lnTo>
                    <a:pt x="90050" y="552743"/>
                  </a:lnTo>
                  <a:lnTo>
                    <a:pt x="51398" y="521424"/>
                  </a:lnTo>
                  <a:close/>
                  <a:moveTo>
                    <a:pt x="46304" y="522543"/>
                  </a:moveTo>
                  <a:lnTo>
                    <a:pt x="44485" y="525025"/>
                  </a:lnTo>
                  <a:lnTo>
                    <a:pt x="51398" y="521424"/>
                  </a:lnTo>
                  <a:close/>
                  <a:moveTo>
                    <a:pt x="116938" y="477054"/>
                  </a:moveTo>
                  <a:lnTo>
                    <a:pt x="51398" y="521424"/>
                  </a:lnTo>
                  <a:lnTo>
                    <a:pt x="90632" y="500931"/>
                  </a:lnTo>
                  <a:close/>
                  <a:moveTo>
                    <a:pt x="46304" y="522543"/>
                  </a:moveTo>
                  <a:lnTo>
                    <a:pt x="51398" y="521424"/>
                  </a:lnTo>
                  <a:lnTo>
                    <a:pt x="116938" y="477054"/>
                  </a:lnTo>
                  <a:close/>
                  <a:moveTo>
                    <a:pt x="637850" y="1119370"/>
                  </a:moveTo>
                  <a:lnTo>
                    <a:pt x="681653" y="1166533"/>
                  </a:lnTo>
                  <a:lnTo>
                    <a:pt x="674843" y="1109327"/>
                  </a:lnTo>
                  <a:close/>
                  <a:moveTo>
                    <a:pt x="637850" y="1119370"/>
                  </a:moveTo>
                  <a:lnTo>
                    <a:pt x="664410" y="1170906"/>
                  </a:lnTo>
                  <a:lnTo>
                    <a:pt x="681653" y="1166533"/>
                  </a:lnTo>
                  <a:close/>
                  <a:moveTo>
                    <a:pt x="681653" y="1166533"/>
                  </a:moveTo>
                  <a:lnTo>
                    <a:pt x="737419" y="1096436"/>
                  </a:lnTo>
                  <a:lnTo>
                    <a:pt x="674843" y="1109327"/>
                  </a:lnTo>
                  <a:close/>
                  <a:moveTo>
                    <a:pt x="621810" y="1067833"/>
                  </a:moveTo>
                  <a:lnTo>
                    <a:pt x="674843" y="1109327"/>
                  </a:lnTo>
                  <a:lnTo>
                    <a:pt x="660866" y="1057948"/>
                  </a:lnTo>
                  <a:close/>
                  <a:moveTo>
                    <a:pt x="621810" y="1067833"/>
                  </a:moveTo>
                  <a:lnTo>
                    <a:pt x="637850" y="1119370"/>
                  </a:lnTo>
                  <a:lnTo>
                    <a:pt x="674843" y="1109327"/>
                  </a:lnTo>
                  <a:close/>
                  <a:moveTo>
                    <a:pt x="458429" y="880447"/>
                  </a:moveTo>
                  <a:lnTo>
                    <a:pt x="485628" y="847243"/>
                  </a:lnTo>
                  <a:lnTo>
                    <a:pt x="496727" y="861686"/>
                  </a:lnTo>
                  <a:close/>
                  <a:moveTo>
                    <a:pt x="453613" y="798780"/>
                  </a:moveTo>
                  <a:lnTo>
                    <a:pt x="445867" y="833482"/>
                  </a:lnTo>
                  <a:lnTo>
                    <a:pt x="498432" y="786056"/>
                  </a:lnTo>
                  <a:close/>
                  <a:moveTo>
                    <a:pt x="116938" y="477054"/>
                  </a:moveTo>
                  <a:lnTo>
                    <a:pt x="90632" y="500931"/>
                  </a:lnTo>
                  <a:lnTo>
                    <a:pt x="141135" y="486450"/>
                  </a:lnTo>
                  <a:close/>
                  <a:moveTo>
                    <a:pt x="141135" y="486450"/>
                  </a:moveTo>
                  <a:lnTo>
                    <a:pt x="158848" y="459073"/>
                  </a:lnTo>
                  <a:lnTo>
                    <a:pt x="116938" y="477054"/>
                  </a:lnTo>
                  <a:close/>
                  <a:moveTo>
                    <a:pt x="141135" y="486450"/>
                  </a:moveTo>
                  <a:lnTo>
                    <a:pt x="196342" y="479550"/>
                  </a:lnTo>
                  <a:lnTo>
                    <a:pt x="158848" y="459073"/>
                  </a:lnTo>
                  <a:close/>
                  <a:moveTo>
                    <a:pt x="556674" y="815718"/>
                  </a:moveTo>
                  <a:lnTo>
                    <a:pt x="490031" y="837593"/>
                  </a:lnTo>
                  <a:lnTo>
                    <a:pt x="563197" y="827686"/>
                  </a:lnTo>
                  <a:close/>
                  <a:moveTo>
                    <a:pt x="498432" y="786056"/>
                  </a:moveTo>
                  <a:lnTo>
                    <a:pt x="490031" y="837593"/>
                  </a:lnTo>
                  <a:lnTo>
                    <a:pt x="556674" y="815718"/>
                  </a:lnTo>
                  <a:close/>
                  <a:moveTo>
                    <a:pt x="811085" y="1055788"/>
                  </a:moveTo>
                  <a:lnTo>
                    <a:pt x="785911" y="1094996"/>
                  </a:lnTo>
                  <a:lnTo>
                    <a:pt x="794411" y="1071182"/>
                  </a:lnTo>
                  <a:close/>
                  <a:moveTo>
                    <a:pt x="827730" y="1060997"/>
                  </a:moveTo>
                  <a:lnTo>
                    <a:pt x="794411" y="1071182"/>
                  </a:lnTo>
                  <a:lnTo>
                    <a:pt x="848433" y="1060525"/>
                  </a:lnTo>
                  <a:close/>
                  <a:moveTo>
                    <a:pt x="811085" y="1055788"/>
                  </a:moveTo>
                  <a:lnTo>
                    <a:pt x="794411" y="1071182"/>
                  </a:lnTo>
                  <a:lnTo>
                    <a:pt x="827730" y="1060997"/>
                  </a:lnTo>
                  <a:close/>
                  <a:moveTo>
                    <a:pt x="888298" y="1034897"/>
                  </a:moveTo>
                  <a:lnTo>
                    <a:pt x="827730" y="1060997"/>
                  </a:lnTo>
                  <a:lnTo>
                    <a:pt x="875681" y="1047088"/>
                  </a:lnTo>
                  <a:close/>
                  <a:moveTo>
                    <a:pt x="811085" y="1055788"/>
                  </a:moveTo>
                  <a:lnTo>
                    <a:pt x="827730" y="1060997"/>
                  </a:lnTo>
                  <a:lnTo>
                    <a:pt x="888298" y="1034897"/>
                  </a:lnTo>
                  <a:close/>
                  <a:moveTo>
                    <a:pt x="850550" y="1028663"/>
                  </a:moveTo>
                  <a:lnTo>
                    <a:pt x="811085" y="1055788"/>
                  </a:lnTo>
                  <a:lnTo>
                    <a:pt x="888298" y="1034897"/>
                  </a:lnTo>
                  <a:close/>
                  <a:moveTo>
                    <a:pt x="888298" y="1034897"/>
                  </a:moveTo>
                  <a:lnTo>
                    <a:pt x="875681" y="1047088"/>
                  </a:lnTo>
                  <a:lnTo>
                    <a:pt x="909253" y="1032703"/>
                  </a:lnTo>
                  <a:close/>
                  <a:moveTo>
                    <a:pt x="888298" y="1034897"/>
                  </a:moveTo>
                  <a:lnTo>
                    <a:pt x="909253" y="1032703"/>
                  </a:lnTo>
                  <a:lnTo>
                    <a:pt x="904950" y="995551"/>
                  </a:lnTo>
                  <a:close/>
                  <a:moveTo>
                    <a:pt x="904950" y="995551"/>
                  </a:moveTo>
                  <a:lnTo>
                    <a:pt x="909253" y="1032703"/>
                  </a:lnTo>
                  <a:lnTo>
                    <a:pt x="930408" y="1022994"/>
                  </a:lnTo>
                  <a:close/>
                  <a:moveTo>
                    <a:pt x="694329" y="779770"/>
                  </a:moveTo>
                  <a:lnTo>
                    <a:pt x="743293" y="715203"/>
                  </a:lnTo>
                  <a:lnTo>
                    <a:pt x="677836" y="730437"/>
                  </a:lnTo>
                  <a:close/>
                  <a:moveTo>
                    <a:pt x="740352" y="696206"/>
                  </a:moveTo>
                  <a:lnTo>
                    <a:pt x="743293" y="715203"/>
                  </a:lnTo>
                  <a:lnTo>
                    <a:pt x="748175" y="713775"/>
                  </a:lnTo>
                  <a:close/>
                  <a:moveTo>
                    <a:pt x="743210" y="571992"/>
                  </a:moveTo>
                  <a:lnTo>
                    <a:pt x="688057" y="610701"/>
                  </a:lnTo>
                  <a:lnTo>
                    <a:pt x="723315" y="586607"/>
                  </a:lnTo>
                  <a:close/>
                  <a:moveTo>
                    <a:pt x="743210" y="571992"/>
                  </a:moveTo>
                  <a:lnTo>
                    <a:pt x="707462" y="573237"/>
                  </a:lnTo>
                  <a:lnTo>
                    <a:pt x="688057" y="610701"/>
                  </a:lnTo>
                  <a:close/>
                  <a:moveTo>
                    <a:pt x="743210" y="571992"/>
                  </a:moveTo>
                  <a:lnTo>
                    <a:pt x="723315" y="586607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757487" y="535071"/>
                  </a:lnTo>
                  <a:lnTo>
                    <a:pt x="813676" y="525874"/>
                  </a:lnTo>
                  <a:close/>
                  <a:moveTo>
                    <a:pt x="757487" y="535071"/>
                  </a:moveTo>
                  <a:lnTo>
                    <a:pt x="743210" y="571992"/>
                  </a:lnTo>
                  <a:lnTo>
                    <a:pt x="813676" y="525874"/>
                  </a:lnTo>
                  <a:close/>
                  <a:moveTo>
                    <a:pt x="813676" y="525874"/>
                  </a:moveTo>
                  <a:lnTo>
                    <a:pt x="743210" y="571992"/>
                  </a:lnTo>
                  <a:lnTo>
                    <a:pt x="794224" y="562514"/>
                  </a:lnTo>
                  <a:close/>
                  <a:moveTo>
                    <a:pt x="794224" y="562514"/>
                  </a:moveTo>
                  <a:lnTo>
                    <a:pt x="743210" y="571992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813676" y="525874"/>
                  </a:lnTo>
                  <a:lnTo>
                    <a:pt x="844789" y="510977"/>
                  </a:lnTo>
                  <a:close/>
                  <a:moveTo>
                    <a:pt x="813676" y="525874"/>
                  </a:moveTo>
                  <a:lnTo>
                    <a:pt x="794224" y="562514"/>
                  </a:lnTo>
                  <a:lnTo>
                    <a:pt x="843613" y="546142"/>
                  </a:lnTo>
                  <a:close/>
                  <a:moveTo>
                    <a:pt x="843613" y="546142"/>
                  </a:moveTo>
                  <a:lnTo>
                    <a:pt x="844789" y="510977"/>
                  </a:lnTo>
                  <a:lnTo>
                    <a:pt x="813676" y="525874"/>
                  </a:lnTo>
                  <a:close/>
                  <a:moveTo>
                    <a:pt x="1259918" y="899176"/>
                  </a:moveTo>
                  <a:lnTo>
                    <a:pt x="1311750" y="926619"/>
                  </a:lnTo>
                  <a:lnTo>
                    <a:pt x="1283982" y="875082"/>
                  </a:lnTo>
                  <a:close/>
                  <a:moveTo>
                    <a:pt x="1298612" y="846434"/>
                  </a:moveTo>
                  <a:lnTo>
                    <a:pt x="1259918" y="899176"/>
                  </a:lnTo>
                  <a:lnTo>
                    <a:pt x="1283982" y="875082"/>
                  </a:lnTo>
                  <a:close/>
                  <a:moveTo>
                    <a:pt x="930753" y="435346"/>
                  </a:moveTo>
                  <a:lnTo>
                    <a:pt x="975956" y="462789"/>
                  </a:lnTo>
                  <a:lnTo>
                    <a:pt x="963261" y="411252"/>
                  </a:lnTo>
                  <a:close/>
                  <a:moveTo>
                    <a:pt x="1283982" y="875082"/>
                  </a:moveTo>
                  <a:lnTo>
                    <a:pt x="1326822" y="921120"/>
                  </a:lnTo>
                  <a:lnTo>
                    <a:pt x="1322343" y="862018"/>
                  </a:lnTo>
                  <a:close/>
                  <a:moveTo>
                    <a:pt x="1298612" y="846434"/>
                  </a:moveTo>
                  <a:lnTo>
                    <a:pt x="1283982" y="875082"/>
                  </a:lnTo>
                  <a:lnTo>
                    <a:pt x="1322343" y="862018"/>
                  </a:lnTo>
                  <a:close/>
                  <a:moveTo>
                    <a:pt x="963261" y="411252"/>
                  </a:moveTo>
                  <a:lnTo>
                    <a:pt x="975956" y="462789"/>
                  </a:lnTo>
                  <a:lnTo>
                    <a:pt x="999228" y="438695"/>
                  </a:lnTo>
                  <a:close/>
                  <a:moveTo>
                    <a:pt x="963261" y="411252"/>
                  </a:moveTo>
                  <a:lnTo>
                    <a:pt x="999228" y="438695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63261" y="411252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92205" y="387158"/>
                  </a:lnTo>
                  <a:lnTo>
                    <a:pt x="977609" y="335622"/>
                  </a:lnTo>
                  <a:close/>
                  <a:moveTo>
                    <a:pt x="940063" y="308179"/>
                  </a:moveTo>
                  <a:lnTo>
                    <a:pt x="977609" y="335622"/>
                  </a:lnTo>
                  <a:lnTo>
                    <a:pt x="955632" y="284085"/>
                  </a:lnTo>
                  <a:close/>
                  <a:moveTo>
                    <a:pt x="977609" y="335622"/>
                  </a:moveTo>
                  <a:lnTo>
                    <a:pt x="992205" y="387158"/>
                  </a:lnTo>
                  <a:lnTo>
                    <a:pt x="1053363" y="363064"/>
                  </a:lnTo>
                  <a:close/>
                  <a:moveTo>
                    <a:pt x="977609" y="335622"/>
                  </a:moveTo>
                  <a:lnTo>
                    <a:pt x="1053363" y="363064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977609" y="335622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1029953" y="311528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55632" y="284085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97300" y="259991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51230" y="232549"/>
                  </a:lnTo>
                  <a:lnTo>
                    <a:pt x="989158" y="208455"/>
                  </a:lnTo>
                  <a:close/>
                  <a:moveTo>
                    <a:pt x="989158" y="208455"/>
                  </a:moveTo>
                  <a:lnTo>
                    <a:pt x="1053516" y="224069"/>
                  </a:lnTo>
                  <a:lnTo>
                    <a:pt x="1035642" y="190258"/>
                  </a:lnTo>
                  <a:close/>
                  <a:moveTo>
                    <a:pt x="997300" y="259991"/>
                  </a:moveTo>
                  <a:lnTo>
                    <a:pt x="1053200" y="235898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89158" y="208455"/>
                  </a:lnTo>
                  <a:lnTo>
                    <a:pt x="1035642" y="190258"/>
                  </a:lnTo>
                  <a:close/>
                  <a:moveTo>
                    <a:pt x="1082522" y="157841"/>
                  </a:moveTo>
                  <a:lnTo>
                    <a:pt x="1035642" y="190258"/>
                  </a:lnTo>
                  <a:lnTo>
                    <a:pt x="1055859" y="184361"/>
                  </a:lnTo>
                  <a:close/>
                  <a:moveTo>
                    <a:pt x="1005990" y="181275"/>
                  </a:moveTo>
                  <a:lnTo>
                    <a:pt x="1035642" y="190258"/>
                  </a:lnTo>
                  <a:lnTo>
                    <a:pt x="1082522" y="157841"/>
                  </a:lnTo>
                  <a:close/>
                  <a:moveTo>
                    <a:pt x="1035642" y="190258"/>
                  </a:moveTo>
                  <a:lnTo>
                    <a:pt x="1053516" y="224069"/>
                  </a:lnTo>
                  <a:lnTo>
                    <a:pt x="1055859" y="184361"/>
                  </a:lnTo>
                  <a:close/>
                  <a:moveTo>
                    <a:pt x="1379523" y="477057"/>
                  </a:moveTo>
                  <a:lnTo>
                    <a:pt x="1399892" y="510829"/>
                  </a:lnTo>
                  <a:lnTo>
                    <a:pt x="1430740" y="469487"/>
                  </a:lnTo>
                  <a:close/>
                  <a:moveTo>
                    <a:pt x="1117799" y="154835"/>
                  </a:moveTo>
                  <a:lnTo>
                    <a:pt x="1082522" y="157841"/>
                  </a:lnTo>
                  <a:lnTo>
                    <a:pt x="1055859" y="184361"/>
                  </a:lnTo>
                  <a:close/>
                  <a:moveTo>
                    <a:pt x="1157048" y="126904"/>
                  </a:moveTo>
                  <a:lnTo>
                    <a:pt x="1112998" y="132824"/>
                  </a:lnTo>
                  <a:lnTo>
                    <a:pt x="1082522" y="157841"/>
                  </a:lnTo>
                  <a:close/>
                  <a:moveTo>
                    <a:pt x="1157048" y="126904"/>
                  </a:moveTo>
                  <a:lnTo>
                    <a:pt x="1082522" y="157841"/>
                  </a:lnTo>
                  <a:lnTo>
                    <a:pt x="1117799" y="154835"/>
                  </a:lnTo>
                  <a:close/>
                  <a:moveTo>
                    <a:pt x="1145999" y="113761"/>
                  </a:moveTo>
                  <a:lnTo>
                    <a:pt x="1157048" y="126904"/>
                  </a:lnTo>
                  <a:lnTo>
                    <a:pt x="1153246" y="108730"/>
                  </a:lnTo>
                  <a:close/>
                  <a:moveTo>
                    <a:pt x="1123268" y="157001"/>
                  </a:moveTo>
                  <a:lnTo>
                    <a:pt x="1157048" y="126904"/>
                  </a:lnTo>
                  <a:lnTo>
                    <a:pt x="1117799" y="154835"/>
                  </a:lnTo>
                  <a:close/>
                  <a:moveTo>
                    <a:pt x="1123268" y="157001"/>
                  </a:moveTo>
                  <a:lnTo>
                    <a:pt x="1171942" y="155413"/>
                  </a:lnTo>
                  <a:lnTo>
                    <a:pt x="1157048" y="126904"/>
                  </a:lnTo>
                  <a:close/>
                  <a:moveTo>
                    <a:pt x="1171942" y="155413"/>
                  </a:moveTo>
                  <a:lnTo>
                    <a:pt x="1239902" y="127107"/>
                  </a:lnTo>
                  <a:lnTo>
                    <a:pt x="1153246" y="108730"/>
                  </a:lnTo>
                  <a:close/>
                  <a:moveTo>
                    <a:pt x="1153246" y="108730"/>
                  </a:moveTo>
                  <a:lnTo>
                    <a:pt x="1239902" y="127107"/>
                  </a:lnTo>
                  <a:lnTo>
                    <a:pt x="1201198" y="84636"/>
                  </a:lnTo>
                  <a:close/>
                  <a:moveTo>
                    <a:pt x="1153246" y="108730"/>
                  </a:moveTo>
                  <a:lnTo>
                    <a:pt x="1157048" y="126904"/>
                  </a:lnTo>
                  <a:lnTo>
                    <a:pt x="1171942" y="155413"/>
                  </a:lnTo>
                  <a:close/>
                  <a:moveTo>
                    <a:pt x="1150142" y="57194"/>
                  </a:moveTo>
                  <a:lnTo>
                    <a:pt x="1153246" y="108730"/>
                  </a:lnTo>
                  <a:lnTo>
                    <a:pt x="1201198" y="84636"/>
                  </a:lnTo>
                  <a:close/>
                  <a:moveTo>
                    <a:pt x="1150142" y="57194"/>
                  </a:moveTo>
                  <a:lnTo>
                    <a:pt x="1201198" y="84636"/>
                  </a:lnTo>
                  <a:lnTo>
                    <a:pt x="1197956" y="33100"/>
                  </a:lnTo>
                  <a:close/>
                  <a:moveTo>
                    <a:pt x="1201198" y="84636"/>
                  </a:moveTo>
                  <a:lnTo>
                    <a:pt x="1239902" y="127107"/>
                  </a:lnTo>
                  <a:lnTo>
                    <a:pt x="1244776" y="71439"/>
                  </a:lnTo>
                  <a:close/>
                  <a:moveTo>
                    <a:pt x="1197956" y="33100"/>
                  </a:moveTo>
                  <a:lnTo>
                    <a:pt x="1244776" y="71439"/>
                  </a:lnTo>
                  <a:lnTo>
                    <a:pt x="1225672" y="24227"/>
                  </a:lnTo>
                  <a:close/>
                  <a:moveTo>
                    <a:pt x="1197956" y="33100"/>
                  </a:moveTo>
                  <a:lnTo>
                    <a:pt x="1201198" y="84636"/>
                  </a:lnTo>
                  <a:lnTo>
                    <a:pt x="1244776" y="71439"/>
                  </a:lnTo>
                  <a:close/>
                  <a:moveTo>
                    <a:pt x="1303146" y="60542"/>
                  </a:moveTo>
                  <a:lnTo>
                    <a:pt x="1286272" y="9006"/>
                  </a:lnTo>
                  <a:lnTo>
                    <a:pt x="1244776" y="71439"/>
                  </a:lnTo>
                  <a:close/>
                  <a:moveTo>
                    <a:pt x="1286272" y="9006"/>
                  </a:moveTo>
                  <a:lnTo>
                    <a:pt x="1225672" y="24227"/>
                  </a:lnTo>
                  <a:lnTo>
                    <a:pt x="1244776" y="71439"/>
                  </a:lnTo>
                  <a:close/>
                  <a:moveTo>
                    <a:pt x="1209589" y="13771"/>
                  </a:moveTo>
                  <a:lnTo>
                    <a:pt x="1197956" y="33100"/>
                  </a:lnTo>
                  <a:lnTo>
                    <a:pt x="1225672" y="24227"/>
                  </a:lnTo>
                  <a:close/>
                  <a:moveTo>
                    <a:pt x="1289529" y="3074"/>
                  </a:moveTo>
                  <a:lnTo>
                    <a:pt x="1225672" y="24227"/>
                  </a:lnTo>
                  <a:lnTo>
                    <a:pt x="1286272" y="9006"/>
                  </a:lnTo>
                  <a:close/>
                  <a:moveTo>
                    <a:pt x="1209589" y="13771"/>
                  </a:moveTo>
                  <a:lnTo>
                    <a:pt x="1225672" y="24227"/>
                  </a:lnTo>
                  <a:lnTo>
                    <a:pt x="1289529" y="3074"/>
                  </a:lnTo>
                  <a:close/>
                  <a:moveTo>
                    <a:pt x="1376101" y="103381"/>
                  </a:moveTo>
                  <a:lnTo>
                    <a:pt x="1361120" y="112079"/>
                  </a:lnTo>
                  <a:lnTo>
                    <a:pt x="1396532" y="93564"/>
                  </a:lnTo>
                  <a:close/>
                  <a:moveTo>
                    <a:pt x="1376101" y="103381"/>
                  </a:moveTo>
                  <a:lnTo>
                    <a:pt x="1305558" y="63004"/>
                  </a:lnTo>
                  <a:lnTo>
                    <a:pt x="1361120" y="112079"/>
                  </a:lnTo>
                  <a:close/>
                  <a:moveTo>
                    <a:pt x="1305749" y="59851"/>
                  </a:moveTo>
                  <a:lnTo>
                    <a:pt x="1305558" y="63004"/>
                  </a:lnTo>
                  <a:lnTo>
                    <a:pt x="1376101" y="103381"/>
                  </a:lnTo>
                  <a:close/>
                  <a:moveTo>
                    <a:pt x="1369734" y="45815"/>
                  </a:moveTo>
                  <a:lnTo>
                    <a:pt x="1305749" y="59851"/>
                  </a:lnTo>
                  <a:lnTo>
                    <a:pt x="1376101" y="103381"/>
                  </a:lnTo>
                  <a:close/>
                  <a:moveTo>
                    <a:pt x="1376101" y="103381"/>
                  </a:moveTo>
                  <a:lnTo>
                    <a:pt x="1429392" y="98039"/>
                  </a:lnTo>
                  <a:lnTo>
                    <a:pt x="1418845" y="43871"/>
                  </a:lnTo>
                  <a:close/>
                  <a:moveTo>
                    <a:pt x="1376101" y="103381"/>
                  </a:moveTo>
                  <a:lnTo>
                    <a:pt x="1418845" y="43871"/>
                  </a:lnTo>
                  <a:lnTo>
                    <a:pt x="1369734" y="45815"/>
                  </a:lnTo>
                  <a:close/>
                  <a:moveTo>
                    <a:pt x="1303146" y="60542"/>
                  </a:moveTo>
                  <a:lnTo>
                    <a:pt x="1305558" y="63004"/>
                  </a:lnTo>
                  <a:lnTo>
                    <a:pt x="1305749" y="59851"/>
                  </a:lnTo>
                  <a:close/>
                  <a:moveTo>
                    <a:pt x="1286272" y="9006"/>
                  </a:moveTo>
                  <a:lnTo>
                    <a:pt x="1305749" y="59851"/>
                  </a:lnTo>
                  <a:lnTo>
                    <a:pt x="1293505" y="7063"/>
                  </a:lnTo>
                  <a:close/>
                  <a:moveTo>
                    <a:pt x="1286272" y="9006"/>
                  </a:moveTo>
                  <a:lnTo>
                    <a:pt x="1303146" y="60542"/>
                  </a:lnTo>
                  <a:lnTo>
                    <a:pt x="1305749" y="59851"/>
                  </a:lnTo>
                  <a:close/>
                  <a:moveTo>
                    <a:pt x="1305749" y="59851"/>
                  </a:moveTo>
                  <a:lnTo>
                    <a:pt x="1348912" y="0"/>
                  </a:lnTo>
                  <a:lnTo>
                    <a:pt x="1293505" y="7063"/>
                  </a:lnTo>
                  <a:close/>
                  <a:moveTo>
                    <a:pt x="1289529" y="3074"/>
                  </a:moveTo>
                  <a:lnTo>
                    <a:pt x="1286272" y="9006"/>
                  </a:lnTo>
                  <a:lnTo>
                    <a:pt x="1293505" y="7063"/>
                  </a:lnTo>
                  <a:close/>
                  <a:moveTo>
                    <a:pt x="1587440" y="283312"/>
                  </a:moveTo>
                  <a:lnTo>
                    <a:pt x="1564813" y="294132"/>
                  </a:lnTo>
                  <a:lnTo>
                    <a:pt x="1592244" y="292579"/>
                  </a:lnTo>
                  <a:close/>
                  <a:moveTo>
                    <a:pt x="1592244" y="292579"/>
                  </a:moveTo>
                  <a:lnTo>
                    <a:pt x="1601442" y="242595"/>
                  </a:lnTo>
                  <a:lnTo>
                    <a:pt x="1587440" y="283312"/>
                  </a:lnTo>
                  <a:close/>
                  <a:moveTo>
                    <a:pt x="1630406" y="236793"/>
                  </a:moveTo>
                  <a:lnTo>
                    <a:pt x="1601442" y="242595"/>
                  </a:lnTo>
                  <a:lnTo>
                    <a:pt x="1592244" y="29257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8" name="Output_density__4307">
              <a:extLst>
                <a:ext uri="{FF2B5EF4-FFF2-40B4-BE49-F238E27FC236}">
                  <a16:creationId xmlns:a16="http://schemas.microsoft.com/office/drawing/2014/main" id="{AE32DB2E-A9B8-A868-FD62-D51C167D036C}"/>
                </a:ext>
              </a:extLst>
            </p:cNvPr>
            <p:cNvSpPr>
              <a:spLocks noGrp="1"/>
            </p:cNvSpPr>
            <p:nvPr/>
          </p:nvSpPr>
          <p:spPr>
            <a:xfrm>
              <a:off x="15066920" y="2423625"/>
              <a:ext cx="1155788" cy="1026812"/>
            </a:xfrm>
            <a:custGeom>
              <a:avLst/>
              <a:gdLst/>
              <a:ahLst/>
              <a:cxnLst/>
              <a:rect l="0" t="0" r="0" b="0"/>
              <a:pathLst>
                <a:path w="1155788" h="1026812">
                  <a:moveTo>
                    <a:pt x="0" y="965229"/>
                  </a:moveTo>
                  <a:lnTo>
                    <a:pt x="27184" y="946074"/>
                  </a:lnTo>
                  <a:lnTo>
                    <a:pt x="51675" y="902740"/>
                  </a:lnTo>
                  <a:close/>
                  <a:moveTo>
                    <a:pt x="333106" y="851557"/>
                  </a:moveTo>
                  <a:lnTo>
                    <a:pt x="316690" y="885960"/>
                  </a:lnTo>
                  <a:lnTo>
                    <a:pt x="371517" y="820494"/>
                  </a:lnTo>
                  <a:close/>
                  <a:moveTo>
                    <a:pt x="364747" y="834959"/>
                  </a:moveTo>
                  <a:lnTo>
                    <a:pt x="333106" y="851557"/>
                  </a:lnTo>
                  <a:lnTo>
                    <a:pt x="406739" y="817283"/>
                  </a:lnTo>
                  <a:close/>
                  <a:moveTo>
                    <a:pt x="639778" y="1026812"/>
                  </a:moveTo>
                  <a:lnTo>
                    <a:pt x="681301" y="1010220"/>
                  </a:lnTo>
                  <a:lnTo>
                    <a:pt x="707600" y="973645"/>
                  </a:lnTo>
                  <a:close/>
                  <a:moveTo>
                    <a:pt x="707600" y="973645"/>
                  </a:moveTo>
                  <a:lnTo>
                    <a:pt x="745308" y="953623"/>
                  </a:lnTo>
                  <a:lnTo>
                    <a:pt x="744055" y="951181"/>
                  </a:lnTo>
                  <a:close/>
                  <a:moveTo>
                    <a:pt x="723059" y="991670"/>
                  </a:moveTo>
                  <a:lnTo>
                    <a:pt x="745308" y="953623"/>
                  </a:lnTo>
                  <a:lnTo>
                    <a:pt x="707600" y="973645"/>
                  </a:lnTo>
                  <a:close/>
                  <a:moveTo>
                    <a:pt x="681301" y="1010220"/>
                  </a:moveTo>
                  <a:lnTo>
                    <a:pt x="723059" y="991670"/>
                  </a:lnTo>
                  <a:lnTo>
                    <a:pt x="707600" y="973645"/>
                  </a:lnTo>
                  <a:close/>
                  <a:moveTo>
                    <a:pt x="604354" y="796571"/>
                  </a:moveTo>
                  <a:lnTo>
                    <a:pt x="566842" y="859280"/>
                  </a:lnTo>
                  <a:lnTo>
                    <a:pt x="586951" y="832138"/>
                  </a:lnTo>
                  <a:close/>
                  <a:moveTo>
                    <a:pt x="603177" y="804979"/>
                  </a:moveTo>
                  <a:lnTo>
                    <a:pt x="604354" y="796571"/>
                  </a:lnTo>
                  <a:lnTo>
                    <a:pt x="586951" y="832138"/>
                  </a:lnTo>
                  <a:close/>
                  <a:moveTo>
                    <a:pt x="782544" y="944275"/>
                  </a:moveTo>
                  <a:lnTo>
                    <a:pt x="744055" y="951181"/>
                  </a:lnTo>
                  <a:lnTo>
                    <a:pt x="751057" y="948949"/>
                  </a:lnTo>
                  <a:close/>
                  <a:moveTo>
                    <a:pt x="707600" y="973645"/>
                  </a:moveTo>
                  <a:lnTo>
                    <a:pt x="744055" y="951181"/>
                  </a:lnTo>
                  <a:lnTo>
                    <a:pt x="782544" y="944275"/>
                  </a:lnTo>
                  <a:close/>
                  <a:moveTo>
                    <a:pt x="801381" y="927087"/>
                  </a:moveTo>
                  <a:lnTo>
                    <a:pt x="827106" y="862361"/>
                  </a:lnTo>
                  <a:lnTo>
                    <a:pt x="817240" y="851457"/>
                  </a:lnTo>
                  <a:close/>
                  <a:moveTo>
                    <a:pt x="833969" y="731296"/>
                  </a:moveTo>
                  <a:lnTo>
                    <a:pt x="849463" y="748384"/>
                  </a:lnTo>
                  <a:lnTo>
                    <a:pt x="840796" y="717593"/>
                  </a:lnTo>
                  <a:close/>
                  <a:moveTo>
                    <a:pt x="840796" y="717593"/>
                  </a:moveTo>
                  <a:lnTo>
                    <a:pt x="849463" y="748384"/>
                  </a:lnTo>
                  <a:lnTo>
                    <a:pt x="848851" y="707933"/>
                  </a:lnTo>
                  <a:close/>
                  <a:moveTo>
                    <a:pt x="840796" y="717593"/>
                  </a:moveTo>
                  <a:lnTo>
                    <a:pt x="848851" y="707933"/>
                  </a:lnTo>
                  <a:lnTo>
                    <a:pt x="876871" y="677796"/>
                  </a:lnTo>
                  <a:close/>
                  <a:moveTo>
                    <a:pt x="876871" y="677796"/>
                  </a:moveTo>
                  <a:lnTo>
                    <a:pt x="877758" y="670936"/>
                  </a:lnTo>
                  <a:lnTo>
                    <a:pt x="870698" y="694489"/>
                  </a:lnTo>
                  <a:close/>
                  <a:moveTo>
                    <a:pt x="840796" y="717593"/>
                  </a:moveTo>
                  <a:lnTo>
                    <a:pt x="876871" y="677796"/>
                  </a:lnTo>
                  <a:lnTo>
                    <a:pt x="870698" y="694489"/>
                  </a:lnTo>
                  <a:close/>
                  <a:moveTo>
                    <a:pt x="877758" y="670936"/>
                  </a:moveTo>
                  <a:lnTo>
                    <a:pt x="876871" y="677796"/>
                  </a:lnTo>
                  <a:lnTo>
                    <a:pt x="884508" y="672753"/>
                  </a:lnTo>
                  <a:close/>
                  <a:moveTo>
                    <a:pt x="1077956" y="231089"/>
                  </a:moveTo>
                  <a:lnTo>
                    <a:pt x="1063917" y="218379"/>
                  </a:lnTo>
                  <a:lnTo>
                    <a:pt x="1026721" y="214207"/>
                  </a:lnTo>
                  <a:close/>
                  <a:moveTo>
                    <a:pt x="1155788" y="212511"/>
                  </a:moveTo>
                  <a:lnTo>
                    <a:pt x="1098272" y="229152"/>
                  </a:lnTo>
                  <a:lnTo>
                    <a:pt x="1077956" y="231089"/>
                  </a:lnTo>
                  <a:close/>
                  <a:moveTo>
                    <a:pt x="1062315" y="37709"/>
                  </a:moveTo>
                  <a:lnTo>
                    <a:pt x="1088310" y="0"/>
                  </a:lnTo>
                  <a:lnTo>
                    <a:pt x="1018357" y="4803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9" name="Output_density__4308">
              <a:extLst>
                <a:ext uri="{FF2B5EF4-FFF2-40B4-BE49-F238E27FC236}">
                  <a16:creationId xmlns:a16="http://schemas.microsoft.com/office/drawing/2014/main" id="{10128D2E-8ECC-0083-D76D-840998F84329}"/>
                </a:ext>
              </a:extLst>
            </p:cNvPr>
            <p:cNvSpPr>
              <a:spLocks noGrp="1"/>
            </p:cNvSpPr>
            <p:nvPr/>
          </p:nvSpPr>
          <p:spPr>
            <a:xfrm>
              <a:off x="14982818" y="2412354"/>
              <a:ext cx="1317303" cy="1075802"/>
            </a:xfrm>
            <a:custGeom>
              <a:avLst/>
              <a:gdLst/>
              <a:ahLst/>
              <a:cxnLst/>
              <a:rect l="0" t="0" r="0" b="0"/>
              <a:pathLst>
                <a:path w="1317303" h="1075802">
                  <a:moveTo>
                    <a:pt x="0" y="755719"/>
                  </a:moveTo>
                  <a:lnTo>
                    <a:pt x="1359" y="805840"/>
                  </a:lnTo>
                  <a:lnTo>
                    <a:pt x="2446" y="746259"/>
                  </a:lnTo>
                  <a:close/>
                  <a:moveTo>
                    <a:pt x="122525" y="952405"/>
                  </a:moveTo>
                  <a:lnTo>
                    <a:pt x="135776" y="914011"/>
                  </a:lnTo>
                  <a:lnTo>
                    <a:pt x="135612" y="898145"/>
                  </a:lnTo>
                  <a:close/>
                  <a:moveTo>
                    <a:pt x="355289" y="1075802"/>
                  </a:moveTo>
                  <a:lnTo>
                    <a:pt x="397187" y="1057775"/>
                  </a:lnTo>
                  <a:lnTo>
                    <a:pt x="422110" y="1016059"/>
                  </a:lnTo>
                  <a:close/>
                  <a:moveTo>
                    <a:pt x="383078" y="1044801"/>
                  </a:moveTo>
                  <a:lnTo>
                    <a:pt x="355289" y="1075802"/>
                  </a:lnTo>
                  <a:lnTo>
                    <a:pt x="422110" y="1016059"/>
                  </a:lnTo>
                  <a:close/>
                  <a:moveTo>
                    <a:pt x="406879" y="955024"/>
                  </a:moveTo>
                  <a:lnTo>
                    <a:pt x="432433" y="931660"/>
                  </a:lnTo>
                  <a:lnTo>
                    <a:pt x="436408" y="983197"/>
                  </a:lnTo>
                  <a:close/>
                  <a:moveTo>
                    <a:pt x="382202" y="880124"/>
                  </a:moveTo>
                  <a:lnTo>
                    <a:pt x="400792" y="897230"/>
                  </a:lnTo>
                  <a:lnTo>
                    <a:pt x="417207" y="862828"/>
                  </a:lnTo>
                  <a:close/>
                  <a:moveTo>
                    <a:pt x="274034" y="676879"/>
                  </a:moveTo>
                  <a:lnTo>
                    <a:pt x="279794" y="668663"/>
                  </a:lnTo>
                  <a:lnTo>
                    <a:pt x="253749" y="725514"/>
                  </a:lnTo>
                  <a:close/>
                  <a:moveTo>
                    <a:pt x="279794" y="668663"/>
                  </a:moveTo>
                  <a:lnTo>
                    <a:pt x="271463" y="667268"/>
                  </a:lnTo>
                  <a:lnTo>
                    <a:pt x="247535" y="622441"/>
                  </a:lnTo>
                  <a:close/>
                  <a:moveTo>
                    <a:pt x="338264" y="607448"/>
                  </a:moveTo>
                  <a:lnTo>
                    <a:pt x="330520" y="602664"/>
                  </a:lnTo>
                  <a:lnTo>
                    <a:pt x="378783" y="649884"/>
                  </a:lnTo>
                  <a:close/>
                  <a:moveTo>
                    <a:pt x="507430" y="785775"/>
                  </a:moveTo>
                  <a:lnTo>
                    <a:pt x="448848" y="846229"/>
                  </a:lnTo>
                  <a:lnTo>
                    <a:pt x="490840" y="828554"/>
                  </a:lnTo>
                  <a:close/>
                  <a:moveTo>
                    <a:pt x="338264" y="607448"/>
                  </a:moveTo>
                  <a:lnTo>
                    <a:pt x="424826" y="621515"/>
                  </a:lnTo>
                  <a:lnTo>
                    <a:pt x="373178" y="603088"/>
                  </a:lnTo>
                  <a:close/>
                  <a:moveTo>
                    <a:pt x="731322" y="807842"/>
                  </a:moveTo>
                  <a:lnTo>
                    <a:pt x="740434" y="811017"/>
                  </a:lnTo>
                  <a:lnTo>
                    <a:pt x="745138" y="810821"/>
                  </a:lnTo>
                  <a:close/>
                  <a:moveTo>
                    <a:pt x="688456" y="807842"/>
                  </a:moveTo>
                  <a:lnTo>
                    <a:pt x="687279" y="816250"/>
                  </a:lnTo>
                  <a:lnTo>
                    <a:pt x="696355" y="803107"/>
                  </a:lnTo>
                  <a:close/>
                  <a:moveTo>
                    <a:pt x="731322" y="807842"/>
                  </a:moveTo>
                  <a:lnTo>
                    <a:pt x="745138" y="810821"/>
                  </a:lnTo>
                  <a:lnTo>
                    <a:pt x="745888" y="806584"/>
                  </a:lnTo>
                  <a:close/>
                  <a:moveTo>
                    <a:pt x="745888" y="806584"/>
                  </a:moveTo>
                  <a:lnTo>
                    <a:pt x="696355" y="803107"/>
                  </a:lnTo>
                  <a:lnTo>
                    <a:pt x="731322" y="807842"/>
                  </a:lnTo>
                  <a:close/>
                  <a:moveTo>
                    <a:pt x="728064" y="612085"/>
                  </a:moveTo>
                  <a:lnTo>
                    <a:pt x="754324" y="575368"/>
                  </a:lnTo>
                  <a:lnTo>
                    <a:pt x="685869" y="629003"/>
                  </a:lnTo>
                  <a:close/>
                  <a:moveTo>
                    <a:pt x="768419" y="537296"/>
                  </a:moveTo>
                  <a:lnTo>
                    <a:pt x="754324" y="575368"/>
                  </a:lnTo>
                  <a:lnTo>
                    <a:pt x="793727" y="553508"/>
                  </a:lnTo>
                  <a:close/>
                  <a:moveTo>
                    <a:pt x="774564" y="516142"/>
                  </a:moveTo>
                  <a:lnTo>
                    <a:pt x="794869" y="552284"/>
                  </a:lnTo>
                  <a:lnTo>
                    <a:pt x="822204" y="519586"/>
                  </a:lnTo>
                  <a:close/>
                  <a:moveTo>
                    <a:pt x="961860" y="682207"/>
                  </a:moveTo>
                  <a:lnTo>
                    <a:pt x="968609" y="684024"/>
                  </a:lnTo>
                  <a:lnTo>
                    <a:pt x="967728" y="614693"/>
                  </a:lnTo>
                  <a:close/>
                  <a:moveTo>
                    <a:pt x="852394" y="497559"/>
                  </a:moveTo>
                  <a:lnTo>
                    <a:pt x="793473" y="516927"/>
                  </a:lnTo>
                  <a:lnTo>
                    <a:pt x="774564" y="516142"/>
                  </a:lnTo>
                  <a:close/>
                  <a:moveTo>
                    <a:pt x="852394" y="497559"/>
                  </a:moveTo>
                  <a:lnTo>
                    <a:pt x="774564" y="516142"/>
                  </a:lnTo>
                  <a:lnTo>
                    <a:pt x="822204" y="519586"/>
                  </a:lnTo>
                  <a:close/>
                  <a:moveTo>
                    <a:pt x="866071" y="508919"/>
                  </a:moveTo>
                  <a:lnTo>
                    <a:pt x="878566" y="505320"/>
                  </a:lnTo>
                  <a:lnTo>
                    <a:pt x="852394" y="497559"/>
                  </a:lnTo>
                  <a:close/>
                  <a:moveTo>
                    <a:pt x="866071" y="508919"/>
                  </a:moveTo>
                  <a:lnTo>
                    <a:pt x="852394" y="497559"/>
                  </a:lnTo>
                  <a:lnTo>
                    <a:pt x="822204" y="519586"/>
                  </a:lnTo>
                  <a:close/>
                  <a:moveTo>
                    <a:pt x="977467" y="544032"/>
                  </a:moveTo>
                  <a:lnTo>
                    <a:pt x="991626" y="556857"/>
                  </a:lnTo>
                  <a:lnTo>
                    <a:pt x="1009815" y="492974"/>
                  </a:lnTo>
                  <a:close/>
                  <a:moveTo>
                    <a:pt x="1005615" y="451277"/>
                  </a:moveTo>
                  <a:lnTo>
                    <a:pt x="1039220" y="406325"/>
                  </a:lnTo>
                  <a:lnTo>
                    <a:pt x="1038027" y="405596"/>
                  </a:lnTo>
                  <a:close/>
                  <a:moveTo>
                    <a:pt x="1021338" y="470285"/>
                  </a:moveTo>
                  <a:lnTo>
                    <a:pt x="1039220" y="406325"/>
                  </a:lnTo>
                  <a:lnTo>
                    <a:pt x="1005615" y="451277"/>
                  </a:lnTo>
                  <a:close/>
                  <a:moveTo>
                    <a:pt x="973515" y="466158"/>
                  </a:moveTo>
                  <a:lnTo>
                    <a:pt x="1021338" y="470285"/>
                  </a:lnTo>
                  <a:lnTo>
                    <a:pt x="1005615" y="451277"/>
                  </a:lnTo>
                  <a:close/>
                  <a:moveTo>
                    <a:pt x="1105331" y="453303"/>
                  </a:moveTo>
                  <a:lnTo>
                    <a:pt x="1189872" y="484575"/>
                  </a:lnTo>
                  <a:lnTo>
                    <a:pt x="1140292" y="470554"/>
                  </a:lnTo>
                  <a:close/>
                  <a:moveTo>
                    <a:pt x="1105331" y="453303"/>
                  </a:moveTo>
                  <a:lnTo>
                    <a:pt x="1190183" y="485045"/>
                  </a:lnTo>
                  <a:lnTo>
                    <a:pt x="1189872" y="484575"/>
                  </a:lnTo>
                  <a:close/>
                  <a:moveTo>
                    <a:pt x="1009582" y="455181"/>
                  </a:moveTo>
                  <a:lnTo>
                    <a:pt x="1038027" y="405596"/>
                  </a:lnTo>
                  <a:lnTo>
                    <a:pt x="1042222" y="403885"/>
                  </a:lnTo>
                  <a:close/>
                  <a:moveTo>
                    <a:pt x="1012766" y="354059"/>
                  </a:moveTo>
                  <a:lnTo>
                    <a:pt x="1022657" y="340316"/>
                  </a:lnTo>
                  <a:lnTo>
                    <a:pt x="1046186" y="293384"/>
                  </a:lnTo>
                  <a:close/>
                  <a:moveTo>
                    <a:pt x="1241442" y="499385"/>
                  </a:moveTo>
                  <a:lnTo>
                    <a:pt x="1190183" y="485045"/>
                  </a:lnTo>
                  <a:lnTo>
                    <a:pt x="1221662" y="497435"/>
                  </a:lnTo>
                  <a:close/>
                  <a:moveTo>
                    <a:pt x="1189872" y="484575"/>
                  </a:moveTo>
                  <a:lnTo>
                    <a:pt x="1191798" y="483731"/>
                  </a:lnTo>
                  <a:lnTo>
                    <a:pt x="1140292" y="470554"/>
                  </a:lnTo>
                  <a:close/>
                  <a:moveTo>
                    <a:pt x="1191798" y="483731"/>
                  </a:moveTo>
                  <a:lnTo>
                    <a:pt x="1259260" y="466868"/>
                  </a:lnTo>
                  <a:lnTo>
                    <a:pt x="1218233" y="452390"/>
                  </a:lnTo>
                  <a:close/>
                  <a:moveTo>
                    <a:pt x="1287422" y="496620"/>
                  </a:moveTo>
                  <a:lnTo>
                    <a:pt x="1317303" y="473440"/>
                  </a:lnTo>
                  <a:lnTo>
                    <a:pt x="1241442" y="499385"/>
                  </a:lnTo>
                  <a:close/>
                  <a:moveTo>
                    <a:pt x="1158116" y="260143"/>
                  </a:moveTo>
                  <a:lnTo>
                    <a:pt x="1162058" y="242360"/>
                  </a:lnTo>
                  <a:lnTo>
                    <a:pt x="1110823" y="225478"/>
                  </a:lnTo>
                  <a:close/>
                  <a:moveTo>
                    <a:pt x="1098503" y="254335"/>
                  </a:moveTo>
                  <a:lnTo>
                    <a:pt x="1104655" y="265623"/>
                  </a:lnTo>
                  <a:lnTo>
                    <a:pt x="1110823" y="225478"/>
                  </a:lnTo>
                  <a:close/>
                  <a:moveTo>
                    <a:pt x="1102458" y="59304"/>
                  </a:moveTo>
                  <a:lnTo>
                    <a:pt x="1151735" y="0"/>
                  </a:lnTo>
                  <a:lnTo>
                    <a:pt x="1113910" y="7128"/>
                  </a:lnTo>
                  <a:close/>
                  <a:moveTo>
                    <a:pt x="1172411" y="11271"/>
                  </a:moveTo>
                  <a:lnTo>
                    <a:pt x="1151735" y="0"/>
                  </a:lnTo>
                  <a:lnTo>
                    <a:pt x="1102458" y="5930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0" name="Output_density__4309">
              <a:extLst>
                <a:ext uri="{FF2B5EF4-FFF2-40B4-BE49-F238E27FC236}">
                  <a16:creationId xmlns:a16="http://schemas.microsoft.com/office/drawing/2014/main" id="{DB8CFC93-25B6-CC00-B723-C848EC396D07}"/>
                </a:ext>
              </a:extLst>
            </p:cNvPr>
            <p:cNvSpPr>
              <a:spLocks noGrp="1"/>
            </p:cNvSpPr>
            <p:nvPr/>
          </p:nvSpPr>
          <p:spPr>
            <a:xfrm>
              <a:off x="15817977" y="3350712"/>
              <a:ext cx="50324" cy="21862"/>
            </a:xfrm>
            <a:custGeom>
              <a:avLst/>
              <a:gdLst/>
              <a:ahLst/>
              <a:cxnLst/>
              <a:rect l="0" t="0" r="0" b="0"/>
              <a:pathLst>
                <a:path w="50324" h="21862">
                  <a:moveTo>
                    <a:pt x="50324" y="0"/>
                  </a:moveTo>
                  <a:lnTo>
                    <a:pt x="31487" y="17188"/>
                  </a:lnTo>
                  <a:lnTo>
                    <a:pt x="0" y="21862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11" name="Output_density__4310">
              <a:extLst>
                <a:ext uri="{FF2B5EF4-FFF2-40B4-BE49-F238E27FC236}">
                  <a16:creationId xmlns:a16="http://schemas.microsoft.com/office/drawing/2014/main" id="{E8AB9B05-4D62-7A2A-5E0C-82A36392C198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79945"/>
              <a:ext cx="1746587" cy="957372"/>
            </a:xfrm>
            <a:custGeom>
              <a:avLst/>
              <a:gdLst/>
              <a:ahLst/>
              <a:cxnLst/>
              <a:rect l="0" t="0" r="0" b="0"/>
              <a:pathLst>
                <a:path w="1746587" h="957372">
                  <a:moveTo>
                    <a:pt x="22024" y="776401"/>
                  </a:moveTo>
                  <a:lnTo>
                    <a:pt x="0" y="763657"/>
                  </a:lnTo>
                  <a:lnTo>
                    <a:pt x="37174" y="802762"/>
                  </a:lnTo>
                  <a:close/>
                  <a:moveTo>
                    <a:pt x="154846" y="957372"/>
                  </a:moveTo>
                  <a:lnTo>
                    <a:pt x="162286" y="933278"/>
                  </a:lnTo>
                  <a:lnTo>
                    <a:pt x="126526" y="905836"/>
                  </a:lnTo>
                  <a:close/>
                  <a:moveTo>
                    <a:pt x="106479" y="854299"/>
                  </a:moveTo>
                  <a:lnTo>
                    <a:pt x="156286" y="838049"/>
                  </a:lnTo>
                  <a:lnTo>
                    <a:pt x="83877" y="832982"/>
                  </a:lnTo>
                  <a:close/>
                  <a:moveTo>
                    <a:pt x="37174" y="802762"/>
                  </a:moveTo>
                  <a:lnTo>
                    <a:pt x="62732" y="778668"/>
                  </a:lnTo>
                  <a:lnTo>
                    <a:pt x="22024" y="776401"/>
                  </a:lnTo>
                  <a:close/>
                  <a:moveTo>
                    <a:pt x="62732" y="778668"/>
                  </a:moveTo>
                  <a:lnTo>
                    <a:pt x="56288" y="769607"/>
                  </a:lnTo>
                  <a:lnTo>
                    <a:pt x="22024" y="776401"/>
                  </a:lnTo>
                  <a:close/>
                  <a:moveTo>
                    <a:pt x="35357" y="727132"/>
                  </a:moveTo>
                  <a:lnTo>
                    <a:pt x="22024" y="776401"/>
                  </a:lnTo>
                  <a:lnTo>
                    <a:pt x="56288" y="769607"/>
                  </a:lnTo>
                  <a:close/>
                  <a:moveTo>
                    <a:pt x="302614" y="920537"/>
                  </a:moveTo>
                  <a:lnTo>
                    <a:pt x="232385" y="881741"/>
                  </a:lnTo>
                  <a:lnTo>
                    <a:pt x="266410" y="896292"/>
                  </a:lnTo>
                  <a:close/>
                  <a:moveTo>
                    <a:pt x="35357" y="727132"/>
                  </a:moveTo>
                  <a:lnTo>
                    <a:pt x="33386" y="673772"/>
                  </a:lnTo>
                  <a:lnTo>
                    <a:pt x="33419" y="684104"/>
                  </a:lnTo>
                  <a:close/>
                  <a:moveTo>
                    <a:pt x="42518" y="651501"/>
                  </a:moveTo>
                  <a:lnTo>
                    <a:pt x="33386" y="673772"/>
                  </a:lnTo>
                  <a:lnTo>
                    <a:pt x="35357" y="727132"/>
                  </a:lnTo>
                  <a:close/>
                  <a:moveTo>
                    <a:pt x="195916" y="672501"/>
                  </a:moveTo>
                  <a:lnTo>
                    <a:pt x="242806" y="678944"/>
                  </a:lnTo>
                  <a:lnTo>
                    <a:pt x="166276" y="641698"/>
                  </a:lnTo>
                  <a:close/>
                  <a:moveTo>
                    <a:pt x="242806" y="678944"/>
                  </a:moveTo>
                  <a:lnTo>
                    <a:pt x="195916" y="672501"/>
                  </a:lnTo>
                  <a:lnTo>
                    <a:pt x="199931" y="677081"/>
                  </a:lnTo>
                  <a:close/>
                  <a:moveTo>
                    <a:pt x="178856" y="505986"/>
                  </a:moveTo>
                  <a:lnTo>
                    <a:pt x="120884" y="515134"/>
                  </a:lnTo>
                  <a:lnTo>
                    <a:pt x="195143" y="534713"/>
                  </a:lnTo>
                  <a:close/>
                  <a:moveTo>
                    <a:pt x="228345" y="484172"/>
                  </a:moveTo>
                  <a:lnTo>
                    <a:pt x="172569" y="448703"/>
                  </a:lnTo>
                  <a:lnTo>
                    <a:pt x="225368" y="506155"/>
                  </a:lnTo>
                  <a:close/>
                  <a:moveTo>
                    <a:pt x="322354" y="476146"/>
                  </a:moveTo>
                  <a:lnTo>
                    <a:pt x="306483" y="466742"/>
                  </a:lnTo>
                  <a:lnTo>
                    <a:pt x="277292" y="492499"/>
                  </a:lnTo>
                  <a:close/>
                  <a:moveTo>
                    <a:pt x="277292" y="492499"/>
                  </a:moveTo>
                  <a:lnTo>
                    <a:pt x="306483" y="466742"/>
                  </a:lnTo>
                  <a:lnTo>
                    <a:pt x="228345" y="484172"/>
                  </a:lnTo>
                  <a:close/>
                  <a:moveTo>
                    <a:pt x="663881" y="816744"/>
                  </a:moveTo>
                  <a:lnTo>
                    <a:pt x="708830" y="818184"/>
                  </a:lnTo>
                  <a:lnTo>
                    <a:pt x="662954" y="791243"/>
                  </a:lnTo>
                  <a:close/>
                  <a:moveTo>
                    <a:pt x="708830" y="818184"/>
                  </a:moveTo>
                  <a:lnTo>
                    <a:pt x="714163" y="808030"/>
                  </a:lnTo>
                  <a:lnTo>
                    <a:pt x="662954" y="791243"/>
                  </a:lnTo>
                  <a:close/>
                  <a:moveTo>
                    <a:pt x="662954" y="791243"/>
                  </a:moveTo>
                  <a:lnTo>
                    <a:pt x="619723" y="761272"/>
                  </a:lnTo>
                  <a:lnTo>
                    <a:pt x="663881" y="816744"/>
                  </a:lnTo>
                  <a:close/>
                  <a:moveTo>
                    <a:pt x="613177" y="779812"/>
                  </a:moveTo>
                  <a:lnTo>
                    <a:pt x="642883" y="812809"/>
                  </a:lnTo>
                  <a:lnTo>
                    <a:pt x="663881" y="816744"/>
                  </a:lnTo>
                  <a:close/>
                  <a:moveTo>
                    <a:pt x="605177" y="763745"/>
                  </a:moveTo>
                  <a:lnTo>
                    <a:pt x="613177" y="779812"/>
                  </a:lnTo>
                  <a:lnTo>
                    <a:pt x="663881" y="816744"/>
                  </a:lnTo>
                  <a:close/>
                  <a:moveTo>
                    <a:pt x="708830" y="818184"/>
                  </a:moveTo>
                  <a:lnTo>
                    <a:pt x="720034" y="812809"/>
                  </a:lnTo>
                  <a:lnTo>
                    <a:pt x="714163" y="808030"/>
                  </a:lnTo>
                  <a:close/>
                  <a:moveTo>
                    <a:pt x="605177" y="763745"/>
                  </a:moveTo>
                  <a:lnTo>
                    <a:pt x="567379" y="743479"/>
                  </a:lnTo>
                  <a:lnTo>
                    <a:pt x="554122" y="767269"/>
                  </a:lnTo>
                  <a:close/>
                  <a:moveTo>
                    <a:pt x="391243" y="474070"/>
                  </a:moveTo>
                  <a:lnTo>
                    <a:pt x="322354" y="476146"/>
                  </a:lnTo>
                  <a:lnTo>
                    <a:pt x="361033" y="496019"/>
                  </a:lnTo>
                  <a:close/>
                  <a:moveTo>
                    <a:pt x="334804" y="455167"/>
                  </a:moveTo>
                  <a:lnTo>
                    <a:pt x="336837" y="445331"/>
                  </a:lnTo>
                  <a:lnTo>
                    <a:pt x="322354" y="476146"/>
                  </a:lnTo>
                  <a:close/>
                  <a:moveTo>
                    <a:pt x="659536" y="643562"/>
                  </a:moveTo>
                  <a:lnTo>
                    <a:pt x="708130" y="693267"/>
                  </a:lnTo>
                  <a:lnTo>
                    <a:pt x="709586" y="656016"/>
                  </a:lnTo>
                  <a:close/>
                  <a:moveTo>
                    <a:pt x="635849" y="658199"/>
                  </a:moveTo>
                  <a:lnTo>
                    <a:pt x="708130" y="693267"/>
                  </a:lnTo>
                  <a:lnTo>
                    <a:pt x="659536" y="643562"/>
                  </a:lnTo>
                  <a:close/>
                  <a:moveTo>
                    <a:pt x="543090" y="582568"/>
                  </a:moveTo>
                  <a:lnTo>
                    <a:pt x="506724" y="556480"/>
                  </a:lnTo>
                  <a:lnTo>
                    <a:pt x="504120" y="555126"/>
                  </a:lnTo>
                  <a:close/>
                  <a:moveTo>
                    <a:pt x="543090" y="582568"/>
                  </a:moveTo>
                  <a:lnTo>
                    <a:pt x="504120" y="555126"/>
                  </a:lnTo>
                  <a:lnTo>
                    <a:pt x="514120" y="531031"/>
                  </a:lnTo>
                  <a:close/>
                  <a:moveTo>
                    <a:pt x="593720" y="584830"/>
                  </a:moveTo>
                  <a:lnTo>
                    <a:pt x="595495" y="578803"/>
                  </a:lnTo>
                  <a:lnTo>
                    <a:pt x="543656" y="587550"/>
                  </a:lnTo>
                  <a:close/>
                  <a:moveTo>
                    <a:pt x="543656" y="587550"/>
                  </a:moveTo>
                  <a:lnTo>
                    <a:pt x="595495" y="578803"/>
                  </a:lnTo>
                  <a:lnTo>
                    <a:pt x="506983" y="555126"/>
                  </a:lnTo>
                  <a:close/>
                  <a:moveTo>
                    <a:pt x="506983" y="555126"/>
                  </a:moveTo>
                  <a:lnTo>
                    <a:pt x="595495" y="578803"/>
                  </a:lnTo>
                  <a:lnTo>
                    <a:pt x="536645" y="531031"/>
                  </a:lnTo>
                  <a:close/>
                  <a:moveTo>
                    <a:pt x="506983" y="555126"/>
                  </a:moveTo>
                  <a:lnTo>
                    <a:pt x="506724" y="556480"/>
                  </a:lnTo>
                  <a:lnTo>
                    <a:pt x="543656" y="587550"/>
                  </a:lnTo>
                  <a:close/>
                  <a:moveTo>
                    <a:pt x="597823" y="582568"/>
                  </a:moveTo>
                  <a:lnTo>
                    <a:pt x="593720" y="584830"/>
                  </a:lnTo>
                  <a:lnTo>
                    <a:pt x="574578" y="635497"/>
                  </a:lnTo>
                  <a:close/>
                  <a:moveTo>
                    <a:pt x="514120" y="531031"/>
                  </a:moveTo>
                  <a:lnTo>
                    <a:pt x="504120" y="555126"/>
                  </a:lnTo>
                  <a:lnTo>
                    <a:pt x="535856" y="530498"/>
                  </a:lnTo>
                  <a:close/>
                  <a:moveTo>
                    <a:pt x="536645" y="531031"/>
                  </a:moveTo>
                  <a:lnTo>
                    <a:pt x="535856" y="530498"/>
                  </a:lnTo>
                  <a:lnTo>
                    <a:pt x="506012" y="553818"/>
                  </a:lnTo>
                  <a:close/>
                  <a:moveTo>
                    <a:pt x="499232" y="393568"/>
                  </a:moveTo>
                  <a:lnTo>
                    <a:pt x="451748" y="373315"/>
                  </a:lnTo>
                  <a:lnTo>
                    <a:pt x="485573" y="382274"/>
                  </a:lnTo>
                  <a:close/>
                  <a:moveTo>
                    <a:pt x="499232" y="393568"/>
                  </a:moveTo>
                  <a:lnTo>
                    <a:pt x="485573" y="382274"/>
                  </a:lnTo>
                  <a:lnTo>
                    <a:pt x="530117" y="374142"/>
                  </a:lnTo>
                  <a:close/>
                  <a:moveTo>
                    <a:pt x="402600" y="375289"/>
                  </a:moveTo>
                  <a:lnTo>
                    <a:pt x="451748" y="373315"/>
                  </a:lnTo>
                  <a:lnTo>
                    <a:pt x="446824" y="372299"/>
                  </a:lnTo>
                  <a:close/>
                  <a:moveTo>
                    <a:pt x="558468" y="387279"/>
                  </a:moveTo>
                  <a:lnTo>
                    <a:pt x="581462" y="391433"/>
                  </a:lnTo>
                  <a:lnTo>
                    <a:pt x="530117" y="374142"/>
                  </a:lnTo>
                  <a:close/>
                  <a:moveTo>
                    <a:pt x="558468" y="387279"/>
                  </a:moveTo>
                  <a:lnTo>
                    <a:pt x="594382" y="396063"/>
                  </a:lnTo>
                  <a:lnTo>
                    <a:pt x="581462" y="391433"/>
                  </a:lnTo>
                  <a:close/>
                  <a:moveTo>
                    <a:pt x="864894" y="482635"/>
                  </a:moveTo>
                  <a:lnTo>
                    <a:pt x="925363" y="442378"/>
                  </a:lnTo>
                  <a:lnTo>
                    <a:pt x="875975" y="458750"/>
                  </a:lnTo>
                  <a:close/>
                  <a:moveTo>
                    <a:pt x="919476" y="512028"/>
                  </a:moveTo>
                  <a:lnTo>
                    <a:pt x="975964" y="548551"/>
                  </a:lnTo>
                  <a:lnTo>
                    <a:pt x="966382" y="486193"/>
                  </a:lnTo>
                  <a:close/>
                  <a:moveTo>
                    <a:pt x="1473202" y="802795"/>
                  </a:moveTo>
                  <a:lnTo>
                    <a:pt x="1408572" y="817356"/>
                  </a:lnTo>
                  <a:lnTo>
                    <a:pt x="1404082" y="831354"/>
                  </a:lnTo>
                  <a:close/>
                  <a:moveTo>
                    <a:pt x="1583820" y="248904"/>
                  </a:moveTo>
                  <a:lnTo>
                    <a:pt x="1636016" y="244452"/>
                  </a:lnTo>
                  <a:lnTo>
                    <a:pt x="1624149" y="191357"/>
                  </a:lnTo>
                  <a:close/>
                  <a:moveTo>
                    <a:pt x="1622351" y="313998"/>
                  </a:moveTo>
                  <a:lnTo>
                    <a:pt x="1679692" y="241904"/>
                  </a:lnTo>
                  <a:lnTo>
                    <a:pt x="1636016" y="244452"/>
                  </a:lnTo>
                  <a:close/>
                  <a:moveTo>
                    <a:pt x="1686227" y="243241"/>
                  </a:moveTo>
                  <a:lnTo>
                    <a:pt x="1679692" y="241904"/>
                  </a:lnTo>
                  <a:lnTo>
                    <a:pt x="1622351" y="313998"/>
                  </a:lnTo>
                  <a:close/>
                  <a:moveTo>
                    <a:pt x="1548461" y="138831"/>
                  </a:moveTo>
                  <a:lnTo>
                    <a:pt x="1528937" y="179190"/>
                  </a:lnTo>
                  <a:lnTo>
                    <a:pt x="1538241" y="160474"/>
                  </a:lnTo>
                  <a:close/>
                  <a:moveTo>
                    <a:pt x="1538241" y="160474"/>
                  </a:moveTo>
                  <a:lnTo>
                    <a:pt x="1528937" y="179190"/>
                  </a:lnTo>
                  <a:lnTo>
                    <a:pt x="1529631" y="192234"/>
                  </a:lnTo>
                  <a:close/>
                  <a:moveTo>
                    <a:pt x="1538241" y="160474"/>
                  </a:moveTo>
                  <a:lnTo>
                    <a:pt x="1608088" y="141671"/>
                  </a:lnTo>
                  <a:lnTo>
                    <a:pt x="1561544" y="126426"/>
                  </a:lnTo>
                  <a:close/>
                  <a:moveTo>
                    <a:pt x="1746587" y="230524"/>
                  </a:moveTo>
                  <a:lnTo>
                    <a:pt x="1686584" y="241323"/>
                  </a:lnTo>
                  <a:lnTo>
                    <a:pt x="1686227" y="243241"/>
                  </a:lnTo>
                  <a:close/>
                  <a:moveTo>
                    <a:pt x="1525485" y="70118"/>
                  </a:moveTo>
                  <a:lnTo>
                    <a:pt x="1552580" y="23331"/>
                  </a:lnTo>
                  <a:lnTo>
                    <a:pt x="1513123" y="17427"/>
                  </a:lnTo>
                  <a:close/>
                  <a:moveTo>
                    <a:pt x="1513123" y="17427"/>
                  </a:moveTo>
                  <a:lnTo>
                    <a:pt x="1552580" y="23331"/>
                  </a:lnTo>
                  <a:lnTo>
                    <a:pt x="152772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2" name="Output_density__4311">
              <a:extLst>
                <a:ext uri="{FF2B5EF4-FFF2-40B4-BE49-F238E27FC236}">
                  <a16:creationId xmlns:a16="http://schemas.microsoft.com/office/drawing/2014/main" id="{84A92073-D302-3190-A5BF-F1F37ACFDAB6}"/>
                </a:ext>
              </a:extLst>
            </p:cNvPr>
            <p:cNvSpPr>
              <a:spLocks noGrp="1"/>
            </p:cNvSpPr>
            <p:nvPr/>
          </p:nvSpPr>
          <p:spPr>
            <a:xfrm>
              <a:off x="14865295" y="2456842"/>
              <a:ext cx="1552139" cy="1031314"/>
            </a:xfrm>
            <a:custGeom>
              <a:avLst/>
              <a:gdLst/>
              <a:ahLst/>
              <a:cxnLst/>
              <a:rect l="0" t="0" r="0" b="0"/>
              <a:pathLst>
                <a:path w="1552139" h="1031314">
                  <a:moveTo>
                    <a:pt x="74081" y="885278"/>
                  </a:moveTo>
                  <a:lnTo>
                    <a:pt x="115428" y="932012"/>
                  </a:lnTo>
                  <a:lnTo>
                    <a:pt x="84661" y="897942"/>
                  </a:lnTo>
                  <a:close/>
                  <a:moveTo>
                    <a:pt x="84661" y="897942"/>
                  </a:moveTo>
                  <a:lnTo>
                    <a:pt x="115428" y="932012"/>
                  </a:lnTo>
                  <a:lnTo>
                    <a:pt x="104831" y="923022"/>
                  </a:lnTo>
                  <a:close/>
                  <a:moveTo>
                    <a:pt x="0" y="756085"/>
                  </a:moveTo>
                  <a:lnTo>
                    <a:pt x="77816" y="737451"/>
                  </a:lnTo>
                  <a:lnTo>
                    <a:pt x="29595" y="731836"/>
                  </a:lnTo>
                  <a:close/>
                  <a:moveTo>
                    <a:pt x="378367" y="986897"/>
                  </a:moveTo>
                  <a:lnTo>
                    <a:pt x="420253" y="962803"/>
                  </a:lnTo>
                  <a:lnTo>
                    <a:pt x="364290" y="974921"/>
                  </a:lnTo>
                  <a:close/>
                  <a:moveTo>
                    <a:pt x="420253" y="962803"/>
                  </a:moveTo>
                  <a:lnTo>
                    <a:pt x="390335" y="937399"/>
                  </a:lnTo>
                  <a:lnTo>
                    <a:pt x="364290" y="974921"/>
                  </a:lnTo>
                  <a:close/>
                  <a:moveTo>
                    <a:pt x="421860" y="1015488"/>
                  </a:moveTo>
                  <a:lnTo>
                    <a:pt x="472812" y="1031314"/>
                  </a:lnTo>
                  <a:lnTo>
                    <a:pt x="500601" y="1000314"/>
                  </a:lnTo>
                  <a:close/>
                  <a:moveTo>
                    <a:pt x="450671" y="988310"/>
                  </a:moveTo>
                  <a:lnTo>
                    <a:pt x="500601" y="1000314"/>
                  </a:lnTo>
                  <a:lnTo>
                    <a:pt x="526367" y="961749"/>
                  </a:lnTo>
                  <a:close/>
                  <a:moveTo>
                    <a:pt x="500601" y="1000314"/>
                  </a:moveTo>
                  <a:lnTo>
                    <a:pt x="539633" y="971571"/>
                  </a:lnTo>
                  <a:lnTo>
                    <a:pt x="526367" y="961749"/>
                  </a:lnTo>
                  <a:close/>
                  <a:moveTo>
                    <a:pt x="94979" y="429089"/>
                  </a:moveTo>
                  <a:lnTo>
                    <a:pt x="124596" y="474880"/>
                  </a:lnTo>
                  <a:lnTo>
                    <a:pt x="138184" y="494689"/>
                  </a:lnTo>
                  <a:close/>
                  <a:moveTo>
                    <a:pt x="538954" y="923467"/>
                  </a:moveTo>
                  <a:lnTo>
                    <a:pt x="526367" y="961749"/>
                  </a:lnTo>
                  <a:lnTo>
                    <a:pt x="553931" y="938709"/>
                  </a:lnTo>
                  <a:close/>
                  <a:moveTo>
                    <a:pt x="565402" y="863079"/>
                  </a:moveTo>
                  <a:lnTo>
                    <a:pt x="540951" y="881375"/>
                  </a:lnTo>
                  <a:lnTo>
                    <a:pt x="553931" y="938709"/>
                  </a:lnTo>
                  <a:close/>
                  <a:moveTo>
                    <a:pt x="541827" y="749752"/>
                  </a:moveTo>
                  <a:lnTo>
                    <a:pt x="566372" y="801742"/>
                  </a:lnTo>
                  <a:lnTo>
                    <a:pt x="580004" y="739847"/>
                  </a:lnTo>
                  <a:close/>
                  <a:moveTo>
                    <a:pt x="624953" y="741287"/>
                  </a:moveTo>
                  <a:lnTo>
                    <a:pt x="580004" y="739847"/>
                  </a:lnTo>
                  <a:lnTo>
                    <a:pt x="566372" y="801742"/>
                  </a:lnTo>
                  <a:close/>
                  <a:moveTo>
                    <a:pt x="244465" y="446266"/>
                  </a:moveTo>
                  <a:lnTo>
                    <a:pt x="238477" y="399249"/>
                  </a:lnTo>
                  <a:lnTo>
                    <a:pt x="307366" y="397173"/>
                  </a:lnTo>
                  <a:close/>
                  <a:moveTo>
                    <a:pt x="646669" y="787448"/>
                  </a:moveTo>
                  <a:lnTo>
                    <a:pt x="664511" y="809852"/>
                  </a:lnTo>
                  <a:lnTo>
                    <a:pt x="703826" y="831408"/>
                  </a:lnTo>
                  <a:close/>
                  <a:moveTo>
                    <a:pt x="509843" y="507933"/>
                  </a:moveTo>
                  <a:lnTo>
                    <a:pt x="450107" y="581302"/>
                  </a:lnTo>
                  <a:lnTo>
                    <a:pt x="490701" y="558600"/>
                  </a:lnTo>
                  <a:close/>
                  <a:moveTo>
                    <a:pt x="450077" y="581283"/>
                  </a:moveTo>
                  <a:lnTo>
                    <a:pt x="450107" y="581302"/>
                  </a:lnTo>
                  <a:lnTo>
                    <a:pt x="509843" y="507933"/>
                  </a:lnTo>
                  <a:close/>
                  <a:moveTo>
                    <a:pt x="459779" y="510653"/>
                  </a:moveTo>
                  <a:lnTo>
                    <a:pt x="450077" y="581283"/>
                  </a:lnTo>
                  <a:lnTo>
                    <a:pt x="509843" y="507933"/>
                  </a:lnTo>
                  <a:close/>
                  <a:moveTo>
                    <a:pt x="563802" y="557208"/>
                  </a:moveTo>
                  <a:lnTo>
                    <a:pt x="557045" y="570284"/>
                  </a:lnTo>
                  <a:lnTo>
                    <a:pt x="575659" y="566665"/>
                  </a:lnTo>
                  <a:close/>
                  <a:moveTo>
                    <a:pt x="885199" y="894629"/>
                  </a:moveTo>
                  <a:lnTo>
                    <a:pt x="884708" y="969501"/>
                  </a:lnTo>
                  <a:lnTo>
                    <a:pt x="936024" y="905729"/>
                  </a:lnTo>
                  <a:close/>
                  <a:moveTo>
                    <a:pt x="585431" y="533114"/>
                  </a:moveTo>
                  <a:lnTo>
                    <a:pt x="563802" y="557208"/>
                  </a:lnTo>
                  <a:lnTo>
                    <a:pt x="575659" y="566665"/>
                  </a:lnTo>
                  <a:close/>
                  <a:moveTo>
                    <a:pt x="575659" y="566665"/>
                  </a:moveTo>
                  <a:lnTo>
                    <a:pt x="625709" y="579120"/>
                  </a:lnTo>
                  <a:lnTo>
                    <a:pt x="604434" y="539354"/>
                  </a:lnTo>
                  <a:close/>
                  <a:moveTo>
                    <a:pt x="643030" y="538362"/>
                  </a:moveTo>
                  <a:lnTo>
                    <a:pt x="675709" y="549776"/>
                  </a:lnTo>
                  <a:lnTo>
                    <a:pt x="648570" y="529693"/>
                  </a:lnTo>
                  <a:close/>
                  <a:moveTo>
                    <a:pt x="799411" y="474511"/>
                  </a:moveTo>
                  <a:lnTo>
                    <a:pt x="761142" y="466329"/>
                  </a:lnTo>
                  <a:lnTo>
                    <a:pt x="835599" y="435132"/>
                  </a:lnTo>
                  <a:close/>
                  <a:moveTo>
                    <a:pt x="1457376" y="378362"/>
                  </a:moveTo>
                  <a:lnTo>
                    <a:pt x="1413523" y="392512"/>
                  </a:lnTo>
                  <a:lnTo>
                    <a:pt x="1383356" y="411192"/>
                  </a:lnTo>
                  <a:close/>
                  <a:moveTo>
                    <a:pt x="1457376" y="378362"/>
                  </a:moveTo>
                  <a:lnTo>
                    <a:pt x="1475387" y="317457"/>
                  </a:lnTo>
                  <a:lnTo>
                    <a:pt x="1415041" y="391899"/>
                  </a:lnTo>
                  <a:close/>
                  <a:moveTo>
                    <a:pt x="1475413" y="316269"/>
                  </a:moveTo>
                  <a:lnTo>
                    <a:pt x="1475387" y="317457"/>
                  </a:lnTo>
                  <a:lnTo>
                    <a:pt x="1469758" y="289757"/>
                  </a:lnTo>
                  <a:close/>
                  <a:moveTo>
                    <a:pt x="1475387" y="317457"/>
                  </a:moveTo>
                  <a:lnTo>
                    <a:pt x="1487026" y="316269"/>
                  </a:lnTo>
                  <a:lnTo>
                    <a:pt x="1469758" y="289757"/>
                  </a:lnTo>
                  <a:close/>
                  <a:moveTo>
                    <a:pt x="1494183" y="246180"/>
                  </a:moveTo>
                  <a:lnTo>
                    <a:pt x="1487026" y="316269"/>
                  </a:lnTo>
                  <a:lnTo>
                    <a:pt x="1536394" y="243099"/>
                  </a:lnTo>
                  <a:close/>
                  <a:moveTo>
                    <a:pt x="1536394" y="243099"/>
                  </a:moveTo>
                  <a:lnTo>
                    <a:pt x="1518493" y="240638"/>
                  </a:lnTo>
                  <a:lnTo>
                    <a:pt x="1494183" y="246180"/>
                  </a:lnTo>
                  <a:close/>
                  <a:moveTo>
                    <a:pt x="1518493" y="240638"/>
                  </a:moveTo>
                  <a:lnTo>
                    <a:pt x="1536394" y="243099"/>
                  </a:lnTo>
                  <a:lnTo>
                    <a:pt x="1538474" y="237101"/>
                  </a:lnTo>
                  <a:close/>
                  <a:moveTo>
                    <a:pt x="1495972" y="237979"/>
                  </a:moveTo>
                  <a:lnTo>
                    <a:pt x="1518493" y="240638"/>
                  </a:lnTo>
                  <a:lnTo>
                    <a:pt x="1552139" y="167556"/>
                  </a:lnTo>
                  <a:close/>
                  <a:moveTo>
                    <a:pt x="1479990" y="0"/>
                  </a:moveTo>
                  <a:lnTo>
                    <a:pt x="1464584" y="61934"/>
                  </a:lnTo>
                  <a:lnTo>
                    <a:pt x="1477667" y="49530"/>
                  </a:lnTo>
                  <a:close/>
                  <a:moveTo>
                    <a:pt x="1441683" y="55904"/>
                  </a:moveTo>
                  <a:lnTo>
                    <a:pt x="1464584" y="61934"/>
                  </a:lnTo>
                  <a:lnTo>
                    <a:pt x="147999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13" name="Output_density__4312">
              <a:extLst>
                <a:ext uri="{FF2B5EF4-FFF2-40B4-BE49-F238E27FC236}">
                  <a16:creationId xmlns:a16="http://schemas.microsoft.com/office/drawing/2014/main" id="{02ED1AA4-6496-D424-E25E-A165DBDA50D2}"/>
                </a:ext>
              </a:extLst>
            </p:cNvPr>
            <p:cNvSpPr>
              <a:spLocks noGrp="1"/>
            </p:cNvSpPr>
            <p:nvPr/>
          </p:nvSpPr>
          <p:spPr>
            <a:xfrm>
              <a:off x="14818593" y="2403276"/>
              <a:ext cx="1631854" cy="1069054"/>
            </a:xfrm>
            <a:custGeom>
              <a:avLst/>
              <a:gdLst/>
              <a:ahLst/>
              <a:cxnLst/>
              <a:rect l="0" t="0" r="0" b="0"/>
              <a:pathLst>
                <a:path w="1631854" h="1069054">
                  <a:moveTo>
                    <a:pt x="117672" y="934041"/>
                  </a:moveTo>
                  <a:lnTo>
                    <a:pt x="120784" y="938844"/>
                  </a:lnTo>
                  <a:lnTo>
                    <a:pt x="131364" y="951508"/>
                  </a:lnTo>
                  <a:close/>
                  <a:moveTo>
                    <a:pt x="117672" y="934041"/>
                  </a:moveTo>
                  <a:lnTo>
                    <a:pt x="89351" y="882505"/>
                  </a:lnTo>
                  <a:lnTo>
                    <a:pt x="89672" y="901395"/>
                  </a:lnTo>
                  <a:close/>
                  <a:moveTo>
                    <a:pt x="117672" y="934041"/>
                  </a:moveTo>
                  <a:lnTo>
                    <a:pt x="131364" y="951508"/>
                  </a:lnTo>
                  <a:lnTo>
                    <a:pt x="148577" y="961484"/>
                  </a:lnTo>
                  <a:close/>
                  <a:moveTo>
                    <a:pt x="46703" y="809651"/>
                  </a:moveTo>
                  <a:lnTo>
                    <a:pt x="119112" y="814718"/>
                  </a:lnTo>
                  <a:lnTo>
                    <a:pt x="124519" y="791017"/>
                  </a:lnTo>
                  <a:close/>
                  <a:moveTo>
                    <a:pt x="25558" y="755337"/>
                  </a:moveTo>
                  <a:lnTo>
                    <a:pt x="46703" y="809651"/>
                  </a:lnTo>
                  <a:lnTo>
                    <a:pt x="76298" y="785402"/>
                  </a:lnTo>
                  <a:close/>
                  <a:moveTo>
                    <a:pt x="25558" y="755337"/>
                  </a:moveTo>
                  <a:lnTo>
                    <a:pt x="0" y="779431"/>
                  </a:lnTo>
                  <a:lnTo>
                    <a:pt x="46703" y="809651"/>
                  </a:lnTo>
                  <a:close/>
                  <a:moveTo>
                    <a:pt x="466956" y="1016369"/>
                  </a:moveTo>
                  <a:lnTo>
                    <a:pt x="468562" y="1069054"/>
                  </a:lnTo>
                  <a:lnTo>
                    <a:pt x="497374" y="1041876"/>
                  </a:lnTo>
                  <a:close/>
                  <a:moveTo>
                    <a:pt x="466956" y="1016369"/>
                  </a:moveTo>
                  <a:lnTo>
                    <a:pt x="425070" y="1040463"/>
                  </a:lnTo>
                  <a:lnTo>
                    <a:pt x="468562" y="1069054"/>
                  </a:lnTo>
                  <a:close/>
                  <a:moveTo>
                    <a:pt x="497374" y="1041876"/>
                  </a:moveTo>
                  <a:lnTo>
                    <a:pt x="468562" y="1069054"/>
                  </a:lnTo>
                  <a:lnTo>
                    <a:pt x="547304" y="1053880"/>
                  </a:lnTo>
                  <a:close/>
                  <a:moveTo>
                    <a:pt x="129102" y="618367"/>
                  </a:moveTo>
                  <a:lnTo>
                    <a:pt x="175632" y="618522"/>
                  </a:lnTo>
                  <a:lnTo>
                    <a:pt x="139764" y="578218"/>
                  </a:lnTo>
                  <a:close/>
                  <a:moveTo>
                    <a:pt x="175632" y="618522"/>
                  </a:moveTo>
                  <a:lnTo>
                    <a:pt x="182256" y="562411"/>
                  </a:lnTo>
                  <a:lnTo>
                    <a:pt x="139764" y="578218"/>
                  </a:lnTo>
                  <a:close/>
                  <a:moveTo>
                    <a:pt x="141682" y="482655"/>
                  </a:moveTo>
                  <a:lnTo>
                    <a:pt x="184887" y="548255"/>
                  </a:lnTo>
                  <a:lnTo>
                    <a:pt x="188193" y="482824"/>
                  </a:lnTo>
                  <a:close/>
                  <a:moveTo>
                    <a:pt x="516948" y="743939"/>
                  </a:moveTo>
                  <a:lnTo>
                    <a:pt x="530205" y="720149"/>
                  </a:lnTo>
                  <a:lnTo>
                    <a:pt x="538128" y="686405"/>
                  </a:lnTo>
                  <a:close/>
                  <a:moveTo>
                    <a:pt x="367325" y="555889"/>
                  </a:moveTo>
                  <a:lnTo>
                    <a:pt x="393010" y="480258"/>
                  </a:lnTo>
                  <a:lnTo>
                    <a:pt x="367223" y="504352"/>
                  </a:lnTo>
                  <a:close/>
                  <a:moveTo>
                    <a:pt x="367223" y="504352"/>
                  </a:moveTo>
                  <a:lnTo>
                    <a:pt x="393010" y="480258"/>
                  </a:lnTo>
                  <a:lnTo>
                    <a:pt x="323859" y="472688"/>
                  </a:lnTo>
                  <a:close/>
                  <a:moveTo>
                    <a:pt x="393010" y="480258"/>
                  </a:moveTo>
                  <a:lnTo>
                    <a:pt x="354069" y="450739"/>
                  </a:lnTo>
                  <a:lnTo>
                    <a:pt x="323859" y="472688"/>
                  </a:lnTo>
                  <a:close/>
                  <a:moveTo>
                    <a:pt x="829213" y="1047161"/>
                  </a:moveTo>
                  <a:lnTo>
                    <a:pt x="810904" y="995624"/>
                  </a:lnTo>
                  <a:lnTo>
                    <a:pt x="814902" y="1005332"/>
                  </a:lnTo>
                  <a:close/>
                  <a:moveTo>
                    <a:pt x="693372" y="841014"/>
                  </a:moveTo>
                  <a:lnTo>
                    <a:pt x="750529" y="884974"/>
                  </a:lnTo>
                  <a:lnTo>
                    <a:pt x="749643" y="868457"/>
                  </a:lnTo>
                  <a:close/>
                  <a:moveTo>
                    <a:pt x="603748" y="623850"/>
                  </a:moveTo>
                  <a:lnTo>
                    <a:pt x="598675" y="634868"/>
                  </a:lnTo>
                  <a:lnTo>
                    <a:pt x="622362" y="620231"/>
                  </a:lnTo>
                  <a:close/>
                  <a:moveTo>
                    <a:pt x="506481" y="564219"/>
                  </a:moveTo>
                  <a:lnTo>
                    <a:pt x="469550" y="533149"/>
                  </a:lnTo>
                  <a:lnTo>
                    <a:pt x="505915" y="559237"/>
                  </a:lnTo>
                  <a:close/>
                  <a:moveTo>
                    <a:pt x="560649" y="559237"/>
                  </a:moveTo>
                  <a:lnTo>
                    <a:pt x="603748" y="623850"/>
                  </a:lnTo>
                  <a:lnTo>
                    <a:pt x="610505" y="610774"/>
                  </a:lnTo>
                  <a:close/>
                  <a:moveTo>
                    <a:pt x="537404" y="612166"/>
                  </a:moveTo>
                  <a:lnTo>
                    <a:pt x="603748" y="623850"/>
                  </a:lnTo>
                  <a:lnTo>
                    <a:pt x="560649" y="559237"/>
                  </a:lnTo>
                  <a:close/>
                  <a:moveTo>
                    <a:pt x="818582" y="751369"/>
                  </a:moveTo>
                  <a:lnTo>
                    <a:pt x="833381" y="802080"/>
                  </a:lnTo>
                  <a:lnTo>
                    <a:pt x="867094" y="749912"/>
                  </a:lnTo>
                  <a:close/>
                  <a:moveTo>
                    <a:pt x="689733" y="591928"/>
                  </a:moveTo>
                  <a:lnTo>
                    <a:pt x="672412" y="632686"/>
                  </a:lnTo>
                  <a:lnTo>
                    <a:pt x="738906" y="652676"/>
                  </a:lnTo>
                  <a:close/>
                  <a:moveTo>
                    <a:pt x="632134" y="586680"/>
                  </a:moveTo>
                  <a:lnTo>
                    <a:pt x="564610" y="554944"/>
                  </a:lnTo>
                  <a:lnTo>
                    <a:pt x="560649" y="559237"/>
                  </a:lnTo>
                  <a:close/>
                  <a:moveTo>
                    <a:pt x="632134" y="586680"/>
                  </a:moveTo>
                  <a:lnTo>
                    <a:pt x="560649" y="559237"/>
                  </a:lnTo>
                  <a:lnTo>
                    <a:pt x="610505" y="610774"/>
                  </a:lnTo>
                  <a:close/>
                  <a:moveTo>
                    <a:pt x="584137" y="413582"/>
                  </a:moveTo>
                  <a:lnTo>
                    <a:pt x="611889" y="429003"/>
                  </a:lnTo>
                  <a:lnTo>
                    <a:pt x="557208" y="372732"/>
                  </a:lnTo>
                  <a:close/>
                  <a:moveTo>
                    <a:pt x="905065" y="462862"/>
                  </a:moveTo>
                  <a:lnTo>
                    <a:pt x="882302" y="488698"/>
                  </a:lnTo>
                  <a:lnTo>
                    <a:pt x="887509" y="482344"/>
                  </a:lnTo>
                  <a:close/>
                  <a:moveTo>
                    <a:pt x="887509" y="482344"/>
                  </a:moveTo>
                  <a:lnTo>
                    <a:pt x="888189" y="419047"/>
                  </a:lnTo>
                  <a:lnTo>
                    <a:pt x="827720" y="459305"/>
                  </a:lnTo>
                  <a:close/>
                  <a:moveTo>
                    <a:pt x="938789" y="525221"/>
                  </a:moveTo>
                  <a:lnTo>
                    <a:pt x="957699" y="526005"/>
                  </a:lnTo>
                  <a:lnTo>
                    <a:pt x="929208" y="462862"/>
                  </a:lnTo>
                  <a:close/>
                  <a:moveTo>
                    <a:pt x="1088494" y="645882"/>
                  </a:moveTo>
                  <a:lnTo>
                    <a:pt x="1116745" y="660896"/>
                  </a:lnTo>
                  <a:lnTo>
                    <a:pt x="1097518" y="613785"/>
                  </a:lnTo>
                  <a:close/>
                  <a:moveTo>
                    <a:pt x="1522090" y="371023"/>
                  </a:moveTo>
                  <a:lnTo>
                    <a:pt x="1504078" y="431928"/>
                  </a:lnTo>
                  <a:lnTo>
                    <a:pt x="1533729" y="369835"/>
                  </a:lnTo>
                  <a:close/>
                  <a:moveTo>
                    <a:pt x="1504078" y="431928"/>
                  </a:moveTo>
                  <a:lnTo>
                    <a:pt x="1529770" y="445465"/>
                  </a:lnTo>
                  <a:lnTo>
                    <a:pt x="1533729" y="369835"/>
                  </a:lnTo>
                  <a:close/>
                  <a:moveTo>
                    <a:pt x="1533729" y="369835"/>
                  </a:moveTo>
                  <a:lnTo>
                    <a:pt x="1572317" y="37748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533729" y="36983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631854" y="295008"/>
                  </a:lnTo>
                  <a:lnTo>
                    <a:pt x="1585177" y="290667"/>
                  </a:lnTo>
                  <a:close/>
                  <a:moveTo>
                    <a:pt x="1598842" y="221122"/>
                  </a:moveTo>
                  <a:lnTo>
                    <a:pt x="1565196" y="294204"/>
                  </a:lnTo>
                  <a:lnTo>
                    <a:pt x="1585177" y="290667"/>
                  </a:lnTo>
                  <a:close/>
                  <a:moveTo>
                    <a:pt x="1546646" y="225573"/>
                  </a:moveTo>
                  <a:lnTo>
                    <a:pt x="1542675" y="291545"/>
                  </a:lnTo>
                  <a:lnTo>
                    <a:pt x="1598842" y="221122"/>
                  </a:lnTo>
                  <a:close/>
                  <a:moveTo>
                    <a:pt x="1570914" y="118340"/>
                  </a:moveTo>
                  <a:lnTo>
                    <a:pt x="1568405" y="93059"/>
                  </a:lnTo>
                  <a:lnTo>
                    <a:pt x="1524370" y="103096"/>
                  </a:lnTo>
                  <a:close/>
                  <a:moveTo>
                    <a:pt x="1511287" y="115500"/>
                  </a:moveTo>
                  <a:lnTo>
                    <a:pt x="1501067" y="137143"/>
                  </a:lnTo>
                  <a:lnTo>
                    <a:pt x="1524370" y="103096"/>
                  </a:lnTo>
                  <a:close/>
                  <a:moveTo>
                    <a:pt x="1488311" y="46788"/>
                  </a:moveTo>
                  <a:lnTo>
                    <a:pt x="1526693" y="53566"/>
                  </a:lnTo>
                  <a:lnTo>
                    <a:pt x="1515406" y="0"/>
                  </a:lnTo>
                  <a:close/>
                  <a:moveTo>
                    <a:pt x="1566874" y="58882"/>
                  </a:moveTo>
                  <a:lnTo>
                    <a:pt x="1524370" y="103096"/>
                  </a:lnTo>
                  <a:lnTo>
                    <a:pt x="1568405" y="93059"/>
                  </a:lnTo>
                  <a:close/>
                  <a:moveTo>
                    <a:pt x="1566874" y="58882"/>
                  </a:moveTo>
                  <a:lnTo>
                    <a:pt x="1526693" y="53566"/>
                  </a:lnTo>
                  <a:lnTo>
                    <a:pt x="1524370" y="103096"/>
                  </a:lnTo>
                  <a:close/>
                  <a:moveTo>
                    <a:pt x="1526693" y="53566"/>
                  </a:moveTo>
                  <a:lnTo>
                    <a:pt x="1553571" y="6954"/>
                  </a:lnTo>
                  <a:lnTo>
                    <a:pt x="151540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14" name="Output_density__4313">
              <a:extLst>
                <a:ext uri="{FF2B5EF4-FFF2-40B4-BE49-F238E27FC236}">
                  <a16:creationId xmlns:a16="http://schemas.microsoft.com/office/drawing/2014/main" id="{FFAB70AF-05D7-1CA7-2E7B-0681F1A95C93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69746"/>
              <a:ext cx="1686584" cy="1038862"/>
            </a:xfrm>
            <a:custGeom>
              <a:avLst/>
              <a:gdLst/>
              <a:ahLst/>
              <a:cxnLst/>
              <a:rect l="0" t="0" r="0" b="0"/>
              <a:pathLst>
                <a:path w="1686584" h="1038862">
                  <a:moveTo>
                    <a:pt x="9769" y="761425"/>
                  </a:moveTo>
                  <a:lnTo>
                    <a:pt x="0" y="773856"/>
                  </a:lnTo>
                  <a:lnTo>
                    <a:pt x="22024" y="786600"/>
                  </a:lnTo>
                  <a:close/>
                  <a:moveTo>
                    <a:pt x="162286" y="943477"/>
                  </a:moveTo>
                  <a:lnTo>
                    <a:pt x="182493" y="902313"/>
                  </a:lnTo>
                  <a:lnTo>
                    <a:pt x="126526" y="916035"/>
                  </a:lnTo>
                  <a:close/>
                  <a:moveTo>
                    <a:pt x="106479" y="864498"/>
                  </a:moveTo>
                  <a:lnTo>
                    <a:pt x="170623" y="899336"/>
                  </a:lnTo>
                  <a:lnTo>
                    <a:pt x="156286" y="848248"/>
                  </a:lnTo>
                  <a:close/>
                  <a:moveTo>
                    <a:pt x="106479" y="864498"/>
                  </a:moveTo>
                  <a:lnTo>
                    <a:pt x="126526" y="916035"/>
                  </a:lnTo>
                  <a:lnTo>
                    <a:pt x="170623" y="899336"/>
                  </a:lnTo>
                  <a:close/>
                  <a:moveTo>
                    <a:pt x="170623" y="899336"/>
                  </a:moveTo>
                  <a:lnTo>
                    <a:pt x="202759" y="848448"/>
                  </a:lnTo>
                  <a:lnTo>
                    <a:pt x="156286" y="848248"/>
                  </a:lnTo>
                  <a:close/>
                  <a:moveTo>
                    <a:pt x="35357" y="737331"/>
                  </a:moveTo>
                  <a:lnTo>
                    <a:pt x="9769" y="761425"/>
                  </a:lnTo>
                  <a:lnTo>
                    <a:pt x="22024" y="786600"/>
                  </a:lnTo>
                  <a:close/>
                  <a:moveTo>
                    <a:pt x="33419" y="694303"/>
                  </a:moveTo>
                  <a:lnTo>
                    <a:pt x="9769" y="761425"/>
                  </a:lnTo>
                  <a:lnTo>
                    <a:pt x="35357" y="737331"/>
                  </a:lnTo>
                  <a:close/>
                  <a:moveTo>
                    <a:pt x="33419" y="694303"/>
                  </a:moveTo>
                  <a:lnTo>
                    <a:pt x="10661" y="744117"/>
                  </a:lnTo>
                  <a:lnTo>
                    <a:pt x="9769" y="761425"/>
                  </a:lnTo>
                  <a:close/>
                  <a:moveTo>
                    <a:pt x="10661" y="744117"/>
                  </a:moveTo>
                  <a:lnTo>
                    <a:pt x="33419" y="694303"/>
                  </a:lnTo>
                  <a:lnTo>
                    <a:pt x="17167" y="709888"/>
                  </a:lnTo>
                  <a:close/>
                  <a:moveTo>
                    <a:pt x="33419" y="694303"/>
                  </a:moveTo>
                  <a:lnTo>
                    <a:pt x="35035" y="685794"/>
                  </a:lnTo>
                  <a:lnTo>
                    <a:pt x="17167" y="709888"/>
                  </a:lnTo>
                  <a:close/>
                  <a:moveTo>
                    <a:pt x="266410" y="906492"/>
                  </a:moveTo>
                  <a:lnTo>
                    <a:pt x="228158" y="898371"/>
                  </a:lnTo>
                  <a:lnTo>
                    <a:pt x="182493" y="902313"/>
                  </a:lnTo>
                  <a:close/>
                  <a:moveTo>
                    <a:pt x="282833" y="884075"/>
                  </a:moveTo>
                  <a:lnTo>
                    <a:pt x="232385" y="891941"/>
                  </a:lnTo>
                  <a:lnTo>
                    <a:pt x="302614" y="930736"/>
                  </a:lnTo>
                  <a:close/>
                  <a:moveTo>
                    <a:pt x="266410" y="906492"/>
                  </a:moveTo>
                  <a:lnTo>
                    <a:pt x="232385" y="891941"/>
                  </a:lnTo>
                  <a:lnTo>
                    <a:pt x="228158" y="898371"/>
                  </a:lnTo>
                  <a:close/>
                  <a:moveTo>
                    <a:pt x="35035" y="685794"/>
                  </a:moveTo>
                  <a:lnTo>
                    <a:pt x="33419" y="694303"/>
                  </a:lnTo>
                  <a:lnTo>
                    <a:pt x="33386" y="683971"/>
                  </a:lnTo>
                  <a:close/>
                  <a:moveTo>
                    <a:pt x="33386" y="683971"/>
                  </a:moveTo>
                  <a:lnTo>
                    <a:pt x="53048" y="632796"/>
                  </a:lnTo>
                  <a:lnTo>
                    <a:pt x="35035" y="685794"/>
                  </a:lnTo>
                  <a:close/>
                  <a:moveTo>
                    <a:pt x="35035" y="685794"/>
                  </a:moveTo>
                  <a:lnTo>
                    <a:pt x="53048" y="632796"/>
                  </a:lnTo>
                  <a:lnTo>
                    <a:pt x="69286" y="610164"/>
                  </a:lnTo>
                  <a:close/>
                  <a:moveTo>
                    <a:pt x="35035" y="685794"/>
                  </a:moveTo>
                  <a:lnTo>
                    <a:pt x="69286" y="610164"/>
                  </a:lnTo>
                  <a:lnTo>
                    <a:pt x="50908" y="634258"/>
                  </a:lnTo>
                  <a:close/>
                  <a:moveTo>
                    <a:pt x="69286" y="610164"/>
                  </a:moveTo>
                  <a:lnTo>
                    <a:pt x="67369" y="558627"/>
                  </a:lnTo>
                  <a:lnTo>
                    <a:pt x="50908" y="634258"/>
                  </a:lnTo>
                  <a:close/>
                  <a:moveTo>
                    <a:pt x="166276" y="651897"/>
                  </a:moveTo>
                  <a:lnTo>
                    <a:pt x="242806" y="689144"/>
                  </a:lnTo>
                  <a:lnTo>
                    <a:pt x="244325" y="689171"/>
                  </a:lnTo>
                  <a:close/>
                  <a:moveTo>
                    <a:pt x="166276" y="651897"/>
                  </a:moveTo>
                  <a:lnTo>
                    <a:pt x="244325" y="689171"/>
                  </a:lnTo>
                  <a:lnTo>
                    <a:pt x="212806" y="652052"/>
                  </a:lnTo>
                  <a:close/>
                  <a:moveTo>
                    <a:pt x="67369" y="558627"/>
                  </a:moveTo>
                  <a:lnTo>
                    <a:pt x="69286" y="610164"/>
                  </a:lnTo>
                  <a:lnTo>
                    <a:pt x="98268" y="586070"/>
                  </a:lnTo>
                  <a:close/>
                  <a:moveTo>
                    <a:pt x="225368" y="516354"/>
                  </a:moveTo>
                  <a:lnTo>
                    <a:pt x="172569" y="458903"/>
                  </a:lnTo>
                  <a:lnTo>
                    <a:pt x="171800" y="459178"/>
                  </a:lnTo>
                  <a:close/>
                  <a:moveTo>
                    <a:pt x="225368" y="516354"/>
                  </a:moveTo>
                  <a:lnTo>
                    <a:pt x="171800" y="459178"/>
                  </a:lnTo>
                  <a:lnTo>
                    <a:pt x="178856" y="516185"/>
                  </a:lnTo>
                  <a:close/>
                  <a:moveTo>
                    <a:pt x="404499" y="589419"/>
                  </a:moveTo>
                  <a:lnTo>
                    <a:pt x="404397" y="537882"/>
                  </a:lnTo>
                  <a:lnTo>
                    <a:pt x="369112" y="600943"/>
                  </a:lnTo>
                  <a:close/>
                  <a:moveTo>
                    <a:pt x="322354" y="486345"/>
                  </a:moveTo>
                  <a:lnTo>
                    <a:pt x="358059" y="547185"/>
                  </a:lnTo>
                  <a:lnTo>
                    <a:pt x="361033" y="506218"/>
                  </a:lnTo>
                  <a:close/>
                  <a:moveTo>
                    <a:pt x="313182" y="561976"/>
                  </a:moveTo>
                  <a:lnTo>
                    <a:pt x="358059" y="547185"/>
                  </a:lnTo>
                  <a:lnTo>
                    <a:pt x="322354" y="486345"/>
                  </a:lnTo>
                  <a:close/>
                  <a:moveTo>
                    <a:pt x="172569" y="458903"/>
                  </a:moveTo>
                  <a:lnTo>
                    <a:pt x="228345" y="494371"/>
                  </a:lnTo>
                  <a:lnTo>
                    <a:pt x="241365" y="440606"/>
                  </a:lnTo>
                  <a:close/>
                  <a:moveTo>
                    <a:pt x="228345" y="494371"/>
                  </a:moveTo>
                  <a:lnTo>
                    <a:pt x="265273" y="434809"/>
                  </a:lnTo>
                  <a:lnTo>
                    <a:pt x="241365" y="440606"/>
                  </a:lnTo>
                  <a:close/>
                  <a:moveTo>
                    <a:pt x="306483" y="476942"/>
                  </a:moveTo>
                  <a:lnTo>
                    <a:pt x="265273" y="434809"/>
                  </a:lnTo>
                  <a:lnTo>
                    <a:pt x="228345" y="494371"/>
                  </a:lnTo>
                  <a:close/>
                  <a:moveTo>
                    <a:pt x="241365" y="440606"/>
                  </a:moveTo>
                  <a:lnTo>
                    <a:pt x="284194" y="393604"/>
                  </a:lnTo>
                  <a:lnTo>
                    <a:pt x="278093" y="385986"/>
                  </a:lnTo>
                  <a:close/>
                  <a:moveTo>
                    <a:pt x="663881" y="826943"/>
                  </a:moveTo>
                  <a:lnTo>
                    <a:pt x="619723" y="771471"/>
                  </a:lnTo>
                  <a:lnTo>
                    <a:pt x="605177" y="773944"/>
                  </a:lnTo>
                  <a:close/>
                  <a:moveTo>
                    <a:pt x="322354" y="486345"/>
                  </a:moveTo>
                  <a:lnTo>
                    <a:pt x="336837" y="455531"/>
                  </a:lnTo>
                  <a:lnTo>
                    <a:pt x="336411" y="410715"/>
                  </a:lnTo>
                  <a:close/>
                  <a:moveTo>
                    <a:pt x="319488" y="415075"/>
                  </a:moveTo>
                  <a:lnTo>
                    <a:pt x="306483" y="476942"/>
                  </a:lnTo>
                  <a:lnTo>
                    <a:pt x="322354" y="486345"/>
                  </a:lnTo>
                  <a:close/>
                  <a:moveTo>
                    <a:pt x="859673" y="1012911"/>
                  </a:moveTo>
                  <a:lnTo>
                    <a:pt x="852076" y="1038862"/>
                  </a:lnTo>
                  <a:lnTo>
                    <a:pt x="848078" y="1029154"/>
                  </a:lnTo>
                  <a:close/>
                  <a:moveTo>
                    <a:pt x="930183" y="966960"/>
                  </a:moveTo>
                  <a:lnTo>
                    <a:pt x="876161" y="977618"/>
                  </a:lnTo>
                  <a:lnTo>
                    <a:pt x="859673" y="1012911"/>
                  </a:lnTo>
                  <a:close/>
                  <a:moveTo>
                    <a:pt x="930183" y="966960"/>
                  </a:moveTo>
                  <a:lnTo>
                    <a:pt x="859673" y="1012911"/>
                  </a:lnTo>
                  <a:lnTo>
                    <a:pt x="885275" y="973733"/>
                  </a:lnTo>
                  <a:close/>
                  <a:moveTo>
                    <a:pt x="720034" y="823008"/>
                  </a:moveTo>
                  <a:lnTo>
                    <a:pt x="730546" y="874544"/>
                  </a:lnTo>
                  <a:lnTo>
                    <a:pt x="765312" y="850450"/>
                  </a:lnTo>
                  <a:close/>
                  <a:moveTo>
                    <a:pt x="619723" y="771471"/>
                  </a:moveTo>
                  <a:lnTo>
                    <a:pt x="662954" y="801443"/>
                  </a:lnTo>
                  <a:lnTo>
                    <a:pt x="665891" y="762566"/>
                  </a:lnTo>
                  <a:close/>
                  <a:moveTo>
                    <a:pt x="720034" y="823008"/>
                  </a:moveTo>
                  <a:lnTo>
                    <a:pt x="783335" y="767275"/>
                  </a:lnTo>
                  <a:lnTo>
                    <a:pt x="719838" y="756691"/>
                  </a:lnTo>
                  <a:close/>
                  <a:moveTo>
                    <a:pt x="719838" y="756691"/>
                  </a:moveTo>
                  <a:lnTo>
                    <a:pt x="783335" y="767275"/>
                  </a:lnTo>
                  <a:lnTo>
                    <a:pt x="769202" y="754541"/>
                  </a:lnTo>
                  <a:close/>
                  <a:moveTo>
                    <a:pt x="720034" y="823008"/>
                  </a:moveTo>
                  <a:lnTo>
                    <a:pt x="719838" y="756691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2954" y="801443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5891" y="762566"/>
                  </a:lnTo>
                  <a:lnTo>
                    <a:pt x="662954" y="801443"/>
                  </a:lnTo>
                  <a:close/>
                  <a:moveTo>
                    <a:pt x="719838" y="756691"/>
                  </a:moveTo>
                  <a:lnTo>
                    <a:pt x="708130" y="703466"/>
                  </a:lnTo>
                  <a:lnTo>
                    <a:pt x="665891" y="762566"/>
                  </a:lnTo>
                  <a:close/>
                  <a:moveTo>
                    <a:pt x="769202" y="754541"/>
                  </a:moveTo>
                  <a:lnTo>
                    <a:pt x="708130" y="703466"/>
                  </a:lnTo>
                  <a:lnTo>
                    <a:pt x="719838" y="756691"/>
                  </a:lnTo>
                  <a:close/>
                  <a:moveTo>
                    <a:pt x="708130" y="703466"/>
                  </a:moveTo>
                  <a:lnTo>
                    <a:pt x="737274" y="695841"/>
                  </a:lnTo>
                  <a:lnTo>
                    <a:pt x="709586" y="666216"/>
                  </a:lnTo>
                  <a:close/>
                  <a:moveTo>
                    <a:pt x="593720" y="595029"/>
                  </a:moveTo>
                  <a:lnTo>
                    <a:pt x="597823" y="592768"/>
                  </a:lnTo>
                  <a:lnTo>
                    <a:pt x="595495" y="589002"/>
                  </a:lnTo>
                  <a:close/>
                  <a:moveTo>
                    <a:pt x="504120" y="565325"/>
                  </a:moveTo>
                  <a:lnTo>
                    <a:pt x="506012" y="564017"/>
                  </a:lnTo>
                  <a:lnTo>
                    <a:pt x="535856" y="540698"/>
                  </a:lnTo>
                  <a:close/>
                  <a:moveTo>
                    <a:pt x="506983" y="565325"/>
                  </a:moveTo>
                  <a:lnTo>
                    <a:pt x="536645" y="541231"/>
                  </a:lnTo>
                  <a:lnTo>
                    <a:pt x="506012" y="564017"/>
                  </a:lnTo>
                  <a:close/>
                  <a:moveTo>
                    <a:pt x="446824" y="382498"/>
                  </a:moveTo>
                  <a:lnTo>
                    <a:pt x="366711" y="392548"/>
                  </a:lnTo>
                  <a:lnTo>
                    <a:pt x="400605" y="384369"/>
                  </a:lnTo>
                  <a:close/>
                  <a:moveTo>
                    <a:pt x="957432" y="953524"/>
                  </a:moveTo>
                  <a:lnTo>
                    <a:pt x="930183" y="966960"/>
                  </a:lnTo>
                  <a:lnTo>
                    <a:pt x="1008497" y="950186"/>
                  </a:lnTo>
                  <a:close/>
                  <a:moveTo>
                    <a:pt x="1008497" y="950186"/>
                  </a:moveTo>
                  <a:lnTo>
                    <a:pt x="930183" y="966960"/>
                  </a:lnTo>
                  <a:lnTo>
                    <a:pt x="977107" y="980966"/>
                  </a:lnTo>
                  <a:close/>
                  <a:moveTo>
                    <a:pt x="977107" y="980966"/>
                  </a:moveTo>
                  <a:lnTo>
                    <a:pt x="930183" y="966960"/>
                  </a:lnTo>
                  <a:lnTo>
                    <a:pt x="969076" y="981726"/>
                  </a:lnTo>
                  <a:close/>
                  <a:moveTo>
                    <a:pt x="1012158" y="929430"/>
                  </a:moveTo>
                  <a:lnTo>
                    <a:pt x="991003" y="939138"/>
                  </a:lnTo>
                  <a:lnTo>
                    <a:pt x="1008497" y="950186"/>
                  </a:lnTo>
                  <a:close/>
                  <a:moveTo>
                    <a:pt x="783335" y="767275"/>
                  </a:moveTo>
                  <a:lnTo>
                    <a:pt x="764138" y="798914"/>
                  </a:lnTo>
                  <a:lnTo>
                    <a:pt x="814590" y="780384"/>
                  </a:lnTo>
                  <a:close/>
                  <a:moveTo>
                    <a:pt x="814590" y="780384"/>
                  </a:moveTo>
                  <a:lnTo>
                    <a:pt x="826641" y="754509"/>
                  </a:lnTo>
                  <a:lnTo>
                    <a:pt x="783335" y="767275"/>
                  </a:lnTo>
                  <a:close/>
                  <a:moveTo>
                    <a:pt x="814590" y="780384"/>
                  </a:moveTo>
                  <a:lnTo>
                    <a:pt x="855756" y="784899"/>
                  </a:lnTo>
                  <a:lnTo>
                    <a:pt x="826641" y="754509"/>
                  </a:lnTo>
                  <a:close/>
                  <a:moveTo>
                    <a:pt x="595495" y="589002"/>
                  </a:moveTo>
                  <a:lnTo>
                    <a:pt x="597823" y="592768"/>
                  </a:lnTo>
                  <a:lnTo>
                    <a:pt x="601784" y="588474"/>
                  </a:lnTo>
                  <a:close/>
                  <a:moveTo>
                    <a:pt x="402600" y="385489"/>
                  </a:moveTo>
                  <a:lnTo>
                    <a:pt x="446824" y="382498"/>
                  </a:lnTo>
                  <a:lnTo>
                    <a:pt x="400605" y="384369"/>
                  </a:lnTo>
                  <a:close/>
                  <a:moveTo>
                    <a:pt x="1008497" y="950186"/>
                  </a:moveTo>
                  <a:lnTo>
                    <a:pt x="977107" y="980966"/>
                  </a:lnTo>
                  <a:lnTo>
                    <a:pt x="1008330" y="925052"/>
                  </a:lnTo>
                  <a:close/>
                  <a:moveTo>
                    <a:pt x="1012158" y="929430"/>
                  </a:moveTo>
                  <a:lnTo>
                    <a:pt x="1008497" y="950186"/>
                  </a:lnTo>
                  <a:lnTo>
                    <a:pt x="1008330" y="925052"/>
                  </a:lnTo>
                  <a:close/>
                  <a:moveTo>
                    <a:pt x="966382" y="496392"/>
                  </a:moveTo>
                  <a:lnTo>
                    <a:pt x="924683" y="515874"/>
                  </a:lnTo>
                  <a:lnTo>
                    <a:pt x="919476" y="522228"/>
                  </a:lnTo>
                  <a:close/>
                  <a:moveTo>
                    <a:pt x="966382" y="496392"/>
                  </a:moveTo>
                  <a:lnTo>
                    <a:pt x="981628" y="445028"/>
                  </a:lnTo>
                  <a:lnTo>
                    <a:pt x="924683" y="515874"/>
                  </a:lnTo>
                  <a:close/>
                  <a:moveTo>
                    <a:pt x="924683" y="515874"/>
                  </a:moveTo>
                  <a:lnTo>
                    <a:pt x="981562" y="444870"/>
                  </a:lnTo>
                  <a:lnTo>
                    <a:pt x="925363" y="452577"/>
                  </a:lnTo>
                  <a:close/>
                  <a:moveTo>
                    <a:pt x="1054264" y="420761"/>
                  </a:moveTo>
                  <a:lnTo>
                    <a:pt x="1054549" y="423517"/>
                  </a:lnTo>
                  <a:lnTo>
                    <a:pt x="1013731" y="430155"/>
                  </a:lnTo>
                  <a:close/>
                  <a:moveTo>
                    <a:pt x="1057683" y="419808"/>
                  </a:moveTo>
                  <a:lnTo>
                    <a:pt x="1054549" y="423517"/>
                  </a:lnTo>
                  <a:lnTo>
                    <a:pt x="1054264" y="420761"/>
                  </a:lnTo>
                  <a:close/>
                  <a:moveTo>
                    <a:pt x="1393501" y="833054"/>
                  </a:moveTo>
                  <a:lnTo>
                    <a:pt x="1404082" y="841553"/>
                  </a:lnTo>
                  <a:lnTo>
                    <a:pt x="1408572" y="827555"/>
                  </a:lnTo>
                  <a:close/>
                  <a:moveTo>
                    <a:pt x="1365733" y="781517"/>
                  </a:moveTo>
                  <a:lnTo>
                    <a:pt x="1393501" y="833054"/>
                  </a:lnTo>
                  <a:lnTo>
                    <a:pt x="1408572" y="827555"/>
                  </a:lnTo>
                  <a:close/>
                  <a:moveTo>
                    <a:pt x="1053356" y="443410"/>
                  </a:moveTo>
                  <a:lnTo>
                    <a:pt x="1084760" y="396667"/>
                  </a:lnTo>
                  <a:lnTo>
                    <a:pt x="1054264" y="420761"/>
                  </a:lnTo>
                  <a:close/>
                  <a:moveTo>
                    <a:pt x="1085520" y="388989"/>
                  </a:moveTo>
                  <a:lnTo>
                    <a:pt x="1057683" y="419808"/>
                  </a:lnTo>
                  <a:lnTo>
                    <a:pt x="1054264" y="420761"/>
                  </a:lnTo>
                  <a:close/>
                  <a:moveTo>
                    <a:pt x="1210000" y="245406"/>
                  </a:moveTo>
                  <a:lnTo>
                    <a:pt x="1168984" y="193869"/>
                  </a:lnTo>
                  <a:lnTo>
                    <a:pt x="1137649" y="268454"/>
                  </a:lnTo>
                  <a:close/>
                  <a:moveTo>
                    <a:pt x="1137649" y="268454"/>
                  </a:moveTo>
                  <a:lnTo>
                    <a:pt x="1171553" y="266173"/>
                  </a:lnTo>
                  <a:lnTo>
                    <a:pt x="1210000" y="245406"/>
                  </a:lnTo>
                  <a:close/>
                  <a:moveTo>
                    <a:pt x="1461274" y="383492"/>
                  </a:moveTo>
                  <a:lnTo>
                    <a:pt x="1411331" y="386113"/>
                  </a:lnTo>
                  <a:lnTo>
                    <a:pt x="1481643" y="417265"/>
                  </a:lnTo>
                  <a:close/>
                  <a:moveTo>
                    <a:pt x="1168984" y="193869"/>
                  </a:moveTo>
                  <a:lnTo>
                    <a:pt x="1210000" y="245406"/>
                  </a:lnTo>
                  <a:lnTo>
                    <a:pt x="1211660" y="221312"/>
                  </a:lnTo>
                  <a:close/>
                  <a:moveTo>
                    <a:pt x="1318039" y="59806"/>
                  </a:moveTo>
                  <a:lnTo>
                    <a:pt x="1361474" y="47527"/>
                  </a:lnTo>
                  <a:lnTo>
                    <a:pt x="1281935" y="59720"/>
                  </a:lnTo>
                  <a:close/>
                  <a:moveTo>
                    <a:pt x="1583820" y="259103"/>
                  </a:moveTo>
                  <a:lnTo>
                    <a:pt x="1624149" y="201556"/>
                  </a:lnTo>
                  <a:lnTo>
                    <a:pt x="1571404" y="206455"/>
                  </a:lnTo>
                  <a:close/>
                  <a:moveTo>
                    <a:pt x="1679692" y="252104"/>
                  </a:moveTo>
                  <a:lnTo>
                    <a:pt x="1646563" y="200567"/>
                  </a:lnTo>
                  <a:lnTo>
                    <a:pt x="1636016" y="254652"/>
                  </a:lnTo>
                  <a:close/>
                  <a:moveTo>
                    <a:pt x="1646563" y="200567"/>
                  </a:moveTo>
                  <a:lnTo>
                    <a:pt x="1624149" y="201556"/>
                  </a:lnTo>
                  <a:lnTo>
                    <a:pt x="1636016" y="254652"/>
                  </a:lnTo>
                  <a:close/>
                  <a:moveTo>
                    <a:pt x="1538241" y="170673"/>
                  </a:moveTo>
                  <a:lnTo>
                    <a:pt x="1529631" y="202433"/>
                  </a:lnTo>
                  <a:lnTo>
                    <a:pt x="1571404" y="206455"/>
                  </a:lnTo>
                  <a:close/>
                  <a:moveTo>
                    <a:pt x="1571404" y="206455"/>
                  </a:moveTo>
                  <a:lnTo>
                    <a:pt x="1624149" y="201556"/>
                  </a:lnTo>
                  <a:lnTo>
                    <a:pt x="1608088" y="151870"/>
                  </a:lnTo>
                  <a:close/>
                  <a:moveTo>
                    <a:pt x="1571404" y="206455"/>
                  </a:moveTo>
                  <a:lnTo>
                    <a:pt x="1608088" y="151870"/>
                  </a:lnTo>
                  <a:lnTo>
                    <a:pt x="1538241" y="170673"/>
                  </a:lnTo>
                  <a:close/>
                  <a:moveTo>
                    <a:pt x="1436314" y="17766"/>
                  </a:moveTo>
                  <a:lnTo>
                    <a:pt x="1361474" y="47527"/>
                  </a:lnTo>
                  <a:lnTo>
                    <a:pt x="1392032" y="26880"/>
                  </a:lnTo>
                  <a:close/>
                  <a:moveTo>
                    <a:pt x="1478282" y="0"/>
                  </a:moveTo>
                  <a:lnTo>
                    <a:pt x="1410099" y="54649"/>
                  </a:lnTo>
                  <a:lnTo>
                    <a:pt x="1436314" y="17766"/>
                  </a:lnTo>
                  <a:close/>
                  <a:moveTo>
                    <a:pt x="1679692" y="252104"/>
                  </a:moveTo>
                  <a:lnTo>
                    <a:pt x="1686227" y="253440"/>
                  </a:lnTo>
                  <a:lnTo>
                    <a:pt x="1686584" y="251522"/>
                  </a:lnTo>
                  <a:close/>
                  <a:moveTo>
                    <a:pt x="1646563" y="200567"/>
                  </a:moveTo>
                  <a:lnTo>
                    <a:pt x="1679692" y="252104"/>
                  </a:lnTo>
                  <a:lnTo>
                    <a:pt x="1686584" y="251522"/>
                  </a:lnTo>
                  <a:close/>
                  <a:moveTo>
                    <a:pt x="1462724" y="30616"/>
                  </a:moveTo>
                  <a:lnTo>
                    <a:pt x="1478282" y="0"/>
                  </a:lnTo>
                  <a:lnTo>
                    <a:pt x="1436314" y="17766"/>
                  </a:lnTo>
                  <a:close/>
                  <a:moveTo>
                    <a:pt x="1462724" y="30616"/>
                  </a:moveTo>
                  <a:lnTo>
                    <a:pt x="1513123" y="27626"/>
                  </a:lnTo>
                  <a:lnTo>
                    <a:pt x="1478282" y="0"/>
                  </a:lnTo>
                  <a:close/>
                  <a:moveTo>
                    <a:pt x="1513123" y="27626"/>
                  </a:moveTo>
                  <a:lnTo>
                    <a:pt x="1527729" y="10199"/>
                  </a:lnTo>
                  <a:lnTo>
                    <a:pt x="1478282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15" name="Output_density__4314">
              <a:extLst>
                <a:ext uri="{FF2B5EF4-FFF2-40B4-BE49-F238E27FC236}">
                  <a16:creationId xmlns:a16="http://schemas.microsoft.com/office/drawing/2014/main" id="{3444FAF0-173F-6703-4C2D-6E9B571FEABB}"/>
                </a:ext>
              </a:extLst>
            </p:cNvPr>
            <p:cNvSpPr>
              <a:spLocks noGrp="1"/>
            </p:cNvSpPr>
            <p:nvPr/>
          </p:nvSpPr>
          <p:spPr>
            <a:xfrm>
              <a:off x="14848788" y="2429466"/>
              <a:ext cx="1250670" cy="907713"/>
            </a:xfrm>
            <a:custGeom>
              <a:avLst/>
              <a:gdLst/>
              <a:ahLst/>
              <a:cxnLst/>
              <a:rect l="0" t="0" r="0" b="0"/>
              <a:pathLst>
                <a:path w="1250670" h="907713">
                  <a:moveTo>
                    <a:pt x="59156" y="856315"/>
                  </a:moveTo>
                  <a:lnTo>
                    <a:pt x="115124" y="842593"/>
                  </a:lnTo>
                  <a:lnTo>
                    <a:pt x="103253" y="839616"/>
                  </a:lnTo>
                  <a:close/>
                  <a:moveTo>
                    <a:pt x="103253" y="839616"/>
                  </a:moveTo>
                  <a:lnTo>
                    <a:pt x="157259" y="833693"/>
                  </a:lnTo>
                  <a:lnTo>
                    <a:pt x="135390" y="788728"/>
                  </a:lnTo>
                  <a:close/>
                  <a:moveTo>
                    <a:pt x="157259" y="833693"/>
                  </a:moveTo>
                  <a:lnTo>
                    <a:pt x="103253" y="839616"/>
                  </a:lnTo>
                  <a:lnTo>
                    <a:pt x="160789" y="838651"/>
                  </a:lnTo>
                  <a:close/>
                  <a:moveTo>
                    <a:pt x="103253" y="839616"/>
                  </a:moveTo>
                  <a:lnTo>
                    <a:pt x="115124" y="842593"/>
                  </a:lnTo>
                  <a:lnTo>
                    <a:pt x="160789" y="838651"/>
                  </a:lnTo>
                  <a:close/>
                  <a:moveTo>
                    <a:pt x="157259" y="833693"/>
                  </a:moveTo>
                  <a:lnTo>
                    <a:pt x="160789" y="838651"/>
                  </a:lnTo>
                  <a:lnTo>
                    <a:pt x="165016" y="832221"/>
                  </a:lnTo>
                  <a:close/>
                  <a:moveTo>
                    <a:pt x="177053" y="629423"/>
                  </a:moveTo>
                  <a:lnTo>
                    <a:pt x="176956" y="629451"/>
                  </a:lnTo>
                  <a:lnTo>
                    <a:pt x="177004" y="629478"/>
                  </a:lnTo>
                  <a:close/>
                  <a:moveTo>
                    <a:pt x="177053" y="629423"/>
                  </a:moveTo>
                  <a:lnTo>
                    <a:pt x="188670" y="577887"/>
                  </a:lnTo>
                  <a:lnTo>
                    <a:pt x="176956" y="629451"/>
                  </a:lnTo>
                  <a:close/>
                  <a:moveTo>
                    <a:pt x="188670" y="577887"/>
                  </a:moveTo>
                  <a:lnTo>
                    <a:pt x="145437" y="592332"/>
                  </a:lnTo>
                  <a:lnTo>
                    <a:pt x="176956" y="629451"/>
                  </a:lnTo>
                  <a:close/>
                  <a:moveTo>
                    <a:pt x="177004" y="629478"/>
                  </a:moveTo>
                  <a:lnTo>
                    <a:pt x="176956" y="629451"/>
                  </a:lnTo>
                  <a:lnTo>
                    <a:pt x="175437" y="629423"/>
                  </a:lnTo>
                  <a:close/>
                  <a:moveTo>
                    <a:pt x="0" y="498907"/>
                  </a:moveTo>
                  <a:lnTo>
                    <a:pt x="30899" y="526350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0" y="498907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5532" y="472625"/>
                  </a:lnTo>
                  <a:lnTo>
                    <a:pt x="0" y="498907"/>
                  </a:lnTo>
                  <a:close/>
                  <a:moveTo>
                    <a:pt x="38042" y="459273"/>
                  </a:moveTo>
                  <a:lnTo>
                    <a:pt x="42303" y="423277"/>
                  </a:lnTo>
                  <a:lnTo>
                    <a:pt x="14381" y="447371"/>
                  </a:lnTo>
                  <a:close/>
                  <a:moveTo>
                    <a:pt x="177004" y="629478"/>
                  </a:moveTo>
                  <a:lnTo>
                    <a:pt x="175437" y="629423"/>
                  </a:lnTo>
                  <a:lnTo>
                    <a:pt x="217266" y="645109"/>
                  </a:lnTo>
                  <a:close/>
                  <a:moveTo>
                    <a:pt x="247808" y="609831"/>
                  </a:moveTo>
                  <a:lnTo>
                    <a:pt x="177053" y="629423"/>
                  </a:lnTo>
                  <a:lnTo>
                    <a:pt x="256048" y="615433"/>
                  </a:lnTo>
                  <a:close/>
                  <a:moveTo>
                    <a:pt x="256048" y="615433"/>
                  </a:moveTo>
                  <a:lnTo>
                    <a:pt x="177053" y="629423"/>
                  </a:lnTo>
                  <a:lnTo>
                    <a:pt x="177004" y="629478"/>
                  </a:lnTo>
                  <a:close/>
                  <a:moveTo>
                    <a:pt x="188670" y="577887"/>
                  </a:moveTo>
                  <a:lnTo>
                    <a:pt x="247808" y="609831"/>
                  </a:lnTo>
                  <a:lnTo>
                    <a:pt x="233284" y="558896"/>
                  </a:lnTo>
                  <a:close/>
                  <a:moveTo>
                    <a:pt x="188670" y="577887"/>
                  </a:moveTo>
                  <a:lnTo>
                    <a:pt x="177053" y="629423"/>
                  </a:lnTo>
                  <a:lnTo>
                    <a:pt x="247808" y="609831"/>
                  </a:lnTo>
                  <a:close/>
                  <a:moveTo>
                    <a:pt x="262960" y="605329"/>
                  </a:moveTo>
                  <a:lnTo>
                    <a:pt x="251738" y="553792"/>
                  </a:lnTo>
                  <a:lnTo>
                    <a:pt x="247808" y="609831"/>
                  </a:lnTo>
                  <a:close/>
                  <a:moveTo>
                    <a:pt x="251738" y="553792"/>
                  </a:moveTo>
                  <a:lnTo>
                    <a:pt x="233284" y="558896"/>
                  </a:lnTo>
                  <a:lnTo>
                    <a:pt x="247808" y="609831"/>
                  </a:lnTo>
                  <a:close/>
                  <a:moveTo>
                    <a:pt x="247808" y="609831"/>
                  </a:moveTo>
                  <a:lnTo>
                    <a:pt x="256048" y="615433"/>
                  </a:lnTo>
                  <a:lnTo>
                    <a:pt x="262960" y="605329"/>
                  </a:lnTo>
                  <a:close/>
                  <a:moveTo>
                    <a:pt x="38042" y="459273"/>
                  </a:moveTo>
                  <a:lnTo>
                    <a:pt x="35445" y="474813"/>
                  </a:lnTo>
                  <a:lnTo>
                    <a:pt x="53515" y="465613"/>
                  </a:lnTo>
                  <a:close/>
                  <a:moveTo>
                    <a:pt x="53515" y="465613"/>
                  </a:moveTo>
                  <a:lnTo>
                    <a:pt x="42303" y="423277"/>
                  </a:lnTo>
                  <a:lnTo>
                    <a:pt x="38042" y="459273"/>
                  </a:lnTo>
                  <a:close/>
                  <a:moveTo>
                    <a:pt x="104431" y="399458"/>
                  </a:moveTo>
                  <a:lnTo>
                    <a:pt x="42303" y="423277"/>
                  </a:lnTo>
                  <a:lnTo>
                    <a:pt x="53515" y="465613"/>
                  </a:lnTo>
                  <a:close/>
                  <a:moveTo>
                    <a:pt x="111487" y="456465"/>
                  </a:moveTo>
                  <a:lnTo>
                    <a:pt x="104431" y="399458"/>
                  </a:lnTo>
                  <a:lnTo>
                    <a:pt x="53515" y="465613"/>
                  </a:lnTo>
                  <a:close/>
                  <a:moveTo>
                    <a:pt x="58866" y="371740"/>
                  </a:moveTo>
                  <a:lnTo>
                    <a:pt x="42303" y="423277"/>
                  </a:lnTo>
                  <a:lnTo>
                    <a:pt x="104431" y="399458"/>
                  </a:lnTo>
                  <a:close/>
                  <a:moveTo>
                    <a:pt x="105200" y="399182"/>
                  </a:moveTo>
                  <a:lnTo>
                    <a:pt x="105013" y="347646"/>
                  </a:lnTo>
                  <a:lnTo>
                    <a:pt x="104431" y="399458"/>
                  </a:lnTo>
                  <a:close/>
                  <a:moveTo>
                    <a:pt x="105013" y="347646"/>
                  </a:moveTo>
                  <a:lnTo>
                    <a:pt x="65779" y="368139"/>
                  </a:lnTo>
                  <a:lnTo>
                    <a:pt x="104431" y="399458"/>
                  </a:lnTo>
                  <a:close/>
                  <a:moveTo>
                    <a:pt x="251738" y="553792"/>
                  </a:moveTo>
                  <a:lnTo>
                    <a:pt x="322792" y="555399"/>
                  </a:lnTo>
                  <a:lnTo>
                    <a:pt x="301743" y="541222"/>
                  </a:lnTo>
                  <a:close/>
                  <a:moveTo>
                    <a:pt x="313018" y="581235"/>
                  </a:moveTo>
                  <a:lnTo>
                    <a:pt x="322792" y="555399"/>
                  </a:lnTo>
                  <a:lnTo>
                    <a:pt x="251738" y="553792"/>
                  </a:lnTo>
                  <a:close/>
                  <a:moveTo>
                    <a:pt x="262960" y="605329"/>
                  </a:moveTo>
                  <a:lnTo>
                    <a:pt x="313018" y="581235"/>
                  </a:lnTo>
                  <a:lnTo>
                    <a:pt x="251738" y="553792"/>
                  </a:lnTo>
                  <a:close/>
                  <a:moveTo>
                    <a:pt x="245813" y="502256"/>
                  </a:moveTo>
                  <a:lnTo>
                    <a:pt x="301743" y="541222"/>
                  </a:lnTo>
                  <a:lnTo>
                    <a:pt x="290690" y="487465"/>
                  </a:lnTo>
                  <a:close/>
                  <a:moveTo>
                    <a:pt x="245813" y="502256"/>
                  </a:moveTo>
                  <a:lnTo>
                    <a:pt x="251738" y="553792"/>
                  </a:lnTo>
                  <a:lnTo>
                    <a:pt x="301743" y="541222"/>
                  </a:lnTo>
                  <a:close/>
                  <a:moveTo>
                    <a:pt x="301743" y="541222"/>
                  </a:moveTo>
                  <a:lnTo>
                    <a:pt x="322792" y="555399"/>
                  </a:lnTo>
                  <a:lnTo>
                    <a:pt x="337130" y="529698"/>
                  </a:lnTo>
                  <a:close/>
                  <a:moveTo>
                    <a:pt x="105013" y="347646"/>
                  </a:moveTo>
                  <a:lnTo>
                    <a:pt x="173995" y="380886"/>
                  </a:lnTo>
                  <a:lnTo>
                    <a:pt x="155517" y="333166"/>
                  </a:lnTo>
                  <a:close/>
                  <a:moveTo>
                    <a:pt x="105013" y="347646"/>
                  </a:moveTo>
                  <a:lnTo>
                    <a:pt x="105200" y="399182"/>
                  </a:lnTo>
                  <a:lnTo>
                    <a:pt x="173995" y="380886"/>
                  </a:lnTo>
                  <a:close/>
                  <a:moveTo>
                    <a:pt x="197904" y="375089"/>
                  </a:moveTo>
                  <a:lnTo>
                    <a:pt x="216825" y="333884"/>
                  </a:lnTo>
                  <a:lnTo>
                    <a:pt x="173995" y="380886"/>
                  </a:lnTo>
                  <a:close/>
                  <a:moveTo>
                    <a:pt x="173995" y="380886"/>
                  </a:moveTo>
                  <a:lnTo>
                    <a:pt x="210724" y="326266"/>
                  </a:lnTo>
                  <a:lnTo>
                    <a:pt x="155517" y="333166"/>
                  </a:lnTo>
                  <a:close/>
                  <a:moveTo>
                    <a:pt x="577579" y="674401"/>
                  </a:moveTo>
                  <a:lnTo>
                    <a:pt x="500010" y="693959"/>
                  </a:lnTo>
                  <a:lnTo>
                    <a:pt x="552354" y="711751"/>
                  </a:lnTo>
                  <a:close/>
                  <a:moveTo>
                    <a:pt x="552354" y="711751"/>
                  </a:moveTo>
                  <a:lnTo>
                    <a:pt x="500010" y="693959"/>
                  </a:lnTo>
                  <a:lnTo>
                    <a:pt x="537807" y="714224"/>
                  </a:lnTo>
                  <a:close/>
                  <a:moveTo>
                    <a:pt x="571055" y="662433"/>
                  </a:moveTo>
                  <a:lnTo>
                    <a:pt x="577579" y="674401"/>
                  </a:lnTo>
                  <a:lnTo>
                    <a:pt x="578336" y="660214"/>
                  </a:lnTo>
                  <a:close/>
                  <a:moveTo>
                    <a:pt x="269042" y="350995"/>
                  </a:moveTo>
                  <a:lnTo>
                    <a:pt x="252119" y="355355"/>
                  </a:lnTo>
                  <a:lnTo>
                    <a:pt x="254985" y="426625"/>
                  </a:lnTo>
                  <a:close/>
                  <a:moveTo>
                    <a:pt x="239114" y="417222"/>
                  </a:moveTo>
                  <a:lnTo>
                    <a:pt x="252119" y="355355"/>
                  </a:lnTo>
                  <a:lnTo>
                    <a:pt x="197904" y="375089"/>
                  </a:lnTo>
                  <a:close/>
                  <a:moveTo>
                    <a:pt x="216825" y="333884"/>
                  </a:moveTo>
                  <a:lnTo>
                    <a:pt x="197904" y="375089"/>
                  </a:lnTo>
                  <a:lnTo>
                    <a:pt x="252119" y="355355"/>
                  </a:lnTo>
                  <a:close/>
                  <a:moveTo>
                    <a:pt x="299342" y="332828"/>
                  </a:moveTo>
                  <a:lnTo>
                    <a:pt x="252119" y="355355"/>
                  </a:lnTo>
                  <a:lnTo>
                    <a:pt x="269042" y="350995"/>
                  </a:lnTo>
                  <a:close/>
                  <a:moveTo>
                    <a:pt x="216825" y="333884"/>
                  </a:moveTo>
                  <a:lnTo>
                    <a:pt x="252119" y="355355"/>
                  </a:lnTo>
                  <a:lnTo>
                    <a:pt x="299342" y="332828"/>
                  </a:lnTo>
                  <a:close/>
                  <a:moveTo>
                    <a:pt x="842111" y="907713"/>
                  </a:moveTo>
                  <a:lnTo>
                    <a:pt x="862814" y="907240"/>
                  </a:lnTo>
                  <a:lnTo>
                    <a:pt x="890063" y="893803"/>
                  </a:lnTo>
                  <a:close/>
                  <a:moveTo>
                    <a:pt x="652665" y="763288"/>
                  </a:moveTo>
                  <a:lnTo>
                    <a:pt x="697943" y="790730"/>
                  </a:lnTo>
                  <a:lnTo>
                    <a:pt x="696769" y="739194"/>
                  </a:lnTo>
                  <a:close/>
                  <a:moveTo>
                    <a:pt x="696769" y="739194"/>
                  </a:moveTo>
                  <a:lnTo>
                    <a:pt x="715966" y="707555"/>
                  </a:lnTo>
                  <a:lnTo>
                    <a:pt x="652665" y="763288"/>
                  </a:lnTo>
                  <a:close/>
                  <a:moveTo>
                    <a:pt x="577579" y="674401"/>
                  </a:moveTo>
                  <a:lnTo>
                    <a:pt x="552354" y="711751"/>
                  </a:lnTo>
                  <a:lnTo>
                    <a:pt x="598522" y="702846"/>
                  </a:lnTo>
                  <a:close/>
                  <a:moveTo>
                    <a:pt x="598522" y="702846"/>
                  </a:moveTo>
                  <a:lnTo>
                    <a:pt x="578336" y="660214"/>
                  </a:lnTo>
                  <a:lnTo>
                    <a:pt x="577579" y="674401"/>
                  </a:lnTo>
                  <a:close/>
                  <a:moveTo>
                    <a:pt x="640761" y="643746"/>
                  </a:moveTo>
                  <a:lnTo>
                    <a:pt x="578336" y="660214"/>
                  </a:lnTo>
                  <a:lnTo>
                    <a:pt x="598522" y="702846"/>
                  </a:lnTo>
                  <a:close/>
                  <a:moveTo>
                    <a:pt x="333236" y="324649"/>
                  </a:moveTo>
                  <a:lnTo>
                    <a:pt x="269042" y="350995"/>
                  </a:lnTo>
                  <a:lnTo>
                    <a:pt x="330664" y="326901"/>
                  </a:lnTo>
                  <a:close/>
                  <a:moveTo>
                    <a:pt x="333236" y="324649"/>
                  </a:moveTo>
                  <a:lnTo>
                    <a:pt x="299342" y="332828"/>
                  </a:lnTo>
                  <a:lnTo>
                    <a:pt x="269042" y="350995"/>
                  </a:lnTo>
                  <a:close/>
                  <a:moveTo>
                    <a:pt x="923634" y="879418"/>
                  </a:moveTo>
                  <a:lnTo>
                    <a:pt x="890063" y="893803"/>
                  </a:lnTo>
                  <a:lnTo>
                    <a:pt x="941128" y="890466"/>
                  </a:lnTo>
                  <a:close/>
                  <a:moveTo>
                    <a:pt x="1018151" y="329269"/>
                  </a:moveTo>
                  <a:lnTo>
                    <a:pt x="986895" y="361041"/>
                  </a:lnTo>
                  <a:lnTo>
                    <a:pt x="1017391" y="336947"/>
                  </a:lnTo>
                  <a:close/>
                  <a:moveTo>
                    <a:pt x="990314" y="360088"/>
                  </a:moveTo>
                  <a:lnTo>
                    <a:pt x="1018151" y="329269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3609" y="285411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7391" y="336947"/>
                  </a:lnTo>
                  <a:lnTo>
                    <a:pt x="1040963" y="320071"/>
                  </a:lnTo>
                  <a:close/>
                  <a:moveTo>
                    <a:pt x="1018151" y="329269"/>
                  </a:moveTo>
                  <a:lnTo>
                    <a:pt x="1040963" y="320071"/>
                  </a:lnTo>
                  <a:lnTo>
                    <a:pt x="1013609" y="285411"/>
                  </a:lnTo>
                  <a:close/>
                  <a:moveTo>
                    <a:pt x="1013609" y="285411"/>
                  </a:moveTo>
                  <a:lnTo>
                    <a:pt x="1050152" y="312853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13609" y="285411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49825" y="261317"/>
                  </a:lnTo>
                  <a:lnTo>
                    <a:pt x="1067744" y="209780"/>
                  </a:lnTo>
                  <a:close/>
                  <a:moveTo>
                    <a:pt x="1067744" y="209780"/>
                  </a:moveTo>
                  <a:lnTo>
                    <a:pt x="1104184" y="206453"/>
                  </a:lnTo>
                  <a:lnTo>
                    <a:pt x="1070280" y="208733"/>
                  </a:lnTo>
                  <a:close/>
                  <a:moveTo>
                    <a:pt x="1049825" y="261317"/>
                  </a:moveTo>
                  <a:lnTo>
                    <a:pt x="1089780" y="237223"/>
                  </a:lnTo>
                  <a:lnTo>
                    <a:pt x="1067744" y="209780"/>
                  </a:lnTo>
                  <a:close/>
                  <a:moveTo>
                    <a:pt x="1044334" y="158243"/>
                  </a:moveTo>
                  <a:lnTo>
                    <a:pt x="1070280" y="208733"/>
                  </a:lnTo>
                  <a:lnTo>
                    <a:pt x="1067429" y="148309"/>
                  </a:lnTo>
                  <a:close/>
                  <a:moveTo>
                    <a:pt x="1044334" y="158243"/>
                  </a:moveTo>
                  <a:lnTo>
                    <a:pt x="1067744" y="209780"/>
                  </a:lnTo>
                  <a:lnTo>
                    <a:pt x="1070280" y="208733"/>
                  </a:lnTo>
                  <a:close/>
                  <a:moveTo>
                    <a:pt x="1101615" y="134149"/>
                  </a:moveTo>
                  <a:lnTo>
                    <a:pt x="1067429" y="148309"/>
                  </a:lnTo>
                  <a:lnTo>
                    <a:pt x="1070280" y="208733"/>
                  </a:lnTo>
                  <a:close/>
                  <a:moveTo>
                    <a:pt x="1067581" y="82613"/>
                  </a:moveTo>
                  <a:lnTo>
                    <a:pt x="1067429" y="148309"/>
                  </a:lnTo>
                  <a:lnTo>
                    <a:pt x="1073692" y="92450"/>
                  </a:lnTo>
                  <a:close/>
                  <a:moveTo>
                    <a:pt x="1044334" y="158243"/>
                  </a:moveTo>
                  <a:lnTo>
                    <a:pt x="1067429" y="148309"/>
                  </a:lnTo>
                  <a:lnTo>
                    <a:pt x="1067581" y="82613"/>
                  </a:lnTo>
                  <a:close/>
                  <a:moveTo>
                    <a:pt x="1011681" y="106707"/>
                  </a:moveTo>
                  <a:lnTo>
                    <a:pt x="1044334" y="158243"/>
                  </a:lnTo>
                  <a:lnTo>
                    <a:pt x="1067581" y="82613"/>
                  </a:lnTo>
                  <a:close/>
                  <a:moveTo>
                    <a:pt x="1067429" y="148309"/>
                  </a:moveTo>
                  <a:lnTo>
                    <a:pt x="1101615" y="134149"/>
                  </a:lnTo>
                  <a:lnTo>
                    <a:pt x="1073692" y="92450"/>
                  </a:lnTo>
                  <a:close/>
                  <a:moveTo>
                    <a:pt x="1067581" y="82613"/>
                  </a:moveTo>
                  <a:lnTo>
                    <a:pt x="1067898" y="70785"/>
                  </a:lnTo>
                  <a:lnTo>
                    <a:pt x="1003539" y="55170"/>
                  </a:lnTo>
                  <a:close/>
                  <a:moveTo>
                    <a:pt x="1075384" y="79099"/>
                  </a:moveTo>
                  <a:lnTo>
                    <a:pt x="1073692" y="92450"/>
                  </a:lnTo>
                  <a:lnTo>
                    <a:pt x="1120126" y="58519"/>
                  </a:lnTo>
                  <a:close/>
                  <a:moveTo>
                    <a:pt x="1120126" y="58519"/>
                  </a:moveTo>
                  <a:lnTo>
                    <a:pt x="1073692" y="92450"/>
                  </a:lnTo>
                  <a:lnTo>
                    <a:pt x="1101615" y="134149"/>
                  </a:lnTo>
                  <a:close/>
                  <a:moveTo>
                    <a:pt x="1120126" y="58519"/>
                  </a:moveTo>
                  <a:lnTo>
                    <a:pt x="1101615" y="134149"/>
                  </a:lnTo>
                  <a:lnTo>
                    <a:pt x="1146008" y="110056"/>
                  </a:lnTo>
                  <a:close/>
                  <a:moveTo>
                    <a:pt x="1067581" y="82613"/>
                  </a:moveTo>
                  <a:lnTo>
                    <a:pt x="1073692" y="92450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67581" y="82613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75384" y="79099"/>
                  </a:lnTo>
                  <a:lnTo>
                    <a:pt x="1070241" y="31076"/>
                  </a:lnTo>
                  <a:close/>
                  <a:moveTo>
                    <a:pt x="1070241" y="31076"/>
                  </a:moveTo>
                  <a:lnTo>
                    <a:pt x="1075384" y="79099"/>
                  </a:lnTo>
                  <a:lnTo>
                    <a:pt x="1120126" y="58519"/>
                  </a:lnTo>
                  <a:close/>
                  <a:moveTo>
                    <a:pt x="1070241" y="31076"/>
                  </a:moveTo>
                  <a:lnTo>
                    <a:pt x="1120126" y="58519"/>
                  </a:lnTo>
                  <a:lnTo>
                    <a:pt x="1127687" y="6982"/>
                  </a:lnTo>
                  <a:close/>
                  <a:moveTo>
                    <a:pt x="1132180" y="1551"/>
                  </a:moveTo>
                  <a:lnTo>
                    <a:pt x="1070241" y="31076"/>
                  </a:lnTo>
                  <a:lnTo>
                    <a:pt x="1127687" y="6982"/>
                  </a:lnTo>
                  <a:close/>
                  <a:moveTo>
                    <a:pt x="1120126" y="58519"/>
                  </a:moveTo>
                  <a:lnTo>
                    <a:pt x="1174221" y="99471"/>
                  </a:lnTo>
                  <a:lnTo>
                    <a:pt x="1168754" y="41172"/>
                  </a:lnTo>
                  <a:close/>
                  <a:moveTo>
                    <a:pt x="1120126" y="58519"/>
                  </a:moveTo>
                  <a:lnTo>
                    <a:pt x="1146008" y="110056"/>
                  </a:lnTo>
                  <a:lnTo>
                    <a:pt x="1174221" y="99471"/>
                  </a:lnTo>
                  <a:close/>
                  <a:moveTo>
                    <a:pt x="1127687" y="6982"/>
                  </a:moveTo>
                  <a:lnTo>
                    <a:pt x="1168754" y="41172"/>
                  </a:lnTo>
                  <a:lnTo>
                    <a:pt x="1137650" y="3717"/>
                  </a:lnTo>
                  <a:close/>
                  <a:moveTo>
                    <a:pt x="1127687" y="6982"/>
                  </a:moveTo>
                  <a:lnTo>
                    <a:pt x="1120126" y="58519"/>
                  </a:lnTo>
                  <a:lnTo>
                    <a:pt x="1168754" y="41172"/>
                  </a:lnTo>
                  <a:close/>
                  <a:moveTo>
                    <a:pt x="1190179" y="34425"/>
                  </a:moveTo>
                  <a:lnTo>
                    <a:pt x="1214566" y="0"/>
                  </a:lnTo>
                  <a:lnTo>
                    <a:pt x="1168754" y="41172"/>
                  </a:lnTo>
                  <a:close/>
                  <a:moveTo>
                    <a:pt x="1168754" y="41172"/>
                  </a:moveTo>
                  <a:lnTo>
                    <a:pt x="1214566" y="0"/>
                  </a:lnTo>
                  <a:lnTo>
                    <a:pt x="1186324" y="2128"/>
                  </a:lnTo>
                  <a:close/>
                  <a:moveTo>
                    <a:pt x="1168754" y="41172"/>
                  </a:moveTo>
                  <a:lnTo>
                    <a:pt x="1186324" y="2128"/>
                  </a:lnTo>
                  <a:lnTo>
                    <a:pt x="1137650" y="3717"/>
                  </a:lnTo>
                  <a:close/>
                  <a:moveTo>
                    <a:pt x="1132180" y="1551"/>
                  </a:moveTo>
                  <a:lnTo>
                    <a:pt x="1127687" y="6982"/>
                  </a:lnTo>
                  <a:lnTo>
                    <a:pt x="1137650" y="3717"/>
                  </a:lnTo>
                  <a:close/>
                  <a:moveTo>
                    <a:pt x="1250670" y="86"/>
                  </a:moveTo>
                  <a:lnTo>
                    <a:pt x="1214566" y="0"/>
                  </a:lnTo>
                  <a:lnTo>
                    <a:pt x="1190179" y="3442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16" name="Output_density__4315">
              <a:extLst>
                <a:ext uri="{FF2B5EF4-FFF2-40B4-BE49-F238E27FC236}">
                  <a16:creationId xmlns:a16="http://schemas.microsoft.com/office/drawing/2014/main" id="{B9831885-2C8A-4912-A8B6-1B40CB71C561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694820"/>
              <a:ext cx="1488898" cy="771757"/>
            </a:xfrm>
            <a:custGeom>
              <a:avLst/>
              <a:gdLst/>
              <a:ahLst/>
              <a:cxnLst/>
              <a:rect l="0" t="0" r="0" b="0"/>
              <a:pathLst>
                <a:path w="1488898" h="771757">
                  <a:moveTo>
                    <a:pt x="214487" y="771757"/>
                  </a:moveTo>
                  <a:lnTo>
                    <a:pt x="165256" y="762369"/>
                  </a:lnTo>
                  <a:lnTo>
                    <a:pt x="130819" y="740581"/>
                  </a:lnTo>
                  <a:close/>
                  <a:moveTo>
                    <a:pt x="334695" y="736942"/>
                  </a:moveTo>
                  <a:lnTo>
                    <a:pt x="304817" y="713070"/>
                  </a:lnTo>
                  <a:lnTo>
                    <a:pt x="348772" y="748919"/>
                  </a:lnTo>
                  <a:close/>
                  <a:moveTo>
                    <a:pt x="0" y="493857"/>
                  </a:moveTo>
                  <a:lnTo>
                    <a:pt x="48221" y="499472"/>
                  </a:lnTo>
                  <a:lnTo>
                    <a:pt x="79513" y="481567"/>
                  </a:lnTo>
                  <a:close/>
                  <a:moveTo>
                    <a:pt x="316972" y="710458"/>
                  </a:moveTo>
                  <a:lnTo>
                    <a:pt x="323149" y="748919"/>
                  </a:lnTo>
                  <a:lnTo>
                    <a:pt x="334695" y="736942"/>
                  </a:lnTo>
                  <a:close/>
                  <a:moveTo>
                    <a:pt x="496772" y="723770"/>
                  </a:moveTo>
                  <a:lnTo>
                    <a:pt x="518130" y="716339"/>
                  </a:lnTo>
                  <a:lnTo>
                    <a:pt x="524336" y="700731"/>
                  </a:lnTo>
                  <a:close/>
                  <a:moveTo>
                    <a:pt x="510038" y="733593"/>
                  </a:moveTo>
                  <a:lnTo>
                    <a:pt x="518130" y="716339"/>
                  </a:lnTo>
                  <a:lnTo>
                    <a:pt x="496772" y="723770"/>
                  </a:lnTo>
                  <a:close/>
                  <a:moveTo>
                    <a:pt x="108589" y="256710"/>
                  </a:moveTo>
                  <a:lnTo>
                    <a:pt x="95001" y="236902"/>
                  </a:lnTo>
                  <a:lnTo>
                    <a:pt x="105958" y="270867"/>
                  </a:lnTo>
                  <a:close/>
                  <a:moveTo>
                    <a:pt x="520361" y="649194"/>
                  </a:moveTo>
                  <a:lnTo>
                    <a:pt x="535807" y="625100"/>
                  </a:lnTo>
                  <a:lnTo>
                    <a:pt x="524336" y="700731"/>
                  </a:lnTo>
                  <a:close/>
                  <a:moveTo>
                    <a:pt x="507961" y="573563"/>
                  </a:moveTo>
                  <a:lnTo>
                    <a:pt x="535807" y="625100"/>
                  </a:lnTo>
                  <a:lnTo>
                    <a:pt x="470131" y="597657"/>
                  </a:lnTo>
                  <a:close/>
                  <a:moveTo>
                    <a:pt x="498899" y="568506"/>
                  </a:moveTo>
                  <a:lnTo>
                    <a:pt x="535807" y="625100"/>
                  </a:lnTo>
                  <a:lnTo>
                    <a:pt x="507961" y="573563"/>
                  </a:lnTo>
                  <a:close/>
                  <a:moveTo>
                    <a:pt x="498899" y="568506"/>
                  </a:moveTo>
                  <a:lnTo>
                    <a:pt x="536777" y="563763"/>
                  </a:lnTo>
                  <a:lnTo>
                    <a:pt x="512232" y="511773"/>
                  </a:lnTo>
                  <a:close/>
                  <a:moveTo>
                    <a:pt x="420512" y="343323"/>
                  </a:moveTo>
                  <a:lnTo>
                    <a:pt x="420394" y="343376"/>
                  </a:lnTo>
                  <a:lnTo>
                    <a:pt x="461106" y="320621"/>
                  </a:lnTo>
                  <a:close/>
                  <a:moveTo>
                    <a:pt x="673345" y="576912"/>
                  </a:moveTo>
                  <a:lnTo>
                    <a:pt x="674231" y="593429"/>
                  </a:lnTo>
                  <a:lnTo>
                    <a:pt x="683696" y="594959"/>
                  </a:lnTo>
                  <a:close/>
                  <a:moveTo>
                    <a:pt x="574839" y="301375"/>
                  </a:moveTo>
                  <a:lnTo>
                    <a:pt x="613435" y="300383"/>
                  </a:lnTo>
                  <a:lnTo>
                    <a:pt x="590137" y="295136"/>
                  </a:lnTo>
                  <a:close/>
                  <a:moveTo>
                    <a:pt x="596114" y="341141"/>
                  </a:moveTo>
                  <a:lnTo>
                    <a:pt x="613435" y="300383"/>
                  </a:lnTo>
                  <a:lnTo>
                    <a:pt x="574839" y="301375"/>
                  </a:lnTo>
                  <a:close/>
                  <a:moveTo>
                    <a:pt x="989270" y="580261"/>
                  </a:moveTo>
                  <a:lnTo>
                    <a:pt x="1010396" y="519268"/>
                  </a:lnTo>
                  <a:lnTo>
                    <a:pt x="997171" y="504631"/>
                  </a:lnTo>
                  <a:close/>
                  <a:moveTo>
                    <a:pt x="989270" y="580261"/>
                  </a:moveTo>
                  <a:lnTo>
                    <a:pt x="997171" y="504631"/>
                  </a:lnTo>
                  <a:lnTo>
                    <a:pt x="1001525" y="556167"/>
                  </a:lnTo>
                  <a:close/>
                  <a:moveTo>
                    <a:pt x="1010396" y="519268"/>
                  </a:moveTo>
                  <a:lnTo>
                    <a:pt x="1005998" y="460101"/>
                  </a:lnTo>
                  <a:lnTo>
                    <a:pt x="997171" y="504631"/>
                  </a:lnTo>
                  <a:close/>
                  <a:moveTo>
                    <a:pt x="1005998" y="460101"/>
                  </a:moveTo>
                  <a:lnTo>
                    <a:pt x="997160" y="453094"/>
                  </a:lnTo>
                  <a:lnTo>
                    <a:pt x="997171" y="504631"/>
                  </a:lnTo>
                  <a:close/>
                  <a:moveTo>
                    <a:pt x="997160" y="453094"/>
                  </a:moveTo>
                  <a:lnTo>
                    <a:pt x="1041886" y="429000"/>
                  </a:lnTo>
                  <a:lnTo>
                    <a:pt x="997171" y="504631"/>
                  </a:lnTo>
                  <a:close/>
                  <a:moveTo>
                    <a:pt x="1040447" y="369352"/>
                  </a:moveTo>
                  <a:lnTo>
                    <a:pt x="1042727" y="423294"/>
                  </a:lnTo>
                  <a:lnTo>
                    <a:pt x="1038860" y="377464"/>
                  </a:lnTo>
                  <a:close/>
                  <a:moveTo>
                    <a:pt x="1009583" y="164474"/>
                  </a:moveTo>
                  <a:lnTo>
                    <a:pt x="951486" y="215465"/>
                  </a:lnTo>
                  <a:lnTo>
                    <a:pt x="940322" y="215092"/>
                  </a:lnTo>
                  <a:close/>
                  <a:moveTo>
                    <a:pt x="1047573" y="171611"/>
                  </a:moveTo>
                  <a:lnTo>
                    <a:pt x="1009583" y="164474"/>
                  </a:lnTo>
                  <a:lnTo>
                    <a:pt x="1093543" y="168811"/>
                  </a:lnTo>
                  <a:close/>
                  <a:moveTo>
                    <a:pt x="1228220" y="188088"/>
                  </a:moveTo>
                  <a:lnTo>
                    <a:pt x="1279726" y="201265"/>
                  </a:lnTo>
                  <a:lnTo>
                    <a:pt x="1306161" y="169923"/>
                  </a:lnTo>
                  <a:close/>
                  <a:moveTo>
                    <a:pt x="1385446" y="153921"/>
                  </a:moveTo>
                  <a:lnTo>
                    <a:pt x="1383928" y="154533"/>
                  </a:lnTo>
                  <a:lnTo>
                    <a:pt x="1427781" y="140383"/>
                  </a:lnTo>
                  <a:close/>
                  <a:moveTo>
                    <a:pt x="1306161" y="169923"/>
                  </a:moveTo>
                  <a:lnTo>
                    <a:pt x="1353761" y="173213"/>
                  </a:lnTo>
                  <a:lnTo>
                    <a:pt x="1318624" y="169642"/>
                  </a:lnTo>
                  <a:close/>
                  <a:moveTo>
                    <a:pt x="1385446" y="153921"/>
                  </a:moveTo>
                  <a:lnTo>
                    <a:pt x="1445792" y="79478"/>
                  </a:lnTo>
                  <a:lnTo>
                    <a:pt x="1445818" y="78290"/>
                  </a:lnTo>
                  <a:close/>
                  <a:moveTo>
                    <a:pt x="1445818" y="78290"/>
                  </a:moveTo>
                  <a:lnTo>
                    <a:pt x="1440163" y="51779"/>
                  </a:lnTo>
                  <a:lnTo>
                    <a:pt x="1464588" y="8202"/>
                  </a:lnTo>
                  <a:close/>
                  <a:moveTo>
                    <a:pt x="1440163" y="51779"/>
                  </a:moveTo>
                  <a:lnTo>
                    <a:pt x="1457431" y="78290"/>
                  </a:lnTo>
                  <a:lnTo>
                    <a:pt x="1464588" y="8202"/>
                  </a:lnTo>
                  <a:close/>
                  <a:moveTo>
                    <a:pt x="1466377" y="0"/>
                  </a:moveTo>
                  <a:lnTo>
                    <a:pt x="1464588" y="8202"/>
                  </a:lnTo>
                  <a:lnTo>
                    <a:pt x="1488898" y="266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7" name="Output_density__4316">
              <a:extLst>
                <a:ext uri="{FF2B5EF4-FFF2-40B4-BE49-F238E27FC236}">
                  <a16:creationId xmlns:a16="http://schemas.microsoft.com/office/drawing/2014/main" id="{74F69C38-214E-3A56-9306-61FD6BA740BE}"/>
                </a:ext>
              </a:extLst>
            </p:cNvPr>
            <p:cNvSpPr>
              <a:spLocks noGrp="1"/>
            </p:cNvSpPr>
            <p:nvPr/>
          </p:nvSpPr>
          <p:spPr>
            <a:xfrm>
              <a:off x="14943112" y="2773110"/>
              <a:ext cx="1397596" cy="692733"/>
            </a:xfrm>
            <a:custGeom>
              <a:avLst/>
              <a:gdLst/>
              <a:ahLst/>
              <a:cxnLst/>
              <a:rect l="0" t="0" r="0" b="0"/>
              <a:pathLst>
                <a:path w="1397596" h="692733">
                  <a:moveTo>
                    <a:pt x="274927" y="670629"/>
                  </a:moveTo>
                  <a:lnTo>
                    <a:pt x="210076" y="682592"/>
                  </a:lnTo>
                  <a:lnTo>
                    <a:pt x="286473" y="658652"/>
                  </a:lnTo>
                  <a:close/>
                  <a:moveTo>
                    <a:pt x="0" y="421182"/>
                  </a:moveTo>
                  <a:lnTo>
                    <a:pt x="39707" y="394963"/>
                  </a:lnTo>
                  <a:lnTo>
                    <a:pt x="74062" y="388511"/>
                  </a:lnTo>
                  <a:close/>
                  <a:moveTo>
                    <a:pt x="31291" y="403277"/>
                  </a:moveTo>
                  <a:lnTo>
                    <a:pt x="0" y="421182"/>
                  </a:lnTo>
                  <a:lnTo>
                    <a:pt x="74062" y="388511"/>
                  </a:lnTo>
                  <a:close/>
                  <a:moveTo>
                    <a:pt x="247072" y="686016"/>
                  </a:moveTo>
                  <a:lnTo>
                    <a:pt x="169048" y="692733"/>
                  </a:lnTo>
                  <a:lnTo>
                    <a:pt x="219449" y="689740"/>
                  </a:lnTo>
                  <a:close/>
                  <a:moveTo>
                    <a:pt x="274927" y="670629"/>
                  </a:moveTo>
                  <a:lnTo>
                    <a:pt x="247072" y="686016"/>
                  </a:lnTo>
                  <a:lnTo>
                    <a:pt x="219449" y="689740"/>
                  </a:lnTo>
                  <a:close/>
                  <a:moveTo>
                    <a:pt x="57737" y="192577"/>
                  </a:moveTo>
                  <a:lnTo>
                    <a:pt x="34735" y="224020"/>
                  </a:lnTo>
                  <a:lnTo>
                    <a:pt x="15245" y="208383"/>
                  </a:lnTo>
                  <a:close/>
                  <a:moveTo>
                    <a:pt x="459740" y="495273"/>
                  </a:moveTo>
                  <a:lnTo>
                    <a:pt x="421909" y="519367"/>
                  </a:lnTo>
                  <a:lnTo>
                    <a:pt x="488555" y="485473"/>
                  </a:lnTo>
                  <a:close/>
                  <a:moveTo>
                    <a:pt x="459740" y="495273"/>
                  </a:moveTo>
                  <a:lnTo>
                    <a:pt x="488555" y="485473"/>
                  </a:lnTo>
                  <a:lnTo>
                    <a:pt x="450678" y="490216"/>
                  </a:lnTo>
                  <a:close/>
                  <a:moveTo>
                    <a:pt x="763586" y="677326"/>
                  </a:moveTo>
                  <a:lnTo>
                    <a:pt x="806892" y="653232"/>
                  </a:lnTo>
                  <a:lnTo>
                    <a:pt x="797072" y="670458"/>
                  </a:lnTo>
                  <a:close/>
                  <a:moveTo>
                    <a:pt x="806892" y="653232"/>
                  </a:moveTo>
                  <a:lnTo>
                    <a:pt x="763586" y="677326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06892" y="653232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31408" y="624159"/>
                  </a:lnTo>
                  <a:lnTo>
                    <a:pt x="906353" y="594789"/>
                  </a:lnTo>
                  <a:close/>
                  <a:moveTo>
                    <a:pt x="541916" y="216846"/>
                  </a:moveTo>
                  <a:lnTo>
                    <a:pt x="565214" y="222093"/>
                  </a:lnTo>
                  <a:lnTo>
                    <a:pt x="570754" y="213425"/>
                  </a:lnTo>
                  <a:close/>
                  <a:moveTo>
                    <a:pt x="858208" y="589460"/>
                  </a:moveTo>
                  <a:lnTo>
                    <a:pt x="906353" y="594789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33651" y="561952"/>
                  </a:lnTo>
                  <a:lnTo>
                    <a:pt x="906353" y="594789"/>
                  </a:lnTo>
                  <a:close/>
                  <a:moveTo>
                    <a:pt x="925189" y="577601"/>
                  </a:moveTo>
                  <a:lnTo>
                    <a:pt x="940479" y="553508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41049" y="501971"/>
                  </a:lnTo>
                  <a:lnTo>
                    <a:pt x="940479" y="553508"/>
                  </a:lnTo>
                  <a:close/>
                  <a:moveTo>
                    <a:pt x="577346" y="212230"/>
                  </a:moveTo>
                  <a:lnTo>
                    <a:pt x="541916" y="216846"/>
                  </a:lnTo>
                  <a:lnTo>
                    <a:pt x="570754" y="213425"/>
                  </a:lnTo>
                  <a:close/>
                  <a:moveTo>
                    <a:pt x="941049" y="501971"/>
                  </a:moveTo>
                  <a:lnTo>
                    <a:pt x="953304" y="477877"/>
                  </a:lnTo>
                  <a:lnTo>
                    <a:pt x="940479" y="553508"/>
                  </a:lnTo>
                  <a:close/>
                  <a:moveTo>
                    <a:pt x="957344" y="475860"/>
                  </a:moveTo>
                  <a:lnTo>
                    <a:pt x="962175" y="440978"/>
                  </a:lnTo>
                  <a:lnTo>
                    <a:pt x="941049" y="501971"/>
                  </a:lnTo>
                  <a:close/>
                  <a:moveTo>
                    <a:pt x="948939" y="374804"/>
                  </a:moveTo>
                  <a:lnTo>
                    <a:pt x="957777" y="381811"/>
                  </a:lnTo>
                  <a:lnTo>
                    <a:pt x="964605" y="368107"/>
                  </a:lnTo>
                  <a:close/>
                  <a:moveTo>
                    <a:pt x="948939" y="374804"/>
                  </a:moveTo>
                  <a:lnTo>
                    <a:pt x="964605" y="368107"/>
                  </a:lnTo>
                  <a:lnTo>
                    <a:pt x="994506" y="345004"/>
                  </a:lnTo>
                  <a:close/>
                  <a:moveTo>
                    <a:pt x="994506" y="345004"/>
                  </a:moveTo>
                  <a:lnTo>
                    <a:pt x="1001566" y="321450"/>
                  </a:lnTo>
                  <a:lnTo>
                    <a:pt x="990639" y="299174"/>
                  </a:lnTo>
                  <a:close/>
                  <a:moveTo>
                    <a:pt x="1179998" y="109798"/>
                  </a:moveTo>
                  <a:lnTo>
                    <a:pt x="1257940" y="91633"/>
                  </a:lnTo>
                  <a:lnTo>
                    <a:pt x="1212291" y="95638"/>
                  </a:lnTo>
                  <a:close/>
                  <a:moveTo>
                    <a:pt x="1212291" y="95638"/>
                  </a:moveTo>
                  <a:lnTo>
                    <a:pt x="1257940" y="91633"/>
                  </a:lnTo>
                  <a:lnTo>
                    <a:pt x="1216055" y="97553"/>
                  </a:lnTo>
                  <a:close/>
                  <a:moveTo>
                    <a:pt x="1257940" y="91633"/>
                  </a:moveTo>
                  <a:lnTo>
                    <a:pt x="1270403" y="91352"/>
                  </a:lnTo>
                  <a:lnTo>
                    <a:pt x="1216055" y="97553"/>
                  </a:lnTo>
                  <a:close/>
                  <a:moveTo>
                    <a:pt x="1305539" y="94923"/>
                  </a:moveTo>
                  <a:lnTo>
                    <a:pt x="1335707" y="76243"/>
                  </a:lnTo>
                  <a:lnTo>
                    <a:pt x="1270403" y="91352"/>
                  </a:lnTo>
                  <a:close/>
                  <a:moveTo>
                    <a:pt x="1337224" y="75631"/>
                  </a:moveTo>
                  <a:lnTo>
                    <a:pt x="1397596" y="0"/>
                  </a:lnTo>
                  <a:lnTo>
                    <a:pt x="1379065" y="515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18" name="Output_density__4317">
              <a:extLst>
                <a:ext uri="{FF2B5EF4-FFF2-40B4-BE49-F238E27FC236}">
                  <a16:creationId xmlns:a16="http://schemas.microsoft.com/office/drawing/2014/main" id="{B07DBB70-C261-DA95-F0FF-08E35E31D0C8}"/>
                </a:ext>
              </a:extLst>
            </p:cNvPr>
            <p:cNvSpPr>
              <a:spLocks noGrp="1"/>
            </p:cNvSpPr>
            <p:nvPr/>
          </p:nvSpPr>
          <p:spPr>
            <a:xfrm>
              <a:off x="14816776" y="2397371"/>
              <a:ext cx="1548463" cy="1059817"/>
            </a:xfrm>
            <a:custGeom>
              <a:avLst/>
              <a:gdLst/>
              <a:ahLst/>
              <a:cxnLst/>
              <a:rect l="0" t="0" r="0" b="0"/>
              <a:pathLst>
                <a:path w="1548463" h="1059817">
                  <a:moveTo>
                    <a:pt x="153351" y="982492"/>
                  </a:moveTo>
                  <a:lnTo>
                    <a:pt x="188465" y="1018925"/>
                  </a:lnTo>
                  <a:lnTo>
                    <a:pt x="184301" y="1013644"/>
                  </a:lnTo>
                  <a:close/>
                  <a:moveTo>
                    <a:pt x="126929" y="915851"/>
                  </a:moveTo>
                  <a:lnTo>
                    <a:pt x="119489" y="939946"/>
                  </a:lnTo>
                  <a:lnTo>
                    <a:pt x="150394" y="967388"/>
                  </a:lnTo>
                  <a:close/>
                  <a:moveTo>
                    <a:pt x="150394" y="967388"/>
                  </a:moveTo>
                  <a:lnTo>
                    <a:pt x="153351" y="982492"/>
                  </a:lnTo>
                  <a:lnTo>
                    <a:pt x="184301" y="1013644"/>
                  </a:lnTo>
                  <a:close/>
                  <a:moveTo>
                    <a:pt x="244577" y="994831"/>
                  </a:moveTo>
                  <a:lnTo>
                    <a:pt x="243371" y="1059817"/>
                  </a:lnTo>
                  <a:lnTo>
                    <a:pt x="271061" y="1028448"/>
                  </a:lnTo>
                  <a:close/>
                  <a:moveTo>
                    <a:pt x="244577" y="994831"/>
                  </a:moveTo>
                  <a:lnTo>
                    <a:pt x="188465" y="1018925"/>
                  </a:lnTo>
                  <a:lnTo>
                    <a:pt x="243371" y="1059817"/>
                  </a:lnTo>
                  <a:close/>
                  <a:moveTo>
                    <a:pt x="213547" y="943294"/>
                  </a:moveTo>
                  <a:lnTo>
                    <a:pt x="184301" y="1013644"/>
                  </a:lnTo>
                  <a:lnTo>
                    <a:pt x="188465" y="1018925"/>
                  </a:lnTo>
                  <a:close/>
                  <a:moveTo>
                    <a:pt x="150394" y="967388"/>
                  </a:moveTo>
                  <a:lnTo>
                    <a:pt x="184301" y="1013644"/>
                  </a:lnTo>
                  <a:lnTo>
                    <a:pt x="195391" y="948314"/>
                  </a:lnTo>
                  <a:close/>
                  <a:moveTo>
                    <a:pt x="179312" y="860091"/>
                  </a:moveTo>
                  <a:lnTo>
                    <a:pt x="126929" y="915851"/>
                  </a:lnTo>
                  <a:lnTo>
                    <a:pt x="147644" y="891758"/>
                  </a:lnTo>
                  <a:close/>
                  <a:moveTo>
                    <a:pt x="231053" y="878866"/>
                  </a:moveTo>
                  <a:lnTo>
                    <a:pt x="147136" y="874688"/>
                  </a:lnTo>
                  <a:lnTo>
                    <a:pt x="179312" y="860091"/>
                  </a:lnTo>
                  <a:close/>
                  <a:moveTo>
                    <a:pt x="0" y="709705"/>
                  </a:moveTo>
                  <a:lnTo>
                    <a:pt x="20930" y="752181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0" y="709705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7161" y="634075"/>
                  </a:lnTo>
                  <a:lnTo>
                    <a:pt x="0" y="709705"/>
                  </a:lnTo>
                  <a:close/>
                  <a:moveTo>
                    <a:pt x="506920" y="998180"/>
                  </a:moveTo>
                  <a:lnTo>
                    <a:pt x="468773" y="1022273"/>
                  </a:lnTo>
                  <a:lnTo>
                    <a:pt x="499191" y="1047780"/>
                  </a:lnTo>
                  <a:close/>
                  <a:moveTo>
                    <a:pt x="532300" y="922549"/>
                  </a:moveTo>
                  <a:lnTo>
                    <a:pt x="506920" y="998180"/>
                  </a:lnTo>
                  <a:lnTo>
                    <a:pt x="538345" y="924370"/>
                  </a:lnTo>
                  <a:close/>
                  <a:moveTo>
                    <a:pt x="538345" y="924370"/>
                  </a:moveTo>
                  <a:lnTo>
                    <a:pt x="506920" y="998180"/>
                  </a:lnTo>
                  <a:lnTo>
                    <a:pt x="531799" y="990217"/>
                  </a:lnTo>
                  <a:close/>
                  <a:moveTo>
                    <a:pt x="532300" y="922549"/>
                  </a:moveTo>
                  <a:lnTo>
                    <a:pt x="538345" y="924370"/>
                  </a:lnTo>
                  <a:lnTo>
                    <a:pt x="538729" y="921841"/>
                  </a:lnTo>
                  <a:close/>
                  <a:moveTo>
                    <a:pt x="592740" y="915913"/>
                  </a:moveTo>
                  <a:lnTo>
                    <a:pt x="538345" y="924370"/>
                  </a:lnTo>
                  <a:lnTo>
                    <a:pt x="589471" y="940845"/>
                  </a:lnTo>
                  <a:close/>
                  <a:moveTo>
                    <a:pt x="592740" y="915913"/>
                  </a:moveTo>
                  <a:lnTo>
                    <a:pt x="538729" y="921841"/>
                  </a:lnTo>
                  <a:lnTo>
                    <a:pt x="538345" y="924370"/>
                  </a:lnTo>
                  <a:close/>
                  <a:moveTo>
                    <a:pt x="569819" y="746318"/>
                  </a:moveTo>
                  <a:lnTo>
                    <a:pt x="518765" y="749843"/>
                  </a:lnTo>
                  <a:lnTo>
                    <a:pt x="577820" y="762385"/>
                  </a:lnTo>
                  <a:close/>
                  <a:moveTo>
                    <a:pt x="366496" y="546698"/>
                  </a:moveTo>
                  <a:lnTo>
                    <a:pt x="345029" y="613330"/>
                  </a:lnTo>
                  <a:lnTo>
                    <a:pt x="328037" y="602726"/>
                  </a:lnTo>
                  <a:close/>
                  <a:moveTo>
                    <a:pt x="553776" y="784122"/>
                  </a:moveTo>
                  <a:lnTo>
                    <a:pt x="593359" y="789923"/>
                  </a:lnTo>
                  <a:lnTo>
                    <a:pt x="577820" y="762385"/>
                  </a:lnTo>
                  <a:close/>
                  <a:moveTo>
                    <a:pt x="933719" y="954100"/>
                  </a:moveTo>
                  <a:lnTo>
                    <a:pt x="984544" y="965199"/>
                  </a:lnTo>
                  <a:lnTo>
                    <a:pt x="941750" y="953340"/>
                  </a:lnTo>
                  <a:close/>
                  <a:moveTo>
                    <a:pt x="933719" y="954100"/>
                  </a:moveTo>
                  <a:lnTo>
                    <a:pt x="922442" y="953340"/>
                  </a:lnTo>
                  <a:lnTo>
                    <a:pt x="922491" y="1004877"/>
                  </a:lnTo>
                  <a:close/>
                  <a:moveTo>
                    <a:pt x="478017" y="468794"/>
                  </a:moveTo>
                  <a:lnTo>
                    <a:pt x="442143" y="437975"/>
                  </a:lnTo>
                  <a:lnTo>
                    <a:pt x="454742" y="512939"/>
                  </a:lnTo>
                  <a:close/>
                  <a:moveTo>
                    <a:pt x="454742" y="512939"/>
                  </a:moveTo>
                  <a:lnTo>
                    <a:pt x="442143" y="437975"/>
                  </a:lnTo>
                  <a:lnTo>
                    <a:pt x="403754" y="453666"/>
                  </a:lnTo>
                  <a:close/>
                  <a:moveTo>
                    <a:pt x="478017" y="468794"/>
                  </a:moveTo>
                  <a:lnTo>
                    <a:pt x="478763" y="513605"/>
                  </a:lnTo>
                  <a:lnTo>
                    <a:pt x="500499" y="513072"/>
                  </a:lnTo>
                  <a:close/>
                  <a:moveTo>
                    <a:pt x="478017" y="468794"/>
                  </a:moveTo>
                  <a:lnTo>
                    <a:pt x="500499" y="513072"/>
                  </a:lnTo>
                  <a:lnTo>
                    <a:pt x="528543" y="483024"/>
                  </a:lnTo>
                  <a:close/>
                  <a:moveTo>
                    <a:pt x="501288" y="513605"/>
                  </a:moveTo>
                  <a:lnTo>
                    <a:pt x="560138" y="561376"/>
                  </a:lnTo>
                  <a:lnTo>
                    <a:pt x="578327" y="541048"/>
                  </a:lnTo>
                  <a:close/>
                  <a:moveTo>
                    <a:pt x="546990" y="489511"/>
                  </a:moveTo>
                  <a:lnTo>
                    <a:pt x="501288" y="513605"/>
                  </a:lnTo>
                  <a:lnTo>
                    <a:pt x="578327" y="541048"/>
                  </a:lnTo>
                  <a:close/>
                  <a:moveTo>
                    <a:pt x="972973" y="897426"/>
                  </a:moveTo>
                  <a:lnTo>
                    <a:pt x="941750" y="953340"/>
                  </a:lnTo>
                  <a:lnTo>
                    <a:pt x="952152" y="939114"/>
                  </a:lnTo>
                  <a:close/>
                  <a:moveTo>
                    <a:pt x="578327" y="541048"/>
                  </a:moveTo>
                  <a:lnTo>
                    <a:pt x="599870" y="575027"/>
                  </a:lnTo>
                  <a:lnTo>
                    <a:pt x="619198" y="568490"/>
                  </a:lnTo>
                  <a:close/>
                  <a:moveTo>
                    <a:pt x="528543" y="483024"/>
                  </a:moveTo>
                  <a:lnTo>
                    <a:pt x="546990" y="489511"/>
                  </a:lnTo>
                  <a:lnTo>
                    <a:pt x="546235" y="414271"/>
                  </a:lnTo>
                  <a:close/>
                  <a:moveTo>
                    <a:pt x="546235" y="414271"/>
                  </a:moveTo>
                  <a:lnTo>
                    <a:pt x="546990" y="489511"/>
                  </a:lnTo>
                  <a:lnTo>
                    <a:pt x="585954" y="419487"/>
                  </a:lnTo>
                  <a:close/>
                  <a:moveTo>
                    <a:pt x="585954" y="419487"/>
                  </a:moveTo>
                  <a:lnTo>
                    <a:pt x="546990" y="489511"/>
                  </a:lnTo>
                  <a:lnTo>
                    <a:pt x="600541" y="470370"/>
                  </a:lnTo>
                  <a:close/>
                  <a:moveTo>
                    <a:pt x="585954" y="419487"/>
                  </a:moveTo>
                  <a:lnTo>
                    <a:pt x="546708" y="413881"/>
                  </a:lnTo>
                  <a:lnTo>
                    <a:pt x="546235" y="414271"/>
                  </a:lnTo>
                  <a:close/>
                  <a:moveTo>
                    <a:pt x="600541" y="470370"/>
                  </a:moveTo>
                  <a:lnTo>
                    <a:pt x="646696" y="440525"/>
                  </a:lnTo>
                  <a:lnTo>
                    <a:pt x="613706" y="434907"/>
                  </a:lnTo>
                  <a:close/>
                  <a:moveTo>
                    <a:pt x="600541" y="470370"/>
                  </a:moveTo>
                  <a:lnTo>
                    <a:pt x="613706" y="434907"/>
                  </a:lnTo>
                  <a:lnTo>
                    <a:pt x="585954" y="419487"/>
                  </a:lnTo>
                  <a:close/>
                  <a:moveTo>
                    <a:pt x="528543" y="483024"/>
                  </a:moveTo>
                  <a:lnTo>
                    <a:pt x="546235" y="414271"/>
                  </a:lnTo>
                  <a:lnTo>
                    <a:pt x="478017" y="468794"/>
                  </a:lnTo>
                  <a:close/>
                  <a:moveTo>
                    <a:pt x="523110" y="369853"/>
                  </a:moveTo>
                  <a:lnTo>
                    <a:pt x="546708" y="413881"/>
                  </a:lnTo>
                  <a:lnTo>
                    <a:pt x="585954" y="419487"/>
                  </a:lnTo>
                  <a:close/>
                  <a:moveTo>
                    <a:pt x="523110" y="369853"/>
                  </a:moveTo>
                  <a:lnTo>
                    <a:pt x="585954" y="419487"/>
                  </a:lnTo>
                  <a:lnTo>
                    <a:pt x="559025" y="378637"/>
                  </a:lnTo>
                  <a:close/>
                  <a:moveTo>
                    <a:pt x="1067107" y="796136"/>
                  </a:moveTo>
                  <a:lnTo>
                    <a:pt x="1047001" y="726449"/>
                  </a:lnTo>
                  <a:lnTo>
                    <a:pt x="1025528" y="729214"/>
                  </a:lnTo>
                  <a:close/>
                  <a:moveTo>
                    <a:pt x="1090311" y="651786"/>
                  </a:moveTo>
                  <a:lnTo>
                    <a:pt x="1092009" y="652718"/>
                  </a:lnTo>
                  <a:lnTo>
                    <a:pt x="1147660" y="702355"/>
                  </a:lnTo>
                  <a:close/>
                  <a:moveTo>
                    <a:pt x="973629" y="670682"/>
                  </a:moveTo>
                  <a:lnTo>
                    <a:pt x="1019915" y="671034"/>
                  </a:lnTo>
                  <a:lnTo>
                    <a:pt x="1022077" y="606534"/>
                  </a:lnTo>
                  <a:close/>
                  <a:moveTo>
                    <a:pt x="1019915" y="671034"/>
                  </a:moveTo>
                  <a:lnTo>
                    <a:pt x="1073525" y="602690"/>
                  </a:lnTo>
                  <a:lnTo>
                    <a:pt x="1022077" y="606534"/>
                  </a:lnTo>
                  <a:close/>
                  <a:moveTo>
                    <a:pt x="1511841" y="224478"/>
                  </a:moveTo>
                  <a:lnTo>
                    <a:pt x="1510782" y="226082"/>
                  </a:lnTo>
                  <a:lnTo>
                    <a:pt x="1548463" y="231478"/>
                  </a:lnTo>
                  <a:close/>
                  <a:moveTo>
                    <a:pt x="1508449" y="217360"/>
                  </a:moveTo>
                  <a:lnTo>
                    <a:pt x="1511841" y="224478"/>
                  </a:lnTo>
                  <a:lnTo>
                    <a:pt x="1494274" y="174807"/>
                  </a:lnTo>
                  <a:close/>
                  <a:moveTo>
                    <a:pt x="1494274" y="174807"/>
                  </a:moveTo>
                  <a:lnTo>
                    <a:pt x="1511841" y="224478"/>
                  </a:lnTo>
                  <a:lnTo>
                    <a:pt x="1548463" y="231478"/>
                  </a:lnTo>
                  <a:close/>
                  <a:moveTo>
                    <a:pt x="1494274" y="174807"/>
                  </a:moveTo>
                  <a:lnTo>
                    <a:pt x="1548463" y="231478"/>
                  </a:lnTo>
                  <a:lnTo>
                    <a:pt x="1536046" y="178829"/>
                  </a:lnTo>
                  <a:close/>
                  <a:moveTo>
                    <a:pt x="1483061" y="172942"/>
                  </a:moveTo>
                  <a:lnTo>
                    <a:pt x="1494274" y="174807"/>
                  </a:lnTo>
                  <a:lnTo>
                    <a:pt x="1493579" y="161764"/>
                  </a:lnTo>
                  <a:close/>
                  <a:moveTo>
                    <a:pt x="1508449" y="217360"/>
                  </a:moveTo>
                  <a:lnTo>
                    <a:pt x="1494274" y="174807"/>
                  </a:lnTo>
                  <a:lnTo>
                    <a:pt x="1483061" y="172942"/>
                  </a:lnTo>
                  <a:close/>
                  <a:moveTo>
                    <a:pt x="1450336" y="109803"/>
                  </a:moveTo>
                  <a:lnTo>
                    <a:pt x="1490128" y="52692"/>
                  </a:lnTo>
                  <a:lnTo>
                    <a:pt x="1448216" y="48784"/>
                  </a:lnTo>
                  <a:close/>
                  <a:moveTo>
                    <a:pt x="1448216" y="48784"/>
                  </a:moveTo>
                  <a:lnTo>
                    <a:pt x="1490128" y="52692"/>
                  </a:lnTo>
                  <a:lnTo>
                    <a:pt x="1477765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9" name="Output_density__4318">
              <a:extLst>
                <a:ext uri="{FF2B5EF4-FFF2-40B4-BE49-F238E27FC236}">
                  <a16:creationId xmlns:a16="http://schemas.microsoft.com/office/drawing/2014/main" id="{108F661A-3AD0-DB7B-07C7-4674E6E7738F}"/>
                </a:ext>
              </a:extLst>
            </p:cNvPr>
            <p:cNvSpPr>
              <a:spLocks noGrp="1"/>
            </p:cNvSpPr>
            <p:nvPr/>
          </p:nvSpPr>
          <p:spPr>
            <a:xfrm>
              <a:off x="14841664" y="2667920"/>
              <a:ext cx="1519604" cy="809959"/>
            </a:xfrm>
            <a:custGeom>
              <a:avLst/>
              <a:gdLst/>
              <a:ahLst/>
              <a:cxnLst/>
              <a:rect l="0" t="0" r="0" b="0"/>
              <a:pathLst>
                <a:path w="1519604" h="809959">
                  <a:moveTo>
                    <a:pt x="128463" y="711944"/>
                  </a:moveTo>
                  <a:lnTo>
                    <a:pt x="184046" y="767481"/>
                  </a:lnTo>
                  <a:lnTo>
                    <a:pt x="163577" y="748376"/>
                  </a:lnTo>
                  <a:close/>
                  <a:moveTo>
                    <a:pt x="163577" y="748376"/>
                  </a:moveTo>
                  <a:lnTo>
                    <a:pt x="184046" y="767481"/>
                  </a:lnTo>
                  <a:lnTo>
                    <a:pt x="218483" y="789269"/>
                  </a:lnTo>
                  <a:close/>
                  <a:moveTo>
                    <a:pt x="267713" y="798657"/>
                  </a:moveTo>
                  <a:lnTo>
                    <a:pt x="268324" y="775819"/>
                  </a:lnTo>
                  <a:lnTo>
                    <a:pt x="246173" y="757899"/>
                  </a:lnTo>
                  <a:close/>
                  <a:moveTo>
                    <a:pt x="267713" y="798657"/>
                  </a:moveTo>
                  <a:lnTo>
                    <a:pt x="246173" y="757899"/>
                  </a:lnTo>
                  <a:lnTo>
                    <a:pt x="218483" y="789269"/>
                  </a:lnTo>
                  <a:close/>
                  <a:moveTo>
                    <a:pt x="53227" y="520758"/>
                  </a:moveTo>
                  <a:lnTo>
                    <a:pt x="0" y="489446"/>
                  </a:lnTo>
                  <a:lnTo>
                    <a:pt x="2487" y="490693"/>
                  </a:lnTo>
                  <a:close/>
                  <a:moveTo>
                    <a:pt x="40652" y="513520"/>
                  </a:moveTo>
                  <a:lnTo>
                    <a:pt x="0" y="489446"/>
                  </a:lnTo>
                  <a:lnTo>
                    <a:pt x="53227" y="520758"/>
                  </a:lnTo>
                  <a:close/>
                  <a:moveTo>
                    <a:pt x="268324" y="775819"/>
                  </a:moveTo>
                  <a:lnTo>
                    <a:pt x="270497" y="797923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25141" y="753498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70199" y="737358"/>
                  </a:lnTo>
                  <a:lnTo>
                    <a:pt x="327103" y="750906"/>
                  </a:lnTo>
                  <a:close/>
                  <a:moveTo>
                    <a:pt x="370199" y="737358"/>
                  </a:moveTo>
                  <a:lnTo>
                    <a:pt x="413967" y="726320"/>
                  </a:lnTo>
                  <a:lnTo>
                    <a:pt x="446047" y="711365"/>
                  </a:lnTo>
                  <a:close/>
                  <a:moveTo>
                    <a:pt x="577563" y="727631"/>
                  </a:moveTo>
                  <a:lnTo>
                    <a:pt x="564583" y="670296"/>
                  </a:lnTo>
                  <a:lnTo>
                    <a:pt x="562586" y="712388"/>
                  </a:lnTo>
                  <a:close/>
                  <a:moveTo>
                    <a:pt x="513841" y="651292"/>
                  </a:moveTo>
                  <a:lnTo>
                    <a:pt x="552126" y="595406"/>
                  </a:lnTo>
                  <a:lnTo>
                    <a:pt x="521664" y="582189"/>
                  </a:lnTo>
                  <a:close/>
                  <a:moveTo>
                    <a:pt x="552126" y="595406"/>
                  </a:moveTo>
                  <a:lnTo>
                    <a:pt x="567852" y="645364"/>
                  </a:lnTo>
                  <a:lnTo>
                    <a:pt x="589034" y="652000"/>
                  </a:lnTo>
                  <a:close/>
                  <a:moveTo>
                    <a:pt x="552126" y="595406"/>
                  </a:moveTo>
                  <a:lnTo>
                    <a:pt x="565459" y="538673"/>
                  </a:lnTo>
                  <a:lnTo>
                    <a:pt x="524829" y="561442"/>
                  </a:lnTo>
                  <a:close/>
                  <a:moveTo>
                    <a:pt x="497247" y="473297"/>
                  </a:moveTo>
                  <a:lnTo>
                    <a:pt x="493877" y="479294"/>
                  </a:lnTo>
                  <a:lnTo>
                    <a:pt x="499382" y="466300"/>
                  </a:lnTo>
                  <a:close/>
                  <a:moveTo>
                    <a:pt x="502801" y="479083"/>
                  </a:moveTo>
                  <a:lnTo>
                    <a:pt x="493877" y="479294"/>
                  </a:lnTo>
                  <a:lnTo>
                    <a:pt x="497247" y="473297"/>
                  </a:lnTo>
                  <a:close/>
                  <a:moveTo>
                    <a:pt x="785175" y="770860"/>
                  </a:moveTo>
                  <a:lnTo>
                    <a:pt x="850414" y="809959"/>
                  </a:lnTo>
                  <a:lnTo>
                    <a:pt x="809048" y="790482"/>
                  </a:lnTo>
                  <a:close/>
                  <a:moveTo>
                    <a:pt x="499382" y="466300"/>
                  </a:moveTo>
                  <a:lnTo>
                    <a:pt x="500435" y="411219"/>
                  </a:lnTo>
                  <a:lnTo>
                    <a:pt x="497247" y="473297"/>
                  </a:lnTo>
                  <a:close/>
                  <a:moveTo>
                    <a:pt x="482844" y="294593"/>
                  </a:moveTo>
                  <a:lnTo>
                    <a:pt x="454177" y="337061"/>
                  </a:lnTo>
                  <a:lnTo>
                    <a:pt x="483410" y="299574"/>
                  </a:lnTo>
                  <a:close/>
                  <a:moveTo>
                    <a:pt x="483410" y="299574"/>
                  </a:moveTo>
                  <a:lnTo>
                    <a:pt x="454177" y="337061"/>
                  </a:lnTo>
                  <a:lnTo>
                    <a:pt x="452114" y="349778"/>
                  </a:lnTo>
                  <a:close/>
                  <a:moveTo>
                    <a:pt x="905345" y="749128"/>
                  </a:moveTo>
                  <a:lnTo>
                    <a:pt x="908340" y="758422"/>
                  </a:lnTo>
                  <a:lnTo>
                    <a:pt x="908831" y="683551"/>
                  </a:lnTo>
                  <a:close/>
                  <a:moveTo>
                    <a:pt x="905345" y="749128"/>
                  </a:moveTo>
                  <a:lnTo>
                    <a:pt x="908831" y="683551"/>
                  </a:lnTo>
                  <a:lnTo>
                    <a:pt x="897604" y="734328"/>
                  </a:lnTo>
                  <a:close/>
                  <a:moveTo>
                    <a:pt x="455564" y="284231"/>
                  </a:moveTo>
                  <a:lnTo>
                    <a:pt x="454177" y="337061"/>
                  </a:lnTo>
                  <a:lnTo>
                    <a:pt x="482844" y="294593"/>
                  </a:lnTo>
                  <a:close/>
                  <a:moveTo>
                    <a:pt x="897554" y="682791"/>
                  </a:moveTo>
                  <a:lnTo>
                    <a:pt x="858304" y="665067"/>
                  </a:lnTo>
                  <a:lnTo>
                    <a:pt x="927264" y="668565"/>
                  </a:lnTo>
                  <a:close/>
                  <a:moveTo>
                    <a:pt x="940167" y="661560"/>
                  </a:moveTo>
                  <a:lnTo>
                    <a:pt x="927264" y="668565"/>
                  </a:lnTo>
                  <a:lnTo>
                    <a:pt x="959656" y="694650"/>
                  </a:lnTo>
                  <a:close/>
                  <a:moveTo>
                    <a:pt x="609063" y="322036"/>
                  </a:moveTo>
                  <a:lnTo>
                    <a:pt x="628066" y="328276"/>
                  </a:lnTo>
                  <a:lnTo>
                    <a:pt x="593954" y="310430"/>
                  </a:lnTo>
                  <a:close/>
                  <a:moveTo>
                    <a:pt x="1042219" y="525587"/>
                  </a:moveTo>
                  <a:lnTo>
                    <a:pt x="1054752" y="583067"/>
                  </a:lnTo>
                  <a:lnTo>
                    <a:pt x="1050398" y="531531"/>
                  </a:lnTo>
                  <a:close/>
                  <a:moveTo>
                    <a:pt x="1050398" y="531531"/>
                  </a:moveTo>
                  <a:lnTo>
                    <a:pt x="1055401" y="473247"/>
                  </a:lnTo>
                  <a:lnTo>
                    <a:pt x="1042219" y="525587"/>
                  </a:lnTo>
                  <a:close/>
                  <a:moveTo>
                    <a:pt x="1055401" y="473247"/>
                  </a:moveTo>
                  <a:lnTo>
                    <a:pt x="1022113" y="455900"/>
                  </a:lnTo>
                  <a:lnTo>
                    <a:pt x="1042219" y="525587"/>
                  </a:lnTo>
                  <a:close/>
                  <a:moveTo>
                    <a:pt x="1065423" y="381237"/>
                  </a:moveTo>
                  <a:lnTo>
                    <a:pt x="1095954" y="450194"/>
                  </a:lnTo>
                  <a:lnTo>
                    <a:pt x="1093674" y="396252"/>
                  </a:lnTo>
                  <a:close/>
                  <a:moveTo>
                    <a:pt x="1287198" y="6469"/>
                  </a:moveTo>
                  <a:lnTo>
                    <a:pt x="1257383" y="29897"/>
                  </a:lnTo>
                  <a:lnTo>
                    <a:pt x="1277991" y="2117"/>
                  </a:lnTo>
                  <a:close/>
                  <a:moveTo>
                    <a:pt x="1257383" y="29897"/>
                  </a:moveTo>
                  <a:lnTo>
                    <a:pt x="1253099" y="26211"/>
                  </a:lnTo>
                  <a:lnTo>
                    <a:pt x="1277991" y="2117"/>
                  </a:lnTo>
                  <a:close/>
                  <a:moveTo>
                    <a:pt x="1287198" y="6469"/>
                  </a:moveTo>
                  <a:lnTo>
                    <a:pt x="1305183" y="33937"/>
                  </a:lnTo>
                  <a:lnTo>
                    <a:pt x="1257383" y="29897"/>
                  </a:lnTo>
                  <a:close/>
                  <a:moveTo>
                    <a:pt x="1277991" y="2117"/>
                  </a:moveTo>
                  <a:lnTo>
                    <a:pt x="1253099" y="26211"/>
                  </a:lnTo>
                  <a:lnTo>
                    <a:pt x="1285468" y="0"/>
                  </a:lnTo>
                  <a:close/>
                  <a:moveTo>
                    <a:pt x="1475654" y="150134"/>
                  </a:moveTo>
                  <a:lnTo>
                    <a:pt x="1484292" y="84443"/>
                  </a:lnTo>
                  <a:lnTo>
                    <a:pt x="1447540" y="121710"/>
                  </a:lnTo>
                  <a:close/>
                  <a:moveTo>
                    <a:pt x="1484971" y="79817"/>
                  </a:moveTo>
                  <a:lnTo>
                    <a:pt x="1484292" y="84443"/>
                  </a:lnTo>
                  <a:lnTo>
                    <a:pt x="1486633" y="81096"/>
                  </a:lnTo>
                  <a:close/>
                  <a:moveTo>
                    <a:pt x="1484971" y="79817"/>
                  </a:moveTo>
                  <a:lnTo>
                    <a:pt x="1486633" y="81096"/>
                  </a:lnTo>
                  <a:lnTo>
                    <a:pt x="1519604" y="26900"/>
                  </a:lnTo>
                  <a:close/>
                  <a:moveTo>
                    <a:pt x="1491918" y="11426"/>
                  </a:moveTo>
                  <a:lnTo>
                    <a:pt x="1484971" y="79817"/>
                  </a:lnTo>
                  <a:lnTo>
                    <a:pt x="1519604" y="2690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0" name="Output_density__4319">
              <a:extLst>
                <a:ext uri="{FF2B5EF4-FFF2-40B4-BE49-F238E27FC236}">
                  <a16:creationId xmlns:a16="http://schemas.microsoft.com/office/drawing/2014/main" id="{0FEE8F4E-294B-AB23-0514-0817FB45C01E}"/>
                </a:ext>
              </a:extLst>
            </p:cNvPr>
            <p:cNvSpPr>
              <a:spLocks noGrp="1"/>
            </p:cNvSpPr>
            <p:nvPr/>
          </p:nvSpPr>
          <p:spPr>
            <a:xfrm>
              <a:off x="14837706" y="2450063"/>
              <a:ext cx="1527532" cy="995088"/>
            </a:xfrm>
            <a:custGeom>
              <a:avLst/>
              <a:gdLst/>
              <a:ahLst/>
              <a:cxnLst/>
              <a:rect l="0" t="0" r="0" b="0"/>
              <a:pathLst>
                <a:path w="1527532" h="995088">
                  <a:moveTo>
                    <a:pt x="129464" y="914696"/>
                  </a:moveTo>
                  <a:lnTo>
                    <a:pt x="112250" y="904721"/>
                  </a:lnTo>
                  <a:lnTo>
                    <a:pt x="132421" y="929800"/>
                  </a:lnTo>
                  <a:close/>
                  <a:moveTo>
                    <a:pt x="0" y="699489"/>
                  </a:moveTo>
                  <a:lnTo>
                    <a:pt x="6444" y="708550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0" y="699489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3957" y="707303"/>
                  </a:lnTo>
                  <a:lnTo>
                    <a:pt x="44610" y="731376"/>
                  </a:lnTo>
                  <a:close/>
                  <a:moveTo>
                    <a:pt x="485990" y="945488"/>
                  </a:moveTo>
                  <a:lnTo>
                    <a:pt x="478260" y="995088"/>
                  </a:lnTo>
                  <a:lnTo>
                    <a:pt x="504364" y="957783"/>
                  </a:lnTo>
                  <a:close/>
                  <a:moveTo>
                    <a:pt x="447843" y="969581"/>
                  </a:moveTo>
                  <a:lnTo>
                    <a:pt x="485990" y="945488"/>
                  </a:lnTo>
                  <a:lnTo>
                    <a:pt x="417924" y="944177"/>
                  </a:lnTo>
                  <a:close/>
                  <a:moveTo>
                    <a:pt x="485990" y="945488"/>
                  </a:moveTo>
                  <a:lnTo>
                    <a:pt x="450005" y="929222"/>
                  </a:lnTo>
                  <a:lnTo>
                    <a:pt x="417924" y="944177"/>
                  </a:lnTo>
                  <a:close/>
                  <a:moveTo>
                    <a:pt x="504364" y="957783"/>
                  </a:moveTo>
                  <a:lnTo>
                    <a:pt x="478260" y="995088"/>
                  </a:lnTo>
                  <a:lnTo>
                    <a:pt x="553957" y="968527"/>
                  </a:lnTo>
                  <a:close/>
                  <a:moveTo>
                    <a:pt x="173847" y="645150"/>
                  </a:moveTo>
                  <a:lnTo>
                    <a:pt x="143643" y="606962"/>
                  </a:lnTo>
                  <a:lnTo>
                    <a:pt x="142200" y="636268"/>
                  </a:lnTo>
                  <a:close/>
                  <a:moveTo>
                    <a:pt x="485990" y="945488"/>
                  </a:moveTo>
                  <a:lnTo>
                    <a:pt x="504364" y="957783"/>
                  </a:lnTo>
                  <a:lnTo>
                    <a:pt x="510869" y="937525"/>
                  </a:lnTo>
                  <a:close/>
                  <a:moveTo>
                    <a:pt x="450005" y="929222"/>
                  </a:moveTo>
                  <a:lnTo>
                    <a:pt x="485990" y="945488"/>
                  </a:lnTo>
                  <a:lnTo>
                    <a:pt x="511370" y="869857"/>
                  </a:lnTo>
                  <a:close/>
                  <a:moveTo>
                    <a:pt x="566543" y="930245"/>
                  </a:moveTo>
                  <a:lnTo>
                    <a:pt x="504364" y="957783"/>
                  </a:lnTo>
                  <a:lnTo>
                    <a:pt x="553957" y="968527"/>
                  </a:lnTo>
                  <a:close/>
                  <a:moveTo>
                    <a:pt x="566543" y="930245"/>
                  </a:moveTo>
                  <a:lnTo>
                    <a:pt x="510869" y="937525"/>
                  </a:lnTo>
                  <a:lnTo>
                    <a:pt x="504364" y="957783"/>
                  </a:lnTo>
                  <a:close/>
                  <a:moveTo>
                    <a:pt x="510869" y="937525"/>
                  </a:moveTo>
                  <a:lnTo>
                    <a:pt x="566543" y="930245"/>
                  </a:lnTo>
                  <a:lnTo>
                    <a:pt x="517414" y="871678"/>
                  </a:lnTo>
                  <a:close/>
                  <a:moveTo>
                    <a:pt x="566543" y="930245"/>
                  </a:moveTo>
                  <a:lnTo>
                    <a:pt x="568540" y="888153"/>
                  </a:lnTo>
                  <a:lnTo>
                    <a:pt x="517414" y="871678"/>
                  </a:lnTo>
                  <a:close/>
                  <a:moveTo>
                    <a:pt x="517798" y="869149"/>
                  </a:moveTo>
                  <a:lnTo>
                    <a:pt x="571810" y="863221"/>
                  </a:lnTo>
                  <a:lnTo>
                    <a:pt x="556083" y="813263"/>
                  </a:lnTo>
                  <a:close/>
                  <a:moveTo>
                    <a:pt x="571810" y="863221"/>
                  </a:moveTo>
                  <a:lnTo>
                    <a:pt x="568540" y="888153"/>
                  </a:lnTo>
                  <a:lnTo>
                    <a:pt x="592991" y="869857"/>
                  </a:lnTo>
                  <a:close/>
                  <a:moveTo>
                    <a:pt x="569417" y="756530"/>
                  </a:moveTo>
                  <a:lnTo>
                    <a:pt x="607594" y="746626"/>
                  </a:lnTo>
                  <a:lnTo>
                    <a:pt x="586595" y="742690"/>
                  </a:lnTo>
                  <a:close/>
                  <a:moveTo>
                    <a:pt x="497834" y="697151"/>
                  </a:moveTo>
                  <a:lnTo>
                    <a:pt x="506759" y="696940"/>
                  </a:lnTo>
                  <a:lnTo>
                    <a:pt x="556889" y="709693"/>
                  </a:lnTo>
                  <a:close/>
                  <a:moveTo>
                    <a:pt x="572429" y="737232"/>
                  </a:moveTo>
                  <a:lnTo>
                    <a:pt x="528787" y="779298"/>
                  </a:lnTo>
                  <a:lnTo>
                    <a:pt x="569417" y="756530"/>
                  </a:lnTo>
                  <a:close/>
                  <a:moveTo>
                    <a:pt x="572429" y="737232"/>
                  </a:moveTo>
                  <a:lnTo>
                    <a:pt x="532845" y="731430"/>
                  </a:lnTo>
                  <a:lnTo>
                    <a:pt x="528787" y="779298"/>
                  </a:lnTo>
                  <a:close/>
                  <a:moveTo>
                    <a:pt x="532845" y="731430"/>
                  </a:moveTo>
                  <a:lnTo>
                    <a:pt x="556889" y="709693"/>
                  </a:lnTo>
                  <a:lnTo>
                    <a:pt x="506759" y="696940"/>
                  </a:lnTo>
                  <a:close/>
                  <a:moveTo>
                    <a:pt x="572429" y="737232"/>
                  </a:moveTo>
                  <a:lnTo>
                    <a:pt x="569417" y="756530"/>
                  </a:lnTo>
                  <a:lnTo>
                    <a:pt x="586595" y="742690"/>
                  </a:lnTo>
                  <a:close/>
                  <a:moveTo>
                    <a:pt x="572429" y="737232"/>
                  </a:moveTo>
                  <a:lnTo>
                    <a:pt x="586595" y="742690"/>
                  </a:lnTo>
                  <a:lnTo>
                    <a:pt x="556889" y="709693"/>
                  </a:lnTo>
                  <a:close/>
                  <a:moveTo>
                    <a:pt x="785105" y="976279"/>
                  </a:moveTo>
                  <a:lnTo>
                    <a:pt x="787390" y="927390"/>
                  </a:lnTo>
                  <a:lnTo>
                    <a:pt x="789132" y="988717"/>
                  </a:lnTo>
                  <a:close/>
                  <a:moveTo>
                    <a:pt x="730530" y="821669"/>
                  </a:moveTo>
                  <a:lnTo>
                    <a:pt x="772997" y="858755"/>
                  </a:lnTo>
                  <a:lnTo>
                    <a:pt x="765445" y="849112"/>
                  </a:lnTo>
                  <a:close/>
                  <a:moveTo>
                    <a:pt x="578940" y="522335"/>
                  </a:moveTo>
                  <a:lnTo>
                    <a:pt x="545496" y="508156"/>
                  </a:lnTo>
                  <a:lnTo>
                    <a:pt x="613021" y="539893"/>
                  </a:lnTo>
                  <a:close/>
                  <a:moveTo>
                    <a:pt x="433811" y="460247"/>
                  </a:moveTo>
                  <a:lnTo>
                    <a:pt x="486802" y="512450"/>
                  </a:lnTo>
                  <a:lnTo>
                    <a:pt x="457832" y="460913"/>
                  </a:lnTo>
                  <a:close/>
                  <a:moveTo>
                    <a:pt x="433811" y="460247"/>
                  </a:moveTo>
                  <a:lnTo>
                    <a:pt x="459522" y="502087"/>
                  </a:lnTo>
                  <a:lnTo>
                    <a:pt x="486802" y="512450"/>
                  </a:lnTo>
                  <a:close/>
                  <a:moveTo>
                    <a:pt x="433811" y="460247"/>
                  </a:moveTo>
                  <a:lnTo>
                    <a:pt x="382823" y="400974"/>
                  </a:lnTo>
                  <a:lnTo>
                    <a:pt x="394801" y="453979"/>
                  </a:lnTo>
                  <a:close/>
                  <a:moveTo>
                    <a:pt x="433811" y="460247"/>
                  </a:moveTo>
                  <a:lnTo>
                    <a:pt x="457832" y="460913"/>
                  </a:lnTo>
                  <a:lnTo>
                    <a:pt x="457087" y="416102"/>
                  </a:lnTo>
                  <a:close/>
                  <a:moveTo>
                    <a:pt x="480358" y="460913"/>
                  </a:moveTo>
                  <a:lnTo>
                    <a:pt x="526059" y="436819"/>
                  </a:lnTo>
                  <a:lnTo>
                    <a:pt x="479569" y="460380"/>
                  </a:lnTo>
                  <a:close/>
                  <a:moveTo>
                    <a:pt x="526059" y="436819"/>
                  </a:moveTo>
                  <a:lnTo>
                    <a:pt x="507612" y="430332"/>
                  </a:lnTo>
                  <a:lnTo>
                    <a:pt x="479569" y="460380"/>
                  </a:lnTo>
                  <a:close/>
                  <a:moveTo>
                    <a:pt x="901512" y="900648"/>
                  </a:moveTo>
                  <a:lnTo>
                    <a:pt x="931222" y="886422"/>
                  </a:lnTo>
                  <a:lnTo>
                    <a:pt x="944124" y="879417"/>
                  </a:lnTo>
                  <a:close/>
                  <a:moveTo>
                    <a:pt x="963614" y="912507"/>
                  </a:moveTo>
                  <a:lnTo>
                    <a:pt x="931222" y="886422"/>
                  </a:lnTo>
                  <a:lnTo>
                    <a:pt x="920820" y="900648"/>
                  </a:lnTo>
                  <a:close/>
                  <a:moveTo>
                    <a:pt x="952043" y="844734"/>
                  </a:moveTo>
                  <a:lnTo>
                    <a:pt x="931222" y="886422"/>
                  </a:lnTo>
                  <a:lnTo>
                    <a:pt x="913064" y="838441"/>
                  </a:lnTo>
                  <a:close/>
                  <a:moveTo>
                    <a:pt x="578940" y="522335"/>
                  </a:moveTo>
                  <a:lnTo>
                    <a:pt x="613021" y="539893"/>
                  </a:lnTo>
                  <a:lnTo>
                    <a:pt x="597911" y="528286"/>
                  </a:lnTo>
                  <a:close/>
                  <a:moveTo>
                    <a:pt x="1029329" y="725294"/>
                  </a:moveTo>
                  <a:lnTo>
                    <a:pt x="1025683" y="739875"/>
                  </a:lnTo>
                  <a:lnTo>
                    <a:pt x="1046177" y="743444"/>
                  </a:lnTo>
                  <a:close/>
                  <a:moveTo>
                    <a:pt x="1046177" y="743444"/>
                  </a:moveTo>
                  <a:lnTo>
                    <a:pt x="1025683" y="739875"/>
                  </a:lnTo>
                  <a:lnTo>
                    <a:pt x="1022091" y="787786"/>
                  </a:lnTo>
                  <a:close/>
                  <a:moveTo>
                    <a:pt x="1016604" y="705930"/>
                  </a:moveTo>
                  <a:lnTo>
                    <a:pt x="1029329" y="725294"/>
                  </a:lnTo>
                  <a:lnTo>
                    <a:pt x="1046177" y="743444"/>
                  </a:lnTo>
                  <a:close/>
                  <a:moveTo>
                    <a:pt x="1069381" y="599094"/>
                  </a:moveTo>
                  <a:lnTo>
                    <a:pt x="1078404" y="566997"/>
                  </a:lnTo>
                  <a:lnTo>
                    <a:pt x="1052594" y="549998"/>
                  </a:lnTo>
                  <a:close/>
                  <a:moveTo>
                    <a:pt x="1001146" y="553843"/>
                  </a:moveTo>
                  <a:lnTo>
                    <a:pt x="1052594" y="549998"/>
                  </a:lnTo>
                  <a:lnTo>
                    <a:pt x="1006558" y="533469"/>
                  </a:lnTo>
                  <a:close/>
                  <a:moveTo>
                    <a:pt x="1052594" y="549998"/>
                  </a:moveTo>
                  <a:lnTo>
                    <a:pt x="1053609" y="534708"/>
                  </a:lnTo>
                  <a:lnTo>
                    <a:pt x="1006558" y="533469"/>
                  </a:lnTo>
                  <a:close/>
                  <a:moveTo>
                    <a:pt x="1053609" y="534708"/>
                  </a:moveTo>
                  <a:lnTo>
                    <a:pt x="1036498" y="510511"/>
                  </a:lnTo>
                  <a:lnTo>
                    <a:pt x="1006558" y="533469"/>
                  </a:lnTo>
                  <a:close/>
                  <a:moveTo>
                    <a:pt x="1527532" y="178786"/>
                  </a:moveTo>
                  <a:lnTo>
                    <a:pt x="1489852" y="173390"/>
                  </a:lnTo>
                  <a:lnTo>
                    <a:pt x="1495876" y="229283"/>
                  </a:lnTo>
                  <a:close/>
                  <a:moveTo>
                    <a:pt x="1527532" y="178786"/>
                  </a:moveTo>
                  <a:lnTo>
                    <a:pt x="1495876" y="229283"/>
                  </a:lnTo>
                  <a:lnTo>
                    <a:pt x="1523562" y="244757"/>
                  </a:lnTo>
                  <a:close/>
                  <a:moveTo>
                    <a:pt x="1433529" y="116502"/>
                  </a:moveTo>
                  <a:lnTo>
                    <a:pt x="1487519" y="164669"/>
                  </a:lnTo>
                  <a:lnTo>
                    <a:pt x="1462130" y="120250"/>
                  </a:lnTo>
                  <a:close/>
                  <a:moveTo>
                    <a:pt x="1489707" y="171555"/>
                  </a:moveTo>
                  <a:lnTo>
                    <a:pt x="1487519" y="164669"/>
                  </a:lnTo>
                  <a:lnTo>
                    <a:pt x="1433529" y="116502"/>
                  </a:lnTo>
                  <a:close/>
                  <a:moveTo>
                    <a:pt x="1489707" y="171555"/>
                  </a:moveTo>
                  <a:lnTo>
                    <a:pt x="1489852" y="173390"/>
                  </a:lnTo>
                  <a:lnTo>
                    <a:pt x="1490911" y="171786"/>
                  </a:lnTo>
                  <a:close/>
                  <a:moveTo>
                    <a:pt x="1489707" y="171555"/>
                  </a:moveTo>
                  <a:lnTo>
                    <a:pt x="1490911" y="171786"/>
                  </a:lnTo>
                  <a:lnTo>
                    <a:pt x="1487519" y="164669"/>
                  </a:lnTo>
                  <a:close/>
                  <a:moveTo>
                    <a:pt x="1469272" y="62682"/>
                  </a:moveTo>
                  <a:lnTo>
                    <a:pt x="1462130" y="120250"/>
                  </a:lnTo>
                  <a:lnTo>
                    <a:pt x="1472649" y="109072"/>
                  </a:lnTo>
                  <a:close/>
                  <a:moveTo>
                    <a:pt x="1433529" y="116502"/>
                  </a:moveTo>
                  <a:lnTo>
                    <a:pt x="1462130" y="120250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33529" y="116502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69272" y="62682"/>
                  </a:lnTo>
                  <a:lnTo>
                    <a:pt x="1469197" y="0"/>
                  </a:lnTo>
                  <a:close/>
                  <a:moveTo>
                    <a:pt x="1469272" y="62682"/>
                  </a:moveTo>
                  <a:lnTo>
                    <a:pt x="1472649" y="109072"/>
                  </a:lnTo>
                  <a:lnTo>
                    <a:pt x="1492174" y="68713"/>
                  </a:lnTo>
                  <a:close/>
                  <a:moveTo>
                    <a:pt x="1469197" y="0"/>
                  </a:moveTo>
                  <a:lnTo>
                    <a:pt x="1469272" y="62682"/>
                  </a:lnTo>
                  <a:lnTo>
                    <a:pt x="1507580" y="677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1" name="Output_density__4320">
              <a:extLst>
                <a:ext uri="{FF2B5EF4-FFF2-40B4-BE49-F238E27FC236}">
                  <a16:creationId xmlns:a16="http://schemas.microsoft.com/office/drawing/2014/main" id="{67872539-7635-33E0-3217-3318DAD1B428}"/>
                </a:ext>
              </a:extLst>
            </p:cNvPr>
            <p:cNvSpPr>
              <a:spLocks noGrp="1"/>
            </p:cNvSpPr>
            <p:nvPr/>
          </p:nvSpPr>
          <p:spPr>
            <a:xfrm>
              <a:off x="14814804" y="2396626"/>
              <a:ext cx="1479737" cy="1019670"/>
            </a:xfrm>
            <a:custGeom>
              <a:avLst/>
              <a:gdLst/>
              <a:ahLst/>
              <a:cxnLst/>
              <a:rect l="0" t="0" r="0" b="0"/>
              <a:pathLst>
                <a:path w="1479737" h="1019670">
                  <a:moveTo>
                    <a:pt x="197362" y="949060"/>
                  </a:moveTo>
                  <a:lnTo>
                    <a:pt x="186273" y="1014390"/>
                  </a:lnTo>
                  <a:lnTo>
                    <a:pt x="215518" y="944040"/>
                  </a:lnTo>
                  <a:close/>
                  <a:moveTo>
                    <a:pt x="215518" y="944040"/>
                  </a:moveTo>
                  <a:lnTo>
                    <a:pt x="190436" y="1019670"/>
                  </a:lnTo>
                  <a:lnTo>
                    <a:pt x="246549" y="995577"/>
                  </a:lnTo>
                  <a:close/>
                  <a:moveTo>
                    <a:pt x="152366" y="968134"/>
                  </a:moveTo>
                  <a:lnTo>
                    <a:pt x="197362" y="949060"/>
                  </a:lnTo>
                  <a:lnTo>
                    <a:pt x="149615" y="892503"/>
                  </a:lnTo>
                  <a:close/>
                  <a:moveTo>
                    <a:pt x="128900" y="916597"/>
                  </a:moveTo>
                  <a:lnTo>
                    <a:pt x="152366" y="968134"/>
                  </a:lnTo>
                  <a:lnTo>
                    <a:pt x="149615" y="892503"/>
                  </a:lnTo>
                  <a:close/>
                  <a:moveTo>
                    <a:pt x="181284" y="860837"/>
                  </a:moveTo>
                  <a:lnTo>
                    <a:pt x="149107" y="875433"/>
                  </a:lnTo>
                  <a:lnTo>
                    <a:pt x="128900" y="916597"/>
                  </a:lnTo>
                  <a:close/>
                  <a:moveTo>
                    <a:pt x="19663" y="605916"/>
                  </a:moveTo>
                  <a:lnTo>
                    <a:pt x="0" y="657091"/>
                  </a:lnTo>
                  <a:lnTo>
                    <a:pt x="9133" y="634820"/>
                  </a:lnTo>
                  <a:close/>
                  <a:moveTo>
                    <a:pt x="270286" y="927757"/>
                  </a:moveTo>
                  <a:lnTo>
                    <a:pt x="289778" y="919946"/>
                  </a:lnTo>
                  <a:lnTo>
                    <a:pt x="319060" y="891705"/>
                  </a:lnTo>
                  <a:close/>
                  <a:moveTo>
                    <a:pt x="5677" y="686357"/>
                  </a:moveTo>
                  <a:lnTo>
                    <a:pt x="27104" y="610727"/>
                  </a:lnTo>
                  <a:lnTo>
                    <a:pt x="9133" y="634820"/>
                  </a:lnTo>
                  <a:close/>
                  <a:moveTo>
                    <a:pt x="45810" y="568776"/>
                  </a:moveTo>
                  <a:lnTo>
                    <a:pt x="9133" y="634820"/>
                  </a:lnTo>
                  <a:lnTo>
                    <a:pt x="27104" y="610727"/>
                  </a:lnTo>
                  <a:close/>
                  <a:moveTo>
                    <a:pt x="45810" y="568776"/>
                  </a:moveTo>
                  <a:lnTo>
                    <a:pt x="19663" y="605916"/>
                  </a:lnTo>
                  <a:lnTo>
                    <a:pt x="9133" y="634820"/>
                  </a:lnTo>
                  <a:close/>
                  <a:moveTo>
                    <a:pt x="19663" y="605916"/>
                  </a:moveTo>
                  <a:lnTo>
                    <a:pt x="45810" y="568776"/>
                  </a:lnTo>
                  <a:lnTo>
                    <a:pt x="35900" y="583284"/>
                  </a:lnTo>
                  <a:close/>
                  <a:moveTo>
                    <a:pt x="45810" y="568776"/>
                  </a:moveTo>
                  <a:lnTo>
                    <a:pt x="64882" y="559190"/>
                  </a:lnTo>
                  <a:lnTo>
                    <a:pt x="35900" y="583284"/>
                  </a:lnTo>
                  <a:close/>
                  <a:moveTo>
                    <a:pt x="196749" y="698588"/>
                  </a:moveTo>
                  <a:lnTo>
                    <a:pt x="209420" y="662263"/>
                  </a:lnTo>
                  <a:lnTo>
                    <a:pt x="166545" y="660400"/>
                  </a:lnTo>
                  <a:close/>
                  <a:moveTo>
                    <a:pt x="45810" y="568776"/>
                  </a:moveTo>
                  <a:lnTo>
                    <a:pt x="78228" y="555083"/>
                  </a:lnTo>
                  <a:lnTo>
                    <a:pt x="64882" y="559190"/>
                  </a:lnTo>
                  <a:close/>
                  <a:moveTo>
                    <a:pt x="83933" y="535096"/>
                  </a:moveTo>
                  <a:lnTo>
                    <a:pt x="108809" y="494741"/>
                  </a:lnTo>
                  <a:lnTo>
                    <a:pt x="69428" y="507653"/>
                  </a:lnTo>
                  <a:close/>
                  <a:moveTo>
                    <a:pt x="64882" y="559190"/>
                  </a:moveTo>
                  <a:lnTo>
                    <a:pt x="83933" y="535096"/>
                  </a:lnTo>
                  <a:lnTo>
                    <a:pt x="69428" y="507653"/>
                  </a:lnTo>
                  <a:close/>
                  <a:moveTo>
                    <a:pt x="370576" y="641518"/>
                  </a:moveTo>
                  <a:lnTo>
                    <a:pt x="330008" y="603472"/>
                  </a:lnTo>
                  <a:lnTo>
                    <a:pt x="347001" y="614075"/>
                  </a:lnTo>
                  <a:close/>
                  <a:moveTo>
                    <a:pt x="370576" y="641518"/>
                  </a:moveTo>
                  <a:lnTo>
                    <a:pt x="347001" y="614075"/>
                  </a:lnTo>
                  <a:lnTo>
                    <a:pt x="343616" y="665612"/>
                  </a:lnTo>
                  <a:close/>
                  <a:moveTo>
                    <a:pt x="731926" y="823570"/>
                  </a:moveTo>
                  <a:lnTo>
                    <a:pt x="697160" y="847664"/>
                  </a:lnTo>
                  <a:lnTo>
                    <a:pt x="753432" y="875107"/>
                  </a:lnTo>
                  <a:close/>
                  <a:moveTo>
                    <a:pt x="340202" y="411277"/>
                  </a:moveTo>
                  <a:lnTo>
                    <a:pt x="311136" y="430586"/>
                  </a:lnTo>
                  <a:lnTo>
                    <a:pt x="335966" y="415315"/>
                  </a:lnTo>
                  <a:close/>
                  <a:moveTo>
                    <a:pt x="311136" y="430586"/>
                  </a:moveTo>
                  <a:lnTo>
                    <a:pt x="283442" y="415119"/>
                  </a:lnTo>
                  <a:lnTo>
                    <a:pt x="335966" y="415315"/>
                  </a:lnTo>
                  <a:close/>
                  <a:moveTo>
                    <a:pt x="303452" y="428650"/>
                  </a:moveTo>
                  <a:lnTo>
                    <a:pt x="311136" y="430586"/>
                  </a:lnTo>
                  <a:lnTo>
                    <a:pt x="303025" y="383835"/>
                  </a:lnTo>
                  <a:close/>
                  <a:moveTo>
                    <a:pt x="303025" y="383835"/>
                  </a:moveTo>
                  <a:lnTo>
                    <a:pt x="311136" y="430586"/>
                  </a:lnTo>
                  <a:lnTo>
                    <a:pt x="340202" y="411277"/>
                  </a:lnTo>
                  <a:close/>
                  <a:moveTo>
                    <a:pt x="896797" y="940080"/>
                  </a:moveTo>
                  <a:lnTo>
                    <a:pt x="924413" y="954086"/>
                  </a:lnTo>
                  <a:lnTo>
                    <a:pt x="935690" y="954845"/>
                  </a:lnTo>
                  <a:close/>
                  <a:moveTo>
                    <a:pt x="731926" y="823570"/>
                  </a:moveTo>
                  <a:lnTo>
                    <a:pt x="753432" y="875107"/>
                  </a:lnTo>
                  <a:lnTo>
                    <a:pt x="776402" y="851013"/>
                  </a:lnTo>
                  <a:close/>
                  <a:moveTo>
                    <a:pt x="731926" y="823570"/>
                  </a:moveTo>
                  <a:lnTo>
                    <a:pt x="776402" y="851013"/>
                  </a:lnTo>
                  <a:lnTo>
                    <a:pt x="769540" y="799476"/>
                  </a:lnTo>
                  <a:close/>
                  <a:moveTo>
                    <a:pt x="731926" y="823570"/>
                  </a:moveTo>
                  <a:lnTo>
                    <a:pt x="769540" y="799476"/>
                  </a:lnTo>
                  <a:lnTo>
                    <a:pt x="730752" y="772034"/>
                  </a:lnTo>
                  <a:close/>
                  <a:moveTo>
                    <a:pt x="580298" y="541793"/>
                  </a:moveTo>
                  <a:lnTo>
                    <a:pt x="562110" y="562122"/>
                  </a:lnTo>
                  <a:lnTo>
                    <a:pt x="568398" y="561594"/>
                  </a:lnTo>
                  <a:close/>
                  <a:moveTo>
                    <a:pt x="400065" y="396270"/>
                  </a:moveTo>
                  <a:lnTo>
                    <a:pt x="452187" y="365593"/>
                  </a:lnTo>
                  <a:lnTo>
                    <a:pt x="418362" y="356634"/>
                  </a:lnTo>
                  <a:close/>
                  <a:moveTo>
                    <a:pt x="400065" y="396270"/>
                  </a:moveTo>
                  <a:lnTo>
                    <a:pt x="418362" y="356634"/>
                  </a:lnTo>
                  <a:lnTo>
                    <a:pt x="369214" y="358609"/>
                  </a:lnTo>
                  <a:close/>
                  <a:moveTo>
                    <a:pt x="580298" y="541793"/>
                  </a:moveTo>
                  <a:lnTo>
                    <a:pt x="568398" y="561594"/>
                  </a:lnTo>
                  <a:lnTo>
                    <a:pt x="601841" y="575773"/>
                  </a:lnTo>
                  <a:close/>
                  <a:moveTo>
                    <a:pt x="548961" y="490257"/>
                  </a:moveTo>
                  <a:lnTo>
                    <a:pt x="612881" y="482148"/>
                  </a:lnTo>
                  <a:lnTo>
                    <a:pt x="602513" y="471116"/>
                  </a:lnTo>
                  <a:close/>
                  <a:moveTo>
                    <a:pt x="609754" y="517700"/>
                  </a:moveTo>
                  <a:lnTo>
                    <a:pt x="612881" y="482148"/>
                  </a:lnTo>
                  <a:lnTo>
                    <a:pt x="548961" y="490257"/>
                  </a:lnTo>
                  <a:close/>
                  <a:moveTo>
                    <a:pt x="580298" y="541793"/>
                  </a:moveTo>
                  <a:lnTo>
                    <a:pt x="609754" y="517700"/>
                  </a:lnTo>
                  <a:lnTo>
                    <a:pt x="548961" y="490257"/>
                  </a:lnTo>
                  <a:close/>
                  <a:moveTo>
                    <a:pt x="487957" y="425541"/>
                  </a:moveTo>
                  <a:lnTo>
                    <a:pt x="547989" y="414204"/>
                  </a:lnTo>
                  <a:lnTo>
                    <a:pt x="525082" y="370598"/>
                  </a:lnTo>
                  <a:close/>
                  <a:moveTo>
                    <a:pt x="547989" y="414204"/>
                  </a:moveTo>
                  <a:lnTo>
                    <a:pt x="548680" y="414626"/>
                  </a:lnTo>
                  <a:lnTo>
                    <a:pt x="525082" y="370598"/>
                  </a:lnTo>
                  <a:close/>
                  <a:moveTo>
                    <a:pt x="468199" y="378860"/>
                  </a:moveTo>
                  <a:lnTo>
                    <a:pt x="496732" y="357461"/>
                  </a:lnTo>
                  <a:lnTo>
                    <a:pt x="452187" y="365593"/>
                  </a:lnTo>
                  <a:close/>
                  <a:moveTo>
                    <a:pt x="468199" y="378860"/>
                  </a:moveTo>
                  <a:lnTo>
                    <a:pt x="525082" y="370598"/>
                  </a:lnTo>
                  <a:lnTo>
                    <a:pt x="496732" y="357461"/>
                  </a:lnTo>
                  <a:close/>
                  <a:moveTo>
                    <a:pt x="943265" y="823202"/>
                  </a:moveTo>
                  <a:lnTo>
                    <a:pt x="978805" y="802825"/>
                  </a:lnTo>
                  <a:lnTo>
                    <a:pt x="964713" y="789307"/>
                  </a:lnTo>
                  <a:close/>
                  <a:moveTo>
                    <a:pt x="945265" y="802825"/>
                  </a:moveTo>
                  <a:lnTo>
                    <a:pt x="943265" y="823202"/>
                  </a:lnTo>
                  <a:lnTo>
                    <a:pt x="964713" y="789307"/>
                  </a:lnTo>
                  <a:close/>
                  <a:moveTo>
                    <a:pt x="943265" y="823202"/>
                  </a:moveTo>
                  <a:lnTo>
                    <a:pt x="972117" y="816989"/>
                  </a:lnTo>
                  <a:lnTo>
                    <a:pt x="978805" y="802825"/>
                  </a:lnTo>
                  <a:close/>
                  <a:moveTo>
                    <a:pt x="679463" y="421511"/>
                  </a:moveTo>
                  <a:lnTo>
                    <a:pt x="616318" y="466163"/>
                  </a:lnTo>
                  <a:lnTo>
                    <a:pt x="658822" y="442069"/>
                  </a:lnTo>
                  <a:close/>
                  <a:moveTo>
                    <a:pt x="679463" y="421511"/>
                  </a:moveTo>
                  <a:lnTo>
                    <a:pt x="648667" y="441270"/>
                  </a:lnTo>
                  <a:lnTo>
                    <a:pt x="616318" y="466163"/>
                  </a:lnTo>
                  <a:close/>
                  <a:moveTo>
                    <a:pt x="1027499" y="729960"/>
                  </a:moveTo>
                  <a:lnTo>
                    <a:pt x="1039506" y="759367"/>
                  </a:lnTo>
                  <a:lnTo>
                    <a:pt x="1069079" y="796882"/>
                  </a:lnTo>
                  <a:close/>
                  <a:moveTo>
                    <a:pt x="1027499" y="729960"/>
                  </a:moveTo>
                  <a:lnTo>
                    <a:pt x="1024136" y="701901"/>
                  </a:lnTo>
                  <a:lnTo>
                    <a:pt x="975376" y="694275"/>
                  </a:lnTo>
                  <a:close/>
                  <a:moveTo>
                    <a:pt x="1027499" y="729960"/>
                  </a:moveTo>
                  <a:lnTo>
                    <a:pt x="1048973" y="727194"/>
                  </a:lnTo>
                  <a:lnTo>
                    <a:pt x="1024136" y="701901"/>
                  </a:lnTo>
                  <a:close/>
                  <a:moveTo>
                    <a:pt x="1048973" y="727194"/>
                  </a:moveTo>
                  <a:lnTo>
                    <a:pt x="1093981" y="653464"/>
                  </a:lnTo>
                  <a:lnTo>
                    <a:pt x="1021886" y="671780"/>
                  </a:lnTo>
                  <a:close/>
                  <a:moveTo>
                    <a:pt x="1021886" y="671780"/>
                  </a:moveTo>
                  <a:lnTo>
                    <a:pt x="1093981" y="653464"/>
                  </a:lnTo>
                  <a:lnTo>
                    <a:pt x="1092283" y="652531"/>
                  </a:lnTo>
                  <a:close/>
                  <a:moveTo>
                    <a:pt x="1048973" y="727194"/>
                  </a:moveTo>
                  <a:lnTo>
                    <a:pt x="1021886" y="671780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975376" y="694275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1092283" y="652531"/>
                  </a:lnTo>
                  <a:lnTo>
                    <a:pt x="1075496" y="603436"/>
                  </a:lnTo>
                  <a:close/>
                  <a:moveTo>
                    <a:pt x="1051374" y="369787"/>
                  </a:moveTo>
                  <a:lnTo>
                    <a:pt x="1019971" y="416529"/>
                  </a:lnTo>
                  <a:lnTo>
                    <a:pt x="1084353" y="347666"/>
                  </a:lnTo>
                  <a:close/>
                  <a:moveTo>
                    <a:pt x="1084353" y="347666"/>
                  </a:moveTo>
                  <a:lnTo>
                    <a:pt x="1019971" y="416529"/>
                  </a:lnTo>
                  <a:lnTo>
                    <a:pt x="1065719" y="397230"/>
                  </a:lnTo>
                  <a:close/>
                  <a:moveTo>
                    <a:pt x="1138167" y="239293"/>
                  </a:moveTo>
                  <a:lnTo>
                    <a:pt x="1173836" y="237754"/>
                  </a:lnTo>
                  <a:lnTo>
                    <a:pt x="1176614" y="218526"/>
                  </a:lnTo>
                  <a:close/>
                  <a:moveTo>
                    <a:pt x="1173836" y="237754"/>
                  </a:moveTo>
                  <a:lnTo>
                    <a:pt x="1178274" y="194432"/>
                  </a:lnTo>
                  <a:lnTo>
                    <a:pt x="1176614" y="218526"/>
                  </a:lnTo>
                  <a:close/>
                  <a:moveTo>
                    <a:pt x="1328088" y="20647"/>
                  </a:moveTo>
                  <a:lnTo>
                    <a:pt x="1284653" y="32926"/>
                  </a:lnTo>
                  <a:lnTo>
                    <a:pt x="1358646" y="0"/>
                  </a:lnTo>
                  <a:close/>
                  <a:moveTo>
                    <a:pt x="1398348" y="53692"/>
                  </a:moveTo>
                  <a:lnTo>
                    <a:pt x="1450187" y="49530"/>
                  </a:lnTo>
                  <a:lnTo>
                    <a:pt x="1429338" y="3736"/>
                  </a:lnTo>
                  <a:close/>
                  <a:moveTo>
                    <a:pt x="1450187" y="49530"/>
                  </a:moveTo>
                  <a:lnTo>
                    <a:pt x="1479737" y="746"/>
                  </a:lnTo>
                  <a:lnTo>
                    <a:pt x="1429338" y="37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2" name="Output_density__4321">
              <a:extLst>
                <a:ext uri="{FF2B5EF4-FFF2-40B4-BE49-F238E27FC236}">
                  <a16:creationId xmlns:a16="http://schemas.microsoft.com/office/drawing/2014/main" id="{AE7E4308-468E-8A04-DA94-50EB5A189B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67920"/>
              <a:ext cx="1478952" cy="812095"/>
            </a:xfrm>
            <a:custGeom>
              <a:avLst/>
              <a:gdLst/>
              <a:ahLst/>
              <a:cxnLst/>
              <a:rect l="0" t="0" r="0" b="0"/>
              <a:pathLst>
                <a:path w="1478952" h="812095">
                  <a:moveTo>
                    <a:pt x="229845" y="797923"/>
                  </a:moveTo>
                  <a:lnTo>
                    <a:pt x="227672" y="775819"/>
                  </a:lnTo>
                  <a:lnTo>
                    <a:pt x="227061" y="798657"/>
                  </a:lnTo>
                  <a:close/>
                  <a:moveTo>
                    <a:pt x="46802" y="513827"/>
                  </a:moveTo>
                  <a:lnTo>
                    <a:pt x="0" y="513520"/>
                  </a:lnTo>
                  <a:lnTo>
                    <a:pt x="12575" y="520758"/>
                  </a:lnTo>
                  <a:close/>
                  <a:moveTo>
                    <a:pt x="307869" y="791206"/>
                  </a:moveTo>
                  <a:lnTo>
                    <a:pt x="260374" y="788309"/>
                  </a:lnTo>
                  <a:lnTo>
                    <a:pt x="229845" y="797923"/>
                  </a:lnTo>
                  <a:close/>
                  <a:moveTo>
                    <a:pt x="319408" y="763092"/>
                  </a:moveTo>
                  <a:lnTo>
                    <a:pt x="260374" y="788309"/>
                  </a:lnTo>
                  <a:lnTo>
                    <a:pt x="307869" y="791206"/>
                  </a:lnTo>
                  <a:close/>
                  <a:moveTo>
                    <a:pt x="319408" y="763092"/>
                  </a:moveTo>
                  <a:lnTo>
                    <a:pt x="307869" y="791206"/>
                  </a:lnTo>
                  <a:lnTo>
                    <a:pt x="335723" y="775819"/>
                  </a:lnTo>
                  <a:close/>
                  <a:moveTo>
                    <a:pt x="319408" y="763092"/>
                  </a:moveTo>
                  <a:lnTo>
                    <a:pt x="335723" y="775819"/>
                  </a:lnTo>
                  <a:lnTo>
                    <a:pt x="329547" y="737358"/>
                  </a:lnTo>
                  <a:close/>
                  <a:moveTo>
                    <a:pt x="329547" y="737358"/>
                  </a:moveTo>
                  <a:lnTo>
                    <a:pt x="347270" y="763842"/>
                  </a:lnTo>
                  <a:lnTo>
                    <a:pt x="373315" y="726320"/>
                  </a:lnTo>
                  <a:close/>
                  <a:moveTo>
                    <a:pt x="481012" y="582189"/>
                  </a:moveTo>
                  <a:lnTo>
                    <a:pt x="511474" y="595406"/>
                  </a:lnTo>
                  <a:lnTo>
                    <a:pt x="484177" y="561442"/>
                  </a:lnTo>
                  <a:close/>
                  <a:moveTo>
                    <a:pt x="458730" y="466300"/>
                  </a:moveTo>
                  <a:lnTo>
                    <a:pt x="453225" y="479294"/>
                  </a:lnTo>
                  <a:lnTo>
                    <a:pt x="474405" y="421760"/>
                  </a:lnTo>
                  <a:close/>
                  <a:moveTo>
                    <a:pt x="744523" y="770860"/>
                  </a:moveTo>
                  <a:lnTo>
                    <a:pt x="817698" y="812095"/>
                  </a:lnTo>
                  <a:lnTo>
                    <a:pt x="809762" y="809959"/>
                  </a:lnTo>
                  <a:close/>
                  <a:moveTo>
                    <a:pt x="456595" y="473297"/>
                  </a:moveTo>
                  <a:lnTo>
                    <a:pt x="459783" y="411219"/>
                  </a:lnTo>
                  <a:lnTo>
                    <a:pt x="445809" y="397666"/>
                  </a:lnTo>
                  <a:close/>
                  <a:moveTo>
                    <a:pt x="459783" y="411219"/>
                  </a:moveTo>
                  <a:lnTo>
                    <a:pt x="458730" y="466300"/>
                  </a:lnTo>
                  <a:lnTo>
                    <a:pt x="474405" y="421760"/>
                  </a:lnTo>
                  <a:close/>
                  <a:moveTo>
                    <a:pt x="411462" y="349778"/>
                  </a:moveTo>
                  <a:lnTo>
                    <a:pt x="445809" y="397666"/>
                  </a:lnTo>
                  <a:lnTo>
                    <a:pt x="459783" y="411219"/>
                  </a:lnTo>
                  <a:close/>
                  <a:moveTo>
                    <a:pt x="411462" y="349778"/>
                  </a:moveTo>
                  <a:lnTo>
                    <a:pt x="459783" y="411219"/>
                  </a:lnTo>
                  <a:lnTo>
                    <a:pt x="433056" y="370205"/>
                  </a:lnTo>
                  <a:close/>
                  <a:moveTo>
                    <a:pt x="442758" y="299574"/>
                  </a:moveTo>
                  <a:lnTo>
                    <a:pt x="411462" y="349778"/>
                  </a:lnTo>
                  <a:lnTo>
                    <a:pt x="433056" y="370205"/>
                  </a:lnTo>
                  <a:close/>
                  <a:moveTo>
                    <a:pt x="685920" y="603813"/>
                  </a:moveTo>
                  <a:lnTo>
                    <a:pt x="696271" y="621859"/>
                  </a:lnTo>
                  <a:lnTo>
                    <a:pt x="728388" y="640898"/>
                  </a:lnTo>
                  <a:close/>
                  <a:moveTo>
                    <a:pt x="845680" y="769859"/>
                  </a:moveTo>
                  <a:lnTo>
                    <a:pt x="864693" y="749128"/>
                  </a:lnTo>
                  <a:lnTo>
                    <a:pt x="856952" y="734328"/>
                  </a:lnTo>
                  <a:close/>
                  <a:moveTo>
                    <a:pt x="568411" y="322036"/>
                  </a:moveTo>
                  <a:lnTo>
                    <a:pt x="558639" y="355587"/>
                  </a:lnTo>
                  <a:lnTo>
                    <a:pt x="587414" y="328276"/>
                  </a:lnTo>
                  <a:close/>
                  <a:moveTo>
                    <a:pt x="954987" y="694287"/>
                  </a:moveTo>
                  <a:lnTo>
                    <a:pt x="899515" y="661560"/>
                  </a:lnTo>
                  <a:lnTo>
                    <a:pt x="919004" y="694650"/>
                  </a:lnTo>
                  <a:close/>
                  <a:moveTo>
                    <a:pt x="1004998" y="648284"/>
                  </a:moveTo>
                  <a:lnTo>
                    <a:pt x="995213" y="634604"/>
                  </a:lnTo>
                  <a:lnTo>
                    <a:pt x="994447" y="667142"/>
                  </a:lnTo>
                  <a:close/>
                  <a:moveTo>
                    <a:pt x="995213" y="634604"/>
                  </a:moveTo>
                  <a:lnTo>
                    <a:pt x="1004998" y="648284"/>
                  </a:lnTo>
                  <a:lnTo>
                    <a:pt x="1012508" y="599768"/>
                  </a:lnTo>
                  <a:close/>
                  <a:moveTo>
                    <a:pt x="1001567" y="525587"/>
                  </a:moveTo>
                  <a:lnTo>
                    <a:pt x="977481" y="569929"/>
                  </a:lnTo>
                  <a:lnTo>
                    <a:pt x="1026236" y="568275"/>
                  </a:lnTo>
                  <a:close/>
                  <a:moveTo>
                    <a:pt x="1037080" y="496716"/>
                  </a:moveTo>
                  <a:lnTo>
                    <a:pt x="981461" y="455900"/>
                  </a:lnTo>
                  <a:lnTo>
                    <a:pt x="1014749" y="473247"/>
                  </a:lnTo>
                  <a:close/>
                  <a:moveTo>
                    <a:pt x="1008999" y="316852"/>
                  </a:moveTo>
                  <a:lnTo>
                    <a:pt x="1007985" y="332142"/>
                  </a:lnTo>
                  <a:lnTo>
                    <a:pt x="1033202" y="277196"/>
                  </a:lnTo>
                  <a:close/>
                  <a:moveTo>
                    <a:pt x="1027731" y="316088"/>
                  </a:moveTo>
                  <a:lnTo>
                    <a:pt x="1011140" y="304639"/>
                  </a:lnTo>
                  <a:lnTo>
                    <a:pt x="1008999" y="316852"/>
                  </a:lnTo>
                  <a:close/>
                  <a:moveTo>
                    <a:pt x="1227642" y="205591"/>
                  </a:moveTo>
                  <a:lnTo>
                    <a:pt x="1181240" y="206777"/>
                  </a:lnTo>
                  <a:lnTo>
                    <a:pt x="1175733" y="208987"/>
                  </a:lnTo>
                  <a:close/>
                  <a:moveTo>
                    <a:pt x="1212447" y="26211"/>
                  </a:moveTo>
                  <a:lnTo>
                    <a:pt x="1213590" y="27963"/>
                  </a:lnTo>
                  <a:lnTo>
                    <a:pt x="1215078" y="23715"/>
                  </a:lnTo>
                  <a:close/>
                  <a:moveTo>
                    <a:pt x="1216731" y="29897"/>
                  </a:moveTo>
                  <a:lnTo>
                    <a:pt x="1213590" y="27963"/>
                  </a:lnTo>
                  <a:lnTo>
                    <a:pt x="1212447" y="26211"/>
                  </a:lnTo>
                  <a:close/>
                  <a:moveTo>
                    <a:pt x="1252236" y="2117"/>
                  </a:moveTo>
                  <a:lnTo>
                    <a:pt x="1272443" y="18099"/>
                  </a:lnTo>
                  <a:lnTo>
                    <a:pt x="1246546" y="6469"/>
                  </a:lnTo>
                  <a:close/>
                  <a:moveTo>
                    <a:pt x="1212447" y="26211"/>
                  </a:moveTo>
                  <a:lnTo>
                    <a:pt x="1215078" y="23715"/>
                  </a:lnTo>
                  <a:lnTo>
                    <a:pt x="1244816" y="0"/>
                  </a:lnTo>
                  <a:close/>
                  <a:moveTo>
                    <a:pt x="1252236" y="2117"/>
                  </a:moveTo>
                  <a:lnTo>
                    <a:pt x="1244816" y="0"/>
                  </a:lnTo>
                  <a:lnTo>
                    <a:pt x="1272443" y="18099"/>
                  </a:lnTo>
                  <a:close/>
                  <a:moveTo>
                    <a:pt x="1439861" y="156727"/>
                  </a:moveTo>
                  <a:lnTo>
                    <a:pt x="1443640" y="84443"/>
                  </a:lnTo>
                  <a:lnTo>
                    <a:pt x="1435002" y="150134"/>
                  </a:lnTo>
                  <a:close/>
                  <a:moveTo>
                    <a:pt x="1445981" y="81096"/>
                  </a:moveTo>
                  <a:lnTo>
                    <a:pt x="1443640" y="84443"/>
                  </a:lnTo>
                  <a:lnTo>
                    <a:pt x="1439861" y="156727"/>
                  </a:lnTo>
                  <a:close/>
                  <a:moveTo>
                    <a:pt x="1458392" y="105190"/>
                  </a:moveTo>
                  <a:lnTo>
                    <a:pt x="1445981" y="81096"/>
                  </a:lnTo>
                  <a:lnTo>
                    <a:pt x="1439861" y="156727"/>
                  </a:lnTo>
                  <a:close/>
                  <a:moveTo>
                    <a:pt x="1445981" y="81096"/>
                  </a:moveTo>
                  <a:lnTo>
                    <a:pt x="1458392" y="105190"/>
                  </a:lnTo>
                  <a:lnTo>
                    <a:pt x="1477163" y="35102"/>
                  </a:lnTo>
                  <a:close/>
                  <a:moveTo>
                    <a:pt x="1478952" y="26900"/>
                  </a:moveTo>
                  <a:lnTo>
                    <a:pt x="1445981" y="81096"/>
                  </a:lnTo>
                  <a:lnTo>
                    <a:pt x="1477163" y="3510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23" name="Output_density__4322">
              <a:extLst>
                <a:ext uri="{FF2B5EF4-FFF2-40B4-BE49-F238E27FC236}">
                  <a16:creationId xmlns:a16="http://schemas.microsoft.com/office/drawing/2014/main" id="{DA83DFE3-5017-F386-7514-6689EE6A5B4D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818054"/>
              <a:ext cx="1427286" cy="663982"/>
            </a:xfrm>
            <a:custGeom>
              <a:avLst/>
              <a:gdLst/>
              <a:ahLst/>
              <a:cxnLst/>
              <a:rect l="0" t="0" r="0" b="0"/>
              <a:pathLst>
                <a:path w="1427286" h="663982">
                  <a:moveTo>
                    <a:pt x="34227" y="363693"/>
                  </a:moveTo>
                  <a:lnTo>
                    <a:pt x="0" y="370623"/>
                  </a:lnTo>
                  <a:lnTo>
                    <a:pt x="79513" y="358333"/>
                  </a:lnTo>
                  <a:close/>
                  <a:moveTo>
                    <a:pt x="34227" y="363693"/>
                  </a:moveTo>
                  <a:lnTo>
                    <a:pt x="79513" y="358333"/>
                  </a:lnTo>
                  <a:lnTo>
                    <a:pt x="46307" y="359117"/>
                  </a:lnTo>
                  <a:close/>
                  <a:moveTo>
                    <a:pt x="813406" y="659825"/>
                  </a:moveTo>
                  <a:lnTo>
                    <a:pt x="805123" y="661961"/>
                  </a:lnTo>
                  <a:lnTo>
                    <a:pt x="845293" y="625514"/>
                  </a:lnTo>
                  <a:close/>
                  <a:moveTo>
                    <a:pt x="797188" y="659825"/>
                  </a:moveTo>
                  <a:lnTo>
                    <a:pt x="805123" y="661961"/>
                  </a:lnTo>
                  <a:lnTo>
                    <a:pt x="808862" y="663982"/>
                  </a:lnTo>
                  <a:close/>
                  <a:moveTo>
                    <a:pt x="813406" y="659825"/>
                  </a:moveTo>
                  <a:lnTo>
                    <a:pt x="808862" y="663982"/>
                  </a:lnTo>
                  <a:lnTo>
                    <a:pt x="805123" y="661961"/>
                  </a:lnTo>
                  <a:close/>
                  <a:moveTo>
                    <a:pt x="797188" y="659825"/>
                  </a:moveTo>
                  <a:lnTo>
                    <a:pt x="808862" y="663982"/>
                  </a:lnTo>
                  <a:lnTo>
                    <a:pt x="817330" y="652036"/>
                  </a:lnTo>
                  <a:close/>
                  <a:moveTo>
                    <a:pt x="817330" y="652036"/>
                  </a:moveTo>
                  <a:lnTo>
                    <a:pt x="808862" y="663982"/>
                  </a:lnTo>
                  <a:lnTo>
                    <a:pt x="813406" y="659825"/>
                  </a:lnTo>
                  <a:close/>
                  <a:moveTo>
                    <a:pt x="833106" y="619724"/>
                  </a:moveTo>
                  <a:lnTo>
                    <a:pt x="845293" y="625514"/>
                  </a:lnTo>
                  <a:lnTo>
                    <a:pt x="852118" y="598994"/>
                  </a:lnTo>
                  <a:close/>
                  <a:moveTo>
                    <a:pt x="817330" y="652036"/>
                  </a:moveTo>
                  <a:lnTo>
                    <a:pt x="845293" y="625514"/>
                  </a:lnTo>
                  <a:lnTo>
                    <a:pt x="833106" y="619724"/>
                  </a:lnTo>
                  <a:close/>
                  <a:moveTo>
                    <a:pt x="813406" y="659825"/>
                  </a:moveTo>
                  <a:lnTo>
                    <a:pt x="845293" y="625514"/>
                  </a:lnTo>
                  <a:lnTo>
                    <a:pt x="817330" y="652036"/>
                  </a:lnTo>
                  <a:close/>
                  <a:moveTo>
                    <a:pt x="852118" y="598994"/>
                  </a:moveTo>
                  <a:lnTo>
                    <a:pt x="845293" y="625514"/>
                  </a:lnTo>
                  <a:lnTo>
                    <a:pt x="855113" y="608288"/>
                  </a:lnTo>
                  <a:close/>
                  <a:moveTo>
                    <a:pt x="942413" y="544152"/>
                  </a:moveTo>
                  <a:lnTo>
                    <a:pt x="906429" y="544516"/>
                  </a:lnTo>
                  <a:lnTo>
                    <a:pt x="981872" y="517007"/>
                  </a:lnTo>
                  <a:close/>
                  <a:moveTo>
                    <a:pt x="982638" y="484470"/>
                  </a:moveTo>
                  <a:lnTo>
                    <a:pt x="971442" y="539968"/>
                  </a:lnTo>
                  <a:lnTo>
                    <a:pt x="981872" y="517007"/>
                  </a:lnTo>
                  <a:close/>
                  <a:moveTo>
                    <a:pt x="992423" y="498150"/>
                  </a:moveTo>
                  <a:lnTo>
                    <a:pt x="981872" y="517007"/>
                  </a:lnTo>
                  <a:lnTo>
                    <a:pt x="988700" y="508563"/>
                  </a:lnTo>
                  <a:close/>
                  <a:moveTo>
                    <a:pt x="988700" y="508563"/>
                  </a:moveTo>
                  <a:lnTo>
                    <a:pt x="999933" y="449634"/>
                  </a:lnTo>
                  <a:lnTo>
                    <a:pt x="992423" y="498150"/>
                  </a:lnTo>
                  <a:close/>
                  <a:moveTo>
                    <a:pt x="1041886" y="305766"/>
                  </a:moveTo>
                  <a:lnTo>
                    <a:pt x="1002174" y="323113"/>
                  </a:lnTo>
                  <a:lnTo>
                    <a:pt x="997171" y="381397"/>
                  </a:lnTo>
                  <a:close/>
                  <a:moveTo>
                    <a:pt x="1020627" y="127062"/>
                  </a:moveTo>
                  <a:lnTo>
                    <a:pt x="1015156" y="165954"/>
                  </a:lnTo>
                  <a:lnTo>
                    <a:pt x="996424" y="166717"/>
                  </a:lnTo>
                  <a:close/>
                  <a:moveTo>
                    <a:pt x="1163158" y="58852"/>
                  </a:moveTo>
                  <a:lnTo>
                    <a:pt x="1160035" y="54780"/>
                  </a:lnTo>
                  <a:lnTo>
                    <a:pt x="1137465" y="74893"/>
                  </a:lnTo>
                  <a:close/>
                  <a:moveTo>
                    <a:pt x="1115286" y="59790"/>
                  </a:moveTo>
                  <a:lnTo>
                    <a:pt x="1128542" y="78874"/>
                  </a:lnTo>
                  <a:lnTo>
                    <a:pt x="1137465" y="74893"/>
                  </a:lnTo>
                  <a:close/>
                  <a:moveTo>
                    <a:pt x="1137465" y="74893"/>
                  </a:moveTo>
                  <a:lnTo>
                    <a:pt x="1183204" y="71226"/>
                  </a:lnTo>
                  <a:lnTo>
                    <a:pt x="1163158" y="58852"/>
                  </a:lnTo>
                  <a:close/>
                  <a:moveTo>
                    <a:pt x="1183204" y="71226"/>
                  </a:moveTo>
                  <a:lnTo>
                    <a:pt x="1213516" y="55895"/>
                  </a:lnTo>
                  <a:lnTo>
                    <a:pt x="1163158" y="58852"/>
                  </a:lnTo>
                  <a:close/>
                  <a:moveTo>
                    <a:pt x="1219021" y="54780"/>
                  </a:moveTo>
                  <a:lnTo>
                    <a:pt x="1213516" y="55895"/>
                  </a:lnTo>
                  <a:lnTo>
                    <a:pt x="1260513" y="50694"/>
                  </a:lnTo>
                  <a:close/>
                  <a:moveTo>
                    <a:pt x="1215067" y="55457"/>
                  </a:moveTo>
                  <a:lnTo>
                    <a:pt x="1163158" y="58852"/>
                  </a:lnTo>
                  <a:lnTo>
                    <a:pt x="1213516" y="55895"/>
                  </a:lnTo>
                  <a:close/>
                  <a:moveTo>
                    <a:pt x="1219021" y="54780"/>
                  </a:moveTo>
                  <a:lnTo>
                    <a:pt x="1215067" y="55457"/>
                  </a:lnTo>
                  <a:lnTo>
                    <a:pt x="1213516" y="55895"/>
                  </a:lnTo>
                  <a:close/>
                  <a:moveTo>
                    <a:pt x="1300109" y="63839"/>
                  </a:moveTo>
                  <a:lnTo>
                    <a:pt x="1219021" y="54780"/>
                  </a:lnTo>
                  <a:lnTo>
                    <a:pt x="1264276" y="52609"/>
                  </a:lnTo>
                  <a:close/>
                  <a:moveTo>
                    <a:pt x="1215067" y="55457"/>
                  </a:moveTo>
                  <a:lnTo>
                    <a:pt x="1219021" y="54780"/>
                  </a:lnTo>
                  <a:lnTo>
                    <a:pt x="1300109" y="63839"/>
                  </a:lnTo>
                  <a:close/>
                  <a:moveTo>
                    <a:pt x="1300109" y="63839"/>
                  </a:moveTo>
                  <a:lnTo>
                    <a:pt x="1343380" y="50943"/>
                  </a:lnTo>
                  <a:lnTo>
                    <a:pt x="1377950" y="45295"/>
                  </a:lnTo>
                  <a:close/>
                  <a:moveTo>
                    <a:pt x="1377950" y="45295"/>
                  </a:moveTo>
                  <a:lnTo>
                    <a:pt x="1343380" y="50943"/>
                  </a:lnTo>
                  <a:lnTo>
                    <a:pt x="1417450" y="18303"/>
                  </a:lnTo>
                  <a:close/>
                  <a:moveTo>
                    <a:pt x="1385446" y="30686"/>
                  </a:moveTo>
                  <a:lnTo>
                    <a:pt x="1427286" y="6593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377950" y="45295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417450" y="18303"/>
                  </a:lnTo>
                  <a:lnTo>
                    <a:pt x="1427286" y="659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24" name="Output_density__4323">
              <a:extLst>
                <a:ext uri="{FF2B5EF4-FFF2-40B4-BE49-F238E27FC236}">
                  <a16:creationId xmlns:a16="http://schemas.microsoft.com/office/drawing/2014/main" id="{771EFD87-C73C-D391-316D-3E3ACE5D413E}"/>
                </a:ext>
              </a:extLst>
            </p:cNvPr>
            <p:cNvSpPr>
              <a:spLocks noGrp="1"/>
            </p:cNvSpPr>
            <p:nvPr/>
          </p:nvSpPr>
          <p:spPr>
            <a:xfrm>
              <a:off x="14884233" y="2387512"/>
              <a:ext cx="1359910" cy="714561"/>
            </a:xfrm>
            <a:custGeom>
              <a:avLst/>
              <a:gdLst/>
              <a:ahLst/>
              <a:cxnLst/>
              <a:rect l="0" t="0" r="0" b="0"/>
              <a:pathLst>
                <a:path w="1359910" h="714561">
                  <a:moveTo>
                    <a:pt x="181821" y="687063"/>
                  </a:moveTo>
                  <a:lnTo>
                    <a:pt x="139992" y="671377"/>
                  </a:lnTo>
                  <a:lnTo>
                    <a:pt x="127320" y="707702"/>
                  </a:lnTo>
                  <a:close/>
                  <a:moveTo>
                    <a:pt x="127320" y="707702"/>
                  </a:moveTo>
                  <a:lnTo>
                    <a:pt x="173202" y="698820"/>
                  </a:lnTo>
                  <a:lnTo>
                    <a:pt x="181821" y="687063"/>
                  </a:lnTo>
                  <a:close/>
                  <a:moveTo>
                    <a:pt x="220603" y="657388"/>
                  </a:moveTo>
                  <a:lnTo>
                    <a:pt x="141559" y="671432"/>
                  </a:lnTo>
                  <a:lnTo>
                    <a:pt x="181821" y="687063"/>
                  </a:lnTo>
                  <a:close/>
                  <a:moveTo>
                    <a:pt x="0" y="516767"/>
                  </a:moveTo>
                  <a:lnTo>
                    <a:pt x="39380" y="503855"/>
                  </a:lnTo>
                  <a:lnTo>
                    <a:pt x="18070" y="507567"/>
                  </a:lnTo>
                  <a:close/>
                  <a:moveTo>
                    <a:pt x="181821" y="687063"/>
                  </a:moveTo>
                  <a:lnTo>
                    <a:pt x="173202" y="698820"/>
                  </a:lnTo>
                  <a:lnTo>
                    <a:pt x="188986" y="695551"/>
                  </a:lnTo>
                  <a:close/>
                  <a:moveTo>
                    <a:pt x="188986" y="695551"/>
                  </a:moveTo>
                  <a:lnTo>
                    <a:pt x="220603" y="657388"/>
                  </a:lnTo>
                  <a:lnTo>
                    <a:pt x="181821" y="687063"/>
                  </a:lnTo>
                  <a:close/>
                  <a:moveTo>
                    <a:pt x="188986" y="695551"/>
                  </a:moveTo>
                  <a:lnTo>
                    <a:pt x="254747" y="680070"/>
                  </a:lnTo>
                  <a:lnTo>
                    <a:pt x="220603" y="657388"/>
                  </a:lnTo>
                  <a:close/>
                  <a:moveTo>
                    <a:pt x="220603" y="657388"/>
                  </a:moveTo>
                  <a:lnTo>
                    <a:pt x="254747" y="680070"/>
                  </a:lnTo>
                  <a:lnTo>
                    <a:pt x="227515" y="647283"/>
                  </a:lnTo>
                  <a:close/>
                  <a:moveTo>
                    <a:pt x="227515" y="647283"/>
                  </a:moveTo>
                  <a:lnTo>
                    <a:pt x="254747" y="680070"/>
                  </a:lnTo>
                  <a:lnTo>
                    <a:pt x="274187" y="674726"/>
                  </a:lnTo>
                  <a:close/>
                  <a:moveTo>
                    <a:pt x="227515" y="647283"/>
                  </a:moveTo>
                  <a:lnTo>
                    <a:pt x="274187" y="674726"/>
                  </a:lnTo>
                  <a:lnTo>
                    <a:pt x="277572" y="623189"/>
                  </a:lnTo>
                  <a:close/>
                  <a:moveTo>
                    <a:pt x="254747" y="680070"/>
                  </a:moveTo>
                  <a:lnTo>
                    <a:pt x="271976" y="714561"/>
                  </a:lnTo>
                  <a:lnTo>
                    <a:pt x="274187" y="674726"/>
                  </a:lnTo>
                  <a:close/>
                  <a:moveTo>
                    <a:pt x="233597" y="392949"/>
                  </a:moveTo>
                  <a:lnTo>
                    <a:pt x="270773" y="420391"/>
                  </a:lnTo>
                  <a:lnTo>
                    <a:pt x="295218" y="368855"/>
                  </a:lnTo>
                  <a:close/>
                  <a:moveTo>
                    <a:pt x="363057" y="396298"/>
                  </a:moveTo>
                  <a:lnTo>
                    <a:pt x="330636" y="405385"/>
                  </a:lnTo>
                  <a:lnTo>
                    <a:pt x="336297" y="463526"/>
                  </a:lnTo>
                  <a:close/>
                  <a:moveTo>
                    <a:pt x="295218" y="368855"/>
                  </a:moveTo>
                  <a:lnTo>
                    <a:pt x="330636" y="405385"/>
                  </a:lnTo>
                  <a:lnTo>
                    <a:pt x="299786" y="367723"/>
                  </a:lnTo>
                  <a:close/>
                  <a:moveTo>
                    <a:pt x="295218" y="368855"/>
                  </a:moveTo>
                  <a:lnTo>
                    <a:pt x="270773" y="420391"/>
                  </a:lnTo>
                  <a:lnTo>
                    <a:pt x="330636" y="405385"/>
                  </a:lnTo>
                  <a:close/>
                  <a:moveTo>
                    <a:pt x="363057" y="396298"/>
                  </a:moveTo>
                  <a:lnTo>
                    <a:pt x="382758" y="374707"/>
                  </a:lnTo>
                  <a:lnTo>
                    <a:pt x="330636" y="405385"/>
                  </a:lnTo>
                  <a:close/>
                  <a:moveTo>
                    <a:pt x="297791" y="366603"/>
                  </a:moveTo>
                  <a:lnTo>
                    <a:pt x="295218" y="368855"/>
                  </a:lnTo>
                  <a:lnTo>
                    <a:pt x="299786" y="367723"/>
                  </a:lnTo>
                  <a:close/>
                  <a:moveTo>
                    <a:pt x="546890" y="475277"/>
                  </a:moveTo>
                  <a:lnTo>
                    <a:pt x="579239" y="450385"/>
                  </a:lnTo>
                  <a:lnTo>
                    <a:pt x="533084" y="480230"/>
                  </a:lnTo>
                  <a:close/>
                  <a:moveTo>
                    <a:pt x="533084" y="480230"/>
                  </a:moveTo>
                  <a:lnTo>
                    <a:pt x="543453" y="491262"/>
                  </a:lnTo>
                  <a:lnTo>
                    <a:pt x="546890" y="475277"/>
                  </a:lnTo>
                  <a:close/>
                  <a:moveTo>
                    <a:pt x="363057" y="396298"/>
                  </a:moveTo>
                  <a:lnTo>
                    <a:pt x="418529" y="434655"/>
                  </a:lnTo>
                  <a:lnTo>
                    <a:pt x="398771" y="387974"/>
                  </a:lnTo>
                  <a:close/>
                  <a:moveTo>
                    <a:pt x="418529" y="434655"/>
                  </a:moveTo>
                  <a:lnTo>
                    <a:pt x="455653" y="379712"/>
                  </a:lnTo>
                  <a:lnTo>
                    <a:pt x="398771" y="387974"/>
                  </a:lnTo>
                  <a:close/>
                  <a:moveTo>
                    <a:pt x="382758" y="374707"/>
                  </a:moveTo>
                  <a:lnTo>
                    <a:pt x="363057" y="396298"/>
                  </a:lnTo>
                  <a:lnTo>
                    <a:pt x="398771" y="387974"/>
                  </a:lnTo>
                  <a:close/>
                  <a:moveTo>
                    <a:pt x="1005518" y="362025"/>
                  </a:moveTo>
                  <a:lnTo>
                    <a:pt x="981946" y="378901"/>
                  </a:lnTo>
                  <a:lnTo>
                    <a:pt x="1014924" y="356781"/>
                  </a:lnTo>
                  <a:close/>
                  <a:moveTo>
                    <a:pt x="978164" y="327365"/>
                  </a:moveTo>
                  <a:lnTo>
                    <a:pt x="1005518" y="362025"/>
                  </a:lnTo>
                  <a:lnTo>
                    <a:pt x="1014707" y="354807"/>
                  </a:lnTo>
                  <a:close/>
                  <a:moveTo>
                    <a:pt x="1005518" y="362025"/>
                  </a:moveTo>
                  <a:lnTo>
                    <a:pt x="1014924" y="356781"/>
                  </a:lnTo>
                  <a:lnTo>
                    <a:pt x="1014707" y="354807"/>
                  </a:lnTo>
                  <a:close/>
                  <a:moveTo>
                    <a:pt x="1014924" y="356781"/>
                  </a:moveTo>
                  <a:lnTo>
                    <a:pt x="1051957" y="387015"/>
                  </a:lnTo>
                  <a:lnTo>
                    <a:pt x="1014707" y="354807"/>
                  </a:lnTo>
                  <a:close/>
                  <a:moveTo>
                    <a:pt x="1014380" y="303271"/>
                  </a:moveTo>
                  <a:lnTo>
                    <a:pt x="1014707" y="354807"/>
                  </a:lnTo>
                  <a:lnTo>
                    <a:pt x="1052151" y="330713"/>
                  </a:lnTo>
                  <a:close/>
                  <a:moveTo>
                    <a:pt x="1014380" y="303271"/>
                  </a:moveTo>
                  <a:lnTo>
                    <a:pt x="1052151" y="330713"/>
                  </a:lnTo>
                  <a:lnTo>
                    <a:pt x="1054335" y="279177"/>
                  </a:lnTo>
                  <a:close/>
                  <a:moveTo>
                    <a:pt x="1054335" y="279177"/>
                  </a:moveTo>
                  <a:lnTo>
                    <a:pt x="1068739" y="248407"/>
                  </a:lnTo>
                  <a:lnTo>
                    <a:pt x="1032299" y="251734"/>
                  </a:lnTo>
                  <a:close/>
                  <a:moveTo>
                    <a:pt x="1104408" y="246868"/>
                  </a:moveTo>
                  <a:lnTo>
                    <a:pt x="1054335" y="279177"/>
                  </a:lnTo>
                  <a:lnTo>
                    <a:pt x="1103283" y="255083"/>
                  </a:lnTo>
                  <a:close/>
                  <a:moveTo>
                    <a:pt x="1104408" y="246868"/>
                  </a:moveTo>
                  <a:lnTo>
                    <a:pt x="1068739" y="248407"/>
                  </a:lnTo>
                  <a:lnTo>
                    <a:pt x="1054335" y="279177"/>
                  </a:lnTo>
                  <a:close/>
                  <a:moveTo>
                    <a:pt x="1066170" y="176103"/>
                  </a:moveTo>
                  <a:lnTo>
                    <a:pt x="1108846" y="203546"/>
                  </a:lnTo>
                  <a:lnTo>
                    <a:pt x="1110563" y="152010"/>
                  </a:lnTo>
                  <a:close/>
                  <a:moveTo>
                    <a:pt x="1104408" y="246868"/>
                  </a:moveTo>
                  <a:lnTo>
                    <a:pt x="1111066" y="251456"/>
                  </a:lnTo>
                  <a:lnTo>
                    <a:pt x="1108846" y="203546"/>
                  </a:lnTo>
                  <a:close/>
                  <a:moveTo>
                    <a:pt x="1110563" y="152010"/>
                  </a:moveTo>
                  <a:lnTo>
                    <a:pt x="1162711" y="155277"/>
                  </a:lnTo>
                  <a:lnTo>
                    <a:pt x="1138776" y="141425"/>
                  </a:lnTo>
                  <a:close/>
                  <a:moveTo>
                    <a:pt x="1152328" y="179452"/>
                  </a:moveTo>
                  <a:lnTo>
                    <a:pt x="1162711" y="155277"/>
                  </a:lnTo>
                  <a:lnTo>
                    <a:pt x="1110563" y="152010"/>
                  </a:lnTo>
                  <a:close/>
                  <a:moveTo>
                    <a:pt x="1108846" y="203546"/>
                  </a:moveTo>
                  <a:lnTo>
                    <a:pt x="1152328" y="179452"/>
                  </a:lnTo>
                  <a:lnTo>
                    <a:pt x="1110563" y="152010"/>
                  </a:lnTo>
                  <a:close/>
                  <a:moveTo>
                    <a:pt x="1175058" y="127916"/>
                  </a:moveTo>
                  <a:lnTo>
                    <a:pt x="1154734" y="76379"/>
                  </a:lnTo>
                  <a:lnTo>
                    <a:pt x="1138776" y="141425"/>
                  </a:lnTo>
                  <a:close/>
                  <a:moveTo>
                    <a:pt x="1154734" y="76379"/>
                  </a:moveTo>
                  <a:lnTo>
                    <a:pt x="1133309" y="83126"/>
                  </a:lnTo>
                  <a:lnTo>
                    <a:pt x="1138776" y="141425"/>
                  </a:lnTo>
                  <a:close/>
                  <a:moveTo>
                    <a:pt x="1138776" y="141425"/>
                  </a:moveTo>
                  <a:lnTo>
                    <a:pt x="1162711" y="155277"/>
                  </a:lnTo>
                  <a:lnTo>
                    <a:pt x="1175058" y="127916"/>
                  </a:lnTo>
                  <a:close/>
                  <a:moveTo>
                    <a:pt x="1162711" y="155277"/>
                  </a:moveTo>
                  <a:lnTo>
                    <a:pt x="1187621" y="164457"/>
                  </a:lnTo>
                  <a:lnTo>
                    <a:pt x="1175058" y="127916"/>
                  </a:lnTo>
                  <a:close/>
                  <a:moveTo>
                    <a:pt x="1175058" y="127916"/>
                  </a:moveTo>
                  <a:lnTo>
                    <a:pt x="1206102" y="155358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175058" y="127916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210736" y="103822"/>
                  </a:lnTo>
                  <a:lnTo>
                    <a:pt x="1209491" y="52285"/>
                  </a:lnTo>
                  <a:close/>
                  <a:moveTo>
                    <a:pt x="1215225" y="42040"/>
                  </a:moveTo>
                  <a:lnTo>
                    <a:pt x="1154734" y="76379"/>
                  </a:lnTo>
                  <a:lnTo>
                    <a:pt x="1209491" y="52285"/>
                  </a:lnTo>
                  <a:close/>
                  <a:moveTo>
                    <a:pt x="1209491" y="52285"/>
                  </a:moveTo>
                  <a:lnTo>
                    <a:pt x="1259695" y="73408"/>
                  </a:lnTo>
                  <a:lnTo>
                    <a:pt x="1226399" y="45428"/>
                  </a:lnTo>
                  <a:close/>
                  <a:moveTo>
                    <a:pt x="1215225" y="42040"/>
                  </a:moveTo>
                  <a:lnTo>
                    <a:pt x="1209491" y="52285"/>
                  </a:lnTo>
                  <a:lnTo>
                    <a:pt x="1226399" y="45428"/>
                  </a:lnTo>
                  <a:close/>
                  <a:moveTo>
                    <a:pt x="1289218" y="9114"/>
                  </a:moveTo>
                  <a:lnTo>
                    <a:pt x="1226399" y="45428"/>
                  </a:lnTo>
                  <a:lnTo>
                    <a:pt x="1271001" y="28192"/>
                  </a:lnTo>
                  <a:close/>
                  <a:moveTo>
                    <a:pt x="1215225" y="42040"/>
                  </a:moveTo>
                  <a:lnTo>
                    <a:pt x="1226399" y="45428"/>
                  </a:lnTo>
                  <a:lnTo>
                    <a:pt x="1289218" y="9114"/>
                  </a:lnTo>
                  <a:close/>
                  <a:moveTo>
                    <a:pt x="1226399" y="45428"/>
                  </a:moveTo>
                  <a:lnTo>
                    <a:pt x="1259695" y="73408"/>
                  </a:lnTo>
                  <a:lnTo>
                    <a:pt x="1271001" y="28192"/>
                  </a:lnTo>
                  <a:close/>
                  <a:moveTo>
                    <a:pt x="1328920" y="62806"/>
                  </a:moveTo>
                  <a:lnTo>
                    <a:pt x="1359910" y="12850"/>
                  </a:lnTo>
                  <a:lnTo>
                    <a:pt x="1305672" y="18963"/>
                  </a:lnTo>
                  <a:close/>
                  <a:moveTo>
                    <a:pt x="1289218" y="9114"/>
                  </a:moveTo>
                  <a:lnTo>
                    <a:pt x="1271001" y="28192"/>
                  </a:lnTo>
                  <a:lnTo>
                    <a:pt x="1305672" y="18963"/>
                  </a:lnTo>
                  <a:close/>
                  <a:moveTo>
                    <a:pt x="1305672" y="18963"/>
                  </a:moveTo>
                  <a:lnTo>
                    <a:pt x="1333500" y="0"/>
                  </a:lnTo>
                  <a:lnTo>
                    <a:pt x="1289218" y="9114"/>
                  </a:lnTo>
                  <a:close/>
                  <a:moveTo>
                    <a:pt x="1305672" y="18963"/>
                  </a:moveTo>
                  <a:lnTo>
                    <a:pt x="1359910" y="12850"/>
                  </a:lnTo>
                  <a:lnTo>
                    <a:pt x="1333500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25" name="Output_density__4324">
              <a:extLst>
                <a:ext uri="{FF2B5EF4-FFF2-40B4-BE49-F238E27FC236}">
                  <a16:creationId xmlns:a16="http://schemas.microsoft.com/office/drawing/2014/main" id="{9009F6C6-E839-76EA-7877-5215E40EB13B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468526" cy="979664"/>
            </a:xfrm>
            <a:custGeom>
              <a:avLst/>
              <a:gdLst/>
              <a:ahLst/>
              <a:cxnLst/>
              <a:rect l="0" t="0" r="0" b="0"/>
              <a:pathLst>
                <a:path w="1468526" h="979664">
                  <a:moveTo>
                    <a:pt x="143938" y="842974"/>
                  </a:moveTo>
                  <a:lnTo>
                    <a:pt x="191686" y="899530"/>
                  </a:lnTo>
                  <a:lnTo>
                    <a:pt x="194940" y="883590"/>
                  </a:lnTo>
                  <a:close/>
                  <a:moveTo>
                    <a:pt x="191686" y="899530"/>
                  </a:moveTo>
                  <a:lnTo>
                    <a:pt x="209841" y="894510"/>
                  </a:lnTo>
                  <a:lnTo>
                    <a:pt x="194940" y="883590"/>
                  </a:lnTo>
                  <a:close/>
                  <a:moveTo>
                    <a:pt x="287865" y="921953"/>
                  </a:moveTo>
                  <a:lnTo>
                    <a:pt x="267356" y="979664"/>
                  </a:lnTo>
                  <a:lnTo>
                    <a:pt x="288166" y="922572"/>
                  </a:lnTo>
                  <a:close/>
                  <a:moveTo>
                    <a:pt x="287865" y="921953"/>
                  </a:moveTo>
                  <a:lnTo>
                    <a:pt x="240872" y="946047"/>
                  </a:lnTo>
                  <a:lnTo>
                    <a:pt x="267356" y="979664"/>
                  </a:lnTo>
                  <a:close/>
                  <a:moveTo>
                    <a:pt x="264609" y="878227"/>
                  </a:moveTo>
                  <a:lnTo>
                    <a:pt x="194940" y="883590"/>
                  </a:lnTo>
                  <a:lnTo>
                    <a:pt x="209841" y="894510"/>
                  </a:lnTo>
                  <a:close/>
                  <a:moveTo>
                    <a:pt x="22255" y="627079"/>
                  </a:moveTo>
                  <a:lnTo>
                    <a:pt x="12813" y="617290"/>
                  </a:lnTo>
                  <a:lnTo>
                    <a:pt x="40955" y="664270"/>
                  </a:lnTo>
                  <a:close/>
                  <a:moveTo>
                    <a:pt x="40955" y="664270"/>
                  </a:moveTo>
                  <a:lnTo>
                    <a:pt x="12813" y="617290"/>
                  </a:lnTo>
                  <a:lnTo>
                    <a:pt x="0" y="636828"/>
                  </a:lnTo>
                  <a:close/>
                  <a:moveTo>
                    <a:pt x="12813" y="617290"/>
                  </a:moveTo>
                  <a:lnTo>
                    <a:pt x="16462" y="605420"/>
                  </a:lnTo>
                  <a:lnTo>
                    <a:pt x="0" y="636828"/>
                  </a:lnTo>
                  <a:close/>
                  <a:moveTo>
                    <a:pt x="0" y="636828"/>
                  </a:moveTo>
                  <a:lnTo>
                    <a:pt x="16462" y="605420"/>
                  </a:lnTo>
                  <a:lnTo>
                    <a:pt x="21428" y="561197"/>
                  </a:lnTo>
                  <a:close/>
                  <a:moveTo>
                    <a:pt x="288166" y="922572"/>
                  </a:moveTo>
                  <a:lnTo>
                    <a:pt x="334234" y="897859"/>
                  </a:lnTo>
                  <a:lnTo>
                    <a:pt x="288479" y="921565"/>
                  </a:lnTo>
                  <a:close/>
                  <a:moveTo>
                    <a:pt x="334234" y="897859"/>
                  </a:moveTo>
                  <a:lnTo>
                    <a:pt x="285537" y="861213"/>
                  </a:lnTo>
                  <a:lnTo>
                    <a:pt x="284101" y="870417"/>
                  </a:lnTo>
                  <a:close/>
                  <a:moveTo>
                    <a:pt x="287809" y="921234"/>
                  </a:moveTo>
                  <a:lnTo>
                    <a:pt x="288479" y="921565"/>
                  </a:lnTo>
                  <a:lnTo>
                    <a:pt x="334234" y="897859"/>
                  </a:lnTo>
                  <a:close/>
                  <a:moveTo>
                    <a:pt x="284101" y="870417"/>
                  </a:moveTo>
                  <a:lnTo>
                    <a:pt x="287809" y="921234"/>
                  </a:lnTo>
                  <a:lnTo>
                    <a:pt x="334234" y="897859"/>
                  </a:lnTo>
                  <a:close/>
                  <a:moveTo>
                    <a:pt x="191072" y="649058"/>
                  </a:moveTo>
                  <a:lnTo>
                    <a:pt x="206435" y="656769"/>
                  </a:lnTo>
                  <a:lnTo>
                    <a:pt x="236954" y="640176"/>
                  </a:lnTo>
                  <a:close/>
                  <a:moveTo>
                    <a:pt x="72551" y="505553"/>
                  </a:moveTo>
                  <a:lnTo>
                    <a:pt x="78256" y="485566"/>
                  </a:lnTo>
                  <a:lnTo>
                    <a:pt x="59205" y="509660"/>
                  </a:lnTo>
                  <a:close/>
                  <a:moveTo>
                    <a:pt x="298304" y="667619"/>
                  </a:moveTo>
                  <a:lnTo>
                    <a:pt x="335727" y="655918"/>
                  </a:lnTo>
                  <a:lnTo>
                    <a:pt x="291831" y="667868"/>
                  </a:lnTo>
                  <a:close/>
                  <a:moveTo>
                    <a:pt x="291831" y="667868"/>
                  </a:moveTo>
                  <a:lnTo>
                    <a:pt x="292392" y="668570"/>
                  </a:lnTo>
                  <a:lnTo>
                    <a:pt x="298304" y="667619"/>
                  </a:lnTo>
                  <a:close/>
                  <a:moveTo>
                    <a:pt x="292392" y="668570"/>
                  </a:moveTo>
                  <a:lnTo>
                    <a:pt x="291831" y="667868"/>
                  </a:lnTo>
                  <a:lnTo>
                    <a:pt x="290337" y="667619"/>
                  </a:lnTo>
                  <a:close/>
                  <a:moveTo>
                    <a:pt x="103132" y="445211"/>
                  </a:moveTo>
                  <a:lnTo>
                    <a:pt x="78256" y="485566"/>
                  </a:lnTo>
                  <a:lnTo>
                    <a:pt x="96794" y="461291"/>
                  </a:lnTo>
                  <a:close/>
                  <a:moveTo>
                    <a:pt x="132009" y="418280"/>
                  </a:moveTo>
                  <a:lnTo>
                    <a:pt x="103132" y="445211"/>
                  </a:lnTo>
                  <a:lnTo>
                    <a:pt x="96794" y="461291"/>
                  </a:lnTo>
                  <a:close/>
                  <a:moveTo>
                    <a:pt x="503175" y="798224"/>
                  </a:moveTo>
                  <a:lnTo>
                    <a:pt x="457949" y="746598"/>
                  </a:lnTo>
                  <a:lnTo>
                    <a:pt x="437314" y="751043"/>
                  </a:lnTo>
                  <a:close/>
                  <a:moveTo>
                    <a:pt x="437314" y="751043"/>
                  </a:moveTo>
                  <a:lnTo>
                    <a:pt x="398383" y="695062"/>
                  </a:lnTo>
                  <a:lnTo>
                    <a:pt x="357979" y="714816"/>
                  </a:lnTo>
                  <a:close/>
                  <a:moveTo>
                    <a:pt x="437314" y="751043"/>
                  </a:moveTo>
                  <a:lnTo>
                    <a:pt x="357979" y="714816"/>
                  </a:lnTo>
                  <a:lnTo>
                    <a:pt x="382570" y="757567"/>
                  </a:lnTo>
                  <a:close/>
                  <a:moveTo>
                    <a:pt x="437314" y="751043"/>
                  </a:moveTo>
                  <a:lnTo>
                    <a:pt x="457949" y="746598"/>
                  </a:lnTo>
                  <a:lnTo>
                    <a:pt x="436448" y="722921"/>
                  </a:lnTo>
                  <a:close/>
                  <a:moveTo>
                    <a:pt x="298304" y="667619"/>
                  </a:moveTo>
                  <a:lnTo>
                    <a:pt x="375487" y="669674"/>
                  </a:lnTo>
                  <a:lnTo>
                    <a:pt x="363084" y="643525"/>
                  </a:lnTo>
                  <a:close/>
                  <a:moveTo>
                    <a:pt x="357979" y="714816"/>
                  </a:moveTo>
                  <a:lnTo>
                    <a:pt x="398383" y="695062"/>
                  </a:lnTo>
                  <a:lnTo>
                    <a:pt x="375487" y="669674"/>
                  </a:lnTo>
                  <a:close/>
                  <a:moveTo>
                    <a:pt x="363615" y="625284"/>
                  </a:moveTo>
                  <a:lnTo>
                    <a:pt x="298304" y="667619"/>
                  </a:lnTo>
                  <a:lnTo>
                    <a:pt x="363084" y="643525"/>
                  </a:lnTo>
                  <a:close/>
                  <a:moveTo>
                    <a:pt x="363615" y="625284"/>
                  </a:moveTo>
                  <a:lnTo>
                    <a:pt x="364899" y="591988"/>
                  </a:lnTo>
                  <a:lnTo>
                    <a:pt x="337939" y="616082"/>
                  </a:lnTo>
                  <a:close/>
                  <a:moveTo>
                    <a:pt x="174973" y="385842"/>
                  </a:moveTo>
                  <a:lnTo>
                    <a:pt x="178642" y="408192"/>
                  </a:lnTo>
                  <a:lnTo>
                    <a:pt x="162338" y="396775"/>
                  </a:lnTo>
                  <a:close/>
                  <a:moveTo>
                    <a:pt x="201420" y="368219"/>
                  </a:moveTo>
                  <a:lnTo>
                    <a:pt x="174973" y="385842"/>
                  </a:lnTo>
                  <a:lnTo>
                    <a:pt x="224208" y="371148"/>
                  </a:lnTo>
                  <a:close/>
                  <a:moveTo>
                    <a:pt x="277765" y="365589"/>
                  </a:moveTo>
                  <a:lnTo>
                    <a:pt x="224208" y="371148"/>
                  </a:lnTo>
                  <a:lnTo>
                    <a:pt x="283117" y="364093"/>
                  </a:lnTo>
                  <a:close/>
                  <a:moveTo>
                    <a:pt x="224208" y="371148"/>
                  </a:moveTo>
                  <a:lnTo>
                    <a:pt x="240079" y="377856"/>
                  </a:lnTo>
                  <a:lnTo>
                    <a:pt x="283117" y="364093"/>
                  </a:lnTo>
                  <a:close/>
                  <a:moveTo>
                    <a:pt x="277765" y="365589"/>
                  </a:moveTo>
                  <a:lnTo>
                    <a:pt x="283117" y="364093"/>
                  </a:lnTo>
                  <a:lnTo>
                    <a:pt x="330289" y="365785"/>
                  </a:lnTo>
                  <a:close/>
                  <a:moveTo>
                    <a:pt x="791422" y="904556"/>
                  </a:moveTo>
                  <a:lnTo>
                    <a:pt x="782671" y="853020"/>
                  </a:lnTo>
                  <a:lnTo>
                    <a:pt x="797642" y="928650"/>
                  </a:lnTo>
                  <a:close/>
                  <a:moveTo>
                    <a:pt x="770725" y="801483"/>
                  </a:moveTo>
                  <a:lnTo>
                    <a:pt x="747755" y="825577"/>
                  </a:lnTo>
                  <a:lnTo>
                    <a:pt x="782671" y="853020"/>
                  </a:lnTo>
                  <a:close/>
                  <a:moveTo>
                    <a:pt x="321921" y="392434"/>
                  </a:moveTo>
                  <a:lnTo>
                    <a:pt x="330289" y="365785"/>
                  </a:lnTo>
                  <a:lnTo>
                    <a:pt x="283117" y="364093"/>
                  </a:lnTo>
                  <a:close/>
                  <a:moveTo>
                    <a:pt x="321921" y="392434"/>
                  </a:moveTo>
                  <a:lnTo>
                    <a:pt x="364265" y="395991"/>
                  </a:lnTo>
                  <a:lnTo>
                    <a:pt x="330289" y="365785"/>
                  </a:lnTo>
                  <a:close/>
                  <a:moveTo>
                    <a:pt x="364265" y="395991"/>
                  </a:moveTo>
                  <a:lnTo>
                    <a:pt x="334525" y="361748"/>
                  </a:lnTo>
                  <a:lnTo>
                    <a:pt x="330289" y="365785"/>
                  </a:lnTo>
                  <a:close/>
                  <a:moveTo>
                    <a:pt x="394388" y="346741"/>
                  </a:moveTo>
                  <a:lnTo>
                    <a:pt x="334525" y="361748"/>
                  </a:lnTo>
                  <a:lnTo>
                    <a:pt x="364265" y="395991"/>
                  </a:lnTo>
                  <a:close/>
                  <a:moveTo>
                    <a:pt x="400049" y="404882"/>
                  </a:moveTo>
                  <a:lnTo>
                    <a:pt x="394388" y="346741"/>
                  </a:lnTo>
                  <a:lnTo>
                    <a:pt x="364265" y="395991"/>
                  </a:lnTo>
                  <a:close/>
                  <a:moveTo>
                    <a:pt x="438437" y="389191"/>
                  </a:moveTo>
                  <a:lnTo>
                    <a:pt x="426809" y="337654"/>
                  </a:lnTo>
                  <a:lnTo>
                    <a:pt x="400049" y="404882"/>
                  </a:lnTo>
                  <a:close/>
                  <a:moveTo>
                    <a:pt x="770725" y="801483"/>
                  </a:moveTo>
                  <a:lnTo>
                    <a:pt x="853355" y="828926"/>
                  </a:lnTo>
                  <a:lnTo>
                    <a:pt x="839309" y="777607"/>
                  </a:lnTo>
                  <a:close/>
                  <a:moveTo>
                    <a:pt x="840628" y="777390"/>
                  </a:moveTo>
                  <a:lnTo>
                    <a:pt x="839309" y="777607"/>
                  </a:lnTo>
                  <a:lnTo>
                    <a:pt x="853301" y="828703"/>
                  </a:lnTo>
                  <a:close/>
                  <a:moveTo>
                    <a:pt x="604077" y="468170"/>
                  </a:moveTo>
                  <a:lnTo>
                    <a:pt x="574622" y="492264"/>
                  </a:lnTo>
                  <a:lnTo>
                    <a:pt x="615493" y="519707"/>
                  </a:lnTo>
                  <a:close/>
                  <a:moveTo>
                    <a:pt x="438437" y="389191"/>
                  </a:moveTo>
                  <a:lnTo>
                    <a:pt x="474312" y="420010"/>
                  </a:lnTo>
                  <a:lnTo>
                    <a:pt x="482280" y="376011"/>
                  </a:lnTo>
                  <a:close/>
                  <a:moveTo>
                    <a:pt x="474312" y="420010"/>
                  </a:moveTo>
                  <a:lnTo>
                    <a:pt x="542039" y="365097"/>
                  </a:lnTo>
                  <a:lnTo>
                    <a:pt x="482280" y="376011"/>
                  </a:lnTo>
                  <a:close/>
                  <a:moveTo>
                    <a:pt x="542529" y="365487"/>
                  </a:moveTo>
                  <a:lnTo>
                    <a:pt x="542039" y="365097"/>
                  </a:lnTo>
                  <a:lnTo>
                    <a:pt x="474312" y="420010"/>
                  </a:lnTo>
                  <a:close/>
                  <a:moveTo>
                    <a:pt x="542039" y="365097"/>
                  </a:moveTo>
                  <a:lnTo>
                    <a:pt x="542312" y="364675"/>
                  </a:lnTo>
                  <a:lnTo>
                    <a:pt x="482280" y="376011"/>
                  </a:lnTo>
                  <a:close/>
                  <a:moveTo>
                    <a:pt x="840628" y="777390"/>
                  </a:moveTo>
                  <a:lnTo>
                    <a:pt x="853368" y="828920"/>
                  </a:lnTo>
                  <a:lnTo>
                    <a:pt x="889561" y="804832"/>
                  </a:lnTo>
                  <a:close/>
                  <a:moveTo>
                    <a:pt x="966440" y="767460"/>
                  </a:moveTo>
                  <a:lnTo>
                    <a:pt x="937588" y="773672"/>
                  </a:lnTo>
                  <a:lnTo>
                    <a:pt x="939588" y="753296"/>
                  </a:lnTo>
                  <a:close/>
                  <a:moveTo>
                    <a:pt x="604077" y="468170"/>
                  </a:moveTo>
                  <a:lnTo>
                    <a:pt x="615493" y="519707"/>
                  </a:lnTo>
                  <a:lnTo>
                    <a:pt x="631091" y="495612"/>
                  </a:lnTo>
                  <a:close/>
                  <a:moveTo>
                    <a:pt x="542039" y="365097"/>
                  </a:moveTo>
                  <a:lnTo>
                    <a:pt x="542529" y="365487"/>
                  </a:lnTo>
                  <a:lnTo>
                    <a:pt x="542518" y="365022"/>
                  </a:lnTo>
                  <a:close/>
                  <a:moveTo>
                    <a:pt x="542312" y="364675"/>
                  </a:moveTo>
                  <a:lnTo>
                    <a:pt x="542039" y="365097"/>
                  </a:lnTo>
                  <a:lnTo>
                    <a:pt x="542518" y="365022"/>
                  </a:lnTo>
                  <a:close/>
                  <a:moveTo>
                    <a:pt x="542518" y="365022"/>
                  </a:moveTo>
                  <a:lnTo>
                    <a:pt x="542529" y="365487"/>
                  </a:lnTo>
                  <a:lnTo>
                    <a:pt x="543003" y="365097"/>
                  </a:lnTo>
                  <a:close/>
                  <a:moveTo>
                    <a:pt x="542518" y="365022"/>
                  </a:moveTo>
                  <a:lnTo>
                    <a:pt x="543003" y="365097"/>
                  </a:lnTo>
                  <a:lnTo>
                    <a:pt x="542312" y="364675"/>
                  </a:lnTo>
                  <a:close/>
                  <a:moveTo>
                    <a:pt x="939588" y="753296"/>
                  </a:moveTo>
                  <a:lnTo>
                    <a:pt x="990798" y="793156"/>
                  </a:lnTo>
                  <a:lnTo>
                    <a:pt x="966440" y="767460"/>
                  </a:lnTo>
                  <a:close/>
                  <a:moveTo>
                    <a:pt x="973129" y="753296"/>
                  </a:moveTo>
                  <a:lnTo>
                    <a:pt x="1042908" y="743783"/>
                  </a:lnTo>
                  <a:lnTo>
                    <a:pt x="1032517" y="729202"/>
                  </a:lnTo>
                  <a:close/>
                  <a:moveTo>
                    <a:pt x="973129" y="753296"/>
                  </a:moveTo>
                  <a:lnTo>
                    <a:pt x="966440" y="767460"/>
                  </a:lnTo>
                  <a:lnTo>
                    <a:pt x="990798" y="793156"/>
                  </a:lnTo>
                  <a:close/>
                  <a:moveTo>
                    <a:pt x="964882" y="688740"/>
                  </a:moveTo>
                  <a:lnTo>
                    <a:pt x="939588" y="753296"/>
                  </a:lnTo>
                  <a:lnTo>
                    <a:pt x="959037" y="739777"/>
                  </a:lnTo>
                  <a:close/>
                  <a:moveTo>
                    <a:pt x="1032517" y="729202"/>
                  </a:moveTo>
                  <a:lnTo>
                    <a:pt x="1033829" y="709838"/>
                  </a:lnTo>
                  <a:lnTo>
                    <a:pt x="973129" y="753296"/>
                  </a:lnTo>
                  <a:close/>
                  <a:moveTo>
                    <a:pt x="973129" y="753296"/>
                  </a:moveTo>
                  <a:lnTo>
                    <a:pt x="1033829" y="70983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33829" y="709838"/>
                  </a:lnTo>
                  <a:lnTo>
                    <a:pt x="1021823" y="680430"/>
                  </a:lnTo>
                  <a:close/>
                  <a:moveTo>
                    <a:pt x="973129" y="753296"/>
                  </a:moveTo>
                  <a:lnTo>
                    <a:pt x="964882" y="688740"/>
                  </a:lnTo>
                  <a:lnTo>
                    <a:pt x="959037" y="739777"/>
                  </a:lnTo>
                  <a:close/>
                  <a:moveTo>
                    <a:pt x="969700" y="644746"/>
                  </a:moveTo>
                  <a:lnTo>
                    <a:pt x="952411" y="62612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21823" y="680430"/>
                  </a:lnTo>
                  <a:lnTo>
                    <a:pt x="969700" y="644746"/>
                  </a:lnTo>
                  <a:close/>
                  <a:moveTo>
                    <a:pt x="703834" y="349425"/>
                  </a:moveTo>
                  <a:lnTo>
                    <a:pt x="673786" y="371982"/>
                  </a:lnTo>
                  <a:lnTo>
                    <a:pt x="653146" y="392539"/>
                  </a:lnTo>
                  <a:close/>
                  <a:moveTo>
                    <a:pt x="1055122" y="654547"/>
                  </a:moveTo>
                  <a:lnTo>
                    <a:pt x="1032517" y="729202"/>
                  </a:lnTo>
                  <a:lnTo>
                    <a:pt x="1052607" y="705108"/>
                  </a:lnTo>
                  <a:close/>
                  <a:moveTo>
                    <a:pt x="1055122" y="654547"/>
                  </a:moveTo>
                  <a:lnTo>
                    <a:pt x="1033829" y="709838"/>
                  </a:lnTo>
                  <a:lnTo>
                    <a:pt x="1032517" y="729202"/>
                  </a:lnTo>
                  <a:close/>
                  <a:moveTo>
                    <a:pt x="1055178" y="653571"/>
                  </a:moveTo>
                  <a:lnTo>
                    <a:pt x="1088304" y="603934"/>
                  </a:lnTo>
                  <a:lnTo>
                    <a:pt x="1043296" y="677665"/>
                  </a:lnTo>
                  <a:close/>
                  <a:moveTo>
                    <a:pt x="952411" y="626128"/>
                  </a:moveTo>
                  <a:lnTo>
                    <a:pt x="969700" y="644746"/>
                  </a:lnTo>
                  <a:lnTo>
                    <a:pt x="969924" y="621898"/>
                  </a:lnTo>
                  <a:close/>
                  <a:moveTo>
                    <a:pt x="1016210" y="622251"/>
                  </a:moveTo>
                  <a:lnTo>
                    <a:pt x="969924" y="621898"/>
                  </a:lnTo>
                  <a:lnTo>
                    <a:pt x="969700" y="644746"/>
                  </a:lnTo>
                  <a:close/>
                  <a:moveTo>
                    <a:pt x="777355" y="314733"/>
                  </a:moveTo>
                  <a:lnTo>
                    <a:pt x="745526" y="330627"/>
                  </a:lnTo>
                  <a:lnTo>
                    <a:pt x="703834" y="349425"/>
                  </a:lnTo>
                  <a:close/>
                  <a:moveTo>
                    <a:pt x="820285" y="300565"/>
                  </a:moveTo>
                  <a:lnTo>
                    <a:pt x="745526" y="330627"/>
                  </a:lnTo>
                  <a:lnTo>
                    <a:pt x="777355" y="314733"/>
                  </a:lnTo>
                  <a:close/>
                  <a:moveTo>
                    <a:pt x="1052607" y="705108"/>
                  </a:moveTo>
                  <a:lnTo>
                    <a:pt x="1056951" y="651871"/>
                  </a:lnTo>
                  <a:lnTo>
                    <a:pt x="1055122" y="654547"/>
                  </a:lnTo>
                  <a:close/>
                  <a:moveTo>
                    <a:pt x="1055178" y="653571"/>
                  </a:moveTo>
                  <a:lnTo>
                    <a:pt x="1055122" y="654547"/>
                  </a:lnTo>
                  <a:lnTo>
                    <a:pt x="1056951" y="651871"/>
                  </a:lnTo>
                  <a:close/>
                  <a:moveTo>
                    <a:pt x="820285" y="300565"/>
                  </a:moveTo>
                  <a:lnTo>
                    <a:pt x="777355" y="314733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03191" y="300956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28503" y="303876"/>
                  </a:lnTo>
                  <a:lnTo>
                    <a:pt x="903191" y="300956"/>
                  </a:lnTo>
                  <a:close/>
                  <a:moveTo>
                    <a:pt x="1125890" y="339762"/>
                  </a:moveTo>
                  <a:lnTo>
                    <a:pt x="1060042" y="347700"/>
                  </a:lnTo>
                  <a:lnTo>
                    <a:pt x="1046678" y="353176"/>
                  </a:lnTo>
                  <a:close/>
                  <a:moveTo>
                    <a:pt x="1125890" y="339762"/>
                  </a:moveTo>
                  <a:lnTo>
                    <a:pt x="1046678" y="353176"/>
                  </a:lnTo>
                  <a:lnTo>
                    <a:pt x="1081269" y="347608"/>
                  </a:lnTo>
                  <a:close/>
                  <a:moveTo>
                    <a:pt x="1395985" y="252440"/>
                  </a:moveTo>
                  <a:lnTo>
                    <a:pt x="1397088" y="250321"/>
                  </a:lnTo>
                  <a:lnTo>
                    <a:pt x="1340442" y="259613"/>
                  </a:lnTo>
                  <a:close/>
                  <a:moveTo>
                    <a:pt x="1395985" y="252440"/>
                  </a:moveTo>
                  <a:lnTo>
                    <a:pt x="1340442" y="259613"/>
                  </a:lnTo>
                  <a:lnTo>
                    <a:pt x="1397922" y="253438"/>
                  </a:lnTo>
                  <a:close/>
                  <a:moveTo>
                    <a:pt x="1340442" y="259613"/>
                  </a:moveTo>
                  <a:lnTo>
                    <a:pt x="1360474" y="288102"/>
                  </a:lnTo>
                  <a:lnTo>
                    <a:pt x="1397922" y="253438"/>
                  </a:lnTo>
                  <a:close/>
                  <a:moveTo>
                    <a:pt x="1395985" y="252440"/>
                  </a:moveTo>
                  <a:lnTo>
                    <a:pt x="1399265" y="251325"/>
                  </a:lnTo>
                  <a:lnTo>
                    <a:pt x="1397088" y="250321"/>
                  </a:lnTo>
                  <a:close/>
                  <a:moveTo>
                    <a:pt x="1395985" y="252440"/>
                  </a:moveTo>
                  <a:lnTo>
                    <a:pt x="1397922" y="253438"/>
                  </a:lnTo>
                  <a:lnTo>
                    <a:pt x="1399265" y="251325"/>
                  </a:lnTo>
                  <a:close/>
                  <a:moveTo>
                    <a:pt x="1423236" y="293027"/>
                  </a:moveTo>
                  <a:lnTo>
                    <a:pt x="1399265" y="251325"/>
                  </a:lnTo>
                  <a:lnTo>
                    <a:pt x="1397922" y="253438"/>
                  </a:lnTo>
                  <a:close/>
                  <a:moveTo>
                    <a:pt x="1467162" y="232556"/>
                  </a:moveTo>
                  <a:lnTo>
                    <a:pt x="1399265" y="251325"/>
                  </a:lnTo>
                  <a:lnTo>
                    <a:pt x="1423236" y="293027"/>
                  </a:lnTo>
                  <a:close/>
                  <a:moveTo>
                    <a:pt x="1399265" y="251325"/>
                  </a:moveTo>
                  <a:lnTo>
                    <a:pt x="1467162" y="232556"/>
                  </a:lnTo>
                  <a:lnTo>
                    <a:pt x="1397088" y="250321"/>
                  </a:lnTo>
                  <a:close/>
                  <a:moveTo>
                    <a:pt x="1397088" y="250321"/>
                  </a:moveTo>
                  <a:lnTo>
                    <a:pt x="1468526" y="207840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97088" y="250321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39163" y="199788"/>
                  </a:lnTo>
                  <a:lnTo>
                    <a:pt x="1397088" y="250321"/>
                  </a:lnTo>
                  <a:close/>
                  <a:moveTo>
                    <a:pt x="1355937" y="124158"/>
                  </a:moveTo>
                  <a:lnTo>
                    <a:pt x="1339163" y="199788"/>
                  </a:lnTo>
                  <a:lnTo>
                    <a:pt x="1407926" y="175694"/>
                  </a:lnTo>
                  <a:close/>
                  <a:moveTo>
                    <a:pt x="1466137" y="170647"/>
                  </a:moveTo>
                  <a:lnTo>
                    <a:pt x="1415436" y="173883"/>
                  </a:lnTo>
                  <a:lnTo>
                    <a:pt x="1415366" y="183759"/>
                  </a:lnTo>
                  <a:close/>
                  <a:moveTo>
                    <a:pt x="1402463" y="58944"/>
                  </a:moveTo>
                  <a:lnTo>
                    <a:pt x="1351522" y="62376"/>
                  </a:lnTo>
                  <a:lnTo>
                    <a:pt x="1410568" y="115098"/>
                  </a:lnTo>
                  <a:close/>
                  <a:moveTo>
                    <a:pt x="1351522" y="62376"/>
                  </a:moveTo>
                  <a:lnTo>
                    <a:pt x="1402463" y="58944"/>
                  </a:lnTo>
                  <a:lnTo>
                    <a:pt x="1392671" y="4162"/>
                  </a:lnTo>
                  <a:close/>
                  <a:moveTo>
                    <a:pt x="1402463" y="58944"/>
                  </a:moveTo>
                  <a:lnTo>
                    <a:pt x="1444511" y="0"/>
                  </a:lnTo>
                  <a:lnTo>
                    <a:pt x="1392671" y="416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6" name="Output_density__4325">
              <a:extLst>
                <a:ext uri="{FF2B5EF4-FFF2-40B4-BE49-F238E27FC236}">
                  <a16:creationId xmlns:a16="http://schemas.microsoft.com/office/drawing/2014/main" id="{C6531F86-B917-BE53-476A-4064EB683721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45943"/>
              <a:ext cx="1444319" cy="812459"/>
            </a:xfrm>
            <a:custGeom>
              <a:avLst/>
              <a:gdLst/>
              <a:ahLst/>
              <a:cxnLst/>
              <a:rect l="0" t="0" r="0" b="0"/>
              <a:pathLst>
                <a:path w="1444319" h="812459">
                  <a:moveTo>
                    <a:pt x="227672" y="797796"/>
                  </a:moveTo>
                  <a:lnTo>
                    <a:pt x="260374" y="810286"/>
                  </a:lnTo>
                  <a:lnTo>
                    <a:pt x="284489" y="775475"/>
                  </a:lnTo>
                  <a:close/>
                  <a:moveTo>
                    <a:pt x="284489" y="775475"/>
                  </a:moveTo>
                  <a:lnTo>
                    <a:pt x="319408" y="785069"/>
                  </a:lnTo>
                  <a:lnTo>
                    <a:pt x="286451" y="772883"/>
                  </a:lnTo>
                  <a:close/>
                  <a:moveTo>
                    <a:pt x="187203" y="628356"/>
                  </a:moveTo>
                  <a:lnTo>
                    <a:pt x="144881" y="624780"/>
                  </a:lnTo>
                  <a:lnTo>
                    <a:pt x="202774" y="678439"/>
                  </a:lnTo>
                  <a:close/>
                  <a:moveTo>
                    <a:pt x="10525" y="516019"/>
                  </a:moveTo>
                  <a:lnTo>
                    <a:pt x="0" y="535497"/>
                  </a:lnTo>
                  <a:lnTo>
                    <a:pt x="6243" y="536041"/>
                  </a:lnTo>
                  <a:close/>
                  <a:moveTo>
                    <a:pt x="10525" y="516019"/>
                  </a:moveTo>
                  <a:lnTo>
                    <a:pt x="6243" y="536041"/>
                  </a:lnTo>
                  <a:lnTo>
                    <a:pt x="42919" y="561063"/>
                  </a:lnTo>
                  <a:close/>
                  <a:moveTo>
                    <a:pt x="286451" y="772883"/>
                  </a:moveTo>
                  <a:lnTo>
                    <a:pt x="329547" y="759335"/>
                  </a:lnTo>
                  <a:lnTo>
                    <a:pt x="354053" y="716059"/>
                  </a:lnTo>
                  <a:close/>
                  <a:moveTo>
                    <a:pt x="99034" y="411082"/>
                  </a:moveTo>
                  <a:lnTo>
                    <a:pt x="90823" y="388852"/>
                  </a:lnTo>
                  <a:lnTo>
                    <a:pt x="97590" y="440388"/>
                  </a:lnTo>
                  <a:close/>
                  <a:moveTo>
                    <a:pt x="223703" y="661425"/>
                  </a:moveTo>
                  <a:lnTo>
                    <a:pt x="211902" y="646534"/>
                  </a:lnTo>
                  <a:lnTo>
                    <a:pt x="156584" y="615266"/>
                  </a:lnTo>
                  <a:close/>
                  <a:moveTo>
                    <a:pt x="481012" y="604166"/>
                  </a:moveTo>
                  <a:lnTo>
                    <a:pt x="484177" y="583419"/>
                  </a:lnTo>
                  <a:lnTo>
                    <a:pt x="441284" y="597727"/>
                  </a:lnTo>
                  <a:close/>
                  <a:moveTo>
                    <a:pt x="262497" y="354154"/>
                  </a:moveTo>
                  <a:lnTo>
                    <a:pt x="251040" y="340664"/>
                  </a:lnTo>
                  <a:lnTo>
                    <a:pt x="199107" y="304964"/>
                  </a:lnTo>
                  <a:close/>
                  <a:moveTo>
                    <a:pt x="444271" y="533311"/>
                  </a:moveTo>
                  <a:lnTo>
                    <a:pt x="462149" y="501060"/>
                  </a:lnTo>
                  <a:lnTo>
                    <a:pt x="446431" y="471180"/>
                  </a:lnTo>
                  <a:close/>
                  <a:moveTo>
                    <a:pt x="407655" y="368106"/>
                  </a:moveTo>
                  <a:lnTo>
                    <a:pt x="411462" y="371755"/>
                  </a:lnTo>
                  <a:lnTo>
                    <a:pt x="413525" y="359038"/>
                  </a:lnTo>
                  <a:close/>
                  <a:moveTo>
                    <a:pt x="419839" y="382644"/>
                  </a:moveTo>
                  <a:lnTo>
                    <a:pt x="411462" y="371755"/>
                  </a:lnTo>
                  <a:lnTo>
                    <a:pt x="407655" y="368106"/>
                  </a:lnTo>
                  <a:close/>
                  <a:moveTo>
                    <a:pt x="251040" y="340664"/>
                  </a:moveTo>
                  <a:lnTo>
                    <a:pt x="289418" y="379279"/>
                  </a:lnTo>
                  <a:lnTo>
                    <a:pt x="268214" y="316570"/>
                  </a:lnTo>
                  <a:close/>
                  <a:moveTo>
                    <a:pt x="768396" y="812459"/>
                  </a:moveTo>
                  <a:lnTo>
                    <a:pt x="845680" y="791836"/>
                  </a:lnTo>
                  <a:lnTo>
                    <a:pt x="801145" y="800000"/>
                  </a:lnTo>
                  <a:close/>
                  <a:moveTo>
                    <a:pt x="407655" y="368106"/>
                  </a:moveTo>
                  <a:lnTo>
                    <a:pt x="390763" y="350601"/>
                  </a:lnTo>
                  <a:lnTo>
                    <a:pt x="419839" y="382644"/>
                  </a:lnTo>
                  <a:close/>
                  <a:moveTo>
                    <a:pt x="414912" y="306208"/>
                  </a:moveTo>
                  <a:lnTo>
                    <a:pt x="407655" y="368106"/>
                  </a:lnTo>
                  <a:lnTo>
                    <a:pt x="413525" y="359038"/>
                  </a:lnTo>
                  <a:close/>
                  <a:moveTo>
                    <a:pt x="390763" y="350601"/>
                  </a:moveTo>
                  <a:lnTo>
                    <a:pt x="407655" y="368106"/>
                  </a:lnTo>
                  <a:lnTo>
                    <a:pt x="414912" y="306208"/>
                  </a:lnTo>
                  <a:close/>
                  <a:moveTo>
                    <a:pt x="856902" y="704768"/>
                  </a:moveTo>
                  <a:lnTo>
                    <a:pt x="856767" y="739566"/>
                  </a:lnTo>
                  <a:lnTo>
                    <a:pt x="856952" y="756305"/>
                  </a:lnTo>
                  <a:close/>
                  <a:moveTo>
                    <a:pt x="899515" y="683537"/>
                  </a:moveTo>
                  <a:lnTo>
                    <a:pt x="856767" y="739566"/>
                  </a:lnTo>
                  <a:lnTo>
                    <a:pt x="856902" y="704768"/>
                  </a:lnTo>
                  <a:close/>
                  <a:moveTo>
                    <a:pt x="777609" y="577107"/>
                  </a:moveTo>
                  <a:lnTo>
                    <a:pt x="766440" y="577602"/>
                  </a:lnTo>
                  <a:lnTo>
                    <a:pt x="727173" y="580731"/>
                  </a:lnTo>
                  <a:close/>
                  <a:moveTo>
                    <a:pt x="727173" y="580731"/>
                  </a:moveTo>
                  <a:lnTo>
                    <a:pt x="692999" y="545770"/>
                  </a:lnTo>
                  <a:lnTo>
                    <a:pt x="777609" y="577107"/>
                  </a:lnTo>
                  <a:close/>
                  <a:moveTo>
                    <a:pt x="887007" y="676550"/>
                  </a:moveTo>
                  <a:lnTo>
                    <a:pt x="908480" y="672764"/>
                  </a:lnTo>
                  <a:lnTo>
                    <a:pt x="920273" y="656581"/>
                  </a:lnTo>
                  <a:close/>
                  <a:moveTo>
                    <a:pt x="941599" y="656581"/>
                  </a:moveTo>
                  <a:lnTo>
                    <a:pt x="908480" y="672764"/>
                  </a:lnTo>
                  <a:lnTo>
                    <a:pt x="899515" y="683537"/>
                  </a:lnTo>
                  <a:close/>
                  <a:moveTo>
                    <a:pt x="908480" y="672764"/>
                  </a:moveTo>
                  <a:lnTo>
                    <a:pt x="941599" y="656581"/>
                  </a:lnTo>
                  <a:lnTo>
                    <a:pt x="926560" y="649756"/>
                  </a:lnTo>
                  <a:close/>
                  <a:moveTo>
                    <a:pt x="920273" y="656581"/>
                  </a:moveTo>
                  <a:lnTo>
                    <a:pt x="908480" y="672764"/>
                  </a:lnTo>
                  <a:lnTo>
                    <a:pt x="926560" y="649756"/>
                  </a:lnTo>
                  <a:close/>
                  <a:moveTo>
                    <a:pt x="941599" y="656581"/>
                  </a:moveTo>
                  <a:lnTo>
                    <a:pt x="1002376" y="697153"/>
                  </a:lnTo>
                  <a:lnTo>
                    <a:pt x="983328" y="649896"/>
                  </a:lnTo>
                  <a:close/>
                  <a:moveTo>
                    <a:pt x="983328" y="649896"/>
                  </a:moveTo>
                  <a:lnTo>
                    <a:pt x="993408" y="708118"/>
                  </a:lnTo>
                  <a:lnTo>
                    <a:pt x="995213" y="656581"/>
                  </a:lnTo>
                  <a:close/>
                  <a:moveTo>
                    <a:pt x="983328" y="649896"/>
                  </a:moveTo>
                  <a:lnTo>
                    <a:pt x="995213" y="656581"/>
                  </a:lnTo>
                  <a:lnTo>
                    <a:pt x="1026236" y="590252"/>
                  </a:lnTo>
                  <a:close/>
                  <a:moveTo>
                    <a:pt x="977481" y="591906"/>
                  </a:moveTo>
                  <a:lnTo>
                    <a:pt x="983328" y="649896"/>
                  </a:lnTo>
                  <a:lnTo>
                    <a:pt x="1026236" y="590252"/>
                  </a:lnTo>
                  <a:close/>
                  <a:moveTo>
                    <a:pt x="783174" y="384957"/>
                  </a:moveTo>
                  <a:lnTo>
                    <a:pt x="812290" y="426341"/>
                  </a:lnTo>
                  <a:lnTo>
                    <a:pt x="844107" y="436144"/>
                  </a:lnTo>
                  <a:close/>
                  <a:moveTo>
                    <a:pt x="783174" y="384957"/>
                  </a:moveTo>
                  <a:lnTo>
                    <a:pt x="780518" y="324372"/>
                  </a:lnTo>
                  <a:lnTo>
                    <a:pt x="776833" y="374804"/>
                  </a:lnTo>
                  <a:close/>
                  <a:moveTo>
                    <a:pt x="1037080" y="518693"/>
                  </a:moveTo>
                  <a:lnTo>
                    <a:pt x="984720" y="529414"/>
                  </a:lnTo>
                  <a:lnTo>
                    <a:pt x="971994" y="510050"/>
                  </a:lnTo>
                  <a:close/>
                  <a:moveTo>
                    <a:pt x="1008999" y="338829"/>
                  </a:moveTo>
                  <a:lnTo>
                    <a:pt x="1011140" y="326616"/>
                  </a:lnTo>
                  <a:lnTo>
                    <a:pt x="991888" y="314631"/>
                  </a:lnTo>
                  <a:close/>
                  <a:moveTo>
                    <a:pt x="1201264" y="202798"/>
                  </a:moveTo>
                  <a:lnTo>
                    <a:pt x="1181240" y="228754"/>
                  </a:lnTo>
                  <a:lnTo>
                    <a:pt x="1212025" y="208955"/>
                  </a:lnTo>
                  <a:close/>
                  <a:moveTo>
                    <a:pt x="1172610" y="226891"/>
                  </a:moveTo>
                  <a:lnTo>
                    <a:pt x="1201264" y="202798"/>
                  </a:lnTo>
                  <a:lnTo>
                    <a:pt x="1131827" y="218684"/>
                  </a:lnTo>
                  <a:close/>
                  <a:moveTo>
                    <a:pt x="1212025" y="208955"/>
                  </a:moveTo>
                  <a:lnTo>
                    <a:pt x="1181240" y="228754"/>
                  </a:lnTo>
                  <a:lnTo>
                    <a:pt x="1261449" y="219066"/>
                  </a:lnTo>
                  <a:close/>
                  <a:moveTo>
                    <a:pt x="1261449" y="219066"/>
                  </a:moveTo>
                  <a:lnTo>
                    <a:pt x="1291490" y="196483"/>
                  </a:lnTo>
                  <a:lnTo>
                    <a:pt x="1212025" y="208955"/>
                  </a:lnTo>
                  <a:close/>
                  <a:moveTo>
                    <a:pt x="1261449" y="219066"/>
                  </a:moveTo>
                  <a:lnTo>
                    <a:pt x="1312684" y="235950"/>
                  </a:lnTo>
                  <a:lnTo>
                    <a:pt x="1343279" y="215440"/>
                  </a:lnTo>
                  <a:close/>
                  <a:moveTo>
                    <a:pt x="1291490" y="196483"/>
                  </a:moveTo>
                  <a:lnTo>
                    <a:pt x="1261449" y="219066"/>
                  </a:lnTo>
                  <a:lnTo>
                    <a:pt x="1343279" y="215440"/>
                  </a:lnTo>
                  <a:close/>
                  <a:moveTo>
                    <a:pt x="1408057" y="156034"/>
                  </a:moveTo>
                  <a:lnTo>
                    <a:pt x="1343279" y="215440"/>
                  </a:lnTo>
                  <a:lnTo>
                    <a:pt x="1390525" y="217406"/>
                  </a:lnTo>
                  <a:close/>
                  <a:moveTo>
                    <a:pt x="1408057" y="156034"/>
                  </a:moveTo>
                  <a:lnTo>
                    <a:pt x="1435002" y="172111"/>
                  </a:lnTo>
                  <a:lnTo>
                    <a:pt x="1406888" y="143687"/>
                  </a:lnTo>
                  <a:close/>
                  <a:moveTo>
                    <a:pt x="1252236" y="24094"/>
                  </a:moveTo>
                  <a:lnTo>
                    <a:pt x="1277329" y="0"/>
                  </a:lnTo>
                  <a:lnTo>
                    <a:pt x="1244816" y="21977"/>
                  </a:lnTo>
                  <a:close/>
                  <a:moveTo>
                    <a:pt x="1444319" y="101794"/>
                  </a:moveTo>
                  <a:lnTo>
                    <a:pt x="1406888" y="143687"/>
                  </a:lnTo>
                  <a:lnTo>
                    <a:pt x="1443640" y="10642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7" name="Output_density__4326">
              <a:extLst>
                <a:ext uri="{FF2B5EF4-FFF2-40B4-BE49-F238E27FC236}">
                  <a16:creationId xmlns:a16="http://schemas.microsoft.com/office/drawing/2014/main" id="{4A24DDDE-DE84-121F-676D-61DFBDF94B2A}"/>
                </a:ext>
              </a:extLst>
            </p:cNvPr>
            <p:cNvSpPr>
              <a:spLocks noGrp="1"/>
            </p:cNvSpPr>
            <p:nvPr/>
          </p:nvSpPr>
          <p:spPr>
            <a:xfrm>
              <a:off x="14841547" y="2507174"/>
              <a:ext cx="1492034" cy="951227"/>
            </a:xfrm>
            <a:custGeom>
              <a:avLst/>
              <a:gdLst/>
              <a:ahLst/>
              <a:cxnLst/>
              <a:rect l="0" t="0" r="0" b="0"/>
              <a:pathLst>
                <a:path w="1492034" h="951227">
                  <a:moveTo>
                    <a:pt x="268441" y="936564"/>
                  </a:moveTo>
                  <a:lnTo>
                    <a:pt x="325257" y="914244"/>
                  </a:lnTo>
                  <a:lnTo>
                    <a:pt x="246290" y="918645"/>
                  </a:lnTo>
                  <a:close/>
                  <a:moveTo>
                    <a:pt x="246290" y="918645"/>
                  </a:moveTo>
                  <a:lnTo>
                    <a:pt x="325257" y="914244"/>
                  </a:lnTo>
                  <a:lnTo>
                    <a:pt x="327219" y="911651"/>
                  </a:lnTo>
                  <a:close/>
                  <a:moveTo>
                    <a:pt x="173874" y="822571"/>
                  </a:moveTo>
                  <a:lnTo>
                    <a:pt x="185650" y="763549"/>
                  </a:lnTo>
                  <a:lnTo>
                    <a:pt x="122872" y="781955"/>
                  </a:lnTo>
                  <a:close/>
                  <a:moveTo>
                    <a:pt x="122872" y="781955"/>
                  </a:moveTo>
                  <a:lnTo>
                    <a:pt x="185650" y="763549"/>
                  </a:lnTo>
                  <a:lnTo>
                    <a:pt x="154541" y="750288"/>
                  </a:lnTo>
                  <a:close/>
                  <a:moveTo>
                    <a:pt x="0" y="627345"/>
                  </a:moveTo>
                  <a:lnTo>
                    <a:pt x="40768" y="674265"/>
                  </a:lnTo>
                  <a:lnTo>
                    <a:pt x="51293" y="654788"/>
                  </a:lnTo>
                  <a:close/>
                  <a:moveTo>
                    <a:pt x="347415" y="852259"/>
                  </a:moveTo>
                  <a:lnTo>
                    <a:pt x="327219" y="911651"/>
                  </a:lnTo>
                  <a:lnTo>
                    <a:pt x="394821" y="854827"/>
                  </a:lnTo>
                  <a:close/>
                  <a:moveTo>
                    <a:pt x="394821" y="854827"/>
                  </a:moveTo>
                  <a:lnTo>
                    <a:pt x="370315" y="898103"/>
                  </a:lnTo>
                  <a:lnTo>
                    <a:pt x="446164" y="872111"/>
                  </a:lnTo>
                  <a:close/>
                  <a:moveTo>
                    <a:pt x="300958" y="745770"/>
                  </a:moveTo>
                  <a:lnTo>
                    <a:pt x="263035" y="809397"/>
                  </a:lnTo>
                  <a:lnTo>
                    <a:pt x="264471" y="800194"/>
                  </a:lnTo>
                  <a:close/>
                  <a:moveTo>
                    <a:pt x="463170" y="815345"/>
                  </a:moveTo>
                  <a:lnTo>
                    <a:pt x="446164" y="872111"/>
                  </a:lnTo>
                  <a:lnTo>
                    <a:pt x="507528" y="812746"/>
                  </a:lnTo>
                  <a:close/>
                  <a:moveTo>
                    <a:pt x="408610" y="821719"/>
                  </a:moveTo>
                  <a:lnTo>
                    <a:pt x="347415" y="85225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355973" y="826530"/>
                  </a:lnTo>
                  <a:lnTo>
                    <a:pt x="347415" y="852259"/>
                  </a:lnTo>
                  <a:close/>
                  <a:moveTo>
                    <a:pt x="415747" y="798166"/>
                  </a:moveTo>
                  <a:lnTo>
                    <a:pt x="365492" y="761209"/>
                  </a:lnTo>
                  <a:lnTo>
                    <a:pt x="408610" y="821719"/>
                  </a:lnTo>
                  <a:close/>
                  <a:moveTo>
                    <a:pt x="463170" y="815345"/>
                  </a:moveTo>
                  <a:lnTo>
                    <a:pt x="394821" y="854827"/>
                  </a:lnTo>
                  <a:lnTo>
                    <a:pt x="446164" y="872111"/>
                  </a:lnTo>
                  <a:close/>
                  <a:moveTo>
                    <a:pt x="463170" y="815345"/>
                  </a:moveTo>
                  <a:lnTo>
                    <a:pt x="408610" y="82171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463170" y="815345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465195" y="808368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507528" y="81274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465195" y="808368"/>
                  </a:lnTo>
                  <a:lnTo>
                    <a:pt x="513957" y="812038"/>
                  </a:lnTo>
                  <a:close/>
                  <a:moveTo>
                    <a:pt x="521781" y="742935"/>
                  </a:moveTo>
                  <a:lnTo>
                    <a:pt x="482109" y="737205"/>
                  </a:lnTo>
                  <a:lnTo>
                    <a:pt x="513957" y="812038"/>
                  </a:lnTo>
                  <a:close/>
                  <a:moveTo>
                    <a:pt x="482109" y="737205"/>
                  </a:moveTo>
                  <a:lnTo>
                    <a:pt x="415747" y="79816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521781" y="742935"/>
                  </a:lnTo>
                  <a:lnTo>
                    <a:pt x="482053" y="736495"/>
                  </a:lnTo>
                  <a:close/>
                  <a:moveTo>
                    <a:pt x="291809" y="479433"/>
                  </a:moveTo>
                  <a:lnTo>
                    <a:pt x="303265" y="492923"/>
                  </a:lnTo>
                  <a:lnTo>
                    <a:pt x="330187" y="518048"/>
                  </a:lnTo>
                  <a:close/>
                  <a:moveTo>
                    <a:pt x="436883" y="685579"/>
                  </a:moveTo>
                  <a:lnTo>
                    <a:pt x="485039" y="672079"/>
                  </a:lnTo>
                  <a:lnTo>
                    <a:pt x="485744" y="615394"/>
                  </a:lnTo>
                  <a:close/>
                  <a:moveTo>
                    <a:pt x="415382" y="661901"/>
                  </a:moveTo>
                  <a:lnTo>
                    <a:pt x="436883" y="685579"/>
                  </a:lnTo>
                  <a:lnTo>
                    <a:pt x="485744" y="615394"/>
                  </a:lnTo>
                  <a:close/>
                  <a:moveTo>
                    <a:pt x="529004" y="674319"/>
                  </a:moveTo>
                  <a:lnTo>
                    <a:pt x="482053" y="736495"/>
                  </a:lnTo>
                  <a:lnTo>
                    <a:pt x="524945" y="722187"/>
                  </a:lnTo>
                  <a:close/>
                  <a:moveTo>
                    <a:pt x="529004" y="674319"/>
                  </a:moveTo>
                  <a:lnTo>
                    <a:pt x="485039" y="672079"/>
                  </a:lnTo>
                  <a:lnTo>
                    <a:pt x="482053" y="736495"/>
                  </a:lnTo>
                  <a:close/>
                  <a:moveTo>
                    <a:pt x="529004" y="674319"/>
                  </a:moveTo>
                  <a:lnTo>
                    <a:pt x="502917" y="639829"/>
                  </a:lnTo>
                  <a:lnTo>
                    <a:pt x="485039" y="672079"/>
                  </a:lnTo>
                  <a:close/>
                  <a:moveTo>
                    <a:pt x="330187" y="518048"/>
                  </a:moveTo>
                  <a:lnTo>
                    <a:pt x="343832" y="530969"/>
                  </a:lnTo>
                  <a:lnTo>
                    <a:pt x="358235" y="510976"/>
                  </a:lnTo>
                  <a:close/>
                  <a:moveTo>
                    <a:pt x="781264" y="919168"/>
                  </a:moveTo>
                  <a:lnTo>
                    <a:pt x="785291" y="931606"/>
                  </a:lnTo>
                  <a:lnTo>
                    <a:pt x="809164" y="951227"/>
                  </a:lnTo>
                  <a:close/>
                  <a:moveTo>
                    <a:pt x="803280" y="895074"/>
                  </a:moveTo>
                  <a:lnTo>
                    <a:pt x="809164" y="951227"/>
                  </a:lnTo>
                  <a:lnTo>
                    <a:pt x="841913" y="938769"/>
                  </a:lnTo>
                  <a:close/>
                  <a:moveTo>
                    <a:pt x="414509" y="440466"/>
                  </a:moveTo>
                  <a:lnTo>
                    <a:pt x="431531" y="489370"/>
                  </a:lnTo>
                  <a:lnTo>
                    <a:pt x="455681" y="444976"/>
                  </a:lnTo>
                  <a:close/>
                  <a:moveTo>
                    <a:pt x="733768" y="684539"/>
                  </a:moveTo>
                  <a:lnTo>
                    <a:pt x="742797" y="688927"/>
                  </a:lnTo>
                  <a:lnTo>
                    <a:pt x="818378" y="715876"/>
                  </a:lnTo>
                  <a:close/>
                  <a:moveTo>
                    <a:pt x="818378" y="715876"/>
                  </a:moveTo>
                  <a:lnTo>
                    <a:pt x="829920" y="644351"/>
                  </a:lnTo>
                  <a:lnTo>
                    <a:pt x="807208" y="716370"/>
                  </a:lnTo>
                  <a:close/>
                  <a:moveTo>
                    <a:pt x="807208" y="716370"/>
                  </a:moveTo>
                  <a:lnTo>
                    <a:pt x="829920" y="644351"/>
                  </a:lnTo>
                  <a:lnTo>
                    <a:pt x="822785" y="640740"/>
                  </a:lnTo>
                  <a:close/>
                  <a:moveTo>
                    <a:pt x="829920" y="644351"/>
                  </a:moveTo>
                  <a:lnTo>
                    <a:pt x="818378" y="715876"/>
                  </a:lnTo>
                  <a:lnTo>
                    <a:pt x="841755" y="640740"/>
                  </a:lnTo>
                  <a:close/>
                  <a:moveTo>
                    <a:pt x="829920" y="644351"/>
                  </a:moveTo>
                  <a:lnTo>
                    <a:pt x="841755" y="640740"/>
                  </a:lnTo>
                  <a:lnTo>
                    <a:pt x="832566" y="634025"/>
                  </a:lnTo>
                  <a:close/>
                  <a:moveTo>
                    <a:pt x="822785" y="640740"/>
                  </a:moveTo>
                  <a:lnTo>
                    <a:pt x="829920" y="644351"/>
                  </a:lnTo>
                  <a:lnTo>
                    <a:pt x="832566" y="634025"/>
                  </a:lnTo>
                  <a:close/>
                  <a:moveTo>
                    <a:pt x="1024096" y="788664"/>
                  </a:moveTo>
                  <a:lnTo>
                    <a:pt x="967328" y="788525"/>
                  </a:lnTo>
                  <a:lnTo>
                    <a:pt x="982367" y="795350"/>
                  </a:lnTo>
                  <a:close/>
                  <a:moveTo>
                    <a:pt x="969732" y="732137"/>
                  </a:moveTo>
                  <a:lnTo>
                    <a:pt x="967328" y="788525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969732" y="732137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1021842" y="682764"/>
                  </a:lnTo>
                  <a:lnTo>
                    <a:pt x="969732" y="732137"/>
                  </a:lnTo>
                  <a:close/>
                  <a:moveTo>
                    <a:pt x="841755" y="640740"/>
                  </a:moveTo>
                  <a:lnTo>
                    <a:pt x="867805" y="692277"/>
                  </a:lnTo>
                  <a:lnTo>
                    <a:pt x="907258" y="682202"/>
                  </a:lnTo>
                  <a:close/>
                  <a:moveTo>
                    <a:pt x="884875" y="574913"/>
                  </a:moveTo>
                  <a:lnTo>
                    <a:pt x="853058" y="565109"/>
                  </a:lnTo>
                  <a:lnTo>
                    <a:pt x="832566" y="634025"/>
                  </a:lnTo>
                  <a:close/>
                  <a:moveTo>
                    <a:pt x="880165" y="516000"/>
                  </a:moveTo>
                  <a:lnTo>
                    <a:pt x="821287" y="463141"/>
                  </a:lnTo>
                  <a:lnTo>
                    <a:pt x="823942" y="523726"/>
                  </a:lnTo>
                  <a:close/>
                  <a:moveTo>
                    <a:pt x="821287" y="463141"/>
                  </a:moveTo>
                  <a:lnTo>
                    <a:pt x="813677" y="462036"/>
                  </a:lnTo>
                  <a:lnTo>
                    <a:pt x="817601" y="513573"/>
                  </a:lnTo>
                  <a:close/>
                  <a:moveTo>
                    <a:pt x="1005420" y="703123"/>
                  </a:moveTo>
                  <a:lnTo>
                    <a:pt x="1021842" y="682764"/>
                  </a:lnTo>
                  <a:lnTo>
                    <a:pt x="1039201" y="713642"/>
                  </a:lnTo>
                  <a:close/>
                  <a:moveTo>
                    <a:pt x="1021842" y="682764"/>
                  </a:moveTo>
                  <a:lnTo>
                    <a:pt x="1025488" y="668183"/>
                  </a:lnTo>
                  <a:lnTo>
                    <a:pt x="1039201" y="713642"/>
                  </a:lnTo>
                  <a:close/>
                  <a:moveTo>
                    <a:pt x="1034112" y="592552"/>
                  </a:moveTo>
                  <a:lnTo>
                    <a:pt x="1022230" y="616646"/>
                  </a:lnTo>
                  <a:lnTo>
                    <a:pt x="1077848" y="657462"/>
                  </a:lnTo>
                  <a:close/>
                  <a:moveTo>
                    <a:pt x="1012763" y="648819"/>
                  </a:moveTo>
                  <a:lnTo>
                    <a:pt x="1034055" y="593528"/>
                  </a:lnTo>
                  <a:lnTo>
                    <a:pt x="1077848" y="657462"/>
                  </a:lnTo>
                  <a:close/>
                  <a:moveTo>
                    <a:pt x="944191" y="501930"/>
                  </a:moveTo>
                  <a:lnTo>
                    <a:pt x="997305" y="496731"/>
                  </a:lnTo>
                  <a:lnTo>
                    <a:pt x="952504" y="463298"/>
                  </a:lnTo>
                  <a:close/>
                  <a:moveTo>
                    <a:pt x="997305" y="496731"/>
                  </a:moveTo>
                  <a:lnTo>
                    <a:pt x="1002716" y="476358"/>
                  </a:lnTo>
                  <a:lnTo>
                    <a:pt x="952504" y="463298"/>
                  </a:lnTo>
                  <a:close/>
                  <a:moveTo>
                    <a:pt x="900260" y="442643"/>
                  </a:moveTo>
                  <a:lnTo>
                    <a:pt x="974044" y="413848"/>
                  </a:lnTo>
                  <a:lnTo>
                    <a:pt x="901471" y="435935"/>
                  </a:lnTo>
                  <a:close/>
                  <a:moveTo>
                    <a:pt x="975691" y="415092"/>
                  </a:moveTo>
                  <a:lnTo>
                    <a:pt x="974044" y="413848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975691" y="415092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1002716" y="476358"/>
                  </a:lnTo>
                  <a:lnTo>
                    <a:pt x="1032657" y="453400"/>
                  </a:lnTo>
                  <a:close/>
                  <a:moveTo>
                    <a:pt x="975691" y="415092"/>
                  </a:moveTo>
                  <a:lnTo>
                    <a:pt x="952504" y="463298"/>
                  </a:lnTo>
                  <a:lnTo>
                    <a:pt x="1032657" y="453400"/>
                  </a:lnTo>
                  <a:close/>
                  <a:moveTo>
                    <a:pt x="1032657" y="453400"/>
                  </a:moveTo>
                  <a:lnTo>
                    <a:pt x="1051908" y="465385"/>
                  </a:lnTo>
                  <a:lnTo>
                    <a:pt x="1043202" y="459418"/>
                  </a:lnTo>
                  <a:close/>
                  <a:moveTo>
                    <a:pt x="1155768" y="365660"/>
                  </a:moveTo>
                  <a:lnTo>
                    <a:pt x="1168629" y="370670"/>
                  </a:lnTo>
                  <a:lnTo>
                    <a:pt x="1172595" y="357452"/>
                  </a:lnTo>
                  <a:close/>
                  <a:moveTo>
                    <a:pt x="1242032" y="341566"/>
                  </a:moveTo>
                  <a:lnTo>
                    <a:pt x="1195908" y="309717"/>
                  </a:lnTo>
                  <a:lnTo>
                    <a:pt x="1172595" y="357452"/>
                  </a:lnTo>
                  <a:close/>
                  <a:moveTo>
                    <a:pt x="1448825" y="294803"/>
                  </a:moveTo>
                  <a:lnTo>
                    <a:pt x="1403122" y="293977"/>
                  </a:lnTo>
                  <a:lnTo>
                    <a:pt x="1384048" y="354209"/>
                  </a:lnTo>
                  <a:close/>
                  <a:moveTo>
                    <a:pt x="1448825" y="294803"/>
                  </a:moveTo>
                  <a:lnTo>
                    <a:pt x="1447657" y="282456"/>
                  </a:lnTo>
                  <a:lnTo>
                    <a:pt x="1403139" y="290691"/>
                  </a:lnTo>
                  <a:close/>
                  <a:moveTo>
                    <a:pt x="1254079" y="150953"/>
                  </a:moveTo>
                  <a:lnTo>
                    <a:pt x="1287314" y="167215"/>
                  </a:lnTo>
                  <a:lnTo>
                    <a:pt x="1278107" y="162863"/>
                  </a:lnTo>
                  <a:close/>
                  <a:moveTo>
                    <a:pt x="1293004" y="162863"/>
                  </a:moveTo>
                  <a:lnTo>
                    <a:pt x="1376022" y="189302"/>
                  </a:lnTo>
                  <a:lnTo>
                    <a:pt x="1318097" y="138769"/>
                  </a:lnTo>
                  <a:close/>
                  <a:moveTo>
                    <a:pt x="1293004" y="162863"/>
                  </a:moveTo>
                  <a:lnTo>
                    <a:pt x="1287314" y="167215"/>
                  </a:lnTo>
                  <a:lnTo>
                    <a:pt x="1319375" y="198594"/>
                  </a:lnTo>
                  <a:close/>
                  <a:moveTo>
                    <a:pt x="1261762" y="111459"/>
                  </a:moveTo>
                  <a:lnTo>
                    <a:pt x="1278107" y="162863"/>
                  </a:lnTo>
                  <a:lnTo>
                    <a:pt x="1285584" y="160746"/>
                  </a:lnTo>
                  <a:close/>
                  <a:moveTo>
                    <a:pt x="1318097" y="138769"/>
                  </a:moveTo>
                  <a:lnTo>
                    <a:pt x="1315029" y="135936"/>
                  </a:lnTo>
                  <a:lnTo>
                    <a:pt x="1285584" y="160746"/>
                  </a:lnTo>
                  <a:close/>
                  <a:moveTo>
                    <a:pt x="1444631" y="235470"/>
                  </a:moveTo>
                  <a:lnTo>
                    <a:pt x="1403139" y="290691"/>
                  </a:lnTo>
                  <a:lnTo>
                    <a:pt x="1447657" y="282456"/>
                  </a:lnTo>
                  <a:close/>
                  <a:moveTo>
                    <a:pt x="1485087" y="240563"/>
                  </a:moveTo>
                  <a:lnTo>
                    <a:pt x="1444631" y="235470"/>
                  </a:lnTo>
                  <a:lnTo>
                    <a:pt x="1447657" y="282456"/>
                  </a:lnTo>
                  <a:close/>
                  <a:moveTo>
                    <a:pt x="1444631" y="235470"/>
                  </a:moveTo>
                  <a:lnTo>
                    <a:pt x="1485087" y="240563"/>
                  </a:lnTo>
                  <a:lnTo>
                    <a:pt x="1492034" y="172172"/>
                  </a:lnTo>
                  <a:close/>
                  <a:moveTo>
                    <a:pt x="1444631" y="235470"/>
                  </a:moveTo>
                  <a:lnTo>
                    <a:pt x="1492034" y="172172"/>
                  </a:lnTo>
                  <a:lnTo>
                    <a:pt x="1446095" y="171537"/>
                  </a:lnTo>
                  <a:close/>
                  <a:moveTo>
                    <a:pt x="1492034" y="172172"/>
                  </a:moveTo>
                  <a:lnTo>
                    <a:pt x="1486010" y="116279"/>
                  </a:lnTo>
                  <a:lnTo>
                    <a:pt x="1447460" y="146821"/>
                  </a:lnTo>
                  <a:close/>
                  <a:moveTo>
                    <a:pt x="1389501" y="54079"/>
                  </a:moveTo>
                  <a:lnTo>
                    <a:pt x="1429688" y="59390"/>
                  </a:lnTo>
                  <a:lnTo>
                    <a:pt x="14255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8" name="Output_density__4327">
              <a:extLst>
                <a:ext uri="{FF2B5EF4-FFF2-40B4-BE49-F238E27FC236}">
                  <a16:creationId xmlns:a16="http://schemas.microsoft.com/office/drawing/2014/main" id="{5D5E7C64-378F-31C5-15AA-E2DF048A341D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513101" cy="1012247"/>
            </a:xfrm>
            <a:custGeom>
              <a:avLst/>
              <a:gdLst/>
              <a:ahLst/>
              <a:cxnLst/>
              <a:rect l="0" t="0" r="0" b="0"/>
              <a:pathLst>
                <a:path w="1513101" h="1012247">
                  <a:moveTo>
                    <a:pt x="267356" y="979664"/>
                  </a:moveTo>
                  <a:lnTo>
                    <a:pt x="348286" y="972670"/>
                  </a:lnTo>
                  <a:lnTo>
                    <a:pt x="288166" y="922572"/>
                  </a:lnTo>
                  <a:close/>
                  <a:moveTo>
                    <a:pt x="206716" y="824568"/>
                  </a:moveTo>
                  <a:lnTo>
                    <a:pt x="194940" y="883590"/>
                  </a:lnTo>
                  <a:lnTo>
                    <a:pt x="264609" y="878227"/>
                  </a:lnTo>
                  <a:close/>
                  <a:moveTo>
                    <a:pt x="40955" y="664270"/>
                  </a:moveTo>
                  <a:lnTo>
                    <a:pt x="21066" y="688364"/>
                  </a:lnTo>
                  <a:lnTo>
                    <a:pt x="72359" y="715807"/>
                  </a:lnTo>
                  <a:close/>
                  <a:moveTo>
                    <a:pt x="40955" y="664270"/>
                  </a:moveTo>
                  <a:lnTo>
                    <a:pt x="0" y="636828"/>
                  </a:lnTo>
                  <a:lnTo>
                    <a:pt x="21066" y="688364"/>
                  </a:lnTo>
                  <a:close/>
                  <a:moveTo>
                    <a:pt x="368481" y="913278"/>
                  </a:moveTo>
                  <a:lnTo>
                    <a:pt x="334234" y="897859"/>
                  </a:lnTo>
                  <a:lnTo>
                    <a:pt x="288166" y="922572"/>
                  </a:lnTo>
                  <a:close/>
                  <a:moveTo>
                    <a:pt x="348286" y="972670"/>
                  </a:moveTo>
                  <a:lnTo>
                    <a:pt x="368481" y="913278"/>
                  </a:lnTo>
                  <a:lnTo>
                    <a:pt x="288166" y="922572"/>
                  </a:lnTo>
                  <a:close/>
                  <a:moveTo>
                    <a:pt x="206435" y="656769"/>
                  </a:moveTo>
                  <a:lnTo>
                    <a:pt x="191072" y="649058"/>
                  </a:lnTo>
                  <a:lnTo>
                    <a:pt x="159425" y="640176"/>
                  </a:lnTo>
                  <a:close/>
                  <a:moveTo>
                    <a:pt x="291831" y="667868"/>
                  </a:moveTo>
                  <a:lnTo>
                    <a:pt x="236954" y="640176"/>
                  </a:lnTo>
                  <a:lnTo>
                    <a:pt x="240534" y="649361"/>
                  </a:lnTo>
                  <a:close/>
                  <a:moveTo>
                    <a:pt x="240534" y="649361"/>
                  </a:moveTo>
                  <a:lnTo>
                    <a:pt x="236954" y="640176"/>
                  </a:lnTo>
                  <a:lnTo>
                    <a:pt x="206435" y="656769"/>
                  </a:lnTo>
                  <a:close/>
                  <a:moveTo>
                    <a:pt x="291831" y="667868"/>
                  </a:moveTo>
                  <a:lnTo>
                    <a:pt x="240534" y="649361"/>
                  </a:lnTo>
                  <a:lnTo>
                    <a:pt x="290337" y="667619"/>
                  </a:lnTo>
                  <a:close/>
                  <a:moveTo>
                    <a:pt x="535023" y="873057"/>
                  </a:moveTo>
                  <a:lnTo>
                    <a:pt x="486262" y="869387"/>
                  </a:lnTo>
                  <a:lnTo>
                    <a:pt x="528595" y="873765"/>
                  </a:lnTo>
                  <a:close/>
                  <a:moveTo>
                    <a:pt x="503119" y="797515"/>
                  </a:moveTo>
                  <a:lnTo>
                    <a:pt x="457949" y="746598"/>
                  </a:lnTo>
                  <a:lnTo>
                    <a:pt x="503175" y="798224"/>
                  </a:lnTo>
                  <a:close/>
                  <a:moveTo>
                    <a:pt x="436448" y="722921"/>
                  </a:moveTo>
                  <a:lnTo>
                    <a:pt x="398383" y="695062"/>
                  </a:lnTo>
                  <a:lnTo>
                    <a:pt x="437314" y="751043"/>
                  </a:lnTo>
                  <a:close/>
                  <a:moveTo>
                    <a:pt x="351253" y="579067"/>
                  </a:moveTo>
                  <a:lnTo>
                    <a:pt x="324331" y="553942"/>
                  </a:lnTo>
                  <a:lnTo>
                    <a:pt x="364899" y="591988"/>
                  </a:lnTo>
                  <a:close/>
                  <a:moveTo>
                    <a:pt x="506106" y="733098"/>
                  </a:moveTo>
                  <a:lnTo>
                    <a:pt x="457949" y="746598"/>
                  </a:lnTo>
                  <a:lnTo>
                    <a:pt x="503119" y="797515"/>
                  </a:lnTo>
                  <a:close/>
                  <a:moveTo>
                    <a:pt x="364899" y="591988"/>
                  </a:moveTo>
                  <a:lnTo>
                    <a:pt x="363615" y="625284"/>
                  </a:lnTo>
                  <a:lnTo>
                    <a:pt x="379302" y="571995"/>
                  </a:lnTo>
                  <a:close/>
                  <a:moveTo>
                    <a:pt x="824346" y="956093"/>
                  </a:moveTo>
                  <a:lnTo>
                    <a:pt x="802330" y="980187"/>
                  </a:lnTo>
                  <a:lnTo>
                    <a:pt x="830231" y="1012247"/>
                  </a:lnTo>
                  <a:close/>
                  <a:moveTo>
                    <a:pt x="797642" y="928650"/>
                  </a:moveTo>
                  <a:lnTo>
                    <a:pt x="802330" y="980187"/>
                  </a:lnTo>
                  <a:lnTo>
                    <a:pt x="824346" y="956093"/>
                  </a:lnTo>
                  <a:close/>
                  <a:moveTo>
                    <a:pt x="797642" y="928650"/>
                  </a:moveTo>
                  <a:lnTo>
                    <a:pt x="824346" y="956093"/>
                  </a:lnTo>
                  <a:lnTo>
                    <a:pt x="791422" y="904556"/>
                  </a:lnTo>
                  <a:close/>
                  <a:moveTo>
                    <a:pt x="375762" y="512130"/>
                  </a:moveTo>
                  <a:lnTo>
                    <a:pt x="435575" y="501485"/>
                  </a:lnTo>
                  <a:lnTo>
                    <a:pt x="412026" y="457887"/>
                  </a:lnTo>
                  <a:close/>
                  <a:moveTo>
                    <a:pt x="375762" y="512130"/>
                  </a:moveTo>
                  <a:lnTo>
                    <a:pt x="412026" y="457887"/>
                  </a:lnTo>
                  <a:lnTo>
                    <a:pt x="374047" y="450781"/>
                  </a:lnTo>
                  <a:close/>
                  <a:moveTo>
                    <a:pt x="435575" y="501485"/>
                  </a:moveTo>
                  <a:lnTo>
                    <a:pt x="476747" y="505995"/>
                  </a:lnTo>
                  <a:lnTo>
                    <a:pt x="451037" y="464155"/>
                  </a:lnTo>
                  <a:close/>
                  <a:moveTo>
                    <a:pt x="435575" y="501485"/>
                  </a:moveTo>
                  <a:lnTo>
                    <a:pt x="451037" y="464155"/>
                  </a:lnTo>
                  <a:lnTo>
                    <a:pt x="412026" y="457887"/>
                  </a:lnTo>
                  <a:close/>
                  <a:moveTo>
                    <a:pt x="374047" y="450781"/>
                  </a:moveTo>
                  <a:lnTo>
                    <a:pt x="412026" y="457887"/>
                  </a:lnTo>
                  <a:lnTo>
                    <a:pt x="400049" y="404882"/>
                  </a:lnTo>
                  <a:close/>
                  <a:moveTo>
                    <a:pt x="374047" y="450781"/>
                  </a:moveTo>
                  <a:lnTo>
                    <a:pt x="400049" y="404882"/>
                  </a:lnTo>
                  <a:lnTo>
                    <a:pt x="364265" y="395991"/>
                  </a:lnTo>
                  <a:close/>
                  <a:moveTo>
                    <a:pt x="763863" y="749947"/>
                  </a:moveTo>
                  <a:lnTo>
                    <a:pt x="770725" y="801483"/>
                  </a:lnTo>
                  <a:lnTo>
                    <a:pt x="839444" y="776895"/>
                  </a:lnTo>
                  <a:close/>
                  <a:moveTo>
                    <a:pt x="839444" y="776895"/>
                  </a:moveTo>
                  <a:lnTo>
                    <a:pt x="770725" y="801483"/>
                  </a:lnTo>
                  <a:lnTo>
                    <a:pt x="839309" y="777607"/>
                  </a:lnTo>
                  <a:close/>
                  <a:moveTo>
                    <a:pt x="839444" y="776895"/>
                  </a:moveTo>
                  <a:lnTo>
                    <a:pt x="839309" y="777607"/>
                  </a:lnTo>
                  <a:lnTo>
                    <a:pt x="840628" y="777390"/>
                  </a:lnTo>
                  <a:close/>
                  <a:moveTo>
                    <a:pt x="615493" y="519707"/>
                  </a:moveTo>
                  <a:lnTo>
                    <a:pt x="596165" y="526243"/>
                  </a:lnTo>
                  <a:lnTo>
                    <a:pt x="615137" y="532194"/>
                  </a:lnTo>
                  <a:close/>
                  <a:moveTo>
                    <a:pt x="862822" y="701759"/>
                  </a:moveTo>
                  <a:lnTo>
                    <a:pt x="839444" y="776895"/>
                  </a:lnTo>
                  <a:lnTo>
                    <a:pt x="840628" y="777390"/>
                  </a:lnTo>
                  <a:close/>
                  <a:moveTo>
                    <a:pt x="862822" y="701759"/>
                  </a:moveTo>
                  <a:lnTo>
                    <a:pt x="840628" y="777390"/>
                  </a:lnTo>
                  <a:lnTo>
                    <a:pt x="888871" y="753296"/>
                  </a:lnTo>
                  <a:close/>
                  <a:moveTo>
                    <a:pt x="928325" y="743221"/>
                  </a:moveTo>
                  <a:lnTo>
                    <a:pt x="990798" y="793156"/>
                  </a:lnTo>
                  <a:lnTo>
                    <a:pt x="939588" y="753296"/>
                  </a:lnTo>
                  <a:close/>
                  <a:moveTo>
                    <a:pt x="990798" y="793156"/>
                  </a:moveTo>
                  <a:lnTo>
                    <a:pt x="1042908" y="743783"/>
                  </a:lnTo>
                  <a:lnTo>
                    <a:pt x="973129" y="753296"/>
                  </a:lnTo>
                  <a:close/>
                  <a:moveTo>
                    <a:pt x="917487" y="689289"/>
                  </a:moveTo>
                  <a:lnTo>
                    <a:pt x="862822" y="701759"/>
                  </a:lnTo>
                  <a:lnTo>
                    <a:pt x="928325" y="743221"/>
                  </a:lnTo>
                  <a:close/>
                  <a:moveTo>
                    <a:pt x="928325" y="743221"/>
                  </a:moveTo>
                  <a:lnTo>
                    <a:pt x="939588" y="753296"/>
                  </a:lnTo>
                  <a:lnTo>
                    <a:pt x="964882" y="688740"/>
                  </a:lnTo>
                  <a:close/>
                  <a:moveTo>
                    <a:pt x="917487" y="689289"/>
                  </a:moveTo>
                  <a:lnTo>
                    <a:pt x="928325" y="743221"/>
                  </a:lnTo>
                  <a:lnTo>
                    <a:pt x="964882" y="688740"/>
                  </a:lnTo>
                  <a:close/>
                  <a:moveTo>
                    <a:pt x="853633" y="695044"/>
                  </a:moveTo>
                  <a:lnTo>
                    <a:pt x="862822" y="701759"/>
                  </a:lnTo>
                  <a:lnTo>
                    <a:pt x="917487" y="689289"/>
                  </a:lnTo>
                  <a:close/>
                  <a:moveTo>
                    <a:pt x="917487" y="689289"/>
                  </a:moveTo>
                  <a:lnTo>
                    <a:pt x="905941" y="635932"/>
                  </a:lnTo>
                  <a:lnTo>
                    <a:pt x="853633" y="695044"/>
                  </a:lnTo>
                  <a:close/>
                  <a:moveTo>
                    <a:pt x="964882" y="688740"/>
                  </a:moveTo>
                  <a:lnTo>
                    <a:pt x="952411" y="626128"/>
                  </a:lnTo>
                  <a:lnTo>
                    <a:pt x="905941" y="635932"/>
                  </a:lnTo>
                  <a:close/>
                  <a:moveTo>
                    <a:pt x="964882" y="688740"/>
                  </a:moveTo>
                  <a:lnTo>
                    <a:pt x="905941" y="635932"/>
                  </a:lnTo>
                  <a:lnTo>
                    <a:pt x="917487" y="689289"/>
                  </a:lnTo>
                  <a:close/>
                  <a:moveTo>
                    <a:pt x="952411" y="626128"/>
                  </a:moveTo>
                  <a:lnTo>
                    <a:pt x="911382" y="574592"/>
                  </a:lnTo>
                  <a:lnTo>
                    <a:pt x="905941" y="635932"/>
                  </a:lnTo>
                  <a:close/>
                  <a:moveTo>
                    <a:pt x="911382" y="574592"/>
                  </a:moveTo>
                  <a:lnTo>
                    <a:pt x="901231" y="577019"/>
                  </a:lnTo>
                  <a:lnTo>
                    <a:pt x="905941" y="635932"/>
                  </a:lnTo>
                  <a:close/>
                  <a:moveTo>
                    <a:pt x="845009" y="584745"/>
                  </a:moveTo>
                  <a:lnTo>
                    <a:pt x="905941" y="635932"/>
                  </a:lnTo>
                  <a:lnTo>
                    <a:pt x="901231" y="577019"/>
                  </a:lnTo>
                  <a:close/>
                  <a:moveTo>
                    <a:pt x="903070" y="570306"/>
                  </a:moveTo>
                  <a:lnTo>
                    <a:pt x="845274" y="523055"/>
                  </a:lnTo>
                  <a:lnTo>
                    <a:pt x="901231" y="577019"/>
                  </a:lnTo>
                  <a:close/>
                  <a:moveTo>
                    <a:pt x="901231" y="577019"/>
                  </a:moveTo>
                  <a:lnTo>
                    <a:pt x="845274" y="523055"/>
                  </a:lnTo>
                  <a:lnTo>
                    <a:pt x="842353" y="524160"/>
                  </a:lnTo>
                  <a:close/>
                  <a:moveTo>
                    <a:pt x="903070" y="570306"/>
                  </a:moveTo>
                  <a:lnTo>
                    <a:pt x="901231" y="577019"/>
                  </a:lnTo>
                  <a:lnTo>
                    <a:pt x="911382" y="574592"/>
                  </a:lnTo>
                  <a:close/>
                  <a:moveTo>
                    <a:pt x="843280" y="521438"/>
                  </a:moveTo>
                  <a:lnTo>
                    <a:pt x="842353" y="524160"/>
                  </a:lnTo>
                  <a:lnTo>
                    <a:pt x="845274" y="523055"/>
                  </a:lnTo>
                  <a:close/>
                  <a:moveTo>
                    <a:pt x="834743" y="523055"/>
                  </a:moveTo>
                  <a:lnTo>
                    <a:pt x="842353" y="524160"/>
                  </a:lnTo>
                  <a:lnTo>
                    <a:pt x="843280" y="521438"/>
                  </a:lnTo>
                  <a:close/>
                  <a:moveTo>
                    <a:pt x="1032517" y="729202"/>
                  </a:moveTo>
                  <a:lnTo>
                    <a:pt x="1042908" y="743783"/>
                  </a:lnTo>
                  <a:lnTo>
                    <a:pt x="1052607" y="705108"/>
                  </a:lnTo>
                  <a:close/>
                  <a:moveTo>
                    <a:pt x="911382" y="574592"/>
                  </a:moveTo>
                  <a:lnTo>
                    <a:pt x="969924" y="621898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52411" y="626128"/>
                  </a:lnTo>
                  <a:lnTo>
                    <a:pt x="969924" y="621898"/>
                  </a:lnTo>
                  <a:close/>
                  <a:moveTo>
                    <a:pt x="969924" y="621898"/>
                  </a:moveTo>
                  <a:lnTo>
                    <a:pt x="1018371" y="557751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65258" y="562949"/>
                  </a:lnTo>
                  <a:lnTo>
                    <a:pt x="903070" y="570306"/>
                  </a:lnTo>
                  <a:close/>
                  <a:moveTo>
                    <a:pt x="903070" y="570306"/>
                  </a:moveTo>
                  <a:lnTo>
                    <a:pt x="965258" y="562949"/>
                  </a:lnTo>
                  <a:lnTo>
                    <a:pt x="973570" y="524317"/>
                  </a:lnTo>
                  <a:close/>
                  <a:moveTo>
                    <a:pt x="903070" y="570306"/>
                  </a:moveTo>
                  <a:lnTo>
                    <a:pt x="973570" y="524317"/>
                  </a:lnTo>
                  <a:lnTo>
                    <a:pt x="921326" y="503662"/>
                  </a:lnTo>
                  <a:close/>
                  <a:moveTo>
                    <a:pt x="834743" y="523055"/>
                  </a:moveTo>
                  <a:lnTo>
                    <a:pt x="843280" y="521438"/>
                  </a:lnTo>
                  <a:lnTo>
                    <a:pt x="865702" y="470368"/>
                  </a:lnTo>
                  <a:close/>
                  <a:moveTo>
                    <a:pt x="911977" y="498961"/>
                  </a:moveTo>
                  <a:lnTo>
                    <a:pt x="903070" y="570306"/>
                  </a:lnTo>
                  <a:lnTo>
                    <a:pt x="921326" y="503662"/>
                  </a:lnTo>
                  <a:close/>
                  <a:moveTo>
                    <a:pt x="911977" y="498961"/>
                  </a:moveTo>
                  <a:lnTo>
                    <a:pt x="845274" y="523055"/>
                  </a:lnTo>
                  <a:lnTo>
                    <a:pt x="903070" y="570306"/>
                  </a:lnTo>
                  <a:close/>
                  <a:moveTo>
                    <a:pt x="845274" y="523055"/>
                  </a:moveTo>
                  <a:lnTo>
                    <a:pt x="911977" y="498961"/>
                  </a:lnTo>
                  <a:lnTo>
                    <a:pt x="843280" y="521438"/>
                  </a:lnTo>
                  <a:close/>
                  <a:moveTo>
                    <a:pt x="911977" y="498961"/>
                  </a:moveTo>
                  <a:lnTo>
                    <a:pt x="865702" y="470368"/>
                  </a:lnTo>
                  <a:lnTo>
                    <a:pt x="843280" y="521438"/>
                  </a:lnTo>
                  <a:close/>
                  <a:moveTo>
                    <a:pt x="1088304" y="603934"/>
                  </a:moveTo>
                  <a:lnTo>
                    <a:pt x="1055178" y="653571"/>
                  </a:lnTo>
                  <a:lnTo>
                    <a:pt x="1118858" y="583269"/>
                  </a:lnTo>
                  <a:close/>
                  <a:moveTo>
                    <a:pt x="922538" y="496954"/>
                  </a:moveTo>
                  <a:lnTo>
                    <a:pt x="911977" y="498961"/>
                  </a:lnTo>
                  <a:lnTo>
                    <a:pt x="921326" y="503662"/>
                  </a:lnTo>
                  <a:close/>
                  <a:moveTo>
                    <a:pt x="903191" y="300956"/>
                  </a:moveTo>
                  <a:lnTo>
                    <a:pt x="820285" y="300565"/>
                  </a:lnTo>
                  <a:lnTo>
                    <a:pt x="856543" y="301228"/>
                  </a:lnTo>
                  <a:close/>
                  <a:moveTo>
                    <a:pt x="1216975" y="370736"/>
                  </a:moveTo>
                  <a:lnTo>
                    <a:pt x="1176835" y="426679"/>
                  </a:lnTo>
                  <a:lnTo>
                    <a:pt x="1193661" y="418472"/>
                  </a:lnTo>
                  <a:close/>
                  <a:moveTo>
                    <a:pt x="1340442" y="259613"/>
                  </a:moveTo>
                  <a:lnTo>
                    <a:pt x="1308381" y="228234"/>
                  </a:lnTo>
                  <a:lnTo>
                    <a:pt x="1275146" y="211972"/>
                  </a:lnTo>
                  <a:close/>
                  <a:moveTo>
                    <a:pt x="1340442" y="259613"/>
                  </a:moveTo>
                  <a:lnTo>
                    <a:pt x="1397088" y="250321"/>
                  </a:lnTo>
                  <a:lnTo>
                    <a:pt x="1314071" y="223882"/>
                  </a:lnTo>
                  <a:close/>
                  <a:moveTo>
                    <a:pt x="1275146" y="211972"/>
                  </a:moveTo>
                  <a:lnTo>
                    <a:pt x="1299174" y="223882"/>
                  </a:lnTo>
                  <a:lnTo>
                    <a:pt x="1282829" y="172478"/>
                  </a:lnTo>
                  <a:close/>
                  <a:moveTo>
                    <a:pt x="1282829" y="172478"/>
                  </a:moveTo>
                  <a:lnTo>
                    <a:pt x="1306650" y="221765"/>
                  </a:lnTo>
                  <a:lnTo>
                    <a:pt x="1336095" y="196955"/>
                  </a:lnTo>
                  <a:close/>
                  <a:moveTo>
                    <a:pt x="1465698" y="296489"/>
                  </a:moveTo>
                  <a:lnTo>
                    <a:pt x="1423236" y="293027"/>
                  </a:lnTo>
                  <a:lnTo>
                    <a:pt x="1424206" y="351710"/>
                  </a:lnTo>
                  <a:close/>
                  <a:moveTo>
                    <a:pt x="1465698" y="296489"/>
                  </a:moveTo>
                  <a:lnTo>
                    <a:pt x="1467162" y="232556"/>
                  </a:lnTo>
                  <a:lnTo>
                    <a:pt x="1423236" y="293027"/>
                  </a:lnTo>
                  <a:close/>
                  <a:moveTo>
                    <a:pt x="1397088" y="250321"/>
                  </a:moveTo>
                  <a:lnTo>
                    <a:pt x="1467162" y="232556"/>
                  </a:lnTo>
                  <a:lnTo>
                    <a:pt x="1468526" y="207840"/>
                  </a:lnTo>
                  <a:close/>
                  <a:moveTo>
                    <a:pt x="1467162" y="232556"/>
                  </a:moveTo>
                  <a:lnTo>
                    <a:pt x="1513101" y="233191"/>
                  </a:lnTo>
                  <a:lnTo>
                    <a:pt x="1468526" y="207840"/>
                  </a:lnTo>
                  <a:close/>
                  <a:moveTo>
                    <a:pt x="1355937" y="124158"/>
                  </a:moveTo>
                  <a:lnTo>
                    <a:pt x="1336095" y="196955"/>
                  </a:lnTo>
                  <a:lnTo>
                    <a:pt x="1339163" y="199788"/>
                  </a:lnTo>
                  <a:close/>
                  <a:moveTo>
                    <a:pt x="1466137" y="170647"/>
                  </a:moveTo>
                  <a:lnTo>
                    <a:pt x="1415366" y="183759"/>
                  </a:lnTo>
                  <a:lnTo>
                    <a:pt x="1468526" y="207840"/>
                  </a:lnTo>
                  <a:close/>
                  <a:moveTo>
                    <a:pt x="1415436" y="173883"/>
                  </a:moveTo>
                  <a:lnTo>
                    <a:pt x="1466137" y="170647"/>
                  </a:lnTo>
                  <a:lnTo>
                    <a:pt x="1450754" y="120410"/>
                  </a:lnTo>
                  <a:close/>
                  <a:moveTo>
                    <a:pt x="1415436" y="173883"/>
                  </a:moveTo>
                  <a:lnTo>
                    <a:pt x="1450754" y="120410"/>
                  </a:lnTo>
                  <a:lnTo>
                    <a:pt x="1410568" y="115098"/>
                  </a:lnTo>
                  <a:close/>
                  <a:moveTo>
                    <a:pt x="1506932" y="175463"/>
                  </a:moveTo>
                  <a:lnTo>
                    <a:pt x="1468526" y="207840"/>
                  </a:lnTo>
                  <a:lnTo>
                    <a:pt x="1507077" y="177298"/>
                  </a:lnTo>
                  <a:close/>
                  <a:moveTo>
                    <a:pt x="1506932" y="175463"/>
                  </a:moveTo>
                  <a:lnTo>
                    <a:pt x="1466137" y="170647"/>
                  </a:lnTo>
                  <a:lnTo>
                    <a:pt x="1468526" y="207840"/>
                  </a:lnTo>
                  <a:close/>
                  <a:moveTo>
                    <a:pt x="1466137" y="170647"/>
                  </a:moveTo>
                  <a:lnTo>
                    <a:pt x="1506932" y="175463"/>
                  </a:lnTo>
                  <a:lnTo>
                    <a:pt x="1450754" y="120410"/>
                  </a:lnTo>
                  <a:close/>
                  <a:moveTo>
                    <a:pt x="1410568" y="115098"/>
                  </a:moveTo>
                  <a:lnTo>
                    <a:pt x="1446630" y="61019"/>
                  </a:lnTo>
                  <a:lnTo>
                    <a:pt x="1402463" y="58944"/>
                  </a:lnTo>
                  <a:close/>
                  <a:moveTo>
                    <a:pt x="1402463" y="58944"/>
                  </a:moveTo>
                  <a:lnTo>
                    <a:pt x="1446630" y="61019"/>
                  </a:lnTo>
                  <a:lnTo>
                    <a:pt x="1444511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29" name="Output_density__4328">
              <a:extLst>
                <a:ext uri="{FF2B5EF4-FFF2-40B4-BE49-F238E27FC236}">
                  <a16:creationId xmlns:a16="http://schemas.microsoft.com/office/drawing/2014/main" id="{63DD6BFC-ADB1-AF19-D82B-67CCA699CE3A}"/>
                </a:ext>
              </a:extLst>
            </p:cNvPr>
            <p:cNvSpPr>
              <a:spLocks noGrp="1"/>
            </p:cNvSpPr>
            <p:nvPr/>
          </p:nvSpPr>
          <p:spPr>
            <a:xfrm>
              <a:off x="14833294" y="2406475"/>
              <a:ext cx="1379858" cy="985728"/>
            </a:xfrm>
            <a:custGeom>
              <a:avLst/>
              <a:gdLst/>
              <a:ahLst/>
              <a:cxnLst/>
              <a:rect l="0" t="0" r="0" b="0"/>
              <a:pathLst>
                <a:path w="1379858" h="985728">
                  <a:moveTo>
                    <a:pt x="197028" y="934191"/>
                  </a:moveTo>
                  <a:lnTo>
                    <a:pt x="274995" y="960914"/>
                  </a:lnTo>
                  <a:lnTo>
                    <a:pt x="251796" y="917908"/>
                  </a:lnTo>
                  <a:close/>
                  <a:moveTo>
                    <a:pt x="275051" y="961634"/>
                  </a:moveTo>
                  <a:lnTo>
                    <a:pt x="274995" y="960914"/>
                  </a:lnTo>
                  <a:lnTo>
                    <a:pt x="197028" y="934191"/>
                  </a:lnTo>
                  <a:close/>
                  <a:moveTo>
                    <a:pt x="228059" y="985728"/>
                  </a:moveTo>
                  <a:lnTo>
                    <a:pt x="275051" y="961634"/>
                  </a:lnTo>
                  <a:lnTo>
                    <a:pt x="197028" y="934191"/>
                  </a:lnTo>
                  <a:close/>
                  <a:moveTo>
                    <a:pt x="251796" y="917908"/>
                  </a:moveTo>
                  <a:lnTo>
                    <a:pt x="274995" y="960914"/>
                  </a:lnTo>
                  <a:lnTo>
                    <a:pt x="271288" y="910097"/>
                  </a:lnTo>
                  <a:close/>
                  <a:moveTo>
                    <a:pt x="2781" y="652415"/>
                  </a:moveTo>
                  <a:lnTo>
                    <a:pt x="0" y="656971"/>
                  </a:lnTo>
                  <a:lnTo>
                    <a:pt x="9442" y="666760"/>
                  </a:lnTo>
                  <a:close/>
                  <a:moveTo>
                    <a:pt x="3649" y="645101"/>
                  </a:moveTo>
                  <a:lnTo>
                    <a:pt x="0" y="656971"/>
                  </a:lnTo>
                  <a:lnTo>
                    <a:pt x="2781" y="652415"/>
                  </a:lnTo>
                  <a:close/>
                  <a:moveTo>
                    <a:pt x="275051" y="961634"/>
                  </a:moveTo>
                  <a:lnTo>
                    <a:pt x="275353" y="962252"/>
                  </a:lnTo>
                  <a:lnTo>
                    <a:pt x="275666" y="961245"/>
                  </a:lnTo>
                  <a:close/>
                  <a:moveTo>
                    <a:pt x="275051" y="961634"/>
                  </a:moveTo>
                  <a:lnTo>
                    <a:pt x="275666" y="961245"/>
                  </a:lnTo>
                  <a:lnTo>
                    <a:pt x="274995" y="960914"/>
                  </a:lnTo>
                  <a:close/>
                  <a:moveTo>
                    <a:pt x="2781" y="652415"/>
                  </a:moveTo>
                  <a:lnTo>
                    <a:pt x="9442" y="666760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2781" y="652415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10454" y="648471"/>
                  </a:lnTo>
                  <a:lnTo>
                    <a:pt x="8614" y="600878"/>
                  </a:lnTo>
                  <a:close/>
                  <a:moveTo>
                    <a:pt x="8614" y="600878"/>
                  </a:moveTo>
                  <a:lnTo>
                    <a:pt x="10454" y="648471"/>
                  </a:lnTo>
                  <a:lnTo>
                    <a:pt x="55420" y="628320"/>
                  </a:lnTo>
                  <a:close/>
                  <a:moveTo>
                    <a:pt x="8614" y="600878"/>
                  </a:moveTo>
                  <a:lnTo>
                    <a:pt x="55420" y="628320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8614" y="600878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27320" y="558928"/>
                  </a:lnTo>
                  <a:lnTo>
                    <a:pt x="8614" y="600878"/>
                  </a:lnTo>
                  <a:close/>
                  <a:moveTo>
                    <a:pt x="239924" y="676588"/>
                  </a:moveTo>
                  <a:lnTo>
                    <a:pt x="224141" y="679857"/>
                  </a:lnTo>
                  <a:lnTo>
                    <a:pt x="279018" y="707548"/>
                  </a:lnTo>
                  <a:close/>
                  <a:moveTo>
                    <a:pt x="279018" y="707548"/>
                  </a:moveTo>
                  <a:lnTo>
                    <a:pt x="322914" y="695598"/>
                  </a:lnTo>
                  <a:lnTo>
                    <a:pt x="305686" y="661108"/>
                  </a:lnTo>
                  <a:close/>
                  <a:moveTo>
                    <a:pt x="279018" y="707548"/>
                  </a:moveTo>
                  <a:lnTo>
                    <a:pt x="305686" y="661108"/>
                  </a:lnTo>
                  <a:lnTo>
                    <a:pt x="239924" y="676588"/>
                  </a:lnTo>
                  <a:close/>
                  <a:moveTo>
                    <a:pt x="53101" y="576783"/>
                  </a:moveTo>
                  <a:lnTo>
                    <a:pt x="83684" y="501433"/>
                  </a:lnTo>
                  <a:lnTo>
                    <a:pt x="59738" y="545234"/>
                  </a:lnTo>
                  <a:close/>
                  <a:moveTo>
                    <a:pt x="65443" y="525247"/>
                  </a:moveTo>
                  <a:lnTo>
                    <a:pt x="59738" y="545234"/>
                  </a:lnTo>
                  <a:lnTo>
                    <a:pt x="83684" y="501433"/>
                  </a:lnTo>
                  <a:close/>
                  <a:moveTo>
                    <a:pt x="83980" y="500972"/>
                  </a:moveTo>
                  <a:lnTo>
                    <a:pt x="65443" y="525247"/>
                  </a:lnTo>
                  <a:lnTo>
                    <a:pt x="83684" y="501433"/>
                  </a:lnTo>
                  <a:close/>
                  <a:moveTo>
                    <a:pt x="350801" y="664965"/>
                  </a:moveTo>
                  <a:lnTo>
                    <a:pt x="322914" y="695598"/>
                  </a:lnTo>
                  <a:lnTo>
                    <a:pt x="285490" y="707299"/>
                  </a:lnTo>
                  <a:close/>
                  <a:moveTo>
                    <a:pt x="322914" y="695598"/>
                  </a:moveTo>
                  <a:lnTo>
                    <a:pt x="350801" y="664965"/>
                  </a:lnTo>
                  <a:lnTo>
                    <a:pt x="325126" y="655763"/>
                  </a:lnTo>
                  <a:close/>
                  <a:moveTo>
                    <a:pt x="119196" y="457961"/>
                  </a:moveTo>
                  <a:lnTo>
                    <a:pt x="83980" y="500972"/>
                  </a:lnTo>
                  <a:lnTo>
                    <a:pt x="149525" y="436456"/>
                  </a:lnTo>
                  <a:close/>
                  <a:moveTo>
                    <a:pt x="211395" y="410828"/>
                  </a:moveTo>
                  <a:lnTo>
                    <a:pt x="162160" y="425523"/>
                  </a:lnTo>
                  <a:lnTo>
                    <a:pt x="227265" y="417537"/>
                  </a:lnTo>
                  <a:close/>
                  <a:moveTo>
                    <a:pt x="162160" y="425523"/>
                  </a:moveTo>
                  <a:lnTo>
                    <a:pt x="149525" y="436456"/>
                  </a:lnTo>
                  <a:lnTo>
                    <a:pt x="227265" y="417537"/>
                  </a:lnTo>
                  <a:close/>
                  <a:moveTo>
                    <a:pt x="840542" y="868607"/>
                  </a:moveTo>
                  <a:lnTo>
                    <a:pt x="840487" y="868384"/>
                  </a:lnTo>
                  <a:lnTo>
                    <a:pt x="826495" y="817288"/>
                  </a:lnTo>
                  <a:close/>
                  <a:moveTo>
                    <a:pt x="769857" y="892701"/>
                  </a:moveTo>
                  <a:lnTo>
                    <a:pt x="840542" y="868607"/>
                  </a:lnTo>
                  <a:lnTo>
                    <a:pt x="757912" y="841164"/>
                  </a:lnTo>
                  <a:close/>
                  <a:moveTo>
                    <a:pt x="413996" y="377335"/>
                  </a:moveTo>
                  <a:lnTo>
                    <a:pt x="425624" y="428872"/>
                  </a:lnTo>
                  <a:lnTo>
                    <a:pt x="469467" y="415692"/>
                  </a:lnTo>
                  <a:close/>
                  <a:moveTo>
                    <a:pt x="840554" y="868601"/>
                  </a:moveTo>
                  <a:lnTo>
                    <a:pt x="840487" y="868384"/>
                  </a:lnTo>
                  <a:lnTo>
                    <a:pt x="840542" y="868607"/>
                  </a:lnTo>
                  <a:close/>
                  <a:moveTo>
                    <a:pt x="840487" y="868384"/>
                  </a:moveTo>
                  <a:lnTo>
                    <a:pt x="840554" y="868601"/>
                  </a:lnTo>
                  <a:lnTo>
                    <a:pt x="827814" y="817070"/>
                  </a:lnTo>
                  <a:close/>
                  <a:moveTo>
                    <a:pt x="591264" y="507851"/>
                  </a:moveTo>
                  <a:lnTo>
                    <a:pt x="618277" y="535293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1264" y="507851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4391" y="472300"/>
                  </a:lnTo>
                  <a:lnTo>
                    <a:pt x="591264" y="507851"/>
                  </a:lnTo>
                  <a:close/>
                  <a:moveTo>
                    <a:pt x="594391" y="472300"/>
                  </a:moveTo>
                  <a:lnTo>
                    <a:pt x="630501" y="472409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40332" y="432220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58763" y="443175"/>
                  </a:lnTo>
                  <a:lnTo>
                    <a:pt x="640332" y="432220"/>
                  </a:lnTo>
                  <a:close/>
                  <a:moveTo>
                    <a:pt x="658763" y="443175"/>
                  </a:moveTo>
                  <a:lnTo>
                    <a:pt x="671802" y="408126"/>
                  </a:lnTo>
                  <a:lnTo>
                    <a:pt x="640332" y="432220"/>
                  </a:lnTo>
                  <a:close/>
                  <a:moveTo>
                    <a:pt x="691021" y="389106"/>
                  </a:moveTo>
                  <a:lnTo>
                    <a:pt x="640332" y="432220"/>
                  </a:lnTo>
                  <a:lnTo>
                    <a:pt x="671802" y="408126"/>
                  </a:lnTo>
                  <a:close/>
                  <a:moveTo>
                    <a:pt x="764542" y="354414"/>
                  </a:moveTo>
                  <a:lnTo>
                    <a:pt x="691021" y="389106"/>
                  </a:lnTo>
                  <a:lnTo>
                    <a:pt x="723819" y="376833"/>
                  </a:lnTo>
                  <a:close/>
                  <a:moveTo>
                    <a:pt x="1102895" y="368052"/>
                  </a:moveTo>
                  <a:lnTo>
                    <a:pt x="1047229" y="387381"/>
                  </a:lnTo>
                  <a:lnTo>
                    <a:pt x="1113077" y="379443"/>
                  </a:lnTo>
                  <a:close/>
                  <a:moveTo>
                    <a:pt x="1065863" y="337818"/>
                  </a:moveTo>
                  <a:lnTo>
                    <a:pt x="1047229" y="387381"/>
                  </a:lnTo>
                  <a:lnTo>
                    <a:pt x="1102895" y="368052"/>
                  </a:lnTo>
                  <a:close/>
                  <a:moveTo>
                    <a:pt x="1065645" y="335844"/>
                  </a:moveTo>
                  <a:lnTo>
                    <a:pt x="1102895" y="368052"/>
                  </a:lnTo>
                  <a:lnTo>
                    <a:pt x="1112083" y="363287"/>
                  </a:lnTo>
                  <a:close/>
                  <a:moveTo>
                    <a:pt x="1065645" y="335844"/>
                  </a:moveTo>
                  <a:lnTo>
                    <a:pt x="1112083" y="363287"/>
                  </a:lnTo>
                  <a:lnTo>
                    <a:pt x="1103090" y="311750"/>
                  </a:lnTo>
                  <a:close/>
                  <a:moveTo>
                    <a:pt x="1102895" y="368052"/>
                  </a:moveTo>
                  <a:lnTo>
                    <a:pt x="1113077" y="379443"/>
                  </a:lnTo>
                  <a:lnTo>
                    <a:pt x="1112083" y="363287"/>
                  </a:lnTo>
                  <a:close/>
                  <a:moveTo>
                    <a:pt x="1113077" y="379443"/>
                  </a:moveTo>
                  <a:lnTo>
                    <a:pt x="1129842" y="408887"/>
                  </a:lnTo>
                  <a:lnTo>
                    <a:pt x="1112083" y="363287"/>
                  </a:lnTo>
                  <a:close/>
                  <a:moveTo>
                    <a:pt x="1112083" y="363287"/>
                  </a:moveTo>
                  <a:lnTo>
                    <a:pt x="1182468" y="390730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12083" y="363287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62178" y="339193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03090" y="311750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54663" y="287657"/>
                  </a:lnTo>
                  <a:lnTo>
                    <a:pt x="1154221" y="236120"/>
                  </a:lnTo>
                  <a:close/>
                  <a:moveTo>
                    <a:pt x="1154663" y="287657"/>
                  </a:moveTo>
                  <a:lnTo>
                    <a:pt x="1204762" y="323218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183821" y="277499"/>
                  </a:lnTo>
                  <a:lnTo>
                    <a:pt x="1204762" y="323218"/>
                  </a:lnTo>
                  <a:close/>
                  <a:moveTo>
                    <a:pt x="1154221" y="236120"/>
                  </a:moveTo>
                  <a:lnTo>
                    <a:pt x="1183821" y="277499"/>
                  </a:lnTo>
                  <a:lnTo>
                    <a:pt x="1162005" y="232493"/>
                  </a:lnTo>
                  <a:close/>
                  <a:moveTo>
                    <a:pt x="1154221" y="236120"/>
                  </a:moveTo>
                  <a:lnTo>
                    <a:pt x="1154663" y="287657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200538" y="212026"/>
                  </a:lnTo>
                  <a:lnTo>
                    <a:pt x="1183821" y="277499"/>
                  </a:lnTo>
                  <a:close/>
                  <a:moveTo>
                    <a:pt x="1200538" y="212026"/>
                  </a:moveTo>
                  <a:lnTo>
                    <a:pt x="1162005" y="232493"/>
                  </a:lnTo>
                  <a:lnTo>
                    <a:pt x="1183821" y="277499"/>
                  </a:lnTo>
                  <a:close/>
                  <a:moveTo>
                    <a:pt x="1155346" y="227905"/>
                  </a:moveTo>
                  <a:lnTo>
                    <a:pt x="1154221" y="236120"/>
                  </a:lnTo>
                  <a:lnTo>
                    <a:pt x="1162005" y="232493"/>
                  </a:lnTo>
                  <a:close/>
                  <a:moveTo>
                    <a:pt x="1159784" y="184583"/>
                  </a:moveTo>
                  <a:lnTo>
                    <a:pt x="1162005" y="232493"/>
                  </a:lnTo>
                  <a:lnTo>
                    <a:pt x="1200538" y="212026"/>
                  </a:lnTo>
                  <a:close/>
                  <a:moveTo>
                    <a:pt x="1159784" y="184583"/>
                  </a:moveTo>
                  <a:lnTo>
                    <a:pt x="1200538" y="212026"/>
                  </a:lnTo>
                  <a:lnTo>
                    <a:pt x="1203266" y="160489"/>
                  </a:lnTo>
                  <a:close/>
                  <a:moveTo>
                    <a:pt x="1230611" y="263563"/>
                  </a:moveTo>
                  <a:lnTo>
                    <a:pt x="1262332" y="251653"/>
                  </a:lnTo>
                  <a:lnTo>
                    <a:pt x="1249652" y="187932"/>
                  </a:lnTo>
                  <a:close/>
                  <a:moveTo>
                    <a:pt x="1200538" y="212026"/>
                  </a:moveTo>
                  <a:lnTo>
                    <a:pt x="1230611" y="263563"/>
                  </a:lnTo>
                  <a:lnTo>
                    <a:pt x="1249652" y="187932"/>
                  </a:lnTo>
                  <a:close/>
                  <a:moveTo>
                    <a:pt x="1203266" y="160489"/>
                  </a:moveTo>
                  <a:lnTo>
                    <a:pt x="1255243" y="156925"/>
                  </a:lnTo>
                  <a:lnTo>
                    <a:pt x="1238560" y="145494"/>
                  </a:lnTo>
                  <a:close/>
                  <a:moveTo>
                    <a:pt x="1249652" y="187932"/>
                  </a:moveTo>
                  <a:lnTo>
                    <a:pt x="1255243" y="156925"/>
                  </a:lnTo>
                  <a:lnTo>
                    <a:pt x="1203266" y="160489"/>
                  </a:lnTo>
                  <a:close/>
                  <a:moveTo>
                    <a:pt x="1200538" y="212026"/>
                  </a:moveTo>
                  <a:lnTo>
                    <a:pt x="1249652" y="187932"/>
                  </a:lnTo>
                  <a:lnTo>
                    <a:pt x="1203266" y="160489"/>
                  </a:lnTo>
                  <a:close/>
                  <a:moveTo>
                    <a:pt x="1213649" y="136314"/>
                  </a:moveTo>
                  <a:lnTo>
                    <a:pt x="1203266" y="160489"/>
                  </a:lnTo>
                  <a:lnTo>
                    <a:pt x="1238560" y="145494"/>
                  </a:lnTo>
                  <a:close/>
                  <a:moveTo>
                    <a:pt x="1225997" y="108953"/>
                  </a:moveTo>
                  <a:lnTo>
                    <a:pt x="1238560" y="145494"/>
                  </a:lnTo>
                  <a:lnTo>
                    <a:pt x="1257040" y="136395"/>
                  </a:lnTo>
                  <a:close/>
                  <a:moveTo>
                    <a:pt x="1238560" y="145494"/>
                  </a:moveTo>
                  <a:lnTo>
                    <a:pt x="1255243" y="156925"/>
                  </a:lnTo>
                  <a:lnTo>
                    <a:pt x="1257040" y="136395"/>
                  </a:lnTo>
                  <a:close/>
                  <a:moveTo>
                    <a:pt x="1272739" y="180450"/>
                  </a:moveTo>
                  <a:lnTo>
                    <a:pt x="1338957" y="160343"/>
                  </a:lnTo>
                  <a:lnTo>
                    <a:pt x="1257040" y="136395"/>
                  </a:lnTo>
                  <a:close/>
                  <a:moveTo>
                    <a:pt x="1257040" y="136395"/>
                  </a:moveTo>
                  <a:lnTo>
                    <a:pt x="1338957" y="160343"/>
                  </a:lnTo>
                  <a:lnTo>
                    <a:pt x="1303069" y="112302"/>
                  </a:lnTo>
                  <a:close/>
                  <a:moveTo>
                    <a:pt x="1257040" y="136395"/>
                  </a:moveTo>
                  <a:lnTo>
                    <a:pt x="1255243" y="156925"/>
                  </a:lnTo>
                  <a:lnTo>
                    <a:pt x="1272739" y="180450"/>
                  </a:lnTo>
                  <a:close/>
                  <a:moveTo>
                    <a:pt x="1261675" y="84859"/>
                  </a:moveTo>
                  <a:lnTo>
                    <a:pt x="1257040" y="136395"/>
                  </a:lnTo>
                  <a:lnTo>
                    <a:pt x="1303069" y="112302"/>
                  </a:lnTo>
                  <a:close/>
                  <a:moveTo>
                    <a:pt x="1261675" y="84859"/>
                  </a:moveTo>
                  <a:lnTo>
                    <a:pt x="1303069" y="112302"/>
                  </a:lnTo>
                  <a:lnTo>
                    <a:pt x="1309390" y="60765"/>
                  </a:lnTo>
                  <a:close/>
                  <a:moveTo>
                    <a:pt x="1309390" y="60765"/>
                  </a:moveTo>
                  <a:lnTo>
                    <a:pt x="1310633" y="54445"/>
                  </a:lnTo>
                  <a:lnTo>
                    <a:pt x="1260429" y="33322"/>
                  </a:lnTo>
                  <a:close/>
                  <a:moveTo>
                    <a:pt x="1261675" y="84859"/>
                  </a:moveTo>
                  <a:lnTo>
                    <a:pt x="1309390" y="60765"/>
                  </a:lnTo>
                  <a:lnTo>
                    <a:pt x="1260429" y="33322"/>
                  </a:lnTo>
                  <a:close/>
                  <a:moveTo>
                    <a:pt x="1309390" y="60765"/>
                  </a:moveTo>
                  <a:lnTo>
                    <a:pt x="1338709" y="102057"/>
                  </a:lnTo>
                  <a:lnTo>
                    <a:pt x="1314312" y="59149"/>
                  </a:lnTo>
                  <a:close/>
                  <a:moveTo>
                    <a:pt x="1309390" y="60765"/>
                  </a:moveTo>
                  <a:lnTo>
                    <a:pt x="1303069" y="112302"/>
                  </a:lnTo>
                  <a:lnTo>
                    <a:pt x="1338709" y="102057"/>
                  </a:lnTo>
                  <a:close/>
                  <a:moveTo>
                    <a:pt x="1338709" y="102057"/>
                  </a:moveTo>
                  <a:lnTo>
                    <a:pt x="1379858" y="43843"/>
                  </a:lnTo>
                  <a:lnTo>
                    <a:pt x="1314312" y="59149"/>
                  </a:lnTo>
                  <a:close/>
                  <a:moveTo>
                    <a:pt x="1310633" y="54445"/>
                  </a:moveTo>
                  <a:lnTo>
                    <a:pt x="1309390" y="60765"/>
                  </a:lnTo>
                  <a:lnTo>
                    <a:pt x="1314312" y="59149"/>
                  </a:lnTo>
                  <a:close/>
                  <a:moveTo>
                    <a:pt x="1314312" y="59149"/>
                  </a:moveTo>
                  <a:lnTo>
                    <a:pt x="1321939" y="9229"/>
                  </a:lnTo>
                  <a:lnTo>
                    <a:pt x="1310633" y="54445"/>
                  </a:lnTo>
                  <a:close/>
                  <a:moveTo>
                    <a:pt x="1356610" y="0"/>
                  </a:moveTo>
                  <a:lnTo>
                    <a:pt x="1321939" y="9229"/>
                  </a:lnTo>
                  <a:lnTo>
                    <a:pt x="1314312" y="59149"/>
                  </a:lnTo>
                  <a:close/>
                  <a:moveTo>
                    <a:pt x="1379858" y="43843"/>
                  </a:moveTo>
                  <a:lnTo>
                    <a:pt x="1356610" y="0"/>
                  </a:lnTo>
                  <a:lnTo>
                    <a:pt x="1314312" y="591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0" name="Output_density__4329">
              <a:extLst>
                <a:ext uri="{FF2B5EF4-FFF2-40B4-BE49-F238E27FC236}">
                  <a16:creationId xmlns:a16="http://schemas.microsoft.com/office/drawing/2014/main" id="{FC46D2FD-F98F-370A-DEEC-2B8A74AF61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801978"/>
              <a:ext cx="1435002" cy="675901"/>
            </a:xfrm>
            <a:custGeom>
              <a:avLst/>
              <a:gdLst/>
              <a:ahLst/>
              <a:cxnLst/>
              <a:rect l="0" t="0" r="0" b="0"/>
              <a:pathLst>
                <a:path w="1435002" h="675901">
                  <a:moveTo>
                    <a:pt x="85487" y="479050"/>
                  </a:moveTo>
                  <a:lnTo>
                    <a:pt x="129059" y="463057"/>
                  </a:lnTo>
                  <a:lnTo>
                    <a:pt x="107690" y="472521"/>
                  </a:lnTo>
                  <a:close/>
                  <a:moveTo>
                    <a:pt x="0" y="379462"/>
                  </a:moveTo>
                  <a:lnTo>
                    <a:pt x="46802" y="379769"/>
                  </a:lnTo>
                  <a:lnTo>
                    <a:pt x="6243" y="380006"/>
                  </a:lnTo>
                  <a:close/>
                  <a:moveTo>
                    <a:pt x="446431" y="315145"/>
                  </a:moveTo>
                  <a:lnTo>
                    <a:pt x="462149" y="345025"/>
                  </a:lnTo>
                  <a:lnTo>
                    <a:pt x="456595" y="339239"/>
                  </a:lnTo>
                  <a:close/>
                  <a:moveTo>
                    <a:pt x="444975" y="320591"/>
                  </a:moveTo>
                  <a:lnTo>
                    <a:pt x="444271" y="377276"/>
                  </a:lnTo>
                  <a:lnTo>
                    <a:pt x="446431" y="315145"/>
                  </a:lnTo>
                  <a:close/>
                  <a:moveTo>
                    <a:pt x="419839" y="226610"/>
                  </a:moveTo>
                  <a:lnTo>
                    <a:pt x="445809" y="263608"/>
                  </a:lnTo>
                  <a:lnTo>
                    <a:pt x="411462" y="215721"/>
                  </a:lnTo>
                  <a:close/>
                  <a:moveTo>
                    <a:pt x="809762" y="675901"/>
                  </a:moveTo>
                  <a:lnTo>
                    <a:pt x="829905" y="668113"/>
                  </a:lnTo>
                  <a:lnTo>
                    <a:pt x="768396" y="656424"/>
                  </a:lnTo>
                  <a:close/>
                  <a:moveTo>
                    <a:pt x="768396" y="656424"/>
                  </a:moveTo>
                  <a:lnTo>
                    <a:pt x="829905" y="668113"/>
                  </a:lnTo>
                  <a:lnTo>
                    <a:pt x="845680" y="635801"/>
                  </a:lnTo>
                  <a:close/>
                  <a:moveTo>
                    <a:pt x="856767" y="583532"/>
                  </a:moveTo>
                  <a:lnTo>
                    <a:pt x="845680" y="635801"/>
                  </a:lnTo>
                  <a:lnTo>
                    <a:pt x="856952" y="600271"/>
                  </a:lnTo>
                  <a:close/>
                  <a:moveTo>
                    <a:pt x="863648" y="568081"/>
                  </a:moveTo>
                  <a:lnTo>
                    <a:pt x="856767" y="583532"/>
                  </a:lnTo>
                  <a:lnTo>
                    <a:pt x="899515" y="527502"/>
                  </a:lnTo>
                  <a:close/>
                  <a:moveTo>
                    <a:pt x="850632" y="576177"/>
                  </a:moveTo>
                  <a:lnTo>
                    <a:pt x="856767" y="583532"/>
                  </a:lnTo>
                  <a:lnTo>
                    <a:pt x="863648" y="568081"/>
                  </a:lnTo>
                  <a:close/>
                  <a:moveTo>
                    <a:pt x="766440" y="421567"/>
                  </a:moveTo>
                  <a:lnTo>
                    <a:pt x="732066" y="425469"/>
                  </a:lnTo>
                  <a:lnTo>
                    <a:pt x="727173" y="424696"/>
                  </a:lnTo>
                  <a:close/>
                  <a:moveTo>
                    <a:pt x="899515" y="527502"/>
                  </a:moveTo>
                  <a:lnTo>
                    <a:pt x="908480" y="516729"/>
                  </a:lnTo>
                  <a:lnTo>
                    <a:pt x="887007" y="520516"/>
                  </a:lnTo>
                  <a:close/>
                  <a:moveTo>
                    <a:pt x="863648" y="568081"/>
                  </a:moveTo>
                  <a:lnTo>
                    <a:pt x="899515" y="527502"/>
                  </a:lnTo>
                  <a:lnTo>
                    <a:pt x="887007" y="520516"/>
                  </a:lnTo>
                  <a:close/>
                  <a:moveTo>
                    <a:pt x="941599" y="500546"/>
                  </a:moveTo>
                  <a:lnTo>
                    <a:pt x="984017" y="556045"/>
                  </a:lnTo>
                  <a:lnTo>
                    <a:pt x="977062" y="552083"/>
                  </a:lnTo>
                  <a:close/>
                  <a:moveTo>
                    <a:pt x="899515" y="527502"/>
                  </a:moveTo>
                  <a:lnTo>
                    <a:pt x="984017" y="556045"/>
                  </a:lnTo>
                  <a:lnTo>
                    <a:pt x="941599" y="500546"/>
                  </a:lnTo>
                  <a:close/>
                  <a:moveTo>
                    <a:pt x="983328" y="493861"/>
                  </a:moveTo>
                  <a:lnTo>
                    <a:pt x="1002376" y="541119"/>
                  </a:lnTo>
                  <a:lnTo>
                    <a:pt x="993408" y="552083"/>
                  </a:lnTo>
                  <a:close/>
                  <a:moveTo>
                    <a:pt x="1127861" y="75866"/>
                  </a:moveTo>
                  <a:lnTo>
                    <a:pt x="1100670" y="122733"/>
                  </a:lnTo>
                  <a:lnTo>
                    <a:pt x="1125186" y="140784"/>
                  </a:lnTo>
                  <a:close/>
                  <a:moveTo>
                    <a:pt x="1172610" y="70857"/>
                  </a:moveTo>
                  <a:lnTo>
                    <a:pt x="1175733" y="74929"/>
                  </a:lnTo>
                  <a:lnTo>
                    <a:pt x="1181240" y="72719"/>
                  </a:lnTo>
                  <a:close/>
                  <a:moveTo>
                    <a:pt x="1150040" y="90970"/>
                  </a:moveTo>
                  <a:lnTo>
                    <a:pt x="1172610" y="70857"/>
                  </a:lnTo>
                  <a:lnTo>
                    <a:pt x="1131827" y="62649"/>
                  </a:lnTo>
                  <a:close/>
                  <a:moveTo>
                    <a:pt x="1131827" y="62649"/>
                  </a:moveTo>
                  <a:lnTo>
                    <a:pt x="1127861" y="75866"/>
                  </a:lnTo>
                  <a:lnTo>
                    <a:pt x="1150040" y="90970"/>
                  </a:lnTo>
                  <a:close/>
                  <a:moveTo>
                    <a:pt x="1201264" y="46763"/>
                  </a:moveTo>
                  <a:lnTo>
                    <a:pt x="1172610" y="70857"/>
                  </a:lnTo>
                  <a:lnTo>
                    <a:pt x="1181240" y="72719"/>
                  </a:lnTo>
                  <a:close/>
                  <a:moveTo>
                    <a:pt x="1181240" y="72719"/>
                  </a:moveTo>
                  <a:lnTo>
                    <a:pt x="1227642" y="71534"/>
                  </a:lnTo>
                  <a:lnTo>
                    <a:pt x="1261449" y="63032"/>
                  </a:lnTo>
                  <a:close/>
                  <a:moveTo>
                    <a:pt x="1261449" y="63032"/>
                  </a:moveTo>
                  <a:lnTo>
                    <a:pt x="1227642" y="71534"/>
                  </a:lnTo>
                  <a:lnTo>
                    <a:pt x="1312684" y="79916"/>
                  </a:lnTo>
                  <a:close/>
                  <a:moveTo>
                    <a:pt x="1343279" y="59405"/>
                  </a:moveTo>
                  <a:lnTo>
                    <a:pt x="1312684" y="79916"/>
                  </a:lnTo>
                  <a:lnTo>
                    <a:pt x="1390525" y="61372"/>
                  </a:lnTo>
                  <a:close/>
                  <a:moveTo>
                    <a:pt x="1435002" y="16077"/>
                  </a:moveTo>
                  <a:lnTo>
                    <a:pt x="1408057" y="0"/>
                  </a:lnTo>
                  <a:lnTo>
                    <a:pt x="1390525" y="6137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1" name="Output_density__4330">
              <a:extLst>
                <a:ext uri="{FF2B5EF4-FFF2-40B4-BE49-F238E27FC236}">
                  <a16:creationId xmlns:a16="http://schemas.microsoft.com/office/drawing/2014/main" id="{2B8BEC3A-1AEE-5740-230B-2DB7BFBA1CDC}"/>
                </a:ext>
              </a:extLst>
            </p:cNvPr>
            <p:cNvSpPr>
              <a:spLocks noGrp="1"/>
            </p:cNvSpPr>
            <p:nvPr/>
          </p:nvSpPr>
          <p:spPr>
            <a:xfrm>
              <a:off x="14888559" y="2877844"/>
              <a:ext cx="1134874" cy="484363"/>
            </a:xfrm>
            <a:custGeom>
              <a:avLst/>
              <a:gdLst/>
              <a:ahLst/>
              <a:cxnLst/>
              <a:rect l="0" t="0" r="0" b="0"/>
              <a:pathLst>
                <a:path w="1134874" h="484363">
                  <a:moveTo>
                    <a:pt x="40559" y="303903"/>
                  </a:moveTo>
                  <a:lnTo>
                    <a:pt x="52639" y="299327"/>
                  </a:lnTo>
                  <a:lnTo>
                    <a:pt x="0" y="304140"/>
                  </a:lnTo>
                  <a:close/>
                  <a:moveTo>
                    <a:pt x="85445" y="147172"/>
                  </a:moveTo>
                  <a:lnTo>
                    <a:pt x="84580" y="156951"/>
                  </a:lnTo>
                  <a:lnTo>
                    <a:pt x="100339" y="122713"/>
                  </a:lnTo>
                  <a:close/>
                  <a:moveTo>
                    <a:pt x="948744" y="484363"/>
                  </a:moveTo>
                  <a:lnTo>
                    <a:pt x="977774" y="480179"/>
                  </a:lnTo>
                  <a:lnTo>
                    <a:pt x="893272" y="451636"/>
                  </a:lnTo>
                  <a:close/>
                  <a:moveTo>
                    <a:pt x="987165" y="476217"/>
                  </a:moveTo>
                  <a:lnTo>
                    <a:pt x="977774" y="480179"/>
                  </a:lnTo>
                  <a:lnTo>
                    <a:pt x="988970" y="424680"/>
                  </a:lnTo>
                  <a:close/>
                  <a:moveTo>
                    <a:pt x="935356" y="424680"/>
                  </a:moveTo>
                  <a:lnTo>
                    <a:pt x="970819" y="476217"/>
                  </a:lnTo>
                  <a:lnTo>
                    <a:pt x="996133" y="465252"/>
                  </a:lnTo>
                  <a:close/>
                  <a:moveTo>
                    <a:pt x="1121827" y="70621"/>
                  </a:moveTo>
                  <a:lnTo>
                    <a:pt x="1121618" y="0"/>
                  </a:lnTo>
                  <a:lnTo>
                    <a:pt x="1118943" y="64918"/>
                  </a:lnTo>
                  <a:close/>
                  <a:moveTo>
                    <a:pt x="1134874" y="19085"/>
                  </a:moveTo>
                  <a:lnTo>
                    <a:pt x="1121618" y="0"/>
                  </a:lnTo>
                  <a:lnTo>
                    <a:pt x="1121827" y="7062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2" name="Output_density__4331">
              <a:extLst>
                <a:ext uri="{FF2B5EF4-FFF2-40B4-BE49-F238E27FC236}">
                  <a16:creationId xmlns:a16="http://schemas.microsoft.com/office/drawing/2014/main" id="{94789850-ACD1-A9D4-7D9B-C6C16E6A322D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41058"/>
              <a:ext cx="1179874" cy="604886"/>
            </a:xfrm>
            <a:custGeom>
              <a:avLst/>
              <a:gdLst/>
              <a:ahLst/>
              <a:cxnLst/>
              <a:rect l="0" t="0" r="0" b="0"/>
              <a:pathLst>
                <a:path w="1179874" h="604886">
                  <a:moveTo>
                    <a:pt x="54410" y="423977"/>
                  </a:moveTo>
                  <a:lnTo>
                    <a:pt x="45533" y="439970"/>
                  </a:lnTo>
                  <a:lnTo>
                    <a:pt x="67736" y="433441"/>
                  </a:lnTo>
                  <a:close/>
                  <a:moveTo>
                    <a:pt x="51772" y="413530"/>
                  </a:moveTo>
                  <a:lnTo>
                    <a:pt x="38818" y="407447"/>
                  </a:lnTo>
                  <a:lnTo>
                    <a:pt x="67736" y="433441"/>
                  </a:lnTo>
                  <a:close/>
                  <a:moveTo>
                    <a:pt x="54410" y="423977"/>
                  </a:moveTo>
                  <a:lnTo>
                    <a:pt x="38818" y="407447"/>
                  </a:lnTo>
                  <a:lnTo>
                    <a:pt x="5690" y="371636"/>
                  </a:lnTo>
                  <a:close/>
                  <a:moveTo>
                    <a:pt x="0" y="348346"/>
                  </a:moveTo>
                  <a:lnTo>
                    <a:pt x="2965" y="365948"/>
                  </a:lnTo>
                  <a:lnTo>
                    <a:pt x="5690" y="371636"/>
                  </a:lnTo>
                  <a:close/>
                  <a:moveTo>
                    <a:pt x="171948" y="451419"/>
                  </a:moveTo>
                  <a:lnTo>
                    <a:pt x="211053" y="485025"/>
                  </a:lnTo>
                  <a:lnTo>
                    <a:pt x="159173" y="448308"/>
                  </a:lnTo>
                  <a:close/>
                  <a:moveTo>
                    <a:pt x="275704" y="417167"/>
                  </a:moveTo>
                  <a:lnTo>
                    <a:pt x="280781" y="362664"/>
                  </a:lnTo>
                  <a:lnTo>
                    <a:pt x="271951" y="427326"/>
                  </a:lnTo>
                  <a:close/>
                  <a:moveTo>
                    <a:pt x="258862" y="351695"/>
                  </a:moveTo>
                  <a:lnTo>
                    <a:pt x="305499" y="393667"/>
                  </a:lnTo>
                  <a:lnTo>
                    <a:pt x="271951" y="427326"/>
                  </a:lnTo>
                  <a:close/>
                  <a:moveTo>
                    <a:pt x="357214" y="338507"/>
                  </a:moveTo>
                  <a:lnTo>
                    <a:pt x="351916" y="403232"/>
                  </a:lnTo>
                  <a:lnTo>
                    <a:pt x="324075" y="328220"/>
                  </a:lnTo>
                  <a:close/>
                  <a:moveTo>
                    <a:pt x="355127" y="402947"/>
                  </a:moveTo>
                  <a:lnTo>
                    <a:pt x="351916" y="403232"/>
                  </a:lnTo>
                  <a:lnTo>
                    <a:pt x="357214" y="338507"/>
                  </a:lnTo>
                  <a:close/>
                  <a:moveTo>
                    <a:pt x="405021" y="281511"/>
                  </a:moveTo>
                  <a:lnTo>
                    <a:pt x="357214" y="338507"/>
                  </a:lnTo>
                  <a:lnTo>
                    <a:pt x="334660" y="328018"/>
                  </a:lnTo>
                  <a:close/>
                  <a:moveTo>
                    <a:pt x="761191" y="604886"/>
                  </a:moveTo>
                  <a:lnTo>
                    <a:pt x="805726" y="596721"/>
                  </a:lnTo>
                  <a:lnTo>
                    <a:pt x="787118" y="566925"/>
                  </a:lnTo>
                  <a:close/>
                  <a:moveTo>
                    <a:pt x="798536" y="521328"/>
                  </a:moveTo>
                  <a:lnTo>
                    <a:pt x="787118" y="566925"/>
                  </a:lnTo>
                  <a:lnTo>
                    <a:pt x="810678" y="537097"/>
                  </a:lnTo>
                  <a:close/>
                  <a:moveTo>
                    <a:pt x="798296" y="473819"/>
                  </a:moveTo>
                  <a:lnTo>
                    <a:pt x="810678" y="537097"/>
                  </a:lnTo>
                  <a:lnTo>
                    <a:pt x="823694" y="529001"/>
                  </a:lnTo>
                  <a:close/>
                  <a:moveTo>
                    <a:pt x="856268" y="449633"/>
                  </a:moveTo>
                  <a:lnTo>
                    <a:pt x="847053" y="481435"/>
                  </a:lnTo>
                  <a:lnTo>
                    <a:pt x="880319" y="461466"/>
                  </a:lnTo>
                  <a:close/>
                  <a:moveTo>
                    <a:pt x="856268" y="449633"/>
                  </a:moveTo>
                  <a:lnTo>
                    <a:pt x="886606" y="454641"/>
                  </a:lnTo>
                  <a:lnTo>
                    <a:pt x="861214" y="399479"/>
                  </a:lnTo>
                  <a:close/>
                  <a:moveTo>
                    <a:pt x="757173" y="104058"/>
                  </a:moveTo>
                  <a:lnTo>
                    <a:pt x="732954" y="128152"/>
                  </a:lnTo>
                  <a:lnTo>
                    <a:pt x="763913" y="75465"/>
                  </a:lnTo>
                  <a:close/>
                  <a:moveTo>
                    <a:pt x="841105" y="54496"/>
                  </a:moveTo>
                  <a:lnTo>
                    <a:pt x="796338" y="83915"/>
                  </a:lnTo>
                  <a:lnTo>
                    <a:pt x="763913" y="75465"/>
                  </a:lnTo>
                  <a:close/>
                  <a:moveTo>
                    <a:pt x="920995" y="55871"/>
                  </a:moveTo>
                  <a:lnTo>
                    <a:pt x="894969" y="81209"/>
                  </a:lnTo>
                  <a:lnTo>
                    <a:pt x="925519" y="60530"/>
                  </a:lnTo>
                  <a:close/>
                  <a:moveTo>
                    <a:pt x="920995" y="55871"/>
                  </a:moveTo>
                  <a:lnTo>
                    <a:pt x="893321" y="79965"/>
                  </a:lnTo>
                  <a:lnTo>
                    <a:pt x="894969" y="81209"/>
                  </a:lnTo>
                  <a:close/>
                  <a:moveTo>
                    <a:pt x="893321" y="79965"/>
                  </a:moveTo>
                  <a:lnTo>
                    <a:pt x="920995" y="55871"/>
                  </a:lnTo>
                  <a:lnTo>
                    <a:pt x="841105" y="54496"/>
                  </a:lnTo>
                  <a:close/>
                  <a:moveTo>
                    <a:pt x="920995" y="55871"/>
                  </a:moveTo>
                  <a:lnTo>
                    <a:pt x="875007" y="46352"/>
                  </a:lnTo>
                  <a:lnTo>
                    <a:pt x="841105" y="54496"/>
                  </a:lnTo>
                  <a:close/>
                  <a:moveTo>
                    <a:pt x="1070713" y="138268"/>
                  </a:moveTo>
                  <a:lnTo>
                    <a:pt x="1060715" y="83653"/>
                  </a:lnTo>
                  <a:lnTo>
                    <a:pt x="1071872" y="134850"/>
                  </a:lnTo>
                  <a:close/>
                  <a:moveTo>
                    <a:pt x="1161310" y="7683"/>
                  </a:moveTo>
                  <a:lnTo>
                    <a:pt x="1172070" y="13840"/>
                  </a:lnTo>
                  <a:lnTo>
                    <a:pt x="1179874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33" name="Output_density__4332">
              <a:extLst>
                <a:ext uri="{FF2B5EF4-FFF2-40B4-BE49-F238E27FC236}">
                  <a16:creationId xmlns:a16="http://schemas.microsoft.com/office/drawing/2014/main" id="{E272B523-897C-6EBE-98C2-112625D8C9BA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1151"/>
              <a:ext cx="1351829" cy="644792"/>
            </a:xfrm>
            <a:custGeom>
              <a:avLst/>
              <a:gdLst/>
              <a:ahLst/>
              <a:cxnLst/>
              <a:rect l="0" t="0" r="0" b="0"/>
              <a:pathLst>
                <a:path w="1351829" h="644792">
                  <a:moveTo>
                    <a:pt x="213178" y="506217"/>
                  </a:moveTo>
                  <a:lnTo>
                    <a:pt x="240482" y="524932"/>
                  </a:lnTo>
                  <a:lnTo>
                    <a:pt x="201378" y="491326"/>
                  </a:lnTo>
                  <a:close/>
                  <a:moveTo>
                    <a:pt x="0" y="360811"/>
                  </a:moveTo>
                  <a:lnTo>
                    <a:pt x="32394" y="405855"/>
                  </a:lnTo>
                  <a:lnTo>
                    <a:pt x="29430" y="388253"/>
                  </a:lnTo>
                  <a:close/>
                  <a:moveTo>
                    <a:pt x="296122" y="558282"/>
                  </a:moveTo>
                  <a:lnTo>
                    <a:pt x="304680" y="532553"/>
                  </a:lnTo>
                  <a:lnTo>
                    <a:pt x="261875" y="542863"/>
                  </a:lnTo>
                  <a:close/>
                  <a:moveTo>
                    <a:pt x="304807" y="469706"/>
                  </a:moveTo>
                  <a:lnTo>
                    <a:pt x="301380" y="467232"/>
                  </a:lnTo>
                  <a:lnTo>
                    <a:pt x="240482" y="524932"/>
                  </a:lnTo>
                  <a:close/>
                  <a:moveTo>
                    <a:pt x="240482" y="524932"/>
                  </a:moveTo>
                  <a:lnTo>
                    <a:pt x="261875" y="542863"/>
                  </a:lnTo>
                  <a:lnTo>
                    <a:pt x="304680" y="532553"/>
                  </a:lnTo>
                  <a:close/>
                  <a:moveTo>
                    <a:pt x="304680" y="532553"/>
                  </a:moveTo>
                  <a:lnTo>
                    <a:pt x="304807" y="469706"/>
                  </a:lnTo>
                  <a:lnTo>
                    <a:pt x="240482" y="524932"/>
                  </a:lnTo>
                  <a:close/>
                  <a:moveTo>
                    <a:pt x="357317" y="527742"/>
                  </a:moveTo>
                  <a:lnTo>
                    <a:pt x="314199" y="467232"/>
                  </a:lnTo>
                  <a:lnTo>
                    <a:pt x="304807" y="469706"/>
                  </a:lnTo>
                  <a:close/>
                  <a:moveTo>
                    <a:pt x="357317" y="527742"/>
                  </a:moveTo>
                  <a:lnTo>
                    <a:pt x="304807" y="469706"/>
                  </a:lnTo>
                  <a:lnTo>
                    <a:pt x="304680" y="532553"/>
                  </a:lnTo>
                  <a:close/>
                  <a:moveTo>
                    <a:pt x="304807" y="469706"/>
                  </a:moveTo>
                  <a:lnTo>
                    <a:pt x="314199" y="467232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04807" y="469706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10210" y="402571"/>
                  </a:lnTo>
                  <a:lnTo>
                    <a:pt x="288292" y="391602"/>
                  </a:lnTo>
                  <a:close/>
                  <a:moveTo>
                    <a:pt x="383972" y="443329"/>
                  </a:moveTo>
                  <a:lnTo>
                    <a:pt x="314199" y="467232"/>
                  </a:lnTo>
                  <a:lnTo>
                    <a:pt x="364454" y="504189"/>
                  </a:lnTo>
                  <a:close/>
                  <a:moveTo>
                    <a:pt x="314199" y="467232"/>
                  </a:moveTo>
                  <a:lnTo>
                    <a:pt x="383972" y="443329"/>
                  </a:lnTo>
                  <a:lnTo>
                    <a:pt x="310210" y="402571"/>
                  </a:lnTo>
                  <a:close/>
                  <a:moveTo>
                    <a:pt x="314199" y="467232"/>
                  </a:moveTo>
                  <a:lnTo>
                    <a:pt x="310210" y="402571"/>
                  </a:lnTo>
                  <a:lnTo>
                    <a:pt x="305133" y="457074"/>
                  </a:lnTo>
                  <a:close/>
                  <a:moveTo>
                    <a:pt x="430816" y="443228"/>
                  </a:moveTo>
                  <a:lnTo>
                    <a:pt x="383972" y="443329"/>
                  </a:lnTo>
                  <a:lnTo>
                    <a:pt x="364454" y="504189"/>
                  </a:lnTo>
                  <a:close/>
                  <a:moveTo>
                    <a:pt x="249609" y="351113"/>
                  </a:moveTo>
                  <a:lnTo>
                    <a:pt x="288292" y="391602"/>
                  </a:lnTo>
                  <a:lnTo>
                    <a:pt x="310210" y="402571"/>
                  </a:lnTo>
                  <a:close/>
                  <a:moveTo>
                    <a:pt x="207039" y="288529"/>
                  </a:moveTo>
                  <a:lnTo>
                    <a:pt x="220032" y="313574"/>
                  </a:lnTo>
                  <a:lnTo>
                    <a:pt x="217978" y="312623"/>
                  </a:lnTo>
                  <a:close/>
                  <a:moveTo>
                    <a:pt x="315968" y="335148"/>
                  </a:moveTo>
                  <a:lnTo>
                    <a:pt x="386644" y="378414"/>
                  </a:lnTo>
                  <a:lnTo>
                    <a:pt x="355115" y="367508"/>
                  </a:lnTo>
                  <a:close/>
                  <a:moveTo>
                    <a:pt x="326023" y="340066"/>
                  </a:moveTo>
                  <a:lnTo>
                    <a:pt x="386644" y="378414"/>
                  </a:lnTo>
                  <a:lnTo>
                    <a:pt x="315968" y="335148"/>
                  </a:lnTo>
                  <a:close/>
                  <a:moveTo>
                    <a:pt x="364089" y="367925"/>
                  </a:moveTo>
                  <a:lnTo>
                    <a:pt x="386644" y="378414"/>
                  </a:lnTo>
                  <a:lnTo>
                    <a:pt x="326023" y="340066"/>
                  </a:lnTo>
                  <a:close/>
                  <a:moveTo>
                    <a:pt x="294318" y="264435"/>
                  </a:moveTo>
                  <a:lnTo>
                    <a:pt x="290724" y="288529"/>
                  </a:lnTo>
                  <a:lnTo>
                    <a:pt x="322248" y="315972"/>
                  </a:lnTo>
                  <a:close/>
                  <a:moveTo>
                    <a:pt x="294318" y="264435"/>
                  </a:moveTo>
                  <a:lnTo>
                    <a:pt x="291255" y="270288"/>
                  </a:lnTo>
                  <a:lnTo>
                    <a:pt x="290724" y="288529"/>
                  </a:lnTo>
                  <a:close/>
                  <a:moveTo>
                    <a:pt x="303403" y="157134"/>
                  </a:moveTo>
                  <a:lnTo>
                    <a:pt x="377085" y="188804"/>
                  </a:lnTo>
                  <a:lnTo>
                    <a:pt x="380238" y="195393"/>
                  </a:lnTo>
                  <a:close/>
                  <a:moveTo>
                    <a:pt x="255694" y="95195"/>
                  </a:moveTo>
                  <a:lnTo>
                    <a:pt x="198756" y="103503"/>
                  </a:lnTo>
                  <a:lnTo>
                    <a:pt x="249429" y="161362"/>
                  </a:lnTo>
                  <a:close/>
                  <a:moveTo>
                    <a:pt x="257690" y="161362"/>
                  </a:moveTo>
                  <a:lnTo>
                    <a:pt x="303403" y="157134"/>
                  </a:lnTo>
                  <a:lnTo>
                    <a:pt x="255694" y="95195"/>
                  </a:lnTo>
                  <a:close/>
                  <a:moveTo>
                    <a:pt x="787360" y="577003"/>
                  </a:moveTo>
                  <a:lnTo>
                    <a:pt x="790620" y="644792"/>
                  </a:lnTo>
                  <a:lnTo>
                    <a:pt x="816547" y="606831"/>
                  </a:lnTo>
                  <a:close/>
                  <a:moveTo>
                    <a:pt x="787360" y="577003"/>
                  </a:moveTo>
                  <a:lnTo>
                    <a:pt x="816547" y="606831"/>
                  </a:lnTo>
                  <a:lnTo>
                    <a:pt x="827965" y="561235"/>
                  </a:lnTo>
                  <a:close/>
                  <a:moveTo>
                    <a:pt x="827965" y="561235"/>
                  </a:moveTo>
                  <a:lnTo>
                    <a:pt x="840108" y="577003"/>
                  </a:lnTo>
                  <a:lnTo>
                    <a:pt x="827726" y="513726"/>
                  </a:lnTo>
                  <a:close/>
                  <a:moveTo>
                    <a:pt x="827726" y="513726"/>
                  </a:moveTo>
                  <a:lnTo>
                    <a:pt x="853124" y="568907"/>
                  </a:lnTo>
                  <a:lnTo>
                    <a:pt x="876482" y="521342"/>
                  </a:lnTo>
                  <a:close/>
                  <a:moveTo>
                    <a:pt x="885697" y="489539"/>
                  </a:moveTo>
                  <a:lnTo>
                    <a:pt x="827726" y="513726"/>
                  </a:lnTo>
                  <a:lnTo>
                    <a:pt x="876482" y="521342"/>
                  </a:lnTo>
                  <a:close/>
                  <a:moveTo>
                    <a:pt x="890643" y="439386"/>
                  </a:moveTo>
                  <a:lnTo>
                    <a:pt x="841695" y="431053"/>
                  </a:lnTo>
                  <a:lnTo>
                    <a:pt x="817202" y="449836"/>
                  </a:lnTo>
                  <a:close/>
                  <a:moveTo>
                    <a:pt x="890643" y="439386"/>
                  </a:moveTo>
                  <a:lnTo>
                    <a:pt x="918439" y="438160"/>
                  </a:lnTo>
                  <a:lnTo>
                    <a:pt x="896482" y="425742"/>
                  </a:lnTo>
                  <a:close/>
                  <a:moveTo>
                    <a:pt x="890643" y="439386"/>
                  </a:moveTo>
                  <a:lnTo>
                    <a:pt x="916036" y="494548"/>
                  </a:lnTo>
                  <a:lnTo>
                    <a:pt x="918439" y="438160"/>
                  </a:lnTo>
                  <a:close/>
                  <a:moveTo>
                    <a:pt x="909749" y="501373"/>
                  </a:moveTo>
                  <a:lnTo>
                    <a:pt x="916036" y="494548"/>
                  </a:lnTo>
                  <a:lnTo>
                    <a:pt x="885697" y="489539"/>
                  </a:lnTo>
                  <a:close/>
                  <a:moveTo>
                    <a:pt x="817202" y="449836"/>
                  </a:moveTo>
                  <a:lnTo>
                    <a:pt x="838142" y="427476"/>
                  </a:lnTo>
                  <a:lnTo>
                    <a:pt x="882393" y="408540"/>
                  </a:lnTo>
                  <a:close/>
                  <a:moveTo>
                    <a:pt x="882393" y="408540"/>
                  </a:moveTo>
                  <a:lnTo>
                    <a:pt x="855965" y="388225"/>
                  </a:lnTo>
                  <a:lnTo>
                    <a:pt x="816512" y="398300"/>
                  </a:lnTo>
                  <a:close/>
                  <a:moveTo>
                    <a:pt x="882393" y="408540"/>
                  </a:moveTo>
                  <a:lnTo>
                    <a:pt x="896482" y="425742"/>
                  </a:lnTo>
                  <a:lnTo>
                    <a:pt x="855965" y="388225"/>
                  </a:lnTo>
                  <a:close/>
                  <a:moveTo>
                    <a:pt x="896482" y="425742"/>
                  </a:moveTo>
                  <a:lnTo>
                    <a:pt x="918439" y="438160"/>
                  </a:lnTo>
                  <a:lnTo>
                    <a:pt x="855965" y="388225"/>
                  </a:lnTo>
                  <a:close/>
                  <a:moveTo>
                    <a:pt x="890643" y="439386"/>
                  </a:moveTo>
                  <a:lnTo>
                    <a:pt x="896482" y="425742"/>
                  </a:lnTo>
                  <a:lnTo>
                    <a:pt x="894938" y="419284"/>
                  </a:lnTo>
                  <a:close/>
                  <a:moveTo>
                    <a:pt x="894938" y="419284"/>
                  </a:moveTo>
                  <a:lnTo>
                    <a:pt x="896482" y="425742"/>
                  </a:lnTo>
                  <a:lnTo>
                    <a:pt x="882393" y="408540"/>
                  </a:lnTo>
                  <a:close/>
                  <a:moveTo>
                    <a:pt x="839617" y="143965"/>
                  </a:moveTo>
                  <a:lnTo>
                    <a:pt x="850178" y="141958"/>
                  </a:lnTo>
                  <a:lnTo>
                    <a:pt x="870534" y="94403"/>
                  </a:lnTo>
                  <a:close/>
                  <a:moveTo>
                    <a:pt x="793342" y="115371"/>
                  </a:moveTo>
                  <a:lnTo>
                    <a:pt x="839617" y="143965"/>
                  </a:lnTo>
                  <a:lnTo>
                    <a:pt x="870534" y="94403"/>
                  </a:lnTo>
                  <a:close/>
                  <a:moveTo>
                    <a:pt x="850178" y="141958"/>
                  </a:moveTo>
                  <a:lnTo>
                    <a:pt x="922751" y="119871"/>
                  </a:lnTo>
                  <a:lnTo>
                    <a:pt x="870534" y="94403"/>
                  </a:lnTo>
                  <a:close/>
                  <a:moveTo>
                    <a:pt x="981364" y="159423"/>
                  </a:moveTo>
                  <a:lnTo>
                    <a:pt x="983182" y="147314"/>
                  </a:lnTo>
                  <a:lnTo>
                    <a:pt x="954948" y="100436"/>
                  </a:lnTo>
                  <a:close/>
                  <a:moveTo>
                    <a:pt x="981364" y="159423"/>
                  </a:moveTo>
                  <a:lnTo>
                    <a:pt x="954948" y="100436"/>
                  </a:lnTo>
                  <a:lnTo>
                    <a:pt x="924398" y="121115"/>
                  </a:lnTo>
                  <a:close/>
                  <a:moveTo>
                    <a:pt x="1090145" y="123560"/>
                  </a:moveTo>
                  <a:lnTo>
                    <a:pt x="1086126" y="123220"/>
                  </a:lnTo>
                  <a:lnTo>
                    <a:pt x="1101301" y="174757"/>
                  </a:lnTo>
                  <a:close/>
                  <a:moveTo>
                    <a:pt x="1104475" y="71683"/>
                  </a:moveTo>
                  <a:lnTo>
                    <a:pt x="1089187" y="118078"/>
                  </a:lnTo>
                  <a:lnTo>
                    <a:pt x="1117336" y="76693"/>
                  </a:lnTo>
                  <a:close/>
                  <a:moveTo>
                    <a:pt x="1117336" y="76693"/>
                  </a:moveTo>
                  <a:lnTo>
                    <a:pt x="1089187" y="118078"/>
                  </a:lnTo>
                  <a:lnTo>
                    <a:pt x="1090145" y="123560"/>
                  </a:lnTo>
                  <a:close/>
                  <a:moveTo>
                    <a:pt x="1226596" y="12676"/>
                  </a:moveTo>
                  <a:lnTo>
                    <a:pt x="1190739" y="47589"/>
                  </a:lnTo>
                  <a:lnTo>
                    <a:pt x="1209304" y="39907"/>
                  </a:lnTo>
                  <a:close/>
                  <a:moveTo>
                    <a:pt x="1201500" y="53747"/>
                  </a:moveTo>
                  <a:lnTo>
                    <a:pt x="1245774" y="23496"/>
                  </a:lnTo>
                  <a:lnTo>
                    <a:pt x="1209304" y="39907"/>
                  </a:lnTo>
                  <a:close/>
                  <a:moveTo>
                    <a:pt x="1280965" y="41275"/>
                  </a:moveTo>
                  <a:lnTo>
                    <a:pt x="1245774" y="23496"/>
                  </a:lnTo>
                  <a:lnTo>
                    <a:pt x="1201500" y="53747"/>
                  </a:lnTo>
                  <a:close/>
                  <a:moveTo>
                    <a:pt x="1351829" y="0"/>
                  </a:moveTo>
                  <a:lnTo>
                    <a:pt x="1280965" y="41275"/>
                  </a:lnTo>
                  <a:lnTo>
                    <a:pt x="1332755" y="6023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34" name="Output_density__4333">
              <a:extLst>
                <a:ext uri="{FF2B5EF4-FFF2-40B4-BE49-F238E27FC236}">
                  <a16:creationId xmlns:a16="http://schemas.microsoft.com/office/drawing/2014/main" id="{6B3FD98F-BB02-4DCC-8489-4630090ABB85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749017"/>
              <a:ext cx="1428937" cy="696927"/>
            </a:xfrm>
            <a:custGeom>
              <a:avLst/>
              <a:gdLst/>
              <a:ahLst/>
              <a:cxnLst/>
              <a:rect l="0" t="0" r="0" b="0"/>
              <a:pathLst>
                <a:path w="1428937" h="696927">
                  <a:moveTo>
                    <a:pt x="271887" y="577067"/>
                  </a:moveTo>
                  <a:lnTo>
                    <a:pt x="244583" y="558352"/>
                  </a:lnTo>
                  <a:lnTo>
                    <a:pt x="293280" y="594998"/>
                  </a:lnTo>
                  <a:close/>
                  <a:moveTo>
                    <a:pt x="0" y="361409"/>
                  </a:moveTo>
                  <a:lnTo>
                    <a:pt x="31405" y="412946"/>
                  </a:lnTo>
                  <a:lnTo>
                    <a:pt x="43621" y="388851"/>
                  </a:lnTo>
                  <a:close/>
                  <a:moveTo>
                    <a:pt x="341615" y="454706"/>
                  </a:moveTo>
                  <a:lnTo>
                    <a:pt x="415377" y="495464"/>
                  </a:lnTo>
                  <a:lnTo>
                    <a:pt x="396359" y="448182"/>
                  </a:lnTo>
                  <a:close/>
                  <a:moveTo>
                    <a:pt x="462221" y="495363"/>
                  </a:moveTo>
                  <a:lnTo>
                    <a:pt x="396359" y="448182"/>
                  </a:lnTo>
                  <a:lnTo>
                    <a:pt x="415377" y="495464"/>
                  </a:lnTo>
                  <a:close/>
                  <a:moveTo>
                    <a:pt x="305916" y="434498"/>
                  </a:moveTo>
                  <a:lnTo>
                    <a:pt x="319696" y="443737"/>
                  </a:lnTo>
                  <a:lnTo>
                    <a:pt x="281014" y="403248"/>
                  </a:lnTo>
                  <a:close/>
                  <a:moveTo>
                    <a:pt x="281014" y="403248"/>
                  </a:moveTo>
                  <a:lnTo>
                    <a:pt x="341615" y="454706"/>
                  </a:lnTo>
                  <a:lnTo>
                    <a:pt x="317025" y="411955"/>
                  </a:lnTo>
                  <a:close/>
                  <a:moveTo>
                    <a:pt x="281014" y="403248"/>
                  </a:moveTo>
                  <a:lnTo>
                    <a:pt x="251437" y="365709"/>
                  </a:lnTo>
                  <a:lnTo>
                    <a:pt x="247745" y="392314"/>
                  </a:lnTo>
                  <a:close/>
                  <a:moveTo>
                    <a:pt x="281014" y="403248"/>
                  </a:moveTo>
                  <a:lnTo>
                    <a:pt x="334533" y="366813"/>
                  </a:lnTo>
                  <a:lnTo>
                    <a:pt x="257349" y="364757"/>
                  </a:lnTo>
                  <a:close/>
                  <a:moveTo>
                    <a:pt x="257349" y="364757"/>
                  </a:moveTo>
                  <a:lnTo>
                    <a:pt x="251437" y="365709"/>
                  </a:lnTo>
                  <a:lnTo>
                    <a:pt x="281014" y="403248"/>
                  </a:lnTo>
                  <a:close/>
                  <a:moveTo>
                    <a:pt x="334533" y="366813"/>
                  </a:moveTo>
                  <a:lnTo>
                    <a:pt x="357428" y="392200"/>
                  </a:lnTo>
                  <a:lnTo>
                    <a:pt x="347373" y="387282"/>
                  </a:lnTo>
                  <a:close/>
                  <a:moveTo>
                    <a:pt x="353652" y="368106"/>
                  </a:moveTo>
                  <a:lnTo>
                    <a:pt x="334533" y="366813"/>
                  </a:lnTo>
                  <a:lnTo>
                    <a:pt x="347373" y="387282"/>
                  </a:lnTo>
                  <a:close/>
                  <a:moveTo>
                    <a:pt x="334808" y="209268"/>
                  </a:moveTo>
                  <a:lnTo>
                    <a:pt x="411643" y="247528"/>
                  </a:lnTo>
                  <a:lnTo>
                    <a:pt x="394621" y="198624"/>
                  </a:lnTo>
                  <a:close/>
                  <a:moveTo>
                    <a:pt x="287098" y="147330"/>
                  </a:moveTo>
                  <a:lnTo>
                    <a:pt x="333093" y="147920"/>
                  </a:lnTo>
                  <a:lnTo>
                    <a:pt x="323311" y="93130"/>
                  </a:lnTo>
                  <a:close/>
                  <a:moveTo>
                    <a:pt x="818764" y="629138"/>
                  </a:moveTo>
                  <a:lnTo>
                    <a:pt x="783392" y="653232"/>
                  </a:lnTo>
                  <a:lnTo>
                    <a:pt x="822025" y="696927"/>
                  </a:lnTo>
                  <a:close/>
                  <a:moveTo>
                    <a:pt x="818764" y="629138"/>
                  </a:moveTo>
                  <a:lnTo>
                    <a:pt x="859370" y="613370"/>
                  </a:lnTo>
                  <a:lnTo>
                    <a:pt x="845072" y="553508"/>
                  </a:lnTo>
                  <a:close/>
                  <a:moveTo>
                    <a:pt x="917102" y="541674"/>
                  </a:moveTo>
                  <a:lnTo>
                    <a:pt x="922048" y="491521"/>
                  </a:lnTo>
                  <a:lnTo>
                    <a:pt x="848606" y="501971"/>
                  </a:lnTo>
                  <a:close/>
                  <a:moveTo>
                    <a:pt x="869392" y="542479"/>
                  </a:moveTo>
                  <a:lnTo>
                    <a:pt x="917102" y="541674"/>
                  </a:lnTo>
                  <a:lnTo>
                    <a:pt x="848606" y="501971"/>
                  </a:lnTo>
                  <a:close/>
                  <a:moveTo>
                    <a:pt x="847917" y="450435"/>
                  </a:moveTo>
                  <a:lnTo>
                    <a:pt x="848606" y="501971"/>
                  </a:lnTo>
                  <a:lnTo>
                    <a:pt x="913797" y="460675"/>
                  </a:lnTo>
                  <a:close/>
                  <a:moveTo>
                    <a:pt x="1011652" y="402247"/>
                  </a:moveTo>
                  <a:lnTo>
                    <a:pt x="1001953" y="440922"/>
                  </a:lnTo>
                  <a:lnTo>
                    <a:pt x="985532" y="461281"/>
                  </a:lnTo>
                  <a:close/>
                  <a:moveTo>
                    <a:pt x="1023313" y="217576"/>
                  </a:moveTo>
                  <a:lnTo>
                    <a:pt x="1014586" y="199449"/>
                  </a:lnTo>
                  <a:lnTo>
                    <a:pt x="1012769" y="211558"/>
                  </a:lnTo>
                  <a:close/>
                  <a:moveTo>
                    <a:pt x="1049470" y="123818"/>
                  </a:moveTo>
                  <a:lnTo>
                    <a:pt x="1065373" y="138439"/>
                  </a:lnTo>
                  <a:lnTo>
                    <a:pt x="1053082" y="130632"/>
                  </a:lnTo>
                  <a:close/>
                  <a:moveTo>
                    <a:pt x="1120592" y="170213"/>
                  </a:moveTo>
                  <a:lnTo>
                    <a:pt x="1075243" y="123818"/>
                  </a:lnTo>
                  <a:lnTo>
                    <a:pt x="1121550" y="175694"/>
                  </a:lnTo>
                  <a:close/>
                  <a:moveTo>
                    <a:pt x="1121550" y="175694"/>
                  </a:moveTo>
                  <a:lnTo>
                    <a:pt x="1075243" y="123818"/>
                  </a:lnTo>
                  <a:lnTo>
                    <a:pt x="1053082" y="130632"/>
                  </a:lnTo>
                  <a:close/>
                  <a:moveTo>
                    <a:pt x="1065373" y="138439"/>
                  </a:moveTo>
                  <a:lnTo>
                    <a:pt x="1117530" y="175355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65373" y="138439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75243" y="123818"/>
                  </a:lnTo>
                  <a:lnTo>
                    <a:pt x="1058998" y="114602"/>
                  </a:lnTo>
                  <a:close/>
                  <a:moveTo>
                    <a:pt x="1049470" y="123818"/>
                  </a:moveTo>
                  <a:lnTo>
                    <a:pt x="1053082" y="130632"/>
                  </a:lnTo>
                  <a:lnTo>
                    <a:pt x="1058998" y="114602"/>
                  </a:lnTo>
                  <a:close/>
                  <a:moveTo>
                    <a:pt x="1005723" y="50315"/>
                  </a:moveTo>
                  <a:lnTo>
                    <a:pt x="982974" y="24161"/>
                  </a:lnTo>
                  <a:lnTo>
                    <a:pt x="988717" y="26509"/>
                  </a:lnTo>
                  <a:close/>
                  <a:moveTo>
                    <a:pt x="1005723" y="50315"/>
                  </a:moveTo>
                  <a:lnTo>
                    <a:pt x="988717" y="26509"/>
                  </a:lnTo>
                  <a:lnTo>
                    <a:pt x="1040314" y="44747"/>
                  </a:lnTo>
                  <a:close/>
                  <a:moveTo>
                    <a:pt x="1075243" y="123818"/>
                  </a:moveTo>
                  <a:lnTo>
                    <a:pt x="1120592" y="170213"/>
                  </a:lnTo>
                  <a:lnTo>
                    <a:pt x="1114782" y="118453"/>
                  </a:lnTo>
                  <a:close/>
                  <a:moveTo>
                    <a:pt x="1058400" y="63565"/>
                  </a:moveTo>
                  <a:lnTo>
                    <a:pt x="1049470" y="123818"/>
                  </a:lnTo>
                  <a:lnTo>
                    <a:pt x="1058998" y="114602"/>
                  </a:lnTo>
                  <a:close/>
                  <a:moveTo>
                    <a:pt x="1114782" y="118453"/>
                  </a:moveTo>
                  <a:lnTo>
                    <a:pt x="1058998" y="114602"/>
                  </a:lnTo>
                  <a:lnTo>
                    <a:pt x="1075243" y="123818"/>
                  </a:lnTo>
                  <a:close/>
                  <a:moveTo>
                    <a:pt x="1058400" y="63565"/>
                  </a:moveTo>
                  <a:lnTo>
                    <a:pt x="1058998" y="114602"/>
                  </a:lnTo>
                  <a:lnTo>
                    <a:pt x="1114782" y="118453"/>
                  </a:lnTo>
                  <a:close/>
                  <a:moveTo>
                    <a:pt x="1114782" y="118453"/>
                  </a:moveTo>
                  <a:lnTo>
                    <a:pt x="1120592" y="170213"/>
                  </a:lnTo>
                  <a:lnTo>
                    <a:pt x="1135880" y="123818"/>
                  </a:lnTo>
                  <a:close/>
                  <a:moveTo>
                    <a:pt x="1114782" y="118453"/>
                  </a:moveTo>
                  <a:lnTo>
                    <a:pt x="1135880" y="123818"/>
                  </a:lnTo>
                  <a:lnTo>
                    <a:pt x="1101701" y="66345"/>
                  </a:lnTo>
                  <a:close/>
                  <a:moveTo>
                    <a:pt x="1019367" y="57317"/>
                  </a:moveTo>
                  <a:lnTo>
                    <a:pt x="1058400" y="63565"/>
                  </a:lnTo>
                  <a:lnTo>
                    <a:pt x="1040314" y="44747"/>
                  </a:lnTo>
                  <a:close/>
                  <a:moveTo>
                    <a:pt x="1176020" y="67875"/>
                  </a:moveTo>
                  <a:lnTo>
                    <a:pt x="1222144" y="99724"/>
                  </a:lnTo>
                  <a:lnTo>
                    <a:pt x="1212927" y="24094"/>
                  </a:lnTo>
                  <a:close/>
                  <a:moveTo>
                    <a:pt x="1212927" y="24094"/>
                  </a:moveTo>
                  <a:lnTo>
                    <a:pt x="1222144" y="99724"/>
                  </a:lnTo>
                  <a:lnTo>
                    <a:pt x="1258001" y="64811"/>
                  </a:lnTo>
                  <a:close/>
                  <a:moveTo>
                    <a:pt x="1240708" y="92042"/>
                  </a:moveTo>
                  <a:lnTo>
                    <a:pt x="1277179" y="75631"/>
                  </a:lnTo>
                  <a:lnTo>
                    <a:pt x="1258001" y="64811"/>
                  </a:lnTo>
                  <a:close/>
                  <a:moveTo>
                    <a:pt x="1277179" y="75631"/>
                  </a:moveTo>
                  <a:lnTo>
                    <a:pt x="1312370" y="93410"/>
                  </a:lnTo>
                  <a:lnTo>
                    <a:pt x="1321300" y="64504"/>
                  </a:lnTo>
                  <a:close/>
                  <a:moveTo>
                    <a:pt x="1258001" y="64811"/>
                  </a:moveTo>
                  <a:lnTo>
                    <a:pt x="1277179" y="75631"/>
                  </a:lnTo>
                  <a:lnTo>
                    <a:pt x="1313541" y="0"/>
                  </a:lnTo>
                  <a:close/>
                  <a:moveTo>
                    <a:pt x="1326308" y="10624"/>
                  </a:moveTo>
                  <a:lnTo>
                    <a:pt x="1277179" y="75631"/>
                  </a:lnTo>
                  <a:lnTo>
                    <a:pt x="1321300" y="64504"/>
                  </a:lnTo>
                  <a:close/>
                  <a:moveTo>
                    <a:pt x="1383234" y="52135"/>
                  </a:moveTo>
                  <a:lnTo>
                    <a:pt x="1321300" y="64504"/>
                  </a:lnTo>
                  <a:lnTo>
                    <a:pt x="1312370" y="93410"/>
                  </a:lnTo>
                  <a:close/>
                  <a:moveTo>
                    <a:pt x="1321300" y="64504"/>
                  </a:moveTo>
                  <a:lnTo>
                    <a:pt x="1383234" y="52135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383251" y="48849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428937" y="52961"/>
                  </a:lnTo>
                  <a:lnTo>
                    <a:pt x="1383251" y="4884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35" name="Output_density__4334">
              <a:extLst>
                <a:ext uri="{FF2B5EF4-FFF2-40B4-BE49-F238E27FC236}">
                  <a16:creationId xmlns:a16="http://schemas.microsoft.com/office/drawing/2014/main" id="{AD0747A8-F1D4-5CA4-3E29-EEC7F000F897}"/>
                </a:ext>
              </a:extLst>
            </p:cNvPr>
            <p:cNvSpPr>
              <a:spLocks noGrp="1"/>
            </p:cNvSpPr>
            <p:nvPr/>
          </p:nvSpPr>
          <p:spPr>
            <a:xfrm>
              <a:off x="14961088" y="2887410"/>
              <a:ext cx="1046413" cy="550368"/>
            </a:xfrm>
            <a:custGeom>
              <a:avLst/>
              <a:gdLst/>
              <a:ahLst/>
              <a:cxnLst/>
              <a:rect l="0" t="0" r="0" b="0"/>
              <a:pathLst>
                <a:path w="1046413" h="550368">
                  <a:moveTo>
                    <a:pt x="28917" y="387088"/>
                  </a:moveTo>
                  <a:lnTo>
                    <a:pt x="0" y="361094"/>
                  </a:lnTo>
                  <a:lnTo>
                    <a:pt x="15592" y="377625"/>
                  </a:lnTo>
                  <a:close/>
                  <a:moveTo>
                    <a:pt x="66122" y="391290"/>
                  </a:moveTo>
                  <a:lnTo>
                    <a:pt x="12953" y="367178"/>
                  </a:lnTo>
                  <a:lnTo>
                    <a:pt x="28917" y="387088"/>
                  </a:lnTo>
                  <a:close/>
                  <a:moveTo>
                    <a:pt x="233133" y="380973"/>
                  </a:moveTo>
                  <a:lnTo>
                    <a:pt x="213632" y="432510"/>
                  </a:lnTo>
                  <a:lnTo>
                    <a:pt x="172235" y="438673"/>
                  </a:lnTo>
                  <a:close/>
                  <a:moveTo>
                    <a:pt x="172235" y="438673"/>
                  </a:moveTo>
                  <a:lnTo>
                    <a:pt x="213632" y="432510"/>
                  </a:lnTo>
                  <a:lnTo>
                    <a:pt x="197826" y="439697"/>
                  </a:lnTo>
                  <a:close/>
                  <a:moveTo>
                    <a:pt x="120354" y="401956"/>
                  </a:moveTo>
                  <a:lnTo>
                    <a:pt x="172235" y="438673"/>
                  </a:lnTo>
                  <a:lnTo>
                    <a:pt x="197826" y="439697"/>
                  </a:lnTo>
                  <a:close/>
                  <a:moveTo>
                    <a:pt x="316308" y="356595"/>
                  </a:moveTo>
                  <a:lnTo>
                    <a:pt x="357487" y="385860"/>
                  </a:lnTo>
                  <a:lnTo>
                    <a:pt x="313097" y="356880"/>
                  </a:lnTo>
                  <a:close/>
                  <a:moveTo>
                    <a:pt x="318396" y="292155"/>
                  </a:moveTo>
                  <a:lnTo>
                    <a:pt x="347519" y="281249"/>
                  </a:lnTo>
                  <a:lnTo>
                    <a:pt x="316308" y="356595"/>
                  </a:lnTo>
                  <a:close/>
                  <a:moveTo>
                    <a:pt x="748299" y="520572"/>
                  </a:moveTo>
                  <a:lnTo>
                    <a:pt x="777995" y="498099"/>
                  </a:lnTo>
                  <a:lnTo>
                    <a:pt x="771860" y="490744"/>
                  </a:lnTo>
                  <a:close/>
                  <a:moveTo>
                    <a:pt x="766908" y="550368"/>
                  </a:moveTo>
                  <a:lnTo>
                    <a:pt x="777995" y="498099"/>
                  </a:lnTo>
                  <a:lnTo>
                    <a:pt x="748299" y="520572"/>
                  </a:lnTo>
                  <a:close/>
                  <a:moveTo>
                    <a:pt x="653293" y="340036"/>
                  </a:moveTo>
                  <a:lnTo>
                    <a:pt x="687667" y="336134"/>
                  </a:lnTo>
                  <a:lnTo>
                    <a:pt x="710831" y="363577"/>
                  </a:lnTo>
                  <a:close/>
                  <a:moveTo>
                    <a:pt x="710831" y="363577"/>
                  </a:moveTo>
                  <a:lnTo>
                    <a:pt x="687667" y="336134"/>
                  </a:lnTo>
                  <a:lnTo>
                    <a:pt x="710241" y="312041"/>
                  </a:lnTo>
                  <a:close/>
                  <a:moveTo>
                    <a:pt x="653293" y="340036"/>
                  </a:moveTo>
                  <a:lnTo>
                    <a:pt x="648598" y="362257"/>
                  </a:lnTo>
                  <a:lnTo>
                    <a:pt x="610888" y="356166"/>
                  </a:lnTo>
                  <a:close/>
                  <a:moveTo>
                    <a:pt x="687667" y="336134"/>
                  </a:moveTo>
                  <a:lnTo>
                    <a:pt x="703244" y="260504"/>
                  </a:lnTo>
                  <a:lnTo>
                    <a:pt x="710241" y="312041"/>
                  </a:lnTo>
                  <a:close/>
                  <a:moveTo>
                    <a:pt x="728593" y="249307"/>
                  </a:moveTo>
                  <a:lnTo>
                    <a:pt x="703244" y="260504"/>
                  </a:lnTo>
                  <a:lnTo>
                    <a:pt x="713026" y="253789"/>
                  </a:lnTo>
                  <a:close/>
                  <a:moveTo>
                    <a:pt x="1013429" y="169670"/>
                  </a:moveTo>
                  <a:lnTo>
                    <a:pt x="1031254" y="217922"/>
                  </a:lnTo>
                  <a:lnTo>
                    <a:pt x="1033923" y="239759"/>
                  </a:lnTo>
                  <a:close/>
                  <a:moveTo>
                    <a:pt x="1031254" y="217922"/>
                  </a:moveTo>
                  <a:lnTo>
                    <a:pt x="1013429" y="169670"/>
                  </a:lnTo>
                  <a:lnTo>
                    <a:pt x="1030332" y="215665"/>
                  </a:lnTo>
                  <a:close/>
                  <a:moveTo>
                    <a:pt x="1013429" y="169670"/>
                  </a:moveTo>
                  <a:lnTo>
                    <a:pt x="1006874" y="164128"/>
                  </a:lnTo>
                  <a:lnTo>
                    <a:pt x="1030332" y="215665"/>
                  </a:lnTo>
                  <a:close/>
                  <a:moveTo>
                    <a:pt x="836189" y="0"/>
                  </a:moveTo>
                  <a:lnTo>
                    <a:pt x="766041" y="33612"/>
                  </a:lnTo>
                  <a:lnTo>
                    <a:pt x="802286" y="8143"/>
                  </a:lnTo>
                  <a:close/>
                  <a:moveTo>
                    <a:pt x="1006874" y="164128"/>
                  </a:moveTo>
                  <a:lnTo>
                    <a:pt x="1031894" y="91915"/>
                  </a:lnTo>
                  <a:lnTo>
                    <a:pt x="1033053" y="88498"/>
                  </a:lnTo>
                  <a:close/>
                  <a:moveTo>
                    <a:pt x="1021897" y="37300"/>
                  </a:moveTo>
                  <a:lnTo>
                    <a:pt x="1031894" y="91915"/>
                  </a:lnTo>
                  <a:lnTo>
                    <a:pt x="1046413" y="553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6" name="Output_density__4335">
              <a:extLst>
                <a:ext uri="{FF2B5EF4-FFF2-40B4-BE49-F238E27FC236}">
                  <a16:creationId xmlns:a16="http://schemas.microsoft.com/office/drawing/2014/main" id="{81C960BE-8F56-D3E8-E6D4-390782DE0A28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508532"/>
              <a:ext cx="1383251" cy="893717"/>
            </a:xfrm>
            <a:custGeom>
              <a:avLst/>
              <a:gdLst/>
              <a:ahLst/>
              <a:cxnLst/>
              <a:rect l="0" t="0" r="0" b="0"/>
              <a:pathLst>
                <a:path w="1383251" h="893717">
                  <a:moveTo>
                    <a:pt x="0" y="601894"/>
                  </a:moveTo>
                  <a:lnTo>
                    <a:pt x="43621" y="629336"/>
                  </a:lnTo>
                  <a:lnTo>
                    <a:pt x="36446" y="577800"/>
                  </a:lnTo>
                  <a:close/>
                  <a:moveTo>
                    <a:pt x="27279" y="526263"/>
                  </a:moveTo>
                  <a:lnTo>
                    <a:pt x="0" y="601894"/>
                  </a:lnTo>
                  <a:lnTo>
                    <a:pt x="36446" y="577800"/>
                  </a:lnTo>
                  <a:close/>
                  <a:moveTo>
                    <a:pt x="317025" y="652439"/>
                  </a:moveTo>
                  <a:lnTo>
                    <a:pt x="334533" y="607297"/>
                  </a:lnTo>
                  <a:lnTo>
                    <a:pt x="281014" y="643733"/>
                  </a:lnTo>
                  <a:close/>
                  <a:moveTo>
                    <a:pt x="322129" y="581148"/>
                  </a:moveTo>
                  <a:lnTo>
                    <a:pt x="334533" y="607297"/>
                  </a:lnTo>
                  <a:lnTo>
                    <a:pt x="353652" y="608591"/>
                  </a:lnTo>
                  <a:close/>
                  <a:moveTo>
                    <a:pt x="287098" y="387815"/>
                  </a:moveTo>
                  <a:lnTo>
                    <a:pt x="334808" y="449753"/>
                  </a:lnTo>
                  <a:lnTo>
                    <a:pt x="333093" y="388405"/>
                  </a:lnTo>
                  <a:close/>
                  <a:moveTo>
                    <a:pt x="230161" y="396122"/>
                  </a:moveTo>
                  <a:lnTo>
                    <a:pt x="287098" y="387815"/>
                  </a:lnTo>
                  <a:lnTo>
                    <a:pt x="280967" y="330057"/>
                  </a:lnTo>
                  <a:close/>
                  <a:moveTo>
                    <a:pt x="287098" y="387815"/>
                  </a:moveTo>
                  <a:lnTo>
                    <a:pt x="323311" y="333615"/>
                  </a:lnTo>
                  <a:lnTo>
                    <a:pt x="280967" y="330057"/>
                  </a:lnTo>
                  <a:close/>
                  <a:moveTo>
                    <a:pt x="224959" y="337608"/>
                  </a:moveTo>
                  <a:lnTo>
                    <a:pt x="280967" y="330057"/>
                  </a:lnTo>
                  <a:lnTo>
                    <a:pt x="242163" y="301717"/>
                  </a:lnTo>
                  <a:close/>
                  <a:moveTo>
                    <a:pt x="750468" y="842180"/>
                  </a:moveTo>
                  <a:lnTo>
                    <a:pt x="783392" y="893717"/>
                  </a:lnTo>
                  <a:lnTo>
                    <a:pt x="818764" y="869623"/>
                  </a:lnTo>
                  <a:close/>
                  <a:moveTo>
                    <a:pt x="750468" y="842180"/>
                  </a:moveTo>
                  <a:lnTo>
                    <a:pt x="818764" y="869623"/>
                  </a:lnTo>
                  <a:lnTo>
                    <a:pt x="789181" y="818086"/>
                  </a:lnTo>
                  <a:close/>
                  <a:moveTo>
                    <a:pt x="741716" y="790644"/>
                  </a:moveTo>
                  <a:lnTo>
                    <a:pt x="750468" y="842180"/>
                  </a:lnTo>
                  <a:lnTo>
                    <a:pt x="789181" y="818086"/>
                  </a:lnTo>
                  <a:close/>
                  <a:moveTo>
                    <a:pt x="789181" y="818086"/>
                  </a:moveTo>
                  <a:lnTo>
                    <a:pt x="818764" y="869623"/>
                  </a:lnTo>
                  <a:lnTo>
                    <a:pt x="845072" y="793992"/>
                  </a:lnTo>
                  <a:close/>
                  <a:moveTo>
                    <a:pt x="799673" y="715013"/>
                  </a:moveTo>
                  <a:lnTo>
                    <a:pt x="848606" y="742456"/>
                  </a:lnTo>
                  <a:lnTo>
                    <a:pt x="847917" y="690919"/>
                  </a:lnTo>
                  <a:close/>
                  <a:moveTo>
                    <a:pt x="575484" y="444543"/>
                  </a:moveTo>
                  <a:lnTo>
                    <a:pt x="590136" y="433236"/>
                  </a:lnTo>
                  <a:lnTo>
                    <a:pt x="574538" y="457330"/>
                  </a:lnTo>
                  <a:close/>
                  <a:moveTo>
                    <a:pt x="1039372" y="567101"/>
                  </a:moveTo>
                  <a:lnTo>
                    <a:pt x="1015997" y="589495"/>
                  </a:lnTo>
                  <a:lnTo>
                    <a:pt x="1011652" y="642731"/>
                  </a:lnTo>
                  <a:close/>
                  <a:moveTo>
                    <a:pt x="861813" y="287182"/>
                  </a:moveTo>
                  <a:lnTo>
                    <a:pt x="899520" y="243078"/>
                  </a:lnTo>
                  <a:lnTo>
                    <a:pt x="887548" y="241499"/>
                  </a:lnTo>
                  <a:close/>
                  <a:moveTo>
                    <a:pt x="861813" y="287182"/>
                  </a:moveTo>
                  <a:lnTo>
                    <a:pt x="887548" y="241499"/>
                  </a:lnTo>
                  <a:lnTo>
                    <a:pt x="833836" y="247184"/>
                  </a:lnTo>
                  <a:close/>
                  <a:moveTo>
                    <a:pt x="934394" y="266158"/>
                  </a:moveTo>
                  <a:lnTo>
                    <a:pt x="949490" y="255232"/>
                  </a:lnTo>
                  <a:lnTo>
                    <a:pt x="899520" y="243078"/>
                  </a:lnTo>
                  <a:close/>
                  <a:moveTo>
                    <a:pt x="934394" y="266158"/>
                  </a:moveTo>
                  <a:lnTo>
                    <a:pt x="982974" y="264646"/>
                  </a:lnTo>
                  <a:lnTo>
                    <a:pt x="949490" y="255232"/>
                  </a:lnTo>
                  <a:close/>
                  <a:moveTo>
                    <a:pt x="982974" y="264646"/>
                  </a:moveTo>
                  <a:lnTo>
                    <a:pt x="934394" y="266158"/>
                  </a:lnTo>
                  <a:lnTo>
                    <a:pt x="988717" y="266994"/>
                  </a:lnTo>
                  <a:close/>
                  <a:moveTo>
                    <a:pt x="1101701" y="306830"/>
                  </a:moveTo>
                  <a:lnTo>
                    <a:pt x="1058400" y="304050"/>
                  </a:lnTo>
                  <a:lnTo>
                    <a:pt x="1114782" y="358938"/>
                  </a:lnTo>
                  <a:close/>
                  <a:moveTo>
                    <a:pt x="1101701" y="306830"/>
                  </a:moveTo>
                  <a:lnTo>
                    <a:pt x="1135880" y="364303"/>
                  </a:lnTo>
                  <a:lnTo>
                    <a:pt x="1176020" y="308360"/>
                  </a:lnTo>
                  <a:close/>
                  <a:moveTo>
                    <a:pt x="1101701" y="306830"/>
                  </a:moveTo>
                  <a:lnTo>
                    <a:pt x="1176020" y="308360"/>
                  </a:lnTo>
                  <a:lnTo>
                    <a:pt x="1154327" y="288673"/>
                  </a:lnTo>
                  <a:close/>
                  <a:moveTo>
                    <a:pt x="1019367" y="297801"/>
                  </a:moveTo>
                  <a:lnTo>
                    <a:pt x="1040314" y="285232"/>
                  </a:lnTo>
                  <a:lnTo>
                    <a:pt x="988717" y="266994"/>
                  </a:lnTo>
                  <a:close/>
                  <a:moveTo>
                    <a:pt x="1058400" y="304050"/>
                  </a:moveTo>
                  <a:lnTo>
                    <a:pt x="1084936" y="277385"/>
                  </a:lnTo>
                  <a:lnTo>
                    <a:pt x="1040314" y="285232"/>
                  </a:lnTo>
                  <a:close/>
                  <a:moveTo>
                    <a:pt x="1058400" y="304050"/>
                  </a:moveTo>
                  <a:lnTo>
                    <a:pt x="1101701" y="306830"/>
                  </a:lnTo>
                  <a:lnTo>
                    <a:pt x="1084936" y="277385"/>
                  </a:lnTo>
                  <a:close/>
                  <a:moveTo>
                    <a:pt x="1184502" y="277496"/>
                  </a:moveTo>
                  <a:lnTo>
                    <a:pt x="1176020" y="308360"/>
                  </a:lnTo>
                  <a:lnTo>
                    <a:pt x="1212927" y="264579"/>
                  </a:lnTo>
                  <a:close/>
                  <a:moveTo>
                    <a:pt x="1154327" y="288673"/>
                  </a:moveTo>
                  <a:lnTo>
                    <a:pt x="1176020" y="308360"/>
                  </a:lnTo>
                  <a:lnTo>
                    <a:pt x="1184502" y="277496"/>
                  </a:lnTo>
                  <a:close/>
                  <a:moveTo>
                    <a:pt x="1266142" y="249106"/>
                  </a:moveTo>
                  <a:lnTo>
                    <a:pt x="1258001" y="305296"/>
                  </a:lnTo>
                  <a:lnTo>
                    <a:pt x="1313541" y="240485"/>
                  </a:lnTo>
                  <a:close/>
                  <a:moveTo>
                    <a:pt x="1313541" y="240485"/>
                  </a:moveTo>
                  <a:lnTo>
                    <a:pt x="1277179" y="316115"/>
                  </a:lnTo>
                  <a:lnTo>
                    <a:pt x="1326308" y="251109"/>
                  </a:lnTo>
                  <a:close/>
                  <a:moveTo>
                    <a:pt x="1212927" y="264579"/>
                  </a:moveTo>
                  <a:lnTo>
                    <a:pt x="1258001" y="305296"/>
                  </a:lnTo>
                  <a:lnTo>
                    <a:pt x="1266142" y="249106"/>
                  </a:lnTo>
                  <a:close/>
                  <a:moveTo>
                    <a:pt x="1266142" y="249106"/>
                  </a:moveTo>
                  <a:lnTo>
                    <a:pt x="1319520" y="225726"/>
                  </a:lnTo>
                  <a:lnTo>
                    <a:pt x="1299487" y="197237"/>
                  </a:lnTo>
                  <a:close/>
                  <a:moveTo>
                    <a:pt x="1266142" y="249106"/>
                  </a:moveTo>
                  <a:lnTo>
                    <a:pt x="1299487" y="197237"/>
                  </a:lnTo>
                  <a:lnTo>
                    <a:pt x="1251788" y="198033"/>
                  </a:lnTo>
                  <a:close/>
                  <a:moveTo>
                    <a:pt x="1251788" y="198033"/>
                  </a:moveTo>
                  <a:lnTo>
                    <a:pt x="1299487" y="197237"/>
                  </a:lnTo>
                  <a:lnTo>
                    <a:pt x="1234191" y="149596"/>
                  </a:lnTo>
                  <a:close/>
                  <a:moveTo>
                    <a:pt x="1313541" y="240485"/>
                  </a:moveTo>
                  <a:lnTo>
                    <a:pt x="1326308" y="251109"/>
                  </a:lnTo>
                  <a:lnTo>
                    <a:pt x="1326622" y="237919"/>
                  </a:lnTo>
                  <a:close/>
                  <a:moveTo>
                    <a:pt x="1319520" y="225726"/>
                  </a:moveTo>
                  <a:lnTo>
                    <a:pt x="1313541" y="240485"/>
                  </a:lnTo>
                  <a:lnTo>
                    <a:pt x="1326622" y="237919"/>
                  </a:lnTo>
                  <a:close/>
                  <a:moveTo>
                    <a:pt x="1382282" y="230651"/>
                  </a:moveTo>
                  <a:lnTo>
                    <a:pt x="1326308" y="251109"/>
                  </a:lnTo>
                  <a:lnTo>
                    <a:pt x="1383251" y="289334"/>
                  </a:lnTo>
                  <a:close/>
                  <a:moveTo>
                    <a:pt x="1382282" y="230651"/>
                  </a:moveTo>
                  <a:lnTo>
                    <a:pt x="1326622" y="237919"/>
                  </a:lnTo>
                  <a:lnTo>
                    <a:pt x="1326308" y="251109"/>
                  </a:lnTo>
                  <a:close/>
                  <a:moveTo>
                    <a:pt x="1326622" y="237919"/>
                  </a:moveTo>
                  <a:lnTo>
                    <a:pt x="1356967" y="191062"/>
                  </a:lnTo>
                  <a:lnTo>
                    <a:pt x="1319520" y="225726"/>
                  </a:lnTo>
                  <a:close/>
                  <a:moveTo>
                    <a:pt x="1326622" y="237919"/>
                  </a:moveTo>
                  <a:lnTo>
                    <a:pt x="1382282" y="230651"/>
                  </a:lnTo>
                  <a:lnTo>
                    <a:pt x="1356967" y="191062"/>
                  </a:lnTo>
                  <a:close/>
                  <a:moveTo>
                    <a:pt x="1310773" y="62576"/>
                  </a:moveTo>
                  <a:lnTo>
                    <a:pt x="1295141" y="134578"/>
                  </a:lnTo>
                  <a:lnTo>
                    <a:pt x="1314982" y="61781"/>
                  </a:lnTo>
                  <a:close/>
                  <a:moveTo>
                    <a:pt x="1310773" y="62576"/>
                  </a:moveTo>
                  <a:lnTo>
                    <a:pt x="1241874" y="110101"/>
                  </a:lnTo>
                  <a:lnTo>
                    <a:pt x="1295141" y="134578"/>
                  </a:lnTo>
                  <a:close/>
                  <a:moveTo>
                    <a:pt x="1310773" y="62576"/>
                  </a:moveTo>
                  <a:lnTo>
                    <a:pt x="1310816" y="58286"/>
                  </a:lnTo>
                  <a:lnTo>
                    <a:pt x="1244598" y="78393"/>
                  </a:lnTo>
                  <a:close/>
                  <a:moveTo>
                    <a:pt x="1310773" y="62576"/>
                  </a:moveTo>
                  <a:lnTo>
                    <a:pt x="1314982" y="61781"/>
                  </a:lnTo>
                  <a:lnTo>
                    <a:pt x="1310816" y="58286"/>
                  </a:lnTo>
                  <a:close/>
                  <a:moveTo>
                    <a:pt x="1366972" y="113317"/>
                  </a:moveTo>
                  <a:lnTo>
                    <a:pt x="1374411" y="121382"/>
                  </a:lnTo>
                  <a:lnTo>
                    <a:pt x="1374482" y="111506"/>
                  </a:lnTo>
                  <a:close/>
                  <a:moveTo>
                    <a:pt x="1314982" y="61781"/>
                  </a:moveTo>
                  <a:lnTo>
                    <a:pt x="1374482" y="111506"/>
                  </a:lnTo>
                  <a:lnTo>
                    <a:pt x="1369613" y="52722"/>
                  </a:lnTo>
                  <a:close/>
                  <a:moveTo>
                    <a:pt x="1314982" y="61781"/>
                  </a:moveTo>
                  <a:lnTo>
                    <a:pt x="1366972" y="113317"/>
                  </a:lnTo>
                  <a:lnTo>
                    <a:pt x="1374482" y="111506"/>
                  </a:lnTo>
                  <a:close/>
                  <a:moveTo>
                    <a:pt x="1369613" y="52722"/>
                  </a:moveTo>
                  <a:lnTo>
                    <a:pt x="1310816" y="58286"/>
                  </a:lnTo>
                  <a:lnTo>
                    <a:pt x="1314982" y="61781"/>
                  </a:lnTo>
                  <a:close/>
                  <a:moveTo>
                    <a:pt x="1310567" y="0"/>
                  </a:moveTo>
                  <a:lnTo>
                    <a:pt x="1310816" y="58286"/>
                  </a:lnTo>
                  <a:lnTo>
                    <a:pt x="1369613" y="5272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37" name="Output_density__4336">
              <a:extLst>
                <a:ext uri="{FF2B5EF4-FFF2-40B4-BE49-F238E27FC236}">
                  <a16:creationId xmlns:a16="http://schemas.microsoft.com/office/drawing/2014/main" id="{9EC6EC2B-E1D6-CA13-922C-0C70FC55B98D}"/>
                </a:ext>
              </a:extLst>
            </p:cNvPr>
            <p:cNvSpPr>
              <a:spLocks noGrp="1"/>
            </p:cNvSpPr>
            <p:nvPr/>
          </p:nvSpPr>
          <p:spPr>
            <a:xfrm>
              <a:off x="14842736" y="2508532"/>
              <a:ext cx="1338219" cy="818086"/>
            </a:xfrm>
            <a:custGeom>
              <a:avLst/>
              <a:gdLst/>
              <a:ahLst/>
              <a:cxnLst/>
              <a:rect l="0" t="0" r="0" b="0"/>
              <a:pathLst>
                <a:path w="1338219" h="818086">
                  <a:moveTo>
                    <a:pt x="1013" y="546414"/>
                  </a:moveTo>
                  <a:lnTo>
                    <a:pt x="0" y="564703"/>
                  </a:lnTo>
                  <a:lnTo>
                    <a:pt x="45979" y="526263"/>
                  </a:lnTo>
                  <a:close/>
                  <a:moveTo>
                    <a:pt x="45979" y="526263"/>
                  </a:moveTo>
                  <a:lnTo>
                    <a:pt x="0" y="564703"/>
                  </a:lnTo>
                  <a:lnTo>
                    <a:pt x="18700" y="601894"/>
                  </a:lnTo>
                  <a:close/>
                  <a:moveTo>
                    <a:pt x="55146" y="577800"/>
                  </a:moveTo>
                  <a:lnTo>
                    <a:pt x="75682" y="502169"/>
                  </a:lnTo>
                  <a:lnTo>
                    <a:pt x="45979" y="526263"/>
                  </a:lnTo>
                  <a:close/>
                  <a:moveTo>
                    <a:pt x="43660" y="474726"/>
                  </a:moveTo>
                  <a:lnTo>
                    <a:pt x="45979" y="526263"/>
                  </a:lnTo>
                  <a:lnTo>
                    <a:pt x="75682" y="502169"/>
                  </a:lnTo>
                  <a:close/>
                  <a:moveTo>
                    <a:pt x="43660" y="474726"/>
                  </a:moveTo>
                  <a:lnTo>
                    <a:pt x="75682" y="502169"/>
                  </a:lnTo>
                  <a:lnTo>
                    <a:pt x="78229" y="450632"/>
                  </a:lnTo>
                  <a:close/>
                  <a:moveTo>
                    <a:pt x="74472" y="399096"/>
                  </a:moveTo>
                  <a:lnTo>
                    <a:pt x="74243" y="399376"/>
                  </a:lnTo>
                  <a:lnTo>
                    <a:pt x="43660" y="474726"/>
                  </a:lnTo>
                  <a:close/>
                  <a:moveTo>
                    <a:pt x="78229" y="450632"/>
                  </a:moveTo>
                  <a:lnTo>
                    <a:pt x="74472" y="399096"/>
                  </a:lnTo>
                  <a:lnTo>
                    <a:pt x="43660" y="474726"/>
                  </a:lnTo>
                  <a:close/>
                  <a:moveTo>
                    <a:pt x="74539" y="398915"/>
                  </a:moveTo>
                  <a:lnTo>
                    <a:pt x="74243" y="399376"/>
                  </a:lnTo>
                  <a:lnTo>
                    <a:pt x="74472" y="399096"/>
                  </a:lnTo>
                  <a:close/>
                  <a:moveTo>
                    <a:pt x="78229" y="450632"/>
                  </a:moveTo>
                  <a:lnTo>
                    <a:pt x="119614" y="432546"/>
                  </a:lnTo>
                  <a:lnTo>
                    <a:pt x="109850" y="433171"/>
                  </a:lnTo>
                  <a:close/>
                  <a:moveTo>
                    <a:pt x="74472" y="399096"/>
                  </a:moveTo>
                  <a:lnTo>
                    <a:pt x="109850" y="433171"/>
                  </a:lnTo>
                  <a:lnTo>
                    <a:pt x="74844" y="398887"/>
                  </a:lnTo>
                  <a:close/>
                  <a:moveTo>
                    <a:pt x="74472" y="399096"/>
                  </a:moveTo>
                  <a:lnTo>
                    <a:pt x="78229" y="450632"/>
                  </a:lnTo>
                  <a:lnTo>
                    <a:pt x="109850" y="433171"/>
                  </a:lnTo>
                  <a:close/>
                  <a:moveTo>
                    <a:pt x="123479" y="426539"/>
                  </a:moveTo>
                  <a:lnTo>
                    <a:pt x="115728" y="375002"/>
                  </a:lnTo>
                  <a:lnTo>
                    <a:pt x="109850" y="433171"/>
                  </a:lnTo>
                  <a:close/>
                  <a:moveTo>
                    <a:pt x="115728" y="375002"/>
                  </a:moveTo>
                  <a:lnTo>
                    <a:pt x="74844" y="398887"/>
                  </a:lnTo>
                  <a:lnTo>
                    <a:pt x="109850" y="433171"/>
                  </a:lnTo>
                  <a:close/>
                  <a:moveTo>
                    <a:pt x="74539" y="398915"/>
                  </a:moveTo>
                  <a:lnTo>
                    <a:pt x="74472" y="399096"/>
                  </a:lnTo>
                  <a:lnTo>
                    <a:pt x="74844" y="398887"/>
                  </a:lnTo>
                  <a:close/>
                  <a:moveTo>
                    <a:pt x="140083" y="334398"/>
                  </a:moveTo>
                  <a:lnTo>
                    <a:pt x="74844" y="398887"/>
                  </a:lnTo>
                  <a:lnTo>
                    <a:pt x="115728" y="375002"/>
                  </a:lnTo>
                  <a:close/>
                  <a:moveTo>
                    <a:pt x="74539" y="398915"/>
                  </a:moveTo>
                  <a:lnTo>
                    <a:pt x="74844" y="398887"/>
                  </a:lnTo>
                  <a:lnTo>
                    <a:pt x="140083" y="334398"/>
                  </a:lnTo>
                  <a:close/>
                  <a:moveTo>
                    <a:pt x="115728" y="375002"/>
                  </a:moveTo>
                  <a:lnTo>
                    <a:pt x="185011" y="410048"/>
                  </a:lnTo>
                  <a:lnTo>
                    <a:pt x="174089" y="356185"/>
                  </a:lnTo>
                  <a:close/>
                  <a:moveTo>
                    <a:pt x="115728" y="375002"/>
                  </a:moveTo>
                  <a:lnTo>
                    <a:pt x="123479" y="426539"/>
                  </a:lnTo>
                  <a:lnTo>
                    <a:pt x="185011" y="410048"/>
                  </a:lnTo>
                  <a:close/>
                  <a:moveTo>
                    <a:pt x="193189" y="350908"/>
                  </a:moveTo>
                  <a:lnTo>
                    <a:pt x="174089" y="356185"/>
                  </a:lnTo>
                  <a:lnTo>
                    <a:pt x="185011" y="410048"/>
                  </a:lnTo>
                  <a:close/>
                  <a:moveTo>
                    <a:pt x="140083" y="334398"/>
                  </a:moveTo>
                  <a:lnTo>
                    <a:pt x="115728" y="375002"/>
                  </a:lnTo>
                  <a:lnTo>
                    <a:pt x="174089" y="356185"/>
                  </a:lnTo>
                  <a:close/>
                  <a:moveTo>
                    <a:pt x="217824" y="315480"/>
                  </a:moveTo>
                  <a:lnTo>
                    <a:pt x="140083" y="334398"/>
                  </a:lnTo>
                  <a:lnTo>
                    <a:pt x="193189" y="350908"/>
                  </a:lnTo>
                  <a:close/>
                  <a:moveTo>
                    <a:pt x="193189" y="350908"/>
                  </a:moveTo>
                  <a:lnTo>
                    <a:pt x="140083" y="334398"/>
                  </a:lnTo>
                  <a:lnTo>
                    <a:pt x="174089" y="356185"/>
                  </a:lnTo>
                  <a:close/>
                  <a:moveTo>
                    <a:pt x="193189" y="350908"/>
                  </a:moveTo>
                  <a:lnTo>
                    <a:pt x="248860" y="396122"/>
                  </a:lnTo>
                  <a:lnTo>
                    <a:pt x="243659" y="337608"/>
                  </a:lnTo>
                  <a:close/>
                  <a:moveTo>
                    <a:pt x="193189" y="350908"/>
                  </a:moveTo>
                  <a:lnTo>
                    <a:pt x="224450" y="402445"/>
                  </a:lnTo>
                  <a:lnTo>
                    <a:pt x="248860" y="396122"/>
                  </a:lnTo>
                  <a:close/>
                  <a:moveTo>
                    <a:pt x="248860" y="396122"/>
                  </a:moveTo>
                  <a:lnTo>
                    <a:pt x="299666" y="330057"/>
                  </a:lnTo>
                  <a:lnTo>
                    <a:pt x="243659" y="337608"/>
                  </a:lnTo>
                  <a:close/>
                  <a:moveTo>
                    <a:pt x="217824" y="315480"/>
                  </a:moveTo>
                  <a:lnTo>
                    <a:pt x="193189" y="350908"/>
                  </a:lnTo>
                  <a:lnTo>
                    <a:pt x="243659" y="337608"/>
                  </a:lnTo>
                  <a:close/>
                  <a:moveTo>
                    <a:pt x="243659" y="337608"/>
                  </a:moveTo>
                  <a:lnTo>
                    <a:pt x="260862" y="301717"/>
                  </a:lnTo>
                  <a:lnTo>
                    <a:pt x="217824" y="315480"/>
                  </a:lnTo>
                  <a:close/>
                  <a:moveTo>
                    <a:pt x="760416" y="790644"/>
                  </a:moveTo>
                  <a:lnTo>
                    <a:pt x="807880" y="818086"/>
                  </a:lnTo>
                  <a:lnTo>
                    <a:pt x="831100" y="766550"/>
                  </a:lnTo>
                  <a:close/>
                  <a:moveTo>
                    <a:pt x="863772" y="793992"/>
                  </a:moveTo>
                  <a:lnTo>
                    <a:pt x="869523" y="775288"/>
                  </a:lnTo>
                  <a:lnTo>
                    <a:pt x="831113" y="766544"/>
                  </a:lnTo>
                  <a:close/>
                  <a:moveTo>
                    <a:pt x="831100" y="766550"/>
                  </a:moveTo>
                  <a:lnTo>
                    <a:pt x="863772" y="793992"/>
                  </a:lnTo>
                  <a:lnTo>
                    <a:pt x="831113" y="766544"/>
                  </a:lnTo>
                  <a:close/>
                  <a:moveTo>
                    <a:pt x="807880" y="818086"/>
                  </a:moveTo>
                  <a:lnTo>
                    <a:pt x="863772" y="793992"/>
                  </a:lnTo>
                  <a:lnTo>
                    <a:pt x="831100" y="766550"/>
                  </a:lnTo>
                  <a:close/>
                  <a:moveTo>
                    <a:pt x="831113" y="766544"/>
                  </a:moveTo>
                  <a:lnTo>
                    <a:pt x="869523" y="775288"/>
                  </a:lnTo>
                  <a:lnTo>
                    <a:pt x="867306" y="742456"/>
                  </a:lnTo>
                  <a:close/>
                  <a:moveTo>
                    <a:pt x="867306" y="742456"/>
                  </a:moveTo>
                  <a:lnTo>
                    <a:pt x="869523" y="775288"/>
                  </a:lnTo>
                  <a:lnTo>
                    <a:pt x="888091" y="782964"/>
                  </a:lnTo>
                  <a:close/>
                  <a:moveTo>
                    <a:pt x="617977" y="381700"/>
                  </a:moveTo>
                  <a:lnTo>
                    <a:pt x="608836" y="433236"/>
                  </a:lnTo>
                  <a:lnTo>
                    <a:pt x="650905" y="409142"/>
                  </a:lnTo>
                  <a:close/>
                  <a:moveTo>
                    <a:pt x="617977" y="381700"/>
                  </a:moveTo>
                  <a:lnTo>
                    <a:pt x="650905" y="409142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17977" y="381700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21059" y="370352"/>
                  </a:lnTo>
                  <a:lnTo>
                    <a:pt x="617977" y="381700"/>
                  </a:lnTo>
                  <a:close/>
                  <a:moveTo>
                    <a:pt x="649321" y="341118"/>
                  </a:moveTo>
                  <a:lnTo>
                    <a:pt x="644231" y="357606"/>
                  </a:lnTo>
                  <a:lnTo>
                    <a:pt x="679988" y="336259"/>
                  </a:lnTo>
                  <a:close/>
                  <a:moveTo>
                    <a:pt x="649321" y="341118"/>
                  </a:moveTo>
                  <a:lnTo>
                    <a:pt x="679988" y="336259"/>
                  </a:lnTo>
                  <a:lnTo>
                    <a:pt x="662361" y="306069"/>
                  </a:lnTo>
                  <a:close/>
                  <a:moveTo>
                    <a:pt x="662361" y="306069"/>
                  </a:moveTo>
                  <a:lnTo>
                    <a:pt x="679988" y="336259"/>
                  </a:lnTo>
                  <a:lnTo>
                    <a:pt x="684349" y="333512"/>
                  </a:lnTo>
                  <a:close/>
                  <a:moveTo>
                    <a:pt x="662361" y="306069"/>
                  </a:moveTo>
                  <a:lnTo>
                    <a:pt x="684349" y="333512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62361" y="306069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81579" y="287049"/>
                  </a:lnTo>
                  <a:lnTo>
                    <a:pt x="662361" y="306069"/>
                  </a:lnTo>
                  <a:close/>
                  <a:moveTo>
                    <a:pt x="708762" y="281975"/>
                  </a:moveTo>
                  <a:lnTo>
                    <a:pt x="758715" y="305648"/>
                  </a:lnTo>
                  <a:lnTo>
                    <a:pt x="721829" y="277482"/>
                  </a:lnTo>
                  <a:close/>
                  <a:moveTo>
                    <a:pt x="714377" y="274775"/>
                  </a:moveTo>
                  <a:lnTo>
                    <a:pt x="708762" y="281975"/>
                  </a:lnTo>
                  <a:lnTo>
                    <a:pt x="721829" y="277482"/>
                  </a:lnTo>
                  <a:close/>
                  <a:moveTo>
                    <a:pt x="721829" y="277482"/>
                  </a:moveTo>
                  <a:lnTo>
                    <a:pt x="755101" y="252357"/>
                  </a:lnTo>
                  <a:lnTo>
                    <a:pt x="714377" y="274775"/>
                  </a:lnTo>
                  <a:close/>
                  <a:moveTo>
                    <a:pt x="721829" y="277482"/>
                  </a:moveTo>
                  <a:lnTo>
                    <a:pt x="780483" y="267780"/>
                  </a:lnTo>
                  <a:lnTo>
                    <a:pt x="755101" y="252357"/>
                  </a:lnTo>
                  <a:close/>
                  <a:moveTo>
                    <a:pt x="780483" y="267780"/>
                  </a:moveTo>
                  <a:lnTo>
                    <a:pt x="721829" y="277482"/>
                  </a:lnTo>
                  <a:lnTo>
                    <a:pt x="806306" y="308904"/>
                  </a:lnTo>
                  <a:close/>
                  <a:moveTo>
                    <a:pt x="834289" y="238852"/>
                  </a:moveTo>
                  <a:lnTo>
                    <a:pt x="780483" y="267780"/>
                  </a:lnTo>
                  <a:lnTo>
                    <a:pt x="813821" y="257881"/>
                  </a:lnTo>
                  <a:close/>
                  <a:moveTo>
                    <a:pt x="755101" y="252357"/>
                  </a:moveTo>
                  <a:lnTo>
                    <a:pt x="780483" y="267780"/>
                  </a:lnTo>
                  <a:lnTo>
                    <a:pt x="834289" y="238852"/>
                  </a:lnTo>
                  <a:close/>
                  <a:moveTo>
                    <a:pt x="780483" y="267780"/>
                  </a:moveTo>
                  <a:lnTo>
                    <a:pt x="806306" y="308904"/>
                  </a:lnTo>
                  <a:lnTo>
                    <a:pt x="813821" y="257881"/>
                  </a:lnTo>
                  <a:close/>
                  <a:moveTo>
                    <a:pt x="806628" y="309267"/>
                  </a:moveTo>
                  <a:lnTo>
                    <a:pt x="813821" y="257881"/>
                  </a:lnTo>
                  <a:lnTo>
                    <a:pt x="806306" y="308904"/>
                  </a:lnTo>
                  <a:close/>
                  <a:moveTo>
                    <a:pt x="852536" y="247184"/>
                  </a:moveTo>
                  <a:lnTo>
                    <a:pt x="813821" y="257881"/>
                  </a:lnTo>
                  <a:lnTo>
                    <a:pt x="806628" y="309267"/>
                  </a:lnTo>
                  <a:close/>
                  <a:moveTo>
                    <a:pt x="880513" y="287182"/>
                  </a:moveTo>
                  <a:lnTo>
                    <a:pt x="852536" y="247184"/>
                  </a:lnTo>
                  <a:lnTo>
                    <a:pt x="806628" y="309267"/>
                  </a:lnTo>
                  <a:close/>
                  <a:moveTo>
                    <a:pt x="886919" y="285324"/>
                  </a:moveTo>
                  <a:lnTo>
                    <a:pt x="918219" y="243078"/>
                  </a:lnTo>
                  <a:lnTo>
                    <a:pt x="880513" y="287182"/>
                  </a:lnTo>
                  <a:close/>
                  <a:moveTo>
                    <a:pt x="834289" y="238852"/>
                  </a:moveTo>
                  <a:lnTo>
                    <a:pt x="813821" y="257881"/>
                  </a:lnTo>
                  <a:lnTo>
                    <a:pt x="852536" y="247184"/>
                  </a:lnTo>
                  <a:close/>
                  <a:moveTo>
                    <a:pt x="918219" y="243078"/>
                  </a:moveTo>
                  <a:lnTo>
                    <a:pt x="886919" y="285324"/>
                  </a:lnTo>
                  <a:lnTo>
                    <a:pt x="953094" y="266158"/>
                  </a:lnTo>
                  <a:close/>
                  <a:moveTo>
                    <a:pt x="1102642" y="261230"/>
                  </a:moveTo>
                  <a:lnTo>
                    <a:pt x="1120401" y="306830"/>
                  </a:lnTo>
                  <a:lnTo>
                    <a:pt x="1173027" y="288673"/>
                  </a:lnTo>
                  <a:close/>
                  <a:moveTo>
                    <a:pt x="1152736" y="237136"/>
                  </a:moveTo>
                  <a:lnTo>
                    <a:pt x="1203202" y="277496"/>
                  </a:lnTo>
                  <a:lnTo>
                    <a:pt x="1195321" y="221160"/>
                  </a:lnTo>
                  <a:close/>
                  <a:moveTo>
                    <a:pt x="1152736" y="237136"/>
                  </a:moveTo>
                  <a:lnTo>
                    <a:pt x="1173027" y="288673"/>
                  </a:lnTo>
                  <a:lnTo>
                    <a:pt x="1203202" y="277496"/>
                  </a:lnTo>
                  <a:close/>
                  <a:moveTo>
                    <a:pt x="1231626" y="264579"/>
                  </a:moveTo>
                  <a:lnTo>
                    <a:pt x="1216858" y="213042"/>
                  </a:lnTo>
                  <a:lnTo>
                    <a:pt x="1203202" y="277496"/>
                  </a:lnTo>
                  <a:close/>
                  <a:moveTo>
                    <a:pt x="1216858" y="213042"/>
                  </a:moveTo>
                  <a:lnTo>
                    <a:pt x="1195321" y="221160"/>
                  </a:lnTo>
                  <a:lnTo>
                    <a:pt x="1203202" y="277496"/>
                  </a:lnTo>
                  <a:close/>
                  <a:moveTo>
                    <a:pt x="1145222" y="185599"/>
                  </a:moveTo>
                  <a:lnTo>
                    <a:pt x="1152736" y="23713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21169" y="16150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84842" y="249106"/>
                  </a:lnTo>
                  <a:lnTo>
                    <a:pt x="1270487" y="198033"/>
                  </a:lnTo>
                  <a:close/>
                  <a:moveTo>
                    <a:pt x="1216858" y="213042"/>
                  </a:moveTo>
                  <a:lnTo>
                    <a:pt x="1231626" y="264579"/>
                  </a:lnTo>
                  <a:lnTo>
                    <a:pt x="1284842" y="249106"/>
                  </a:lnTo>
                  <a:close/>
                  <a:moveTo>
                    <a:pt x="1332241" y="240485"/>
                  </a:moveTo>
                  <a:lnTo>
                    <a:pt x="1338219" y="225726"/>
                  </a:lnTo>
                  <a:lnTo>
                    <a:pt x="1284842" y="249106"/>
                  </a:lnTo>
                  <a:close/>
                  <a:moveTo>
                    <a:pt x="1221169" y="161506"/>
                  </a:moveTo>
                  <a:lnTo>
                    <a:pt x="1270487" y="198033"/>
                  </a:lnTo>
                  <a:lnTo>
                    <a:pt x="1252891" y="149596"/>
                  </a:lnTo>
                  <a:close/>
                  <a:moveTo>
                    <a:pt x="1221169" y="161506"/>
                  </a:moveTo>
                  <a:lnTo>
                    <a:pt x="1216858" y="213042"/>
                  </a:lnTo>
                  <a:lnTo>
                    <a:pt x="1270487" y="198033"/>
                  </a:lnTo>
                  <a:close/>
                  <a:moveTo>
                    <a:pt x="1240210" y="85875"/>
                  </a:moveTo>
                  <a:lnTo>
                    <a:pt x="1252891" y="149596"/>
                  </a:lnTo>
                  <a:lnTo>
                    <a:pt x="1260574" y="110101"/>
                  </a:lnTo>
                  <a:close/>
                  <a:moveTo>
                    <a:pt x="1240210" y="85875"/>
                  </a:moveTo>
                  <a:lnTo>
                    <a:pt x="1260574" y="110101"/>
                  </a:lnTo>
                  <a:lnTo>
                    <a:pt x="1263298" y="78393"/>
                  </a:lnTo>
                  <a:close/>
                  <a:moveTo>
                    <a:pt x="1245801" y="54868"/>
                  </a:moveTo>
                  <a:lnTo>
                    <a:pt x="1240210" y="85875"/>
                  </a:lnTo>
                  <a:lnTo>
                    <a:pt x="1263298" y="78393"/>
                  </a:lnTo>
                  <a:close/>
                  <a:moveTo>
                    <a:pt x="1329472" y="62576"/>
                  </a:moveTo>
                  <a:lnTo>
                    <a:pt x="1263298" y="78393"/>
                  </a:lnTo>
                  <a:lnTo>
                    <a:pt x="1260574" y="110101"/>
                  </a:lnTo>
                  <a:close/>
                  <a:moveTo>
                    <a:pt x="1293627" y="10244"/>
                  </a:moveTo>
                  <a:lnTo>
                    <a:pt x="1329516" y="58286"/>
                  </a:lnTo>
                  <a:lnTo>
                    <a:pt x="1329267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8" name="Output_density__4337">
              <a:extLst>
                <a:ext uri="{FF2B5EF4-FFF2-40B4-BE49-F238E27FC236}">
                  <a16:creationId xmlns:a16="http://schemas.microsoft.com/office/drawing/2014/main" id="{4344F073-3BEB-0B8B-35BC-5AD586382FF4}"/>
                </a:ext>
              </a:extLst>
            </p:cNvPr>
            <p:cNvSpPr>
              <a:spLocks noGrp="1"/>
            </p:cNvSpPr>
            <p:nvPr/>
          </p:nvSpPr>
          <p:spPr>
            <a:xfrm>
              <a:off x="15614381" y="2979326"/>
              <a:ext cx="378601" cy="276139"/>
            </a:xfrm>
            <a:custGeom>
              <a:avLst/>
              <a:gdLst/>
              <a:ahLst/>
              <a:cxnLst/>
              <a:rect l="0" t="0" r="0" b="0"/>
              <a:pathLst>
                <a:path w="378601" h="276139">
                  <a:moveTo>
                    <a:pt x="0" y="248121"/>
                  </a:moveTo>
                  <a:lnTo>
                    <a:pt x="57538" y="271662"/>
                  </a:lnTo>
                  <a:lnTo>
                    <a:pt x="36870" y="276139"/>
                  </a:lnTo>
                  <a:close/>
                  <a:moveTo>
                    <a:pt x="36870" y="276139"/>
                  </a:moveTo>
                  <a:lnTo>
                    <a:pt x="4026" y="271662"/>
                  </a:lnTo>
                  <a:lnTo>
                    <a:pt x="0" y="248121"/>
                  </a:lnTo>
                  <a:close/>
                  <a:moveTo>
                    <a:pt x="361256" y="50912"/>
                  </a:moveTo>
                  <a:lnTo>
                    <a:pt x="378601" y="0"/>
                  </a:lnTo>
                  <a:lnTo>
                    <a:pt x="353581" y="72213"/>
                  </a:lnTo>
                  <a:close/>
                  <a:moveTo>
                    <a:pt x="378601" y="0"/>
                  </a:moveTo>
                  <a:lnTo>
                    <a:pt x="361256" y="50912"/>
                  </a:lnTo>
                  <a:lnTo>
                    <a:pt x="378013" y="206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9" name="Output_density__4338">
              <a:extLst>
                <a:ext uri="{FF2B5EF4-FFF2-40B4-BE49-F238E27FC236}">
                  <a16:creationId xmlns:a16="http://schemas.microsoft.com/office/drawing/2014/main" id="{001EA2A3-AD7E-2C3C-CFFE-2B1872F0D643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6333"/>
              <a:ext cx="1086126" cy="508544"/>
            </a:xfrm>
            <a:custGeom>
              <a:avLst/>
              <a:gdLst/>
              <a:ahLst/>
              <a:cxnLst/>
              <a:rect l="0" t="0" r="0" b="0"/>
              <a:pathLst>
                <a:path w="1086126" h="508544">
                  <a:moveTo>
                    <a:pt x="12216" y="331535"/>
                  </a:moveTo>
                  <a:lnTo>
                    <a:pt x="0" y="355629"/>
                  </a:lnTo>
                  <a:lnTo>
                    <a:pt x="29430" y="383071"/>
                  </a:lnTo>
                  <a:close/>
                  <a:moveTo>
                    <a:pt x="29430" y="383071"/>
                  </a:moveTo>
                  <a:lnTo>
                    <a:pt x="65215" y="434608"/>
                  </a:lnTo>
                  <a:lnTo>
                    <a:pt x="80137" y="410514"/>
                  </a:lnTo>
                  <a:close/>
                  <a:moveTo>
                    <a:pt x="281719" y="382570"/>
                  </a:moveTo>
                  <a:lnTo>
                    <a:pt x="255175" y="366168"/>
                  </a:lnTo>
                  <a:lnTo>
                    <a:pt x="313474" y="387952"/>
                  </a:lnTo>
                  <a:close/>
                  <a:moveTo>
                    <a:pt x="281719" y="382570"/>
                  </a:moveTo>
                  <a:lnTo>
                    <a:pt x="288292" y="386420"/>
                  </a:lnTo>
                  <a:lnTo>
                    <a:pt x="274512" y="377181"/>
                  </a:lnTo>
                  <a:close/>
                  <a:moveTo>
                    <a:pt x="315968" y="329966"/>
                  </a:moveTo>
                  <a:lnTo>
                    <a:pt x="353155" y="361638"/>
                  </a:lnTo>
                  <a:lnTo>
                    <a:pt x="322248" y="310790"/>
                  </a:lnTo>
                  <a:close/>
                  <a:moveTo>
                    <a:pt x="322248" y="310790"/>
                  </a:moveTo>
                  <a:lnTo>
                    <a:pt x="353155" y="361638"/>
                  </a:lnTo>
                  <a:lnTo>
                    <a:pt x="354075" y="338232"/>
                  </a:lnTo>
                  <a:close/>
                  <a:moveTo>
                    <a:pt x="340076" y="286696"/>
                  </a:moveTo>
                  <a:lnTo>
                    <a:pt x="322248" y="310790"/>
                  </a:lnTo>
                  <a:lnTo>
                    <a:pt x="354075" y="338232"/>
                  </a:lnTo>
                  <a:close/>
                  <a:moveTo>
                    <a:pt x="288907" y="125755"/>
                  </a:moveTo>
                  <a:lnTo>
                    <a:pt x="244094" y="124204"/>
                  </a:lnTo>
                  <a:lnTo>
                    <a:pt x="313356" y="117713"/>
                  </a:lnTo>
                  <a:close/>
                  <a:moveTo>
                    <a:pt x="650960" y="393118"/>
                  </a:moveTo>
                  <a:lnTo>
                    <a:pt x="630962" y="431806"/>
                  </a:lnTo>
                  <a:lnTo>
                    <a:pt x="658827" y="401090"/>
                  </a:lnTo>
                  <a:close/>
                  <a:moveTo>
                    <a:pt x="650960" y="393118"/>
                  </a:moveTo>
                  <a:lnTo>
                    <a:pt x="596644" y="343273"/>
                  </a:lnTo>
                  <a:lnTo>
                    <a:pt x="573584" y="391956"/>
                  </a:lnTo>
                  <a:close/>
                  <a:moveTo>
                    <a:pt x="472800" y="189818"/>
                  </a:moveTo>
                  <a:lnTo>
                    <a:pt x="460711" y="184396"/>
                  </a:lnTo>
                  <a:lnTo>
                    <a:pt x="504642" y="173969"/>
                  </a:lnTo>
                  <a:close/>
                  <a:moveTo>
                    <a:pt x="544079" y="146742"/>
                  </a:moveTo>
                  <a:lnTo>
                    <a:pt x="472800" y="189818"/>
                  </a:lnTo>
                  <a:lnTo>
                    <a:pt x="504642" y="173969"/>
                  </a:lnTo>
                  <a:close/>
                  <a:moveTo>
                    <a:pt x="885697" y="484357"/>
                  </a:moveTo>
                  <a:lnTo>
                    <a:pt x="837987" y="485163"/>
                  </a:lnTo>
                  <a:lnTo>
                    <a:pt x="827726" y="508544"/>
                  </a:lnTo>
                  <a:close/>
                  <a:moveTo>
                    <a:pt x="825159" y="56392"/>
                  </a:moveTo>
                  <a:lnTo>
                    <a:pt x="904437" y="81077"/>
                  </a:lnTo>
                  <a:lnTo>
                    <a:pt x="856479" y="39059"/>
                  </a:lnTo>
                  <a:close/>
                  <a:moveTo>
                    <a:pt x="963938" y="118038"/>
                  </a:moveTo>
                  <a:lnTo>
                    <a:pt x="954948" y="95255"/>
                  </a:lnTo>
                  <a:lnTo>
                    <a:pt x="982863" y="129632"/>
                  </a:lnTo>
                  <a:close/>
                  <a:moveTo>
                    <a:pt x="952873" y="66501"/>
                  </a:moveTo>
                  <a:lnTo>
                    <a:pt x="950424" y="90595"/>
                  </a:lnTo>
                  <a:lnTo>
                    <a:pt x="963938" y="118038"/>
                  </a:lnTo>
                  <a:close/>
                  <a:moveTo>
                    <a:pt x="952873" y="66501"/>
                  </a:moveTo>
                  <a:lnTo>
                    <a:pt x="932781" y="52151"/>
                  </a:lnTo>
                  <a:lnTo>
                    <a:pt x="904437" y="81077"/>
                  </a:lnTo>
                  <a:close/>
                  <a:moveTo>
                    <a:pt x="994260" y="57623"/>
                  </a:moveTo>
                  <a:lnTo>
                    <a:pt x="1033969" y="81122"/>
                  </a:lnTo>
                  <a:lnTo>
                    <a:pt x="1018065" y="66501"/>
                  </a:lnTo>
                  <a:close/>
                  <a:moveTo>
                    <a:pt x="1052087" y="111335"/>
                  </a:moveTo>
                  <a:lnTo>
                    <a:pt x="1033969" y="81122"/>
                  </a:lnTo>
                  <a:lnTo>
                    <a:pt x="994260" y="57623"/>
                  </a:lnTo>
                  <a:close/>
                  <a:moveTo>
                    <a:pt x="1052087" y="111335"/>
                  </a:moveTo>
                  <a:lnTo>
                    <a:pt x="1086126" y="118038"/>
                  </a:lnTo>
                  <a:lnTo>
                    <a:pt x="1033969" y="81122"/>
                  </a:lnTo>
                  <a:close/>
                  <a:moveTo>
                    <a:pt x="994260" y="57623"/>
                  </a:moveTo>
                  <a:lnTo>
                    <a:pt x="1018065" y="66501"/>
                  </a:lnTo>
                  <a:lnTo>
                    <a:pt x="1026996" y="6248"/>
                  </a:lnTo>
                  <a:close/>
                  <a:moveTo>
                    <a:pt x="987962" y="0"/>
                  </a:moveTo>
                  <a:lnTo>
                    <a:pt x="994260" y="57623"/>
                  </a:lnTo>
                  <a:lnTo>
                    <a:pt x="1026996" y="624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40" name="Output_density__4339">
              <a:extLst>
                <a:ext uri="{FF2B5EF4-FFF2-40B4-BE49-F238E27FC236}">
                  <a16:creationId xmlns:a16="http://schemas.microsoft.com/office/drawing/2014/main" id="{556021E5-3812-D67E-4059-12FDFEB0D12F}"/>
                </a:ext>
              </a:extLst>
            </p:cNvPr>
            <p:cNvSpPr>
              <a:spLocks noGrp="1"/>
            </p:cNvSpPr>
            <p:nvPr/>
          </p:nvSpPr>
          <p:spPr>
            <a:xfrm>
              <a:off x="14927960" y="2862725"/>
              <a:ext cx="1071592" cy="570315"/>
            </a:xfrm>
            <a:custGeom>
              <a:avLst/>
              <a:gdLst/>
              <a:ahLst/>
              <a:cxnLst/>
              <a:rect l="0" t="0" r="0" b="0"/>
              <a:pathLst>
                <a:path w="1071592" h="570315">
                  <a:moveTo>
                    <a:pt x="30096" y="378216"/>
                  </a:moveTo>
                  <a:lnTo>
                    <a:pt x="33128" y="385780"/>
                  </a:lnTo>
                  <a:lnTo>
                    <a:pt x="46082" y="391863"/>
                  </a:lnTo>
                  <a:close/>
                  <a:moveTo>
                    <a:pt x="30096" y="378216"/>
                  </a:moveTo>
                  <a:lnTo>
                    <a:pt x="0" y="349970"/>
                  </a:lnTo>
                  <a:lnTo>
                    <a:pt x="33128" y="385780"/>
                  </a:lnTo>
                  <a:close/>
                  <a:moveTo>
                    <a:pt x="116097" y="419052"/>
                  </a:moveTo>
                  <a:lnTo>
                    <a:pt x="102289" y="405659"/>
                  </a:lnTo>
                  <a:lnTo>
                    <a:pt x="99250" y="415976"/>
                  </a:lnTo>
                  <a:close/>
                  <a:moveTo>
                    <a:pt x="99250" y="415976"/>
                  </a:moveTo>
                  <a:lnTo>
                    <a:pt x="102289" y="405659"/>
                  </a:lnTo>
                  <a:lnTo>
                    <a:pt x="82169" y="391890"/>
                  </a:lnTo>
                  <a:close/>
                  <a:moveTo>
                    <a:pt x="99250" y="415976"/>
                  </a:moveTo>
                  <a:lnTo>
                    <a:pt x="82169" y="391890"/>
                  </a:lnTo>
                  <a:lnTo>
                    <a:pt x="46082" y="391863"/>
                  </a:lnTo>
                  <a:close/>
                  <a:moveTo>
                    <a:pt x="116097" y="419052"/>
                  </a:moveTo>
                  <a:lnTo>
                    <a:pt x="183405" y="457196"/>
                  </a:lnTo>
                  <a:lnTo>
                    <a:pt x="138581" y="428125"/>
                  </a:lnTo>
                  <a:close/>
                  <a:moveTo>
                    <a:pt x="102289" y="405659"/>
                  </a:moveTo>
                  <a:lnTo>
                    <a:pt x="116097" y="419052"/>
                  </a:lnTo>
                  <a:lnTo>
                    <a:pt x="138581" y="428125"/>
                  </a:lnTo>
                  <a:close/>
                  <a:moveTo>
                    <a:pt x="304957" y="230304"/>
                  </a:moveTo>
                  <a:lnTo>
                    <a:pt x="259199" y="202861"/>
                  </a:lnTo>
                  <a:lnTo>
                    <a:pt x="287128" y="254398"/>
                  </a:lnTo>
                  <a:close/>
                  <a:moveTo>
                    <a:pt x="490306" y="330186"/>
                  </a:moveTo>
                  <a:lnTo>
                    <a:pt x="463834" y="366112"/>
                  </a:lnTo>
                  <a:lnTo>
                    <a:pt x="538464" y="335564"/>
                  </a:lnTo>
                  <a:close/>
                  <a:moveTo>
                    <a:pt x="574770" y="360820"/>
                  </a:moveTo>
                  <a:lnTo>
                    <a:pt x="538464" y="335564"/>
                  </a:lnTo>
                  <a:lnTo>
                    <a:pt x="581612" y="369215"/>
                  </a:lnTo>
                  <a:close/>
                  <a:moveTo>
                    <a:pt x="574770" y="360820"/>
                  </a:moveTo>
                  <a:lnTo>
                    <a:pt x="581612" y="369215"/>
                  </a:lnTo>
                  <a:lnTo>
                    <a:pt x="595842" y="375415"/>
                  </a:lnTo>
                  <a:close/>
                  <a:moveTo>
                    <a:pt x="782082" y="388262"/>
                  </a:moveTo>
                  <a:lnTo>
                    <a:pt x="806575" y="369479"/>
                  </a:lnTo>
                  <a:lnTo>
                    <a:pt x="803022" y="365903"/>
                  </a:lnTo>
                  <a:close/>
                  <a:moveTo>
                    <a:pt x="743602" y="364169"/>
                  </a:moveTo>
                  <a:lnTo>
                    <a:pt x="731574" y="398641"/>
                  </a:lnTo>
                  <a:lnTo>
                    <a:pt x="761674" y="376281"/>
                  </a:lnTo>
                  <a:close/>
                  <a:moveTo>
                    <a:pt x="690448" y="388262"/>
                  </a:moveTo>
                  <a:lnTo>
                    <a:pt x="743602" y="364169"/>
                  </a:lnTo>
                  <a:lnTo>
                    <a:pt x="681726" y="386943"/>
                  </a:lnTo>
                  <a:close/>
                  <a:moveTo>
                    <a:pt x="929257" y="570315"/>
                  </a:moveTo>
                  <a:lnTo>
                    <a:pt x="965865" y="560450"/>
                  </a:lnTo>
                  <a:lnTo>
                    <a:pt x="898577" y="518778"/>
                  </a:lnTo>
                  <a:close/>
                  <a:moveTo>
                    <a:pt x="855523" y="377813"/>
                  </a:moveTo>
                  <a:lnTo>
                    <a:pt x="859818" y="357710"/>
                  </a:lnTo>
                  <a:lnTo>
                    <a:pt x="848480" y="391254"/>
                  </a:lnTo>
                  <a:close/>
                  <a:moveTo>
                    <a:pt x="790039" y="0"/>
                  </a:moveTo>
                  <a:lnTo>
                    <a:pt x="799169" y="58298"/>
                  </a:lnTo>
                  <a:lnTo>
                    <a:pt x="869317" y="24686"/>
                  </a:lnTo>
                  <a:close/>
                  <a:moveTo>
                    <a:pt x="1062014" y="269293"/>
                  </a:moveTo>
                  <a:lnTo>
                    <a:pt x="1067691" y="343423"/>
                  </a:lnTo>
                  <a:lnTo>
                    <a:pt x="1071592" y="291887"/>
                  </a:lnTo>
                  <a:close/>
                  <a:moveTo>
                    <a:pt x="1048868" y="154494"/>
                  </a:moveTo>
                  <a:lnTo>
                    <a:pt x="1067419" y="216256"/>
                  </a:lnTo>
                  <a:lnTo>
                    <a:pt x="1062545" y="164719"/>
                  </a:lnTo>
                  <a:close/>
                  <a:moveTo>
                    <a:pt x="1042443" y="96975"/>
                  </a:moveTo>
                  <a:lnTo>
                    <a:pt x="1062545" y="164719"/>
                  </a:lnTo>
                  <a:lnTo>
                    <a:pt x="1066182" y="113183"/>
                  </a:lnTo>
                  <a:close/>
                  <a:moveTo>
                    <a:pt x="1042443" y="96975"/>
                  </a:moveTo>
                  <a:lnTo>
                    <a:pt x="1048868" y="154494"/>
                  </a:lnTo>
                  <a:lnTo>
                    <a:pt x="1062545" y="1647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1" name="Output_density__4340">
              <a:extLst>
                <a:ext uri="{FF2B5EF4-FFF2-40B4-BE49-F238E27FC236}">
                  <a16:creationId xmlns:a16="http://schemas.microsoft.com/office/drawing/2014/main" id="{30076810-5537-4021-79D2-872BCEE92E74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62725"/>
              <a:ext cx="1071872" cy="391863"/>
            </a:xfrm>
            <a:custGeom>
              <a:avLst/>
              <a:gdLst/>
              <a:ahLst/>
              <a:cxnLst/>
              <a:rect l="0" t="0" r="0" b="0"/>
              <a:pathLst>
                <a:path w="1071872" h="391863">
                  <a:moveTo>
                    <a:pt x="35786" y="378216"/>
                  </a:moveTo>
                  <a:lnTo>
                    <a:pt x="0" y="326680"/>
                  </a:lnTo>
                  <a:lnTo>
                    <a:pt x="5690" y="349970"/>
                  </a:lnTo>
                  <a:close/>
                  <a:moveTo>
                    <a:pt x="50707" y="354122"/>
                  </a:moveTo>
                  <a:lnTo>
                    <a:pt x="35786" y="378216"/>
                  </a:lnTo>
                  <a:lnTo>
                    <a:pt x="51772" y="391863"/>
                  </a:lnTo>
                  <a:close/>
                  <a:moveTo>
                    <a:pt x="186591" y="278492"/>
                  </a:moveTo>
                  <a:lnTo>
                    <a:pt x="186910" y="278605"/>
                  </a:lnTo>
                  <a:lnTo>
                    <a:pt x="186181" y="275247"/>
                  </a:lnTo>
                  <a:close/>
                  <a:moveTo>
                    <a:pt x="220180" y="289540"/>
                  </a:moveTo>
                  <a:lnTo>
                    <a:pt x="186910" y="278605"/>
                  </a:lnTo>
                  <a:lnTo>
                    <a:pt x="245082" y="320789"/>
                  </a:lnTo>
                  <a:close/>
                  <a:moveTo>
                    <a:pt x="186910" y="278605"/>
                  </a:moveTo>
                  <a:lnTo>
                    <a:pt x="187165" y="278923"/>
                  </a:lnTo>
                  <a:lnTo>
                    <a:pt x="245082" y="320789"/>
                  </a:lnTo>
                  <a:close/>
                  <a:moveTo>
                    <a:pt x="187165" y="278923"/>
                  </a:moveTo>
                  <a:lnTo>
                    <a:pt x="186910" y="278605"/>
                  </a:lnTo>
                  <a:lnTo>
                    <a:pt x="186591" y="278492"/>
                  </a:lnTo>
                  <a:close/>
                  <a:moveTo>
                    <a:pt x="205762" y="305934"/>
                  </a:moveTo>
                  <a:lnTo>
                    <a:pt x="187165" y="278923"/>
                  </a:lnTo>
                  <a:lnTo>
                    <a:pt x="186591" y="278492"/>
                  </a:lnTo>
                  <a:close/>
                  <a:moveTo>
                    <a:pt x="225745" y="309776"/>
                  </a:moveTo>
                  <a:lnTo>
                    <a:pt x="245082" y="320789"/>
                  </a:lnTo>
                  <a:lnTo>
                    <a:pt x="187165" y="278923"/>
                  </a:lnTo>
                  <a:close/>
                  <a:moveTo>
                    <a:pt x="225745" y="309776"/>
                  </a:moveTo>
                  <a:lnTo>
                    <a:pt x="252289" y="326178"/>
                  </a:lnTo>
                  <a:lnTo>
                    <a:pt x="245082" y="320789"/>
                  </a:lnTo>
                  <a:close/>
                  <a:moveTo>
                    <a:pt x="286538" y="273574"/>
                  </a:moveTo>
                  <a:lnTo>
                    <a:pt x="325686" y="305934"/>
                  </a:lnTo>
                  <a:lnTo>
                    <a:pt x="323725" y="305246"/>
                  </a:lnTo>
                  <a:close/>
                  <a:moveTo>
                    <a:pt x="169326" y="41929"/>
                  </a:moveTo>
                  <a:lnTo>
                    <a:pt x="200901" y="60481"/>
                  </a:lnTo>
                  <a:lnTo>
                    <a:pt x="219999" y="99788"/>
                  </a:lnTo>
                  <a:close/>
                  <a:moveTo>
                    <a:pt x="621530" y="336726"/>
                  </a:moveTo>
                  <a:lnTo>
                    <a:pt x="580460" y="360820"/>
                  </a:lnTo>
                  <a:lnTo>
                    <a:pt x="601533" y="375415"/>
                  </a:lnTo>
                  <a:close/>
                  <a:moveTo>
                    <a:pt x="580460" y="360820"/>
                  </a:moveTo>
                  <a:lnTo>
                    <a:pt x="621530" y="336726"/>
                  </a:lnTo>
                  <a:lnTo>
                    <a:pt x="544154" y="335564"/>
                  </a:lnTo>
                  <a:close/>
                  <a:moveTo>
                    <a:pt x="629398" y="344698"/>
                  </a:moveTo>
                  <a:lnTo>
                    <a:pt x="601533" y="375415"/>
                  </a:lnTo>
                  <a:lnTo>
                    <a:pt x="687416" y="386943"/>
                  </a:lnTo>
                  <a:close/>
                  <a:moveTo>
                    <a:pt x="781179" y="36590"/>
                  </a:moveTo>
                  <a:lnTo>
                    <a:pt x="835411" y="93226"/>
                  </a:lnTo>
                  <a:lnTo>
                    <a:pt x="808487" y="52371"/>
                  </a:lnTo>
                  <a:close/>
                  <a:moveTo>
                    <a:pt x="781179" y="36590"/>
                  </a:moveTo>
                  <a:lnTo>
                    <a:pt x="808487" y="52371"/>
                  </a:lnTo>
                  <a:lnTo>
                    <a:pt x="795729" y="0"/>
                  </a:lnTo>
                  <a:close/>
                  <a:moveTo>
                    <a:pt x="920995" y="34204"/>
                  </a:moveTo>
                  <a:lnTo>
                    <a:pt x="925519" y="38863"/>
                  </a:lnTo>
                  <a:lnTo>
                    <a:pt x="934509" y="61646"/>
                  </a:lnTo>
                  <a:close/>
                  <a:moveTo>
                    <a:pt x="920995" y="34204"/>
                  </a:moveTo>
                  <a:lnTo>
                    <a:pt x="923444" y="10110"/>
                  </a:lnTo>
                  <a:lnTo>
                    <a:pt x="875007" y="24686"/>
                  </a:lnTo>
                  <a:close/>
                  <a:moveTo>
                    <a:pt x="1022658" y="54943"/>
                  </a:moveTo>
                  <a:lnTo>
                    <a:pt x="1071872" y="113183"/>
                  </a:lnTo>
                  <a:lnTo>
                    <a:pt x="1056696" y="61646"/>
                  </a:lnTo>
                  <a:close/>
                  <a:moveTo>
                    <a:pt x="1022658" y="54943"/>
                  </a:moveTo>
                  <a:lnTo>
                    <a:pt x="1048133" y="96975"/>
                  </a:lnTo>
                  <a:lnTo>
                    <a:pt x="1071872" y="11318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2" name="Output_density__4341">
              <a:extLst>
                <a:ext uri="{FF2B5EF4-FFF2-40B4-BE49-F238E27FC236}">
                  <a16:creationId xmlns:a16="http://schemas.microsoft.com/office/drawing/2014/main" id="{F123442E-0929-2B13-A24C-6E4C87BEE567}"/>
                </a:ext>
              </a:extLst>
            </p:cNvPr>
            <p:cNvSpPr>
              <a:spLocks noGrp="1"/>
            </p:cNvSpPr>
            <p:nvPr/>
          </p:nvSpPr>
          <p:spPr>
            <a:xfrm>
              <a:off x="15027210" y="2975908"/>
              <a:ext cx="974666" cy="352026"/>
            </a:xfrm>
            <a:custGeom>
              <a:avLst/>
              <a:gdLst/>
              <a:ahLst/>
              <a:cxnLst/>
              <a:rect l="0" t="0" r="0" b="0"/>
              <a:pathLst>
                <a:path w="974666" h="352026">
                  <a:moveTo>
                    <a:pt x="0" y="302792"/>
                  </a:moveTo>
                  <a:lnTo>
                    <a:pt x="48072" y="307847"/>
                  </a:lnTo>
                  <a:lnTo>
                    <a:pt x="16847" y="305869"/>
                  </a:lnTo>
                  <a:close/>
                  <a:moveTo>
                    <a:pt x="84155" y="344012"/>
                  </a:moveTo>
                  <a:lnTo>
                    <a:pt x="88255" y="348541"/>
                  </a:lnTo>
                  <a:lnTo>
                    <a:pt x="95968" y="352026"/>
                  </a:lnTo>
                  <a:close/>
                  <a:moveTo>
                    <a:pt x="88255" y="348541"/>
                  </a:moveTo>
                  <a:lnTo>
                    <a:pt x="84155" y="344012"/>
                  </a:lnTo>
                  <a:lnTo>
                    <a:pt x="16847" y="305869"/>
                  </a:lnTo>
                  <a:close/>
                  <a:moveTo>
                    <a:pt x="54232" y="313458"/>
                  </a:moveTo>
                  <a:lnTo>
                    <a:pt x="88255" y="348541"/>
                  </a:lnTo>
                  <a:lnTo>
                    <a:pt x="16847" y="305869"/>
                  </a:lnTo>
                  <a:close/>
                  <a:moveTo>
                    <a:pt x="93841" y="141215"/>
                  </a:moveTo>
                  <a:lnTo>
                    <a:pt x="81651" y="165309"/>
                  </a:lnTo>
                  <a:lnTo>
                    <a:pt x="109244" y="131862"/>
                  </a:lnTo>
                  <a:close/>
                  <a:moveTo>
                    <a:pt x="81651" y="165309"/>
                  </a:moveTo>
                  <a:lnTo>
                    <a:pt x="81241" y="162064"/>
                  </a:lnTo>
                  <a:lnTo>
                    <a:pt x="109244" y="131862"/>
                  </a:lnTo>
                  <a:close/>
                  <a:moveTo>
                    <a:pt x="320718" y="263597"/>
                  </a:moveTo>
                  <a:lnTo>
                    <a:pt x="364584" y="252928"/>
                  </a:lnTo>
                  <a:lnTo>
                    <a:pt x="391056" y="217003"/>
                  </a:lnTo>
                  <a:close/>
                  <a:moveTo>
                    <a:pt x="364584" y="252928"/>
                  </a:moveTo>
                  <a:lnTo>
                    <a:pt x="408290" y="241662"/>
                  </a:lnTo>
                  <a:lnTo>
                    <a:pt x="439214" y="222381"/>
                  </a:lnTo>
                  <a:close/>
                  <a:moveTo>
                    <a:pt x="544766" y="267669"/>
                  </a:moveTo>
                  <a:lnTo>
                    <a:pt x="496592" y="262231"/>
                  </a:lnTo>
                  <a:lnTo>
                    <a:pt x="482362" y="256032"/>
                  </a:lnTo>
                  <a:close/>
                  <a:moveTo>
                    <a:pt x="496592" y="262231"/>
                  </a:moveTo>
                  <a:lnTo>
                    <a:pt x="544766" y="267669"/>
                  </a:lnTo>
                  <a:lnTo>
                    <a:pt x="582475" y="273760"/>
                  </a:lnTo>
                  <a:close/>
                  <a:moveTo>
                    <a:pt x="587171" y="251539"/>
                  </a:moveTo>
                  <a:lnTo>
                    <a:pt x="591197" y="275079"/>
                  </a:lnTo>
                  <a:lnTo>
                    <a:pt x="582475" y="273760"/>
                  </a:lnTo>
                  <a:close/>
                  <a:moveTo>
                    <a:pt x="591197" y="275079"/>
                  </a:moveTo>
                  <a:lnTo>
                    <a:pt x="624041" y="279556"/>
                  </a:lnTo>
                  <a:lnTo>
                    <a:pt x="632324" y="285458"/>
                  </a:lnTo>
                  <a:close/>
                  <a:moveTo>
                    <a:pt x="632324" y="285458"/>
                  </a:moveTo>
                  <a:lnTo>
                    <a:pt x="707325" y="256296"/>
                  </a:lnTo>
                  <a:lnTo>
                    <a:pt x="662424" y="263097"/>
                  </a:lnTo>
                  <a:close/>
                  <a:moveTo>
                    <a:pt x="644351" y="250985"/>
                  </a:moveTo>
                  <a:lnTo>
                    <a:pt x="591197" y="275079"/>
                  </a:lnTo>
                  <a:lnTo>
                    <a:pt x="632324" y="285458"/>
                  </a:lnTo>
                  <a:close/>
                  <a:moveTo>
                    <a:pt x="662424" y="263097"/>
                  </a:moveTo>
                  <a:lnTo>
                    <a:pt x="707325" y="256296"/>
                  </a:lnTo>
                  <a:lnTo>
                    <a:pt x="749229" y="278071"/>
                  </a:lnTo>
                  <a:close/>
                  <a:moveTo>
                    <a:pt x="749229" y="278071"/>
                  </a:moveTo>
                  <a:lnTo>
                    <a:pt x="760568" y="244527"/>
                  </a:lnTo>
                  <a:lnTo>
                    <a:pt x="758170" y="226892"/>
                  </a:lnTo>
                  <a:close/>
                  <a:moveTo>
                    <a:pt x="707325" y="256296"/>
                  </a:moveTo>
                  <a:lnTo>
                    <a:pt x="756273" y="264629"/>
                  </a:lnTo>
                  <a:lnTo>
                    <a:pt x="749229" y="278071"/>
                  </a:lnTo>
                  <a:close/>
                  <a:moveTo>
                    <a:pt x="760568" y="244527"/>
                  </a:moveTo>
                  <a:lnTo>
                    <a:pt x="748023" y="233783"/>
                  </a:lnTo>
                  <a:lnTo>
                    <a:pt x="758170" y="226892"/>
                  </a:lnTo>
                  <a:close/>
                  <a:moveTo>
                    <a:pt x="974666" y="184416"/>
                  </a:moveTo>
                  <a:lnTo>
                    <a:pt x="965132" y="129424"/>
                  </a:lnTo>
                  <a:lnTo>
                    <a:pt x="972342" y="178704"/>
                  </a:lnTo>
                  <a:close/>
                  <a:moveTo>
                    <a:pt x="965132" y="129424"/>
                  </a:moveTo>
                  <a:lnTo>
                    <a:pt x="964210" y="127167"/>
                  </a:lnTo>
                  <a:lnTo>
                    <a:pt x="972342" y="178704"/>
                  </a:lnTo>
                  <a:close/>
                  <a:moveTo>
                    <a:pt x="964210" y="127167"/>
                  </a:moveTo>
                  <a:lnTo>
                    <a:pt x="968169" y="103073"/>
                  </a:lnTo>
                  <a:lnTo>
                    <a:pt x="972342" y="178704"/>
                  </a:lnTo>
                  <a:close/>
                  <a:moveTo>
                    <a:pt x="968169" y="103073"/>
                  </a:moveTo>
                  <a:lnTo>
                    <a:pt x="964210" y="127167"/>
                  </a:lnTo>
                  <a:lnTo>
                    <a:pt x="940752" y="75630"/>
                  </a:lnTo>
                  <a:close/>
                  <a:moveTo>
                    <a:pt x="963294" y="51536"/>
                  </a:moveTo>
                  <a:lnTo>
                    <a:pt x="968169" y="103073"/>
                  </a:lnTo>
                  <a:lnTo>
                    <a:pt x="940752" y="75630"/>
                  </a:lnTo>
                  <a:close/>
                  <a:moveTo>
                    <a:pt x="940752" y="75630"/>
                  </a:moveTo>
                  <a:lnTo>
                    <a:pt x="966931" y="0"/>
                  </a:lnTo>
                  <a:lnTo>
                    <a:pt x="963294" y="51536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43" name="Output_density__4342">
              <a:extLst>
                <a:ext uri="{FF2B5EF4-FFF2-40B4-BE49-F238E27FC236}">
                  <a16:creationId xmlns:a16="http://schemas.microsoft.com/office/drawing/2014/main" id="{40AFC30F-F211-81DE-8884-59A531F03221}"/>
                </a:ext>
              </a:extLst>
            </p:cNvPr>
            <p:cNvSpPr>
              <a:spLocks noGrp="1"/>
            </p:cNvSpPr>
            <p:nvPr/>
          </p:nvSpPr>
          <p:spPr>
            <a:xfrm>
              <a:off x="14897881" y="2775526"/>
              <a:ext cx="1047046" cy="586861"/>
            </a:xfrm>
            <a:custGeom>
              <a:avLst/>
              <a:gdLst/>
              <a:ahLst/>
              <a:cxnLst/>
              <a:rect l="0" t="0" r="0" b="0"/>
              <a:pathLst>
                <a:path w="1047046" h="586861">
                  <a:moveTo>
                    <a:pt x="49296" y="389785"/>
                  </a:moveTo>
                  <a:lnTo>
                    <a:pt x="19394" y="345129"/>
                  </a:lnTo>
                  <a:lnTo>
                    <a:pt x="7175" y="362342"/>
                  </a:lnTo>
                  <a:close/>
                  <a:moveTo>
                    <a:pt x="49296" y="389785"/>
                  </a:moveTo>
                  <a:lnTo>
                    <a:pt x="7175" y="362342"/>
                  </a:lnTo>
                  <a:lnTo>
                    <a:pt x="24388" y="413879"/>
                  </a:lnTo>
                  <a:close/>
                  <a:moveTo>
                    <a:pt x="0" y="310806"/>
                  </a:moveTo>
                  <a:lnTo>
                    <a:pt x="7175" y="362342"/>
                  </a:lnTo>
                  <a:lnTo>
                    <a:pt x="10739" y="289423"/>
                  </a:lnTo>
                  <a:close/>
                  <a:moveTo>
                    <a:pt x="7175" y="362342"/>
                  </a:moveTo>
                  <a:lnTo>
                    <a:pt x="19394" y="345129"/>
                  </a:lnTo>
                  <a:lnTo>
                    <a:pt x="10739" y="289423"/>
                  </a:lnTo>
                  <a:close/>
                  <a:moveTo>
                    <a:pt x="10739" y="289423"/>
                  </a:moveTo>
                  <a:lnTo>
                    <a:pt x="13202" y="283450"/>
                  </a:lnTo>
                  <a:lnTo>
                    <a:pt x="0" y="310806"/>
                  </a:lnTo>
                  <a:close/>
                  <a:moveTo>
                    <a:pt x="0" y="310806"/>
                  </a:moveTo>
                  <a:lnTo>
                    <a:pt x="13202" y="283450"/>
                  </a:lnTo>
                  <a:lnTo>
                    <a:pt x="20536" y="235175"/>
                  </a:lnTo>
                  <a:close/>
                  <a:moveTo>
                    <a:pt x="24658" y="338248"/>
                  </a:moveTo>
                  <a:lnTo>
                    <a:pt x="10739" y="289423"/>
                  </a:lnTo>
                  <a:lnTo>
                    <a:pt x="19394" y="345129"/>
                  </a:lnTo>
                  <a:close/>
                  <a:moveTo>
                    <a:pt x="24658" y="338248"/>
                  </a:moveTo>
                  <a:lnTo>
                    <a:pt x="12879" y="286712"/>
                  </a:lnTo>
                  <a:lnTo>
                    <a:pt x="10739" y="289423"/>
                  </a:lnTo>
                  <a:close/>
                  <a:moveTo>
                    <a:pt x="13202" y="283450"/>
                  </a:moveTo>
                  <a:lnTo>
                    <a:pt x="10739" y="289423"/>
                  </a:lnTo>
                  <a:lnTo>
                    <a:pt x="12879" y="286712"/>
                  </a:lnTo>
                  <a:close/>
                  <a:moveTo>
                    <a:pt x="225289" y="147680"/>
                  </a:moveTo>
                  <a:lnTo>
                    <a:pt x="144621" y="155651"/>
                  </a:lnTo>
                  <a:lnTo>
                    <a:pt x="211483" y="162893"/>
                  </a:lnTo>
                  <a:close/>
                  <a:moveTo>
                    <a:pt x="239053" y="155012"/>
                  </a:moveTo>
                  <a:lnTo>
                    <a:pt x="273873" y="154649"/>
                  </a:lnTo>
                  <a:lnTo>
                    <a:pt x="225289" y="147680"/>
                  </a:lnTo>
                  <a:close/>
                  <a:moveTo>
                    <a:pt x="808626" y="526998"/>
                  </a:moveTo>
                  <a:lnTo>
                    <a:pt x="822924" y="586861"/>
                  </a:lnTo>
                  <a:lnTo>
                    <a:pt x="822685" y="539352"/>
                  </a:lnTo>
                  <a:close/>
                  <a:moveTo>
                    <a:pt x="808626" y="526998"/>
                  </a:moveTo>
                  <a:lnTo>
                    <a:pt x="822685" y="539352"/>
                  </a:lnTo>
                  <a:lnTo>
                    <a:pt x="832945" y="515970"/>
                  </a:lnTo>
                  <a:close/>
                  <a:moveTo>
                    <a:pt x="805567" y="123789"/>
                  </a:moveTo>
                  <a:lnTo>
                    <a:pt x="820118" y="87199"/>
                  </a:lnTo>
                  <a:lnTo>
                    <a:pt x="777200" y="84108"/>
                  </a:lnTo>
                  <a:close/>
                  <a:moveTo>
                    <a:pt x="777200" y="84108"/>
                  </a:moveTo>
                  <a:lnTo>
                    <a:pt x="820118" y="87199"/>
                  </a:lnTo>
                  <a:lnTo>
                    <a:pt x="825367" y="20188"/>
                  </a:lnTo>
                  <a:close/>
                  <a:moveTo>
                    <a:pt x="851437" y="69866"/>
                  </a:moveTo>
                  <a:lnTo>
                    <a:pt x="831773" y="18330"/>
                  </a:lnTo>
                  <a:lnTo>
                    <a:pt x="820118" y="87199"/>
                  </a:lnTo>
                  <a:close/>
                  <a:moveTo>
                    <a:pt x="904885" y="45772"/>
                  </a:moveTo>
                  <a:lnTo>
                    <a:pt x="899396" y="111885"/>
                  </a:lnTo>
                  <a:lnTo>
                    <a:pt x="927739" y="82958"/>
                  </a:lnTo>
                  <a:close/>
                  <a:moveTo>
                    <a:pt x="904885" y="45772"/>
                  </a:moveTo>
                  <a:lnTo>
                    <a:pt x="851437" y="69866"/>
                  </a:lnTo>
                  <a:lnTo>
                    <a:pt x="899396" y="111885"/>
                  </a:lnTo>
                  <a:close/>
                  <a:moveTo>
                    <a:pt x="947832" y="97309"/>
                  </a:moveTo>
                  <a:lnTo>
                    <a:pt x="999727" y="142629"/>
                  </a:lnTo>
                  <a:lnTo>
                    <a:pt x="989219" y="88430"/>
                  </a:lnTo>
                  <a:close/>
                  <a:moveTo>
                    <a:pt x="999727" y="142629"/>
                  </a:moveTo>
                  <a:lnTo>
                    <a:pt x="1047046" y="142142"/>
                  </a:lnTo>
                  <a:lnTo>
                    <a:pt x="989219" y="88430"/>
                  </a:lnTo>
                  <a:close/>
                  <a:moveTo>
                    <a:pt x="989219" y="88430"/>
                  </a:moveTo>
                  <a:lnTo>
                    <a:pt x="927739" y="82958"/>
                  </a:lnTo>
                  <a:lnTo>
                    <a:pt x="947832" y="97309"/>
                  </a:lnTo>
                  <a:close/>
                  <a:moveTo>
                    <a:pt x="925309" y="39663"/>
                  </a:moveTo>
                  <a:lnTo>
                    <a:pt x="927739" y="82958"/>
                  </a:lnTo>
                  <a:lnTo>
                    <a:pt x="989219" y="88430"/>
                  </a:lnTo>
                  <a:close/>
                  <a:moveTo>
                    <a:pt x="982921" y="30807"/>
                  </a:moveTo>
                  <a:lnTo>
                    <a:pt x="925309" y="39663"/>
                  </a:lnTo>
                  <a:lnTo>
                    <a:pt x="989219" y="88430"/>
                  </a:lnTo>
                  <a:close/>
                  <a:moveTo>
                    <a:pt x="925309" y="39663"/>
                  </a:moveTo>
                  <a:lnTo>
                    <a:pt x="982921" y="30807"/>
                  </a:lnTo>
                  <a:lnTo>
                    <a:pt x="952271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4" name="Output_density__4343">
              <a:extLst>
                <a:ext uri="{FF2B5EF4-FFF2-40B4-BE49-F238E27FC236}">
                  <a16:creationId xmlns:a16="http://schemas.microsoft.com/office/drawing/2014/main" id="{DFFBF31A-4CCF-50F4-CFF8-DDF9A189928E}"/>
                </a:ext>
              </a:extLst>
            </p:cNvPr>
            <p:cNvSpPr>
              <a:spLocks noGrp="1"/>
            </p:cNvSpPr>
            <p:nvPr/>
          </p:nvSpPr>
          <p:spPr>
            <a:xfrm>
              <a:off x="15115466" y="3154612"/>
              <a:ext cx="886410" cy="285759"/>
            </a:xfrm>
            <a:custGeom>
              <a:avLst/>
              <a:gdLst/>
              <a:ahLst/>
              <a:cxnLst/>
              <a:rect l="0" t="0" r="0" b="0"/>
              <a:pathLst>
                <a:path w="886410" h="285759">
                  <a:moveTo>
                    <a:pt x="53349" y="169272"/>
                  </a:moveTo>
                  <a:lnTo>
                    <a:pt x="7713" y="173322"/>
                  </a:lnTo>
                  <a:lnTo>
                    <a:pt x="0" y="169837"/>
                  </a:lnTo>
                  <a:close/>
                  <a:moveTo>
                    <a:pt x="7713" y="173322"/>
                  </a:moveTo>
                  <a:lnTo>
                    <a:pt x="53349" y="169272"/>
                  </a:lnTo>
                  <a:lnTo>
                    <a:pt x="90324" y="172617"/>
                  </a:lnTo>
                  <a:close/>
                  <a:moveTo>
                    <a:pt x="232462" y="84894"/>
                  </a:moveTo>
                  <a:lnTo>
                    <a:pt x="208544" y="114241"/>
                  </a:lnTo>
                  <a:lnTo>
                    <a:pt x="276329" y="74225"/>
                  </a:lnTo>
                  <a:close/>
                  <a:moveTo>
                    <a:pt x="741751" y="278428"/>
                  </a:moveTo>
                  <a:lnTo>
                    <a:pt x="760023" y="283471"/>
                  </a:lnTo>
                  <a:lnTo>
                    <a:pt x="768185" y="285759"/>
                  </a:lnTo>
                  <a:close/>
                  <a:moveTo>
                    <a:pt x="776625" y="278428"/>
                  </a:moveTo>
                  <a:lnTo>
                    <a:pt x="768185" y="285759"/>
                  </a:lnTo>
                  <a:lnTo>
                    <a:pt x="760023" y="283471"/>
                  </a:lnTo>
                  <a:close/>
                  <a:moveTo>
                    <a:pt x="741751" y="278428"/>
                  </a:moveTo>
                  <a:lnTo>
                    <a:pt x="768185" y="285759"/>
                  </a:lnTo>
                  <a:lnTo>
                    <a:pt x="778359" y="268563"/>
                  </a:lnTo>
                  <a:close/>
                  <a:moveTo>
                    <a:pt x="778359" y="268563"/>
                  </a:moveTo>
                  <a:lnTo>
                    <a:pt x="768185" y="285759"/>
                  </a:lnTo>
                  <a:lnTo>
                    <a:pt x="776625" y="278428"/>
                  </a:lnTo>
                  <a:close/>
                  <a:moveTo>
                    <a:pt x="789404" y="230195"/>
                  </a:moveTo>
                  <a:lnTo>
                    <a:pt x="806756" y="220716"/>
                  </a:lnTo>
                  <a:lnTo>
                    <a:pt x="807248" y="202798"/>
                  </a:lnTo>
                  <a:close/>
                  <a:moveTo>
                    <a:pt x="778359" y="268563"/>
                  </a:moveTo>
                  <a:lnTo>
                    <a:pt x="800835" y="233153"/>
                  </a:lnTo>
                  <a:lnTo>
                    <a:pt x="789404" y="230195"/>
                  </a:lnTo>
                  <a:close/>
                  <a:moveTo>
                    <a:pt x="871751" y="75631"/>
                  </a:moveTo>
                  <a:lnTo>
                    <a:pt x="868484" y="81382"/>
                  </a:lnTo>
                  <a:lnTo>
                    <a:pt x="843479" y="122792"/>
                  </a:lnTo>
                  <a:close/>
                  <a:moveTo>
                    <a:pt x="871751" y="75631"/>
                  </a:moveTo>
                  <a:lnTo>
                    <a:pt x="880185" y="51536"/>
                  </a:lnTo>
                  <a:lnTo>
                    <a:pt x="868484" y="81382"/>
                  </a:lnTo>
                  <a:close/>
                  <a:moveTo>
                    <a:pt x="871751" y="75631"/>
                  </a:moveTo>
                  <a:lnTo>
                    <a:pt x="886410" y="5712"/>
                  </a:lnTo>
                  <a:lnTo>
                    <a:pt x="884087" y="0"/>
                  </a:lnTo>
                  <a:close/>
                  <a:moveTo>
                    <a:pt x="871751" y="75631"/>
                  </a:moveTo>
                  <a:lnTo>
                    <a:pt x="884087" y="0"/>
                  </a:lnTo>
                  <a:lnTo>
                    <a:pt x="880185" y="5153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45" name="Output_density__4344">
              <a:extLst>
                <a:ext uri="{FF2B5EF4-FFF2-40B4-BE49-F238E27FC236}">
                  <a16:creationId xmlns:a16="http://schemas.microsoft.com/office/drawing/2014/main" id="{52FC7895-C382-B13A-71C3-FE4F6F0F1B91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774690"/>
              <a:ext cx="939392" cy="527834"/>
            </a:xfrm>
            <a:custGeom>
              <a:avLst/>
              <a:gdLst/>
              <a:ahLst/>
              <a:cxnLst/>
              <a:rect l="0" t="0" r="0" b="0"/>
              <a:pathLst>
                <a:path w="939392" h="527834">
                  <a:moveTo>
                    <a:pt x="28697" y="255475"/>
                  </a:moveTo>
                  <a:lnTo>
                    <a:pt x="323" y="284286"/>
                  </a:lnTo>
                  <a:lnTo>
                    <a:pt x="0" y="287548"/>
                  </a:lnTo>
                  <a:close/>
                  <a:moveTo>
                    <a:pt x="323" y="284286"/>
                  </a:moveTo>
                  <a:lnTo>
                    <a:pt x="28697" y="255475"/>
                  </a:lnTo>
                  <a:lnTo>
                    <a:pt x="7657" y="236011"/>
                  </a:lnTo>
                  <a:close/>
                  <a:moveTo>
                    <a:pt x="28697" y="255475"/>
                  </a:moveTo>
                  <a:lnTo>
                    <a:pt x="35042" y="211917"/>
                  </a:lnTo>
                  <a:lnTo>
                    <a:pt x="7657" y="236011"/>
                  </a:lnTo>
                  <a:close/>
                  <a:moveTo>
                    <a:pt x="35042" y="211917"/>
                  </a:moveTo>
                  <a:lnTo>
                    <a:pt x="51590" y="166388"/>
                  </a:lnTo>
                  <a:lnTo>
                    <a:pt x="10205" y="184474"/>
                  </a:lnTo>
                  <a:close/>
                  <a:moveTo>
                    <a:pt x="7657" y="236011"/>
                  </a:moveTo>
                  <a:lnTo>
                    <a:pt x="35042" y="211917"/>
                  </a:lnTo>
                  <a:lnTo>
                    <a:pt x="10205" y="184474"/>
                  </a:lnTo>
                  <a:close/>
                  <a:moveTo>
                    <a:pt x="55454" y="160381"/>
                  </a:moveTo>
                  <a:lnTo>
                    <a:pt x="41826" y="167013"/>
                  </a:lnTo>
                  <a:lnTo>
                    <a:pt x="51590" y="166388"/>
                  </a:lnTo>
                  <a:close/>
                  <a:moveTo>
                    <a:pt x="51590" y="166388"/>
                  </a:moveTo>
                  <a:lnTo>
                    <a:pt x="35042" y="211917"/>
                  </a:lnTo>
                  <a:lnTo>
                    <a:pt x="89025" y="191383"/>
                  </a:lnTo>
                  <a:close/>
                  <a:moveTo>
                    <a:pt x="116986" y="143890"/>
                  </a:moveTo>
                  <a:lnTo>
                    <a:pt x="55454" y="160381"/>
                  </a:lnTo>
                  <a:lnTo>
                    <a:pt x="131742" y="156487"/>
                  </a:lnTo>
                  <a:close/>
                  <a:moveTo>
                    <a:pt x="55454" y="160381"/>
                  </a:moveTo>
                  <a:lnTo>
                    <a:pt x="51590" y="166388"/>
                  </a:lnTo>
                  <a:lnTo>
                    <a:pt x="131742" y="156487"/>
                  </a:lnTo>
                  <a:close/>
                  <a:moveTo>
                    <a:pt x="131742" y="156487"/>
                  </a:moveTo>
                  <a:lnTo>
                    <a:pt x="51590" y="166388"/>
                  </a:lnTo>
                  <a:lnTo>
                    <a:pt x="102556" y="187823"/>
                  </a:lnTo>
                  <a:close/>
                  <a:moveTo>
                    <a:pt x="102556" y="187823"/>
                  </a:moveTo>
                  <a:lnTo>
                    <a:pt x="51590" y="166388"/>
                  </a:lnTo>
                  <a:lnTo>
                    <a:pt x="89025" y="191383"/>
                  </a:lnTo>
                  <a:close/>
                  <a:moveTo>
                    <a:pt x="156425" y="136287"/>
                  </a:moveTo>
                  <a:lnTo>
                    <a:pt x="116986" y="143890"/>
                  </a:lnTo>
                  <a:lnTo>
                    <a:pt x="131742" y="156487"/>
                  </a:lnTo>
                  <a:close/>
                  <a:moveTo>
                    <a:pt x="156425" y="136287"/>
                  </a:moveTo>
                  <a:lnTo>
                    <a:pt x="125164" y="84750"/>
                  </a:lnTo>
                  <a:lnTo>
                    <a:pt x="116986" y="143890"/>
                  </a:lnTo>
                  <a:close/>
                  <a:moveTo>
                    <a:pt x="131742" y="156487"/>
                  </a:moveTo>
                  <a:lnTo>
                    <a:pt x="102556" y="187823"/>
                  </a:lnTo>
                  <a:lnTo>
                    <a:pt x="157795" y="173457"/>
                  </a:lnTo>
                  <a:close/>
                  <a:moveTo>
                    <a:pt x="180836" y="129964"/>
                  </a:moveTo>
                  <a:lnTo>
                    <a:pt x="156425" y="136287"/>
                  </a:lnTo>
                  <a:lnTo>
                    <a:pt x="212410" y="148516"/>
                  </a:lnTo>
                  <a:close/>
                  <a:moveTo>
                    <a:pt x="156425" y="136287"/>
                  </a:moveTo>
                  <a:lnTo>
                    <a:pt x="131742" y="156487"/>
                  </a:lnTo>
                  <a:lnTo>
                    <a:pt x="212410" y="148516"/>
                  </a:lnTo>
                  <a:close/>
                  <a:moveTo>
                    <a:pt x="198604" y="163729"/>
                  </a:moveTo>
                  <a:lnTo>
                    <a:pt x="131742" y="156487"/>
                  </a:lnTo>
                  <a:lnTo>
                    <a:pt x="157795" y="173457"/>
                  </a:lnTo>
                  <a:close/>
                  <a:moveTo>
                    <a:pt x="795747" y="527834"/>
                  </a:moveTo>
                  <a:lnTo>
                    <a:pt x="820066" y="516806"/>
                  </a:lnTo>
                  <a:lnTo>
                    <a:pt x="801499" y="509130"/>
                  </a:lnTo>
                  <a:close/>
                  <a:moveTo>
                    <a:pt x="444053" y="218148"/>
                  </a:moveTo>
                  <a:lnTo>
                    <a:pt x="496198" y="213738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26159" y="178385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64333" y="196327"/>
                  </a:lnTo>
                  <a:lnTo>
                    <a:pt x="526159" y="178385"/>
                  </a:lnTo>
                  <a:close/>
                  <a:moveTo>
                    <a:pt x="526159" y="178385"/>
                  </a:moveTo>
                  <a:lnTo>
                    <a:pt x="564333" y="196327"/>
                  </a:lnTo>
                  <a:lnTo>
                    <a:pt x="540811" y="167078"/>
                  </a:lnTo>
                  <a:close/>
                  <a:moveTo>
                    <a:pt x="540811" y="167078"/>
                  </a:moveTo>
                  <a:lnTo>
                    <a:pt x="564333" y="196327"/>
                  </a:lnTo>
                  <a:lnTo>
                    <a:pt x="569673" y="194521"/>
                  </a:lnTo>
                  <a:close/>
                  <a:moveTo>
                    <a:pt x="540811" y="167078"/>
                  </a:moveTo>
                  <a:lnTo>
                    <a:pt x="569673" y="194521"/>
                  </a:lnTo>
                  <a:lnTo>
                    <a:pt x="582880" y="142984"/>
                  </a:lnTo>
                  <a:close/>
                  <a:moveTo>
                    <a:pt x="564333" y="196327"/>
                  </a:moveTo>
                  <a:lnTo>
                    <a:pt x="568306" y="201067"/>
                  </a:lnTo>
                  <a:lnTo>
                    <a:pt x="569673" y="194521"/>
                  </a:lnTo>
                  <a:close/>
                  <a:moveTo>
                    <a:pt x="582880" y="142984"/>
                  </a:moveTo>
                  <a:lnTo>
                    <a:pt x="569673" y="194521"/>
                  </a:lnTo>
                  <a:lnTo>
                    <a:pt x="641121" y="170427"/>
                  </a:lnTo>
                  <a:close/>
                  <a:moveTo>
                    <a:pt x="582880" y="142984"/>
                  </a:moveTo>
                  <a:lnTo>
                    <a:pt x="641121" y="170427"/>
                  </a:lnTo>
                  <a:lnTo>
                    <a:pt x="626048" y="118891"/>
                  </a:lnTo>
                  <a:close/>
                  <a:moveTo>
                    <a:pt x="576206" y="91448"/>
                  </a:moveTo>
                  <a:lnTo>
                    <a:pt x="620039" y="84912"/>
                  </a:lnTo>
                  <a:lnTo>
                    <a:pt x="611963" y="70101"/>
                  </a:lnTo>
                  <a:close/>
                  <a:moveTo>
                    <a:pt x="626048" y="118891"/>
                  </a:moveTo>
                  <a:lnTo>
                    <a:pt x="620039" y="84912"/>
                  </a:lnTo>
                  <a:lnTo>
                    <a:pt x="576206" y="91448"/>
                  </a:lnTo>
                  <a:close/>
                  <a:moveTo>
                    <a:pt x="582880" y="142984"/>
                  </a:moveTo>
                  <a:lnTo>
                    <a:pt x="626048" y="118891"/>
                  </a:lnTo>
                  <a:lnTo>
                    <a:pt x="576206" y="91448"/>
                  </a:lnTo>
                  <a:close/>
                  <a:moveTo>
                    <a:pt x="611963" y="70101"/>
                  </a:moveTo>
                  <a:lnTo>
                    <a:pt x="620039" y="84912"/>
                  </a:lnTo>
                  <a:lnTo>
                    <a:pt x="616325" y="67354"/>
                  </a:lnTo>
                  <a:close/>
                  <a:moveTo>
                    <a:pt x="626048" y="118891"/>
                  </a:moveTo>
                  <a:lnTo>
                    <a:pt x="644263" y="169328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26048" y="118891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31725" y="116778"/>
                  </a:lnTo>
                  <a:lnTo>
                    <a:pt x="616325" y="67354"/>
                  </a:lnTo>
                  <a:close/>
                  <a:moveTo>
                    <a:pt x="616325" y="67354"/>
                  </a:moveTo>
                  <a:lnTo>
                    <a:pt x="631725" y="116778"/>
                  </a:lnTo>
                  <a:lnTo>
                    <a:pt x="689288" y="94796"/>
                  </a:lnTo>
                  <a:close/>
                  <a:moveTo>
                    <a:pt x="616325" y="67354"/>
                  </a:moveTo>
                  <a:lnTo>
                    <a:pt x="689288" y="94796"/>
                  </a:lnTo>
                  <a:lnTo>
                    <a:pt x="688961" y="43260"/>
                  </a:lnTo>
                  <a:close/>
                  <a:moveTo>
                    <a:pt x="688961" y="43260"/>
                  </a:moveTo>
                  <a:lnTo>
                    <a:pt x="690691" y="39490"/>
                  </a:lnTo>
                  <a:lnTo>
                    <a:pt x="640738" y="15817"/>
                  </a:lnTo>
                  <a:close/>
                  <a:moveTo>
                    <a:pt x="616325" y="67354"/>
                  </a:moveTo>
                  <a:lnTo>
                    <a:pt x="688961" y="43260"/>
                  </a:lnTo>
                  <a:lnTo>
                    <a:pt x="640738" y="15817"/>
                  </a:lnTo>
                  <a:close/>
                  <a:moveTo>
                    <a:pt x="653804" y="11324"/>
                  </a:moveTo>
                  <a:lnTo>
                    <a:pt x="690691" y="39490"/>
                  </a:lnTo>
                  <a:lnTo>
                    <a:pt x="738281" y="42746"/>
                  </a:lnTo>
                  <a:close/>
                  <a:moveTo>
                    <a:pt x="688961" y="43260"/>
                  </a:moveTo>
                  <a:lnTo>
                    <a:pt x="713704" y="88113"/>
                  </a:lnTo>
                  <a:lnTo>
                    <a:pt x="693165" y="42068"/>
                  </a:lnTo>
                  <a:close/>
                  <a:moveTo>
                    <a:pt x="688961" y="43260"/>
                  </a:moveTo>
                  <a:lnTo>
                    <a:pt x="689288" y="94796"/>
                  </a:lnTo>
                  <a:lnTo>
                    <a:pt x="713704" y="88113"/>
                  </a:lnTo>
                  <a:close/>
                  <a:moveTo>
                    <a:pt x="713704" y="88113"/>
                  </a:moveTo>
                  <a:lnTo>
                    <a:pt x="764321" y="84944"/>
                  </a:lnTo>
                  <a:lnTo>
                    <a:pt x="738604" y="43109"/>
                  </a:lnTo>
                  <a:close/>
                  <a:moveTo>
                    <a:pt x="713704" y="88113"/>
                  </a:moveTo>
                  <a:lnTo>
                    <a:pt x="738604" y="43109"/>
                  </a:lnTo>
                  <a:lnTo>
                    <a:pt x="693165" y="42068"/>
                  </a:lnTo>
                  <a:close/>
                  <a:moveTo>
                    <a:pt x="764321" y="84944"/>
                  </a:moveTo>
                  <a:lnTo>
                    <a:pt x="812488" y="21024"/>
                  </a:lnTo>
                  <a:lnTo>
                    <a:pt x="738604" y="43109"/>
                  </a:lnTo>
                  <a:close/>
                  <a:moveTo>
                    <a:pt x="818894" y="19166"/>
                  </a:moveTo>
                  <a:lnTo>
                    <a:pt x="812488" y="21024"/>
                  </a:lnTo>
                  <a:lnTo>
                    <a:pt x="807239" y="88035"/>
                  </a:lnTo>
                  <a:close/>
                  <a:moveTo>
                    <a:pt x="690691" y="39490"/>
                  </a:moveTo>
                  <a:lnTo>
                    <a:pt x="688961" y="43260"/>
                  </a:lnTo>
                  <a:lnTo>
                    <a:pt x="693165" y="42068"/>
                  </a:lnTo>
                  <a:close/>
                  <a:moveTo>
                    <a:pt x="693165" y="42068"/>
                  </a:moveTo>
                  <a:lnTo>
                    <a:pt x="738281" y="42746"/>
                  </a:lnTo>
                  <a:lnTo>
                    <a:pt x="690691" y="39490"/>
                  </a:lnTo>
                  <a:close/>
                  <a:moveTo>
                    <a:pt x="693165" y="42068"/>
                  </a:moveTo>
                  <a:lnTo>
                    <a:pt x="738604" y="43109"/>
                  </a:lnTo>
                  <a:lnTo>
                    <a:pt x="738281" y="42746"/>
                  </a:lnTo>
                  <a:close/>
                  <a:moveTo>
                    <a:pt x="818894" y="19166"/>
                  </a:moveTo>
                  <a:lnTo>
                    <a:pt x="897892" y="20351"/>
                  </a:lnTo>
                  <a:lnTo>
                    <a:pt x="885069" y="0"/>
                  </a:lnTo>
                  <a:close/>
                  <a:moveTo>
                    <a:pt x="892006" y="46609"/>
                  </a:moveTo>
                  <a:lnTo>
                    <a:pt x="897892" y="20351"/>
                  </a:lnTo>
                  <a:lnTo>
                    <a:pt x="818894" y="19166"/>
                  </a:lnTo>
                  <a:close/>
                  <a:moveTo>
                    <a:pt x="838558" y="70702"/>
                  </a:moveTo>
                  <a:lnTo>
                    <a:pt x="892006" y="46609"/>
                  </a:lnTo>
                  <a:lnTo>
                    <a:pt x="818894" y="19166"/>
                  </a:lnTo>
                  <a:close/>
                  <a:moveTo>
                    <a:pt x="885069" y="0"/>
                  </a:moveTo>
                  <a:lnTo>
                    <a:pt x="897892" y="20351"/>
                  </a:lnTo>
                  <a:lnTo>
                    <a:pt x="939392" y="836"/>
                  </a:lnTo>
                  <a:close/>
                  <a:moveTo>
                    <a:pt x="892006" y="46609"/>
                  </a:moveTo>
                  <a:lnTo>
                    <a:pt x="914860" y="83794"/>
                  </a:lnTo>
                  <a:lnTo>
                    <a:pt x="912430" y="40499"/>
                  </a:lnTo>
                  <a:close/>
                  <a:moveTo>
                    <a:pt x="897892" y="20351"/>
                  </a:moveTo>
                  <a:lnTo>
                    <a:pt x="892006" y="46609"/>
                  </a:lnTo>
                  <a:lnTo>
                    <a:pt x="912430" y="40499"/>
                  </a:lnTo>
                  <a:close/>
                  <a:moveTo>
                    <a:pt x="912430" y="40499"/>
                  </a:moveTo>
                  <a:lnTo>
                    <a:pt x="939392" y="836"/>
                  </a:lnTo>
                  <a:lnTo>
                    <a:pt x="897892" y="203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46" name="Output_density__4345">
              <a:extLst>
                <a:ext uri="{FF2B5EF4-FFF2-40B4-BE49-F238E27FC236}">
                  <a16:creationId xmlns:a16="http://schemas.microsoft.com/office/drawing/2014/main" id="{D8AB487E-F673-4622-F542-417032290DF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959700"/>
              <a:ext cx="1016997" cy="428071"/>
            </a:xfrm>
            <a:custGeom>
              <a:avLst/>
              <a:gdLst/>
              <a:ahLst/>
              <a:cxnLst/>
              <a:rect l="0" t="0" r="0" b="0"/>
              <a:pathLst>
                <a:path w="1016997" h="428071">
                  <a:moveTo>
                    <a:pt x="0" y="257147"/>
                  </a:moveTo>
                  <a:lnTo>
                    <a:pt x="1065" y="294888"/>
                  </a:lnTo>
                  <a:lnTo>
                    <a:pt x="37153" y="294915"/>
                  </a:lnTo>
                  <a:close/>
                  <a:moveTo>
                    <a:pt x="141679" y="336127"/>
                  </a:moveTo>
                  <a:lnTo>
                    <a:pt x="128882" y="328299"/>
                  </a:lnTo>
                  <a:lnTo>
                    <a:pt x="93564" y="331150"/>
                  </a:lnTo>
                  <a:close/>
                  <a:moveTo>
                    <a:pt x="79226" y="284590"/>
                  </a:moveTo>
                  <a:lnTo>
                    <a:pt x="93564" y="331150"/>
                  </a:lnTo>
                  <a:lnTo>
                    <a:pt x="128882" y="328299"/>
                  </a:lnTo>
                  <a:close/>
                  <a:moveTo>
                    <a:pt x="79226" y="284590"/>
                  </a:moveTo>
                  <a:lnTo>
                    <a:pt x="57272" y="308684"/>
                  </a:lnTo>
                  <a:lnTo>
                    <a:pt x="93564" y="331150"/>
                  </a:lnTo>
                  <a:close/>
                  <a:moveTo>
                    <a:pt x="57272" y="308684"/>
                  </a:moveTo>
                  <a:lnTo>
                    <a:pt x="79226" y="284590"/>
                  </a:lnTo>
                  <a:lnTo>
                    <a:pt x="37153" y="294915"/>
                  </a:lnTo>
                  <a:close/>
                  <a:moveTo>
                    <a:pt x="195049" y="312033"/>
                  </a:moveTo>
                  <a:lnTo>
                    <a:pt x="141679" y="336127"/>
                  </a:lnTo>
                  <a:lnTo>
                    <a:pt x="183620" y="358278"/>
                  </a:lnTo>
                  <a:close/>
                  <a:moveTo>
                    <a:pt x="175038" y="212801"/>
                  </a:moveTo>
                  <a:lnTo>
                    <a:pt x="136458" y="181948"/>
                  </a:lnTo>
                  <a:lnTo>
                    <a:pt x="155055" y="208959"/>
                  </a:lnTo>
                  <a:close/>
                  <a:moveTo>
                    <a:pt x="184944" y="228330"/>
                  </a:moveTo>
                  <a:lnTo>
                    <a:pt x="155055" y="208959"/>
                  </a:lnTo>
                  <a:lnTo>
                    <a:pt x="212599" y="196829"/>
                  </a:lnTo>
                  <a:close/>
                  <a:moveTo>
                    <a:pt x="259940" y="133329"/>
                  </a:moveTo>
                  <a:lnTo>
                    <a:pt x="273939" y="184866"/>
                  </a:lnTo>
                  <a:lnTo>
                    <a:pt x="262618" y="116840"/>
                  </a:lnTo>
                  <a:close/>
                  <a:moveTo>
                    <a:pt x="238154" y="117695"/>
                  </a:moveTo>
                  <a:lnTo>
                    <a:pt x="262618" y="116840"/>
                  </a:lnTo>
                  <a:lnTo>
                    <a:pt x="221883" y="111974"/>
                  </a:lnTo>
                  <a:close/>
                  <a:moveTo>
                    <a:pt x="399813" y="206752"/>
                  </a:moveTo>
                  <a:lnTo>
                    <a:pt x="351412" y="231573"/>
                  </a:lnTo>
                  <a:lnTo>
                    <a:pt x="395827" y="222956"/>
                  </a:lnTo>
                  <a:close/>
                  <a:moveTo>
                    <a:pt x="455502" y="199460"/>
                  </a:moveTo>
                  <a:lnTo>
                    <a:pt x="395827" y="222956"/>
                  </a:lnTo>
                  <a:lnTo>
                    <a:pt x="445290" y="233211"/>
                  </a:lnTo>
                  <a:close/>
                  <a:moveTo>
                    <a:pt x="455502" y="199460"/>
                  </a:moveTo>
                  <a:lnTo>
                    <a:pt x="399813" y="206752"/>
                  </a:lnTo>
                  <a:lnTo>
                    <a:pt x="395827" y="222956"/>
                  </a:lnTo>
                  <a:close/>
                  <a:moveTo>
                    <a:pt x="493447" y="238589"/>
                  </a:moveTo>
                  <a:lnTo>
                    <a:pt x="516507" y="189906"/>
                  </a:lnTo>
                  <a:lnTo>
                    <a:pt x="445290" y="233211"/>
                  </a:lnTo>
                  <a:close/>
                  <a:moveTo>
                    <a:pt x="698585" y="267193"/>
                  </a:moveTo>
                  <a:lnTo>
                    <a:pt x="662475" y="251401"/>
                  </a:lnTo>
                  <a:lnTo>
                    <a:pt x="636709" y="289968"/>
                  </a:lnTo>
                  <a:close/>
                  <a:moveTo>
                    <a:pt x="636709" y="289968"/>
                  </a:moveTo>
                  <a:lnTo>
                    <a:pt x="662475" y="251401"/>
                  </a:lnTo>
                  <a:lnTo>
                    <a:pt x="578691" y="247723"/>
                  </a:lnTo>
                  <a:close/>
                  <a:moveTo>
                    <a:pt x="859972" y="412240"/>
                  </a:moveTo>
                  <a:lnTo>
                    <a:pt x="853560" y="421803"/>
                  </a:lnTo>
                  <a:lnTo>
                    <a:pt x="885967" y="428071"/>
                  </a:lnTo>
                  <a:close/>
                  <a:moveTo>
                    <a:pt x="730991" y="243100"/>
                  </a:moveTo>
                  <a:lnTo>
                    <a:pt x="716658" y="279305"/>
                  </a:lnTo>
                  <a:lnTo>
                    <a:pt x="747132" y="258344"/>
                  </a:lnTo>
                  <a:close/>
                  <a:moveTo>
                    <a:pt x="730991" y="243100"/>
                  </a:moveTo>
                  <a:lnTo>
                    <a:pt x="698585" y="267193"/>
                  </a:lnTo>
                  <a:lnTo>
                    <a:pt x="716658" y="279305"/>
                  </a:lnTo>
                  <a:close/>
                  <a:moveTo>
                    <a:pt x="698585" y="267193"/>
                  </a:moveTo>
                  <a:lnTo>
                    <a:pt x="730991" y="243100"/>
                  </a:lnTo>
                  <a:lnTo>
                    <a:pt x="662475" y="251401"/>
                  </a:lnTo>
                  <a:close/>
                  <a:moveTo>
                    <a:pt x="747132" y="258344"/>
                  </a:moveTo>
                  <a:lnTo>
                    <a:pt x="804867" y="293572"/>
                  </a:lnTo>
                  <a:lnTo>
                    <a:pt x="791433" y="219006"/>
                  </a:lnTo>
                  <a:close/>
                  <a:moveTo>
                    <a:pt x="998663" y="170818"/>
                  </a:moveTo>
                  <a:lnTo>
                    <a:pt x="976657" y="187772"/>
                  </a:lnTo>
                  <a:lnTo>
                    <a:pt x="1016997" y="172318"/>
                  </a:lnTo>
                  <a:close/>
                  <a:moveTo>
                    <a:pt x="1016997" y="172318"/>
                  </a:moveTo>
                  <a:lnTo>
                    <a:pt x="982286" y="225297"/>
                  </a:lnTo>
                  <a:lnTo>
                    <a:pt x="1015940" y="235920"/>
                  </a:lnTo>
                  <a:close/>
                  <a:moveTo>
                    <a:pt x="998663" y="170818"/>
                  </a:moveTo>
                  <a:lnTo>
                    <a:pt x="1016997" y="172318"/>
                  </a:lnTo>
                  <a:lnTo>
                    <a:pt x="1016569" y="162317"/>
                  </a:lnTo>
                  <a:close/>
                  <a:moveTo>
                    <a:pt x="1013396" y="112503"/>
                  </a:moveTo>
                  <a:lnTo>
                    <a:pt x="998663" y="170818"/>
                  </a:lnTo>
                  <a:lnTo>
                    <a:pt x="1016569" y="162317"/>
                  </a:lnTo>
                  <a:close/>
                  <a:moveTo>
                    <a:pt x="974465" y="168913"/>
                  </a:moveTo>
                  <a:lnTo>
                    <a:pt x="998663" y="170818"/>
                  </a:lnTo>
                  <a:lnTo>
                    <a:pt x="1013396" y="112503"/>
                  </a:lnTo>
                  <a:close/>
                  <a:moveTo>
                    <a:pt x="972520" y="107752"/>
                  </a:moveTo>
                  <a:lnTo>
                    <a:pt x="1013396" y="112503"/>
                  </a:lnTo>
                  <a:lnTo>
                    <a:pt x="1003852" y="57519"/>
                  </a:lnTo>
                  <a:close/>
                  <a:moveTo>
                    <a:pt x="972520" y="107752"/>
                  </a:moveTo>
                  <a:lnTo>
                    <a:pt x="1003852" y="57519"/>
                  </a:lnTo>
                  <a:lnTo>
                    <a:pt x="965800" y="50472"/>
                  </a:lnTo>
                  <a:close/>
                  <a:moveTo>
                    <a:pt x="965800" y="50472"/>
                  </a:moveTo>
                  <a:lnTo>
                    <a:pt x="1003852" y="57519"/>
                  </a:lnTo>
                  <a:lnTo>
                    <a:pt x="99742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7" name="Output_density__4346">
              <a:extLst>
                <a:ext uri="{FF2B5EF4-FFF2-40B4-BE49-F238E27FC236}">
                  <a16:creationId xmlns:a16="http://schemas.microsoft.com/office/drawing/2014/main" id="{E72B9A1B-2116-F6F5-F186-4EE9F58746CC}"/>
                </a:ext>
              </a:extLst>
            </p:cNvPr>
            <p:cNvSpPr>
              <a:spLocks noGrp="1"/>
            </p:cNvSpPr>
            <p:nvPr/>
          </p:nvSpPr>
          <p:spPr>
            <a:xfrm>
              <a:off x="14917276" y="2872835"/>
              <a:ext cx="1027652" cy="381781"/>
            </a:xfrm>
            <a:custGeom>
              <a:avLst/>
              <a:gdLst/>
              <a:ahLst/>
              <a:cxnLst/>
              <a:rect l="0" t="0" r="0" b="0"/>
              <a:pathLst>
                <a:path w="1027652" h="381781">
                  <a:moveTo>
                    <a:pt x="4994" y="316570"/>
                  </a:moveTo>
                  <a:lnTo>
                    <a:pt x="55701" y="344013"/>
                  </a:lnTo>
                  <a:lnTo>
                    <a:pt x="29902" y="292476"/>
                  </a:lnTo>
                  <a:close/>
                  <a:moveTo>
                    <a:pt x="11409" y="251949"/>
                  </a:moveTo>
                  <a:lnTo>
                    <a:pt x="0" y="247821"/>
                  </a:lnTo>
                  <a:lnTo>
                    <a:pt x="29902" y="292476"/>
                  </a:lnTo>
                  <a:close/>
                  <a:moveTo>
                    <a:pt x="5263" y="240939"/>
                  </a:moveTo>
                  <a:lnTo>
                    <a:pt x="0" y="247821"/>
                  </a:lnTo>
                  <a:lnTo>
                    <a:pt x="11409" y="251949"/>
                  </a:lnTo>
                  <a:close/>
                  <a:moveTo>
                    <a:pt x="100042" y="319919"/>
                  </a:moveTo>
                  <a:lnTo>
                    <a:pt x="92854" y="381781"/>
                  </a:lnTo>
                  <a:lnTo>
                    <a:pt x="120176" y="349035"/>
                  </a:lnTo>
                  <a:close/>
                  <a:moveTo>
                    <a:pt x="29902" y="292476"/>
                  </a:moveTo>
                  <a:lnTo>
                    <a:pt x="55701" y="344013"/>
                  </a:lnTo>
                  <a:lnTo>
                    <a:pt x="100042" y="319919"/>
                  </a:lnTo>
                  <a:close/>
                  <a:moveTo>
                    <a:pt x="14922" y="235689"/>
                  </a:moveTo>
                  <a:lnTo>
                    <a:pt x="11409" y="251949"/>
                  </a:lnTo>
                  <a:lnTo>
                    <a:pt x="47332" y="216846"/>
                  </a:lnTo>
                  <a:close/>
                  <a:moveTo>
                    <a:pt x="47332" y="216846"/>
                  </a:moveTo>
                  <a:lnTo>
                    <a:pt x="11409" y="251949"/>
                  </a:lnTo>
                  <a:lnTo>
                    <a:pt x="29902" y="292476"/>
                  </a:lnTo>
                  <a:close/>
                  <a:moveTo>
                    <a:pt x="47332" y="216846"/>
                  </a:moveTo>
                  <a:lnTo>
                    <a:pt x="29902" y="292476"/>
                  </a:lnTo>
                  <a:lnTo>
                    <a:pt x="79678" y="268382"/>
                  </a:lnTo>
                  <a:close/>
                  <a:moveTo>
                    <a:pt x="5263" y="240939"/>
                  </a:moveTo>
                  <a:lnTo>
                    <a:pt x="11409" y="251949"/>
                  </a:lnTo>
                  <a:lnTo>
                    <a:pt x="14922" y="235689"/>
                  </a:lnTo>
                  <a:close/>
                  <a:moveTo>
                    <a:pt x="47332" y="216846"/>
                  </a:moveTo>
                  <a:lnTo>
                    <a:pt x="79678" y="268382"/>
                  </a:lnTo>
                  <a:lnTo>
                    <a:pt x="122234" y="244288"/>
                  </a:lnTo>
                  <a:close/>
                  <a:moveTo>
                    <a:pt x="219659" y="57703"/>
                  </a:moveTo>
                  <a:lnTo>
                    <a:pt x="192089" y="65585"/>
                  </a:lnTo>
                  <a:lnTo>
                    <a:pt x="245083" y="61988"/>
                  </a:lnTo>
                  <a:close/>
                  <a:moveTo>
                    <a:pt x="205895" y="50371"/>
                  </a:moveTo>
                  <a:lnTo>
                    <a:pt x="192089" y="65585"/>
                  </a:lnTo>
                  <a:lnTo>
                    <a:pt x="219659" y="57703"/>
                  </a:lnTo>
                  <a:close/>
                  <a:moveTo>
                    <a:pt x="219659" y="57703"/>
                  </a:moveTo>
                  <a:lnTo>
                    <a:pt x="245083" y="61988"/>
                  </a:lnTo>
                  <a:lnTo>
                    <a:pt x="288920" y="51212"/>
                  </a:lnTo>
                  <a:close/>
                  <a:moveTo>
                    <a:pt x="512026" y="223543"/>
                  </a:moveTo>
                  <a:lnTo>
                    <a:pt x="511007" y="223742"/>
                  </a:lnTo>
                  <a:lnTo>
                    <a:pt x="511203" y="286326"/>
                  </a:lnTo>
                  <a:close/>
                  <a:moveTo>
                    <a:pt x="455049" y="188085"/>
                  </a:moveTo>
                  <a:lnTo>
                    <a:pt x="426751" y="172007"/>
                  </a:lnTo>
                  <a:lnTo>
                    <a:pt x="457220" y="229488"/>
                  </a:lnTo>
                  <a:close/>
                  <a:moveTo>
                    <a:pt x="457220" y="229488"/>
                  </a:moveTo>
                  <a:lnTo>
                    <a:pt x="511007" y="223742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1009" y="222634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2026" y="223543"/>
                  </a:lnTo>
                  <a:lnTo>
                    <a:pt x="511009" y="222634"/>
                  </a:lnTo>
                  <a:close/>
                  <a:moveTo>
                    <a:pt x="426751" y="172007"/>
                  </a:moveTo>
                  <a:lnTo>
                    <a:pt x="428806" y="120470"/>
                  </a:lnTo>
                  <a:lnTo>
                    <a:pt x="401010" y="174460"/>
                  </a:lnTo>
                  <a:close/>
                  <a:moveTo>
                    <a:pt x="428806" y="120470"/>
                  </a:moveTo>
                  <a:lnTo>
                    <a:pt x="388778" y="121662"/>
                  </a:lnTo>
                  <a:lnTo>
                    <a:pt x="401010" y="174460"/>
                  </a:lnTo>
                  <a:close/>
                  <a:moveTo>
                    <a:pt x="338046" y="124924"/>
                  </a:moveTo>
                  <a:lnTo>
                    <a:pt x="388778" y="121662"/>
                  </a:lnTo>
                  <a:lnTo>
                    <a:pt x="367542" y="76183"/>
                  </a:lnTo>
                  <a:close/>
                  <a:moveTo>
                    <a:pt x="338046" y="124924"/>
                  </a:moveTo>
                  <a:lnTo>
                    <a:pt x="367542" y="76183"/>
                  </a:lnTo>
                  <a:lnTo>
                    <a:pt x="322010" y="75218"/>
                  </a:lnTo>
                  <a:close/>
                  <a:moveTo>
                    <a:pt x="428806" y="120470"/>
                  </a:moveTo>
                  <a:lnTo>
                    <a:pt x="436275" y="117895"/>
                  </a:lnTo>
                  <a:lnTo>
                    <a:pt x="388778" y="121662"/>
                  </a:lnTo>
                  <a:close/>
                  <a:moveTo>
                    <a:pt x="268994" y="80337"/>
                  </a:moveTo>
                  <a:lnTo>
                    <a:pt x="322010" y="75218"/>
                  </a:lnTo>
                  <a:lnTo>
                    <a:pt x="288920" y="51212"/>
                  </a:lnTo>
                  <a:close/>
                  <a:moveTo>
                    <a:pt x="322010" y="75218"/>
                  </a:moveTo>
                  <a:lnTo>
                    <a:pt x="337430" y="57906"/>
                  </a:lnTo>
                  <a:lnTo>
                    <a:pt x="288920" y="51212"/>
                  </a:lnTo>
                  <a:close/>
                  <a:moveTo>
                    <a:pt x="572208" y="276771"/>
                  </a:moveTo>
                  <a:lnTo>
                    <a:pt x="626524" y="326617"/>
                  </a:lnTo>
                  <a:lnTo>
                    <a:pt x="610075" y="250986"/>
                  </a:lnTo>
                  <a:close/>
                  <a:moveTo>
                    <a:pt x="610075" y="250986"/>
                  </a:moveTo>
                  <a:lnTo>
                    <a:pt x="626524" y="326617"/>
                  </a:lnTo>
                  <a:lnTo>
                    <a:pt x="660217" y="296247"/>
                  </a:lnTo>
                  <a:close/>
                  <a:moveTo>
                    <a:pt x="573193" y="199449"/>
                  </a:moveTo>
                  <a:lnTo>
                    <a:pt x="575070" y="272385"/>
                  </a:lnTo>
                  <a:lnTo>
                    <a:pt x="595938" y="230595"/>
                  </a:lnTo>
                  <a:close/>
                  <a:moveTo>
                    <a:pt x="569422" y="275080"/>
                  </a:moveTo>
                  <a:lnTo>
                    <a:pt x="575070" y="272385"/>
                  </a:lnTo>
                  <a:lnTo>
                    <a:pt x="573193" y="199449"/>
                  </a:lnTo>
                  <a:close/>
                  <a:moveTo>
                    <a:pt x="512026" y="223543"/>
                  </a:moveTo>
                  <a:lnTo>
                    <a:pt x="569422" y="275080"/>
                  </a:lnTo>
                  <a:lnTo>
                    <a:pt x="573193" y="199449"/>
                  </a:lnTo>
                  <a:close/>
                  <a:moveTo>
                    <a:pt x="575070" y="272385"/>
                  </a:moveTo>
                  <a:lnTo>
                    <a:pt x="610075" y="250986"/>
                  </a:lnTo>
                  <a:lnTo>
                    <a:pt x="595938" y="230595"/>
                  </a:lnTo>
                  <a:close/>
                  <a:moveTo>
                    <a:pt x="549675" y="147913"/>
                  </a:moveTo>
                  <a:lnTo>
                    <a:pt x="511009" y="222634"/>
                  </a:lnTo>
                  <a:lnTo>
                    <a:pt x="512026" y="223543"/>
                  </a:lnTo>
                  <a:close/>
                  <a:moveTo>
                    <a:pt x="426751" y="172007"/>
                  </a:moveTo>
                  <a:lnTo>
                    <a:pt x="455049" y="188085"/>
                  </a:lnTo>
                  <a:lnTo>
                    <a:pt x="454880" y="168648"/>
                  </a:lnTo>
                  <a:close/>
                  <a:moveTo>
                    <a:pt x="428806" y="120470"/>
                  </a:moveTo>
                  <a:lnTo>
                    <a:pt x="454880" y="168648"/>
                  </a:lnTo>
                  <a:lnTo>
                    <a:pt x="437538" y="120003"/>
                  </a:lnTo>
                  <a:close/>
                  <a:moveTo>
                    <a:pt x="428806" y="120470"/>
                  </a:moveTo>
                  <a:lnTo>
                    <a:pt x="426751" y="172007"/>
                  </a:lnTo>
                  <a:lnTo>
                    <a:pt x="454880" y="168648"/>
                  </a:lnTo>
                  <a:close/>
                  <a:moveTo>
                    <a:pt x="510823" y="161149"/>
                  </a:moveTo>
                  <a:lnTo>
                    <a:pt x="455049" y="188085"/>
                  </a:lnTo>
                  <a:lnTo>
                    <a:pt x="511009" y="222634"/>
                  </a:lnTo>
                  <a:close/>
                  <a:moveTo>
                    <a:pt x="510823" y="161149"/>
                  </a:moveTo>
                  <a:lnTo>
                    <a:pt x="454880" y="168648"/>
                  </a:lnTo>
                  <a:lnTo>
                    <a:pt x="455049" y="188085"/>
                  </a:lnTo>
                  <a:close/>
                  <a:moveTo>
                    <a:pt x="454880" y="168648"/>
                  </a:moveTo>
                  <a:lnTo>
                    <a:pt x="489683" y="115593"/>
                  </a:lnTo>
                  <a:lnTo>
                    <a:pt x="437538" y="120003"/>
                  </a:lnTo>
                  <a:close/>
                  <a:moveTo>
                    <a:pt x="436275" y="117895"/>
                  </a:moveTo>
                  <a:lnTo>
                    <a:pt x="428806" y="120470"/>
                  </a:lnTo>
                  <a:lnTo>
                    <a:pt x="437538" y="120003"/>
                  </a:lnTo>
                  <a:close/>
                  <a:moveTo>
                    <a:pt x="437538" y="120003"/>
                  </a:moveTo>
                  <a:lnTo>
                    <a:pt x="480206" y="107468"/>
                  </a:lnTo>
                  <a:lnTo>
                    <a:pt x="436275" y="117895"/>
                  </a:lnTo>
                  <a:close/>
                  <a:moveTo>
                    <a:pt x="671671" y="231832"/>
                  </a:moveTo>
                  <a:lnTo>
                    <a:pt x="660217" y="296247"/>
                  </a:lnTo>
                  <a:lnTo>
                    <a:pt x="685550" y="226892"/>
                  </a:lnTo>
                  <a:close/>
                  <a:moveTo>
                    <a:pt x="685550" y="226892"/>
                  </a:moveTo>
                  <a:lnTo>
                    <a:pt x="660217" y="296247"/>
                  </a:lnTo>
                  <a:lnTo>
                    <a:pt x="668871" y="302522"/>
                  </a:lnTo>
                  <a:close/>
                  <a:moveTo>
                    <a:pt x="685550" y="226892"/>
                  </a:moveTo>
                  <a:lnTo>
                    <a:pt x="668871" y="302522"/>
                  </a:lnTo>
                  <a:lnTo>
                    <a:pt x="728275" y="278428"/>
                  </a:lnTo>
                  <a:close/>
                  <a:moveTo>
                    <a:pt x="610075" y="250986"/>
                  </a:moveTo>
                  <a:lnTo>
                    <a:pt x="660217" y="296247"/>
                  </a:lnTo>
                  <a:lnTo>
                    <a:pt x="671671" y="231832"/>
                  </a:lnTo>
                  <a:close/>
                  <a:moveTo>
                    <a:pt x="595938" y="230595"/>
                  </a:moveTo>
                  <a:lnTo>
                    <a:pt x="610075" y="250986"/>
                  </a:lnTo>
                  <a:lnTo>
                    <a:pt x="658676" y="175355"/>
                  </a:lnTo>
                  <a:close/>
                  <a:moveTo>
                    <a:pt x="667349" y="188010"/>
                  </a:moveTo>
                  <a:lnTo>
                    <a:pt x="610075" y="250986"/>
                  </a:lnTo>
                  <a:lnTo>
                    <a:pt x="671671" y="231832"/>
                  </a:lnTo>
                  <a:close/>
                  <a:moveTo>
                    <a:pt x="743284" y="86109"/>
                  </a:moveTo>
                  <a:lnTo>
                    <a:pt x="795281" y="47176"/>
                  </a:lnTo>
                  <a:lnTo>
                    <a:pt x="786173" y="26480"/>
                  </a:lnTo>
                  <a:close/>
                  <a:moveTo>
                    <a:pt x="795281" y="47176"/>
                  </a:moveTo>
                  <a:lnTo>
                    <a:pt x="820744" y="75631"/>
                  </a:lnTo>
                  <a:lnTo>
                    <a:pt x="786173" y="26480"/>
                  </a:lnTo>
                  <a:close/>
                  <a:moveTo>
                    <a:pt x="806565" y="72645"/>
                  </a:moveTo>
                  <a:lnTo>
                    <a:pt x="855686" y="98344"/>
                  </a:lnTo>
                  <a:lnTo>
                    <a:pt x="820744" y="75631"/>
                  </a:lnTo>
                  <a:close/>
                  <a:moveTo>
                    <a:pt x="896633" y="76761"/>
                  </a:moveTo>
                  <a:lnTo>
                    <a:pt x="855686" y="98344"/>
                  </a:lnTo>
                  <a:lnTo>
                    <a:pt x="926841" y="54803"/>
                  </a:lnTo>
                  <a:close/>
                  <a:moveTo>
                    <a:pt x="939503" y="51537"/>
                  </a:moveTo>
                  <a:lnTo>
                    <a:pt x="958427" y="63130"/>
                  </a:lnTo>
                  <a:lnTo>
                    <a:pt x="926841" y="54803"/>
                  </a:lnTo>
                  <a:close/>
                  <a:moveTo>
                    <a:pt x="795281" y="47176"/>
                  </a:moveTo>
                  <a:lnTo>
                    <a:pt x="790173" y="75631"/>
                  </a:lnTo>
                  <a:lnTo>
                    <a:pt x="806565" y="72645"/>
                  </a:lnTo>
                  <a:close/>
                  <a:moveTo>
                    <a:pt x="806565" y="72645"/>
                  </a:moveTo>
                  <a:lnTo>
                    <a:pt x="820744" y="75631"/>
                  </a:lnTo>
                  <a:lnTo>
                    <a:pt x="795281" y="47176"/>
                  </a:lnTo>
                  <a:close/>
                  <a:moveTo>
                    <a:pt x="1009358" y="84466"/>
                  </a:moveTo>
                  <a:lnTo>
                    <a:pt x="980333" y="45321"/>
                  </a:lnTo>
                  <a:lnTo>
                    <a:pt x="959480" y="87035"/>
                  </a:lnTo>
                  <a:close/>
                  <a:moveTo>
                    <a:pt x="1009358" y="84466"/>
                  </a:moveTo>
                  <a:lnTo>
                    <a:pt x="1027652" y="44834"/>
                  </a:lnTo>
                  <a:lnTo>
                    <a:pt x="980333" y="45321"/>
                  </a:lnTo>
                  <a:close/>
                  <a:moveTo>
                    <a:pt x="928438" y="0"/>
                  </a:moveTo>
                  <a:lnTo>
                    <a:pt x="939503" y="51537"/>
                  </a:lnTo>
                  <a:lnTo>
                    <a:pt x="980333" y="4532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8" name="Output_density__4347">
              <a:extLst>
                <a:ext uri="{FF2B5EF4-FFF2-40B4-BE49-F238E27FC236}">
                  <a16:creationId xmlns:a16="http://schemas.microsoft.com/office/drawing/2014/main" id="{A6774BC7-CE5D-615D-A9B6-94B0DFCCE510}"/>
                </a:ext>
              </a:extLst>
            </p:cNvPr>
            <p:cNvSpPr>
              <a:spLocks noGrp="1"/>
            </p:cNvSpPr>
            <p:nvPr/>
          </p:nvSpPr>
          <p:spPr>
            <a:xfrm>
              <a:off x="15066540" y="3017219"/>
              <a:ext cx="933012" cy="405956"/>
            </a:xfrm>
            <a:custGeom>
              <a:avLst/>
              <a:gdLst/>
              <a:ahLst/>
              <a:cxnLst/>
              <a:rect l="0" t="0" r="0" b="0"/>
              <a:pathLst>
                <a:path w="933012" h="405956">
                  <a:moveTo>
                    <a:pt x="48115" y="278607"/>
                  </a:moveTo>
                  <a:lnTo>
                    <a:pt x="56638" y="310715"/>
                  </a:lnTo>
                  <a:lnTo>
                    <a:pt x="90056" y="300759"/>
                  </a:lnTo>
                  <a:close/>
                  <a:moveTo>
                    <a:pt x="48115" y="278607"/>
                  </a:moveTo>
                  <a:lnTo>
                    <a:pt x="44824" y="302701"/>
                  </a:lnTo>
                  <a:lnTo>
                    <a:pt x="56638" y="310715"/>
                  </a:lnTo>
                  <a:close/>
                  <a:moveTo>
                    <a:pt x="44824" y="302701"/>
                  </a:moveTo>
                  <a:lnTo>
                    <a:pt x="48115" y="278607"/>
                  </a:lnTo>
                  <a:lnTo>
                    <a:pt x="0" y="273630"/>
                  </a:lnTo>
                  <a:close/>
                  <a:moveTo>
                    <a:pt x="116246" y="263778"/>
                  </a:moveTo>
                  <a:lnTo>
                    <a:pt x="90056" y="300759"/>
                  </a:lnTo>
                  <a:lnTo>
                    <a:pt x="171619" y="296134"/>
                  </a:lnTo>
                  <a:close/>
                  <a:moveTo>
                    <a:pt x="61491" y="151440"/>
                  </a:moveTo>
                  <a:lnTo>
                    <a:pt x="42321" y="123998"/>
                  </a:lnTo>
                  <a:lnTo>
                    <a:pt x="54511" y="99904"/>
                  </a:lnTo>
                  <a:close/>
                  <a:moveTo>
                    <a:pt x="54511" y="99904"/>
                  </a:moveTo>
                  <a:lnTo>
                    <a:pt x="74435" y="75810"/>
                  </a:lnTo>
                  <a:lnTo>
                    <a:pt x="61491" y="151440"/>
                  </a:lnTo>
                  <a:close/>
                  <a:moveTo>
                    <a:pt x="257848" y="174054"/>
                  </a:moveTo>
                  <a:lnTo>
                    <a:pt x="281388" y="222286"/>
                  </a:lnTo>
                  <a:lnTo>
                    <a:pt x="302263" y="165437"/>
                  </a:lnTo>
                  <a:close/>
                  <a:moveTo>
                    <a:pt x="302263" y="165437"/>
                  </a:moveTo>
                  <a:lnTo>
                    <a:pt x="281388" y="222286"/>
                  </a:lnTo>
                  <a:lnTo>
                    <a:pt x="351726" y="175692"/>
                  </a:lnTo>
                  <a:close/>
                  <a:moveTo>
                    <a:pt x="144590" y="60176"/>
                  </a:moveTo>
                  <a:lnTo>
                    <a:pt x="166376" y="75810"/>
                  </a:lnTo>
                  <a:lnTo>
                    <a:pt x="169054" y="59321"/>
                  </a:lnTo>
                  <a:close/>
                  <a:moveTo>
                    <a:pt x="99892" y="67734"/>
                  </a:moveTo>
                  <a:lnTo>
                    <a:pt x="144590" y="60176"/>
                  </a:lnTo>
                  <a:lnTo>
                    <a:pt x="128320" y="54455"/>
                  </a:lnTo>
                  <a:close/>
                  <a:moveTo>
                    <a:pt x="759996" y="364284"/>
                  </a:moveTo>
                  <a:lnTo>
                    <a:pt x="827284" y="405956"/>
                  </a:lnTo>
                  <a:lnTo>
                    <a:pt x="792403" y="370552"/>
                  </a:lnTo>
                  <a:close/>
                  <a:moveTo>
                    <a:pt x="653568" y="200825"/>
                  </a:moveTo>
                  <a:lnTo>
                    <a:pt x="623094" y="221786"/>
                  </a:lnTo>
                  <a:lnTo>
                    <a:pt x="709899" y="236760"/>
                  </a:lnTo>
                  <a:close/>
                  <a:moveTo>
                    <a:pt x="923433" y="114799"/>
                  </a:moveTo>
                  <a:lnTo>
                    <a:pt x="922376" y="178401"/>
                  </a:lnTo>
                  <a:lnTo>
                    <a:pt x="929111" y="188929"/>
                  </a:lnTo>
                  <a:close/>
                  <a:moveTo>
                    <a:pt x="933012" y="137392"/>
                  </a:moveTo>
                  <a:lnTo>
                    <a:pt x="923005" y="104798"/>
                  </a:lnTo>
                  <a:lnTo>
                    <a:pt x="923433" y="114799"/>
                  </a:lnTo>
                  <a:close/>
                  <a:moveTo>
                    <a:pt x="928838" y="61762"/>
                  </a:moveTo>
                  <a:lnTo>
                    <a:pt x="923005" y="104798"/>
                  </a:lnTo>
                  <a:lnTo>
                    <a:pt x="933012" y="137392"/>
                  </a:lnTo>
                  <a:close/>
                  <a:moveTo>
                    <a:pt x="919832" y="54983"/>
                  </a:moveTo>
                  <a:lnTo>
                    <a:pt x="923005" y="104798"/>
                  </a:lnTo>
                  <a:lnTo>
                    <a:pt x="928838" y="61762"/>
                  </a:lnTo>
                  <a:close/>
                  <a:moveTo>
                    <a:pt x="910288" y="0"/>
                  </a:moveTo>
                  <a:lnTo>
                    <a:pt x="919832" y="54983"/>
                  </a:lnTo>
                  <a:lnTo>
                    <a:pt x="928838" y="6176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9" name="Output_density__4348">
              <a:extLst>
                <a:ext uri="{FF2B5EF4-FFF2-40B4-BE49-F238E27FC236}">
                  <a16:creationId xmlns:a16="http://schemas.microsoft.com/office/drawing/2014/main" id="{D33AC9A6-C12F-7164-0F24-71FA10840BF0}"/>
                </a:ext>
              </a:extLst>
            </p:cNvPr>
            <p:cNvSpPr>
              <a:spLocks noGrp="1"/>
            </p:cNvSpPr>
            <p:nvPr/>
          </p:nvSpPr>
          <p:spPr>
            <a:xfrm>
              <a:off x="15123179" y="3191273"/>
              <a:ext cx="872472" cy="231902"/>
            </a:xfrm>
            <a:custGeom>
              <a:avLst/>
              <a:gdLst/>
              <a:ahLst/>
              <a:cxnLst/>
              <a:rect l="0" t="0" r="0" b="0"/>
              <a:pathLst>
                <a:path w="872472" h="231902">
                  <a:moveTo>
                    <a:pt x="33418" y="126705"/>
                  </a:moveTo>
                  <a:lnTo>
                    <a:pt x="0" y="136661"/>
                  </a:lnTo>
                  <a:lnTo>
                    <a:pt x="82611" y="135955"/>
                  </a:lnTo>
                  <a:close/>
                  <a:moveTo>
                    <a:pt x="33418" y="126705"/>
                  </a:moveTo>
                  <a:lnTo>
                    <a:pt x="82611" y="135955"/>
                  </a:lnTo>
                  <a:lnTo>
                    <a:pt x="114981" y="122080"/>
                  </a:lnTo>
                  <a:close/>
                  <a:moveTo>
                    <a:pt x="114981" y="122080"/>
                  </a:moveTo>
                  <a:lnTo>
                    <a:pt x="159947" y="115524"/>
                  </a:lnTo>
                  <a:lnTo>
                    <a:pt x="187038" y="81912"/>
                  </a:lnTo>
                  <a:close/>
                  <a:moveTo>
                    <a:pt x="197900" y="41980"/>
                  </a:moveTo>
                  <a:lnTo>
                    <a:pt x="187038" y="81912"/>
                  </a:lnTo>
                  <a:lnTo>
                    <a:pt x="218602" y="56365"/>
                  </a:lnTo>
                  <a:close/>
                  <a:moveTo>
                    <a:pt x="197900" y="41980"/>
                  </a:moveTo>
                  <a:lnTo>
                    <a:pt x="218602" y="56365"/>
                  </a:lnTo>
                  <a:lnTo>
                    <a:pt x="201210" y="0"/>
                  </a:lnTo>
                  <a:close/>
                  <a:moveTo>
                    <a:pt x="201210" y="0"/>
                  </a:moveTo>
                  <a:lnTo>
                    <a:pt x="218602" y="56365"/>
                  </a:lnTo>
                  <a:lnTo>
                    <a:pt x="224749" y="48232"/>
                  </a:lnTo>
                  <a:close/>
                  <a:moveTo>
                    <a:pt x="735765" y="196498"/>
                  </a:moveTo>
                  <a:lnTo>
                    <a:pt x="770646" y="231902"/>
                  </a:lnTo>
                  <a:lnTo>
                    <a:pt x="781691" y="193533"/>
                  </a:lnTo>
                  <a:close/>
                  <a:moveTo>
                    <a:pt x="735765" y="196498"/>
                  </a:moveTo>
                  <a:lnTo>
                    <a:pt x="781691" y="193533"/>
                  </a:lnTo>
                  <a:lnTo>
                    <a:pt x="805669" y="148281"/>
                  </a:lnTo>
                  <a:close/>
                  <a:moveTo>
                    <a:pt x="799535" y="166136"/>
                  </a:moveTo>
                  <a:lnTo>
                    <a:pt x="805669" y="148281"/>
                  </a:lnTo>
                  <a:lnTo>
                    <a:pt x="781691" y="193533"/>
                  </a:lnTo>
                  <a:close/>
                  <a:moveTo>
                    <a:pt x="653261" y="62706"/>
                  </a:moveTo>
                  <a:lnTo>
                    <a:pt x="654665" y="61999"/>
                  </a:lnTo>
                  <a:lnTo>
                    <a:pt x="596930" y="26771"/>
                  </a:lnTo>
                  <a:close/>
                  <a:moveTo>
                    <a:pt x="865738" y="4347"/>
                  </a:moveTo>
                  <a:lnTo>
                    <a:pt x="847858" y="66412"/>
                  </a:lnTo>
                  <a:lnTo>
                    <a:pt x="860771" y="44720"/>
                  </a:lnTo>
                  <a:close/>
                  <a:moveTo>
                    <a:pt x="837521" y="52047"/>
                  </a:moveTo>
                  <a:lnTo>
                    <a:pt x="847858" y="66412"/>
                  </a:lnTo>
                  <a:lnTo>
                    <a:pt x="865738" y="4347"/>
                  </a:lnTo>
                  <a:close/>
                  <a:moveTo>
                    <a:pt x="865738" y="4347"/>
                  </a:moveTo>
                  <a:lnTo>
                    <a:pt x="860771" y="44720"/>
                  </a:lnTo>
                  <a:lnTo>
                    <a:pt x="872472" y="14875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0" name="Output_density__4349">
              <a:extLst>
                <a:ext uri="{FF2B5EF4-FFF2-40B4-BE49-F238E27FC236}">
                  <a16:creationId xmlns:a16="http://schemas.microsoft.com/office/drawing/2014/main" id="{D43A927C-22C3-A255-3DF8-EDD277A5A3B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899315"/>
              <a:ext cx="1013396" cy="355300"/>
            </a:xfrm>
            <a:custGeom>
              <a:avLst/>
              <a:gdLst/>
              <a:ahLst/>
              <a:cxnLst/>
              <a:rect l="0" t="0" r="0" b="0"/>
              <a:pathLst>
                <a:path w="1013396" h="355300">
                  <a:moveTo>
                    <a:pt x="79226" y="344975"/>
                  </a:moveTo>
                  <a:lnTo>
                    <a:pt x="64475" y="322555"/>
                  </a:lnTo>
                  <a:lnTo>
                    <a:pt x="37153" y="355300"/>
                  </a:lnTo>
                  <a:close/>
                  <a:moveTo>
                    <a:pt x="44341" y="293438"/>
                  </a:moveTo>
                  <a:lnTo>
                    <a:pt x="0" y="317532"/>
                  </a:lnTo>
                  <a:lnTo>
                    <a:pt x="37153" y="355300"/>
                  </a:lnTo>
                  <a:close/>
                  <a:moveTo>
                    <a:pt x="175038" y="273186"/>
                  </a:moveTo>
                  <a:lnTo>
                    <a:pt x="184944" y="288715"/>
                  </a:lnTo>
                  <a:lnTo>
                    <a:pt x="233337" y="294970"/>
                  </a:lnTo>
                  <a:close/>
                  <a:moveTo>
                    <a:pt x="184944" y="288715"/>
                  </a:moveTo>
                  <a:lnTo>
                    <a:pt x="175038" y="273186"/>
                  </a:lnTo>
                  <a:lnTo>
                    <a:pt x="155055" y="269344"/>
                  </a:lnTo>
                  <a:close/>
                  <a:moveTo>
                    <a:pt x="399813" y="267138"/>
                  </a:moveTo>
                  <a:lnTo>
                    <a:pt x="455502" y="259846"/>
                  </a:lnTo>
                  <a:lnTo>
                    <a:pt x="455306" y="197262"/>
                  </a:lnTo>
                  <a:close/>
                  <a:moveTo>
                    <a:pt x="399813" y="267138"/>
                  </a:moveTo>
                  <a:lnTo>
                    <a:pt x="455306" y="197262"/>
                  </a:lnTo>
                  <a:lnTo>
                    <a:pt x="401519" y="203007"/>
                  </a:lnTo>
                  <a:close/>
                  <a:moveTo>
                    <a:pt x="445290" y="293596"/>
                  </a:moveTo>
                  <a:lnTo>
                    <a:pt x="513721" y="248599"/>
                  </a:lnTo>
                  <a:lnTo>
                    <a:pt x="455502" y="259846"/>
                  </a:lnTo>
                  <a:close/>
                  <a:moveTo>
                    <a:pt x="516507" y="250291"/>
                  </a:moveTo>
                  <a:lnTo>
                    <a:pt x="513721" y="248599"/>
                  </a:lnTo>
                  <a:lnTo>
                    <a:pt x="445290" y="293596"/>
                  </a:lnTo>
                  <a:close/>
                  <a:moveTo>
                    <a:pt x="513721" y="248599"/>
                  </a:moveTo>
                  <a:lnTo>
                    <a:pt x="456325" y="197063"/>
                  </a:lnTo>
                  <a:lnTo>
                    <a:pt x="455502" y="259846"/>
                  </a:lnTo>
                  <a:close/>
                  <a:moveTo>
                    <a:pt x="333077" y="95182"/>
                  </a:moveTo>
                  <a:lnTo>
                    <a:pt x="380574" y="91414"/>
                  </a:lnTo>
                  <a:lnTo>
                    <a:pt x="349984" y="56676"/>
                  </a:lnTo>
                  <a:close/>
                  <a:moveTo>
                    <a:pt x="333077" y="95182"/>
                  </a:moveTo>
                  <a:lnTo>
                    <a:pt x="349984" y="56676"/>
                  </a:lnTo>
                  <a:lnTo>
                    <a:pt x="311842" y="49703"/>
                  </a:lnTo>
                  <a:close/>
                  <a:moveTo>
                    <a:pt x="266309" y="48738"/>
                  </a:moveTo>
                  <a:lnTo>
                    <a:pt x="311842" y="49703"/>
                  </a:lnTo>
                  <a:lnTo>
                    <a:pt x="281729" y="31425"/>
                  </a:lnTo>
                  <a:close/>
                  <a:moveTo>
                    <a:pt x="570823" y="300136"/>
                  </a:moveTo>
                  <a:lnTo>
                    <a:pt x="578691" y="308108"/>
                  </a:lnTo>
                  <a:lnTo>
                    <a:pt x="590218" y="289031"/>
                  </a:lnTo>
                  <a:close/>
                  <a:moveTo>
                    <a:pt x="519369" y="245904"/>
                  </a:moveTo>
                  <a:lnTo>
                    <a:pt x="516507" y="250291"/>
                  </a:lnTo>
                  <a:lnTo>
                    <a:pt x="554374" y="224505"/>
                  </a:lnTo>
                  <a:close/>
                  <a:moveTo>
                    <a:pt x="604517" y="269766"/>
                  </a:moveTo>
                  <a:lnTo>
                    <a:pt x="570823" y="300136"/>
                  </a:lnTo>
                  <a:lnTo>
                    <a:pt x="590218" y="289031"/>
                  </a:lnTo>
                  <a:close/>
                  <a:moveTo>
                    <a:pt x="578691" y="308108"/>
                  </a:moveTo>
                  <a:lnTo>
                    <a:pt x="613170" y="276042"/>
                  </a:lnTo>
                  <a:lnTo>
                    <a:pt x="590218" y="289031"/>
                  </a:lnTo>
                  <a:close/>
                  <a:moveTo>
                    <a:pt x="662475" y="311786"/>
                  </a:moveTo>
                  <a:lnTo>
                    <a:pt x="613170" y="276042"/>
                  </a:lnTo>
                  <a:lnTo>
                    <a:pt x="578691" y="308108"/>
                  </a:lnTo>
                  <a:close/>
                  <a:moveTo>
                    <a:pt x="590218" y="289031"/>
                  </a:moveTo>
                  <a:lnTo>
                    <a:pt x="613170" y="276042"/>
                  </a:lnTo>
                  <a:lnTo>
                    <a:pt x="604517" y="269766"/>
                  </a:lnTo>
                  <a:close/>
                  <a:moveTo>
                    <a:pt x="513721" y="248599"/>
                  </a:moveTo>
                  <a:lnTo>
                    <a:pt x="516507" y="250291"/>
                  </a:lnTo>
                  <a:lnTo>
                    <a:pt x="519369" y="245904"/>
                  </a:lnTo>
                  <a:close/>
                  <a:moveTo>
                    <a:pt x="730991" y="303485"/>
                  </a:moveTo>
                  <a:lnTo>
                    <a:pt x="686173" y="265492"/>
                  </a:lnTo>
                  <a:lnTo>
                    <a:pt x="662475" y="311786"/>
                  </a:lnTo>
                  <a:close/>
                  <a:moveTo>
                    <a:pt x="672575" y="251948"/>
                  </a:moveTo>
                  <a:lnTo>
                    <a:pt x="662475" y="311786"/>
                  </a:lnTo>
                  <a:lnTo>
                    <a:pt x="686173" y="265492"/>
                  </a:lnTo>
                  <a:close/>
                  <a:moveTo>
                    <a:pt x="672575" y="251948"/>
                  </a:moveTo>
                  <a:lnTo>
                    <a:pt x="613170" y="276042"/>
                  </a:lnTo>
                  <a:lnTo>
                    <a:pt x="662475" y="311786"/>
                  </a:lnTo>
                  <a:close/>
                  <a:moveTo>
                    <a:pt x="730991" y="303485"/>
                  </a:moveTo>
                  <a:lnTo>
                    <a:pt x="747132" y="318729"/>
                  </a:lnTo>
                  <a:lnTo>
                    <a:pt x="753682" y="294845"/>
                  </a:lnTo>
                  <a:close/>
                  <a:moveTo>
                    <a:pt x="791433" y="279391"/>
                  </a:moveTo>
                  <a:lnTo>
                    <a:pt x="804867" y="353957"/>
                  </a:lnTo>
                  <a:lnTo>
                    <a:pt x="828311" y="330927"/>
                  </a:lnTo>
                  <a:close/>
                  <a:moveTo>
                    <a:pt x="791433" y="279391"/>
                  </a:moveTo>
                  <a:lnTo>
                    <a:pt x="753682" y="294845"/>
                  </a:lnTo>
                  <a:lnTo>
                    <a:pt x="747132" y="318729"/>
                  </a:lnTo>
                  <a:close/>
                  <a:moveTo>
                    <a:pt x="730472" y="0"/>
                  </a:moveTo>
                  <a:lnTo>
                    <a:pt x="765043" y="49150"/>
                  </a:lnTo>
                  <a:lnTo>
                    <a:pt x="784704" y="56636"/>
                  </a:lnTo>
                  <a:close/>
                  <a:moveTo>
                    <a:pt x="799985" y="71863"/>
                  </a:moveTo>
                  <a:lnTo>
                    <a:pt x="784704" y="56636"/>
                  </a:lnTo>
                  <a:lnTo>
                    <a:pt x="765043" y="49150"/>
                  </a:lnTo>
                  <a:close/>
                  <a:moveTo>
                    <a:pt x="972520" y="168137"/>
                  </a:moveTo>
                  <a:lnTo>
                    <a:pt x="974465" y="229299"/>
                  </a:lnTo>
                  <a:lnTo>
                    <a:pt x="1013396" y="172888"/>
                  </a:lnTo>
                  <a:close/>
                  <a:moveTo>
                    <a:pt x="965800" y="110857"/>
                  </a:moveTo>
                  <a:lnTo>
                    <a:pt x="997426" y="60385"/>
                  </a:lnTo>
                  <a:lnTo>
                    <a:pt x="953658" y="57986"/>
                  </a:lnTo>
                  <a:close/>
                  <a:moveTo>
                    <a:pt x="953658" y="57986"/>
                  </a:moveTo>
                  <a:lnTo>
                    <a:pt x="997426" y="60385"/>
                  </a:lnTo>
                  <a:lnTo>
                    <a:pt x="971951" y="1835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1" name="Output_density__4350">
              <a:extLst>
                <a:ext uri="{FF2B5EF4-FFF2-40B4-BE49-F238E27FC236}">
                  <a16:creationId xmlns:a16="http://schemas.microsoft.com/office/drawing/2014/main" id="{EFFD3AF8-807C-714E-5DB0-0F45282FA7BD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859633"/>
              <a:ext cx="986848" cy="333120"/>
            </a:xfrm>
            <a:custGeom>
              <a:avLst/>
              <a:gdLst/>
              <a:ahLst/>
              <a:cxnLst/>
              <a:rect l="0" t="0" r="0" b="0"/>
              <a:pathLst>
                <a:path w="986848" h="333120">
                  <a:moveTo>
                    <a:pt x="36417" y="305677"/>
                  </a:moveTo>
                  <a:lnTo>
                    <a:pt x="106557" y="333120"/>
                  </a:lnTo>
                  <a:lnTo>
                    <a:pt x="86193" y="281584"/>
                  </a:lnTo>
                  <a:close/>
                  <a:moveTo>
                    <a:pt x="27815" y="178510"/>
                  </a:moveTo>
                  <a:lnTo>
                    <a:pt x="21438" y="248891"/>
                  </a:lnTo>
                  <a:lnTo>
                    <a:pt x="33991" y="190321"/>
                  </a:lnTo>
                  <a:close/>
                  <a:moveTo>
                    <a:pt x="11779" y="254141"/>
                  </a:moveTo>
                  <a:lnTo>
                    <a:pt x="21438" y="248891"/>
                  </a:lnTo>
                  <a:lnTo>
                    <a:pt x="27815" y="178510"/>
                  </a:lnTo>
                  <a:close/>
                  <a:moveTo>
                    <a:pt x="0" y="202604"/>
                  </a:moveTo>
                  <a:lnTo>
                    <a:pt x="11779" y="254141"/>
                  </a:lnTo>
                  <a:lnTo>
                    <a:pt x="27815" y="178510"/>
                  </a:lnTo>
                  <a:close/>
                  <a:moveTo>
                    <a:pt x="21438" y="248891"/>
                  </a:moveTo>
                  <a:lnTo>
                    <a:pt x="53848" y="230047"/>
                  </a:lnTo>
                  <a:lnTo>
                    <a:pt x="33991" y="190321"/>
                  </a:lnTo>
                  <a:close/>
                  <a:moveTo>
                    <a:pt x="28697" y="170531"/>
                  </a:moveTo>
                  <a:lnTo>
                    <a:pt x="0" y="202604"/>
                  </a:lnTo>
                  <a:lnTo>
                    <a:pt x="27815" y="178510"/>
                  </a:lnTo>
                  <a:close/>
                  <a:moveTo>
                    <a:pt x="34326" y="175669"/>
                  </a:moveTo>
                  <a:lnTo>
                    <a:pt x="33991" y="19032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33991" y="190321"/>
                  </a:lnTo>
                  <a:lnTo>
                    <a:pt x="53848" y="230047"/>
                  </a:lnTo>
                  <a:close/>
                  <a:moveTo>
                    <a:pt x="79602" y="154416"/>
                  </a:moveTo>
                  <a:lnTo>
                    <a:pt x="53848" y="230047"/>
                  </a:lnTo>
                  <a:lnTo>
                    <a:pt x="95625" y="205953"/>
                  </a:lnTo>
                  <a:close/>
                  <a:moveTo>
                    <a:pt x="27815" y="178510"/>
                  </a:moveTo>
                  <a:lnTo>
                    <a:pt x="33991" y="190321"/>
                  </a:lnTo>
                  <a:lnTo>
                    <a:pt x="34326" y="175669"/>
                  </a:lnTo>
                  <a:close/>
                  <a:moveTo>
                    <a:pt x="28697" y="170531"/>
                  </a:moveTo>
                  <a:lnTo>
                    <a:pt x="27815" y="178510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35042" y="126974"/>
                  </a:lnTo>
                  <a:lnTo>
                    <a:pt x="95097" y="109212"/>
                  </a:lnTo>
                  <a:close/>
                  <a:moveTo>
                    <a:pt x="35042" y="126974"/>
                  </a:moveTo>
                  <a:lnTo>
                    <a:pt x="28697" y="170531"/>
                  </a:lnTo>
                  <a:lnTo>
                    <a:pt x="95097" y="109212"/>
                  </a:lnTo>
                  <a:close/>
                  <a:moveTo>
                    <a:pt x="95097" y="109212"/>
                  </a:moveTo>
                  <a:lnTo>
                    <a:pt x="28697" y="17053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28697" y="170531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95097" y="109212"/>
                  </a:lnTo>
                  <a:lnTo>
                    <a:pt x="102556" y="102880"/>
                  </a:lnTo>
                  <a:close/>
                  <a:moveTo>
                    <a:pt x="95097" y="109212"/>
                  </a:moveTo>
                  <a:lnTo>
                    <a:pt x="79602" y="154416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02556" y="102880"/>
                  </a:lnTo>
                  <a:lnTo>
                    <a:pt x="173371" y="92287"/>
                  </a:lnTo>
                  <a:close/>
                  <a:moveTo>
                    <a:pt x="102556" y="102880"/>
                  </a:moveTo>
                  <a:lnTo>
                    <a:pt x="95097" y="109212"/>
                  </a:lnTo>
                  <a:lnTo>
                    <a:pt x="173371" y="92287"/>
                  </a:lnTo>
                  <a:close/>
                  <a:moveTo>
                    <a:pt x="173371" y="92287"/>
                  </a:moveTo>
                  <a:lnTo>
                    <a:pt x="95097" y="109212"/>
                  </a:lnTo>
                  <a:lnTo>
                    <a:pt x="151041" y="130323"/>
                  </a:lnTo>
                  <a:close/>
                  <a:moveTo>
                    <a:pt x="151041" y="130323"/>
                  </a:moveTo>
                  <a:lnTo>
                    <a:pt x="95097" y="109212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73371" y="92287"/>
                  </a:lnTo>
                  <a:lnTo>
                    <a:pt x="198604" y="78786"/>
                  </a:lnTo>
                  <a:close/>
                  <a:moveTo>
                    <a:pt x="198604" y="78786"/>
                  </a:moveTo>
                  <a:lnTo>
                    <a:pt x="173371" y="92287"/>
                  </a:lnTo>
                  <a:lnTo>
                    <a:pt x="251598" y="75189"/>
                  </a:lnTo>
                  <a:close/>
                  <a:moveTo>
                    <a:pt x="251598" y="75189"/>
                  </a:moveTo>
                  <a:lnTo>
                    <a:pt x="173371" y="92287"/>
                  </a:lnTo>
                  <a:lnTo>
                    <a:pt x="228723" y="106228"/>
                  </a:lnTo>
                  <a:close/>
                  <a:moveTo>
                    <a:pt x="275510" y="93538"/>
                  </a:moveTo>
                  <a:lnTo>
                    <a:pt x="295435" y="64413"/>
                  </a:lnTo>
                  <a:lnTo>
                    <a:pt x="251598" y="75189"/>
                  </a:lnTo>
                  <a:close/>
                  <a:moveTo>
                    <a:pt x="517339" y="174350"/>
                  </a:moveTo>
                  <a:lnTo>
                    <a:pt x="517524" y="235835"/>
                  </a:lnTo>
                  <a:lnTo>
                    <a:pt x="556191" y="161114"/>
                  </a:lnTo>
                  <a:close/>
                  <a:moveTo>
                    <a:pt x="556191" y="161114"/>
                  </a:moveTo>
                  <a:lnTo>
                    <a:pt x="518541" y="236744"/>
                  </a:lnTo>
                  <a:lnTo>
                    <a:pt x="579708" y="212650"/>
                  </a:lnTo>
                  <a:close/>
                  <a:moveTo>
                    <a:pt x="461395" y="181849"/>
                  </a:moveTo>
                  <a:lnTo>
                    <a:pt x="517339" y="174350"/>
                  </a:lnTo>
                  <a:lnTo>
                    <a:pt x="496198" y="128794"/>
                  </a:lnTo>
                  <a:close/>
                  <a:moveTo>
                    <a:pt x="556191" y="161114"/>
                  </a:moveTo>
                  <a:lnTo>
                    <a:pt x="568306" y="116124"/>
                  </a:lnTo>
                  <a:lnTo>
                    <a:pt x="517339" y="174350"/>
                  </a:lnTo>
                  <a:close/>
                  <a:moveTo>
                    <a:pt x="517339" y="174350"/>
                  </a:moveTo>
                  <a:lnTo>
                    <a:pt x="568306" y="116124"/>
                  </a:lnTo>
                  <a:lnTo>
                    <a:pt x="564333" y="111384"/>
                  </a:lnTo>
                  <a:close/>
                  <a:moveTo>
                    <a:pt x="517339" y="174350"/>
                  </a:moveTo>
                  <a:lnTo>
                    <a:pt x="564333" y="111384"/>
                  </a:lnTo>
                  <a:lnTo>
                    <a:pt x="496198" y="128794"/>
                  </a:lnTo>
                  <a:close/>
                  <a:moveTo>
                    <a:pt x="604389" y="204304"/>
                  </a:moveTo>
                  <a:lnTo>
                    <a:pt x="602453" y="243796"/>
                  </a:lnTo>
                  <a:lnTo>
                    <a:pt x="665192" y="188557"/>
                  </a:lnTo>
                  <a:close/>
                  <a:moveTo>
                    <a:pt x="665192" y="188557"/>
                  </a:moveTo>
                  <a:lnTo>
                    <a:pt x="616590" y="264187"/>
                  </a:lnTo>
                  <a:lnTo>
                    <a:pt x="673864" y="201211"/>
                  </a:lnTo>
                  <a:close/>
                  <a:moveTo>
                    <a:pt x="678186" y="245033"/>
                  </a:moveTo>
                  <a:lnTo>
                    <a:pt x="692066" y="240093"/>
                  </a:lnTo>
                  <a:lnTo>
                    <a:pt x="673864" y="201211"/>
                  </a:lnTo>
                  <a:close/>
                  <a:moveTo>
                    <a:pt x="579708" y="212650"/>
                  </a:moveTo>
                  <a:lnTo>
                    <a:pt x="602453" y="243796"/>
                  </a:lnTo>
                  <a:lnTo>
                    <a:pt x="604389" y="204304"/>
                  </a:lnTo>
                  <a:close/>
                  <a:moveTo>
                    <a:pt x="556191" y="161114"/>
                  </a:moveTo>
                  <a:lnTo>
                    <a:pt x="604389" y="204304"/>
                  </a:lnTo>
                  <a:lnTo>
                    <a:pt x="594541" y="149568"/>
                  </a:lnTo>
                  <a:close/>
                  <a:moveTo>
                    <a:pt x="556191" y="161114"/>
                  </a:moveTo>
                  <a:lnTo>
                    <a:pt x="579708" y="212650"/>
                  </a:lnTo>
                  <a:lnTo>
                    <a:pt x="604389" y="204304"/>
                  </a:lnTo>
                  <a:close/>
                  <a:moveTo>
                    <a:pt x="665192" y="188557"/>
                  </a:moveTo>
                  <a:lnTo>
                    <a:pt x="646915" y="137020"/>
                  </a:lnTo>
                  <a:lnTo>
                    <a:pt x="604389" y="204304"/>
                  </a:lnTo>
                  <a:close/>
                  <a:moveTo>
                    <a:pt x="646915" y="137020"/>
                  </a:moveTo>
                  <a:lnTo>
                    <a:pt x="594541" y="149568"/>
                  </a:lnTo>
                  <a:lnTo>
                    <a:pt x="604389" y="204304"/>
                  </a:lnTo>
                  <a:close/>
                  <a:moveTo>
                    <a:pt x="568306" y="116124"/>
                  </a:moveTo>
                  <a:lnTo>
                    <a:pt x="556191" y="161114"/>
                  </a:lnTo>
                  <a:lnTo>
                    <a:pt x="594541" y="149568"/>
                  </a:lnTo>
                  <a:close/>
                  <a:moveTo>
                    <a:pt x="568306" y="116124"/>
                  </a:moveTo>
                  <a:lnTo>
                    <a:pt x="594541" y="149568"/>
                  </a:lnTo>
                  <a:lnTo>
                    <a:pt x="569673" y="109577"/>
                  </a:lnTo>
                  <a:close/>
                  <a:moveTo>
                    <a:pt x="569673" y="109577"/>
                  </a:moveTo>
                  <a:lnTo>
                    <a:pt x="594541" y="149568"/>
                  </a:lnTo>
                  <a:lnTo>
                    <a:pt x="646915" y="137020"/>
                  </a:lnTo>
                  <a:close/>
                  <a:moveTo>
                    <a:pt x="569673" y="109577"/>
                  </a:moveTo>
                  <a:lnTo>
                    <a:pt x="646915" y="137020"/>
                  </a:lnTo>
                  <a:lnTo>
                    <a:pt x="641121" y="85483"/>
                  </a:lnTo>
                  <a:close/>
                  <a:moveTo>
                    <a:pt x="672170" y="187182"/>
                  </a:moveTo>
                  <a:lnTo>
                    <a:pt x="673864" y="201211"/>
                  </a:lnTo>
                  <a:lnTo>
                    <a:pt x="735589" y="164463"/>
                  </a:lnTo>
                  <a:close/>
                  <a:moveTo>
                    <a:pt x="665192" y="188557"/>
                  </a:moveTo>
                  <a:lnTo>
                    <a:pt x="673864" y="201211"/>
                  </a:lnTo>
                  <a:lnTo>
                    <a:pt x="672170" y="187182"/>
                  </a:lnTo>
                  <a:close/>
                  <a:moveTo>
                    <a:pt x="646915" y="137020"/>
                  </a:moveTo>
                  <a:lnTo>
                    <a:pt x="672170" y="187182"/>
                  </a:lnTo>
                  <a:lnTo>
                    <a:pt x="661465" y="133142"/>
                  </a:lnTo>
                  <a:close/>
                  <a:moveTo>
                    <a:pt x="646915" y="137020"/>
                  </a:moveTo>
                  <a:lnTo>
                    <a:pt x="665192" y="188557"/>
                  </a:lnTo>
                  <a:lnTo>
                    <a:pt x="672170" y="187182"/>
                  </a:lnTo>
                  <a:close/>
                  <a:moveTo>
                    <a:pt x="735589" y="164463"/>
                  </a:moveTo>
                  <a:lnTo>
                    <a:pt x="710561" y="112926"/>
                  </a:lnTo>
                  <a:lnTo>
                    <a:pt x="672170" y="187182"/>
                  </a:lnTo>
                  <a:close/>
                  <a:moveTo>
                    <a:pt x="710561" y="112926"/>
                  </a:moveTo>
                  <a:lnTo>
                    <a:pt x="661465" y="133142"/>
                  </a:lnTo>
                  <a:lnTo>
                    <a:pt x="672170" y="187182"/>
                  </a:lnTo>
                  <a:close/>
                  <a:moveTo>
                    <a:pt x="641121" y="85483"/>
                  </a:moveTo>
                  <a:lnTo>
                    <a:pt x="661465" y="133142"/>
                  </a:lnTo>
                  <a:lnTo>
                    <a:pt x="644263" y="84384"/>
                  </a:lnTo>
                  <a:close/>
                  <a:moveTo>
                    <a:pt x="641121" y="85483"/>
                  </a:moveTo>
                  <a:lnTo>
                    <a:pt x="646915" y="137020"/>
                  </a:lnTo>
                  <a:lnTo>
                    <a:pt x="661465" y="133142"/>
                  </a:lnTo>
                  <a:close/>
                  <a:moveTo>
                    <a:pt x="710561" y="112926"/>
                  </a:moveTo>
                  <a:lnTo>
                    <a:pt x="697598" y="61389"/>
                  </a:lnTo>
                  <a:lnTo>
                    <a:pt x="661465" y="133142"/>
                  </a:lnTo>
                  <a:close/>
                  <a:moveTo>
                    <a:pt x="697598" y="61389"/>
                  </a:moveTo>
                  <a:lnTo>
                    <a:pt x="644263" y="84384"/>
                  </a:lnTo>
                  <a:lnTo>
                    <a:pt x="661465" y="133142"/>
                  </a:lnTo>
                  <a:close/>
                  <a:moveTo>
                    <a:pt x="626048" y="33947"/>
                  </a:moveTo>
                  <a:lnTo>
                    <a:pt x="641121" y="85483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689288" y="9853"/>
                  </a:lnTo>
                  <a:lnTo>
                    <a:pt x="644263" y="84384"/>
                  </a:lnTo>
                  <a:close/>
                  <a:moveTo>
                    <a:pt x="689288" y="9853"/>
                  </a:moveTo>
                  <a:lnTo>
                    <a:pt x="631725" y="31834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749799" y="99310"/>
                  </a:lnTo>
                  <a:lnTo>
                    <a:pt x="732635" y="50521"/>
                  </a:lnTo>
                  <a:close/>
                  <a:moveTo>
                    <a:pt x="697598" y="61389"/>
                  </a:moveTo>
                  <a:lnTo>
                    <a:pt x="710561" y="112926"/>
                  </a:lnTo>
                  <a:lnTo>
                    <a:pt x="749799" y="99310"/>
                  </a:lnTo>
                  <a:close/>
                  <a:moveTo>
                    <a:pt x="796688" y="88832"/>
                  </a:moveTo>
                  <a:lnTo>
                    <a:pt x="801797" y="60377"/>
                  </a:lnTo>
                  <a:lnTo>
                    <a:pt x="749799" y="99310"/>
                  </a:lnTo>
                  <a:close/>
                  <a:moveTo>
                    <a:pt x="749799" y="99310"/>
                  </a:moveTo>
                  <a:lnTo>
                    <a:pt x="792688" y="39682"/>
                  </a:lnTo>
                  <a:lnTo>
                    <a:pt x="732635" y="50521"/>
                  </a:lnTo>
                  <a:close/>
                  <a:moveTo>
                    <a:pt x="689288" y="9853"/>
                  </a:moveTo>
                  <a:lnTo>
                    <a:pt x="732635" y="50521"/>
                  </a:lnTo>
                  <a:lnTo>
                    <a:pt x="713704" y="3169"/>
                  </a:lnTo>
                  <a:close/>
                  <a:moveTo>
                    <a:pt x="689288" y="9853"/>
                  </a:moveTo>
                  <a:lnTo>
                    <a:pt x="697598" y="61389"/>
                  </a:lnTo>
                  <a:lnTo>
                    <a:pt x="732635" y="50521"/>
                  </a:lnTo>
                  <a:close/>
                  <a:moveTo>
                    <a:pt x="732635" y="50521"/>
                  </a:moveTo>
                  <a:lnTo>
                    <a:pt x="792688" y="39682"/>
                  </a:lnTo>
                  <a:lnTo>
                    <a:pt x="764321" y="0"/>
                  </a:lnTo>
                  <a:close/>
                  <a:moveTo>
                    <a:pt x="732635" y="50521"/>
                  </a:moveTo>
                  <a:lnTo>
                    <a:pt x="764321" y="0"/>
                  </a:lnTo>
                  <a:lnTo>
                    <a:pt x="713704" y="3169"/>
                  </a:lnTo>
                  <a:close/>
                  <a:moveTo>
                    <a:pt x="898761" y="116913"/>
                  </a:moveTo>
                  <a:lnTo>
                    <a:pt x="862202" y="111545"/>
                  </a:lnTo>
                  <a:lnTo>
                    <a:pt x="813080" y="85846"/>
                  </a:lnTo>
                  <a:close/>
                  <a:moveTo>
                    <a:pt x="933356" y="68004"/>
                  </a:moveTo>
                  <a:lnTo>
                    <a:pt x="898761" y="116913"/>
                  </a:lnTo>
                  <a:lnTo>
                    <a:pt x="899873" y="116275"/>
                  </a:lnTo>
                  <a:close/>
                  <a:moveTo>
                    <a:pt x="862202" y="111545"/>
                  </a:moveTo>
                  <a:lnTo>
                    <a:pt x="898761" y="116913"/>
                  </a:lnTo>
                  <a:lnTo>
                    <a:pt x="933356" y="68004"/>
                  </a:lnTo>
                  <a:close/>
                  <a:moveTo>
                    <a:pt x="933356" y="68004"/>
                  </a:moveTo>
                  <a:lnTo>
                    <a:pt x="899873" y="116275"/>
                  </a:lnTo>
                  <a:lnTo>
                    <a:pt x="965995" y="100236"/>
                  </a:lnTo>
                  <a:close/>
                  <a:moveTo>
                    <a:pt x="965995" y="100236"/>
                  </a:moveTo>
                  <a:lnTo>
                    <a:pt x="946018" y="64738"/>
                  </a:lnTo>
                  <a:lnTo>
                    <a:pt x="933356" y="68004"/>
                  </a:lnTo>
                  <a:close/>
                  <a:moveTo>
                    <a:pt x="986848" y="58522"/>
                  </a:moveTo>
                  <a:lnTo>
                    <a:pt x="946018" y="64738"/>
                  </a:lnTo>
                  <a:lnTo>
                    <a:pt x="965995" y="10023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2" name="Output_density__4351">
              <a:extLst>
                <a:ext uri="{FF2B5EF4-FFF2-40B4-BE49-F238E27FC236}">
                  <a16:creationId xmlns:a16="http://schemas.microsoft.com/office/drawing/2014/main" id="{992732B5-01DE-5E18-E148-2939860F1F19}"/>
                </a:ext>
              </a:extLst>
            </p:cNvPr>
            <p:cNvSpPr>
              <a:spLocks noGrp="1"/>
            </p:cNvSpPr>
            <p:nvPr/>
          </p:nvSpPr>
          <p:spPr>
            <a:xfrm>
              <a:off x="15121051" y="3077396"/>
              <a:ext cx="862898" cy="280014"/>
            </a:xfrm>
            <a:custGeom>
              <a:avLst/>
              <a:gdLst/>
              <a:ahLst/>
              <a:cxnLst/>
              <a:rect l="0" t="0" r="0" b="0"/>
              <a:pathLst>
                <a:path w="862898" h="280014">
                  <a:moveTo>
                    <a:pt x="117109" y="235958"/>
                  </a:moveTo>
                  <a:lnTo>
                    <a:pt x="84739" y="249833"/>
                  </a:lnTo>
                  <a:lnTo>
                    <a:pt x="162075" y="229402"/>
                  </a:lnTo>
                  <a:close/>
                  <a:moveTo>
                    <a:pt x="189166" y="195790"/>
                  </a:moveTo>
                  <a:lnTo>
                    <a:pt x="202959" y="191457"/>
                  </a:lnTo>
                  <a:lnTo>
                    <a:pt x="220730" y="170243"/>
                  </a:lnTo>
                  <a:close/>
                  <a:moveTo>
                    <a:pt x="199736" y="195532"/>
                  </a:moveTo>
                  <a:lnTo>
                    <a:pt x="202959" y="191457"/>
                  </a:lnTo>
                  <a:lnTo>
                    <a:pt x="189166" y="195790"/>
                  </a:lnTo>
                  <a:close/>
                  <a:moveTo>
                    <a:pt x="162075" y="229402"/>
                  </a:moveTo>
                  <a:lnTo>
                    <a:pt x="199736" y="195532"/>
                  </a:lnTo>
                  <a:lnTo>
                    <a:pt x="189166" y="195790"/>
                  </a:lnTo>
                  <a:close/>
                  <a:moveTo>
                    <a:pt x="220730" y="170243"/>
                  </a:moveTo>
                  <a:lnTo>
                    <a:pt x="202959" y="191457"/>
                  </a:lnTo>
                  <a:lnTo>
                    <a:pt x="226877" y="162110"/>
                  </a:lnTo>
                  <a:close/>
                  <a:moveTo>
                    <a:pt x="19925" y="15633"/>
                  </a:moveTo>
                  <a:lnTo>
                    <a:pt x="0" y="39727"/>
                  </a:lnTo>
                  <a:lnTo>
                    <a:pt x="45381" y="7558"/>
                  </a:lnTo>
                  <a:close/>
                  <a:moveTo>
                    <a:pt x="0" y="39727"/>
                  </a:moveTo>
                  <a:lnTo>
                    <a:pt x="15403" y="30375"/>
                  </a:lnTo>
                  <a:lnTo>
                    <a:pt x="45381" y="7558"/>
                  </a:lnTo>
                  <a:close/>
                  <a:moveTo>
                    <a:pt x="45381" y="7558"/>
                  </a:moveTo>
                  <a:lnTo>
                    <a:pt x="15403" y="30375"/>
                  </a:lnTo>
                  <a:lnTo>
                    <a:pt x="90079" y="0"/>
                  </a:lnTo>
                  <a:close/>
                  <a:moveTo>
                    <a:pt x="801662" y="280014"/>
                  </a:moveTo>
                  <a:lnTo>
                    <a:pt x="811293" y="255920"/>
                  </a:lnTo>
                  <a:lnTo>
                    <a:pt x="807797" y="262159"/>
                  </a:lnTo>
                  <a:close/>
                  <a:moveTo>
                    <a:pt x="811293" y="255920"/>
                  </a:moveTo>
                  <a:lnTo>
                    <a:pt x="801662" y="280014"/>
                  </a:lnTo>
                  <a:lnTo>
                    <a:pt x="833970" y="204383"/>
                  </a:lnTo>
                  <a:close/>
                  <a:moveTo>
                    <a:pt x="655388" y="176583"/>
                  </a:moveTo>
                  <a:lnTo>
                    <a:pt x="664329" y="125404"/>
                  </a:lnTo>
                  <a:lnTo>
                    <a:pt x="656792" y="175877"/>
                  </a:lnTo>
                  <a:close/>
                  <a:moveTo>
                    <a:pt x="819859" y="244757"/>
                  </a:moveTo>
                  <a:lnTo>
                    <a:pt x="807797" y="26215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322" y="222695"/>
                  </a:lnTo>
                  <a:lnTo>
                    <a:pt x="811293" y="255920"/>
                  </a:lnTo>
                  <a:close/>
                  <a:moveTo>
                    <a:pt x="833970" y="204383"/>
                  </a:moveTo>
                  <a:lnTo>
                    <a:pt x="849985" y="18028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970" y="204383"/>
                  </a:lnTo>
                  <a:lnTo>
                    <a:pt x="862898" y="158598"/>
                  </a:lnTo>
                  <a:close/>
                  <a:moveTo>
                    <a:pt x="833970" y="204383"/>
                  </a:moveTo>
                  <a:lnTo>
                    <a:pt x="837893" y="200009"/>
                  </a:lnTo>
                  <a:lnTo>
                    <a:pt x="862898" y="158598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53" name="Output_density__4352">
              <a:extLst>
                <a:ext uri="{FF2B5EF4-FFF2-40B4-BE49-F238E27FC236}">
                  <a16:creationId xmlns:a16="http://schemas.microsoft.com/office/drawing/2014/main" id="{DFC733F6-5FC9-A273-7498-228B80CBFAD3}"/>
                </a:ext>
              </a:extLst>
            </p:cNvPr>
            <p:cNvSpPr>
              <a:spLocks noGrp="1"/>
            </p:cNvSpPr>
            <p:nvPr/>
          </p:nvSpPr>
          <p:spPr>
            <a:xfrm>
              <a:off x="15101859" y="3071674"/>
              <a:ext cx="710043" cy="326675"/>
            </a:xfrm>
            <a:custGeom>
              <a:avLst/>
              <a:gdLst/>
              <a:ahLst/>
              <a:cxnLst/>
              <a:rect l="0" t="0" r="0" b="0"/>
              <a:pathLst>
                <a:path w="710043" h="326675">
                  <a:moveTo>
                    <a:pt x="66167" y="200059"/>
                  </a:moveTo>
                  <a:lnTo>
                    <a:pt x="54738" y="246304"/>
                  </a:lnTo>
                  <a:lnTo>
                    <a:pt x="80928" y="209323"/>
                  </a:lnTo>
                  <a:close/>
                  <a:moveTo>
                    <a:pt x="12797" y="224153"/>
                  </a:moveTo>
                  <a:lnTo>
                    <a:pt x="66167" y="200059"/>
                  </a:lnTo>
                  <a:lnTo>
                    <a:pt x="0" y="216326"/>
                  </a:lnTo>
                  <a:close/>
                  <a:moveTo>
                    <a:pt x="116023" y="205641"/>
                  </a:moveTo>
                  <a:lnTo>
                    <a:pt x="80928" y="209323"/>
                  </a:lnTo>
                  <a:lnTo>
                    <a:pt x="165027" y="214182"/>
                  </a:lnTo>
                  <a:close/>
                  <a:moveTo>
                    <a:pt x="26173" y="96986"/>
                  </a:moveTo>
                  <a:lnTo>
                    <a:pt x="33088" y="70236"/>
                  </a:lnTo>
                  <a:lnTo>
                    <a:pt x="31949" y="74395"/>
                  </a:lnTo>
                  <a:close/>
                  <a:moveTo>
                    <a:pt x="39117" y="21355"/>
                  </a:moveTo>
                  <a:lnTo>
                    <a:pt x="33088" y="70236"/>
                  </a:lnTo>
                  <a:lnTo>
                    <a:pt x="26173" y="96986"/>
                  </a:lnTo>
                  <a:close/>
                  <a:moveTo>
                    <a:pt x="89730" y="65403"/>
                  </a:moveTo>
                  <a:lnTo>
                    <a:pt x="55156" y="118271"/>
                  </a:lnTo>
                  <a:lnTo>
                    <a:pt x="34656" y="72195"/>
                  </a:lnTo>
                  <a:close/>
                  <a:moveTo>
                    <a:pt x="34656" y="72195"/>
                  </a:moveTo>
                  <a:lnTo>
                    <a:pt x="39117" y="21355"/>
                  </a:lnTo>
                  <a:lnTo>
                    <a:pt x="93002" y="0"/>
                  </a:lnTo>
                  <a:close/>
                  <a:moveTo>
                    <a:pt x="34656" y="72195"/>
                  </a:moveTo>
                  <a:lnTo>
                    <a:pt x="93002" y="0"/>
                  </a:lnTo>
                  <a:lnTo>
                    <a:pt x="89730" y="65403"/>
                  </a:lnTo>
                  <a:close/>
                  <a:moveTo>
                    <a:pt x="93002" y="0"/>
                  </a:moveTo>
                  <a:lnTo>
                    <a:pt x="133736" y="4866"/>
                  </a:lnTo>
                  <a:lnTo>
                    <a:pt x="89730" y="65403"/>
                  </a:lnTo>
                  <a:close/>
                  <a:moveTo>
                    <a:pt x="231356" y="88970"/>
                  </a:moveTo>
                  <a:lnTo>
                    <a:pt x="270931" y="94779"/>
                  </a:lnTo>
                  <a:lnTo>
                    <a:pt x="272637" y="30649"/>
                  </a:lnTo>
                  <a:close/>
                  <a:moveTo>
                    <a:pt x="231356" y="88970"/>
                  </a:moveTo>
                  <a:lnTo>
                    <a:pt x="272637" y="30649"/>
                  </a:lnTo>
                  <a:lnTo>
                    <a:pt x="227824" y="29099"/>
                  </a:lnTo>
                  <a:close/>
                  <a:moveTo>
                    <a:pt x="231356" y="88970"/>
                  </a:moveTo>
                  <a:lnTo>
                    <a:pt x="227824" y="29099"/>
                  </a:lnTo>
                  <a:lnTo>
                    <a:pt x="205215" y="76241"/>
                  </a:lnTo>
                  <a:close/>
                  <a:moveTo>
                    <a:pt x="227824" y="29099"/>
                  </a:moveTo>
                  <a:lnTo>
                    <a:pt x="212381" y="24704"/>
                  </a:lnTo>
                  <a:lnTo>
                    <a:pt x="205215" y="76241"/>
                  </a:lnTo>
                  <a:close/>
                  <a:moveTo>
                    <a:pt x="676118" y="268994"/>
                  </a:moveTo>
                  <a:lnTo>
                    <a:pt x="710043" y="279395"/>
                  </a:lnTo>
                  <a:lnTo>
                    <a:pt x="682345" y="326675"/>
                  </a:lnTo>
                  <a:close/>
                  <a:moveTo>
                    <a:pt x="694457" y="210105"/>
                  </a:moveTo>
                  <a:lnTo>
                    <a:pt x="675985" y="181598"/>
                  </a:lnTo>
                  <a:lnTo>
                    <a:pt x="702111" y="22310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54" name="Output_density__4353">
              <a:extLst>
                <a:ext uri="{FF2B5EF4-FFF2-40B4-BE49-F238E27FC236}">
                  <a16:creationId xmlns:a16="http://schemas.microsoft.com/office/drawing/2014/main" id="{9CECCFA5-F638-3812-2358-F0CDEA9E3A38}"/>
                </a:ext>
              </a:extLst>
            </p:cNvPr>
            <p:cNvSpPr>
              <a:spLocks noGrp="1"/>
            </p:cNvSpPr>
            <p:nvPr/>
          </p:nvSpPr>
          <p:spPr>
            <a:xfrm>
              <a:off x="15048856" y="3010172"/>
              <a:ext cx="941117" cy="277827"/>
            </a:xfrm>
            <a:custGeom>
              <a:avLst/>
              <a:gdLst/>
              <a:ahLst/>
              <a:cxnLst/>
              <a:rect l="0" t="0" r="0" b="0"/>
              <a:pathLst>
                <a:path w="941117" h="277827">
                  <a:moveTo>
                    <a:pt x="119169" y="261561"/>
                  </a:moveTo>
                  <a:lnTo>
                    <a:pt x="73203" y="218453"/>
                  </a:lnTo>
                  <a:lnTo>
                    <a:pt x="53003" y="277827"/>
                  </a:lnTo>
                  <a:close/>
                  <a:moveTo>
                    <a:pt x="65602" y="210024"/>
                  </a:moveTo>
                  <a:lnTo>
                    <a:pt x="3347" y="234118"/>
                  </a:lnTo>
                  <a:lnTo>
                    <a:pt x="53003" y="277827"/>
                  </a:lnTo>
                  <a:close/>
                  <a:moveTo>
                    <a:pt x="135063" y="237467"/>
                  </a:moveTo>
                  <a:lnTo>
                    <a:pt x="133930" y="270825"/>
                  </a:lnTo>
                  <a:lnTo>
                    <a:pt x="169026" y="267143"/>
                  </a:lnTo>
                  <a:close/>
                  <a:moveTo>
                    <a:pt x="135063" y="237467"/>
                  </a:moveTo>
                  <a:lnTo>
                    <a:pt x="119169" y="261561"/>
                  </a:lnTo>
                  <a:lnTo>
                    <a:pt x="133930" y="270825"/>
                  </a:lnTo>
                  <a:close/>
                  <a:moveTo>
                    <a:pt x="103529" y="185930"/>
                  </a:moveTo>
                  <a:lnTo>
                    <a:pt x="119169" y="261561"/>
                  </a:lnTo>
                  <a:lnTo>
                    <a:pt x="135063" y="237467"/>
                  </a:lnTo>
                  <a:close/>
                  <a:moveTo>
                    <a:pt x="136720" y="146357"/>
                  </a:moveTo>
                  <a:lnTo>
                    <a:pt x="79176" y="158487"/>
                  </a:lnTo>
                  <a:lnTo>
                    <a:pt x="88693" y="195598"/>
                  </a:lnTo>
                  <a:close/>
                  <a:moveTo>
                    <a:pt x="88693" y="195598"/>
                  </a:moveTo>
                  <a:lnTo>
                    <a:pt x="79176" y="158487"/>
                  </a:lnTo>
                  <a:lnTo>
                    <a:pt x="84951" y="135897"/>
                  </a:lnTo>
                  <a:close/>
                  <a:moveTo>
                    <a:pt x="88693" y="195598"/>
                  </a:moveTo>
                  <a:lnTo>
                    <a:pt x="103529" y="185930"/>
                  </a:lnTo>
                  <a:lnTo>
                    <a:pt x="136720" y="146357"/>
                  </a:lnTo>
                  <a:close/>
                  <a:moveTo>
                    <a:pt x="5192" y="100015"/>
                  </a:moveTo>
                  <a:lnTo>
                    <a:pt x="0" y="119435"/>
                  </a:lnTo>
                  <a:lnTo>
                    <a:pt x="56065" y="82857"/>
                  </a:lnTo>
                  <a:close/>
                  <a:moveTo>
                    <a:pt x="56065" y="82857"/>
                  </a:moveTo>
                  <a:lnTo>
                    <a:pt x="44609" y="158487"/>
                  </a:lnTo>
                  <a:lnTo>
                    <a:pt x="86091" y="131738"/>
                  </a:lnTo>
                  <a:close/>
                  <a:moveTo>
                    <a:pt x="86091" y="131738"/>
                  </a:moveTo>
                  <a:lnTo>
                    <a:pt x="44609" y="158487"/>
                  </a:lnTo>
                  <a:lnTo>
                    <a:pt x="84951" y="135897"/>
                  </a:lnTo>
                  <a:close/>
                  <a:moveTo>
                    <a:pt x="325640" y="92150"/>
                  </a:moveTo>
                  <a:lnTo>
                    <a:pt x="269430" y="37123"/>
                  </a:lnTo>
                  <a:lnTo>
                    <a:pt x="280827" y="90600"/>
                  </a:lnTo>
                  <a:close/>
                  <a:moveTo>
                    <a:pt x="209485" y="47875"/>
                  </a:moveTo>
                  <a:lnTo>
                    <a:pt x="265384" y="86206"/>
                  </a:lnTo>
                  <a:lnTo>
                    <a:pt x="280827" y="90600"/>
                  </a:lnTo>
                  <a:close/>
                  <a:moveTo>
                    <a:pt x="610294" y="154635"/>
                  </a:moveTo>
                  <a:lnTo>
                    <a:pt x="655111" y="192628"/>
                  </a:lnTo>
                  <a:lnTo>
                    <a:pt x="666111" y="116997"/>
                  </a:lnTo>
                  <a:close/>
                  <a:moveTo>
                    <a:pt x="666111" y="116997"/>
                  </a:moveTo>
                  <a:lnTo>
                    <a:pt x="655111" y="192628"/>
                  </a:lnTo>
                  <a:lnTo>
                    <a:pt x="689433" y="140947"/>
                  </a:lnTo>
                  <a:close/>
                  <a:moveTo>
                    <a:pt x="689433" y="140947"/>
                  </a:moveTo>
                  <a:lnTo>
                    <a:pt x="655111" y="192628"/>
                  </a:lnTo>
                  <a:lnTo>
                    <a:pt x="677803" y="183988"/>
                  </a:lnTo>
                  <a:close/>
                  <a:moveTo>
                    <a:pt x="747460" y="271607"/>
                  </a:moveTo>
                  <a:lnTo>
                    <a:pt x="752431" y="220070"/>
                  </a:lnTo>
                  <a:lnTo>
                    <a:pt x="728987" y="243100"/>
                  </a:lnTo>
                  <a:close/>
                  <a:moveTo>
                    <a:pt x="872154" y="227434"/>
                  </a:moveTo>
                  <a:lnTo>
                    <a:pt x="911844" y="233148"/>
                  </a:lnTo>
                  <a:lnTo>
                    <a:pt x="906407" y="174826"/>
                  </a:lnTo>
                  <a:close/>
                  <a:moveTo>
                    <a:pt x="900778" y="137300"/>
                  </a:moveTo>
                  <a:lnTo>
                    <a:pt x="888057" y="120346"/>
                  </a:lnTo>
                  <a:lnTo>
                    <a:pt x="906407" y="174826"/>
                  </a:lnTo>
                  <a:close/>
                  <a:moveTo>
                    <a:pt x="941117" y="121846"/>
                  </a:moveTo>
                  <a:lnTo>
                    <a:pt x="900778" y="137300"/>
                  </a:lnTo>
                  <a:lnTo>
                    <a:pt x="906407" y="174826"/>
                  </a:lnTo>
                  <a:close/>
                  <a:moveTo>
                    <a:pt x="775265" y="79992"/>
                  </a:moveTo>
                  <a:lnTo>
                    <a:pt x="769269" y="129863"/>
                  </a:lnTo>
                  <a:lnTo>
                    <a:pt x="826108" y="68809"/>
                  </a:lnTo>
                  <a:close/>
                  <a:moveTo>
                    <a:pt x="775265" y="79992"/>
                  </a:moveTo>
                  <a:lnTo>
                    <a:pt x="826108" y="68809"/>
                  </a:lnTo>
                  <a:lnTo>
                    <a:pt x="783821" y="49368"/>
                  </a:lnTo>
                  <a:close/>
                  <a:moveTo>
                    <a:pt x="888057" y="120346"/>
                  </a:moveTo>
                  <a:lnTo>
                    <a:pt x="900778" y="137300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837611" y="75807"/>
                  </a:lnTo>
                  <a:lnTo>
                    <a:pt x="888057" y="120346"/>
                  </a:lnTo>
                  <a:close/>
                  <a:moveTo>
                    <a:pt x="837971" y="66996"/>
                  </a:moveTo>
                  <a:lnTo>
                    <a:pt x="837611" y="75807"/>
                  </a:lnTo>
                  <a:lnTo>
                    <a:pt x="898586" y="118442"/>
                  </a:lnTo>
                  <a:close/>
                  <a:moveTo>
                    <a:pt x="896641" y="57280"/>
                  </a:moveTo>
                  <a:lnTo>
                    <a:pt x="837971" y="66996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900778" y="137300"/>
                  </a:lnTo>
                  <a:lnTo>
                    <a:pt x="922784" y="120346"/>
                  </a:lnTo>
                  <a:close/>
                  <a:moveTo>
                    <a:pt x="826108" y="68809"/>
                  </a:moveTo>
                  <a:lnTo>
                    <a:pt x="837611" y="75807"/>
                  </a:lnTo>
                  <a:lnTo>
                    <a:pt x="837971" y="66996"/>
                  </a:lnTo>
                  <a:close/>
                  <a:moveTo>
                    <a:pt x="837971" y="66996"/>
                  </a:moveTo>
                  <a:lnTo>
                    <a:pt x="783821" y="49368"/>
                  </a:lnTo>
                  <a:lnTo>
                    <a:pt x="826108" y="68809"/>
                  </a:lnTo>
                  <a:close/>
                  <a:moveTo>
                    <a:pt x="837971" y="66996"/>
                  </a:moveTo>
                  <a:lnTo>
                    <a:pt x="896641" y="57280"/>
                  </a:lnTo>
                  <a:lnTo>
                    <a:pt x="889921" y="0"/>
                  </a:lnTo>
                  <a:close/>
                  <a:moveTo>
                    <a:pt x="837971" y="66996"/>
                  </a:moveTo>
                  <a:lnTo>
                    <a:pt x="889921" y="0"/>
                  </a:lnTo>
                  <a:lnTo>
                    <a:pt x="840684" y="204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5" name="Output_density__4354">
              <a:extLst>
                <a:ext uri="{FF2B5EF4-FFF2-40B4-BE49-F238E27FC236}">
                  <a16:creationId xmlns:a16="http://schemas.microsoft.com/office/drawing/2014/main" id="{026BF4BA-B6FC-8FCE-914A-97D4F66AA4F3}"/>
                </a:ext>
              </a:extLst>
            </p:cNvPr>
            <p:cNvSpPr>
              <a:spLocks noGrp="1"/>
            </p:cNvSpPr>
            <p:nvPr/>
          </p:nvSpPr>
          <p:spPr>
            <a:xfrm>
              <a:off x="14964608" y="2945480"/>
              <a:ext cx="990655" cy="395188"/>
            </a:xfrm>
            <a:custGeom>
              <a:avLst/>
              <a:gdLst/>
              <a:ahLst/>
              <a:cxnLst/>
              <a:rect l="0" t="0" r="0" b="0"/>
              <a:pathLst>
                <a:path w="990655" h="395188">
                  <a:moveTo>
                    <a:pt x="149849" y="274716"/>
                  </a:moveTo>
                  <a:lnTo>
                    <a:pt x="137250" y="342520"/>
                  </a:lnTo>
                  <a:lnTo>
                    <a:pt x="157451" y="283146"/>
                  </a:lnTo>
                  <a:close/>
                  <a:moveTo>
                    <a:pt x="77886" y="236843"/>
                  </a:moveTo>
                  <a:lnTo>
                    <a:pt x="72844" y="276390"/>
                  </a:lnTo>
                  <a:lnTo>
                    <a:pt x="128856" y="223180"/>
                  </a:lnTo>
                  <a:close/>
                  <a:moveTo>
                    <a:pt x="128856" y="223180"/>
                  </a:moveTo>
                  <a:lnTo>
                    <a:pt x="72844" y="276390"/>
                  </a:lnTo>
                  <a:lnTo>
                    <a:pt x="87595" y="298810"/>
                  </a:lnTo>
                  <a:close/>
                  <a:moveTo>
                    <a:pt x="128856" y="223180"/>
                  </a:moveTo>
                  <a:lnTo>
                    <a:pt x="87595" y="298810"/>
                  </a:lnTo>
                  <a:lnTo>
                    <a:pt x="149849" y="274716"/>
                  </a:lnTo>
                  <a:close/>
                  <a:moveTo>
                    <a:pt x="74902" y="171643"/>
                  </a:moveTo>
                  <a:lnTo>
                    <a:pt x="77886" y="236843"/>
                  </a:lnTo>
                  <a:lnTo>
                    <a:pt x="84248" y="184128"/>
                  </a:lnTo>
                  <a:close/>
                  <a:moveTo>
                    <a:pt x="52709" y="247274"/>
                  </a:moveTo>
                  <a:lnTo>
                    <a:pt x="77886" y="236843"/>
                  </a:lnTo>
                  <a:lnTo>
                    <a:pt x="74902" y="171643"/>
                  </a:lnTo>
                  <a:close/>
                  <a:moveTo>
                    <a:pt x="32345" y="195737"/>
                  </a:moveTo>
                  <a:lnTo>
                    <a:pt x="52709" y="247274"/>
                  </a:lnTo>
                  <a:lnTo>
                    <a:pt x="74902" y="171643"/>
                  </a:lnTo>
                  <a:close/>
                  <a:moveTo>
                    <a:pt x="77886" y="236843"/>
                  </a:moveTo>
                  <a:lnTo>
                    <a:pt x="128856" y="223180"/>
                  </a:lnTo>
                  <a:lnTo>
                    <a:pt x="84248" y="184128"/>
                  </a:lnTo>
                  <a:close/>
                  <a:moveTo>
                    <a:pt x="0" y="144200"/>
                  </a:moveTo>
                  <a:lnTo>
                    <a:pt x="74902" y="171643"/>
                  </a:lnTo>
                  <a:lnTo>
                    <a:pt x="41778" y="120106"/>
                  </a:lnTo>
                  <a:close/>
                  <a:moveTo>
                    <a:pt x="172941" y="260290"/>
                  </a:moveTo>
                  <a:lnTo>
                    <a:pt x="157451" y="283146"/>
                  </a:lnTo>
                  <a:lnTo>
                    <a:pt x="187777" y="250622"/>
                  </a:lnTo>
                  <a:close/>
                  <a:moveTo>
                    <a:pt x="187777" y="250622"/>
                  </a:moveTo>
                  <a:lnTo>
                    <a:pt x="157451" y="283146"/>
                  </a:lnTo>
                  <a:lnTo>
                    <a:pt x="203417" y="326253"/>
                  </a:lnTo>
                  <a:close/>
                  <a:moveTo>
                    <a:pt x="149849" y="274716"/>
                  </a:moveTo>
                  <a:lnTo>
                    <a:pt x="157451" y="283146"/>
                  </a:lnTo>
                  <a:lnTo>
                    <a:pt x="172941" y="260290"/>
                  </a:lnTo>
                  <a:close/>
                  <a:moveTo>
                    <a:pt x="128856" y="223180"/>
                  </a:moveTo>
                  <a:lnTo>
                    <a:pt x="172941" y="260290"/>
                  </a:lnTo>
                  <a:lnTo>
                    <a:pt x="169199" y="200589"/>
                  </a:lnTo>
                  <a:close/>
                  <a:moveTo>
                    <a:pt x="128856" y="223180"/>
                  </a:moveTo>
                  <a:lnTo>
                    <a:pt x="149849" y="274716"/>
                  </a:lnTo>
                  <a:lnTo>
                    <a:pt x="172941" y="260290"/>
                  </a:lnTo>
                  <a:close/>
                  <a:moveTo>
                    <a:pt x="84248" y="184128"/>
                  </a:moveTo>
                  <a:lnTo>
                    <a:pt x="128856" y="223180"/>
                  </a:lnTo>
                  <a:lnTo>
                    <a:pt x="140313" y="147549"/>
                  </a:lnTo>
                  <a:close/>
                  <a:moveTo>
                    <a:pt x="74902" y="171643"/>
                  </a:moveTo>
                  <a:lnTo>
                    <a:pt x="84248" y="184128"/>
                  </a:lnTo>
                  <a:lnTo>
                    <a:pt x="89440" y="164707"/>
                  </a:lnTo>
                  <a:close/>
                  <a:moveTo>
                    <a:pt x="41778" y="120106"/>
                  </a:moveTo>
                  <a:lnTo>
                    <a:pt x="74902" y="171643"/>
                  </a:lnTo>
                  <a:lnTo>
                    <a:pt x="89440" y="164707"/>
                  </a:lnTo>
                  <a:close/>
                  <a:moveTo>
                    <a:pt x="140313" y="147549"/>
                  </a:moveTo>
                  <a:lnTo>
                    <a:pt x="103006" y="96012"/>
                  </a:lnTo>
                  <a:lnTo>
                    <a:pt x="89440" y="164707"/>
                  </a:lnTo>
                  <a:close/>
                  <a:moveTo>
                    <a:pt x="409888" y="156843"/>
                  </a:moveTo>
                  <a:lnTo>
                    <a:pt x="379419" y="99362"/>
                  </a:lnTo>
                  <a:lnTo>
                    <a:pt x="353678" y="101815"/>
                  </a:lnTo>
                  <a:close/>
                  <a:moveTo>
                    <a:pt x="319700" y="135717"/>
                  </a:moveTo>
                  <a:lnTo>
                    <a:pt x="349632" y="150898"/>
                  </a:lnTo>
                  <a:lnTo>
                    <a:pt x="293732" y="112568"/>
                  </a:lnTo>
                  <a:close/>
                  <a:moveTo>
                    <a:pt x="293732" y="112568"/>
                  </a:moveTo>
                  <a:lnTo>
                    <a:pt x="365074" y="155293"/>
                  </a:lnTo>
                  <a:lnTo>
                    <a:pt x="353678" y="101815"/>
                  </a:lnTo>
                  <a:close/>
                  <a:moveTo>
                    <a:pt x="293732" y="112568"/>
                  </a:moveTo>
                  <a:lnTo>
                    <a:pt x="353678" y="101815"/>
                  </a:lnTo>
                  <a:lnTo>
                    <a:pt x="341445" y="49017"/>
                  </a:lnTo>
                  <a:close/>
                  <a:moveTo>
                    <a:pt x="293732" y="112568"/>
                  </a:moveTo>
                  <a:lnTo>
                    <a:pt x="341445" y="49017"/>
                  </a:lnTo>
                  <a:lnTo>
                    <a:pt x="290714" y="52278"/>
                  </a:lnTo>
                  <a:close/>
                  <a:moveTo>
                    <a:pt x="235257" y="59382"/>
                  </a:moveTo>
                  <a:lnTo>
                    <a:pt x="290714" y="52278"/>
                  </a:lnTo>
                  <a:lnTo>
                    <a:pt x="274677" y="2573"/>
                  </a:lnTo>
                  <a:close/>
                  <a:moveTo>
                    <a:pt x="698991" y="199221"/>
                  </a:moveTo>
                  <a:lnTo>
                    <a:pt x="694542" y="219327"/>
                  </a:lnTo>
                  <a:lnTo>
                    <a:pt x="750359" y="181690"/>
                  </a:lnTo>
                  <a:close/>
                  <a:moveTo>
                    <a:pt x="762050" y="248680"/>
                  </a:moveTo>
                  <a:lnTo>
                    <a:pt x="799802" y="233226"/>
                  </a:lnTo>
                  <a:lnTo>
                    <a:pt x="773681" y="205639"/>
                  </a:lnTo>
                  <a:close/>
                  <a:moveTo>
                    <a:pt x="680943" y="205783"/>
                  </a:moveTo>
                  <a:lnTo>
                    <a:pt x="694542" y="219327"/>
                  </a:lnTo>
                  <a:lnTo>
                    <a:pt x="698991" y="199221"/>
                  </a:lnTo>
                  <a:close/>
                  <a:moveTo>
                    <a:pt x="638218" y="154246"/>
                  </a:moveTo>
                  <a:lnTo>
                    <a:pt x="698991" y="199221"/>
                  </a:lnTo>
                  <a:lnTo>
                    <a:pt x="706660" y="130243"/>
                  </a:lnTo>
                  <a:close/>
                  <a:moveTo>
                    <a:pt x="638218" y="154246"/>
                  </a:moveTo>
                  <a:lnTo>
                    <a:pt x="680943" y="205783"/>
                  </a:lnTo>
                  <a:lnTo>
                    <a:pt x="698991" y="199221"/>
                  </a:lnTo>
                  <a:close/>
                  <a:moveTo>
                    <a:pt x="750359" y="181690"/>
                  </a:moveTo>
                  <a:lnTo>
                    <a:pt x="706884" y="130153"/>
                  </a:lnTo>
                  <a:lnTo>
                    <a:pt x="698991" y="199221"/>
                  </a:lnTo>
                  <a:close/>
                  <a:moveTo>
                    <a:pt x="839361" y="349295"/>
                  </a:moveTo>
                  <a:lnTo>
                    <a:pt x="817196" y="368333"/>
                  </a:lnTo>
                  <a:lnTo>
                    <a:pt x="831708" y="336299"/>
                  </a:lnTo>
                  <a:close/>
                  <a:moveTo>
                    <a:pt x="813368" y="395188"/>
                  </a:moveTo>
                  <a:lnTo>
                    <a:pt x="817196" y="368333"/>
                  </a:lnTo>
                  <a:lnTo>
                    <a:pt x="839361" y="349295"/>
                  </a:lnTo>
                  <a:close/>
                  <a:moveTo>
                    <a:pt x="799802" y="233226"/>
                  </a:moveTo>
                  <a:lnTo>
                    <a:pt x="847109" y="280254"/>
                  </a:lnTo>
                  <a:lnTo>
                    <a:pt x="849012" y="215964"/>
                  </a:lnTo>
                  <a:close/>
                  <a:moveTo>
                    <a:pt x="779324" y="171894"/>
                  </a:moveTo>
                  <a:lnTo>
                    <a:pt x="773681" y="205639"/>
                  </a:lnTo>
                  <a:lnTo>
                    <a:pt x="818322" y="157595"/>
                  </a:lnTo>
                  <a:close/>
                  <a:moveTo>
                    <a:pt x="773681" y="205639"/>
                  </a:moveTo>
                  <a:lnTo>
                    <a:pt x="799802" y="233226"/>
                  </a:lnTo>
                  <a:lnTo>
                    <a:pt x="818322" y="157595"/>
                  </a:lnTo>
                  <a:close/>
                  <a:moveTo>
                    <a:pt x="818322" y="157595"/>
                  </a:moveTo>
                  <a:lnTo>
                    <a:pt x="799802" y="233226"/>
                  </a:lnTo>
                  <a:lnTo>
                    <a:pt x="853517" y="194555"/>
                  </a:lnTo>
                  <a:close/>
                  <a:moveTo>
                    <a:pt x="853517" y="194555"/>
                  </a:moveTo>
                  <a:lnTo>
                    <a:pt x="799802" y="233226"/>
                  </a:lnTo>
                  <a:lnTo>
                    <a:pt x="849012" y="215964"/>
                  </a:lnTo>
                  <a:close/>
                  <a:moveTo>
                    <a:pt x="849012" y="215964"/>
                  </a:moveTo>
                  <a:lnTo>
                    <a:pt x="869630" y="209132"/>
                  </a:lnTo>
                  <a:lnTo>
                    <a:pt x="853517" y="194555"/>
                  </a:lnTo>
                  <a:close/>
                  <a:moveTo>
                    <a:pt x="750359" y="181690"/>
                  </a:moveTo>
                  <a:lnTo>
                    <a:pt x="773681" y="205639"/>
                  </a:lnTo>
                  <a:lnTo>
                    <a:pt x="779324" y="171894"/>
                  </a:lnTo>
                  <a:close/>
                  <a:moveTo>
                    <a:pt x="770032" y="106059"/>
                  </a:moveTo>
                  <a:lnTo>
                    <a:pt x="779324" y="171894"/>
                  </a:lnTo>
                  <a:lnTo>
                    <a:pt x="789537" y="130023"/>
                  </a:lnTo>
                  <a:close/>
                  <a:moveTo>
                    <a:pt x="750359" y="181690"/>
                  </a:moveTo>
                  <a:lnTo>
                    <a:pt x="779324" y="171894"/>
                  </a:lnTo>
                  <a:lnTo>
                    <a:pt x="770032" y="106059"/>
                  </a:lnTo>
                  <a:close/>
                  <a:moveTo>
                    <a:pt x="706884" y="130153"/>
                  </a:moveTo>
                  <a:lnTo>
                    <a:pt x="750359" y="181690"/>
                  </a:lnTo>
                  <a:lnTo>
                    <a:pt x="770032" y="106059"/>
                  </a:lnTo>
                  <a:close/>
                  <a:moveTo>
                    <a:pt x="779324" y="171894"/>
                  </a:moveTo>
                  <a:lnTo>
                    <a:pt x="818322" y="157595"/>
                  </a:lnTo>
                  <a:lnTo>
                    <a:pt x="789537" y="130023"/>
                  </a:lnTo>
                  <a:close/>
                  <a:moveTo>
                    <a:pt x="956402" y="292126"/>
                  </a:moveTo>
                  <a:lnTo>
                    <a:pt x="990655" y="239518"/>
                  </a:lnTo>
                  <a:lnTo>
                    <a:pt x="933166" y="248273"/>
                  </a:lnTo>
                  <a:close/>
                  <a:moveTo>
                    <a:pt x="990655" y="239518"/>
                  </a:moveTo>
                  <a:lnTo>
                    <a:pt x="972305" y="185038"/>
                  </a:lnTo>
                  <a:lnTo>
                    <a:pt x="917105" y="198588"/>
                  </a:lnTo>
                  <a:close/>
                  <a:moveTo>
                    <a:pt x="990655" y="239518"/>
                  </a:moveTo>
                  <a:lnTo>
                    <a:pt x="917105" y="198588"/>
                  </a:lnTo>
                  <a:lnTo>
                    <a:pt x="933166" y="248273"/>
                  </a:lnTo>
                  <a:close/>
                  <a:moveTo>
                    <a:pt x="853517" y="194555"/>
                  </a:moveTo>
                  <a:lnTo>
                    <a:pt x="869630" y="209132"/>
                  </a:lnTo>
                  <a:lnTo>
                    <a:pt x="910356" y="133501"/>
                  </a:lnTo>
                  <a:close/>
                  <a:moveTo>
                    <a:pt x="910356" y="133501"/>
                  </a:moveTo>
                  <a:lnTo>
                    <a:pt x="869630" y="209132"/>
                  </a:lnTo>
                  <a:lnTo>
                    <a:pt x="921859" y="140499"/>
                  </a:lnTo>
                  <a:close/>
                  <a:moveTo>
                    <a:pt x="921859" y="140499"/>
                  </a:moveTo>
                  <a:lnTo>
                    <a:pt x="869630" y="209132"/>
                  </a:lnTo>
                  <a:lnTo>
                    <a:pt x="917105" y="198588"/>
                  </a:lnTo>
                  <a:close/>
                  <a:moveTo>
                    <a:pt x="917105" y="198588"/>
                  </a:moveTo>
                  <a:lnTo>
                    <a:pt x="972305" y="185038"/>
                  </a:lnTo>
                  <a:lnTo>
                    <a:pt x="921859" y="140499"/>
                  </a:lnTo>
                  <a:close/>
                  <a:moveTo>
                    <a:pt x="818322" y="157595"/>
                  </a:moveTo>
                  <a:lnTo>
                    <a:pt x="853517" y="194555"/>
                  </a:lnTo>
                  <a:lnTo>
                    <a:pt x="859512" y="144685"/>
                  </a:lnTo>
                  <a:close/>
                  <a:moveTo>
                    <a:pt x="789537" y="130023"/>
                  </a:moveTo>
                  <a:lnTo>
                    <a:pt x="818322" y="157595"/>
                  </a:lnTo>
                  <a:lnTo>
                    <a:pt x="838841" y="81965"/>
                  </a:lnTo>
                  <a:close/>
                  <a:moveTo>
                    <a:pt x="838841" y="81965"/>
                  </a:moveTo>
                  <a:lnTo>
                    <a:pt x="818322" y="157595"/>
                  </a:lnTo>
                  <a:lnTo>
                    <a:pt x="868068" y="114061"/>
                  </a:lnTo>
                  <a:close/>
                  <a:moveTo>
                    <a:pt x="868068" y="114061"/>
                  </a:moveTo>
                  <a:lnTo>
                    <a:pt x="818322" y="157595"/>
                  </a:lnTo>
                  <a:lnTo>
                    <a:pt x="859512" y="144685"/>
                  </a:lnTo>
                  <a:close/>
                  <a:moveTo>
                    <a:pt x="742840" y="2986"/>
                  </a:moveTo>
                  <a:lnTo>
                    <a:pt x="774213" y="50564"/>
                  </a:lnTo>
                  <a:lnTo>
                    <a:pt x="759232" y="0"/>
                  </a:lnTo>
                  <a:close/>
                  <a:moveTo>
                    <a:pt x="869174" y="74087"/>
                  </a:moveTo>
                  <a:lnTo>
                    <a:pt x="868068" y="114061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869174" y="74087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912148" y="14390"/>
                  </a:lnTo>
                  <a:lnTo>
                    <a:pt x="869174" y="74087"/>
                  </a:lnTo>
                  <a:close/>
                  <a:moveTo>
                    <a:pt x="924932" y="66739"/>
                  </a:moveTo>
                  <a:lnTo>
                    <a:pt x="974169" y="64692"/>
                  </a:lnTo>
                  <a:lnTo>
                    <a:pt x="962026" y="11821"/>
                  </a:lnTo>
                  <a:close/>
                  <a:moveTo>
                    <a:pt x="924932" y="66739"/>
                  </a:moveTo>
                  <a:lnTo>
                    <a:pt x="962026" y="11821"/>
                  </a:lnTo>
                  <a:lnTo>
                    <a:pt x="912148" y="143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56" name="Output_density__4355">
              <a:extLst>
                <a:ext uri="{FF2B5EF4-FFF2-40B4-BE49-F238E27FC236}">
                  <a16:creationId xmlns:a16="http://schemas.microsoft.com/office/drawing/2014/main" id="{47F73493-8C8A-B9FE-0A4C-C72F00465155}"/>
                </a:ext>
              </a:extLst>
            </p:cNvPr>
            <p:cNvSpPr>
              <a:spLocks noGrp="1"/>
            </p:cNvSpPr>
            <p:nvPr/>
          </p:nvSpPr>
          <p:spPr>
            <a:xfrm>
              <a:off x="14990362" y="2934823"/>
              <a:ext cx="907412" cy="346956"/>
            </a:xfrm>
            <a:custGeom>
              <a:avLst/>
              <a:gdLst/>
              <a:ahLst/>
              <a:cxnLst/>
              <a:rect l="0" t="0" r="0" b="0"/>
              <a:pathLst>
                <a:path w="907412" h="346956">
                  <a:moveTo>
                    <a:pt x="26955" y="257931"/>
                  </a:moveTo>
                  <a:lnTo>
                    <a:pt x="47089" y="287047"/>
                  </a:lnTo>
                  <a:lnTo>
                    <a:pt x="52132" y="247500"/>
                  </a:lnTo>
                  <a:close/>
                  <a:moveTo>
                    <a:pt x="16023" y="130763"/>
                  </a:moveTo>
                  <a:lnTo>
                    <a:pt x="63686" y="175364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66451" y="110372"/>
                  </a:lnTo>
                  <a:lnTo>
                    <a:pt x="63686" y="175364"/>
                  </a:lnTo>
                  <a:close/>
                  <a:moveTo>
                    <a:pt x="0" y="79227"/>
                  </a:moveTo>
                  <a:lnTo>
                    <a:pt x="66451" y="110372"/>
                  </a:lnTo>
                  <a:lnTo>
                    <a:pt x="47615" y="62943"/>
                  </a:lnTo>
                  <a:close/>
                  <a:moveTo>
                    <a:pt x="0" y="79227"/>
                  </a:moveTo>
                  <a:lnTo>
                    <a:pt x="16023" y="13076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71439" y="55133"/>
                  </a:lnTo>
                  <a:lnTo>
                    <a:pt x="66451" y="110372"/>
                  </a:lnTo>
                  <a:close/>
                  <a:moveTo>
                    <a:pt x="71439" y="55133"/>
                  </a:moveTo>
                  <a:lnTo>
                    <a:pt x="47615" y="6294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114559" y="158206"/>
                  </a:lnTo>
                  <a:lnTo>
                    <a:pt x="159625" y="134112"/>
                  </a:lnTo>
                  <a:close/>
                  <a:moveTo>
                    <a:pt x="77252" y="106669"/>
                  </a:moveTo>
                  <a:lnTo>
                    <a:pt x="159625" y="134112"/>
                  </a:lnTo>
                  <a:lnTo>
                    <a:pt x="142906" y="82575"/>
                  </a:lnTo>
                  <a:close/>
                  <a:moveTo>
                    <a:pt x="71439" y="55133"/>
                  </a:moveTo>
                  <a:lnTo>
                    <a:pt x="144675" y="72526"/>
                  </a:lnTo>
                  <a:lnTo>
                    <a:pt x="126032" y="37174"/>
                  </a:lnTo>
                  <a:close/>
                  <a:moveTo>
                    <a:pt x="142906" y="82575"/>
                  </a:moveTo>
                  <a:lnTo>
                    <a:pt x="144675" y="72526"/>
                  </a:lnTo>
                  <a:lnTo>
                    <a:pt x="71439" y="55133"/>
                  </a:lnTo>
                  <a:close/>
                  <a:moveTo>
                    <a:pt x="77252" y="106669"/>
                  </a:moveTo>
                  <a:lnTo>
                    <a:pt x="142906" y="82575"/>
                  </a:lnTo>
                  <a:lnTo>
                    <a:pt x="71439" y="55133"/>
                  </a:lnTo>
                  <a:close/>
                  <a:moveTo>
                    <a:pt x="93769" y="17098"/>
                  </a:moveTo>
                  <a:lnTo>
                    <a:pt x="71439" y="55133"/>
                  </a:lnTo>
                  <a:lnTo>
                    <a:pt x="126032" y="37174"/>
                  </a:lnTo>
                  <a:close/>
                  <a:moveTo>
                    <a:pt x="149121" y="31039"/>
                  </a:moveTo>
                  <a:lnTo>
                    <a:pt x="93769" y="17098"/>
                  </a:lnTo>
                  <a:lnTo>
                    <a:pt x="126032" y="37174"/>
                  </a:lnTo>
                  <a:close/>
                  <a:moveTo>
                    <a:pt x="126032" y="37174"/>
                  </a:moveTo>
                  <a:lnTo>
                    <a:pt x="144675" y="72526"/>
                  </a:lnTo>
                  <a:lnTo>
                    <a:pt x="149121" y="31039"/>
                  </a:lnTo>
                  <a:close/>
                  <a:moveTo>
                    <a:pt x="162160" y="133289"/>
                  </a:moveTo>
                  <a:lnTo>
                    <a:pt x="210221" y="132198"/>
                  </a:lnTo>
                  <a:lnTo>
                    <a:pt x="209503" y="70039"/>
                  </a:lnTo>
                  <a:close/>
                  <a:moveTo>
                    <a:pt x="162160" y="133289"/>
                  </a:moveTo>
                  <a:lnTo>
                    <a:pt x="209503" y="70039"/>
                  </a:lnTo>
                  <a:lnTo>
                    <a:pt x="150329" y="80163"/>
                  </a:lnTo>
                  <a:close/>
                  <a:moveTo>
                    <a:pt x="210221" y="132198"/>
                  </a:moveTo>
                  <a:lnTo>
                    <a:pt x="267978" y="123225"/>
                  </a:lnTo>
                  <a:lnTo>
                    <a:pt x="264960" y="62935"/>
                  </a:lnTo>
                  <a:close/>
                  <a:moveTo>
                    <a:pt x="210221" y="132198"/>
                  </a:moveTo>
                  <a:lnTo>
                    <a:pt x="264960" y="62935"/>
                  </a:lnTo>
                  <a:lnTo>
                    <a:pt x="209503" y="70039"/>
                  </a:lnTo>
                  <a:close/>
                  <a:moveTo>
                    <a:pt x="267978" y="123225"/>
                  </a:moveTo>
                  <a:lnTo>
                    <a:pt x="210221" y="132198"/>
                  </a:lnTo>
                  <a:lnTo>
                    <a:pt x="293946" y="146374"/>
                  </a:lnTo>
                  <a:close/>
                  <a:moveTo>
                    <a:pt x="144675" y="72526"/>
                  </a:moveTo>
                  <a:lnTo>
                    <a:pt x="142906" y="82575"/>
                  </a:lnTo>
                  <a:lnTo>
                    <a:pt x="150329" y="80163"/>
                  </a:lnTo>
                  <a:close/>
                  <a:moveTo>
                    <a:pt x="150329" y="80163"/>
                  </a:moveTo>
                  <a:lnTo>
                    <a:pt x="149121" y="31039"/>
                  </a:lnTo>
                  <a:lnTo>
                    <a:pt x="144675" y="72526"/>
                  </a:lnTo>
                  <a:close/>
                  <a:moveTo>
                    <a:pt x="195908" y="18349"/>
                  </a:moveTo>
                  <a:lnTo>
                    <a:pt x="149121" y="3103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195908" y="1834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248923" y="13230"/>
                  </a:lnTo>
                  <a:lnTo>
                    <a:pt x="195908" y="18349"/>
                  </a:lnTo>
                  <a:close/>
                  <a:moveTo>
                    <a:pt x="171996" y="0"/>
                  </a:moveTo>
                  <a:lnTo>
                    <a:pt x="149121" y="31039"/>
                  </a:lnTo>
                  <a:lnTo>
                    <a:pt x="195908" y="18349"/>
                  </a:lnTo>
                  <a:close/>
                  <a:moveTo>
                    <a:pt x="681130" y="140810"/>
                  </a:moveTo>
                  <a:lnTo>
                    <a:pt x="680906" y="140900"/>
                  </a:lnTo>
                  <a:lnTo>
                    <a:pt x="673237" y="209878"/>
                  </a:lnTo>
                  <a:close/>
                  <a:moveTo>
                    <a:pt x="594262" y="126021"/>
                  </a:moveTo>
                  <a:lnTo>
                    <a:pt x="612464" y="164903"/>
                  </a:lnTo>
                  <a:lnTo>
                    <a:pt x="655987" y="89273"/>
                  </a:lnTo>
                  <a:close/>
                  <a:moveTo>
                    <a:pt x="655987" y="89273"/>
                  </a:moveTo>
                  <a:lnTo>
                    <a:pt x="612464" y="164903"/>
                  </a:lnTo>
                  <a:lnTo>
                    <a:pt x="680867" y="140247"/>
                  </a:lnTo>
                  <a:close/>
                  <a:moveTo>
                    <a:pt x="680867" y="140247"/>
                  </a:moveTo>
                  <a:lnTo>
                    <a:pt x="612464" y="164903"/>
                  </a:lnTo>
                  <a:lnTo>
                    <a:pt x="680906" y="140900"/>
                  </a:lnTo>
                  <a:close/>
                  <a:moveTo>
                    <a:pt x="680906" y="140900"/>
                  </a:moveTo>
                  <a:lnTo>
                    <a:pt x="681130" y="140810"/>
                  </a:lnTo>
                  <a:lnTo>
                    <a:pt x="680867" y="140247"/>
                  </a:lnTo>
                  <a:close/>
                  <a:moveTo>
                    <a:pt x="810925" y="295419"/>
                  </a:moveTo>
                  <a:lnTo>
                    <a:pt x="852079" y="296126"/>
                  </a:lnTo>
                  <a:lnTo>
                    <a:pt x="821354" y="290911"/>
                  </a:lnTo>
                  <a:close/>
                  <a:moveTo>
                    <a:pt x="843501" y="322862"/>
                  </a:moveTo>
                  <a:lnTo>
                    <a:pt x="852079" y="296126"/>
                  </a:lnTo>
                  <a:lnTo>
                    <a:pt x="810925" y="295419"/>
                  </a:lnTo>
                  <a:close/>
                  <a:moveTo>
                    <a:pt x="805954" y="346956"/>
                  </a:moveTo>
                  <a:lnTo>
                    <a:pt x="843501" y="322862"/>
                  </a:lnTo>
                  <a:lnTo>
                    <a:pt x="810925" y="295419"/>
                  </a:lnTo>
                  <a:close/>
                  <a:moveTo>
                    <a:pt x="774048" y="243883"/>
                  </a:moveTo>
                  <a:lnTo>
                    <a:pt x="810925" y="295419"/>
                  </a:lnTo>
                  <a:lnTo>
                    <a:pt x="821354" y="290911"/>
                  </a:lnTo>
                  <a:close/>
                  <a:moveTo>
                    <a:pt x="860045" y="271325"/>
                  </a:moveTo>
                  <a:lnTo>
                    <a:pt x="843875" y="219789"/>
                  </a:lnTo>
                  <a:lnTo>
                    <a:pt x="821354" y="290911"/>
                  </a:lnTo>
                  <a:close/>
                  <a:moveTo>
                    <a:pt x="843875" y="219789"/>
                  </a:moveTo>
                  <a:lnTo>
                    <a:pt x="823258" y="226621"/>
                  </a:lnTo>
                  <a:lnTo>
                    <a:pt x="821354" y="290911"/>
                  </a:lnTo>
                  <a:close/>
                  <a:moveTo>
                    <a:pt x="821354" y="290911"/>
                  </a:moveTo>
                  <a:lnTo>
                    <a:pt x="852079" y="296126"/>
                  </a:lnTo>
                  <a:lnTo>
                    <a:pt x="860045" y="271325"/>
                  </a:lnTo>
                  <a:close/>
                  <a:moveTo>
                    <a:pt x="676220" y="81967"/>
                  </a:moveTo>
                  <a:lnTo>
                    <a:pt x="680867" y="140247"/>
                  </a:lnTo>
                  <a:lnTo>
                    <a:pt x="733723" y="65179"/>
                  </a:lnTo>
                  <a:close/>
                  <a:moveTo>
                    <a:pt x="733723" y="65179"/>
                  </a:moveTo>
                  <a:lnTo>
                    <a:pt x="680867" y="140247"/>
                  </a:lnTo>
                  <a:lnTo>
                    <a:pt x="681130" y="140810"/>
                  </a:lnTo>
                  <a:close/>
                  <a:moveTo>
                    <a:pt x="733723" y="65179"/>
                  </a:moveTo>
                  <a:lnTo>
                    <a:pt x="681130" y="140810"/>
                  </a:lnTo>
                  <a:lnTo>
                    <a:pt x="744278" y="116716"/>
                  </a:lnTo>
                  <a:close/>
                  <a:moveTo>
                    <a:pt x="655987" y="89273"/>
                  </a:moveTo>
                  <a:lnTo>
                    <a:pt x="680867" y="140247"/>
                  </a:lnTo>
                  <a:lnTo>
                    <a:pt x="676220" y="81967"/>
                  </a:lnTo>
                  <a:close/>
                  <a:moveTo>
                    <a:pt x="630959" y="37737"/>
                  </a:moveTo>
                  <a:lnTo>
                    <a:pt x="676220" y="81967"/>
                  </a:lnTo>
                  <a:lnTo>
                    <a:pt x="670197" y="24121"/>
                  </a:lnTo>
                  <a:close/>
                  <a:moveTo>
                    <a:pt x="630959" y="37737"/>
                  </a:moveTo>
                  <a:lnTo>
                    <a:pt x="655987" y="89273"/>
                  </a:lnTo>
                  <a:lnTo>
                    <a:pt x="676220" y="81967"/>
                  </a:lnTo>
                  <a:close/>
                  <a:moveTo>
                    <a:pt x="733723" y="65179"/>
                  </a:moveTo>
                  <a:lnTo>
                    <a:pt x="717086" y="13643"/>
                  </a:lnTo>
                  <a:lnTo>
                    <a:pt x="676220" y="81967"/>
                  </a:lnTo>
                  <a:close/>
                  <a:moveTo>
                    <a:pt x="717086" y="13643"/>
                  </a:moveTo>
                  <a:lnTo>
                    <a:pt x="670197" y="24121"/>
                  </a:lnTo>
                  <a:lnTo>
                    <a:pt x="676220" y="81967"/>
                  </a:lnTo>
                  <a:close/>
                  <a:moveTo>
                    <a:pt x="843875" y="219789"/>
                  </a:moveTo>
                  <a:lnTo>
                    <a:pt x="907412" y="258930"/>
                  </a:lnTo>
                  <a:lnTo>
                    <a:pt x="891351" y="209244"/>
                  </a:lnTo>
                  <a:close/>
                  <a:moveTo>
                    <a:pt x="843875" y="219789"/>
                  </a:moveTo>
                  <a:lnTo>
                    <a:pt x="860045" y="271325"/>
                  </a:lnTo>
                  <a:lnTo>
                    <a:pt x="907412" y="258930"/>
                  </a:lnTo>
                  <a:close/>
                  <a:moveTo>
                    <a:pt x="765947" y="109745"/>
                  </a:moveTo>
                  <a:lnTo>
                    <a:pt x="763783" y="140680"/>
                  </a:lnTo>
                  <a:lnTo>
                    <a:pt x="813087" y="92621"/>
                  </a:lnTo>
                  <a:close/>
                  <a:moveTo>
                    <a:pt x="744278" y="116716"/>
                  </a:moveTo>
                  <a:lnTo>
                    <a:pt x="763783" y="140680"/>
                  </a:lnTo>
                  <a:lnTo>
                    <a:pt x="765947" y="109745"/>
                  </a:lnTo>
                  <a:close/>
                  <a:moveTo>
                    <a:pt x="733723" y="65179"/>
                  </a:moveTo>
                  <a:lnTo>
                    <a:pt x="765947" y="109745"/>
                  </a:lnTo>
                  <a:lnTo>
                    <a:pt x="748459" y="61220"/>
                  </a:lnTo>
                  <a:close/>
                  <a:moveTo>
                    <a:pt x="733723" y="65179"/>
                  </a:moveTo>
                  <a:lnTo>
                    <a:pt x="744278" y="116716"/>
                  </a:lnTo>
                  <a:lnTo>
                    <a:pt x="765947" y="109745"/>
                  </a:lnTo>
                  <a:close/>
                  <a:moveTo>
                    <a:pt x="813087" y="92621"/>
                  </a:moveTo>
                  <a:lnTo>
                    <a:pt x="820173" y="41937"/>
                  </a:lnTo>
                  <a:lnTo>
                    <a:pt x="765947" y="109745"/>
                  </a:lnTo>
                  <a:close/>
                  <a:moveTo>
                    <a:pt x="765947" y="109745"/>
                  </a:moveTo>
                  <a:lnTo>
                    <a:pt x="820173" y="41937"/>
                  </a:lnTo>
                  <a:lnTo>
                    <a:pt x="819159" y="41724"/>
                  </a:lnTo>
                  <a:close/>
                  <a:moveTo>
                    <a:pt x="765947" y="109745"/>
                  </a:moveTo>
                  <a:lnTo>
                    <a:pt x="819159" y="41724"/>
                  </a:lnTo>
                  <a:lnTo>
                    <a:pt x="748459" y="61220"/>
                  </a:lnTo>
                  <a:close/>
                  <a:moveTo>
                    <a:pt x="717086" y="13643"/>
                  </a:moveTo>
                  <a:lnTo>
                    <a:pt x="733723" y="65179"/>
                  </a:lnTo>
                  <a:lnTo>
                    <a:pt x="748459" y="61220"/>
                  </a:lnTo>
                  <a:close/>
                  <a:moveTo>
                    <a:pt x="748459" y="61220"/>
                  </a:moveTo>
                  <a:lnTo>
                    <a:pt x="819159" y="41724"/>
                  </a:lnTo>
                  <a:lnTo>
                    <a:pt x="733478" y="10657"/>
                  </a:lnTo>
                  <a:close/>
                  <a:moveTo>
                    <a:pt x="819159" y="41724"/>
                  </a:moveTo>
                  <a:lnTo>
                    <a:pt x="820173" y="41937"/>
                  </a:lnTo>
                  <a:lnTo>
                    <a:pt x="820271" y="41085"/>
                  </a:lnTo>
                  <a:close/>
                  <a:moveTo>
                    <a:pt x="813087" y="92621"/>
                  </a:moveTo>
                  <a:lnTo>
                    <a:pt x="842314" y="124718"/>
                  </a:lnTo>
                  <a:lnTo>
                    <a:pt x="843420" y="84744"/>
                  </a:lnTo>
                  <a:close/>
                  <a:moveTo>
                    <a:pt x="820173" y="41937"/>
                  </a:moveTo>
                  <a:lnTo>
                    <a:pt x="813087" y="92621"/>
                  </a:lnTo>
                  <a:lnTo>
                    <a:pt x="843420" y="84744"/>
                  </a:lnTo>
                  <a:close/>
                  <a:moveTo>
                    <a:pt x="843420" y="84744"/>
                  </a:moveTo>
                  <a:lnTo>
                    <a:pt x="820271" y="41085"/>
                  </a:lnTo>
                  <a:lnTo>
                    <a:pt x="820173" y="41937"/>
                  </a:lnTo>
                  <a:close/>
                  <a:moveTo>
                    <a:pt x="886393" y="25046"/>
                  </a:moveTo>
                  <a:lnTo>
                    <a:pt x="820271" y="41085"/>
                  </a:lnTo>
                  <a:lnTo>
                    <a:pt x="843420" y="8474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7" name="Output_density__4356">
              <a:extLst>
                <a:ext uri="{FF2B5EF4-FFF2-40B4-BE49-F238E27FC236}">
                  <a16:creationId xmlns:a16="http://schemas.microsoft.com/office/drawing/2014/main" id="{B8AEBA11-92F7-6DEF-3DFE-AC4E882F6C46}"/>
                </a:ext>
              </a:extLst>
            </p:cNvPr>
            <p:cNvSpPr>
              <a:spLocks noGrp="1"/>
            </p:cNvSpPr>
            <p:nvPr/>
          </p:nvSpPr>
          <p:spPr>
            <a:xfrm>
              <a:off x="15134947" y="3071674"/>
              <a:ext cx="853970" cy="241680"/>
            </a:xfrm>
            <a:custGeom>
              <a:avLst/>
              <a:gdLst/>
              <a:ahLst/>
              <a:cxnLst/>
              <a:rect l="0" t="0" r="0" b="0"/>
              <a:pathLst>
                <a:path w="853970" h="241680">
                  <a:moveTo>
                    <a:pt x="47839" y="209323"/>
                  </a:moveTo>
                  <a:lnTo>
                    <a:pt x="103213" y="241680"/>
                  </a:lnTo>
                  <a:lnTo>
                    <a:pt x="131939" y="214182"/>
                  </a:lnTo>
                  <a:close/>
                  <a:moveTo>
                    <a:pt x="82935" y="205641"/>
                  </a:moveTo>
                  <a:lnTo>
                    <a:pt x="131939" y="214182"/>
                  </a:lnTo>
                  <a:lnTo>
                    <a:pt x="153163" y="158634"/>
                  </a:lnTo>
                  <a:close/>
                  <a:moveTo>
                    <a:pt x="153163" y="158634"/>
                  </a:moveTo>
                  <a:lnTo>
                    <a:pt x="186132" y="161580"/>
                  </a:lnTo>
                  <a:lnTo>
                    <a:pt x="163218" y="151871"/>
                  </a:lnTo>
                  <a:close/>
                  <a:moveTo>
                    <a:pt x="175270" y="201512"/>
                  </a:moveTo>
                  <a:lnTo>
                    <a:pt x="186132" y="161580"/>
                  </a:lnTo>
                  <a:lnTo>
                    <a:pt x="153163" y="158634"/>
                  </a:lnTo>
                  <a:close/>
                  <a:moveTo>
                    <a:pt x="131939" y="214182"/>
                  </a:moveTo>
                  <a:lnTo>
                    <a:pt x="175270" y="201512"/>
                  </a:lnTo>
                  <a:lnTo>
                    <a:pt x="153163" y="158634"/>
                  </a:lnTo>
                  <a:close/>
                  <a:moveTo>
                    <a:pt x="163218" y="151871"/>
                  </a:moveTo>
                  <a:lnTo>
                    <a:pt x="186132" y="161580"/>
                  </a:lnTo>
                  <a:lnTo>
                    <a:pt x="189442" y="119599"/>
                  </a:lnTo>
                  <a:close/>
                  <a:moveTo>
                    <a:pt x="0" y="70236"/>
                  </a:moveTo>
                  <a:lnTo>
                    <a:pt x="6029" y="21355"/>
                  </a:lnTo>
                  <a:lnTo>
                    <a:pt x="1568" y="72195"/>
                  </a:lnTo>
                  <a:close/>
                  <a:moveTo>
                    <a:pt x="59913" y="0"/>
                  </a:moveTo>
                  <a:lnTo>
                    <a:pt x="6029" y="21355"/>
                  </a:lnTo>
                  <a:lnTo>
                    <a:pt x="31486" y="13280"/>
                  </a:lnTo>
                  <a:close/>
                  <a:moveTo>
                    <a:pt x="167775" y="78365"/>
                  </a:moveTo>
                  <a:lnTo>
                    <a:pt x="189442" y="119599"/>
                  </a:lnTo>
                  <a:lnTo>
                    <a:pt x="198268" y="88970"/>
                  </a:lnTo>
                  <a:close/>
                  <a:moveTo>
                    <a:pt x="163218" y="151871"/>
                  </a:moveTo>
                  <a:lnTo>
                    <a:pt x="189442" y="119599"/>
                  </a:lnTo>
                  <a:lnTo>
                    <a:pt x="156000" y="148094"/>
                  </a:lnTo>
                  <a:close/>
                  <a:moveTo>
                    <a:pt x="237843" y="94779"/>
                  </a:moveTo>
                  <a:lnTo>
                    <a:pt x="198268" y="88970"/>
                  </a:lnTo>
                  <a:lnTo>
                    <a:pt x="189442" y="119599"/>
                  </a:lnTo>
                  <a:close/>
                  <a:moveTo>
                    <a:pt x="796901" y="219864"/>
                  </a:moveTo>
                  <a:lnTo>
                    <a:pt x="815954" y="237548"/>
                  </a:lnTo>
                  <a:lnTo>
                    <a:pt x="825753" y="171647"/>
                  </a:lnTo>
                  <a:close/>
                  <a:moveTo>
                    <a:pt x="820316" y="113324"/>
                  </a:moveTo>
                  <a:lnTo>
                    <a:pt x="825753" y="171647"/>
                  </a:lnTo>
                  <a:lnTo>
                    <a:pt x="853970" y="12394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58" name="Output_density__4357">
              <a:extLst>
                <a:ext uri="{FF2B5EF4-FFF2-40B4-BE49-F238E27FC236}">
                  <a16:creationId xmlns:a16="http://schemas.microsoft.com/office/drawing/2014/main" id="{7424C1BD-7212-030B-C346-A7BD53CF14C9}"/>
                </a:ext>
              </a:extLst>
            </p:cNvPr>
            <p:cNvSpPr>
              <a:spLocks noGrp="1"/>
            </p:cNvSpPr>
            <p:nvPr/>
          </p:nvSpPr>
          <p:spPr>
            <a:xfrm>
              <a:off x="15238160" y="3243321"/>
              <a:ext cx="732876" cy="70033"/>
            </a:xfrm>
            <a:custGeom>
              <a:avLst/>
              <a:gdLst/>
              <a:ahLst/>
              <a:cxnLst/>
              <a:rect l="0" t="0" r="0" b="0"/>
              <a:pathLst>
                <a:path w="732876" h="70033">
                  <a:moveTo>
                    <a:pt x="28726" y="42535"/>
                  </a:moveTo>
                  <a:lnTo>
                    <a:pt x="0" y="70033"/>
                  </a:lnTo>
                  <a:lnTo>
                    <a:pt x="72057" y="29865"/>
                  </a:lnTo>
                  <a:close/>
                  <a:moveTo>
                    <a:pt x="722540" y="0"/>
                  </a:moveTo>
                  <a:lnTo>
                    <a:pt x="712741" y="65901"/>
                  </a:lnTo>
                  <a:lnTo>
                    <a:pt x="716213" y="56770"/>
                  </a:lnTo>
                  <a:close/>
                  <a:moveTo>
                    <a:pt x="722540" y="0"/>
                  </a:moveTo>
                  <a:lnTo>
                    <a:pt x="716213" y="56770"/>
                  </a:lnTo>
                  <a:lnTo>
                    <a:pt x="732876" y="1436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9" name="Output_density__4358">
              <a:extLst>
                <a:ext uri="{FF2B5EF4-FFF2-40B4-BE49-F238E27FC236}">
                  <a16:creationId xmlns:a16="http://schemas.microsoft.com/office/drawing/2014/main" id="{54BDF7A2-4B90-6F86-AB2B-66726AD14176}"/>
                </a:ext>
              </a:extLst>
            </p:cNvPr>
            <p:cNvSpPr>
              <a:spLocks noGrp="1"/>
            </p:cNvSpPr>
            <p:nvPr/>
          </p:nvSpPr>
          <p:spPr>
            <a:xfrm>
              <a:off x="15858943" y="3300091"/>
              <a:ext cx="95430" cy="87681"/>
            </a:xfrm>
            <a:custGeom>
              <a:avLst/>
              <a:gdLst/>
              <a:ahLst/>
              <a:cxnLst/>
              <a:rect l="0" t="0" r="0" b="0"/>
              <a:pathLst>
                <a:path w="95430" h="87681">
                  <a:moveTo>
                    <a:pt x="32253" y="73369"/>
                  </a:moveTo>
                  <a:lnTo>
                    <a:pt x="0" y="87681"/>
                  </a:lnTo>
                  <a:lnTo>
                    <a:pt x="69904" y="39464"/>
                  </a:lnTo>
                  <a:close/>
                  <a:moveTo>
                    <a:pt x="11453" y="84761"/>
                  </a:moveTo>
                  <a:lnTo>
                    <a:pt x="32253" y="73369"/>
                  </a:lnTo>
                  <a:lnTo>
                    <a:pt x="62226" y="50534"/>
                  </a:lnTo>
                  <a:close/>
                  <a:moveTo>
                    <a:pt x="62226" y="50534"/>
                  </a:moveTo>
                  <a:lnTo>
                    <a:pt x="81967" y="22061"/>
                  </a:lnTo>
                  <a:lnTo>
                    <a:pt x="91957" y="9131"/>
                  </a:lnTo>
                  <a:close/>
                  <a:moveTo>
                    <a:pt x="69904" y="39464"/>
                  </a:moveTo>
                  <a:lnTo>
                    <a:pt x="81967" y="22061"/>
                  </a:lnTo>
                  <a:lnTo>
                    <a:pt x="62226" y="50534"/>
                  </a:lnTo>
                  <a:close/>
                  <a:moveTo>
                    <a:pt x="32253" y="73369"/>
                  </a:moveTo>
                  <a:lnTo>
                    <a:pt x="69904" y="39464"/>
                  </a:lnTo>
                  <a:lnTo>
                    <a:pt x="62226" y="50534"/>
                  </a:lnTo>
                  <a:close/>
                  <a:moveTo>
                    <a:pt x="73400" y="33225"/>
                  </a:moveTo>
                  <a:lnTo>
                    <a:pt x="95430" y="0"/>
                  </a:lnTo>
                  <a:lnTo>
                    <a:pt x="81967" y="22061"/>
                  </a:lnTo>
                  <a:close/>
                  <a:moveTo>
                    <a:pt x="91957" y="9131"/>
                  </a:moveTo>
                  <a:lnTo>
                    <a:pt x="81967" y="22061"/>
                  </a:lnTo>
                  <a:lnTo>
                    <a:pt x="95430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0" name="Output_density__4359">
              <a:extLst>
                <a:ext uri="{FF2B5EF4-FFF2-40B4-BE49-F238E27FC236}">
                  <a16:creationId xmlns:a16="http://schemas.microsoft.com/office/drawing/2014/main" id="{B991F84E-337F-AAB0-EBDC-CE34EE40F95B}"/>
                </a:ext>
              </a:extLst>
            </p:cNvPr>
            <p:cNvSpPr>
              <a:spLocks noGrp="1"/>
            </p:cNvSpPr>
            <p:nvPr/>
          </p:nvSpPr>
          <p:spPr>
            <a:xfrm>
              <a:off x="15217882" y="3093846"/>
              <a:ext cx="742818" cy="304503"/>
            </a:xfrm>
            <a:custGeom>
              <a:avLst/>
              <a:gdLst/>
              <a:ahLst/>
              <a:cxnLst/>
              <a:rect l="0" t="0" r="0" b="0"/>
              <a:pathLst>
                <a:path w="742818" h="304503">
                  <a:moveTo>
                    <a:pt x="919" y="129699"/>
                  </a:moveTo>
                  <a:lnTo>
                    <a:pt x="0" y="183469"/>
                  </a:lnTo>
                  <a:lnTo>
                    <a:pt x="25951" y="145596"/>
                  </a:lnTo>
                  <a:close/>
                  <a:moveTo>
                    <a:pt x="25951" y="145596"/>
                  </a:moveTo>
                  <a:lnTo>
                    <a:pt x="0" y="183469"/>
                  </a:lnTo>
                  <a:lnTo>
                    <a:pt x="70227" y="136462"/>
                  </a:lnTo>
                  <a:close/>
                  <a:moveTo>
                    <a:pt x="919" y="129699"/>
                  </a:moveTo>
                  <a:lnTo>
                    <a:pt x="25951" y="145596"/>
                  </a:lnTo>
                  <a:lnTo>
                    <a:pt x="32692" y="120762"/>
                  </a:lnTo>
                  <a:close/>
                  <a:moveTo>
                    <a:pt x="73065" y="125922"/>
                  </a:moveTo>
                  <a:lnTo>
                    <a:pt x="32692" y="120762"/>
                  </a:lnTo>
                  <a:lnTo>
                    <a:pt x="25951" y="145596"/>
                  </a:lnTo>
                  <a:close/>
                  <a:moveTo>
                    <a:pt x="32692" y="120762"/>
                  </a:moveTo>
                  <a:lnTo>
                    <a:pt x="73065" y="125922"/>
                  </a:lnTo>
                  <a:lnTo>
                    <a:pt x="41031" y="67078"/>
                  </a:lnTo>
                  <a:close/>
                  <a:moveTo>
                    <a:pt x="73065" y="125922"/>
                  </a:moveTo>
                  <a:lnTo>
                    <a:pt x="84839" y="56193"/>
                  </a:lnTo>
                  <a:lnTo>
                    <a:pt x="41031" y="67078"/>
                  </a:lnTo>
                  <a:close/>
                  <a:moveTo>
                    <a:pt x="84839" y="56193"/>
                  </a:moveTo>
                  <a:lnTo>
                    <a:pt x="115333" y="66798"/>
                  </a:lnTo>
                  <a:lnTo>
                    <a:pt x="89192" y="54069"/>
                  </a:lnTo>
                  <a:close/>
                  <a:moveTo>
                    <a:pt x="85297" y="53235"/>
                  </a:moveTo>
                  <a:lnTo>
                    <a:pt x="41031" y="67078"/>
                  </a:lnTo>
                  <a:lnTo>
                    <a:pt x="84839" y="56193"/>
                  </a:lnTo>
                  <a:close/>
                  <a:moveTo>
                    <a:pt x="85297" y="53235"/>
                  </a:moveTo>
                  <a:lnTo>
                    <a:pt x="84839" y="56193"/>
                  </a:lnTo>
                  <a:lnTo>
                    <a:pt x="89192" y="54069"/>
                  </a:lnTo>
                  <a:close/>
                  <a:moveTo>
                    <a:pt x="73602" y="0"/>
                  </a:moveTo>
                  <a:lnTo>
                    <a:pt x="85297" y="53235"/>
                  </a:lnTo>
                  <a:lnTo>
                    <a:pt x="89192" y="54069"/>
                  </a:lnTo>
                  <a:close/>
                  <a:moveTo>
                    <a:pt x="574080" y="291007"/>
                  </a:moveTo>
                  <a:lnTo>
                    <a:pt x="566321" y="304503"/>
                  </a:lnTo>
                  <a:lnTo>
                    <a:pt x="584603" y="297292"/>
                  </a:lnTo>
                  <a:close/>
                  <a:moveTo>
                    <a:pt x="703128" y="143760"/>
                  </a:moveTo>
                  <a:lnTo>
                    <a:pt x="713965" y="197692"/>
                  </a:lnTo>
                  <a:lnTo>
                    <a:pt x="742818" y="1494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61" name="Output_density__4360">
              <a:extLst>
                <a:ext uri="{FF2B5EF4-FFF2-40B4-BE49-F238E27FC236}">
                  <a16:creationId xmlns:a16="http://schemas.microsoft.com/office/drawing/2014/main" id="{D3F90E5D-D70C-EDA5-B364-F4E8B073769A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81197"/>
              <a:ext cx="826926" cy="317152"/>
            </a:xfrm>
            <a:custGeom>
              <a:avLst/>
              <a:gdLst/>
              <a:ahLst/>
              <a:cxnLst/>
              <a:rect l="0" t="0" r="0" b="0"/>
              <a:pathLst>
                <a:path w="826926" h="317152">
                  <a:moveTo>
                    <a:pt x="113880" y="142348"/>
                  </a:moveTo>
                  <a:lnTo>
                    <a:pt x="78998" y="166442"/>
                  </a:lnTo>
                  <a:lnTo>
                    <a:pt x="112961" y="196118"/>
                  </a:lnTo>
                  <a:close/>
                  <a:moveTo>
                    <a:pt x="77971" y="105075"/>
                  </a:moveTo>
                  <a:lnTo>
                    <a:pt x="52093" y="108748"/>
                  </a:lnTo>
                  <a:lnTo>
                    <a:pt x="113880" y="142348"/>
                  </a:lnTo>
                  <a:close/>
                  <a:moveTo>
                    <a:pt x="113880" y="142348"/>
                  </a:moveTo>
                  <a:lnTo>
                    <a:pt x="52093" y="108748"/>
                  </a:lnTo>
                  <a:lnTo>
                    <a:pt x="47464" y="114905"/>
                  </a:lnTo>
                  <a:close/>
                  <a:moveTo>
                    <a:pt x="113880" y="142348"/>
                  </a:moveTo>
                  <a:lnTo>
                    <a:pt x="47464" y="114905"/>
                  </a:lnTo>
                  <a:lnTo>
                    <a:pt x="78998" y="166442"/>
                  </a:lnTo>
                  <a:close/>
                  <a:moveTo>
                    <a:pt x="86667" y="55880"/>
                  </a:moveTo>
                  <a:lnTo>
                    <a:pt x="47464" y="114905"/>
                  </a:lnTo>
                  <a:lnTo>
                    <a:pt x="52093" y="108748"/>
                  </a:lnTo>
                  <a:close/>
                  <a:moveTo>
                    <a:pt x="42072" y="39275"/>
                  </a:moveTo>
                  <a:lnTo>
                    <a:pt x="30026" y="60713"/>
                  </a:lnTo>
                  <a:lnTo>
                    <a:pt x="31593" y="62672"/>
                  </a:lnTo>
                  <a:close/>
                  <a:moveTo>
                    <a:pt x="0" y="11832"/>
                  </a:moveTo>
                  <a:lnTo>
                    <a:pt x="30026" y="60713"/>
                  </a:lnTo>
                  <a:lnTo>
                    <a:pt x="42072" y="39275"/>
                  </a:lnTo>
                  <a:close/>
                  <a:moveTo>
                    <a:pt x="64880" y="90811"/>
                  </a:moveTo>
                  <a:lnTo>
                    <a:pt x="31593" y="62672"/>
                  </a:lnTo>
                  <a:lnTo>
                    <a:pt x="52093" y="108748"/>
                  </a:lnTo>
                  <a:close/>
                  <a:moveTo>
                    <a:pt x="198258" y="65884"/>
                  </a:moveTo>
                  <a:lnTo>
                    <a:pt x="155843" y="62384"/>
                  </a:lnTo>
                  <a:lnTo>
                    <a:pt x="153992" y="79727"/>
                  </a:lnTo>
                  <a:close/>
                  <a:moveTo>
                    <a:pt x="155843" y="62384"/>
                  </a:moveTo>
                  <a:lnTo>
                    <a:pt x="198258" y="65884"/>
                  </a:lnTo>
                  <a:lnTo>
                    <a:pt x="186562" y="12649"/>
                  </a:lnTo>
                  <a:close/>
                  <a:moveTo>
                    <a:pt x="186562" y="12649"/>
                  </a:moveTo>
                  <a:lnTo>
                    <a:pt x="202152" y="66718"/>
                  </a:lnTo>
                  <a:lnTo>
                    <a:pt x="209319" y="15181"/>
                  </a:lnTo>
                  <a:close/>
                  <a:moveTo>
                    <a:pt x="186562" y="12649"/>
                  </a:moveTo>
                  <a:lnTo>
                    <a:pt x="209319" y="15181"/>
                  </a:lnTo>
                  <a:lnTo>
                    <a:pt x="179387" y="0"/>
                  </a:lnTo>
                  <a:close/>
                  <a:moveTo>
                    <a:pt x="687041" y="303656"/>
                  </a:moveTo>
                  <a:lnTo>
                    <a:pt x="673055" y="259471"/>
                  </a:lnTo>
                  <a:lnTo>
                    <a:pt x="679282" y="317152"/>
                  </a:lnTo>
                  <a:close/>
                  <a:moveTo>
                    <a:pt x="780617" y="210007"/>
                  </a:moveTo>
                  <a:lnTo>
                    <a:pt x="826926" y="210341"/>
                  </a:lnTo>
                  <a:lnTo>
                    <a:pt x="816089" y="15640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2" name="Output_density__4361">
              <a:extLst>
                <a:ext uri="{FF2B5EF4-FFF2-40B4-BE49-F238E27FC236}">
                  <a16:creationId xmlns:a16="http://schemas.microsoft.com/office/drawing/2014/main" id="{D69EBD4B-E07D-0A48-115E-CDFE1A2A2746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68935"/>
              <a:ext cx="712478" cy="315917"/>
            </a:xfrm>
            <a:custGeom>
              <a:avLst/>
              <a:gdLst/>
              <a:ahLst/>
              <a:cxnLst/>
              <a:rect l="0" t="0" r="0" b="0"/>
              <a:pathLst>
                <a:path w="712478" h="315917">
                  <a:moveTo>
                    <a:pt x="45066" y="0"/>
                  </a:moveTo>
                  <a:lnTo>
                    <a:pt x="0" y="24094"/>
                  </a:lnTo>
                  <a:lnTo>
                    <a:pt x="42072" y="51536"/>
                  </a:lnTo>
                  <a:close/>
                  <a:moveTo>
                    <a:pt x="64880" y="103073"/>
                  </a:moveTo>
                  <a:lnTo>
                    <a:pt x="52093" y="121010"/>
                  </a:lnTo>
                  <a:lnTo>
                    <a:pt x="77971" y="117337"/>
                  </a:lnTo>
                  <a:close/>
                  <a:moveTo>
                    <a:pt x="64880" y="103073"/>
                  </a:moveTo>
                  <a:lnTo>
                    <a:pt x="42072" y="51536"/>
                  </a:lnTo>
                  <a:lnTo>
                    <a:pt x="31593" y="74933"/>
                  </a:lnTo>
                  <a:close/>
                  <a:moveTo>
                    <a:pt x="155843" y="74645"/>
                  </a:moveTo>
                  <a:lnTo>
                    <a:pt x="186562" y="24911"/>
                  </a:lnTo>
                  <a:lnTo>
                    <a:pt x="139210" y="25424"/>
                  </a:lnTo>
                  <a:close/>
                  <a:moveTo>
                    <a:pt x="139210" y="25424"/>
                  </a:moveTo>
                  <a:lnTo>
                    <a:pt x="179387" y="12261"/>
                  </a:lnTo>
                  <a:lnTo>
                    <a:pt x="134177" y="17905"/>
                  </a:lnTo>
                  <a:close/>
                  <a:moveTo>
                    <a:pt x="139210" y="25424"/>
                  </a:moveTo>
                  <a:lnTo>
                    <a:pt x="186562" y="24911"/>
                  </a:lnTo>
                  <a:lnTo>
                    <a:pt x="179387" y="12261"/>
                  </a:lnTo>
                  <a:close/>
                  <a:moveTo>
                    <a:pt x="687041" y="315917"/>
                  </a:moveTo>
                  <a:lnTo>
                    <a:pt x="673209" y="264380"/>
                  </a:lnTo>
                  <a:lnTo>
                    <a:pt x="673055" y="271733"/>
                  </a:lnTo>
                  <a:close/>
                  <a:moveTo>
                    <a:pt x="673209" y="264380"/>
                  </a:moveTo>
                  <a:lnTo>
                    <a:pt x="687041" y="315917"/>
                  </a:lnTo>
                  <a:lnTo>
                    <a:pt x="712478" y="30242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3" name="Output_density__4362">
              <a:extLst>
                <a:ext uri="{FF2B5EF4-FFF2-40B4-BE49-F238E27FC236}">
                  <a16:creationId xmlns:a16="http://schemas.microsoft.com/office/drawing/2014/main" id="{1C7F2774-9EE1-3484-79B7-6792D6E9529D}"/>
                </a:ext>
              </a:extLst>
            </p:cNvPr>
            <p:cNvSpPr>
              <a:spLocks noGrp="1"/>
            </p:cNvSpPr>
            <p:nvPr/>
          </p:nvSpPr>
          <p:spPr>
            <a:xfrm>
              <a:off x="15243833" y="3150039"/>
              <a:ext cx="688014" cy="248309"/>
            </a:xfrm>
            <a:custGeom>
              <a:avLst/>
              <a:gdLst/>
              <a:ahLst/>
              <a:cxnLst/>
              <a:rect l="0" t="0" r="0" b="0"/>
              <a:pathLst>
                <a:path w="688014" h="248309">
                  <a:moveTo>
                    <a:pt x="47114" y="69729"/>
                  </a:moveTo>
                  <a:lnTo>
                    <a:pt x="0" y="89402"/>
                  </a:lnTo>
                  <a:lnTo>
                    <a:pt x="44277" y="80269"/>
                  </a:lnTo>
                  <a:close/>
                  <a:moveTo>
                    <a:pt x="47114" y="69729"/>
                  </a:moveTo>
                  <a:lnTo>
                    <a:pt x="44277" y="80269"/>
                  </a:lnTo>
                  <a:lnTo>
                    <a:pt x="54332" y="73506"/>
                  </a:lnTo>
                  <a:close/>
                  <a:moveTo>
                    <a:pt x="47114" y="69729"/>
                  </a:moveTo>
                  <a:lnTo>
                    <a:pt x="80556" y="41234"/>
                  </a:lnTo>
                  <a:lnTo>
                    <a:pt x="58888" y="0"/>
                  </a:lnTo>
                  <a:close/>
                  <a:moveTo>
                    <a:pt x="606862" y="246670"/>
                  </a:moveTo>
                  <a:lnTo>
                    <a:pt x="558652" y="241098"/>
                  </a:lnTo>
                  <a:lnTo>
                    <a:pt x="540370" y="248309"/>
                  </a:lnTo>
                  <a:close/>
                  <a:moveTo>
                    <a:pt x="606862" y="246670"/>
                  </a:moveTo>
                  <a:lnTo>
                    <a:pt x="636604" y="222969"/>
                  </a:lnTo>
                  <a:lnTo>
                    <a:pt x="558652" y="241098"/>
                  </a:lnTo>
                  <a:close/>
                  <a:moveTo>
                    <a:pt x="643533" y="202422"/>
                  </a:moveTo>
                  <a:lnTo>
                    <a:pt x="636604" y="222969"/>
                  </a:lnTo>
                  <a:lnTo>
                    <a:pt x="659799" y="210719"/>
                  </a:lnTo>
                  <a:close/>
                  <a:moveTo>
                    <a:pt x="643533" y="202422"/>
                  </a:moveTo>
                  <a:lnTo>
                    <a:pt x="659799" y="210719"/>
                  </a:lnTo>
                  <a:lnTo>
                    <a:pt x="688014" y="14149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64" name="Output_density__4363">
              <a:extLst>
                <a:ext uri="{FF2B5EF4-FFF2-40B4-BE49-F238E27FC236}">
                  <a16:creationId xmlns:a16="http://schemas.microsoft.com/office/drawing/2014/main" id="{86032AA8-89E2-1EDD-1A5A-55598335BE5D}"/>
                </a:ext>
              </a:extLst>
            </p:cNvPr>
            <p:cNvSpPr>
              <a:spLocks noGrp="1"/>
            </p:cNvSpPr>
            <p:nvPr/>
          </p:nvSpPr>
          <p:spPr>
            <a:xfrm>
              <a:off x="15133269" y="3014986"/>
              <a:ext cx="787741" cy="356375"/>
            </a:xfrm>
            <a:custGeom>
              <a:avLst/>
              <a:gdLst/>
              <a:ahLst/>
              <a:cxnLst/>
              <a:rect l="0" t="0" r="0" b="0"/>
              <a:pathLst>
                <a:path w="787741" h="356375">
                  <a:moveTo>
                    <a:pt x="16718" y="53949"/>
                  </a:moveTo>
                  <a:lnTo>
                    <a:pt x="50832" y="90195"/>
                  </a:lnTo>
                  <a:lnTo>
                    <a:pt x="19254" y="53125"/>
                  </a:lnTo>
                  <a:close/>
                  <a:moveTo>
                    <a:pt x="16718" y="53949"/>
                  </a:moveTo>
                  <a:lnTo>
                    <a:pt x="13725" y="105485"/>
                  </a:lnTo>
                  <a:lnTo>
                    <a:pt x="50832" y="90195"/>
                  </a:lnTo>
                  <a:close/>
                  <a:moveTo>
                    <a:pt x="93558" y="81391"/>
                  </a:moveTo>
                  <a:lnTo>
                    <a:pt x="105829" y="71854"/>
                  </a:lnTo>
                  <a:lnTo>
                    <a:pt x="50832" y="90195"/>
                  </a:lnTo>
                  <a:close/>
                  <a:moveTo>
                    <a:pt x="50832" y="90195"/>
                  </a:moveTo>
                  <a:lnTo>
                    <a:pt x="105829" y="71854"/>
                  </a:lnTo>
                  <a:lnTo>
                    <a:pt x="67315" y="52034"/>
                  </a:lnTo>
                  <a:close/>
                  <a:moveTo>
                    <a:pt x="50832" y="90195"/>
                  </a:moveTo>
                  <a:lnTo>
                    <a:pt x="67315" y="52034"/>
                  </a:lnTo>
                  <a:lnTo>
                    <a:pt x="19254" y="53125"/>
                  </a:lnTo>
                  <a:close/>
                  <a:moveTo>
                    <a:pt x="0" y="2412"/>
                  </a:moveTo>
                  <a:lnTo>
                    <a:pt x="19254" y="53125"/>
                  </a:lnTo>
                  <a:lnTo>
                    <a:pt x="7423" y="0"/>
                  </a:lnTo>
                  <a:close/>
                  <a:moveTo>
                    <a:pt x="0" y="2412"/>
                  </a:moveTo>
                  <a:lnTo>
                    <a:pt x="16718" y="53949"/>
                  </a:lnTo>
                  <a:lnTo>
                    <a:pt x="19254" y="53125"/>
                  </a:lnTo>
                  <a:close/>
                  <a:moveTo>
                    <a:pt x="67315" y="52034"/>
                  </a:moveTo>
                  <a:lnTo>
                    <a:pt x="105829" y="71854"/>
                  </a:lnTo>
                  <a:lnTo>
                    <a:pt x="151040" y="66210"/>
                  </a:lnTo>
                  <a:close/>
                  <a:moveTo>
                    <a:pt x="105829" y="71854"/>
                  </a:moveTo>
                  <a:lnTo>
                    <a:pt x="93558" y="81391"/>
                  </a:lnTo>
                  <a:lnTo>
                    <a:pt x="110863" y="79373"/>
                  </a:lnTo>
                  <a:close/>
                  <a:moveTo>
                    <a:pt x="648535" y="298827"/>
                  </a:moveTo>
                  <a:lnTo>
                    <a:pt x="644707" y="325682"/>
                  </a:lnTo>
                  <a:lnTo>
                    <a:pt x="644861" y="318329"/>
                  </a:lnTo>
                  <a:close/>
                  <a:moveTo>
                    <a:pt x="644861" y="318329"/>
                  </a:moveTo>
                  <a:lnTo>
                    <a:pt x="684130" y="356375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44861" y="318329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63083" y="310743"/>
                  </a:lnTo>
                  <a:lnTo>
                    <a:pt x="663047" y="266793"/>
                  </a:lnTo>
                  <a:close/>
                  <a:moveTo>
                    <a:pt x="663047" y="266793"/>
                  </a:moveTo>
                  <a:lnTo>
                    <a:pt x="663083" y="310743"/>
                  </a:lnTo>
                  <a:lnTo>
                    <a:pt x="694642" y="294235"/>
                  </a:lnTo>
                  <a:close/>
                  <a:moveTo>
                    <a:pt x="663047" y="266793"/>
                  </a:moveTo>
                  <a:lnTo>
                    <a:pt x="694642" y="294235"/>
                  </a:lnTo>
                  <a:lnTo>
                    <a:pt x="700595" y="242699"/>
                  </a:lnTo>
                  <a:close/>
                  <a:moveTo>
                    <a:pt x="700595" y="242699"/>
                  </a:moveTo>
                  <a:lnTo>
                    <a:pt x="752269" y="276218"/>
                  </a:lnTo>
                  <a:lnTo>
                    <a:pt x="726375" y="234527"/>
                  </a:lnTo>
                  <a:close/>
                  <a:moveTo>
                    <a:pt x="700595" y="242699"/>
                  </a:moveTo>
                  <a:lnTo>
                    <a:pt x="694642" y="294235"/>
                  </a:lnTo>
                  <a:lnTo>
                    <a:pt x="752269" y="276218"/>
                  </a:lnTo>
                  <a:close/>
                  <a:moveTo>
                    <a:pt x="752269" y="276218"/>
                  </a:moveTo>
                  <a:lnTo>
                    <a:pt x="787741" y="222620"/>
                  </a:lnTo>
                  <a:lnTo>
                    <a:pt x="726375" y="234527"/>
                  </a:lnTo>
                  <a:close/>
                  <a:moveTo>
                    <a:pt x="709172" y="215963"/>
                  </a:moveTo>
                  <a:lnTo>
                    <a:pt x="700595" y="242699"/>
                  </a:lnTo>
                  <a:lnTo>
                    <a:pt x="726375" y="234527"/>
                  </a:lnTo>
                  <a:close/>
                  <a:moveTo>
                    <a:pt x="726375" y="234527"/>
                  </a:moveTo>
                  <a:lnTo>
                    <a:pt x="717138" y="191162"/>
                  </a:lnTo>
                  <a:lnTo>
                    <a:pt x="709172" y="215963"/>
                  </a:lnTo>
                  <a:close/>
                  <a:moveTo>
                    <a:pt x="764505" y="178767"/>
                  </a:moveTo>
                  <a:lnTo>
                    <a:pt x="717138" y="191162"/>
                  </a:lnTo>
                  <a:lnTo>
                    <a:pt x="726375" y="234527"/>
                  </a:lnTo>
                  <a:close/>
                  <a:moveTo>
                    <a:pt x="787741" y="222620"/>
                  </a:moveTo>
                  <a:lnTo>
                    <a:pt x="764505" y="178767"/>
                  </a:lnTo>
                  <a:lnTo>
                    <a:pt x="726375" y="234527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65" name="Output_density__4364">
              <a:extLst>
                <a:ext uri="{FF2B5EF4-FFF2-40B4-BE49-F238E27FC236}">
                  <a16:creationId xmlns:a16="http://schemas.microsoft.com/office/drawing/2014/main" id="{8231E70C-7D44-8465-B94D-F98746A885C8}"/>
                </a:ext>
              </a:extLst>
            </p:cNvPr>
            <p:cNvSpPr>
              <a:spLocks noGrp="1"/>
            </p:cNvSpPr>
            <p:nvPr/>
          </p:nvSpPr>
          <p:spPr>
            <a:xfrm>
              <a:off x="15784203" y="3291538"/>
              <a:ext cx="166698" cy="106811"/>
            </a:xfrm>
            <a:custGeom>
              <a:avLst/>
              <a:gdLst/>
              <a:ahLst/>
              <a:cxnLst/>
              <a:rect l="0" t="0" r="0" b="0"/>
              <a:pathLst>
                <a:path w="166698" h="106811">
                  <a:moveTo>
                    <a:pt x="66492" y="105171"/>
                  </a:moveTo>
                  <a:lnTo>
                    <a:pt x="0" y="106811"/>
                  </a:lnTo>
                  <a:lnTo>
                    <a:pt x="48975" y="104977"/>
                  </a:lnTo>
                  <a:close/>
                  <a:moveTo>
                    <a:pt x="86193" y="93314"/>
                  </a:moveTo>
                  <a:lnTo>
                    <a:pt x="119428" y="69220"/>
                  </a:lnTo>
                  <a:lnTo>
                    <a:pt x="96234" y="81470"/>
                  </a:lnTo>
                  <a:close/>
                  <a:moveTo>
                    <a:pt x="147644" y="0"/>
                  </a:moveTo>
                  <a:lnTo>
                    <a:pt x="119428" y="69220"/>
                  </a:lnTo>
                  <a:lnTo>
                    <a:pt x="136967" y="59087"/>
                  </a:lnTo>
                  <a:close/>
                  <a:moveTo>
                    <a:pt x="147644" y="0"/>
                  </a:moveTo>
                  <a:lnTo>
                    <a:pt x="136967" y="59087"/>
                  </a:lnTo>
                  <a:lnTo>
                    <a:pt x="166698" y="1768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66" name="Output_density__4365">
              <a:extLst>
                <a:ext uri="{FF2B5EF4-FFF2-40B4-BE49-F238E27FC236}">
                  <a16:creationId xmlns:a16="http://schemas.microsoft.com/office/drawing/2014/main" id="{AE5E797C-9C74-521C-A8F8-24AAD94EA771}"/>
                </a:ext>
              </a:extLst>
            </p:cNvPr>
            <p:cNvSpPr>
              <a:spLocks noGrp="1"/>
            </p:cNvSpPr>
            <p:nvPr/>
          </p:nvSpPr>
          <p:spPr>
            <a:xfrm>
              <a:off x="15850695" y="3350625"/>
              <a:ext cx="70474" cy="46084"/>
            </a:xfrm>
            <a:custGeom>
              <a:avLst/>
              <a:gdLst/>
              <a:ahLst/>
              <a:cxnLst/>
              <a:rect l="0" t="0" r="0" b="0"/>
              <a:pathLst>
                <a:path w="70474" h="46084">
                  <a:moveTo>
                    <a:pt x="19701" y="34227"/>
                  </a:moveTo>
                  <a:lnTo>
                    <a:pt x="29742" y="22383"/>
                  </a:lnTo>
                  <a:lnTo>
                    <a:pt x="0" y="46084"/>
                  </a:lnTo>
                  <a:close/>
                  <a:moveTo>
                    <a:pt x="52936" y="10133"/>
                  </a:moveTo>
                  <a:lnTo>
                    <a:pt x="19701" y="34227"/>
                  </a:lnTo>
                  <a:lnTo>
                    <a:pt x="70474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7" name="Output_density__4366">
              <a:extLst>
                <a:ext uri="{FF2B5EF4-FFF2-40B4-BE49-F238E27FC236}">
                  <a16:creationId xmlns:a16="http://schemas.microsoft.com/office/drawing/2014/main" id="{E9BF4D48-144D-BA88-9BAC-332B862B93AB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4359"/>
              <a:ext cx="740372" cy="277001"/>
            </a:xfrm>
            <a:custGeom>
              <a:avLst/>
              <a:gdLst/>
              <a:ahLst/>
              <a:cxnLst/>
              <a:rect l="0" t="0" r="0" b="0"/>
              <a:pathLst>
                <a:path w="740372" h="277001">
                  <a:moveTo>
                    <a:pt x="47860" y="64823"/>
                  </a:moveTo>
                  <a:lnTo>
                    <a:pt x="35899" y="91912"/>
                  </a:lnTo>
                  <a:lnTo>
                    <a:pt x="81480" y="53555"/>
                  </a:lnTo>
                  <a:close/>
                  <a:moveTo>
                    <a:pt x="22808" y="77649"/>
                  </a:moveTo>
                  <a:lnTo>
                    <a:pt x="35899" y="91912"/>
                  </a:lnTo>
                  <a:lnTo>
                    <a:pt x="47860" y="64823"/>
                  </a:lnTo>
                  <a:close/>
                  <a:moveTo>
                    <a:pt x="0" y="26112"/>
                  </a:moveTo>
                  <a:lnTo>
                    <a:pt x="22808" y="77649"/>
                  </a:lnTo>
                  <a:lnTo>
                    <a:pt x="47860" y="64823"/>
                  </a:lnTo>
                  <a:close/>
                  <a:moveTo>
                    <a:pt x="81480" y="53555"/>
                  </a:moveTo>
                  <a:lnTo>
                    <a:pt x="79834" y="2018"/>
                  </a:lnTo>
                  <a:lnTo>
                    <a:pt x="47860" y="64823"/>
                  </a:lnTo>
                  <a:close/>
                  <a:moveTo>
                    <a:pt x="79834" y="2018"/>
                  </a:moveTo>
                  <a:lnTo>
                    <a:pt x="113770" y="49221"/>
                  </a:lnTo>
                  <a:lnTo>
                    <a:pt x="97138" y="0"/>
                  </a:lnTo>
                  <a:close/>
                  <a:moveTo>
                    <a:pt x="79834" y="2018"/>
                  </a:moveTo>
                  <a:lnTo>
                    <a:pt x="81480" y="53555"/>
                  </a:lnTo>
                  <a:lnTo>
                    <a:pt x="113770" y="49221"/>
                  </a:lnTo>
                  <a:close/>
                  <a:moveTo>
                    <a:pt x="693734" y="266399"/>
                  </a:moveTo>
                  <a:lnTo>
                    <a:pt x="680917" y="214862"/>
                  </a:lnTo>
                  <a:lnTo>
                    <a:pt x="670405" y="277001"/>
                  </a:lnTo>
                  <a:close/>
                  <a:moveTo>
                    <a:pt x="680917" y="214862"/>
                  </a:moveTo>
                  <a:lnTo>
                    <a:pt x="740372" y="258102"/>
                  </a:lnTo>
                  <a:lnTo>
                    <a:pt x="738545" y="196845"/>
                  </a:lnTo>
                  <a:close/>
                  <a:moveTo>
                    <a:pt x="680917" y="214862"/>
                  </a:moveTo>
                  <a:lnTo>
                    <a:pt x="693734" y="266399"/>
                  </a:lnTo>
                  <a:lnTo>
                    <a:pt x="740372" y="2581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8" name="Output_density__4367">
              <a:extLst>
                <a:ext uri="{FF2B5EF4-FFF2-40B4-BE49-F238E27FC236}">
                  <a16:creationId xmlns:a16="http://schemas.microsoft.com/office/drawing/2014/main" id="{2C16AA43-A981-05CF-5D7A-C35EE5B4795D}"/>
                </a:ext>
              </a:extLst>
            </p:cNvPr>
            <p:cNvSpPr>
              <a:spLocks noGrp="1"/>
            </p:cNvSpPr>
            <p:nvPr/>
          </p:nvSpPr>
          <p:spPr>
            <a:xfrm>
              <a:off x="15182892" y="3143581"/>
              <a:ext cx="748955" cy="247557"/>
            </a:xfrm>
            <a:custGeom>
              <a:avLst/>
              <a:gdLst/>
              <a:ahLst/>
              <a:cxnLst/>
              <a:rect l="0" t="0" r="0" b="0"/>
              <a:pathLst>
                <a:path w="748955" h="247557">
                  <a:moveTo>
                    <a:pt x="0" y="42691"/>
                  </a:moveTo>
                  <a:lnTo>
                    <a:pt x="35909" y="79964"/>
                  </a:lnTo>
                  <a:lnTo>
                    <a:pt x="45581" y="4334"/>
                  </a:lnTo>
                  <a:close/>
                  <a:moveTo>
                    <a:pt x="45581" y="4334"/>
                  </a:moveTo>
                  <a:lnTo>
                    <a:pt x="35909" y="79964"/>
                  </a:lnTo>
                  <a:lnTo>
                    <a:pt x="76021" y="17343"/>
                  </a:lnTo>
                  <a:close/>
                  <a:moveTo>
                    <a:pt x="76021" y="17343"/>
                  </a:moveTo>
                  <a:lnTo>
                    <a:pt x="35909" y="79964"/>
                  </a:lnTo>
                  <a:lnTo>
                    <a:pt x="67682" y="71027"/>
                  </a:lnTo>
                  <a:close/>
                  <a:moveTo>
                    <a:pt x="45581" y="4334"/>
                  </a:moveTo>
                  <a:lnTo>
                    <a:pt x="76021" y="17343"/>
                  </a:lnTo>
                  <a:lnTo>
                    <a:pt x="77872" y="0"/>
                  </a:lnTo>
                  <a:close/>
                  <a:moveTo>
                    <a:pt x="609070" y="241272"/>
                  </a:moveTo>
                  <a:lnTo>
                    <a:pt x="619593" y="247557"/>
                  </a:lnTo>
                  <a:lnTo>
                    <a:pt x="634507" y="227780"/>
                  </a:lnTo>
                  <a:close/>
                  <a:moveTo>
                    <a:pt x="619593" y="247557"/>
                  </a:moveTo>
                  <a:lnTo>
                    <a:pt x="657835" y="217178"/>
                  </a:lnTo>
                  <a:lnTo>
                    <a:pt x="634507" y="227780"/>
                  </a:lnTo>
                  <a:close/>
                  <a:moveTo>
                    <a:pt x="702646" y="147623"/>
                  </a:moveTo>
                  <a:lnTo>
                    <a:pt x="704473" y="208881"/>
                  </a:lnTo>
                  <a:lnTo>
                    <a:pt x="748955" y="14795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9" name="Output_density__4368">
              <a:extLst>
                <a:ext uri="{FF2B5EF4-FFF2-40B4-BE49-F238E27FC236}">
                  <a16:creationId xmlns:a16="http://schemas.microsoft.com/office/drawing/2014/main" id="{5149B67C-ED1E-097B-533D-F5EA26133DC4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6378"/>
              <a:ext cx="680917" cy="274983"/>
            </a:xfrm>
            <a:custGeom>
              <a:avLst/>
              <a:gdLst/>
              <a:ahLst/>
              <a:cxnLst/>
              <a:rect l="0" t="0" r="0" b="0"/>
              <a:pathLst>
                <a:path w="680917" h="274983">
                  <a:moveTo>
                    <a:pt x="0" y="24094"/>
                  </a:moveTo>
                  <a:lnTo>
                    <a:pt x="47860" y="62805"/>
                  </a:lnTo>
                  <a:lnTo>
                    <a:pt x="37107" y="8804"/>
                  </a:lnTo>
                  <a:close/>
                  <a:moveTo>
                    <a:pt x="79834" y="0"/>
                  </a:moveTo>
                  <a:lnTo>
                    <a:pt x="37107" y="8804"/>
                  </a:lnTo>
                  <a:lnTo>
                    <a:pt x="47860" y="62805"/>
                  </a:lnTo>
                  <a:close/>
                  <a:moveTo>
                    <a:pt x="680917" y="212844"/>
                  </a:moveTo>
                  <a:lnTo>
                    <a:pt x="649358" y="229351"/>
                  </a:lnTo>
                  <a:lnTo>
                    <a:pt x="670405" y="27498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70" name="Output_density__4369">
              <a:extLst>
                <a:ext uri="{FF2B5EF4-FFF2-40B4-BE49-F238E27FC236}">
                  <a16:creationId xmlns:a16="http://schemas.microsoft.com/office/drawing/2014/main" id="{8DDB460E-BCF4-7495-A42D-4946537F695B}"/>
                </a:ext>
              </a:extLst>
            </p:cNvPr>
            <p:cNvSpPr>
              <a:spLocks noGrp="1"/>
            </p:cNvSpPr>
            <p:nvPr/>
          </p:nvSpPr>
          <p:spPr>
            <a:xfrm>
              <a:off x="15802485" y="3352461"/>
              <a:ext cx="84880" cy="38676"/>
            </a:xfrm>
            <a:custGeom>
              <a:avLst/>
              <a:gdLst/>
              <a:ahLst/>
              <a:cxnLst/>
              <a:rect l="0" t="0" r="0" b="0"/>
              <a:pathLst>
                <a:path w="84880" h="38676">
                  <a:moveTo>
                    <a:pt x="77952" y="20546"/>
                  </a:moveTo>
                  <a:lnTo>
                    <a:pt x="38242" y="8297"/>
                  </a:lnTo>
                  <a:lnTo>
                    <a:pt x="0" y="38676"/>
                  </a:lnTo>
                  <a:close/>
                  <a:moveTo>
                    <a:pt x="38242" y="8297"/>
                  </a:moveTo>
                  <a:lnTo>
                    <a:pt x="77952" y="20546"/>
                  </a:lnTo>
                  <a:lnTo>
                    <a:pt x="8488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</p:grpSp>
      <p:grpSp>
        <p:nvGrpSpPr>
          <p:cNvPr id="6240" name="Build：输出受体主链">
            <a:extLst>
              <a:ext uri="{FF2B5EF4-FFF2-40B4-BE49-F238E27FC236}">
                <a16:creationId xmlns:a16="http://schemas.microsoft.com/office/drawing/2014/main" id="{4B10A46F-2EED-63DB-0EC1-FA42D4765ECA}"/>
              </a:ext>
            </a:extLst>
          </p:cNvPr>
          <p:cNvGrpSpPr/>
          <p:nvPr/>
        </p:nvGrpSpPr>
        <p:grpSpPr>
          <a:xfrm>
            <a:off x="7615491" y="3837993"/>
            <a:ext cx="1121765" cy="1390181"/>
            <a:chOff x="14845986" y="2225897"/>
            <a:chExt cx="2019177" cy="2502325"/>
          </a:xfrm>
        </p:grpSpPr>
        <p:sp>
          <p:nvSpPr>
            <p:cNvPr id="4371" name="Output_receptor__4370">
              <a:extLst>
                <a:ext uri="{FF2B5EF4-FFF2-40B4-BE49-F238E27FC236}">
                  <a16:creationId xmlns:a16="http://schemas.microsoft.com/office/drawing/2014/main" id="{E36FFAEE-E27C-435C-4AFA-A317A845CDC7}"/>
                </a:ext>
              </a:extLst>
            </p:cNvPr>
            <p:cNvSpPr>
              <a:spLocks noGrp="1"/>
            </p:cNvSpPr>
            <p:nvPr/>
          </p:nvSpPr>
          <p:spPr>
            <a:xfrm>
              <a:off x="15751966" y="4338325"/>
              <a:ext cx="68727" cy="3551"/>
            </a:xfrm>
            <a:custGeom>
              <a:avLst/>
              <a:gdLst/>
              <a:ahLst/>
              <a:cxnLst/>
              <a:rect l="0" t="0" r="0" b="0"/>
              <a:pathLst>
                <a:path w="68727" h="3551">
                  <a:moveTo>
                    <a:pt x="68727" y="0"/>
                  </a:moveTo>
                  <a:lnTo>
                    <a:pt x="0" y="3551"/>
                  </a:lnTo>
                </a:path>
              </a:pathLst>
            </a:custGeom>
            <a:noFill/>
            <a:ln w="20003">
              <a:solidFill>
                <a:srgbClr val="E3E7E9"/>
              </a:solidFill>
            </a:ln>
          </p:spPr>
        </p:sp>
        <p:sp>
          <p:nvSpPr>
            <p:cNvPr id="4372" name="Output_receptor__4371">
              <a:extLst>
                <a:ext uri="{FF2B5EF4-FFF2-40B4-BE49-F238E27FC236}">
                  <a16:creationId xmlns:a16="http://schemas.microsoft.com/office/drawing/2014/main" id="{F601D694-6D6F-4A33-B591-6DEF1D0C4893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41876"/>
              <a:ext cx="21896" cy="29938"/>
            </a:xfrm>
            <a:custGeom>
              <a:avLst/>
              <a:gdLst/>
              <a:ahLst/>
              <a:cxnLst/>
              <a:rect l="0" t="0" r="0" b="0"/>
              <a:pathLst>
                <a:path w="21896" h="29938">
                  <a:moveTo>
                    <a:pt x="21896" y="0"/>
                  </a:moveTo>
                  <a:lnTo>
                    <a:pt x="0" y="29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3" name="Output_receptor__4372">
              <a:extLst>
                <a:ext uri="{FF2B5EF4-FFF2-40B4-BE49-F238E27FC236}">
                  <a16:creationId xmlns:a16="http://schemas.microsoft.com/office/drawing/2014/main" id="{6DA99C23-65D3-E9A3-AF2C-6C2C164E606B}"/>
                </a:ext>
              </a:extLst>
            </p:cNvPr>
            <p:cNvSpPr>
              <a:spLocks noGrp="1"/>
            </p:cNvSpPr>
            <p:nvPr/>
          </p:nvSpPr>
          <p:spPr>
            <a:xfrm>
              <a:off x="15820692" y="4338325"/>
              <a:ext cx="2029" cy="69751"/>
            </a:xfrm>
            <a:custGeom>
              <a:avLst/>
              <a:gdLst/>
              <a:ahLst/>
              <a:cxnLst/>
              <a:rect l="0" t="0" r="0" b="0"/>
              <a:pathLst>
                <a:path w="2029" h="69751">
                  <a:moveTo>
                    <a:pt x="2029" y="69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4" name="Output_receptor__4373">
              <a:extLst>
                <a:ext uri="{FF2B5EF4-FFF2-40B4-BE49-F238E27FC236}">
                  <a16:creationId xmlns:a16="http://schemas.microsoft.com/office/drawing/2014/main" id="{EC42A732-D26C-F71B-8E7F-63FF3AD62916}"/>
                </a:ext>
              </a:extLst>
            </p:cNvPr>
            <p:cNvSpPr>
              <a:spLocks noGrp="1"/>
            </p:cNvSpPr>
            <p:nvPr/>
          </p:nvSpPr>
          <p:spPr>
            <a:xfrm>
              <a:off x="15822721" y="4408075"/>
              <a:ext cx="72277" cy="4033"/>
            </a:xfrm>
            <a:custGeom>
              <a:avLst/>
              <a:gdLst/>
              <a:ahLst/>
              <a:cxnLst/>
              <a:rect l="0" t="0" r="0" b="0"/>
              <a:pathLst>
                <a:path w="72277" h="4033">
                  <a:moveTo>
                    <a:pt x="72277" y="40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5" name="Output_receptor__4374">
              <a:extLst>
                <a:ext uri="{FF2B5EF4-FFF2-40B4-BE49-F238E27FC236}">
                  <a16:creationId xmlns:a16="http://schemas.microsoft.com/office/drawing/2014/main" id="{712B6EE1-030E-5E6D-0480-259FA79A86ED}"/>
                </a:ext>
              </a:extLst>
            </p:cNvPr>
            <p:cNvSpPr>
              <a:spLocks noGrp="1"/>
            </p:cNvSpPr>
            <p:nvPr/>
          </p:nvSpPr>
          <p:spPr>
            <a:xfrm>
              <a:off x="15894998" y="4379687"/>
              <a:ext cx="57673" cy="32421"/>
            </a:xfrm>
            <a:custGeom>
              <a:avLst/>
              <a:gdLst/>
              <a:ahLst/>
              <a:cxnLst/>
              <a:rect l="0" t="0" r="0" b="0"/>
              <a:pathLst>
                <a:path w="57673" h="32421">
                  <a:moveTo>
                    <a:pt x="57673" y="0"/>
                  </a:moveTo>
                  <a:lnTo>
                    <a:pt x="0" y="3242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6" name="Output_receptor__4375">
              <a:extLst>
                <a:ext uri="{FF2B5EF4-FFF2-40B4-BE49-F238E27FC236}">
                  <a16:creationId xmlns:a16="http://schemas.microsoft.com/office/drawing/2014/main" id="{0A4C4BAA-01FB-B88F-EF53-398396CB48EC}"/>
                </a:ext>
              </a:extLst>
            </p:cNvPr>
            <p:cNvSpPr>
              <a:spLocks noGrp="1"/>
            </p:cNvSpPr>
            <p:nvPr/>
          </p:nvSpPr>
          <p:spPr>
            <a:xfrm>
              <a:off x="16022030" y="4327283"/>
              <a:ext cx="21434" cy="67388"/>
            </a:xfrm>
            <a:custGeom>
              <a:avLst/>
              <a:gdLst/>
              <a:ahLst/>
              <a:cxnLst/>
              <a:rect l="0" t="0" r="0" b="0"/>
              <a:pathLst>
                <a:path w="21434" h="67388">
                  <a:moveTo>
                    <a:pt x="21434" y="0"/>
                  </a:moveTo>
                  <a:lnTo>
                    <a:pt x="0" y="6738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7" name="Output_receptor__4376">
              <a:extLst>
                <a:ext uri="{FF2B5EF4-FFF2-40B4-BE49-F238E27FC236}">
                  <a16:creationId xmlns:a16="http://schemas.microsoft.com/office/drawing/2014/main" id="{6D1F9190-88C8-7579-05C0-4C9D023B7B09}"/>
                </a:ext>
              </a:extLst>
            </p:cNvPr>
            <p:cNvSpPr>
              <a:spLocks noGrp="1"/>
            </p:cNvSpPr>
            <p:nvPr/>
          </p:nvSpPr>
          <p:spPr>
            <a:xfrm>
              <a:off x="15952671" y="4379687"/>
              <a:ext cx="69359" cy="14984"/>
            </a:xfrm>
            <a:custGeom>
              <a:avLst/>
              <a:gdLst/>
              <a:ahLst/>
              <a:cxnLst/>
              <a:rect l="0" t="0" r="0" b="0"/>
              <a:pathLst>
                <a:path w="69359" h="14984">
                  <a:moveTo>
                    <a:pt x="69359" y="149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8" name="Output_receptor__4377">
              <a:extLst>
                <a:ext uri="{FF2B5EF4-FFF2-40B4-BE49-F238E27FC236}">
                  <a16:creationId xmlns:a16="http://schemas.microsoft.com/office/drawing/2014/main" id="{547DB593-2E1C-1D9E-B887-C8ABE06507A8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69004"/>
              <a:ext cx="64674" cy="30666"/>
            </a:xfrm>
            <a:custGeom>
              <a:avLst/>
              <a:gdLst/>
              <a:ahLst/>
              <a:cxnLst/>
              <a:rect l="0" t="0" r="0" b="0"/>
              <a:pathLst>
                <a:path w="64674" h="30666">
                  <a:moveTo>
                    <a:pt x="64674" y="0"/>
                  </a:moveTo>
                  <a:lnTo>
                    <a:pt x="0" y="3066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9" name="Output_receptor__4378">
              <a:extLst>
                <a:ext uri="{FF2B5EF4-FFF2-40B4-BE49-F238E27FC236}">
                  <a16:creationId xmlns:a16="http://schemas.microsoft.com/office/drawing/2014/main" id="{087379BC-0F5E-58EC-30F1-7C735A0F7358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25416"/>
              <a:ext cx="67910" cy="584"/>
            </a:xfrm>
            <a:custGeom>
              <a:avLst/>
              <a:gdLst/>
              <a:ahLst/>
              <a:cxnLst/>
              <a:rect l="0" t="0" r="0" b="0"/>
              <a:pathLst>
                <a:path w="67910" h="584">
                  <a:moveTo>
                    <a:pt x="0" y="0"/>
                  </a:moveTo>
                  <a:lnTo>
                    <a:pt x="67910" y="58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0" name="Output_receptor__4379">
              <a:extLst>
                <a:ext uri="{FF2B5EF4-FFF2-40B4-BE49-F238E27FC236}">
                  <a16:creationId xmlns:a16="http://schemas.microsoft.com/office/drawing/2014/main" id="{41A0F5DC-352B-6CAF-1CD2-26567E11C8FC}"/>
                </a:ext>
              </a:extLst>
            </p:cNvPr>
            <p:cNvSpPr>
              <a:spLocks noGrp="1"/>
            </p:cNvSpPr>
            <p:nvPr/>
          </p:nvSpPr>
          <p:spPr>
            <a:xfrm>
              <a:off x="15735362" y="4269004"/>
              <a:ext cx="31055" cy="52680"/>
            </a:xfrm>
            <a:custGeom>
              <a:avLst/>
              <a:gdLst/>
              <a:ahLst/>
              <a:cxnLst/>
              <a:rect l="0" t="0" r="0" b="0"/>
              <a:pathLst>
                <a:path w="31055" h="52680">
                  <a:moveTo>
                    <a:pt x="31055" y="52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1" name="Output_receptor__4380">
              <a:extLst>
                <a:ext uri="{FF2B5EF4-FFF2-40B4-BE49-F238E27FC236}">
                  <a16:creationId xmlns:a16="http://schemas.microsoft.com/office/drawing/2014/main" id="{9EE6200B-F8F8-2EC5-321B-00409B1AC027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21684"/>
              <a:ext cx="36348" cy="50130"/>
            </a:xfrm>
            <a:custGeom>
              <a:avLst/>
              <a:gdLst/>
              <a:ahLst/>
              <a:cxnLst/>
              <a:rect l="0" t="0" r="0" b="0"/>
              <a:pathLst>
                <a:path w="36348" h="50130">
                  <a:moveTo>
                    <a:pt x="0" y="50130"/>
                  </a:moveTo>
                  <a:lnTo>
                    <a:pt x="36348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2" name="Output_receptor__4381">
              <a:extLst>
                <a:ext uri="{FF2B5EF4-FFF2-40B4-BE49-F238E27FC236}">
                  <a16:creationId xmlns:a16="http://schemas.microsoft.com/office/drawing/2014/main" id="{2BE038DF-F6B5-22E5-EE2F-93F298EB1489}"/>
                </a:ext>
              </a:extLst>
            </p:cNvPr>
            <p:cNvSpPr>
              <a:spLocks noGrp="1"/>
            </p:cNvSpPr>
            <p:nvPr/>
          </p:nvSpPr>
          <p:spPr>
            <a:xfrm>
              <a:off x="15976923" y="4226000"/>
              <a:ext cx="25247" cy="53322"/>
            </a:xfrm>
            <a:custGeom>
              <a:avLst/>
              <a:gdLst/>
              <a:ahLst/>
              <a:cxnLst/>
              <a:rect l="0" t="0" r="0" b="0"/>
              <a:pathLst>
                <a:path w="25247" h="53322">
                  <a:moveTo>
                    <a:pt x="0" y="0"/>
                  </a:moveTo>
                  <a:lnTo>
                    <a:pt x="25247" y="5332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3" name="Output_receptor__4382">
              <a:extLst>
                <a:ext uri="{FF2B5EF4-FFF2-40B4-BE49-F238E27FC236}">
                  <a16:creationId xmlns:a16="http://schemas.microsoft.com/office/drawing/2014/main" id="{17FD90C8-B096-5E18-751E-95E0F40B135F}"/>
                </a:ext>
              </a:extLst>
            </p:cNvPr>
            <p:cNvSpPr>
              <a:spLocks noGrp="1"/>
            </p:cNvSpPr>
            <p:nvPr/>
          </p:nvSpPr>
          <p:spPr>
            <a:xfrm>
              <a:off x="16002170" y="4279322"/>
              <a:ext cx="41293" cy="47961"/>
            </a:xfrm>
            <a:custGeom>
              <a:avLst/>
              <a:gdLst/>
              <a:ahLst/>
              <a:cxnLst/>
              <a:rect l="0" t="0" r="0" b="0"/>
              <a:pathLst>
                <a:path w="41293" h="47961">
                  <a:moveTo>
                    <a:pt x="0" y="0"/>
                  </a:moveTo>
                  <a:lnTo>
                    <a:pt x="41293" y="4796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4" name="Output_receptor__4383">
              <a:extLst>
                <a:ext uri="{FF2B5EF4-FFF2-40B4-BE49-F238E27FC236}">
                  <a16:creationId xmlns:a16="http://schemas.microsoft.com/office/drawing/2014/main" id="{13DFDC08-BBE3-6386-E99A-5E6DB4F0AC4E}"/>
                </a:ext>
              </a:extLst>
            </p:cNvPr>
            <p:cNvSpPr>
              <a:spLocks noGrp="1"/>
            </p:cNvSpPr>
            <p:nvPr/>
          </p:nvSpPr>
          <p:spPr>
            <a:xfrm>
              <a:off x="16619491" y="4050909"/>
              <a:ext cx="65929" cy="11096"/>
            </a:xfrm>
            <a:custGeom>
              <a:avLst/>
              <a:gdLst/>
              <a:ahLst/>
              <a:cxnLst/>
              <a:rect l="0" t="0" r="0" b="0"/>
              <a:pathLst>
                <a:path w="65929" h="11096">
                  <a:moveTo>
                    <a:pt x="0" y="11096"/>
                  </a:moveTo>
                  <a:lnTo>
                    <a:pt x="65929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5" name="Output_receptor__4384">
              <a:extLst>
                <a:ext uri="{FF2B5EF4-FFF2-40B4-BE49-F238E27FC236}">
                  <a16:creationId xmlns:a16="http://schemas.microsoft.com/office/drawing/2014/main" id="{9E6E6C40-4B0C-01BD-2728-71E0708C9D1E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99670"/>
              <a:ext cx="11090" cy="6319"/>
            </a:xfrm>
            <a:custGeom>
              <a:avLst/>
              <a:gdLst/>
              <a:ahLst/>
              <a:cxnLst/>
              <a:rect l="0" t="0" r="0" b="0"/>
              <a:pathLst>
                <a:path w="11090" h="6319">
                  <a:moveTo>
                    <a:pt x="0" y="0"/>
                  </a:moveTo>
                  <a:lnTo>
                    <a:pt x="11090" y="631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6" name="Output_receptor__4385">
              <a:extLst>
                <a:ext uri="{FF2B5EF4-FFF2-40B4-BE49-F238E27FC236}">
                  <a16:creationId xmlns:a16="http://schemas.microsoft.com/office/drawing/2014/main" id="{6FDECD14-5197-E9EE-29C2-4263E8642E6A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4030868"/>
              <a:ext cx="41367" cy="31137"/>
            </a:xfrm>
            <a:custGeom>
              <a:avLst/>
              <a:gdLst/>
              <a:ahLst/>
              <a:cxnLst/>
              <a:rect l="0" t="0" r="0" b="0"/>
              <a:pathLst>
                <a:path w="41367" h="31137">
                  <a:moveTo>
                    <a:pt x="0" y="0"/>
                  </a:moveTo>
                  <a:lnTo>
                    <a:pt x="41367" y="3113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7" name="Output_receptor__4386">
              <a:extLst>
                <a:ext uri="{FF2B5EF4-FFF2-40B4-BE49-F238E27FC236}">
                  <a16:creationId xmlns:a16="http://schemas.microsoft.com/office/drawing/2014/main" id="{F8F76468-F8BC-4CE6-E7C2-7CA71ABFA291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25499"/>
              <a:ext cx="64959" cy="21299"/>
            </a:xfrm>
            <a:custGeom>
              <a:avLst/>
              <a:gdLst/>
              <a:ahLst/>
              <a:cxnLst/>
              <a:rect l="0" t="0" r="0" b="0"/>
              <a:pathLst>
                <a:path w="64959" h="21299">
                  <a:moveTo>
                    <a:pt x="0" y="0"/>
                  </a:moveTo>
                  <a:lnTo>
                    <a:pt x="64959" y="2129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8" name="Output_receptor__4387">
              <a:extLst>
                <a:ext uri="{FF2B5EF4-FFF2-40B4-BE49-F238E27FC236}">
                  <a16:creationId xmlns:a16="http://schemas.microsoft.com/office/drawing/2014/main" id="{8D3C1250-8C9A-E4E0-9718-47785BB71594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15436"/>
              <a:ext cx="30482" cy="9979"/>
            </a:xfrm>
            <a:custGeom>
              <a:avLst/>
              <a:gdLst/>
              <a:ahLst/>
              <a:cxnLst/>
              <a:rect l="0" t="0" r="0" b="0"/>
              <a:pathLst>
                <a:path w="30482" h="9979">
                  <a:moveTo>
                    <a:pt x="30482" y="0"/>
                  </a:moveTo>
                  <a:lnTo>
                    <a:pt x="0" y="99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9" name="Output_receptor__4388">
              <a:extLst>
                <a:ext uri="{FF2B5EF4-FFF2-40B4-BE49-F238E27FC236}">
                  <a16:creationId xmlns:a16="http://schemas.microsoft.com/office/drawing/2014/main" id="{CB715796-59B2-6224-9F2D-214214B838D5}"/>
                </a:ext>
              </a:extLst>
            </p:cNvPr>
            <p:cNvSpPr>
              <a:spLocks noGrp="1"/>
            </p:cNvSpPr>
            <p:nvPr/>
          </p:nvSpPr>
          <p:spPr>
            <a:xfrm>
              <a:off x="15895952" y="4127533"/>
              <a:ext cx="63959" cy="21248"/>
            </a:xfrm>
            <a:custGeom>
              <a:avLst/>
              <a:gdLst/>
              <a:ahLst/>
              <a:cxnLst/>
              <a:rect l="0" t="0" r="0" b="0"/>
              <a:pathLst>
                <a:path w="63959" h="21248">
                  <a:moveTo>
                    <a:pt x="0" y="0"/>
                  </a:moveTo>
                  <a:lnTo>
                    <a:pt x="63959" y="212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90" name="Output_receptor__4389">
              <a:extLst>
                <a:ext uri="{FF2B5EF4-FFF2-40B4-BE49-F238E27FC236}">
                  <a16:creationId xmlns:a16="http://schemas.microsoft.com/office/drawing/2014/main" id="{696AFD30-4914-0965-84B1-12687800A47A}"/>
                </a:ext>
              </a:extLst>
            </p:cNvPr>
            <p:cNvSpPr>
              <a:spLocks noGrp="1"/>
            </p:cNvSpPr>
            <p:nvPr/>
          </p:nvSpPr>
          <p:spPr>
            <a:xfrm>
              <a:off x="16113528" y="4141051"/>
              <a:ext cx="52396" cy="39378"/>
            </a:xfrm>
            <a:custGeom>
              <a:avLst/>
              <a:gdLst/>
              <a:ahLst/>
              <a:cxnLst/>
              <a:rect l="0" t="0" r="0" b="0"/>
              <a:pathLst>
                <a:path w="52396" h="39378">
                  <a:moveTo>
                    <a:pt x="52396" y="393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1" name="Output_receptor__4390">
              <a:extLst>
                <a:ext uri="{FF2B5EF4-FFF2-40B4-BE49-F238E27FC236}">
                  <a16:creationId xmlns:a16="http://schemas.microsoft.com/office/drawing/2014/main" id="{6D45CF80-11BB-96AE-AC6E-0C6DD0E8C620}"/>
                </a:ext>
              </a:extLst>
            </p:cNvPr>
            <p:cNvSpPr>
              <a:spLocks noGrp="1"/>
            </p:cNvSpPr>
            <p:nvPr/>
          </p:nvSpPr>
          <p:spPr>
            <a:xfrm>
              <a:off x="15649500" y="4213650"/>
              <a:ext cx="57155" cy="24580"/>
            </a:xfrm>
            <a:custGeom>
              <a:avLst/>
              <a:gdLst/>
              <a:ahLst/>
              <a:cxnLst/>
              <a:rect l="0" t="0" r="0" b="0"/>
              <a:pathLst>
                <a:path w="57155" h="24580">
                  <a:moveTo>
                    <a:pt x="57155" y="24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2" name="Output_receptor__4391">
              <a:extLst>
                <a:ext uri="{FF2B5EF4-FFF2-40B4-BE49-F238E27FC236}">
                  <a16:creationId xmlns:a16="http://schemas.microsoft.com/office/drawing/2014/main" id="{CEE7AE6B-62B8-75CE-E8F0-C5EBDDCE40ED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13650"/>
              <a:ext cx="46978" cy="38350"/>
            </a:xfrm>
            <a:custGeom>
              <a:avLst/>
              <a:gdLst/>
              <a:ahLst/>
              <a:cxnLst/>
              <a:rect l="0" t="0" r="0" b="0"/>
              <a:pathLst>
                <a:path w="46978" h="38350">
                  <a:moveTo>
                    <a:pt x="46978" y="0"/>
                  </a:moveTo>
                  <a:lnTo>
                    <a:pt x="0" y="3835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3" name="Output_receptor__4392">
              <a:extLst>
                <a:ext uri="{FF2B5EF4-FFF2-40B4-BE49-F238E27FC236}">
                  <a16:creationId xmlns:a16="http://schemas.microsoft.com/office/drawing/2014/main" id="{0E604F50-553F-57C0-C718-446034DDB4B9}"/>
                </a:ext>
              </a:extLst>
            </p:cNvPr>
            <p:cNvSpPr>
              <a:spLocks noGrp="1"/>
            </p:cNvSpPr>
            <p:nvPr/>
          </p:nvSpPr>
          <p:spPr>
            <a:xfrm>
              <a:off x="16136322" y="4180429"/>
              <a:ext cx="29601" cy="60910"/>
            </a:xfrm>
            <a:custGeom>
              <a:avLst/>
              <a:gdLst/>
              <a:ahLst/>
              <a:cxnLst/>
              <a:rect l="0" t="0" r="0" b="0"/>
              <a:pathLst>
                <a:path w="29601" h="60910">
                  <a:moveTo>
                    <a:pt x="0" y="60910"/>
                  </a:moveTo>
                  <a:lnTo>
                    <a:pt x="29601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4" name="Output_receptor__4393">
              <a:extLst>
                <a:ext uri="{FF2B5EF4-FFF2-40B4-BE49-F238E27FC236}">
                  <a16:creationId xmlns:a16="http://schemas.microsoft.com/office/drawing/2014/main" id="{31C72FDD-D37F-DA09-F65A-17890952398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41051"/>
              <a:ext cx="50018" cy="33167"/>
            </a:xfrm>
            <a:custGeom>
              <a:avLst/>
              <a:gdLst/>
              <a:ahLst/>
              <a:cxnLst/>
              <a:rect l="0" t="0" r="0" b="0"/>
              <a:pathLst>
                <a:path w="50018" h="33167">
                  <a:moveTo>
                    <a:pt x="50018" y="0"/>
                  </a:moveTo>
                  <a:lnTo>
                    <a:pt x="0" y="33167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5" name="Output_receptor__4394">
              <a:extLst>
                <a:ext uri="{FF2B5EF4-FFF2-40B4-BE49-F238E27FC236}">
                  <a16:creationId xmlns:a16="http://schemas.microsoft.com/office/drawing/2014/main" id="{7E291119-46B6-20AB-048D-1DC08F142F2D}"/>
                </a:ext>
              </a:extLst>
            </p:cNvPr>
            <p:cNvSpPr>
              <a:spLocks noGrp="1"/>
            </p:cNvSpPr>
            <p:nvPr/>
          </p:nvSpPr>
          <p:spPr>
            <a:xfrm>
              <a:off x="16624237" y="3946797"/>
              <a:ext cx="3788" cy="38179"/>
            </a:xfrm>
            <a:custGeom>
              <a:avLst/>
              <a:gdLst/>
              <a:ahLst/>
              <a:cxnLst/>
              <a:rect l="0" t="0" r="0" b="0"/>
              <a:pathLst>
                <a:path w="3788" h="38179">
                  <a:moveTo>
                    <a:pt x="0" y="0"/>
                  </a:moveTo>
                  <a:lnTo>
                    <a:pt x="3788" y="38179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6" name="Output_receptor__4395">
              <a:extLst>
                <a:ext uri="{FF2B5EF4-FFF2-40B4-BE49-F238E27FC236}">
                  <a16:creationId xmlns:a16="http://schemas.microsoft.com/office/drawing/2014/main" id="{642F5837-5751-BCC7-0D45-F062AABB6BAF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27533"/>
              <a:ext cx="30245" cy="22834"/>
            </a:xfrm>
            <a:custGeom>
              <a:avLst/>
              <a:gdLst/>
              <a:ahLst/>
              <a:cxnLst/>
              <a:rect l="0" t="0" r="0" b="0"/>
              <a:pathLst>
                <a:path w="30245" h="22834">
                  <a:moveTo>
                    <a:pt x="0" y="22834"/>
                  </a:moveTo>
                  <a:lnTo>
                    <a:pt x="30245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7" name="Output_receptor__4396">
              <a:extLst>
                <a:ext uri="{FF2B5EF4-FFF2-40B4-BE49-F238E27FC236}">
                  <a16:creationId xmlns:a16="http://schemas.microsoft.com/office/drawing/2014/main" id="{D1A5CF70-DB30-CC64-2A3C-FFB6B121A96F}"/>
                </a:ext>
              </a:extLst>
            </p:cNvPr>
            <p:cNvSpPr>
              <a:spLocks noGrp="1"/>
            </p:cNvSpPr>
            <p:nvPr/>
          </p:nvSpPr>
          <p:spPr>
            <a:xfrm>
              <a:off x="15898444" y="4404431"/>
              <a:ext cx="37579" cy="50641"/>
            </a:xfrm>
            <a:custGeom>
              <a:avLst/>
              <a:gdLst/>
              <a:ahLst/>
              <a:cxnLst/>
              <a:rect l="0" t="0" r="0" b="0"/>
              <a:pathLst>
                <a:path w="37579" h="50641">
                  <a:moveTo>
                    <a:pt x="0" y="0"/>
                  </a:moveTo>
                  <a:lnTo>
                    <a:pt x="37579" y="50641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8" name="Output_receptor__4397">
              <a:extLst>
                <a:ext uri="{FF2B5EF4-FFF2-40B4-BE49-F238E27FC236}">
                  <a16:creationId xmlns:a16="http://schemas.microsoft.com/office/drawing/2014/main" id="{FB0FCDF9-017F-272F-FB30-9A0F3E7E20AD}"/>
                </a:ext>
              </a:extLst>
            </p:cNvPr>
            <p:cNvSpPr>
              <a:spLocks noGrp="1"/>
            </p:cNvSpPr>
            <p:nvPr/>
          </p:nvSpPr>
          <p:spPr>
            <a:xfrm>
              <a:off x="16593055" y="3835652"/>
              <a:ext cx="47068" cy="35833"/>
            </a:xfrm>
            <a:custGeom>
              <a:avLst/>
              <a:gdLst/>
              <a:ahLst/>
              <a:cxnLst/>
              <a:rect l="0" t="0" r="0" b="0"/>
              <a:pathLst>
                <a:path w="47068" h="35833">
                  <a:moveTo>
                    <a:pt x="0" y="0"/>
                  </a:moveTo>
                  <a:lnTo>
                    <a:pt x="47068" y="35833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9" name="Output_receptor__4398">
              <a:extLst>
                <a:ext uri="{FF2B5EF4-FFF2-40B4-BE49-F238E27FC236}">
                  <a16:creationId xmlns:a16="http://schemas.microsoft.com/office/drawing/2014/main" id="{7B7CEA09-0805-D9DA-D45E-E399E5CEECFA}"/>
                </a:ext>
              </a:extLst>
            </p:cNvPr>
            <p:cNvSpPr>
              <a:spLocks noGrp="1"/>
            </p:cNvSpPr>
            <p:nvPr/>
          </p:nvSpPr>
          <p:spPr>
            <a:xfrm>
              <a:off x="15939496" y="4148781"/>
              <a:ext cx="20416" cy="66655"/>
            </a:xfrm>
            <a:custGeom>
              <a:avLst/>
              <a:gdLst/>
              <a:ahLst/>
              <a:cxnLst/>
              <a:rect l="0" t="0" r="0" b="0"/>
              <a:pathLst>
                <a:path w="20416" h="66655">
                  <a:moveTo>
                    <a:pt x="20416" y="0"/>
                  </a:moveTo>
                  <a:lnTo>
                    <a:pt x="0" y="6665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0" name="Output_receptor__4399">
              <a:extLst>
                <a:ext uri="{FF2B5EF4-FFF2-40B4-BE49-F238E27FC236}">
                  <a16:creationId xmlns:a16="http://schemas.microsoft.com/office/drawing/2014/main" id="{F12460B9-AD81-385F-A054-CB9402B7AA0E}"/>
                </a:ext>
              </a:extLst>
            </p:cNvPr>
            <p:cNvSpPr>
              <a:spLocks noGrp="1"/>
            </p:cNvSpPr>
            <p:nvPr/>
          </p:nvSpPr>
          <p:spPr>
            <a:xfrm>
              <a:off x="15681778" y="4238230"/>
              <a:ext cx="24876" cy="67759"/>
            </a:xfrm>
            <a:custGeom>
              <a:avLst/>
              <a:gdLst/>
              <a:ahLst/>
              <a:cxnLst/>
              <a:rect l="0" t="0" r="0" b="0"/>
              <a:pathLst>
                <a:path w="24876" h="67759">
                  <a:moveTo>
                    <a:pt x="0" y="67759"/>
                  </a:moveTo>
                  <a:lnTo>
                    <a:pt x="24876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1" name="Output_receptor__4400">
              <a:extLst>
                <a:ext uri="{FF2B5EF4-FFF2-40B4-BE49-F238E27FC236}">
                  <a16:creationId xmlns:a16="http://schemas.microsoft.com/office/drawing/2014/main" id="{7D2A7165-4C80-0CC3-BB87-774FD1A8A97C}"/>
                </a:ext>
              </a:extLst>
            </p:cNvPr>
            <p:cNvSpPr>
              <a:spLocks noGrp="1"/>
            </p:cNvSpPr>
            <p:nvPr/>
          </p:nvSpPr>
          <p:spPr>
            <a:xfrm>
              <a:off x="15765019" y="4591466"/>
              <a:ext cx="69708" cy="16129"/>
            </a:xfrm>
            <a:custGeom>
              <a:avLst/>
              <a:gdLst/>
              <a:ahLst/>
              <a:cxnLst/>
              <a:rect l="0" t="0" r="0" b="0"/>
              <a:pathLst>
                <a:path w="69708" h="16129">
                  <a:moveTo>
                    <a:pt x="69708" y="16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2" name="Output_receptor__4401">
              <a:extLst>
                <a:ext uri="{FF2B5EF4-FFF2-40B4-BE49-F238E27FC236}">
                  <a16:creationId xmlns:a16="http://schemas.microsoft.com/office/drawing/2014/main" id="{82CAC19D-A0BD-A7CF-A46C-031E19CC188D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4431"/>
              <a:ext cx="50432" cy="7705"/>
            </a:xfrm>
            <a:custGeom>
              <a:avLst/>
              <a:gdLst/>
              <a:ahLst/>
              <a:cxnLst/>
              <a:rect l="0" t="0" r="0" b="0"/>
              <a:pathLst>
                <a:path w="50432" h="7705">
                  <a:moveTo>
                    <a:pt x="0" y="7705"/>
                  </a:moveTo>
                  <a:lnTo>
                    <a:pt x="50432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3" name="Output_receptor__4402">
              <a:extLst>
                <a:ext uri="{FF2B5EF4-FFF2-40B4-BE49-F238E27FC236}">
                  <a16:creationId xmlns:a16="http://schemas.microsoft.com/office/drawing/2014/main" id="{08E7E68E-E2C2-83F1-5B63-B74E3A853887}"/>
                </a:ext>
              </a:extLst>
            </p:cNvPr>
            <p:cNvSpPr>
              <a:spLocks noGrp="1"/>
            </p:cNvSpPr>
            <p:nvPr/>
          </p:nvSpPr>
          <p:spPr>
            <a:xfrm>
              <a:off x="15834726" y="4574692"/>
              <a:ext cx="64413" cy="32903"/>
            </a:xfrm>
            <a:custGeom>
              <a:avLst/>
              <a:gdLst/>
              <a:ahLst/>
              <a:cxnLst/>
              <a:rect l="0" t="0" r="0" b="0"/>
              <a:pathLst>
                <a:path w="64413" h="32903">
                  <a:moveTo>
                    <a:pt x="64413" y="0"/>
                  </a:moveTo>
                  <a:lnTo>
                    <a:pt x="0" y="32903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4" name="Output_receptor__4403">
              <a:extLst>
                <a:ext uri="{FF2B5EF4-FFF2-40B4-BE49-F238E27FC236}">
                  <a16:creationId xmlns:a16="http://schemas.microsoft.com/office/drawing/2014/main" id="{CDBC3AFB-FD93-20EC-1332-19ED1AE6DE59}"/>
                </a:ext>
              </a:extLst>
            </p:cNvPr>
            <p:cNvSpPr>
              <a:spLocks noGrp="1"/>
            </p:cNvSpPr>
            <p:nvPr/>
          </p:nvSpPr>
          <p:spPr>
            <a:xfrm>
              <a:off x="16555904" y="3731985"/>
              <a:ext cx="67511" cy="22532"/>
            </a:xfrm>
            <a:custGeom>
              <a:avLst/>
              <a:gdLst/>
              <a:ahLst/>
              <a:cxnLst/>
              <a:rect l="0" t="0" r="0" b="0"/>
              <a:pathLst>
                <a:path w="67511" h="22532">
                  <a:moveTo>
                    <a:pt x="0" y="0"/>
                  </a:moveTo>
                  <a:lnTo>
                    <a:pt x="67511" y="22532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5" name="Output_receptor__4404">
              <a:extLst>
                <a:ext uri="{FF2B5EF4-FFF2-40B4-BE49-F238E27FC236}">
                  <a16:creationId xmlns:a16="http://schemas.microsoft.com/office/drawing/2014/main" id="{B92C7D64-6B8F-8B94-6571-10A736F63622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504882"/>
              <a:ext cx="15270" cy="69809"/>
            </a:xfrm>
            <a:custGeom>
              <a:avLst/>
              <a:gdLst/>
              <a:ahLst/>
              <a:cxnLst/>
              <a:rect l="0" t="0" r="0" b="0"/>
              <a:pathLst>
                <a:path w="15270" h="69809">
                  <a:moveTo>
                    <a:pt x="0" y="0"/>
                  </a:moveTo>
                  <a:lnTo>
                    <a:pt x="15270" y="69809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6" name="Output_receptor__4405">
              <a:extLst>
                <a:ext uri="{FF2B5EF4-FFF2-40B4-BE49-F238E27FC236}">
                  <a16:creationId xmlns:a16="http://schemas.microsoft.com/office/drawing/2014/main" id="{9C722D0E-6AE3-3746-E7E2-44814D807612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824795"/>
              <a:ext cx="43469" cy="10857"/>
            </a:xfrm>
            <a:custGeom>
              <a:avLst/>
              <a:gdLst/>
              <a:ahLst/>
              <a:cxnLst/>
              <a:rect l="0" t="0" r="0" b="0"/>
              <a:pathLst>
                <a:path w="43469" h="10857">
                  <a:moveTo>
                    <a:pt x="0" y="0"/>
                  </a:moveTo>
                  <a:lnTo>
                    <a:pt x="43469" y="1085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7" name="Output_receptor__4406">
              <a:extLst>
                <a:ext uri="{FF2B5EF4-FFF2-40B4-BE49-F238E27FC236}">
                  <a16:creationId xmlns:a16="http://schemas.microsoft.com/office/drawing/2014/main" id="{2D525338-65EB-1175-73F4-0CFDA0CB0A93}"/>
                </a:ext>
              </a:extLst>
            </p:cNvPr>
            <p:cNvSpPr>
              <a:spLocks noGrp="1"/>
            </p:cNvSpPr>
            <p:nvPr/>
          </p:nvSpPr>
          <p:spPr>
            <a:xfrm>
              <a:off x="16685421" y="4050909"/>
              <a:ext cx="8915" cy="16981"/>
            </a:xfrm>
            <a:custGeom>
              <a:avLst/>
              <a:gdLst/>
              <a:ahLst/>
              <a:cxnLst/>
              <a:rect l="0" t="0" r="0" b="0"/>
              <a:pathLst>
                <a:path w="8915" h="16981">
                  <a:moveTo>
                    <a:pt x="0" y="0"/>
                  </a:moveTo>
                  <a:lnTo>
                    <a:pt x="8915" y="1698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8" name="Output_receptor__4407">
              <a:extLst>
                <a:ext uri="{FF2B5EF4-FFF2-40B4-BE49-F238E27FC236}">
                  <a16:creationId xmlns:a16="http://schemas.microsoft.com/office/drawing/2014/main" id="{A1B7CC56-D57A-4754-DECF-2A3D23602D8D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3984977"/>
              <a:ext cx="49901" cy="45891"/>
            </a:xfrm>
            <a:custGeom>
              <a:avLst/>
              <a:gdLst/>
              <a:ahLst/>
              <a:cxnLst/>
              <a:rect l="0" t="0" r="0" b="0"/>
              <a:pathLst>
                <a:path w="49901" h="45891">
                  <a:moveTo>
                    <a:pt x="49901" y="0"/>
                  </a:moveTo>
                  <a:lnTo>
                    <a:pt x="0" y="4589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9" name="Output_receptor__4408">
              <a:extLst>
                <a:ext uri="{FF2B5EF4-FFF2-40B4-BE49-F238E27FC236}">
                  <a16:creationId xmlns:a16="http://schemas.microsoft.com/office/drawing/2014/main" id="{2C37D321-0692-8DDA-A85D-CDDAFE1C19A5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455072"/>
              <a:ext cx="52154" cy="49810"/>
            </a:xfrm>
            <a:custGeom>
              <a:avLst/>
              <a:gdLst/>
              <a:ahLst/>
              <a:cxnLst/>
              <a:rect l="0" t="0" r="0" b="0"/>
              <a:pathLst>
                <a:path w="52154" h="49810">
                  <a:moveTo>
                    <a:pt x="52154" y="0"/>
                  </a:moveTo>
                  <a:lnTo>
                    <a:pt x="0" y="49810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10" name="Output_receptor__4409">
              <a:extLst>
                <a:ext uri="{FF2B5EF4-FFF2-40B4-BE49-F238E27FC236}">
                  <a16:creationId xmlns:a16="http://schemas.microsoft.com/office/drawing/2014/main" id="{8FEA2683-ECB9-10C8-1DE8-44AF751F650C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06013"/>
              <a:ext cx="25242" cy="19486"/>
            </a:xfrm>
            <a:custGeom>
              <a:avLst/>
              <a:gdLst/>
              <a:ahLst/>
              <a:cxnLst/>
              <a:rect l="0" t="0" r="0" b="0"/>
              <a:pathLst>
                <a:path w="25242" h="19486">
                  <a:moveTo>
                    <a:pt x="25242" y="0"/>
                  </a:moveTo>
                  <a:lnTo>
                    <a:pt x="0" y="1948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1" name="Output_receptor__4410">
              <a:extLst>
                <a:ext uri="{FF2B5EF4-FFF2-40B4-BE49-F238E27FC236}">
                  <a16:creationId xmlns:a16="http://schemas.microsoft.com/office/drawing/2014/main" id="{44CE4B85-77B3-EA6B-D378-5E337F378D8F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626435"/>
              <a:ext cx="64153" cy="16076"/>
            </a:xfrm>
            <a:custGeom>
              <a:avLst/>
              <a:gdLst/>
              <a:ahLst/>
              <a:cxnLst/>
              <a:rect l="0" t="0" r="0" b="0"/>
              <a:pathLst>
                <a:path w="64153" h="16076">
                  <a:moveTo>
                    <a:pt x="0" y="0"/>
                  </a:moveTo>
                  <a:lnTo>
                    <a:pt x="64153" y="1607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2" name="Output_receptor__4411">
              <a:extLst>
                <a:ext uri="{FF2B5EF4-FFF2-40B4-BE49-F238E27FC236}">
                  <a16:creationId xmlns:a16="http://schemas.microsoft.com/office/drawing/2014/main" id="{45124FD3-6E6C-00D3-DA0C-0075C2386AE7}"/>
                </a:ext>
              </a:extLst>
            </p:cNvPr>
            <p:cNvSpPr>
              <a:spLocks noGrp="1"/>
            </p:cNvSpPr>
            <p:nvPr/>
          </p:nvSpPr>
          <p:spPr>
            <a:xfrm>
              <a:off x="16550922" y="3533648"/>
              <a:ext cx="56055" cy="29785"/>
            </a:xfrm>
            <a:custGeom>
              <a:avLst/>
              <a:gdLst/>
              <a:ahLst/>
              <a:cxnLst/>
              <a:rect l="0" t="0" r="0" b="0"/>
              <a:pathLst>
                <a:path w="56055" h="29785">
                  <a:moveTo>
                    <a:pt x="0" y="0"/>
                  </a:moveTo>
                  <a:lnTo>
                    <a:pt x="56055" y="2978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3" name="Output_receptor__4412">
              <a:extLst>
                <a:ext uri="{FF2B5EF4-FFF2-40B4-BE49-F238E27FC236}">
                  <a16:creationId xmlns:a16="http://schemas.microsoft.com/office/drawing/2014/main" id="{B67037F1-7A99-FB2A-6E7B-C0D3E1841E23}"/>
                </a:ext>
              </a:extLst>
            </p:cNvPr>
            <p:cNvSpPr>
              <a:spLocks noGrp="1"/>
            </p:cNvSpPr>
            <p:nvPr/>
          </p:nvSpPr>
          <p:spPr>
            <a:xfrm>
              <a:off x="16590682" y="3642512"/>
              <a:ext cx="23773" cy="35544"/>
            </a:xfrm>
            <a:custGeom>
              <a:avLst/>
              <a:gdLst/>
              <a:ahLst/>
              <a:cxnLst/>
              <a:rect l="0" t="0" r="0" b="0"/>
              <a:pathLst>
                <a:path w="23773" h="35544">
                  <a:moveTo>
                    <a:pt x="0" y="0"/>
                  </a:moveTo>
                  <a:lnTo>
                    <a:pt x="23773" y="35544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4" name="Output_receptor__4413">
              <a:extLst>
                <a:ext uri="{FF2B5EF4-FFF2-40B4-BE49-F238E27FC236}">
                  <a16:creationId xmlns:a16="http://schemas.microsoft.com/office/drawing/2014/main" id="{7A5094F7-344A-CAE4-A243-E41DDF3ECB1A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711037"/>
              <a:ext cx="5594" cy="20949"/>
            </a:xfrm>
            <a:custGeom>
              <a:avLst/>
              <a:gdLst/>
              <a:ahLst/>
              <a:cxnLst/>
              <a:rect l="0" t="0" r="0" b="0"/>
              <a:pathLst>
                <a:path w="5594" h="20949">
                  <a:moveTo>
                    <a:pt x="0" y="0"/>
                  </a:moveTo>
                  <a:lnTo>
                    <a:pt x="5594" y="20949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5" name="Output_receptor__4414">
              <a:extLst>
                <a:ext uri="{FF2B5EF4-FFF2-40B4-BE49-F238E27FC236}">
                  <a16:creationId xmlns:a16="http://schemas.microsoft.com/office/drawing/2014/main" id="{2E1C0219-073B-A210-827B-EC28493D96FF}"/>
                </a:ext>
              </a:extLst>
            </p:cNvPr>
            <p:cNvSpPr>
              <a:spLocks noGrp="1"/>
            </p:cNvSpPr>
            <p:nvPr/>
          </p:nvSpPr>
          <p:spPr>
            <a:xfrm>
              <a:off x="16584521" y="3871486"/>
              <a:ext cx="55602" cy="34527"/>
            </a:xfrm>
            <a:custGeom>
              <a:avLst/>
              <a:gdLst/>
              <a:ahLst/>
              <a:cxnLst/>
              <a:rect l="0" t="0" r="0" b="0"/>
              <a:pathLst>
                <a:path w="55602" h="34527">
                  <a:moveTo>
                    <a:pt x="55602" y="0"/>
                  </a:moveTo>
                  <a:lnTo>
                    <a:pt x="0" y="3452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6" name="Output_receptor__4415">
              <a:extLst>
                <a:ext uri="{FF2B5EF4-FFF2-40B4-BE49-F238E27FC236}">
                  <a16:creationId xmlns:a16="http://schemas.microsoft.com/office/drawing/2014/main" id="{EFC326C2-1BAF-66EC-1907-31011C1427CE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6081"/>
              <a:ext cx="72039" cy="1110"/>
            </a:xfrm>
            <a:custGeom>
              <a:avLst/>
              <a:gdLst/>
              <a:ahLst/>
              <a:cxnLst/>
              <a:rect l="0" t="0" r="0" b="0"/>
              <a:pathLst>
                <a:path w="72039" h="1110">
                  <a:moveTo>
                    <a:pt x="0" y="1110"/>
                  </a:moveTo>
                  <a:lnTo>
                    <a:pt x="72039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7" name="Output_receptor__4416">
              <a:extLst>
                <a:ext uri="{FF2B5EF4-FFF2-40B4-BE49-F238E27FC236}">
                  <a16:creationId xmlns:a16="http://schemas.microsoft.com/office/drawing/2014/main" id="{EB8045F8-BF78-045A-8471-85B19D003BE7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87874"/>
              <a:ext cx="17335" cy="3592"/>
            </a:xfrm>
            <a:custGeom>
              <a:avLst/>
              <a:gdLst/>
              <a:ahLst/>
              <a:cxnLst/>
              <a:rect l="0" t="0" r="0" b="0"/>
              <a:pathLst>
                <a:path w="17335" h="3592">
                  <a:moveTo>
                    <a:pt x="17335" y="3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8" name="Output_receptor__4417">
              <a:extLst>
                <a:ext uri="{FF2B5EF4-FFF2-40B4-BE49-F238E27FC236}">
                  <a16:creationId xmlns:a16="http://schemas.microsoft.com/office/drawing/2014/main" id="{C68135E0-E518-7108-0C3B-B9842FFC04C6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33375"/>
              <a:ext cx="28760" cy="18625"/>
            </a:xfrm>
            <a:custGeom>
              <a:avLst/>
              <a:gdLst/>
              <a:ahLst/>
              <a:cxnLst/>
              <a:rect l="0" t="0" r="0" b="0"/>
              <a:pathLst>
                <a:path w="28760" h="18625">
                  <a:moveTo>
                    <a:pt x="0" y="18625"/>
                  </a:moveTo>
                  <a:lnTo>
                    <a:pt x="2876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19" name="Output_receptor__4418">
              <a:extLst>
                <a:ext uri="{FF2B5EF4-FFF2-40B4-BE49-F238E27FC236}">
                  <a16:creationId xmlns:a16="http://schemas.microsoft.com/office/drawing/2014/main" id="{625A4CBE-7820-AB21-3B71-35B979CCEE87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518965"/>
              <a:ext cx="36823" cy="14682"/>
            </a:xfrm>
            <a:custGeom>
              <a:avLst/>
              <a:gdLst/>
              <a:ahLst/>
              <a:cxnLst/>
              <a:rect l="0" t="0" r="0" b="0"/>
              <a:pathLst>
                <a:path w="36823" h="14682">
                  <a:moveTo>
                    <a:pt x="0" y="0"/>
                  </a:moveTo>
                  <a:lnTo>
                    <a:pt x="36823" y="146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0" name="Output_receptor__4419">
              <a:extLst>
                <a:ext uri="{FF2B5EF4-FFF2-40B4-BE49-F238E27FC236}">
                  <a16:creationId xmlns:a16="http://schemas.microsoft.com/office/drawing/2014/main" id="{D6708ECC-46E4-EECA-5CF8-EC15E02AADE4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66374"/>
              <a:ext cx="41338" cy="7844"/>
            </a:xfrm>
            <a:custGeom>
              <a:avLst/>
              <a:gdLst/>
              <a:ahLst/>
              <a:cxnLst/>
              <a:rect l="0" t="0" r="0" b="0"/>
              <a:pathLst>
                <a:path w="41338" h="7844">
                  <a:moveTo>
                    <a:pt x="0" y="7844"/>
                  </a:moveTo>
                  <a:lnTo>
                    <a:pt x="4133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1" name="Output_receptor__4420">
              <a:extLst>
                <a:ext uri="{FF2B5EF4-FFF2-40B4-BE49-F238E27FC236}">
                  <a16:creationId xmlns:a16="http://schemas.microsoft.com/office/drawing/2014/main" id="{868F62B8-56B1-17FA-9867-07D6CCD76DB2}"/>
                </a:ext>
              </a:extLst>
            </p:cNvPr>
            <p:cNvSpPr>
              <a:spLocks noGrp="1"/>
            </p:cNvSpPr>
            <p:nvPr/>
          </p:nvSpPr>
          <p:spPr>
            <a:xfrm>
              <a:off x="15572047" y="4158062"/>
              <a:ext cx="66481" cy="5278"/>
            </a:xfrm>
            <a:custGeom>
              <a:avLst/>
              <a:gdLst/>
              <a:ahLst/>
              <a:cxnLst/>
              <a:rect l="0" t="0" r="0" b="0"/>
              <a:pathLst>
                <a:path w="66481" h="5278">
                  <a:moveTo>
                    <a:pt x="66481" y="5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2" name="Output_receptor__4421">
              <a:extLst>
                <a:ext uri="{FF2B5EF4-FFF2-40B4-BE49-F238E27FC236}">
                  <a16:creationId xmlns:a16="http://schemas.microsoft.com/office/drawing/2014/main" id="{FE92B872-A485-06EE-6AE9-A058FBF690D4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500646"/>
              <a:ext cx="66250" cy="4217"/>
            </a:xfrm>
            <a:custGeom>
              <a:avLst/>
              <a:gdLst/>
              <a:ahLst/>
              <a:cxnLst/>
              <a:rect l="0" t="0" r="0" b="0"/>
              <a:pathLst>
                <a:path w="66250" h="4217">
                  <a:moveTo>
                    <a:pt x="66250" y="4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3" name="Output_receptor__4422">
              <a:extLst>
                <a:ext uri="{FF2B5EF4-FFF2-40B4-BE49-F238E27FC236}">
                  <a16:creationId xmlns:a16="http://schemas.microsoft.com/office/drawing/2014/main" id="{DF752D26-2FD3-4A6E-D43A-7B5A3BF955F6}"/>
                </a:ext>
              </a:extLst>
            </p:cNvPr>
            <p:cNvSpPr>
              <a:spLocks noGrp="1"/>
            </p:cNvSpPr>
            <p:nvPr/>
          </p:nvSpPr>
          <p:spPr>
            <a:xfrm>
              <a:off x="16603597" y="3754517"/>
              <a:ext cx="19818" cy="38496"/>
            </a:xfrm>
            <a:custGeom>
              <a:avLst/>
              <a:gdLst/>
              <a:ahLst/>
              <a:cxnLst/>
              <a:rect l="0" t="0" r="0" b="0"/>
              <a:pathLst>
                <a:path w="19818" h="38496">
                  <a:moveTo>
                    <a:pt x="19818" y="0"/>
                  </a:moveTo>
                  <a:lnTo>
                    <a:pt x="0" y="3849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4" name="Output_receptor__4423">
              <a:extLst>
                <a:ext uri="{FF2B5EF4-FFF2-40B4-BE49-F238E27FC236}">
                  <a16:creationId xmlns:a16="http://schemas.microsoft.com/office/drawing/2014/main" id="{36FF89E9-9871-B5D2-1F24-115FE822440A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17964"/>
              <a:ext cx="48772" cy="32403"/>
            </a:xfrm>
            <a:custGeom>
              <a:avLst/>
              <a:gdLst/>
              <a:ahLst/>
              <a:cxnLst/>
              <a:rect l="0" t="0" r="0" b="0"/>
              <a:pathLst>
                <a:path w="48772" h="32403">
                  <a:moveTo>
                    <a:pt x="48772" y="0"/>
                  </a:moveTo>
                  <a:lnTo>
                    <a:pt x="0" y="3240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5" name="Output_receptor__4424">
              <a:extLst>
                <a:ext uri="{FF2B5EF4-FFF2-40B4-BE49-F238E27FC236}">
                  <a16:creationId xmlns:a16="http://schemas.microsoft.com/office/drawing/2014/main" id="{24EBFD15-3A59-39C0-24C2-3D7B274154F8}"/>
                </a:ext>
              </a:extLst>
            </p:cNvPr>
            <p:cNvSpPr>
              <a:spLocks noGrp="1"/>
            </p:cNvSpPr>
            <p:nvPr/>
          </p:nvSpPr>
          <p:spPr>
            <a:xfrm>
              <a:off x="15909925" y="4056081"/>
              <a:ext cx="4554" cy="61883"/>
            </a:xfrm>
            <a:custGeom>
              <a:avLst/>
              <a:gdLst/>
              <a:ahLst/>
              <a:cxnLst/>
              <a:rect l="0" t="0" r="0" b="0"/>
              <a:pathLst>
                <a:path w="4554" h="61883">
                  <a:moveTo>
                    <a:pt x="0" y="0"/>
                  </a:moveTo>
                  <a:lnTo>
                    <a:pt x="4554" y="618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6" name="Output_receptor__4425">
              <a:extLst>
                <a:ext uri="{FF2B5EF4-FFF2-40B4-BE49-F238E27FC236}">
                  <a16:creationId xmlns:a16="http://schemas.microsoft.com/office/drawing/2014/main" id="{106A8939-4D83-B5F3-8B2C-77730C4A4025}"/>
                </a:ext>
              </a:extLst>
            </p:cNvPr>
            <p:cNvSpPr>
              <a:spLocks noGrp="1"/>
            </p:cNvSpPr>
            <p:nvPr/>
          </p:nvSpPr>
          <p:spPr>
            <a:xfrm>
              <a:off x="15852676" y="4327895"/>
              <a:ext cx="70324" cy="16400"/>
            </a:xfrm>
            <a:custGeom>
              <a:avLst/>
              <a:gdLst/>
              <a:ahLst/>
              <a:cxnLst/>
              <a:rect l="0" t="0" r="0" b="0"/>
              <a:pathLst>
                <a:path w="70324" h="16400">
                  <a:moveTo>
                    <a:pt x="0" y="0"/>
                  </a:moveTo>
                  <a:lnTo>
                    <a:pt x="70324" y="1640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7" name="Output_receptor__4426">
              <a:extLst>
                <a:ext uri="{FF2B5EF4-FFF2-40B4-BE49-F238E27FC236}">
                  <a16:creationId xmlns:a16="http://schemas.microsoft.com/office/drawing/2014/main" id="{E6012ED0-415D-E83C-5618-DE18DA7F91DE}"/>
                </a:ext>
              </a:extLst>
            </p:cNvPr>
            <p:cNvSpPr>
              <a:spLocks noGrp="1"/>
            </p:cNvSpPr>
            <p:nvPr/>
          </p:nvSpPr>
          <p:spPr>
            <a:xfrm>
              <a:off x="16694336" y="4044249"/>
              <a:ext cx="67026" cy="23640"/>
            </a:xfrm>
            <a:custGeom>
              <a:avLst/>
              <a:gdLst/>
              <a:ahLst/>
              <a:cxnLst/>
              <a:rect l="0" t="0" r="0" b="0"/>
              <a:pathLst>
                <a:path w="67026" h="23640">
                  <a:moveTo>
                    <a:pt x="0" y="23640"/>
                  </a:moveTo>
                  <a:lnTo>
                    <a:pt x="67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8" name="Output_receptor__4427">
              <a:extLst>
                <a:ext uri="{FF2B5EF4-FFF2-40B4-BE49-F238E27FC236}">
                  <a16:creationId xmlns:a16="http://schemas.microsoft.com/office/drawing/2014/main" id="{4B546720-AF99-A1A6-9C3D-03A39373B863}"/>
                </a:ext>
              </a:extLst>
            </p:cNvPr>
            <p:cNvSpPr>
              <a:spLocks noGrp="1"/>
            </p:cNvSpPr>
            <p:nvPr/>
          </p:nvSpPr>
          <p:spPr>
            <a:xfrm>
              <a:off x="16042842" y="4087568"/>
              <a:ext cx="70917" cy="8338"/>
            </a:xfrm>
            <a:custGeom>
              <a:avLst/>
              <a:gdLst/>
              <a:ahLst/>
              <a:cxnLst/>
              <a:rect l="0" t="0" r="0" b="0"/>
              <a:pathLst>
                <a:path w="70917" h="8338">
                  <a:moveTo>
                    <a:pt x="70917" y="8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9" name="Output_receptor__4428">
              <a:extLst>
                <a:ext uri="{FF2B5EF4-FFF2-40B4-BE49-F238E27FC236}">
                  <a16:creationId xmlns:a16="http://schemas.microsoft.com/office/drawing/2014/main" id="{37878657-038C-A40D-177B-A057B3C24051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793013"/>
              <a:ext cx="54011" cy="31782"/>
            </a:xfrm>
            <a:custGeom>
              <a:avLst/>
              <a:gdLst/>
              <a:ahLst/>
              <a:cxnLst/>
              <a:rect l="0" t="0" r="0" b="0"/>
              <a:pathLst>
                <a:path w="54011" h="31782">
                  <a:moveTo>
                    <a:pt x="54011" y="0"/>
                  </a:moveTo>
                  <a:lnTo>
                    <a:pt x="0" y="317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0" name="Output_receptor__4429">
              <a:extLst>
                <a:ext uri="{FF2B5EF4-FFF2-40B4-BE49-F238E27FC236}">
                  <a16:creationId xmlns:a16="http://schemas.microsoft.com/office/drawing/2014/main" id="{F4BCA05C-652C-6500-FA02-C02DADDC9DE0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52870" cy="32575"/>
            </a:xfrm>
            <a:custGeom>
              <a:avLst/>
              <a:gdLst/>
              <a:ahLst/>
              <a:cxnLst/>
              <a:rect l="0" t="0" r="0" b="0"/>
              <a:pathLst>
                <a:path w="52870" h="32575">
                  <a:moveTo>
                    <a:pt x="52870" y="32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1" name="Output_receptor__4430">
              <a:extLst>
                <a:ext uri="{FF2B5EF4-FFF2-40B4-BE49-F238E27FC236}">
                  <a16:creationId xmlns:a16="http://schemas.microsoft.com/office/drawing/2014/main" id="{C7A26673-5189-DB87-8EA7-9B32E8CFE98C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8062"/>
              <a:ext cx="33343" cy="33309"/>
            </a:xfrm>
            <a:custGeom>
              <a:avLst/>
              <a:gdLst/>
              <a:ahLst/>
              <a:cxnLst/>
              <a:rect l="0" t="0" r="0" b="0"/>
              <a:pathLst>
                <a:path w="33343" h="33309">
                  <a:moveTo>
                    <a:pt x="33343" y="0"/>
                  </a:moveTo>
                  <a:lnTo>
                    <a:pt x="0" y="333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2" name="Output_receptor__4431">
              <a:extLst>
                <a:ext uri="{FF2B5EF4-FFF2-40B4-BE49-F238E27FC236}">
                  <a16:creationId xmlns:a16="http://schemas.microsoft.com/office/drawing/2014/main" id="{A242E2FC-9E48-C418-FF0C-037B62DE7B35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15318"/>
              <a:ext cx="4191" cy="61006"/>
            </a:xfrm>
            <a:custGeom>
              <a:avLst/>
              <a:gdLst/>
              <a:ahLst/>
              <a:cxnLst/>
              <a:rect l="0" t="0" r="0" b="0"/>
              <a:pathLst>
                <a:path w="4191" h="61006">
                  <a:moveTo>
                    <a:pt x="0" y="61006"/>
                  </a:moveTo>
                  <a:lnTo>
                    <a:pt x="419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3" name="Output_receptor__4432">
              <a:extLst>
                <a:ext uri="{FF2B5EF4-FFF2-40B4-BE49-F238E27FC236}">
                  <a16:creationId xmlns:a16="http://schemas.microsoft.com/office/drawing/2014/main" id="{F422D700-89E9-3209-E032-9E4569DF4345}"/>
                </a:ext>
              </a:extLst>
            </p:cNvPr>
            <p:cNvSpPr>
              <a:spLocks noGrp="1"/>
            </p:cNvSpPr>
            <p:nvPr/>
          </p:nvSpPr>
          <p:spPr>
            <a:xfrm>
              <a:off x="15781183" y="4504863"/>
              <a:ext cx="22472" cy="39014"/>
            </a:xfrm>
            <a:custGeom>
              <a:avLst/>
              <a:gdLst/>
              <a:ahLst/>
              <a:cxnLst/>
              <a:rect l="0" t="0" r="0" b="0"/>
              <a:pathLst>
                <a:path w="22472" h="39014">
                  <a:moveTo>
                    <a:pt x="22472" y="39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4" name="Output_receptor__4433">
              <a:extLst>
                <a:ext uri="{FF2B5EF4-FFF2-40B4-BE49-F238E27FC236}">
                  <a16:creationId xmlns:a16="http://schemas.microsoft.com/office/drawing/2014/main" id="{A92F21FE-F23D-2DF9-1CFF-AF51434940DB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5970"/>
              <a:ext cx="50225" cy="6166"/>
            </a:xfrm>
            <a:custGeom>
              <a:avLst/>
              <a:gdLst/>
              <a:ahLst/>
              <a:cxnLst/>
              <a:rect l="0" t="0" r="0" b="0"/>
              <a:pathLst>
                <a:path w="50225" h="6166">
                  <a:moveTo>
                    <a:pt x="50225" y="0"/>
                  </a:moveTo>
                  <a:lnTo>
                    <a:pt x="0" y="6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5" name="Output_receptor__4434">
              <a:extLst>
                <a:ext uri="{FF2B5EF4-FFF2-40B4-BE49-F238E27FC236}">
                  <a16:creationId xmlns:a16="http://schemas.microsoft.com/office/drawing/2014/main" id="{86EE4D3E-9BCC-CE07-CF09-1EEE712B452E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598387"/>
              <a:ext cx="35726" cy="28048"/>
            </a:xfrm>
            <a:custGeom>
              <a:avLst/>
              <a:gdLst/>
              <a:ahLst/>
              <a:cxnLst/>
              <a:rect l="0" t="0" r="0" b="0"/>
              <a:pathLst>
                <a:path w="35726" h="28048">
                  <a:moveTo>
                    <a:pt x="35726" y="0"/>
                  </a:moveTo>
                  <a:lnTo>
                    <a:pt x="0" y="280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6" name="Output_receptor__4435">
              <a:extLst>
                <a:ext uri="{FF2B5EF4-FFF2-40B4-BE49-F238E27FC236}">
                  <a16:creationId xmlns:a16="http://schemas.microsoft.com/office/drawing/2014/main" id="{EF09CA0A-FCF4-4B3B-E192-7CF2CD8C2DAE}"/>
                </a:ext>
              </a:extLst>
            </p:cNvPr>
            <p:cNvSpPr>
              <a:spLocks noGrp="1"/>
            </p:cNvSpPr>
            <p:nvPr/>
          </p:nvSpPr>
          <p:spPr>
            <a:xfrm>
              <a:off x="15631281" y="4163339"/>
              <a:ext cx="7247" cy="70036"/>
            </a:xfrm>
            <a:custGeom>
              <a:avLst/>
              <a:gdLst/>
              <a:ahLst/>
              <a:cxnLst/>
              <a:rect l="0" t="0" r="0" b="0"/>
              <a:pathLst>
                <a:path w="7247" h="70036">
                  <a:moveTo>
                    <a:pt x="0" y="70036"/>
                  </a:moveTo>
                  <a:lnTo>
                    <a:pt x="724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7" name="Output_receptor__4436">
              <a:extLst>
                <a:ext uri="{FF2B5EF4-FFF2-40B4-BE49-F238E27FC236}">
                  <a16:creationId xmlns:a16="http://schemas.microsoft.com/office/drawing/2014/main" id="{86295757-67BC-A04B-7673-3E1E6CEC479C}"/>
                </a:ext>
              </a:extLst>
            </p:cNvPr>
            <p:cNvSpPr>
              <a:spLocks noGrp="1"/>
            </p:cNvSpPr>
            <p:nvPr/>
          </p:nvSpPr>
          <p:spPr>
            <a:xfrm>
              <a:off x="16104848" y="4095906"/>
              <a:ext cx="8912" cy="70468"/>
            </a:xfrm>
            <a:custGeom>
              <a:avLst/>
              <a:gdLst/>
              <a:ahLst/>
              <a:cxnLst/>
              <a:rect l="0" t="0" r="0" b="0"/>
              <a:pathLst>
                <a:path w="8912" h="70468">
                  <a:moveTo>
                    <a:pt x="0" y="70468"/>
                  </a:moveTo>
                  <a:lnTo>
                    <a:pt x="89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8" name="Output_receptor__4437">
              <a:extLst>
                <a:ext uri="{FF2B5EF4-FFF2-40B4-BE49-F238E27FC236}">
                  <a16:creationId xmlns:a16="http://schemas.microsoft.com/office/drawing/2014/main" id="{B3B2E6A0-A407-69C9-DD77-9087FD42756E}"/>
                </a:ext>
              </a:extLst>
            </p:cNvPr>
            <p:cNvSpPr>
              <a:spLocks noGrp="1"/>
            </p:cNvSpPr>
            <p:nvPr/>
          </p:nvSpPr>
          <p:spPr>
            <a:xfrm>
              <a:off x="16582772" y="3385001"/>
              <a:ext cx="10976" cy="57164"/>
            </a:xfrm>
            <a:custGeom>
              <a:avLst/>
              <a:gdLst/>
              <a:ahLst/>
              <a:cxnLst/>
              <a:rect l="0" t="0" r="0" b="0"/>
              <a:pathLst>
                <a:path w="10976" h="57164">
                  <a:moveTo>
                    <a:pt x="10976" y="0"/>
                  </a:moveTo>
                  <a:lnTo>
                    <a:pt x="0" y="571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9" name="Output_receptor__4438">
              <a:extLst>
                <a:ext uri="{FF2B5EF4-FFF2-40B4-BE49-F238E27FC236}">
                  <a16:creationId xmlns:a16="http://schemas.microsoft.com/office/drawing/2014/main" id="{4D8F5792-21D4-0A71-A7EF-C443E1ECD844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678055"/>
              <a:ext cx="64144" cy="32981"/>
            </a:xfrm>
            <a:custGeom>
              <a:avLst/>
              <a:gdLst/>
              <a:ahLst/>
              <a:cxnLst/>
              <a:rect l="0" t="0" r="0" b="0"/>
              <a:pathLst>
                <a:path w="64144" h="32981">
                  <a:moveTo>
                    <a:pt x="64144" y="0"/>
                  </a:moveTo>
                  <a:lnTo>
                    <a:pt x="0" y="3298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0" name="Output_receptor__4439">
              <a:extLst>
                <a:ext uri="{FF2B5EF4-FFF2-40B4-BE49-F238E27FC236}">
                  <a16:creationId xmlns:a16="http://schemas.microsoft.com/office/drawing/2014/main" id="{0D316269-7005-CF7C-8605-689EC837E91B}"/>
                </a:ext>
              </a:extLst>
            </p:cNvPr>
            <p:cNvSpPr>
              <a:spLocks noGrp="1"/>
            </p:cNvSpPr>
            <p:nvPr/>
          </p:nvSpPr>
          <p:spPr>
            <a:xfrm>
              <a:off x="16562254" y="3563432"/>
              <a:ext cx="44723" cy="34955"/>
            </a:xfrm>
            <a:custGeom>
              <a:avLst/>
              <a:gdLst/>
              <a:ahLst/>
              <a:cxnLst/>
              <a:rect l="0" t="0" r="0" b="0"/>
              <a:pathLst>
                <a:path w="44723" h="34955">
                  <a:moveTo>
                    <a:pt x="44723" y="0"/>
                  </a:moveTo>
                  <a:lnTo>
                    <a:pt x="0" y="3495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1" name="Output_receptor__4440">
              <a:extLst>
                <a:ext uri="{FF2B5EF4-FFF2-40B4-BE49-F238E27FC236}">
                  <a16:creationId xmlns:a16="http://schemas.microsoft.com/office/drawing/2014/main" id="{453A49FE-C8D4-5B55-F80F-11992B96C6E7}"/>
                </a:ext>
              </a:extLst>
            </p:cNvPr>
            <p:cNvSpPr>
              <a:spLocks noGrp="1"/>
            </p:cNvSpPr>
            <p:nvPr/>
          </p:nvSpPr>
          <p:spPr>
            <a:xfrm>
              <a:off x="15898236" y="4344296"/>
              <a:ext cx="24764" cy="61674"/>
            </a:xfrm>
            <a:custGeom>
              <a:avLst/>
              <a:gdLst/>
              <a:ahLst/>
              <a:cxnLst/>
              <a:rect l="0" t="0" r="0" b="0"/>
              <a:pathLst>
                <a:path w="24764" h="61674">
                  <a:moveTo>
                    <a:pt x="24764" y="0"/>
                  </a:moveTo>
                  <a:lnTo>
                    <a:pt x="0" y="6167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2" name="Output_receptor__4441">
              <a:extLst>
                <a:ext uri="{FF2B5EF4-FFF2-40B4-BE49-F238E27FC236}">
                  <a16:creationId xmlns:a16="http://schemas.microsoft.com/office/drawing/2014/main" id="{62557A56-08A0-4A85-E467-569FC0A9BE92}"/>
                </a:ext>
              </a:extLst>
            </p:cNvPr>
            <p:cNvSpPr>
              <a:spLocks noGrp="1"/>
            </p:cNvSpPr>
            <p:nvPr/>
          </p:nvSpPr>
          <p:spPr>
            <a:xfrm>
              <a:off x="16570905" y="3442165"/>
              <a:ext cx="11866" cy="43166"/>
            </a:xfrm>
            <a:custGeom>
              <a:avLst/>
              <a:gdLst/>
              <a:ahLst/>
              <a:cxnLst/>
              <a:rect l="0" t="0" r="0" b="0"/>
              <a:pathLst>
                <a:path w="11866" h="43166">
                  <a:moveTo>
                    <a:pt x="11866" y="0"/>
                  </a:moveTo>
                  <a:lnTo>
                    <a:pt x="0" y="43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3" name="Output_receptor__4442">
              <a:extLst>
                <a:ext uri="{FF2B5EF4-FFF2-40B4-BE49-F238E27FC236}">
                  <a16:creationId xmlns:a16="http://schemas.microsoft.com/office/drawing/2014/main" id="{9F78530C-C7C8-C29C-D044-828E9336678C}"/>
                </a:ext>
              </a:extLst>
            </p:cNvPr>
            <p:cNvSpPr>
              <a:spLocks noGrp="1"/>
            </p:cNvSpPr>
            <p:nvPr/>
          </p:nvSpPr>
          <p:spPr>
            <a:xfrm>
              <a:off x="15724986" y="4407707"/>
              <a:ext cx="56839" cy="26017"/>
            </a:xfrm>
            <a:custGeom>
              <a:avLst/>
              <a:gdLst/>
              <a:ahLst/>
              <a:cxnLst/>
              <a:rect l="0" t="0" r="0" b="0"/>
              <a:pathLst>
                <a:path w="56839" h="26017">
                  <a:moveTo>
                    <a:pt x="56839" y="260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4" name="Output_receptor__4443">
              <a:extLst>
                <a:ext uri="{FF2B5EF4-FFF2-40B4-BE49-F238E27FC236}">
                  <a16:creationId xmlns:a16="http://schemas.microsoft.com/office/drawing/2014/main" id="{BD590265-9DAB-671C-2B2F-6020DB328012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7191"/>
              <a:ext cx="7829" cy="11006"/>
            </a:xfrm>
            <a:custGeom>
              <a:avLst/>
              <a:gdLst/>
              <a:ahLst/>
              <a:cxnLst/>
              <a:rect l="0" t="0" r="0" b="0"/>
              <a:pathLst>
                <a:path w="7829" h="11006">
                  <a:moveTo>
                    <a:pt x="7829" y="110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5" name="Output_receptor__4444">
              <a:extLst>
                <a:ext uri="{FF2B5EF4-FFF2-40B4-BE49-F238E27FC236}">
                  <a16:creationId xmlns:a16="http://schemas.microsoft.com/office/drawing/2014/main" id="{700936A0-B6CB-A53A-E0A9-B64249D933F4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43877"/>
              <a:ext cx="55972" cy="43997"/>
            </a:xfrm>
            <a:custGeom>
              <a:avLst/>
              <a:gdLst/>
              <a:ahLst/>
              <a:cxnLst/>
              <a:rect l="0" t="0" r="0" b="0"/>
              <a:pathLst>
                <a:path w="55972" h="43997">
                  <a:moveTo>
                    <a:pt x="0" y="43997"/>
                  </a:moveTo>
                  <a:lnTo>
                    <a:pt x="55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6" name="Output_receptor__4445">
              <a:extLst>
                <a:ext uri="{FF2B5EF4-FFF2-40B4-BE49-F238E27FC236}">
                  <a16:creationId xmlns:a16="http://schemas.microsoft.com/office/drawing/2014/main" id="{86883298-6E2A-356F-A90A-080D02E6B9B7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87568"/>
              <a:ext cx="11987" cy="34495"/>
            </a:xfrm>
            <a:custGeom>
              <a:avLst/>
              <a:gdLst/>
              <a:ahLst/>
              <a:cxnLst/>
              <a:rect l="0" t="0" r="0" b="0"/>
              <a:pathLst>
                <a:path w="11987" h="34495">
                  <a:moveTo>
                    <a:pt x="11987" y="0"/>
                  </a:moveTo>
                  <a:lnTo>
                    <a:pt x="0" y="344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7" name="Output_receptor__4446">
              <a:extLst>
                <a:ext uri="{FF2B5EF4-FFF2-40B4-BE49-F238E27FC236}">
                  <a16:creationId xmlns:a16="http://schemas.microsoft.com/office/drawing/2014/main" id="{AE33B92C-593A-1A4F-D2D8-AB45671C133E}"/>
                </a:ext>
              </a:extLst>
            </p:cNvPr>
            <p:cNvSpPr>
              <a:spLocks noGrp="1"/>
            </p:cNvSpPr>
            <p:nvPr/>
          </p:nvSpPr>
          <p:spPr>
            <a:xfrm>
              <a:off x="16746032" y="3946486"/>
              <a:ext cx="64507" cy="12978"/>
            </a:xfrm>
            <a:custGeom>
              <a:avLst/>
              <a:gdLst/>
              <a:ahLst/>
              <a:cxnLst/>
              <a:rect l="0" t="0" r="0" b="0"/>
              <a:pathLst>
                <a:path w="64507" h="12978">
                  <a:moveTo>
                    <a:pt x="64507" y="129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8" name="Output_receptor__4447">
              <a:extLst>
                <a:ext uri="{FF2B5EF4-FFF2-40B4-BE49-F238E27FC236}">
                  <a16:creationId xmlns:a16="http://schemas.microsoft.com/office/drawing/2014/main" id="{09A1CD3F-88EA-01B8-004E-7BB28B7B10AC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485331"/>
              <a:ext cx="56806" cy="33634"/>
            </a:xfrm>
            <a:custGeom>
              <a:avLst/>
              <a:gdLst/>
              <a:ahLst/>
              <a:cxnLst/>
              <a:rect l="0" t="0" r="0" b="0"/>
              <a:pathLst>
                <a:path w="56806" h="33634">
                  <a:moveTo>
                    <a:pt x="56806" y="0"/>
                  </a:moveTo>
                  <a:lnTo>
                    <a:pt x="0" y="3363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9" name="Output_receptor__4448">
              <a:extLst>
                <a:ext uri="{FF2B5EF4-FFF2-40B4-BE49-F238E27FC236}">
                  <a16:creationId xmlns:a16="http://schemas.microsoft.com/office/drawing/2014/main" id="{4BCECE26-CD68-B39C-AEBD-22447C61C860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27895"/>
              <a:ext cx="8957" cy="11875"/>
            </a:xfrm>
            <a:custGeom>
              <a:avLst/>
              <a:gdLst/>
              <a:ahLst/>
              <a:cxnLst/>
              <a:rect l="0" t="0" r="0" b="0"/>
              <a:pathLst>
                <a:path w="8957" h="11875">
                  <a:moveTo>
                    <a:pt x="0" y="11875"/>
                  </a:moveTo>
                  <a:lnTo>
                    <a:pt x="895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0" name="Output_receptor__4449">
              <a:extLst>
                <a:ext uri="{FF2B5EF4-FFF2-40B4-BE49-F238E27FC236}">
                  <a16:creationId xmlns:a16="http://schemas.microsoft.com/office/drawing/2014/main" id="{EBA04616-B384-AE24-17A8-07DBDDE464A4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401568"/>
              <a:ext cx="36674" cy="6139"/>
            </a:xfrm>
            <a:custGeom>
              <a:avLst/>
              <a:gdLst/>
              <a:ahLst/>
              <a:cxnLst/>
              <a:rect l="0" t="0" r="0" b="0"/>
              <a:pathLst>
                <a:path w="36674" h="6139">
                  <a:moveTo>
                    <a:pt x="36674" y="6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1" name="Output_receptor__4450">
              <a:extLst>
                <a:ext uri="{FF2B5EF4-FFF2-40B4-BE49-F238E27FC236}">
                  <a16:creationId xmlns:a16="http://schemas.microsoft.com/office/drawing/2014/main" id="{C6E75A68-ACC4-327C-E603-DFFB3CA0F358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76324"/>
              <a:ext cx="47144" cy="46800"/>
            </a:xfrm>
            <a:custGeom>
              <a:avLst/>
              <a:gdLst/>
              <a:ahLst/>
              <a:cxnLst/>
              <a:rect l="0" t="0" r="0" b="0"/>
              <a:pathLst>
                <a:path w="47144" h="46800">
                  <a:moveTo>
                    <a:pt x="47144" y="46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2" name="Output_receptor__4451">
              <a:extLst>
                <a:ext uri="{FF2B5EF4-FFF2-40B4-BE49-F238E27FC236}">
                  <a16:creationId xmlns:a16="http://schemas.microsoft.com/office/drawing/2014/main" id="{8D1CCEF9-E26C-72F2-D827-60DD3B5ECFEC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481777"/>
              <a:ext cx="22033" cy="18869"/>
            </a:xfrm>
            <a:custGeom>
              <a:avLst/>
              <a:gdLst/>
              <a:ahLst/>
              <a:cxnLst/>
              <a:rect l="0" t="0" r="0" b="0"/>
              <a:pathLst>
                <a:path w="22033" h="18869">
                  <a:moveTo>
                    <a:pt x="0" y="18869"/>
                  </a:moveTo>
                  <a:lnTo>
                    <a:pt x="2203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3" name="Output_receptor__4452">
              <a:extLst>
                <a:ext uri="{FF2B5EF4-FFF2-40B4-BE49-F238E27FC236}">
                  <a16:creationId xmlns:a16="http://schemas.microsoft.com/office/drawing/2014/main" id="{D7E1EFE0-E104-EF31-AEC1-6537470A226E}"/>
                </a:ext>
              </a:extLst>
            </p:cNvPr>
            <p:cNvSpPr>
              <a:spLocks noGrp="1"/>
            </p:cNvSpPr>
            <p:nvPr/>
          </p:nvSpPr>
          <p:spPr>
            <a:xfrm>
              <a:off x="16761362" y="4024055"/>
              <a:ext cx="26093" cy="20195"/>
            </a:xfrm>
            <a:custGeom>
              <a:avLst/>
              <a:gdLst/>
              <a:ahLst/>
              <a:cxnLst/>
              <a:rect l="0" t="0" r="0" b="0"/>
              <a:pathLst>
                <a:path w="26093" h="20195">
                  <a:moveTo>
                    <a:pt x="0" y="20195"/>
                  </a:moveTo>
                  <a:lnTo>
                    <a:pt x="2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4" name="Output_receptor__4453">
              <a:extLst>
                <a:ext uri="{FF2B5EF4-FFF2-40B4-BE49-F238E27FC236}">
                  <a16:creationId xmlns:a16="http://schemas.microsoft.com/office/drawing/2014/main" id="{71EBC338-B407-2227-AB9B-5C04C2A1D1CC}"/>
                </a:ext>
              </a:extLst>
            </p:cNvPr>
            <p:cNvSpPr>
              <a:spLocks noGrp="1"/>
            </p:cNvSpPr>
            <p:nvPr/>
          </p:nvSpPr>
          <p:spPr>
            <a:xfrm>
              <a:off x="15495511" y="4090212"/>
              <a:ext cx="70685" cy="12071"/>
            </a:xfrm>
            <a:custGeom>
              <a:avLst/>
              <a:gdLst/>
              <a:ahLst/>
              <a:cxnLst/>
              <a:rect l="0" t="0" r="0" b="0"/>
              <a:pathLst>
                <a:path w="70685" h="12071">
                  <a:moveTo>
                    <a:pt x="70685" y="0"/>
                  </a:moveTo>
                  <a:lnTo>
                    <a:pt x="0" y="1207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5" name="Output_receptor__4454">
              <a:extLst>
                <a:ext uri="{FF2B5EF4-FFF2-40B4-BE49-F238E27FC236}">
                  <a16:creationId xmlns:a16="http://schemas.microsoft.com/office/drawing/2014/main" id="{AEF46BDF-B38A-022C-CED1-6BBE26DAF77C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307425"/>
              <a:ext cx="70929" cy="14586"/>
            </a:xfrm>
            <a:custGeom>
              <a:avLst/>
              <a:gdLst/>
              <a:ahLst/>
              <a:cxnLst/>
              <a:rect l="0" t="0" r="0" b="0"/>
              <a:pathLst>
                <a:path w="70929" h="14586">
                  <a:moveTo>
                    <a:pt x="70929" y="145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6" name="Output_receptor__4455">
              <a:extLst>
                <a:ext uri="{FF2B5EF4-FFF2-40B4-BE49-F238E27FC236}">
                  <a16:creationId xmlns:a16="http://schemas.microsoft.com/office/drawing/2014/main" id="{9D13A67E-4C36-02F1-DE72-DA943B05A1B0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46486"/>
              <a:ext cx="33740" cy="13510"/>
            </a:xfrm>
            <a:custGeom>
              <a:avLst/>
              <a:gdLst/>
              <a:ahLst/>
              <a:cxnLst/>
              <a:rect l="0" t="0" r="0" b="0"/>
              <a:pathLst>
                <a:path w="33740" h="13510">
                  <a:moveTo>
                    <a:pt x="33740" y="0"/>
                  </a:moveTo>
                  <a:lnTo>
                    <a:pt x="0" y="1351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7" name="Output_receptor__4456">
              <a:extLst>
                <a:ext uri="{FF2B5EF4-FFF2-40B4-BE49-F238E27FC236}">
                  <a16:creationId xmlns:a16="http://schemas.microsoft.com/office/drawing/2014/main" id="{EA65ADE7-6579-AA5E-C2F1-07D49D667E51}"/>
                </a:ext>
              </a:extLst>
            </p:cNvPr>
            <p:cNvSpPr>
              <a:spLocks noGrp="1"/>
            </p:cNvSpPr>
            <p:nvPr/>
          </p:nvSpPr>
          <p:spPr>
            <a:xfrm>
              <a:off x="15856850" y="3969341"/>
              <a:ext cx="39298" cy="48059"/>
            </a:xfrm>
            <a:custGeom>
              <a:avLst/>
              <a:gdLst/>
              <a:ahLst/>
              <a:cxnLst/>
              <a:rect l="0" t="0" r="0" b="0"/>
              <a:pathLst>
                <a:path w="39298" h="48059">
                  <a:moveTo>
                    <a:pt x="0" y="0"/>
                  </a:moveTo>
                  <a:lnTo>
                    <a:pt x="39298" y="48059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8" name="Output_receptor__4457">
              <a:extLst>
                <a:ext uri="{FF2B5EF4-FFF2-40B4-BE49-F238E27FC236}">
                  <a16:creationId xmlns:a16="http://schemas.microsoft.com/office/drawing/2014/main" id="{9EF7F588-B22C-5BF0-674B-BBC6F9474607}"/>
                </a:ext>
              </a:extLst>
            </p:cNvPr>
            <p:cNvSpPr>
              <a:spLocks noGrp="1"/>
            </p:cNvSpPr>
            <p:nvPr/>
          </p:nvSpPr>
          <p:spPr>
            <a:xfrm>
              <a:off x="16476952" y="4010097"/>
              <a:ext cx="37882" cy="58535"/>
            </a:xfrm>
            <a:custGeom>
              <a:avLst/>
              <a:gdLst/>
              <a:ahLst/>
              <a:cxnLst/>
              <a:rect l="0" t="0" r="0" b="0"/>
              <a:pathLst>
                <a:path w="37882" h="58535">
                  <a:moveTo>
                    <a:pt x="37882" y="58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9" name="Output_receptor__4458">
              <a:extLst>
                <a:ext uri="{FF2B5EF4-FFF2-40B4-BE49-F238E27FC236}">
                  <a16:creationId xmlns:a16="http://schemas.microsoft.com/office/drawing/2014/main" id="{6FF2C1A4-C19C-8D5B-9C36-4597EEC33BCE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29609" cy="16253"/>
            </a:xfrm>
            <a:custGeom>
              <a:avLst/>
              <a:gdLst/>
              <a:ahLst/>
              <a:cxnLst/>
              <a:rect l="0" t="0" r="0" b="0"/>
              <a:pathLst>
                <a:path w="29609" h="16253">
                  <a:moveTo>
                    <a:pt x="0" y="0"/>
                  </a:moveTo>
                  <a:lnTo>
                    <a:pt x="29609" y="1625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0" name="Output_receptor__4459">
              <a:extLst>
                <a:ext uri="{FF2B5EF4-FFF2-40B4-BE49-F238E27FC236}">
                  <a16:creationId xmlns:a16="http://schemas.microsoft.com/office/drawing/2014/main" id="{DA4E14D4-783C-8CFD-63A7-205531D5DD3B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69341"/>
              <a:ext cx="54632" cy="14653"/>
            </a:xfrm>
            <a:custGeom>
              <a:avLst/>
              <a:gdLst/>
              <a:ahLst/>
              <a:cxnLst/>
              <a:rect l="0" t="0" r="0" b="0"/>
              <a:pathLst>
                <a:path w="54632" h="14653">
                  <a:moveTo>
                    <a:pt x="0" y="14653"/>
                  </a:moveTo>
                  <a:lnTo>
                    <a:pt x="5463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1" name="Output_receptor__4460">
              <a:extLst>
                <a:ext uri="{FF2B5EF4-FFF2-40B4-BE49-F238E27FC236}">
                  <a16:creationId xmlns:a16="http://schemas.microsoft.com/office/drawing/2014/main" id="{9536664B-636B-110E-084F-F86FB359EB38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4681"/>
              <a:ext cx="38172" cy="36690"/>
            </a:xfrm>
            <a:custGeom>
              <a:avLst/>
              <a:gdLst/>
              <a:ahLst/>
              <a:cxnLst/>
              <a:rect l="0" t="0" r="0" b="0"/>
              <a:pathLst>
                <a:path w="38172" h="36690">
                  <a:moveTo>
                    <a:pt x="0" y="36690"/>
                  </a:moveTo>
                  <a:lnTo>
                    <a:pt x="3817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2" name="Output_receptor__4461">
              <a:extLst>
                <a:ext uri="{FF2B5EF4-FFF2-40B4-BE49-F238E27FC236}">
                  <a16:creationId xmlns:a16="http://schemas.microsoft.com/office/drawing/2014/main" id="{2BD02985-4D26-9B8C-9B44-562BE80D2277}"/>
                </a:ext>
              </a:extLst>
            </p:cNvPr>
            <p:cNvSpPr>
              <a:spLocks noGrp="1"/>
            </p:cNvSpPr>
            <p:nvPr/>
          </p:nvSpPr>
          <p:spPr>
            <a:xfrm>
              <a:off x="15736966" y="4433724"/>
              <a:ext cx="44859" cy="48054"/>
            </a:xfrm>
            <a:custGeom>
              <a:avLst/>
              <a:gdLst/>
              <a:ahLst/>
              <a:cxnLst/>
              <a:rect l="0" t="0" r="0" b="0"/>
              <a:pathLst>
                <a:path w="44859" h="48054">
                  <a:moveTo>
                    <a:pt x="0" y="48054"/>
                  </a:moveTo>
                  <a:lnTo>
                    <a:pt x="44859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3" name="Output_receptor__4462">
              <a:extLst>
                <a:ext uri="{FF2B5EF4-FFF2-40B4-BE49-F238E27FC236}">
                  <a16:creationId xmlns:a16="http://schemas.microsoft.com/office/drawing/2014/main" id="{9F988CC2-406E-B76E-1ECA-73DA16D8D2AD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192"/>
              <a:ext cx="68700" cy="439"/>
            </a:xfrm>
            <a:custGeom>
              <a:avLst/>
              <a:gdLst/>
              <a:ahLst/>
              <a:cxnLst/>
              <a:rect l="0" t="0" r="0" b="0"/>
              <a:pathLst>
                <a:path w="68700" h="439">
                  <a:moveTo>
                    <a:pt x="0" y="439"/>
                  </a:moveTo>
                  <a:lnTo>
                    <a:pt x="6870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4" name="Output_receptor__4463">
              <a:extLst>
                <a:ext uri="{FF2B5EF4-FFF2-40B4-BE49-F238E27FC236}">
                  <a16:creationId xmlns:a16="http://schemas.microsoft.com/office/drawing/2014/main" id="{206375C6-64CD-77D5-BA76-11241C48925C}"/>
                </a:ext>
              </a:extLst>
            </p:cNvPr>
            <p:cNvSpPr>
              <a:spLocks noGrp="1"/>
            </p:cNvSpPr>
            <p:nvPr/>
          </p:nvSpPr>
          <p:spPr>
            <a:xfrm>
              <a:off x="16787455" y="3959465"/>
              <a:ext cx="23084" cy="64590"/>
            </a:xfrm>
            <a:custGeom>
              <a:avLst/>
              <a:gdLst/>
              <a:ahLst/>
              <a:cxnLst/>
              <a:rect l="0" t="0" r="0" b="0"/>
              <a:pathLst>
                <a:path w="23084" h="64590">
                  <a:moveTo>
                    <a:pt x="0" y="64590"/>
                  </a:moveTo>
                  <a:lnTo>
                    <a:pt x="23084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5" name="Output_receptor__4464">
              <a:extLst>
                <a:ext uri="{FF2B5EF4-FFF2-40B4-BE49-F238E27FC236}">
                  <a16:creationId xmlns:a16="http://schemas.microsoft.com/office/drawing/2014/main" id="{050A197E-4445-A89E-7BD2-C9C6747FC926}"/>
                </a:ext>
              </a:extLst>
            </p:cNvPr>
            <p:cNvSpPr>
              <a:spLocks noGrp="1"/>
            </p:cNvSpPr>
            <p:nvPr/>
          </p:nvSpPr>
          <p:spPr>
            <a:xfrm>
              <a:off x="15845716" y="4017400"/>
              <a:ext cx="50431" cy="50796"/>
            </a:xfrm>
            <a:custGeom>
              <a:avLst/>
              <a:gdLst/>
              <a:ahLst/>
              <a:cxnLst/>
              <a:rect l="0" t="0" r="0" b="0"/>
              <a:pathLst>
                <a:path w="50431" h="50796">
                  <a:moveTo>
                    <a:pt x="50431" y="0"/>
                  </a:moveTo>
                  <a:lnTo>
                    <a:pt x="0" y="5079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6" name="Output_receptor__4465">
              <a:extLst>
                <a:ext uri="{FF2B5EF4-FFF2-40B4-BE49-F238E27FC236}">
                  <a16:creationId xmlns:a16="http://schemas.microsoft.com/office/drawing/2014/main" id="{6CED9715-F2E0-8288-48A9-730EDDB0AF60}"/>
                </a:ext>
              </a:extLst>
            </p:cNvPr>
            <p:cNvSpPr>
              <a:spLocks noGrp="1"/>
            </p:cNvSpPr>
            <p:nvPr/>
          </p:nvSpPr>
          <p:spPr>
            <a:xfrm>
              <a:off x="15566197" y="4090212"/>
              <a:ext cx="10680" cy="64469"/>
            </a:xfrm>
            <a:custGeom>
              <a:avLst/>
              <a:gdLst/>
              <a:ahLst/>
              <a:cxnLst/>
              <a:rect l="0" t="0" r="0" b="0"/>
              <a:pathLst>
                <a:path w="10680" h="64469">
                  <a:moveTo>
                    <a:pt x="10680" y="644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7" name="Output_receptor__4466">
              <a:extLst>
                <a:ext uri="{FF2B5EF4-FFF2-40B4-BE49-F238E27FC236}">
                  <a16:creationId xmlns:a16="http://schemas.microsoft.com/office/drawing/2014/main" id="{AE3CFB82-2F0F-9BD8-9BDD-EE5B694507A1}"/>
                </a:ext>
              </a:extLst>
            </p:cNvPr>
            <p:cNvSpPr>
              <a:spLocks noGrp="1"/>
            </p:cNvSpPr>
            <p:nvPr/>
          </p:nvSpPr>
          <p:spPr>
            <a:xfrm>
              <a:off x="15885176" y="4246192"/>
              <a:ext cx="18434" cy="57733"/>
            </a:xfrm>
            <a:custGeom>
              <a:avLst/>
              <a:gdLst/>
              <a:ahLst/>
              <a:cxnLst/>
              <a:rect l="0" t="0" r="0" b="0"/>
              <a:pathLst>
                <a:path w="18434" h="57733">
                  <a:moveTo>
                    <a:pt x="0" y="0"/>
                  </a:moveTo>
                  <a:lnTo>
                    <a:pt x="18434" y="5773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8" name="Output_receptor__4467">
              <a:extLst>
                <a:ext uri="{FF2B5EF4-FFF2-40B4-BE49-F238E27FC236}">
                  <a16:creationId xmlns:a16="http://schemas.microsoft.com/office/drawing/2014/main" id="{B3777DC6-BBEC-F755-9F1F-1EFB19D6591E}"/>
                </a:ext>
              </a:extLst>
            </p:cNvPr>
            <p:cNvSpPr>
              <a:spLocks noGrp="1"/>
            </p:cNvSpPr>
            <p:nvPr/>
          </p:nvSpPr>
          <p:spPr>
            <a:xfrm>
              <a:off x="16593748" y="3385001"/>
              <a:ext cx="21416" cy="9792"/>
            </a:xfrm>
            <a:custGeom>
              <a:avLst/>
              <a:gdLst/>
              <a:ahLst/>
              <a:cxnLst/>
              <a:rect l="0" t="0" r="0" b="0"/>
              <a:pathLst>
                <a:path w="21416" h="9792">
                  <a:moveTo>
                    <a:pt x="21416" y="97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4469" name="Output_receptor__4468">
              <a:extLst>
                <a:ext uri="{FF2B5EF4-FFF2-40B4-BE49-F238E27FC236}">
                  <a16:creationId xmlns:a16="http://schemas.microsoft.com/office/drawing/2014/main" id="{98A66D19-BC48-BDC0-64A8-990B289C1BED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4" y="4322011"/>
              <a:ext cx="6254" cy="47063"/>
            </a:xfrm>
            <a:custGeom>
              <a:avLst/>
              <a:gdLst/>
              <a:ahLst/>
              <a:cxnLst/>
              <a:rect l="0" t="0" r="0" b="0"/>
              <a:pathLst>
                <a:path w="6254" h="47063">
                  <a:moveTo>
                    <a:pt x="0" y="47063"/>
                  </a:moveTo>
                  <a:lnTo>
                    <a:pt x="6254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0" name="Output_receptor__4469">
              <a:extLst>
                <a:ext uri="{FF2B5EF4-FFF2-40B4-BE49-F238E27FC236}">
                  <a16:creationId xmlns:a16="http://schemas.microsoft.com/office/drawing/2014/main" id="{69858F1A-A97D-1886-8314-39C52B53574A}"/>
                </a:ext>
              </a:extLst>
            </p:cNvPr>
            <p:cNvSpPr>
              <a:spLocks noGrp="1"/>
            </p:cNvSpPr>
            <p:nvPr/>
          </p:nvSpPr>
          <p:spPr>
            <a:xfrm>
              <a:off x="16679768" y="3864829"/>
              <a:ext cx="71945" cy="7814"/>
            </a:xfrm>
            <a:custGeom>
              <a:avLst/>
              <a:gdLst/>
              <a:ahLst/>
              <a:cxnLst/>
              <a:rect l="0" t="0" r="0" b="0"/>
              <a:pathLst>
                <a:path w="71945" h="7814">
                  <a:moveTo>
                    <a:pt x="71945" y="0"/>
                  </a:moveTo>
                  <a:lnTo>
                    <a:pt x="0" y="7814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1" name="Output_receptor__4470">
              <a:extLst>
                <a:ext uri="{FF2B5EF4-FFF2-40B4-BE49-F238E27FC236}">
                  <a16:creationId xmlns:a16="http://schemas.microsoft.com/office/drawing/2014/main" id="{661E4DC0-DB95-A1AA-698C-D8B09DD59362}"/>
                </a:ext>
              </a:extLst>
            </p:cNvPr>
            <p:cNvSpPr>
              <a:spLocks noGrp="1"/>
            </p:cNvSpPr>
            <p:nvPr/>
          </p:nvSpPr>
          <p:spPr>
            <a:xfrm>
              <a:off x="16453787" y="4068632"/>
              <a:ext cx="61048" cy="30365"/>
            </a:xfrm>
            <a:custGeom>
              <a:avLst/>
              <a:gdLst/>
              <a:ahLst/>
              <a:cxnLst/>
              <a:rect l="0" t="0" r="0" b="0"/>
              <a:pathLst>
                <a:path w="61048" h="30365">
                  <a:moveTo>
                    <a:pt x="0" y="30365"/>
                  </a:moveTo>
                  <a:lnTo>
                    <a:pt x="61048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2" name="Output_receptor__4471">
              <a:extLst>
                <a:ext uri="{FF2B5EF4-FFF2-40B4-BE49-F238E27FC236}">
                  <a16:creationId xmlns:a16="http://schemas.microsoft.com/office/drawing/2014/main" id="{827F77E2-BFEB-94D3-C7EE-46DADCA83D15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21150"/>
              <a:ext cx="62841" cy="25726"/>
            </a:xfrm>
            <a:custGeom>
              <a:avLst/>
              <a:gdLst/>
              <a:ahLst/>
              <a:cxnLst/>
              <a:rect l="0" t="0" r="0" b="0"/>
              <a:pathLst>
                <a:path w="62841" h="25726">
                  <a:moveTo>
                    <a:pt x="62841" y="0"/>
                  </a:moveTo>
                  <a:lnTo>
                    <a:pt x="0" y="2572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3" name="Output_receptor__4472">
              <a:extLst>
                <a:ext uri="{FF2B5EF4-FFF2-40B4-BE49-F238E27FC236}">
                  <a16:creationId xmlns:a16="http://schemas.microsoft.com/office/drawing/2014/main" id="{D68B0D66-C06F-63CF-776D-9448A6AE99A2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102283"/>
              <a:ext cx="7848" cy="25608"/>
            </a:xfrm>
            <a:custGeom>
              <a:avLst/>
              <a:gdLst/>
              <a:ahLst/>
              <a:cxnLst/>
              <a:rect l="0" t="0" r="0" b="0"/>
              <a:pathLst>
                <a:path w="7848" h="25608">
                  <a:moveTo>
                    <a:pt x="7848" y="0"/>
                  </a:moveTo>
                  <a:lnTo>
                    <a:pt x="0" y="25608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4" name="Output_receptor__4473">
              <a:extLst>
                <a:ext uri="{FF2B5EF4-FFF2-40B4-BE49-F238E27FC236}">
                  <a16:creationId xmlns:a16="http://schemas.microsoft.com/office/drawing/2014/main" id="{E44F4912-1DE4-F4EC-FF21-C1FDA11CEA0A}"/>
                </a:ext>
              </a:extLst>
            </p:cNvPr>
            <p:cNvSpPr>
              <a:spLocks noGrp="1"/>
            </p:cNvSpPr>
            <p:nvPr/>
          </p:nvSpPr>
          <p:spPr>
            <a:xfrm>
              <a:off x="16520002" y="4177130"/>
              <a:ext cx="34062" cy="45994"/>
            </a:xfrm>
            <a:custGeom>
              <a:avLst/>
              <a:gdLst/>
              <a:ahLst/>
              <a:cxnLst/>
              <a:rect l="0" t="0" r="0" b="0"/>
              <a:pathLst>
                <a:path w="34062" h="45994">
                  <a:moveTo>
                    <a:pt x="34062" y="0"/>
                  </a:moveTo>
                  <a:lnTo>
                    <a:pt x="0" y="45994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75" name="Output_receptor__4474">
              <a:extLst>
                <a:ext uri="{FF2B5EF4-FFF2-40B4-BE49-F238E27FC236}">
                  <a16:creationId xmlns:a16="http://schemas.microsoft.com/office/drawing/2014/main" id="{A6B5A35F-B444-D91A-99F2-B527F979B858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32765" cy="2956"/>
            </a:xfrm>
            <a:custGeom>
              <a:avLst/>
              <a:gdLst/>
              <a:ahLst/>
              <a:cxnLst/>
              <a:rect l="0" t="0" r="0" b="0"/>
              <a:pathLst>
                <a:path w="32765" h="2956">
                  <a:moveTo>
                    <a:pt x="32765" y="29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6" name="Output_receptor__4475">
              <a:extLst>
                <a:ext uri="{FF2B5EF4-FFF2-40B4-BE49-F238E27FC236}">
                  <a16:creationId xmlns:a16="http://schemas.microsoft.com/office/drawing/2014/main" id="{7FB3D4C6-D992-1C36-DB39-211F5FF92FB5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75716"/>
              <a:ext cx="46289" cy="46348"/>
            </a:xfrm>
            <a:custGeom>
              <a:avLst/>
              <a:gdLst/>
              <a:ahLst/>
              <a:cxnLst/>
              <a:rect l="0" t="0" r="0" b="0"/>
              <a:pathLst>
                <a:path w="46289" h="46348">
                  <a:moveTo>
                    <a:pt x="0" y="46348"/>
                  </a:moveTo>
                  <a:lnTo>
                    <a:pt x="462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7" name="Output_receptor__4476">
              <a:extLst>
                <a:ext uri="{FF2B5EF4-FFF2-40B4-BE49-F238E27FC236}">
                  <a16:creationId xmlns:a16="http://schemas.microsoft.com/office/drawing/2014/main" id="{82B41BB9-7C0E-AB94-9F08-8F18FA42E3EB}"/>
                </a:ext>
              </a:extLst>
            </p:cNvPr>
            <p:cNvSpPr>
              <a:spLocks noGrp="1"/>
            </p:cNvSpPr>
            <p:nvPr/>
          </p:nvSpPr>
          <p:spPr>
            <a:xfrm>
              <a:off x="16038823" y="4021150"/>
              <a:ext cx="38321" cy="54566"/>
            </a:xfrm>
            <a:custGeom>
              <a:avLst/>
              <a:gdLst/>
              <a:ahLst/>
              <a:cxnLst/>
              <a:rect l="0" t="0" r="0" b="0"/>
              <a:pathLst>
                <a:path w="38321" h="54566">
                  <a:moveTo>
                    <a:pt x="38321" y="54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8" name="Output_receptor__4477">
              <a:extLst>
                <a:ext uri="{FF2B5EF4-FFF2-40B4-BE49-F238E27FC236}">
                  <a16:creationId xmlns:a16="http://schemas.microsoft.com/office/drawing/2014/main" id="{FF748976-BD71-63C2-AE83-B732D93191E1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206371"/>
              <a:ext cx="61531" cy="7985"/>
            </a:xfrm>
            <a:custGeom>
              <a:avLst/>
              <a:gdLst/>
              <a:ahLst/>
              <a:cxnLst/>
              <a:rect l="0" t="0" r="0" b="0"/>
              <a:pathLst>
                <a:path w="61531" h="7985">
                  <a:moveTo>
                    <a:pt x="61531" y="79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9" name="Output_receptor__4478">
              <a:extLst>
                <a:ext uri="{FF2B5EF4-FFF2-40B4-BE49-F238E27FC236}">
                  <a16:creationId xmlns:a16="http://schemas.microsoft.com/office/drawing/2014/main" id="{1EFC9E72-79E1-CE01-4A78-CC3F562FB993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03925"/>
              <a:ext cx="59890" cy="35846"/>
            </a:xfrm>
            <a:custGeom>
              <a:avLst/>
              <a:gdLst/>
              <a:ahLst/>
              <a:cxnLst/>
              <a:rect l="0" t="0" r="0" b="0"/>
              <a:pathLst>
                <a:path w="59890" h="35846">
                  <a:moveTo>
                    <a:pt x="59890" y="0"/>
                  </a:moveTo>
                  <a:lnTo>
                    <a:pt x="0" y="3584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0" name="Output_receptor__4479">
              <a:extLst>
                <a:ext uri="{FF2B5EF4-FFF2-40B4-BE49-F238E27FC236}">
                  <a16:creationId xmlns:a16="http://schemas.microsoft.com/office/drawing/2014/main" id="{541CB08F-296F-D5FF-7D99-A350B596EFC6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369074"/>
              <a:ext cx="56342" cy="32493"/>
            </a:xfrm>
            <a:custGeom>
              <a:avLst/>
              <a:gdLst/>
              <a:ahLst/>
              <a:cxnLst/>
              <a:rect l="0" t="0" r="0" b="0"/>
              <a:pathLst>
                <a:path w="56342" h="32493">
                  <a:moveTo>
                    <a:pt x="0" y="32493"/>
                  </a:moveTo>
                  <a:lnTo>
                    <a:pt x="56342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1" name="Output_receptor__4480">
              <a:extLst>
                <a:ext uri="{FF2B5EF4-FFF2-40B4-BE49-F238E27FC236}">
                  <a16:creationId xmlns:a16="http://schemas.microsoft.com/office/drawing/2014/main" id="{59E96D50-C013-254E-102E-D14F0F7621FF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296004"/>
              <a:ext cx="5321" cy="11421"/>
            </a:xfrm>
            <a:custGeom>
              <a:avLst/>
              <a:gdLst/>
              <a:ahLst/>
              <a:cxnLst/>
              <a:rect l="0" t="0" r="0" b="0"/>
              <a:pathLst>
                <a:path w="5321" h="11421">
                  <a:moveTo>
                    <a:pt x="0" y="11421"/>
                  </a:moveTo>
                  <a:lnTo>
                    <a:pt x="5321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2" name="Output_receptor__4481">
              <a:extLst>
                <a:ext uri="{FF2B5EF4-FFF2-40B4-BE49-F238E27FC236}">
                  <a16:creationId xmlns:a16="http://schemas.microsoft.com/office/drawing/2014/main" id="{8F716E31-3825-223A-673E-D5F336270A8D}"/>
                </a:ext>
              </a:extLst>
            </p:cNvPr>
            <p:cNvSpPr>
              <a:spLocks noGrp="1"/>
            </p:cNvSpPr>
            <p:nvPr/>
          </p:nvSpPr>
          <p:spPr>
            <a:xfrm>
              <a:off x="15716594" y="4214356"/>
              <a:ext cx="27195" cy="39533"/>
            </a:xfrm>
            <a:custGeom>
              <a:avLst/>
              <a:gdLst/>
              <a:ahLst/>
              <a:cxnLst/>
              <a:rect l="0" t="0" r="0" b="0"/>
              <a:pathLst>
                <a:path w="27195" h="39533">
                  <a:moveTo>
                    <a:pt x="27195" y="395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3" name="Output_receptor__4482">
              <a:extLst>
                <a:ext uri="{FF2B5EF4-FFF2-40B4-BE49-F238E27FC236}">
                  <a16:creationId xmlns:a16="http://schemas.microsoft.com/office/drawing/2014/main" id="{A098994F-2495-127F-48B4-BE52788AE2EF}"/>
                </a:ext>
              </a:extLst>
            </p:cNvPr>
            <p:cNvSpPr>
              <a:spLocks noGrp="1"/>
            </p:cNvSpPr>
            <p:nvPr/>
          </p:nvSpPr>
          <p:spPr>
            <a:xfrm>
              <a:off x="16751712" y="3864829"/>
              <a:ext cx="7529" cy="54239"/>
            </a:xfrm>
            <a:custGeom>
              <a:avLst/>
              <a:gdLst/>
              <a:ahLst/>
              <a:cxnLst/>
              <a:rect l="0" t="0" r="0" b="0"/>
              <a:pathLst>
                <a:path w="7529" h="54239">
                  <a:moveTo>
                    <a:pt x="7529" y="5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4" name="Output_receptor__4483">
              <a:extLst>
                <a:ext uri="{FF2B5EF4-FFF2-40B4-BE49-F238E27FC236}">
                  <a16:creationId xmlns:a16="http://schemas.microsoft.com/office/drawing/2014/main" id="{21B0485B-7592-BCF8-CD93-7A011C94F3D3}"/>
                </a:ext>
              </a:extLst>
            </p:cNvPr>
            <p:cNvSpPr>
              <a:spLocks noGrp="1"/>
            </p:cNvSpPr>
            <p:nvPr/>
          </p:nvSpPr>
          <p:spPr>
            <a:xfrm>
              <a:off x="15674663" y="4107572"/>
              <a:ext cx="55559" cy="28064"/>
            </a:xfrm>
            <a:custGeom>
              <a:avLst/>
              <a:gdLst/>
              <a:ahLst/>
              <a:cxnLst/>
              <a:rect l="0" t="0" r="0" b="0"/>
              <a:pathLst>
                <a:path w="55559" h="28064">
                  <a:moveTo>
                    <a:pt x="55559" y="280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5" name="Output_receptor__4484">
              <a:extLst>
                <a:ext uri="{FF2B5EF4-FFF2-40B4-BE49-F238E27FC236}">
                  <a16:creationId xmlns:a16="http://schemas.microsoft.com/office/drawing/2014/main" id="{F424E1D6-4AA8-BCF8-C782-4DBA8A143CAE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19068"/>
              <a:ext cx="46949" cy="40928"/>
            </a:xfrm>
            <a:custGeom>
              <a:avLst/>
              <a:gdLst/>
              <a:ahLst/>
              <a:cxnLst/>
              <a:rect l="0" t="0" r="0" b="0"/>
              <a:pathLst>
                <a:path w="46949" h="40928">
                  <a:moveTo>
                    <a:pt x="0" y="40928"/>
                  </a:moveTo>
                  <a:lnTo>
                    <a:pt x="4694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6" name="Output_receptor__4485">
              <a:extLst>
                <a:ext uri="{FF2B5EF4-FFF2-40B4-BE49-F238E27FC236}">
                  <a16:creationId xmlns:a16="http://schemas.microsoft.com/office/drawing/2014/main" id="{51AAC8E9-833D-C4FF-DD21-15778A2E4EA3}"/>
                </a:ext>
              </a:extLst>
            </p:cNvPr>
            <p:cNvSpPr>
              <a:spLocks noGrp="1"/>
            </p:cNvSpPr>
            <p:nvPr/>
          </p:nvSpPr>
          <p:spPr>
            <a:xfrm>
              <a:off x="15427711" y="4019707"/>
              <a:ext cx="69323" cy="20701"/>
            </a:xfrm>
            <a:custGeom>
              <a:avLst/>
              <a:gdLst/>
              <a:ahLst/>
              <a:cxnLst/>
              <a:rect l="0" t="0" r="0" b="0"/>
              <a:pathLst>
                <a:path w="69323" h="20701">
                  <a:moveTo>
                    <a:pt x="69323" y="0"/>
                  </a:moveTo>
                  <a:lnTo>
                    <a:pt x="0" y="2070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7" name="Output_receptor__4486">
              <a:extLst>
                <a:ext uri="{FF2B5EF4-FFF2-40B4-BE49-F238E27FC236}">
                  <a16:creationId xmlns:a16="http://schemas.microsoft.com/office/drawing/2014/main" id="{AB8ACAA8-FA47-DAD3-7E59-94EE4F687349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631"/>
              <a:ext cx="21319" cy="9118"/>
            </a:xfrm>
            <a:custGeom>
              <a:avLst/>
              <a:gdLst/>
              <a:ahLst/>
              <a:cxnLst/>
              <a:rect l="0" t="0" r="0" b="0"/>
              <a:pathLst>
                <a:path w="21319" h="9118">
                  <a:moveTo>
                    <a:pt x="21319" y="9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8" name="Output_receptor__4487">
              <a:extLst>
                <a:ext uri="{FF2B5EF4-FFF2-40B4-BE49-F238E27FC236}">
                  <a16:creationId xmlns:a16="http://schemas.microsoft.com/office/drawing/2014/main" id="{89FA3709-D3D3-30D2-450E-BD95E680EEFD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75963"/>
              <a:ext cx="43827" cy="8031"/>
            </a:xfrm>
            <a:custGeom>
              <a:avLst/>
              <a:gdLst/>
              <a:ahLst/>
              <a:cxnLst/>
              <a:rect l="0" t="0" r="0" b="0"/>
              <a:pathLst>
                <a:path w="43827" h="8031">
                  <a:moveTo>
                    <a:pt x="43827" y="0"/>
                  </a:moveTo>
                  <a:lnTo>
                    <a:pt x="0" y="803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9" name="Output_receptor__4488">
              <a:extLst>
                <a:ext uri="{FF2B5EF4-FFF2-40B4-BE49-F238E27FC236}">
                  <a16:creationId xmlns:a16="http://schemas.microsoft.com/office/drawing/2014/main" id="{4E300220-D2CF-C4AB-075D-D1DFD45DB7AE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56300" cy="44146"/>
            </a:xfrm>
            <a:custGeom>
              <a:avLst/>
              <a:gdLst/>
              <a:ahLst/>
              <a:cxnLst/>
              <a:rect l="0" t="0" r="0" b="0"/>
              <a:pathLst>
                <a:path w="56300" h="44146">
                  <a:moveTo>
                    <a:pt x="56300" y="44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0" name="Output_receptor__4489">
              <a:extLst>
                <a:ext uri="{FF2B5EF4-FFF2-40B4-BE49-F238E27FC236}">
                  <a16:creationId xmlns:a16="http://schemas.microsoft.com/office/drawing/2014/main" id="{49D9ED0A-1A19-82AA-B4AF-515A85EAA96C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107572"/>
              <a:ext cx="46755" cy="602"/>
            </a:xfrm>
            <a:custGeom>
              <a:avLst/>
              <a:gdLst/>
              <a:ahLst/>
              <a:cxnLst/>
              <a:rect l="0" t="0" r="0" b="0"/>
              <a:pathLst>
                <a:path w="46755" h="602">
                  <a:moveTo>
                    <a:pt x="46755" y="0"/>
                  </a:moveTo>
                  <a:lnTo>
                    <a:pt x="0" y="602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1" name="Output_receptor__4490">
              <a:extLst>
                <a:ext uri="{FF2B5EF4-FFF2-40B4-BE49-F238E27FC236}">
                  <a16:creationId xmlns:a16="http://schemas.microsoft.com/office/drawing/2014/main" id="{20C69684-6BC7-51E5-6350-2CB203529B7C}"/>
                </a:ext>
              </a:extLst>
            </p:cNvPr>
            <p:cNvSpPr>
              <a:spLocks noGrp="1"/>
            </p:cNvSpPr>
            <p:nvPr/>
          </p:nvSpPr>
          <p:spPr>
            <a:xfrm>
              <a:off x="15794845" y="3893246"/>
              <a:ext cx="70203" cy="16636"/>
            </a:xfrm>
            <a:custGeom>
              <a:avLst/>
              <a:gdLst/>
              <a:ahLst/>
              <a:cxnLst/>
              <a:rect l="0" t="0" r="0" b="0"/>
              <a:pathLst>
                <a:path w="70203" h="16636">
                  <a:moveTo>
                    <a:pt x="0" y="0"/>
                  </a:moveTo>
                  <a:lnTo>
                    <a:pt x="70203" y="1663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2" name="Output_receptor__4491">
              <a:extLst>
                <a:ext uri="{FF2B5EF4-FFF2-40B4-BE49-F238E27FC236}">
                  <a16:creationId xmlns:a16="http://schemas.microsoft.com/office/drawing/2014/main" id="{0C70E7B8-DD33-2748-42C9-F8225748E33D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71613" cy="139"/>
            </a:xfrm>
            <a:custGeom>
              <a:avLst/>
              <a:gdLst/>
              <a:ahLst/>
              <a:cxnLst/>
              <a:rect l="0" t="0" r="0" b="0"/>
              <a:pathLst>
                <a:path w="71613" h="139">
                  <a:moveTo>
                    <a:pt x="71613" y="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3" name="Output_receptor__4492">
              <a:extLst>
                <a:ext uri="{FF2B5EF4-FFF2-40B4-BE49-F238E27FC236}">
                  <a16:creationId xmlns:a16="http://schemas.microsoft.com/office/drawing/2014/main" id="{DF3D3D18-1BCE-AF94-51C7-4B9BC0BA143C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66880"/>
              <a:ext cx="2220" cy="5764"/>
            </a:xfrm>
            <a:custGeom>
              <a:avLst/>
              <a:gdLst/>
              <a:ahLst/>
              <a:cxnLst/>
              <a:rect l="0" t="0" r="0" b="0"/>
              <a:pathLst>
                <a:path w="2220" h="5764">
                  <a:moveTo>
                    <a:pt x="2220" y="5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4" name="Output_receptor__4493">
              <a:extLst>
                <a:ext uri="{FF2B5EF4-FFF2-40B4-BE49-F238E27FC236}">
                  <a16:creationId xmlns:a16="http://schemas.microsoft.com/office/drawing/2014/main" id="{52F99B2E-75D5-5300-49D6-89C81E01C8B3}"/>
                </a:ext>
              </a:extLst>
            </p:cNvPr>
            <p:cNvSpPr>
              <a:spLocks noGrp="1"/>
            </p:cNvSpPr>
            <p:nvPr/>
          </p:nvSpPr>
          <p:spPr>
            <a:xfrm>
              <a:off x="16133799" y="4319192"/>
              <a:ext cx="66591" cy="5459"/>
            </a:xfrm>
            <a:custGeom>
              <a:avLst/>
              <a:gdLst/>
              <a:ahLst/>
              <a:cxnLst/>
              <a:rect l="0" t="0" r="0" b="0"/>
              <a:pathLst>
                <a:path w="66591" h="5459">
                  <a:moveTo>
                    <a:pt x="0" y="0"/>
                  </a:moveTo>
                  <a:lnTo>
                    <a:pt x="66591" y="5459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5" name="Output_receptor__4494">
              <a:extLst>
                <a:ext uri="{FF2B5EF4-FFF2-40B4-BE49-F238E27FC236}">
                  <a16:creationId xmlns:a16="http://schemas.microsoft.com/office/drawing/2014/main" id="{0943B53E-D3DC-BC18-9299-456A4FE9537A}"/>
                </a:ext>
              </a:extLst>
            </p:cNvPr>
            <p:cNvSpPr>
              <a:spLocks noGrp="1"/>
            </p:cNvSpPr>
            <p:nvPr/>
          </p:nvSpPr>
          <p:spPr>
            <a:xfrm>
              <a:off x="16554063" y="4177130"/>
              <a:ext cx="58379" cy="20111"/>
            </a:xfrm>
            <a:custGeom>
              <a:avLst/>
              <a:gdLst/>
              <a:ahLst/>
              <a:cxnLst/>
              <a:rect l="0" t="0" r="0" b="0"/>
              <a:pathLst>
                <a:path w="58379" h="20111">
                  <a:moveTo>
                    <a:pt x="58379" y="201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6" name="Output_receptor__4495">
              <a:extLst>
                <a:ext uri="{FF2B5EF4-FFF2-40B4-BE49-F238E27FC236}">
                  <a16:creationId xmlns:a16="http://schemas.microsoft.com/office/drawing/2014/main" id="{E7350605-9419-647B-A181-F5391C183DD7}"/>
                </a:ext>
              </a:extLst>
            </p:cNvPr>
            <p:cNvSpPr>
              <a:spLocks noGrp="1"/>
            </p:cNvSpPr>
            <p:nvPr/>
          </p:nvSpPr>
          <p:spPr>
            <a:xfrm>
              <a:off x="15685300" y="4253888"/>
              <a:ext cx="58489" cy="42115"/>
            </a:xfrm>
            <a:custGeom>
              <a:avLst/>
              <a:gdLst/>
              <a:ahLst/>
              <a:cxnLst/>
              <a:rect l="0" t="0" r="0" b="0"/>
              <a:pathLst>
                <a:path w="58489" h="42115">
                  <a:moveTo>
                    <a:pt x="0" y="42115"/>
                  </a:moveTo>
                  <a:lnTo>
                    <a:pt x="584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7" name="Output_receptor__4496">
              <a:extLst>
                <a:ext uri="{FF2B5EF4-FFF2-40B4-BE49-F238E27FC236}">
                  <a16:creationId xmlns:a16="http://schemas.microsoft.com/office/drawing/2014/main" id="{4603C6E8-0A6A-2492-BF1F-94951A3DEC8E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78065"/>
              <a:ext cx="58878" cy="12895"/>
            </a:xfrm>
            <a:custGeom>
              <a:avLst/>
              <a:gdLst/>
              <a:ahLst/>
              <a:cxnLst/>
              <a:rect l="0" t="0" r="0" b="0"/>
              <a:pathLst>
                <a:path w="58878" h="12895">
                  <a:moveTo>
                    <a:pt x="58878" y="0"/>
                  </a:moveTo>
                  <a:lnTo>
                    <a:pt x="0" y="12895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8" name="Output_receptor__4497">
              <a:extLst>
                <a:ext uri="{FF2B5EF4-FFF2-40B4-BE49-F238E27FC236}">
                  <a16:creationId xmlns:a16="http://schemas.microsoft.com/office/drawing/2014/main" id="{AB385CD0-EDFA-E0F3-E61F-EE702AEDF9D1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46876"/>
              <a:ext cx="29664" cy="9503"/>
            </a:xfrm>
            <a:custGeom>
              <a:avLst/>
              <a:gdLst/>
              <a:ahLst/>
              <a:cxnLst/>
              <a:rect l="0" t="0" r="0" b="0"/>
              <a:pathLst>
                <a:path w="29664" h="9503">
                  <a:moveTo>
                    <a:pt x="0" y="0"/>
                  </a:moveTo>
                  <a:lnTo>
                    <a:pt x="29664" y="95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499" name="Output_receptor__4498">
              <a:extLst>
                <a:ext uri="{FF2B5EF4-FFF2-40B4-BE49-F238E27FC236}">
                  <a16:creationId xmlns:a16="http://schemas.microsoft.com/office/drawing/2014/main" id="{E2871733-6DF6-28C8-5FD8-AC84506546F7}"/>
                </a:ext>
              </a:extLst>
            </p:cNvPr>
            <p:cNvSpPr>
              <a:spLocks noGrp="1"/>
            </p:cNvSpPr>
            <p:nvPr/>
          </p:nvSpPr>
          <p:spPr>
            <a:xfrm>
              <a:off x="16612443" y="4155516"/>
              <a:ext cx="51164" cy="41725"/>
            </a:xfrm>
            <a:custGeom>
              <a:avLst/>
              <a:gdLst/>
              <a:ahLst/>
              <a:cxnLst/>
              <a:rect l="0" t="0" r="0" b="0"/>
              <a:pathLst>
                <a:path w="51164" h="41725">
                  <a:moveTo>
                    <a:pt x="51164" y="0"/>
                  </a:moveTo>
                  <a:lnTo>
                    <a:pt x="0" y="41725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00" name="Output_receptor__4499">
              <a:extLst>
                <a:ext uri="{FF2B5EF4-FFF2-40B4-BE49-F238E27FC236}">
                  <a16:creationId xmlns:a16="http://schemas.microsoft.com/office/drawing/2014/main" id="{CBD2456A-A131-2BC6-242E-4265422F64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034" y="4019707"/>
              <a:ext cx="27168" cy="54698"/>
            </a:xfrm>
            <a:custGeom>
              <a:avLst/>
              <a:gdLst/>
              <a:ahLst/>
              <a:cxnLst/>
              <a:rect l="0" t="0" r="0" b="0"/>
              <a:pathLst>
                <a:path w="27168" h="54698">
                  <a:moveTo>
                    <a:pt x="27168" y="54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1" name="Output_receptor__4500">
              <a:extLst>
                <a:ext uri="{FF2B5EF4-FFF2-40B4-BE49-F238E27FC236}">
                  <a16:creationId xmlns:a16="http://schemas.microsoft.com/office/drawing/2014/main" id="{64FA2B37-8E1F-A89F-F273-A7CDF51FC343}"/>
                </a:ext>
              </a:extLst>
            </p:cNvPr>
            <p:cNvSpPr>
              <a:spLocks noGrp="1"/>
            </p:cNvSpPr>
            <p:nvPr/>
          </p:nvSpPr>
          <p:spPr>
            <a:xfrm>
              <a:off x="16507336" y="3961175"/>
              <a:ext cx="28362" cy="52673"/>
            </a:xfrm>
            <a:custGeom>
              <a:avLst/>
              <a:gdLst/>
              <a:ahLst/>
              <a:cxnLst/>
              <a:rect l="0" t="0" r="0" b="0"/>
              <a:pathLst>
                <a:path w="28362" h="52673">
                  <a:moveTo>
                    <a:pt x="0" y="52673"/>
                  </a:moveTo>
                  <a:lnTo>
                    <a:pt x="2836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2" name="Output_receptor__4501">
              <a:extLst>
                <a:ext uri="{FF2B5EF4-FFF2-40B4-BE49-F238E27FC236}">
                  <a16:creationId xmlns:a16="http://schemas.microsoft.com/office/drawing/2014/main" id="{CDE4DB56-E25D-9AE8-17A1-175CE935EC5A}"/>
                </a:ext>
              </a:extLst>
            </p:cNvPr>
            <p:cNvSpPr>
              <a:spLocks noGrp="1"/>
            </p:cNvSpPr>
            <p:nvPr/>
          </p:nvSpPr>
          <p:spPr>
            <a:xfrm>
              <a:off x="16684155" y="3778065"/>
              <a:ext cx="39956" cy="33542"/>
            </a:xfrm>
            <a:custGeom>
              <a:avLst/>
              <a:gdLst/>
              <a:ahLst/>
              <a:cxnLst/>
              <a:rect l="0" t="0" r="0" b="0"/>
              <a:pathLst>
                <a:path w="39956" h="33542">
                  <a:moveTo>
                    <a:pt x="39956" y="335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3" name="Output_receptor__4502">
              <a:extLst>
                <a:ext uri="{FF2B5EF4-FFF2-40B4-BE49-F238E27FC236}">
                  <a16:creationId xmlns:a16="http://schemas.microsoft.com/office/drawing/2014/main" id="{6A85C006-79FE-3206-12BA-55CA9EE47F4A}"/>
                </a:ext>
              </a:extLst>
            </p:cNvPr>
            <p:cNvSpPr>
              <a:spLocks noGrp="1"/>
            </p:cNvSpPr>
            <p:nvPr/>
          </p:nvSpPr>
          <p:spPr>
            <a:xfrm>
              <a:off x="15846044" y="3909883"/>
              <a:ext cx="19003" cy="66080"/>
            </a:xfrm>
            <a:custGeom>
              <a:avLst/>
              <a:gdLst/>
              <a:ahLst/>
              <a:cxnLst/>
              <a:rect l="0" t="0" r="0" b="0"/>
              <a:pathLst>
                <a:path w="19003" h="66080">
                  <a:moveTo>
                    <a:pt x="19003" y="0"/>
                  </a:moveTo>
                  <a:lnTo>
                    <a:pt x="0" y="660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4" name="Output_receptor__4503">
              <a:extLst>
                <a:ext uri="{FF2B5EF4-FFF2-40B4-BE49-F238E27FC236}">
                  <a16:creationId xmlns:a16="http://schemas.microsoft.com/office/drawing/2014/main" id="{F672B930-0A36-6FED-EA9E-1EEB55221314}"/>
                </a:ext>
              </a:extLst>
            </p:cNvPr>
            <p:cNvSpPr>
              <a:spLocks noGrp="1"/>
            </p:cNvSpPr>
            <p:nvPr/>
          </p:nvSpPr>
          <p:spPr>
            <a:xfrm>
              <a:off x="16282309" y="4153867"/>
              <a:ext cx="9052" cy="60487"/>
            </a:xfrm>
            <a:custGeom>
              <a:avLst/>
              <a:gdLst/>
              <a:ahLst/>
              <a:cxnLst/>
              <a:rect l="0" t="0" r="0" b="0"/>
              <a:pathLst>
                <a:path w="9052" h="60487">
                  <a:moveTo>
                    <a:pt x="9052" y="604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5" name="Output_receptor__4504">
              <a:extLst>
                <a:ext uri="{FF2B5EF4-FFF2-40B4-BE49-F238E27FC236}">
                  <a16:creationId xmlns:a16="http://schemas.microsoft.com/office/drawing/2014/main" id="{0CA20B08-FF9A-7FE9-7B42-58B77BCE1317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074406"/>
              <a:ext cx="36539" cy="53485"/>
            </a:xfrm>
            <a:custGeom>
              <a:avLst/>
              <a:gdLst/>
              <a:ahLst/>
              <a:cxnLst/>
              <a:rect l="0" t="0" r="0" b="0"/>
              <a:pathLst>
                <a:path w="36539" h="53485">
                  <a:moveTo>
                    <a:pt x="0" y="53485"/>
                  </a:moveTo>
                  <a:lnTo>
                    <a:pt x="3653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6" name="Output_receptor__4505">
              <a:extLst>
                <a:ext uri="{FF2B5EF4-FFF2-40B4-BE49-F238E27FC236}">
                  <a16:creationId xmlns:a16="http://schemas.microsoft.com/office/drawing/2014/main" id="{B5520BB2-CDDE-D210-1297-6EDF14193D33}"/>
                </a:ext>
              </a:extLst>
            </p:cNvPr>
            <p:cNvSpPr>
              <a:spLocks noGrp="1"/>
            </p:cNvSpPr>
            <p:nvPr/>
          </p:nvSpPr>
          <p:spPr>
            <a:xfrm>
              <a:off x="15938488" y="4587291"/>
              <a:ext cx="54570" cy="6264"/>
            </a:xfrm>
            <a:custGeom>
              <a:avLst/>
              <a:gdLst/>
              <a:ahLst/>
              <a:cxnLst/>
              <a:rect l="0" t="0" r="0" b="0"/>
              <a:pathLst>
                <a:path w="54570" h="6264">
                  <a:moveTo>
                    <a:pt x="0" y="0"/>
                  </a:moveTo>
                  <a:lnTo>
                    <a:pt x="54570" y="626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7" name="Output_receptor__4506">
              <a:extLst>
                <a:ext uri="{FF2B5EF4-FFF2-40B4-BE49-F238E27FC236}">
                  <a16:creationId xmlns:a16="http://schemas.microsoft.com/office/drawing/2014/main" id="{E8838F3D-5C53-EFD3-5808-03006EEB75BE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63149" cy="6706"/>
            </a:xfrm>
            <a:custGeom>
              <a:avLst/>
              <a:gdLst/>
              <a:ahLst/>
              <a:cxnLst/>
              <a:rect l="0" t="0" r="0" b="0"/>
              <a:pathLst>
                <a:path w="63149" h="6706">
                  <a:moveTo>
                    <a:pt x="0" y="0"/>
                  </a:moveTo>
                  <a:lnTo>
                    <a:pt x="63149" y="67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8" name="Output_receptor__4507">
              <a:extLst>
                <a:ext uri="{FF2B5EF4-FFF2-40B4-BE49-F238E27FC236}">
                  <a16:creationId xmlns:a16="http://schemas.microsoft.com/office/drawing/2014/main" id="{5C6B606C-CA57-E68E-CA9A-825B8CC84F17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87291"/>
              <a:ext cx="52184" cy="9876"/>
            </a:xfrm>
            <a:custGeom>
              <a:avLst/>
              <a:gdLst/>
              <a:ahLst/>
              <a:cxnLst/>
              <a:rect l="0" t="0" r="0" b="0"/>
              <a:pathLst>
                <a:path w="52184" h="9876">
                  <a:moveTo>
                    <a:pt x="0" y="9876"/>
                  </a:moveTo>
                  <a:lnTo>
                    <a:pt x="521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9" name="Output_receptor__4508">
              <a:extLst>
                <a:ext uri="{FF2B5EF4-FFF2-40B4-BE49-F238E27FC236}">
                  <a16:creationId xmlns:a16="http://schemas.microsoft.com/office/drawing/2014/main" id="{DC4C60FB-E2C8-AEEA-CDCA-14E437EAAF04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185239"/>
              <a:ext cx="38618" cy="21132"/>
            </a:xfrm>
            <a:custGeom>
              <a:avLst/>
              <a:gdLst/>
              <a:ahLst/>
              <a:cxnLst/>
              <a:rect l="0" t="0" r="0" b="0"/>
              <a:pathLst>
                <a:path w="38618" h="21132">
                  <a:moveTo>
                    <a:pt x="0" y="21132"/>
                  </a:moveTo>
                  <a:lnTo>
                    <a:pt x="3861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0" name="Output_receptor__4509">
              <a:extLst>
                <a:ext uri="{FF2B5EF4-FFF2-40B4-BE49-F238E27FC236}">
                  <a16:creationId xmlns:a16="http://schemas.microsoft.com/office/drawing/2014/main" id="{CB947814-1ABD-9A96-027E-E6DE43EECDAF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52624" cy="3579"/>
            </a:xfrm>
            <a:custGeom>
              <a:avLst/>
              <a:gdLst/>
              <a:ahLst/>
              <a:cxnLst/>
              <a:rect l="0" t="0" r="0" b="0"/>
              <a:pathLst>
                <a:path w="52624" h="3579">
                  <a:moveTo>
                    <a:pt x="0" y="0"/>
                  </a:moveTo>
                  <a:lnTo>
                    <a:pt x="52624" y="357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1" name="Output_receptor__4510">
              <a:extLst>
                <a:ext uri="{FF2B5EF4-FFF2-40B4-BE49-F238E27FC236}">
                  <a16:creationId xmlns:a16="http://schemas.microsoft.com/office/drawing/2014/main" id="{9ABE9AF1-F5C6-F17A-E168-A04473B2BBB4}"/>
                </a:ext>
              </a:extLst>
            </p:cNvPr>
            <p:cNvSpPr>
              <a:spLocks noGrp="1"/>
            </p:cNvSpPr>
            <p:nvPr/>
          </p:nvSpPr>
          <p:spPr>
            <a:xfrm>
              <a:off x="15993058" y="4554903"/>
              <a:ext cx="46880" cy="38652"/>
            </a:xfrm>
            <a:custGeom>
              <a:avLst/>
              <a:gdLst/>
              <a:ahLst/>
              <a:cxnLst/>
              <a:rect l="0" t="0" r="0" b="0"/>
              <a:pathLst>
                <a:path w="46880" h="38652">
                  <a:moveTo>
                    <a:pt x="0" y="38652"/>
                  </a:moveTo>
                  <a:lnTo>
                    <a:pt x="4688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2" name="Output_receptor__4511">
              <a:extLst>
                <a:ext uri="{FF2B5EF4-FFF2-40B4-BE49-F238E27FC236}">
                  <a16:creationId xmlns:a16="http://schemas.microsoft.com/office/drawing/2014/main" id="{927FDDF5-0190-3391-8DD4-B307AE36C4D9}"/>
                </a:ext>
              </a:extLst>
            </p:cNvPr>
            <p:cNvSpPr>
              <a:spLocks noGrp="1"/>
            </p:cNvSpPr>
            <p:nvPr/>
          </p:nvSpPr>
          <p:spPr>
            <a:xfrm>
              <a:off x="15619819" y="4012234"/>
              <a:ext cx="70022" cy="15029"/>
            </a:xfrm>
            <a:custGeom>
              <a:avLst/>
              <a:gdLst/>
              <a:ahLst/>
              <a:cxnLst/>
              <a:rect l="0" t="0" r="0" b="0"/>
              <a:pathLst>
                <a:path w="70022" h="15029">
                  <a:moveTo>
                    <a:pt x="70022" y="150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3" name="Output_receptor__4512">
              <a:extLst>
                <a:ext uri="{FF2B5EF4-FFF2-40B4-BE49-F238E27FC236}">
                  <a16:creationId xmlns:a16="http://schemas.microsoft.com/office/drawing/2014/main" id="{7C14A127-EA7F-2DE2-A7F0-478A20BEFFEC}"/>
                </a:ext>
              </a:extLst>
            </p:cNvPr>
            <p:cNvSpPr>
              <a:spLocks noGrp="1"/>
            </p:cNvSpPr>
            <p:nvPr/>
          </p:nvSpPr>
          <p:spPr>
            <a:xfrm>
              <a:off x="15693681" y="4135636"/>
              <a:ext cx="36541" cy="49603"/>
            </a:xfrm>
            <a:custGeom>
              <a:avLst/>
              <a:gdLst/>
              <a:ahLst/>
              <a:cxnLst/>
              <a:rect l="0" t="0" r="0" b="0"/>
              <a:pathLst>
                <a:path w="36541" h="49603">
                  <a:moveTo>
                    <a:pt x="0" y="49603"/>
                  </a:moveTo>
                  <a:lnTo>
                    <a:pt x="3654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4" name="Output_receptor__4513">
              <a:extLst>
                <a:ext uri="{FF2B5EF4-FFF2-40B4-BE49-F238E27FC236}">
                  <a16:creationId xmlns:a16="http://schemas.microsoft.com/office/drawing/2014/main" id="{AE9C7A7C-C9DA-7BA2-A907-B912E18046E9}"/>
                </a:ext>
              </a:extLst>
            </p:cNvPr>
            <p:cNvSpPr>
              <a:spLocks noGrp="1"/>
            </p:cNvSpPr>
            <p:nvPr/>
          </p:nvSpPr>
          <p:spPr>
            <a:xfrm>
              <a:off x="15416858" y="4040408"/>
              <a:ext cx="10854" cy="4851"/>
            </a:xfrm>
            <a:custGeom>
              <a:avLst/>
              <a:gdLst/>
              <a:ahLst/>
              <a:cxnLst/>
              <a:rect l="0" t="0" r="0" b="0"/>
              <a:pathLst>
                <a:path w="10854" h="4851">
                  <a:moveTo>
                    <a:pt x="10854" y="0"/>
                  </a:moveTo>
                  <a:lnTo>
                    <a:pt x="0" y="485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5" name="Output_receptor__4514">
              <a:extLst>
                <a:ext uri="{FF2B5EF4-FFF2-40B4-BE49-F238E27FC236}">
                  <a16:creationId xmlns:a16="http://schemas.microsoft.com/office/drawing/2014/main" id="{F13814DC-E623-A462-2806-E05FB606E4EB}"/>
                </a:ext>
              </a:extLst>
            </p:cNvPr>
            <p:cNvSpPr>
              <a:spLocks noGrp="1"/>
            </p:cNvSpPr>
            <p:nvPr/>
          </p:nvSpPr>
          <p:spPr>
            <a:xfrm>
              <a:off x="16663606" y="4149591"/>
              <a:ext cx="35952" cy="5925"/>
            </a:xfrm>
            <a:custGeom>
              <a:avLst/>
              <a:gdLst/>
              <a:ahLst/>
              <a:cxnLst/>
              <a:rect l="0" t="0" r="0" b="0"/>
              <a:pathLst>
                <a:path w="35952" h="5925">
                  <a:moveTo>
                    <a:pt x="35952" y="0"/>
                  </a:moveTo>
                  <a:lnTo>
                    <a:pt x="0" y="59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6" name="Output_receptor__4515">
              <a:extLst>
                <a:ext uri="{FF2B5EF4-FFF2-40B4-BE49-F238E27FC236}">
                  <a16:creationId xmlns:a16="http://schemas.microsoft.com/office/drawing/2014/main" id="{FEE10D02-D2CE-6E29-94C2-BA5DAFFE693A}"/>
                </a:ext>
              </a:extLst>
            </p:cNvPr>
            <p:cNvSpPr>
              <a:spLocks noGrp="1"/>
            </p:cNvSpPr>
            <p:nvPr/>
          </p:nvSpPr>
          <p:spPr>
            <a:xfrm>
              <a:off x="16039938" y="4523989"/>
              <a:ext cx="33671" cy="30913"/>
            </a:xfrm>
            <a:custGeom>
              <a:avLst/>
              <a:gdLst/>
              <a:ahLst/>
              <a:cxnLst/>
              <a:rect l="0" t="0" r="0" b="0"/>
              <a:pathLst>
                <a:path w="33671" h="30913">
                  <a:moveTo>
                    <a:pt x="0" y="30913"/>
                  </a:moveTo>
                  <a:lnTo>
                    <a:pt x="3367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7" name="Output_receptor__4516">
              <a:extLst>
                <a:ext uri="{FF2B5EF4-FFF2-40B4-BE49-F238E27FC236}">
                  <a16:creationId xmlns:a16="http://schemas.microsoft.com/office/drawing/2014/main" id="{9380904C-2531-AC2B-A805-C3F048146E65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93246"/>
              <a:ext cx="11866" cy="23427"/>
            </a:xfrm>
            <a:custGeom>
              <a:avLst/>
              <a:gdLst/>
              <a:ahLst/>
              <a:cxnLst/>
              <a:rect l="0" t="0" r="0" b="0"/>
              <a:pathLst>
                <a:path w="11866" h="23427">
                  <a:moveTo>
                    <a:pt x="0" y="23427"/>
                  </a:moveTo>
                  <a:lnTo>
                    <a:pt x="118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8" name="Output_receptor__4517">
              <a:extLst>
                <a:ext uri="{FF2B5EF4-FFF2-40B4-BE49-F238E27FC236}">
                  <a16:creationId xmlns:a16="http://schemas.microsoft.com/office/drawing/2014/main" id="{A02FA017-8652-F49A-648A-6E632502EC81}"/>
                </a:ext>
              </a:extLst>
            </p:cNvPr>
            <p:cNvSpPr>
              <a:spLocks noGrp="1"/>
            </p:cNvSpPr>
            <p:nvPr/>
          </p:nvSpPr>
          <p:spPr>
            <a:xfrm>
              <a:off x="15837795" y="4187266"/>
              <a:ext cx="21824" cy="68483"/>
            </a:xfrm>
            <a:custGeom>
              <a:avLst/>
              <a:gdLst/>
              <a:ahLst/>
              <a:cxnLst/>
              <a:rect l="0" t="0" r="0" b="0"/>
              <a:pathLst>
                <a:path w="21824" h="68483">
                  <a:moveTo>
                    <a:pt x="21824" y="0"/>
                  </a:moveTo>
                  <a:lnTo>
                    <a:pt x="0" y="6848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9" name="Output_receptor__4518">
              <a:extLst>
                <a:ext uri="{FF2B5EF4-FFF2-40B4-BE49-F238E27FC236}">
                  <a16:creationId xmlns:a16="http://schemas.microsoft.com/office/drawing/2014/main" id="{FFEF653D-FB49-86C2-8A02-B9238041FDCE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07372"/>
              <a:ext cx="25297" cy="64587"/>
            </a:xfrm>
            <a:custGeom>
              <a:avLst/>
              <a:gdLst/>
              <a:ahLst/>
              <a:cxnLst/>
              <a:rect l="0" t="0" r="0" b="0"/>
              <a:pathLst>
                <a:path w="25297" h="64587">
                  <a:moveTo>
                    <a:pt x="0" y="64587"/>
                  </a:moveTo>
                  <a:lnTo>
                    <a:pt x="252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0" name="Output_receptor__4519">
              <a:extLst>
                <a:ext uri="{FF2B5EF4-FFF2-40B4-BE49-F238E27FC236}">
                  <a16:creationId xmlns:a16="http://schemas.microsoft.com/office/drawing/2014/main" id="{E718C230-8996-9771-D330-B009940D290E}"/>
                </a:ext>
              </a:extLst>
            </p:cNvPr>
            <p:cNvSpPr>
              <a:spLocks noGrp="1"/>
            </p:cNvSpPr>
            <p:nvPr/>
          </p:nvSpPr>
          <p:spPr>
            <a:xfrm>
              <a:off x="15863118" y="4500421"/>
              <a:ext cx="66846" cy="5559"/>
            </a:xfrm>
            <a:custGeom>
              <a:avLst/>
              <a:gdLst/>
              <a:ahLst/>
              <a:cxnLst/>
              <a:rect l="0" t="0" r="0" b="0"/>
              <a:pathLst>
                <a:path w="66846" h="5559">
                  <a:moveTo>
                    <a:pt x="0" y="5559"/>
                  </a:moveTo>
                  <a:lnTo>
                    <a:pt x="66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1" name="Output_receptor__4520">
              <a:extLst>
                <a:ext uri="{FF2B5EF4-FFF2-40B4-BE49-F238E27FC236}">
                  <a16:creationId xmlns:a16="http://schemas.microsoft.com/office/drawing/2014/main" id="{62EDF2BE-364B-45E4-44F4-7B85EB1767B6}"/>
                </a:ext>
              </a:extLst>
            </p:cNvPr>
            <p:cNvSpPr>
              <a:spLocks noGrp="1"/>
            </p:cNvSpPr>
            <p:nvPr/>
          </p:nvSpPr>
          <p:spPr>
            <a:xfrm>
              <a:off x="16604319" y="3696826"/>
              <a:ext cx="69859" cy="7910"/>
            </a:xfrm>
            <a:custGeom>
              <a:avLst/>
              <a:gdLst/>
              <a:ahLst/>
              <a:cxnLst/>
              <a:rect l="0" t="0" r="0" b="0"/>
              <a:pathLst>
                <a:path w="69859" h="7910">
                  <a:moveTo>
                    <a:pt x="69859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2" name="Output_receptor__4521">
              <a:extLst>
                <a:ext uri="{FF2B5EF4-FFF2-40B4-BE49-F238E27FC236}">
                  <a16:creationId xmlns:a16="http://schemas.microsoft.com/office/drawing/2014/main" id="{6B32DC96-20D4-DBF7-E84E-F94A9A6448E9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71959"/>
              <a:ext cx="41406" cy="52879"/>
            </a:xfrm>
            <a:custGeom>
              <a:avLst/>
              <a:gdLst/>
              <a:ahLst/>
              <a:cxnLst/>
              <a:rect l="0" t="0" r="0" b="0"/>
              <a:pathLst>
                <a:path w="41406" h="52879">
                  <a:moveTo>
                    <a:pt x="41406" y="528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3" name="Output_receptor__4522">
              <a:extLst>
                <a:ext uri="{FF2B5EF4-FFF2-40B4-BE49-F238E27FC236}">
                  <a16:creationId xmlns:a16="http://schemas.microsoft.com/office/drawing/2014/main" id="{496471E2-8773-48E4-D817-37E8E1776002}"/>
                </a:ext>
              </a:extLst>
            </p:cNvPr>
            <p:cNvSpPr>
              <a:spLocks noGrp="1"/>
            </p:cNvSpPr>
            <p:nvPr/>
          </p:nvSpPr>
          <p:spPr>
            <a:xfrm>
              <a:off x="15957919" y="3967911"/>
              <a:ext cx="66569" cy="18603"/>
            </a:xfrm>
            <a:custGeom>
              <a:avLst/>
              <a:gdLst/>
              <a:ahLst/>
              <a:cxnLst/>
              <a:rect l="0" t="0" r="0" b="0"/>
              <a:pathLst>
                <a:path w="66569" h="18603">
                  <a:moveTo>
                    <a:pt x="66569" y="18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4" name="Output_receptor__4523">
              <a:extLst>
                <a:ext uri="{FF2B5EF4-FFF2-40B4-BE49-F238E27FC236}">
                  <a16:creationId xmlns:a16="http://schemas.microsoft.com/office/drawing/2014/main" id="{98BFDDCC-EC35-625F-8BEE-5FCC42273CDC}"/>
                </a:ext>
              </a:extLst>
            </p:cNvPr>
            <p:cNvSpPr>
              <a:spLocks noGrp="1"/>
            </p:cNvSpPr>
            <p:nvPr/>
          </p:nvSpPr>
          <p:spPr>
            <a:xfrm>
              <a:off x="16644950" y="4068306"/>
              <a:ext cx="69886" cy="12823"/>
            </a:xfrm>
            <a:custGeom>
              <a:avLst/>
              <a:gdLst/>
              <a:ahLst/>
              <a:cxnLst/>
              <a:rect l="0" t="0" r="0" b="0"/>
              <a:pathLst>
                <a:path w="69886" h="12823">
                  <a:moveTo>
                    <a:pt x="0" y="0"/>
                  </a:moveTo>
                  <a:lnTo>
                    <a:pt x="69886" y="128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5" name="Output_receptor__4524">
              <a:extLst>
                <a:ext uri="{FF2B5EF4-FFF2-40B4-BE49-F238E27FC236}">
                  <a16:creationId xmlns:a16="http://schemas.microsoft.com/office/drawing/2014/main" id="{333C7BF8-2918-2FA3-221A-EABFE12DA745}"/>
                </a:ext>
              </a:extLst>
            </p:cNvPr>
            <p:cNvSpPr>
              <a:spLocks noGrp="1"/>
            </p:cNvSpPr>
            <p:nvPr/>
          </p:nvSpPr>
          <p:spPr>
            <a:xfrm>
              <a:off x="15990078" y="4167074"/>
              <a:ext cx="59690" cy="40297"/>
            </a:xfrm>
            <a:custGeom>
              <a:avLst/>
              <a:gdLst/>
              <a:ahLst/>
              <a:cxnLst/>
              <a:rect l="0" t="0" r="0" b="0"/>
              <a:pathLst>
                <a:path w="59690" h="40297">
                  <a:moveTo>
                    <a:pt x="59690" y="402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6" name="Output_receptor__4525">
              <a:extLst>
                <a:ext uri="{FF2B5EF4-FFF2-40B4-BE49-F238E27FC236}">
                  <a16:creationId xmlns:a16="http://schemas.microsoft.com/office/drawing/2014/main" id="{2828BA81-45EC-2D2D-C8AF-CF33B83A4471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11607"/>
              <a:ext cx="46564" cy="55273"/>
            </a:xfrm>
            <a:custGeom>
              <a:avLst/>
              <a:gdLst/>
              <a:ahLst/>
              <a:cxnLst/>
              <a:rect l="0" t="0" r="0" b="0"/>
              <a:pathLst>
                <a:path w="46564" h="55273">
                  <a:moveTo>
                    <a:pt x="0" y="55273"/>
                  </a:moveTo>
                  <a:lnTo>
                    <a:pt x="4656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7" name="Output_receptor__4526">
              <a:extLst>
                <a:ext uri="{FF2B5EF4-FFF2-40B4-BE49-F238E27FC236}">
                  <a16:creationId xmlns:a16="http://schemas.microsoft.com/office/drawing/2014/main" id="{784B024C-398D-E105-DEA9-90C0FFF8A239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257" cy="13410"/>
            </a:xfrm>
            <a:custGeom>
              <a:avLst/>
              <a:gdLst/>
              <a:ahLst/>
              <a:cxnLst/>
              <a:rect l="0" t="0" r="0" b="0"/>
              <a:pathLst>
                <a:path w="257" h="13410">
                  <a:moveTo>
                    <a:pt x="0" y="0"/>
                  </a:moveTo>
                  <a:lnTo>
                    <a:pt x="257" y="1341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8" name="Output_receptor__4527">
              <a:extLst>
                <a:ext uri="{FF2B5EF4-FFF2-40B4-BE49-F238E27FC236}">
                  <a16:creationId xmlns:a16="http://schemas.microsoft.com/office/drawing/2014/main" id="{12F4E473-8AAF-865B-59EE-64D0EB28A0B2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6331" cy="16990"/>
            </a:xfrm>
            <a:custGeom>
              <a:avLst/>
              <a:gdLst/>
              <a:ahLst/>
              <a:cxnLst/>
              <a:rect l="0" t="0" r="0" b="0"/>
              <a:pathLst>
                <a:path w="6331" h="16990">
                  <a:moveTo>
                    <a:pt x="0" y="0"/>
                  </a:moveTo>
                  <a:lnTo>
                    <a:pt x="6331" y="1699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9" name="Output_receptor__4528">
              <a:extLst>
                <a:ext uri="{FF2B5EF4-FFF2-40B4-BE49-F238E27FC236}">
                  <a16:creationId xmlns:a16="http://schemas.microsoft.com/office/drawing/2014/main" id="{1E6CA1F6-3116-93C5-7B9B-EDE70DB11DFF}"/>
                </a:ext>
              </a:extLst>
            </p:cNvPr>
            <p:cNvSpPr>
              <a:spLocks noGrp="1"/>
            </p:cNvSpPr>
            <p:nvPr/>
          </p:nvSpPr>
          <p:spPr>
            <a:xfrm>
              <a:off x="16313885" y="3475259"/>
              <a:ext cx="21559" cy="65427"/>
            </a:xfrm>
            <a:custGeom>
              <a:avLst/>
              <a:gdLst/>
              <a:ahLst/>
              <a:cxnLst/>
              <a:rect l="0" t="0" r="0" b="0"/>
              <a:pathLst>
                <a:path w="21559" h="65427">
                  <a:moveTo>
                    <a:pt x="0" y="65427"/>
                  </a:moveTo>
                  <a:lnTo>
                    <a:pt x="215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30" name="Output_receptor__4529">
              <a:extLst>
                <a:ext uri="{FF2B5EF4-FFF2-40B4-BE49-F238E27FC236}">
                  <a16:creationId xmlns:a16="http://schemas.microsoft.com/office/drawing/2014/main" id="{A7DB4363-3717-9BF1-A98E-914E8251AF51}"/>
                </a:ext>
              </a:extLst>
            </p:cNvPr>
            <p:cNvSpPr>
              <a:spLocks noGrp="1"/>
            </p:cNvSpPr>
            <p:nvPr/>
          </p:nvSpPr>
          <p:spPr>
            <a:xfrm>
              <a:off x="16005646" y="3986514"/>
              <a:ext cx="18842" cy="69865"/>
            </a:xfrm>
            <a:custGeom>
              <a:avLst/>
              <a:gdLst/>
              <a:ahLst/>
              <a:cxnLst/>
              <a:rect l="0" t="0" r="0" b="0"/>
              <a:pathLst>
                <a:path w="18842" h="69865">
                  <a:moveTo>
                    <a:pt x="0" y="69865"/>
                  </a:moveTo>
                  <a:lnTo>
                    <a:pt x="1884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1" name="Output_receptor__4530">
              <a:extLst>
                <a:ext uri="{FF2B5EF4-FFF2-40B4-BE49-F238E27FC236}">
                  <a16:creationId xmlns:a16="http://schemas.microsoft.com/office/drawing/2014/main" id="{17F32238-A6C3-2630-0E6D-00A4E5FD5D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73457"/>
              <a:ext cx="62244" cy="13809"/>
            </a:xfrm>
            <a:custGeom>
              <a:avLst/>
              <a:gdLst/>
              <a:ahLst/>
              <a:cxnLst/>
              <a:rect l="0" t="0" r="0" b="0"/>
              <a:pathLst>
                <a:path w="62244" h="13809">
                  <a:moveTo>
                    <a:pt x="0" y="0"/>
                  </a:moveTo>
                  <a:lnTo>
                    <a:pt x="62244" y="13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2" name="Output_receptor__4531">
              <a:extLst>
                <a:ext uri="{FF2B5EF4-FFF2-40B4-BE49-F238E27FC236}">
                  <a16:creationId xmlns:a16="http://schemas.microsoft.com/office/drawing/2014/main" id="{B68BB761-A951-1C68-4AFE-49F721907753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24838"/>
              <a:ext cx="50103" cy="51695"/>
            </a:xfrm>
            <a:custGeom>
              <a:avLst/>
              <a:gdLst/>
              <a:ahLst/>
              <a:cxnLst/>
              <a:rect l="0" t="0" r="0" b="0"/>
              <a:pathLst>
                <a:path w="50103" h="51695">
                  <a:moveTo>
                    <a:pt x="0" y="51695"/>
                  </a:moveTo>
                  <a:lnTo>
                    <a:pt x="5010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3" name="Output_receptor__4532">
              <a:extLst>
                <a:ext uri="{FF2B5EF4-FFF2-40B4-BE49-F238E27FC236}">
                  <a16:creationId xmlns:a16="http://schemas.microsoft.com/office/drawing/2014/main" id="{00870D40-937F-9414-DEFD-CC3D98256572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67911"/>
              <a:ext cx="31565" cy="39095"/>
            </a:xfrm>
            <a:custGeom>
              <a:avLst/>
              <a:gdLst/>
              <a:ahLst/>
              <a:cxnLst/>
              <a:rect l="0" t="0" r="0" b="0"/>
              <a:pathLst>
                <a:path w="31565" h="39095">
                  <a:moveTo>
                    <a:pt x="31565" y="0"/>
                  </a:moveTo>
                  <a:lnTo>
                    <a:pt x="0" y="390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4" name="Output_receptor__4533">
              <a:extLst>
                <a:ext uri="{FF2B5EF4-FFF2-40B4-BE49-F238E27FC236}">
                  <a16:creationId xmlns:a16="http://schemas.microsoft.com/office/drawing/2014/main" id="{6A0C086E-6EF4-A2B9-77BF-736D1AF80321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081151"/>
              <a:ext cx="47202" cy="27022"/>
            </a:xfrm>
            <a:custGeom>
              <a:avLst/>
              <a:gdLst/>
              <a:ahLst/>
              <a:cxnLst/>
              <a:rect l="0" t="0" r="0" b="0"/>
              <a:pathLst>
                <a:path w="47202" h="27022">
                  <a:moveTo>
                    <a:pt x="0" y="27022"/>
                  </a:moveTo>
                  <a:lnTo>
                    <a:pt x="4720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5" name="Output_receptor__4534">
              <a:extLst>
                <a:ext uri="{FF2B5EF4-FFF2-40B4-BE49-F238E27FC236}">
                  <a16:creationId xmlns:a16="http://schemas.microsoft.com/office/drawing/2014/main" id="{AE07BA5E-13F7-CA6B-7F47-8527B968CCBF}"/>
                </a:ext>
              </a:extLst>
            </p:cNvPr>
            <p:cNvSpPr>
              <a:spLocks noGrp="1"/>
            </p:cNvSpPr>
            <p:nvPr/>
          </p:nvSpPr>
          <p:spPr>
            <a:xfrm>
              <a:off x="15675110" y="4027262"/>
              <a:ext cx="14731" cy="53889"/>
            </a:xfrm>
            <a:custGeom>
              <a:avLst/>
              <a:gdLst/>
              <a:ahLst/>
              <a:cxnLst/>
              <a:rect l="0" t="0" r="0" b="0"/>
              <a:pathLst>
                <a:path w="14731" h="53889">
                  <a:moveTo>
                    <a:pt x="0" y="53889"/>
                  </a:moveTo>
                  <a:lnTo>
                    <a:pt x="147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6" name="Output_receptor__4535">
              <a:extLst>
                <a:ext uri="{FF2B5EF4-FFF2-40B4-BE49-F238E27FC236}">
                  <a16:creationId xmlns:a16="http://schemas.microsoft.com/office/drawing/2014/main" id="{CCE5B900-BDB7-FE29-504C-15E5AEEFD6A6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503602"/>
              <a:ext cx="28288" cy="2379"/>
            </a:xfrm>
            <a:custGeom>
              <a:avLst/>
              <a:gdLst/>
              <a:ahLst/>
              <a:cxnLst/>
              <a:rect l="0" t="0" r="0" b="0"/>
              <a:pathLst>
                <a:path w="28288" h="2379">
                  <a:moveTo>
                    <a:pt x="0" y="0"/>
                  </a:moveTo>
                  <a:lnTo>
                    <a:pt x="28288" y="237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7" name="Output_receptor__4536">
              <a:extLst>
                <a:ext uri="{FF2B5EF4-FFF2-40B4-BE49-F238E27FC236}">
                  <a16:creationId xmlns:a16="http://schemas.microsoft.com/office/drawing/2014/main" id="{105DDB4B-7662-116B-917F-48D4D1285D67}"/>
                </a:ext>
              </a:extLst>
            </p:cNvPr>
            <p:cNvSpPr>
              <a:spLocks noGrp="1"/>
            </p:cNvSpPr>
            <p:nvPr/>
          </p:nvSpPr>
          <p:spPr>
            <a:xfrm>
              <a:off x="16699558" y="4081129"/>
              <a:ext cx="15277" cy="68462"/>
            </a:xfrm>
            <a:custGeom>
              <a:avLst/>
              <a:gdLst/>
              <a:ahLst/>
              <a:cxnLst/>
              <a:rect l="0" t="0" r="0" b="0"/>
              <a:pathLst>
                <a:path w="15277" h="68462">
                  <a:moveTo>
                    <a:pt x="15277" y="0"/>
                  </a:moveTo>
                  <a:lnTo>
                    <a:pt x="0" y="684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8" name="Output_receptor__4537">
              <a:extLst>
                <a:ext uri="{FF2B5EF4-FFF2-40B4-BE49-F238E27FC236}">
                  <a16:creationId xmlns:a16="http://schemas.microsoft.com/office/drawing/2014/main" id="{DAA1DB83-300D-D7E9-16BB-52B612CBA412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167074"/>
              <a:ext cx="37027" cy="51639"/>
            </a:xfrm>
            <a:custGeom>
              <a:avLst/>
              <a:gdLst/>
              <a:ahLst/>
              <a:cxnLst/>
              <a:rect l="0" t="0" r="0" b="0"/>
              <a:pathLst>
                <a:path w="37027" h="51639">
                  <a:moveTo>
                    <a:pt x="37027" y="0"/>
                  </a:moveTo>
                  <a:lnTo>
                    <a:pt x="0" y="5163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9" name="Output_receptor__4538">
              <a:extLst>
                <a:ext uri="{FF2B5EF4-FFF2-40B4-BE49-F238E27FC236}">
                  <a16:creationId xmlns:a16="http://schemas.microsoft.com/office/drawing/2014/main" id="{B949CF2A-0795-43D6-1527-BEF61B683076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4012234"/>
              <a:ext cx="16978" cy="3124"/>
            </a:xfrm>
            <a:custGeom>
              <a:avLst/>
              <a:gdLst/>
              <a:ahLst/>
              <a:cxnLst/>
              <a:rect l="0" t="0" r="0" b="0"/>
              <a:pathLst>
                <a:path w="16978" h="3124">
                  <a:moveTo>
                    <a:pt x="16978" y="0"/>
                  </a:moveTo>
                  <a:lnTo>
                    <a:pt x="0" y="31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0" name="Output_receptor__4539">
              <a:extLst>
                <a:ext uri="{FF2B5EF4-FFF2-40B4-BE49-F238E27FC236}">
                  <a16:creationId xmlns:a16="http://schemas.microsoft.com/office/drawing/2014/main" id="{D86EE185-D99F-CBA6-EB0D-44FBDB76A167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9558" cy="26418"/>
            </a:xfrm>
            <a:custGeom>
              <a:avLst/>
              <a:gdLst/>
              <a:ahLst/>
              <a:cxnLst/>
              <a:rect l="0" t="0" r="0" b="0"/>
              <a:pathLst>
                <a:path w="9558" h="26418">
                  <a:moveTo>
                    <a:pt x="9558" y="264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1" name="Output_receptor__4540">
              <a:extLst>
                <a:ext uri="{FF2B5EF4-FFF2-40B4-BE49-F238E27FC236}">
                  <a16:creationId xmlns:a16="http://schemas.microsoft.com/office/drawing/2014/main" id="{4ACC34D1-01FE-F360-33F7-455117B5C2C5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59819"/>
              <a:ext cx="33679" cy="31141"/>
            </a:xfrm>
            <a:custGeom>
              <a:avLst/>
              <a:gdLst/>
              <a:ahLst/>
              <a:cxnLst/>
              <a:rect l="0" t="0" r="0" b="0"/>
              <a:pathLst>
                <a:path w="33679" h="31141">
                  <a:moveTo>
                    <a:pt x="0" y="31141"/>
                  </a:moveTo>
                  <a:lnTo>
                    <a:pt x="3367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2" name="Output_receptor__4541">
              <a:extLst>
                <a:ext uri="{FF2B5EF4-FFF2-40B4-BE49-F238E27FC236}">
                  <a16:creationId xmlns:a16="http://schemas.microsoft.com/office/drawing/2014/main" id="{86AFC031-6BC7-E056-FF0E-2D2B72BA3F4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606590"/>
              <a:ext cx="70151" cy="10448"/>
            </a:xfrm>
            <a:custGeom>
              <a:avLst/>
              <a:gdLst/>
              <a:ahLst/>
              <a:cxnLst/>
              <a:rect l="0" t="0" r="0" b="0"/>
              <a:pathLst>
                <a:path w="70151" h="10448">
                  <a:moveTo>
                    <a:pt x="70151" y="0"/>
                  </a:moveTo>
                  <a:lnTo>
                    <a:pt x="0" y="1044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3" name="Output_receptor__4542">
              <a:extLst>
                <a:ext uri="{FF2B5EF4-FFF2-40B4-BE49-F238E27FC236}">
                  <a16:creationId xmlns:a16="http://schemas.microsoft.com/office/drawing/2014/main" id="{C26C7AA2-956E-A35C-4D34-EF97D7D52799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9552"/>
              <a:ext cx="67450" cy="21132"/>
            </a:xfrm>
            <a:custGeom>
              <a:avLst/>
              <a:gdLst/>
              <a:ahLst/>
              <a:cxnLst/>
              <a:rect l="0" t="0" r="0" b="0"/>
              <a:pathLst>
                <a:path w="67450" h="21132">
                  <a:moveTo>
                    <a:pt x="0" y="21132"/>
                  </a:moveTo>
                  <a:lnTo>
                    <a:pt x="6745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4" name="Output_receptor__4543">
              <a:extLst>
                <a:ext uri="{FF2B5EF4-FFF2-40B4-BE49-F238E27FC236}">
                  <a16:creationId xmlns:a16="http://schemas.microsoft.com/office/drawing/2014/main" id="{76378D31-2391-4546-0997-337B7771442F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96826"/>
              <a:ext cx="15442" cy="3399"/>
            </a:xfrm>
            <a:custGeom>
              <a:avLst/>
              <a:gdLst/>
              <a:ahLst/>
              <a:cxnLst/>
              <a:rect l="0" t="0" r="0" b="0"/>
              <a:pathLst>
                <a:path w="15442" h="3399">
                  <a:moveTo>
                    <a:pt x="15442" y="0"/>
                  </a:moveTo>
                  <a:lnTo>
                    <a:pt x="0" y="339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5" name="Output_receptor__4544">
              <a:extLst>
                <a:ext uri="{FF2B5EF4-FFF2-40B4-BE49-F238E27FC236}">
                  <a16:creationId xmlns:a16="http://schemas.microsoft.com/office/drawing/2014/main" id="{26B707D9-FDE6-0D27-90BD-50707C81C917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8306"/>
              <a:ext cx="23596" cy="30610"/>
            </a:xfrm>
            <a:custGeom>
              <a:avLst/>
              <a:gdLst/>
              <a:ahLst/>
              <a:cxnLst/>
              <a:rect l="0" t="0" r="0" b="0"/>
              <a:pathLst>
                <a:path w="23596" h="30610">
                  <a:moveTo>
                    <a:pt x="0" y="30610"/>
                  </a:moveTo>
                  <a:lnTo>
                    <a:pt x="235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6" name="Output_receptor__4545">
              <a:extLst>
                <a:ext uri="{FF2B5EF4-FFF2-40B4-BE49-F238E27FC236}">
                  <a16:creationId xmlns:a16="http://schemas.microsoft.com/office/drawing/2014/main" id="{2F4C3B3C-9FFC-3D42-270A-015FB263FDAF}"/>
                </a:ext>
              </a:extLst>
            </p:cNvPr>
            <p:cNvSpPr>
              <a:spLocks noGrp="1"/>
            </p:cNvSpPr>
            <p:nvPr/>
          </p:nvSpPr>
          <p:spPr>
            <a:xfrm>
              <a:off x="16544974" y="3855523"/>
              <a:ext cx="5584" cy="63079"/>
            </a:xfrm>
            <a:custGeom>
              <a:avLst/>
              <a:gdLst/>
              <a:ahLst/>
              <a:cxnLst/>
              <a:rect l="0" t="0" r="0" b="0"/>
              <a:pathLst>
                <a:path w="5584" h="63079">
                  <a:moveTo>
                    <a:pt x="5584" y="630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7" name="Output_receptor__4546">
              <a:extLst>
                <a:ext uri="{FF2B5EF4-FFF2-40B4-BE49-F238E27FC236}">
                  <a16:creationId xmlns:a16="http://schemas.microsoft.com/office/drawing/2014/main" id="{BD0F0F8E-B1FB-02A1-D3C2-971F6B8201BA}"/>
                </a:ext>
              </a:extLst>
            </p:cNvPr>
            <p:cNvSpPr>
              <a:spLocks noGrp="1"/>
            </p:cNvSpPr>
            <p:nvPr/>
          </p:nvSpPr>
          <p:spPr>
            <a:xfrm>
              <a:off x="16284423" y="3540685"/>
              <a:ext cx="29462" cy="22437"/>
            </a:xfrm>
            <a:custGeom>
              <a:avLst/>
              <a:gdLst/>
              <a:ahLst/>
              <a:cxnLst/>
              <a:rect l="0" t="0" r="0" b="0"/>
              <a:pathLst>
                <a:path w="29462" h="22437">
                  <a:moveTo>
                    <a:pt x="0" y="22437"/>
                  </a:moveTo>
                  <a:lnTo>
                    <a:pt x="2946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8" name="Output_receptor__4547">
              <a:extLst>
                <a:ext uri="{FF2B5EF4-FFF2-40B4-BE49-F238E27FC236}">
                  <a16:creationId xmlns:a16="http://schemas.microsoft.com/office/drawing/2014/main" id="{E4AA4621-AB94-2A16-C31A-89DC6071A822}"/>
                </a:ext>
              </a:extLst>
            </p:cNvPr>
            <p:cNvSpPr>
              <a:spLocks noGrp="1"/>
            </p:cNvSpPr>
            <p:nvPr/>
          </p:nvSpPr>
          <p:spPr>
            <a:xfrm>
              <a:off x="16658956" y="3704736"/>
              <a:ext cx="15222" cy="55083"/>
            </a:xfrm>
            <a:custGeom>
              <a:avLst/>
              <a:gdLst/>
              <a:ahLst/>
              <a:cxnLst/>
              <a:rect l="0" t="0" r="0" b="0"/>
              <a:pathLst>
                <a:path w="15222" h="55083">
                  <a:moveTo>
                    <a:pt x="0" y="55083"/>
                  </a:moveTo>
                  <a:lnTo>
                    <a:pt x="1522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9" name="Output_receptor__4548">
              <a:extLst>
                <a:ext uri="{FF2B5EF4-FFF2-40B4-BE49-F238E27FC236}">
                  <a16:creationId xmlns:a16="http://schemas.microsoft.com/office/drawing/2014/main" id="{62B18CA6-1A1B-DB43-5BD6-00D4C98D052C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55540" cy="22336"/>
            </a:xfrm>
            <a:custGeom>
              <a:avLst/>
              <a:gdLst/>
              <a:ahLst/>
              <a:cxnLst/>
              <a:rect l="0" t="0" r="0" b="0"/>
              <a:pathLst>
                <a:path w="55540" h="22336">
                  <a:moveTo>
                    <a:pt x="55540" y="223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0" name="Output_receptor__4549">
              <a:extLst>
                <a:ext uri="{FF2B5EF4-FFF2-40B4-BE49-F238E27FC236}">
                  <a16:creationId xmlns:a16="http://schemas.microsoft.com/office/drawing/2014/main" id="{59BBC22B-AF8A-9065-2CDD-DE0AFB074C1D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16079"/>
              <a:ext cx="64650" cy="9567"/>
            </a:xfrm>
            <a:custGeom>
              <a:avLst/>
              <a:gdLst/>
              <a:ahLst/>
              <a:cxnLst/>
              <a:rect l="0" t="0" r="0" b="0"/>
              <a:pathLst>
                <a:path w="64650" h="9567">
                  <a:moveTo>
                    <a:pt x="0" y="9567"/>
                  </a:moveTo>
                  <a:lnTo>
                    <a:pt x="6465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1" name="Output_receptor__4550">
              <a:extLst>
                <a:ext uri="{FF2B5EF4-FFF2-40B4-BE49-F238E27FC236}">
                  <a16:creationId xmlns:a16="http://schemas.microsoft.com/office/drawing/2014/main" id="{18358ADA-4FA8-EC38-70D2-95CDF44F360E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53935"/>
              <a:ext cx="31014" cy="43232"/>
            </a:xfrm>
            <a:custGeom>
              <a:avLst/>
              <a:gdLst/>
              <a:ahLst/>
              <a:cxnLst/>
              <a:rect l="0" t="0" r="0" b="0"/>
              <a:pathLst>
                <a:path w="31014" h="43232">
                  <a:moveTo>
                    <a:pt x="31014" y="0"/>
                  </a:moveTo>
                  <a:lnTo>
                    <a:pt x="0" y="4323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2" name="Output_receptor__4551">
              <a:extLst>
                <a:ext uri="{FF2B5EF4-FFF2-40B4-BE49-F238E27FC236}">
                  <a16:creationId xmlns:a16="http://schemas.microsoft.com/office/drawing/2014/main" id="{6BCB6F84-99A9-5BE8-6342-10DC9BE346F0}"/>
                </a:ext>
              </a:extLst>
            </p:cNvPr>
            <p:cNvSpPr>
              <a:spLocks noGrp="1"/>
            </p:cNvSpPr>
            <p:nvPr/>
          </p:nvSpPr>
          <p:spPr>
            <a:xfrm>
              <a:off x="16215515" y="4071577"/>
              <a:ext cx="46209" cy="43034"/>
            </a:xfrm>
            <a:custGeom>
              <a:avLst/>
              <a:gdLst/>
              <a:ahLst/>
              <a:cxnLst/>
              <a:rect l="0" t="0" r="0" b="0"/>
              <a:pathLst>
                <a:path w="46209" h="43034">
                  <a:moveTo>
                    <a:pt x="46209" y="43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3" name="Output_receptor__4552">
              <a:extLst>
                <a:ext uri="{FF2B5EF4-FFF2-40B4-BE49-F238E27FC236}">
                  <a16:creationId xmlns:a16="http://schemas.microsoft.com/office/drawing/2014/main" id="{97416804-F115-ECCD-E3E4-A89B82ACF84A}"/>
                </a:ext>
              </a:extLst>
            </p:cNvPr>
            <p:cNvSpPr>
              <a:spLocks noGrp="1"/>
            </p:cNvSpPr>
            <p:nvPr/>
          </p:nvSpPr>
          <p:spPr>
            <a:xfrm>
              <a:off x="15917318" y="4500421"/>
              <a:ext cx="12645" cy="53514"/>
            </a:xfrm>
            <a:custGeom>
              <a:avLst/>
              <a:gdLst/>
              <a:ahLst/>
              <a:cxnLst/>
              <a:rect l="0" t="0" r="0" b="0"/>
              <a:pathLst>
                <a:path w="12645" h="53514">
                  <a:moveTo>
                    <a:pt x="12645" y="0"/>
                  </a:moveTo>
                  <a:lnTo>
                    <a:pt x="0" y="53514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4" name="Output_receptor__4553">
              <a:extLst>
                <a:ext uri="{FF2B5EF4-FFF2-40B4-BE49-F238E27FC236}">
                  <a16:creationId xmlns:a16="http://schemas.microsoft.com/office/drawing/2014/main" id="{70809768-0F21-9102-D84B-35D23C07E4F2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22925"/>
              <a:ext cx="67306" cy="3259"/>
            </a:xfrm>
            <a:custGeom>
              <a:avLst/>
              <a:gdLst/>
              <a:ahLst/>
              <a:cxnLst/>
              <a:rect l="0" t="0" r="0" b="0"/>
              <a:pathLst>
                <a:path w="67306" h="3259">
                  <a:moveTo>
                    <a:pt x="67306" y="3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5" name="Output_receptor__4554">
              <a:extLst>
                <a:ext uri="{FF2B5EF4-FFF2-40B4-BE49-F238E27FC236}">
                  <a16:creationId xmlns:a16="http://schemas.microsoft.com/office/drawing/2014/main" id="{5C8A8DB6-9F3E-5948-B2E1-8A8EFFD34C54}"/>
                </a:ext>
              </a:extLst>
            </p:cNvPr>
            <p:cNvSpPr>
              <a:spLocks noGrp="1"/>
            </p:cNvSpPr>
            <p:nvPr/>
          </p:nvSpPr>
          <p:spPr>
            <a:xfrm>
              <a:off x="15811669" y="3816079"/>
              <a:ext cx="24045" cy="57596"/>
            </a:xfrm>
            <a:custGeom>
              <a:avLst/>
              <a:gdLst/>
              <a:ahLst/>
              <a:cxnLst/>
              <a:rect l="0" t="0" r="0" b="0"/>
              <a:pathLst>
                <a:path w="24045" h="57596">
                  <a:moveTo>
                    <a:pt x="0" y="0"/>
                  </a:moveTo>
                  <a:lnTo>
                    <a:pt x="24045" y="57596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6" name="Output_receptor__4555">
              <a:extLst>
                <a:ext uri="{FF2B5EF4-FFF2-40B4-BE49-F238E27FC236}">
                  <a16:creationId xmlns:a16="http://schemas.microsoft.com/office/drawing/2014/main" id="{6533F337-2B19-8117-BE15-D0B107C470C3}"/>
                </a:ext>
              </a:extLst>
            </p:cNvPr>
            <p:cNvSpPr>
              <a:spLocks noGrp="1"/>
            </p:cNvSpPr>
            <p:nvPr/>
          </p:nvSpPr>
          <p:spPr>
            <a:xfrm>
              <a:off x="16291361" y="4214354"/>
              <a:ext cx="17539" cy="6660"/>
            </a:xfrm>
            <a:custGeom>
              <a:avLst/>
              <a:gdLst/>
              <a:ahLst/>
              <a:cxnLst/>
              <a:rect l="0" t="0" r="0" b="0"/>
              <a:pathLst>
                <a:path w="17539" h="6660">
                  <a:moveTo>
                    <a:pt x="17539" y="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7" name="Output_receptor__4556">
              <a:extLst>
                <a:ext uri="{FF2B5EF4-FFF2-40B4-BE49-F238E27FC236}">
                  <a16:creationId xmlns:a16="http://schemas.microsoft.com/office/drawing/2014/main" id="{407ED4E3-8E66-14F8-C237-A83532D9374C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71577"/>
              <a:ext cx="55784" cy="20199"/>
            </a:xfrm>
            <a:custGeom>
              <a:avLst/>
              <a:gdLst/>
              <a:ahLst/>
              <a:cxnLst/>
              <a:rect l="0" t="0" r="0" b="0"/>
              <a:pathLst>
                <a:path w="55784" h="20199">
                  <a:moveTo>
                    <a:pt x="55784" y="0"/>
                  </a:moveTo>
                  <a:lnTo>
                    <a:pt x="0" y="2019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8" name="Output_receptor__4557">
              <a:extLst>
                <a:ext uri="{FF2B5EF4-FFF2-40B4-BE49-F238E27FC236}">
                  <a16:creationId xmlns:a16="http://schemas.microsoft.com/office/drawing/2014/main" id="{4DB8399C-99D2-3B72-BD3F-98634C954337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41393" cy="8712"/>
            </a:xfrm>
            <a:custGeom>
              <a:avLst/>
              <a:gdLst/>
              <a:ahLst/>
              <a:cxnLst/>
              <a:rect l="0" t="0" r="0" b="0"/>
              <a:pathLst>
                <a:path w="41393" h="8712">
                  <a:moveTo>
                    <a:pt x="41393" y="87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59" name="Output_receptor__4558">
              <a:extLst>
                <a:ext uri="{FF2B5EF4-FFF2-40B4-BE49-F238E27FC236}">
                  <a16:creationId xmlns:a16="http://schemas.microsoft.com/office/drawing/2014/main" id="{B8819DAC-A058-0AB4-BC56-51D2AF8AE2A7}"/>
                </a:ext>
              </a:extLst>
            </p:cNvPr>
            <p:cNvSpPr>
              <a:spLocks noGrp="1"/>
            </p:cNvSpPr>
            <p:nvPr/>
          </p:nvSpPr>
          <p:spPr>
            <a:xfrm>
              <a:off x="16381329" y="3504775"/>
              <a:ext cx="34666" cy="31926"/>
            </a:xfrm>
            <a:custGeom>
              <a:avLst/>
              <a:gdLst/>
              <a:ahLst/>
              <a:cxnLst/>
              <a:rect l="0" t="0" r="0" b="0"/>
              <a:pathLst>
                <a:path w="34666" h="31926">
                  <a:moveTo>
                    <a:pt x="0" y="0"/>
                  </a:moveTo>
                  <a:lnTo>
                    <a:pt x="34666" y="3192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0" name="Output_receptor__4559">
              <a:extLst>
                <a:ext uri="{FF2B5EF4-FFF2-40B4-BE49-F238E27FC236}">
                  <a16:creationId xmlns:a16="http://schemas.microsoft.com/office/drawing/2014/main" id="{B7B66CD5-D716-5A07-6AF8-C6FB90021EA1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73676"/>
              <a:ext cx="52735" cy="42998"/>
            </a:xfrm>
            <a:custGeom>
              <a:avLst/>
              <a:gdLst/>
              <a:ahLst/>
              <a:cxnLst/>
              <a:rect l="0" t="0" r="0" b="0"/>
              <a:pathLst>
                <a:path w="52735" h="42998">
                  <a:moveTo>
                    <a:pt x="52735" y="0"/>
                  </a:moveTo>
                  <a:lnTo>
                    <a:pt x="0" y="4299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1" name="Output_receptor__4560">
              <a:extLst>
                <a:ext uri="{FF2B5EF4-FFF2-40B4-BE49-F238E27FC236}">
                  <a16:creationId xmlns:a16="http://schemas.microsoft.com/office/drawing/2014/main" id="{B3D0444F-D5C9-E21B-5A60-DB1329679276}"/>
                </a:ext>
              </a:extLst>
            </p:cNvPr>
            <p:cNvSpPr>
              <a:spLocks noGrp="1"/>
            </p:cNvSpPr>
            <p:nvPr/>
          </p:nvSpPr>
          <p:spPr>
            <a:xfrm>
              <a:off x="16479655" y="3918602"/>
              <a:ext cx="70903" cy="11837"/>
            </a:xfrm>
            <a:custGeom>
              <a:avLst/>
              <a:gdLst/>
              <a:ahLst/>
              <a:cxnLst/>
              <a:rect l="0" t="0" r="0" b="0"/>
              <a:pathLst>
                <a:path w="70903" h="11837">
                  <a:moveTo>
                    <a:pt x="0" y="11837"/>
                  </a:moveTo>
                  <a:lnTo>
                    <a:pt x="7090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2" name="Output_receptor__4561">
              <a:extLst>
                <a:ext uri="{FF2B5EF4-FFF2-40B4-BE49-F238E27FC236}">
                  <a16:creationId xmlns:a16="http://schemas.microsoft.com/office/drawing/2014/main" id="{81892EAD-B6AA-888B-796E-B5BCDF431BAC}"/>
                </a:ext>
              </a:extLst>
            </p:cNvPr>
            <p:cNvSpPr>
              <a:spLocks noGrp="1"/>
            </p:cNvSpPr>
            <p:nvPr/>
          </p:nvSpPr>
          <p:spPr>
            <a:xfrm>
              <a:off x="16335444" y="3475259"/>
              <a:ext cx="45885" cy="29516"/>
            </a:xfrm>
            <a:custGeom>
              <a:avLst/>
              <a:gdLst/>
              <a:ahLst/>
              <a:cxnLst/>
              <a:rect l="0" t="0" r="0" b="0"/>
              <a:pathLst>
                <a:path w="45885" h="29516">
                  <a:moveTo>
                    <a:pt x="0" y="0"/>
                  </a:moveTo>
                  <a:lnTo>
                    <a:pt x="45885" y="2951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3" name="Output_receptor__4562">
              <a:extLst>
                <a:ext uri="{FF2B5EF4-FFF2-40B4-BE49-F238E27FC236}">
                  <a16:creationId xmlns:a16="http://schemas.microsoft.com/office/drawing/2014/main" id="{D0C6A9F6-A5A1-536A-FDB4-5D9D133C0E95}"/>
                </a:ext>
              </a:extLst>
            </p:cNvPr>
            <p:cNvSpPr>
              <a:spLocks noGrp="1"/>
            </p:cNvSpPr>
            <p:nvPr/>
          </p:nvSpPr>
          <p:spPr>
            <a:xfrm>
              <a:off x="16610221" y="3606590"/>
              <a:ext cx="24361" cy="38863"/>
            </a:xfrm>
            <a:custGeom>
              <a:avLst/>
              <a:gdLst/>
              <a:ahLst/>
              <a:cxnLst/>
              <a:rect l="0" t="0" r="0" b="0"/>
              <a:pathLst>
                <a:path w="24361" h="38863">
                  <a:moveTo>
                    <a:pt x="24361" y="38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4" name="Output_receptor__4563">
              <a:extLst>
                <a:ext uri="{FF2B5EF4-FFF2-40B4-BE49-F238E27FC236}">
                  <a16:creationId xmlns:a16="http://schemas.microsoft.com/office/drawing/2014/main" id="{2943BAC6-964C-80DD-2E3E-667CCBBB35C9}"/>
                </a:ext>
              </a:extLst>
            </p:cNvPr>
            <p:cNvSpPr>
              <a:spLocks noGrp="1"/>
            </p:cNvSpPr>
            <p:nvPr/>
          </p:nvSpPr>
          <p:spPr>
            <a:xfrm>
              <a:off x="16073609" y="4523989"/>
              <a:ext cx="37340" cy="44746"/>
            </a:xfrm>
            <a:custGeom>
              <a:avLst/>
              <a:gdLst/>
              <a:ahLst/>
              <a:cxnLst/>
              <a:rect l="0" t="0" r="0" b="0"/>
              <a:pathLst>
                <a:path w="37340" h="44746">
                  <a:moveTo>
                    <a:pt x="0" y="0"/>
                  </a:moveTo>
                  <a:lnTo>
                    <a:pt x="37340" y="4474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5" name="Output_receptor__4564">
              <a:extLst>
                <a:ext uri="{FF2B5EF4-FFF2-40B4-BE49-F238E27FC236}">
                  <a16:creationId xmlns:a16="http://schemas.microsoft.com/office/drawing/2014/main" id="{60F79751-32B0-4D9C-6A6F-4857C9865D34}"/>
                </a:ext>
              </a:extLst>
            </p:cNvPr>
            <p:cNvSpPr>
              <a:spLocks noGrp="1"/>
            </p:cNvSpPr>
            <p:nvPr/>
          </p:nvSpPr>
          <p:spPr>
            <a:xfrm>
              <a:off x="15854014" y="4409552"/>
              <a:ext cx="22802" cy="39442"/>
            </a:xfrm>
            <a:custGeom>
              <a:avLst/>
              <a:gdLst/>
              <a:ahLst/>
              <a:cxnLst/>
              <a:rect l="0" t="0" r="0" b="0"/>
              <a:pathLst>
                <a:path w="22802" h="39442">
                  <a:moveTo>
                    <a:pt x="0" y="0"/>
                  </a:moveTo>
                  <a:lnTo>
                    <a:pt x="22802" y="3944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6" name="Output_receptor__4565">
              <a:extLst>
                <a:ext uri="{FF2B5EF4-FFF2-40B4-BE49-F238E27FC236}">
                  <a16:creationId xmlns:a16="http://schemas.microsoft.com/office/drawing/2014/main" id="{FD22916A-CE72-CD9F-3B78-661E338F4751}"/>
                </a:ext>
              </a:extLst>
            </p:cNvPr>
            <p:cNvSpPr>
              <a:spLocks noGrp="1"/>
            </p:cNvSpPr>
            <p:nvPr/>
          </p:nvSpPr>
          <p:spPr>
            <a:xfrm>
              <a:off x="15642826" y="3926184"/>
              <a:ext cx="16834" cy="48242"/>
            </a:xfrm>
            <a:custGeom>
              <a:avLst/>
              <a:gdLst/>
              <a:ahLst/>
              <a:cxnLst/>
              <a:rect l="0" t="0" r="0" b="0"/>
              <a:pathLst>
                <a:path w="16834" h="48242">
                  <a:moveTo>
                    <a:pt x="16834" y="48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7" name="Output_receptor__4566">
              <a:extLst>
                <a:ext uri="{FF2B5EF4-FFF2-40B4-BE49-F238E27FC236}">
                  <a16:creationId xmlns:a16="http://schemas.microsoft.com/office/drawing/2014/main" id="{BB60CE5C-351B-6C19-8A44-5E187E30F2D7}"/>
                </a:ext>
              </a:extLst>
            </p:cNvPr>
            <p:cNvSpPr>
              <a:spLocks noGrp="1"/>
            </p:cNvSpPr>
            <p:nvPr/>
          </p:nvSpPr>
          <p:spPr>
            <a:xfrm>
              <a:off x="16217027" y="4114611"/>
              <a:ext cx="44696" cy="56106"/>
            </a:xfrm>
            <a:custGeom>
              <a:avLst/>
              <a:gdLst/>
              <a:ahLst/>
              <a:cxnLst/>
              <a:rect l="0" t="0" r="0" b="0"/>
              <a:pathLst>
                <a:path w="44696" h="56106">
                  <a:moveTo>
                    <a:pt x="0" y="56106"/>
                  </a:moveTo>
                  <a:lnTo>
                    <a:pt x="4469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8" name="Output_receptor__4567">
              <a:extLst>
                <a:ext uri="{FF2B5EF4-FFF2-40B4-BE49-F238E27FC236}">
                  <a16:creationId xmlns:a16="http://schemas.microsoft.com/office/drawing/2014/main" id="{4825F609-B253-C430-7AD3-9C2F70F0CEA5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74679"/>
              <a:ext cx="64540" cy="13931"/>
            </a:xfrm>
            <a:custGeom>
              <a:avLst/>
              <a:gdLst/>
              <a:ahLst/>
              <a:cxnLst/>
              <a:rect l="0" t="0" r="0" b="0"/>
              <a:pathLst>
                <a:path w="64540" h="13931">
                  <a:moveTo>
                    <a:pt x="0" y="0"/>
                  </a:moveTo>
                  <a:lnTo>
                    <a:pt x="64540" y="1393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9" name="Output_receptor__4568">
              <a:extLst>
                <a:ext uri="{FF2B5EF4-FFF2-40B4-BE49-F238E27FC236}">
                  <a16:creationId xmlns:a16="http://schemas.microsoft.com/office/drawing/2014/main" id="{E16DAE5D-EAF8-271E-99A6-7251F3735E89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76533"/>
              <a:ext cx="5756" cy="10600"/>
            </a:xfrm>
            <a:custGeom>
              <a:avLst/>
              <a:gdLst/>
              <a:ahLst/>
              <a:cxnLst/>
              <a:rect l="0" t="0" r="0" b="0"/>
              <a:pathLst>
                <a:path w="5756" h="10600">
                  <a:moveTo>
                    <a:pt x="5756" y="106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0" name="Output_receptor__4569">
              <a:extLst>
                <a:ext uri="{FF2B5EF4-FFF2-40B4-BE49-F238E27FC236}">
                  <a16:creationId xmlns:a16="http://schemas.microsoft.com/office/drawing/2014/main" id="{545D4DF2-C8BF-7D5A-5814-964A4A9B5FF0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97891"/>
              <a:ext cx="20902" cy="47368"/>
            </a:xfrm>
            <a:custGeom>
              <a:avLst/>
              <a:gdLst/>
              <a:ahLst/>
              <a:cxnLst/>
              <a:rect l="0" t="0" r="0" b="0"/>
              <a:pathLst>
                <a:path w="20902" h="47368">
                  <a:moveTo>
                    <a:pt x="20902" y="473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1" name="Output_receptor__4570">
              <a:extLst>
                <a:ext uri="{FF2B5EF4-FFF2-40B4-BE49-F238E27FC236}">
                  <a16:creationId xmlns:a16="http://schemas.microsoft.com/office/drawing/2014/main" id="{37C9E499-F98B-A218-FE20-5D3DF8723F50}"/>
                </a:ext>
              </a:extLst>
            </p:cNvPr>
            <p:cNvSpPr>
              <a:spLocks noGrp="1"/>
            </p:cNvSpPr>
            <p:nvPr/>
          </p:nvSpPr>
          <p:spPr>
            <a:xfrm>
              <a:off x="15761615" y="4336845"/>
              <a:ext cx="57613" cy="6681"/>
            </a:xfrm>
            <a:custGeom>
              <a:avLst/>
              <a:gdLst/>
              <a:ahLst/>
              <a:cxnLst/>
              <a:rect l="0" t="0" r="0" b="0"/>
              <a:pathLst>
                <a:path w="57613" h="6681">
                  <a:moveTo>
                    <a:pt x="0" y="0"/>
                  </a:moveTo>
                  <a:lnTo>
                    <a:pt x="57613" y="668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2" name="Output_receptor__4571">
              <a:extLst>
                <a:ext uri="{FF2B5EF4-FFF2-40B4-BE49-F238E27FC236}">
                  <a16:creationId xmlns:a16="http://schemas.microsoft.com/office/drawing/2014/main" id="{7ACCAA9B-BBCF-ABA4-63F3-0E76376AD516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54856"/>
              <a:ext cx="34186" cy="18601"/>
            </a:xfrm>
            <a:custGeom>
              <a:avLst/>
              <a:gdLst/>
              <a:ahLst/>
              <a:cxnLst/>
              <a:rect l="0" t="0" r="0" b="0"/>
              <a:pathLst>
                <a:path w="34186" h="18601">
                  <a:moveTo>
                    <a:pt x="34186" y="0"/>
                  </a:moveTo>
                  <a:lnTo>
                    <a:pt x="0" y="18601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3" name="Output_receptor__4572">
              <a:extLst>
                <a:ext uri="{FF2B5EF4-FFF2-40B4-BE49-F238E27FC236}">
                  <a16:creationId xmlns:a16="http://schemas.microsoft.com/office/drawing/2014/main" id="{E76873E9-2F36-123F-644F-4EC0DAD531E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36845"/>
              <a:ext cx="44521" cy="19288"/>
            </a:xfrm>
            <a:custGeom>
              <a:avLst/>
              <a:gdLst/>
              <a:ahLst/>
              <a:cxnLst/>
              <a:rect l="0" t="0" r="0" b="0"/>
              <a:pathLst>
                <a:path w="44521" h="19288">
                  <a:moveTo>
                    <a:pt x="0" y="19288"/>
                  </a:moveTo>
                  <a:lnTo>
                    <a:pt x="44521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4" name="Output_receptor__4573">
              <a:extLst>
                <a:ext uri="{FF2B5EF4-FFF2-40B4-BE49-F238E27FC236}">
                  <a16:creationId xmlns:a16="http://schemas.microsoft.com/office/drawing/2014/main" id="{B8977814-EEDB-3866-0308-BE75B7086A19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448994"/>
              <a:ext cx="41986" cy="54608"/>
            </a:xfrm>
            <a:custGeom>
              <a:avLst/>
              <a:gdLst/>
              <a:ahLst/>
              <a:cxnLst/>
              <a:rect l="0" t="0" r="0" b="0"/>
              <a:pathLst>
                <a:path w="41986" h="54608">
                  <a:moveTo>
                    <a:pt x="41986" y="0"/>
                  </a:moveTo>
                  <a:lnTo>
                    <a:pt x="0" y="5460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5" name="Output_receptor__4574">
              <a:extLst>
                <a:ext uri="{FF2B5EF4-FFF2-40B4-BE49-F238E27FC236}">
                  <a16:creationId xmlns:a16="http://schemas.microsoft.com/office/drawing/2014/main" id="{03AE4405-33E1-CFD2-EAA2-1956A6512DD8}"/>
                </a:ext>
              </a:extLst>
            </p:cNvPr>
            <p:cNvSpPr>
              <a:spLocks noGrp="1"/>
            </p:cNvSpPr>
            <p:nvPr/>
          </p:nvSpPr>
          <p:spPr>
            <a:xfrm>
              <a:off x="16443902" y="4088609"/>
              <a:ext cx="26674" cy="41879"/>
            </a:xfrm>
            <a:custGeom>
              <a:avLst/>
              <a:gdLst/>
              <a:ahLst/>
              <a:cxnLst/>
              <a:rect l="0" t="0" r="0" b="0"/>
              <a:pathLst>
                <a:path w="26674" h="41879">
                  <a:moveTo>
                    <a:pt x="0" y="0"/>
                  </a:moveTo>
                  <a:lnTo>
                    <a:pt x="26674" y="4187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6" name="Output_receptor__4575">
              <a:extLst>
                <a:ext uri="{FF2B5EF4-FFF2-40B4-BE49-F238E27FC236}">
                  <a16:creationId xmlns:a16="http://schemas.microsoft.com/office/drawing/2014/main" id="{C449021F-920F-655F-5BCB-DDB33B5EBB5B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3974426"/>
              <a:ext cx="56819" cy="40931"/>
            </a:xfrm>
            <a:custGeom>
              <a:avLst/>
              <a:gdLst/>
              <a:ahLst/>
              <a:cxnLst/>
              <a:rect l="0" t="0" r="0" b="0"/>
              <a:pathLst>
                <a:path w="56819" h="40931">
                  <a:moveTo>
                    <a:pt x="0" y="40931"/>
                  </a:moveTo>
                  <a:lnTo>
                    <a:pt x="56819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7" name="Output_receptor__4576">
              <a:extLst>
                <a:ext uri="{FF2B5EF4-FFF2-40B4-BE49-F238E27FC236}">
                  <a16:creationId xmlns:a16="http://schemas.microsoft.com/office/drawing/2014/main" id="{902216EB-CB5B-AD9B-E6A1-87353130DAD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585362"/>
              <a:ext cx="733" cy="31676"/>
            </a:xfrm>
            <a:custGeom>
              <a:avLst/>
              <a:gdLst/>
              <a:ahLst/>
              <a:cxnLst/>
              <a:rect l="0" t="0" r="0" b="0"/>
              <a:pathLst>
                <a:path w="733" h="31676">
                  <a:moveTo>
                    <a:pt x="0" y="31676"/>
                  </a:moveTo>
                  <a:lnTo>
                    <a:pt x="73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8" name="Output_receptor__4577">
              <a:extLst>
                <a:ext uri="{FF2B5EF4-FFF2-40B4-BE49-F238E27FC236}">
                  <a16:creationId xmlns:a16="http://schemas.microsoft.com/office/drawing/2014/main" id="{F5B3BC5A-D0E6-F49A-0933-1E99EC198814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218714"/>
              <a:ext cx="44647" cy="3791"/>
            </a:xfrm>
            <a:custGeom>
              <a:avLst/>
              <a:gdLst/>
              <a:ahLst/>
              <a:cxnLst/>
              <a:rect l="0" t="0" r="0" b="0"/>
              <a:pathLst>
                <a:path w="44647" h="3791">
                  <a:moveTo>
                    <a:pt x="0" y="0"/>
                  </a:moveTo>
                  <a:lnTo>
                    <a:pt x="44647" y="379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9" name="Output_receptor__4578">
              <a:extLst>
                <a:ext uri="{FF2B5EF4-FFF2-40B4-BE49-F238E27FC236}">
                  <a16:creationId xmlns:a16="http://schemas.microsoft.com/office/drawing/2014/main" id="{B4E46894-FFD2-4699-2562-CF8713E6BF20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501707"/>
              <a:ext cx="35902" cy="61415"/>
            </a:xfrm>
            <a:custGeom>
              <a:avLst/>
              <a:gdLst/>
              <a:ahLst/>
              <a:cxnLst/>
              <a:rect l="0" t="0" r="0" b="0"/>
              <a:pathLst>
                <a:path w="35902" h="61415">
                  <a:moveTo>
                    <a:pt x="0" y="0"/>
                  </a:moveTo>
                  <a:lnTo>
                    <a:pt x="35902" y="61415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0" name="Output_receptor__4579">
              <a:extLst>
                <a:ext uri="{FF2B5EF4-FFF2-40B4-BE49-F238E27FC236}">
                  <a16:creationId xmlns:a16="http://schemas.microsoft.com/office/drawing/2014/main" id="{6C5F3451-7F28-1489-7ACC-5093B13B32FE}"/>
                </a:ext>
              </a:extLst>
            </p:cNvPr>
            <p:cNvSpPr>
              <a:spLocks noGrp="1"/>
            </p:cNvSpPr>
            <p:nvPr/>
          </p:nvSpPr>
          <p:spPr>
            <a:xfrm>
              <a:off x="15755221" y="4080294"/>
              <a:ext cx="71567" cy="5090"/>
            </a:xfrm>
            <a:custGeom>
              <a:avLst/>
              <a:gdLst/>
              <a:ahLst/>
              <a:cxnLst/>
              <a:rect l="0" t="0" r="0" b="0"/>
              <a:pathLst>
                <a:path w="71567" h="5090">
                  <a:moveTo>
                    <a:pt x="0" y="0"/>
                  </a:moveTo>
                  <a:lnTo>
                    <a:pt x="71567" y="509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1" name="Output_receptor__4580">
              <a:extLst>
                <a:ext uri="{FF2B5EF4-FFF2-40B4-BE49-F238E27FC236}">
                  <a16:creationId xmlns:a16="http://schemas.microsoft.com/office/drawing/2014/main" id="{67F38EA6-D0C3-C79E-C9C6-D631A1C1D0E0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45453"/>
              <a:ext cx="45706" cy="54772"/>
            </a:xfrm>
            <a:custGeom>
              <a:avLst/>
              <a:gdLst/>
              <a:ahLst/>
              <a:cxnLst/>
              <a:rect l="0" t="0" r="0" b="0"/>
              <a:pathLst>
                <a:path w="45706" h="54772">
                  <a:moveTo>
                    <a:pt x="0" y="54772"/>
                  </a:moveTo>
                  <a:lnTo>
                    <a:pt x="4570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2" name="Output_receptor__4581">
              <a:extLst>
                <a:ext uri="{FF2B5EF4-FFF2-40B4-BE49-F238E27FC236}">
                  <a16:creationId xmlns:a16="http://schemas.microsoft.com/office/drawing/2014/main" id="{08BF6CA8-41A6-4D86-E63D-2FB586D73403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7742"/>
              <a:ext cx="8566" cy="22943"/>
            </a:xfrm>
            <a:custGeom>
              <a:avLst/>
              <a:gdLst/>
              <a:ahLst/>
              <a:cxnLst/>
              <a:rect l="0" t="0" r="0" b="0"/>
              <a:pathLst>
                <a:path w="8566" h="22943">
                  <a:moveTo>
                    <a:pt x="8566" y="0"/>
                  </a:moveTo>
                  <a:lnTo>
                    <a:pt x="0" y="22943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3" name="Output_receptor__4582">
              <a:extLst>
                <a:ext uri="{FF2B5EF4-FFF2-40B4-BE49-F238E27FC236}">
                  <a16:creationId xmlns:a16="http://schemas.microsoft.com/office/drawing/2014/main" id="{2E16D736-3595-F9BF-5308-BAEEC9308834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78743"/>
              <a:ext cx="42488" cy="28263"/>
            </a:xfrm>
            <a:custGeom>
              <a:avLst/>
              <a:gdLst/>
              <a:ahLst/>
              <a:cxnLst/>
              <a:rect l="0" t="0" r="0" b="0"/>
              <a:pathLst>
                <a:path w="42488" h="28263">
                  <a:moveTo>
                    <a:pt x="0" y="28263"/>
                  </a:moveTo>
                  <a:lnTo>
                    <a:pt x="42488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4" name="Output_receptor__4583">
              <a:extLst>
                <a:ext uri="{FF2B5EF4-FFF2-40B4-BE49-F238E27FC236}">
                  <a16:creationId xmlns:a16="http://schemas.microsoft.com/office/drawing/2014/main" id="{4409A6FA-C92F-1BDA-5507-BF3EB0FC99F3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0675"/>
              <a:ext cx="71823" cy="8344"/>
            </a:xfrm>
            <a:custGeom>
              <a:avLst/>
              <a:gdLst/>
              <a:ahLst/>
              <a:cxnLst/>
              <a:rect l="0" t="0" r="0" b="0"/>
              <a:pathLst>
                <a:path w="71823" h="8344">
                  <a:moveTo>
                    <a:pt x="0" y="8344"/>
                  </a:moveTo>
                  <a:lnTo>
                    <a:pt x="7182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5" name="Output_receptor__4584">
              <a:extLst>
                <a:ext uri="{FF2B5EF4-FFF2-40B4-BE49-F238E27FC236}">
                  <a16:creationId xmlns:a16="http://schemas.microsoft.com/office/drawing/2014/main" id="{DF9DB969-EA4D-3118-B8A2-ED7E85428885}"/>
                </a:ext>
              </a:extLst>
            </p:cNvPr>
            <p:cNvSpPr>
              <a:spLocks noGrp="1"/>
            </p:cNvSpPr>
            <p:nvPr/>
          </p:nvSpPr>
          <p:spPr>
            <a:xfrm>
              <a:off x="15885486" y="3911152"/>
              <a:ext cx="70575" cy="14602"/>
            </a:xfrm>
            <a:custGeom>
              <a:avLst/>
              <a:gdLst/>
              <a:ahLst/>
              <a:cxnLst/>
              <a:rect l="0" t="0" r="0" b="0"/>
              <a:pathLst>
                <a:path w="70575" h="14602">
                  <a:moveTo>
                    <a:pt x="70575" y="0"/>
                  </a:moveTo>
                  <a:lnTo>
                    <a:pt x="0" y="1460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6" name="Output_receptor__4585">
              <a:extLst>
                <a:ext uri="{FF2B5EF4-FFF2-40B4-BE49-F238E27FC236}">
                  <a16:creationId xmlns:a16="http://schemas.microsoft.com/office/drawing/2014/main" id="{B11353D6-9C07-17EE-D1CB-5666CACF2740}"/>
                </a:ext>
              </a:extLst>
            </p:cNvPr>
            <p:cNvSpPr>
              <a:spLocks noGrp="1"/>
            </p:cNvSpPr>
            <p:nvPr/>
          </p:nvSpPr>
          <p:spPr>
            <a:xfrm>
              <a:off x="16525076" y="3480182"/>
              <a:ext cx="52747" cy="44911"/>
            </a:xfrm>
            <a:custGeom>
              <a:avLst/>
              <a:gdLst/>
              <a:ahLst/>
              <a:cxnLst/>
              <a:rect l="0" t="0" r="0" b="0"/>
              <a:pathLst>
                <a:path w="52747" h="44911">
                  <a:moveTo>
                    <a:pt x="52747" y="449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7" name="Output_receptor__4586">
              <a:extLst>
                <a:ext uri="{FF2B5EF4-FFF2-40B4-BE49-F238E27FC236}">
                  <a16:creationId xmlns:a16="http://schemas.microsoft.com/office/drawing/2014/main" id="{11737D31-5935-127A-28CA-96C9E7BC2192}"/>
                </a:ext>
              </a:extLst>
            </p:cNvPr>
            <p:cNvSpPr>
              <a:spLocks noGrp="1"/>
            </p:cNvSpPr>
            <p:nvPr/>
          </p:nvSpPr>
          <p:spPr>
            <a:xfrm>
              <a:off x="16095570" y="3173418"/>
              <a:ext cx="51300" cy="49397"/>
            </a:xfrm>
            <a:custGeom>
              <a:avLst/>
              <a:gdLst/>
              <a:ahLst/>
              <a:cxnLst/>
              <a:rect l="0" t="0" r="0" b="0"/>
              <a:pathLst>
                <a:path w="51300" h="49397">
                  <a:moveTo>
                    <a:pt x="0" y="49397"/>
                  </a:moveTo>
                  <a:lnTo>
                    <a:pt x="5130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8" name="Output_receptor__4587">
              <a:extLst>
                <a:ext uri="{FF2B5EF4-FFF2-40B4-BE49-F238E27FC236}">
                  <a16:creationId xmlns:a16="http://schemas.microsoft.com/office/drawing/2014/main" id="{A5E6F989-A884-023F-9B5C-FC248E83F147}"/>
                </a:ext>
              </a:extLst>
            </p:cNvPr>
            <p:cNvSpPr>
              <a:spLocks noGrp="1"/>
            </p:cNvSpPr>
            <p:nvPr/>
          </p:nvSpPr>
          <p:spPr>
            <a:xfrm>
              <a:off x="15605127" y="3824921"/>
              <a:ext cx="43677" cy="37893"/>
            </a:xfrm>
            <a:custGeom>
              <a:avLst/>
              <a:gdLst/>
              <a:ahLst/>
              <a:cxnLst/>
              <a:rect l="0" t="0" r="0" b="0"/>
              <a:pathLst>
                <a:path w="43677" h="37893">
                  <a:moveTo>
                    <a:pt x="43677" y="37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89" name="Output_receptor__4588">
              <a:extLst>
                <a:ext uri="{FF2B5EF4-FFF2-40B4-BE49-F238E27FC236}">
                  <a16:creationId xmlns:a16="http://schemas.microsoft.com/office/drawing/2014/main" id="{AA54C096-3744-2CB3-8A23-4922E613D0CA}"/>
                </a:ext>
              </a:extLst>
            </p:cNvPr>
            <p:cNvSpPr>
              <a:spLocks noGrp="1"/>
            </p:cNvSpPr>
            <p:nvPr/>
          </p:nvSpPr>
          <p:spPr>
            <a:xfrm>
              <a:off x="15668271" y="4256237"/>
              <a:ext cx="68551" cy="20884"/>
            </a:xfrm>
            <a:custGeom>
              <a:avLst/>
              <a:gdLst/>
              <a:ahLst/>
              <a:cxnLst/>
              <a:rect l="0" t="0" r="0" b="0"/>
              <a:pathLst>
                <a:path w="68551" h="20884">
                  <a:moveTo>
                    <a:pt x="0" y="20884"/>
                  </a:moveTo>
                  <a:lnTo>
                    <a:pt x="6855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0" name="Output_receptor__4589">
              <a:extLst>
                <a:ext uri="{FF2B5EF4-FFF2-40B4-BE49-F238E27FC236}">
                  <a16:creationId xmlns:a16="http://schemas.microsoft.com/office/drawing/2014/main" id="{1AF8B649-1D17-48B3-5DAF-12ABC0CDF1FC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36375" cy="42016"/>
            </a:xfrm>
            <a:custGeom>
              <a:avLst/>
              <a:gdLst/>
              <a:ahLst/>
              <a:cxnLst/>
              <a:rect l="0" t="0" r="0" b="0"/>
              <a:pathLst>
                <a:path w="36375" h="42016">
                  <a:moveTo>
                    <a:pt x="0" y="0"/>
                  </a:moveTo>
                  <a:lnTo>
                    <a:pt x="36375" y="4201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1" name="Output_receptor__4590">
              <a:extLst>
                <a:ext uri="{FF2B5EF4-FFF2-40B4-BE49-F238E27FC236}">
                  <a16:creationId xmlns:a16="http://schemas.microsoft.com/office/drawing/2014/main" id="{79064FD9-7C50-A39B-75EB-A2E680E2EF7F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3856"/>
              <a:ext cx="50449" cy="35060"/>
            </a:xfrm>
            <a:custGeom>
              <a:avLst/>
              <a:gdLst/>
              <a:ahLst/>
              <a:cxnLst/>
              <a:rect l="0" t="0" r="0" b="0"/>
              <a:pathLst>
                <a:path w="50449" h="35060">
                  <a:moveTo>
                    <a:pt x="50449" y="0"/>
                  </a:moveTo>
                  <a:lnTo>
                    <a:pt x="0" y="3506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2" name="Output_receptor__4591">
              <a:extLst>
                <a:ext uri="{FF2B5EF4-FFF2-40B4-BE49-F238E27FC236}">
                  <a16:creationId xmlns:a16="http://schemas.microsoft.com/office/drawing/2014/main" id="{2232F0EB-ABDF-9E05-F929-BC31ACBC6C26}"/>
                </a:ext>
              </a:extLst>
            </p:cNvPr>
            <p:cNvSpPr>
              <a:spLocks noGrp="1"/>
            </p:cNvSpPr>
            <p:nvPr/>
          </p:nvSpPr>
          <p:spPr>
            <a:xfrm>
              <a:off x="16308900" y="4221014"/>
              <a:ext cx="21528" cy="67370"/>
            </a:xfrm>
            <a:custGeom>
              <a:avLst/>
              <a:gdLst/>
              <a:ahLst/>
              <a:cxnLst/>
              <a:rect l="0" t="0" r="0" b="0"/>
              <a:pathLst>
                <a:path w="21528" h="67370">
                  <a:moveTo>
                    <a:pt x="21528" y="673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3" name="Output_receptor__4592">
              <a:extLst>
                <a:ext uri="{FF2B5EF4-FFF2-40B4-BE49-F238E27FC236}">
                  <a16:creationId xmlns:a16="http://schemas.microsoft.com/office/drawing/2014/main" id="{A6DC8DE8-52F0-0E7B-D7DD-53C011E9BE62}"/>
                </a:ext>
              </a:extLst>
            </p:cNvPr>
            <p:cNvSpPr>
              <a:spLocks noGrp="1"/>
            </p:cNvSpPr>
            <p:nvPr/>
          </p:nvSpPr>
          <p:spPr>
            <a:xfrm>
              <a:off x="15826788" y="4085384"/>
              <a:ext cx="4773" cy="69472"/>
            </a:xfrm>
            <a:custGeom>
              <a:avLst/>
              <a:gdLst/>
              <a:ahLst/>
              <a:cxnLst/>
              <a:rect l="0" t="0" r="0" b="0"/>
              <a:pathLst>
                <a:path w="4773" h="69472">
                  <a:moveTo>
                    <a:pt x="0" y="0"/>
                  </a:moveTo>
                  <a:lnTo>
                    <a:pt x="4773" y="6947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4" name="Output_receptor__4593">
              <a:extLst>
                <a:ext uri="{FF2B5EF4-FFF2-40B4-BE49-F238E27FC236}">
                  <a16:creationId xmlns:a16="http://schemas.microsoft.com/office/drawing/2014/main" id="{AE16DEF0-0C76-8968-CCEF-61994FEA53A9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25646"/>
              <a:ext cx="27917" cy="3637"/>
            </a:xfrm>
            <a:custGeom>
              <a:avLst/>
              <a:gdLst/>
              <a:ahLst/>
              <a:cxnLst/>
              <a:rect l="0" t="0" r="0" b="0"/>
              <a:pathLst>
                <a:path w="27917" h="3637">
                  <a:moveTo>
                    <a:pt x="27917" y="3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5" name="Output_receptor__4594">
              <a:extLst>
                <a:ext uri="{FF2B5EF4-FFF2-40B4-BE49-F238E27FC236}">
                  <a16:creationId xmlns:a16="http://schemas.microsoft.com/office/drawing/2014/main" id="{7CE68117-125F-96B1-06A7-7D282A6887A3}"/>
                </a:ext>
              </a:extLst>
            </p:cNvPr>
            <p:cNvSpPr>
              <a:spLocks noGrp="1"/>
            </p:cNvSpPr>
            <p:nvPr/>
          </p:nvSpPr>
          <p:spPr>
            <a:xfrm>
              <a:off x="16653413" y="4000675"/>
              <a:ext cx="18389" cy="63181"/>
            </a:xfrm>
            <a:custGeom>
              <a:avLst/>
              <a:gdLst/>
              <a:ahLst/>
              <a:cxnLst/>
              <a:rect l="0" t="0" r="0" b="0"/>
              <a:pathLst>
                <a:path w="18389" h="63181">
                  <a:moveTo>
                    <a:pt x="0" y="0"/>
                  </a:moveTo>
                  <a:lnTo>
                    <a:pt x="18389" y="6318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6" name="Output_receptor__4595">
              <a:extLst>
                <a:ext uri="{FF2B5EF4-FFF2-40B4-BE49-F238E27FC236}">
                  <a16:creationId xmlns:a16="http://schemas.microsoft.com/office/drawing/2014/main" id="{47EA3892-4C13-FDA8-B1A6-1FAE9522FE46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809990"/>
              <a:ext cx="44476" cy="14931"/>
            </a:xfrm>
            <a:custGeom>
              <a:avLst/>
              <a:gdLst/>
              <a:ahLst/>
              <a:cxnLst/>
              <a:rect l="0" t="0" r="0" b="0"/>
              <a:pathLst>
                <a:path w="44476" h="14931">
                  <a:moveTo>
                    <a:pt x="44476" y="14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7" name="Output_receptor__4596">
              <a:extLst>
                <a:ext uri="{FF2B5EF4-FFF2-40B4-BE49-F238E27FC236}">
                  <a16:creationId xmlns:a16="http://schemas.microsoft.com/office/drawing/2014/main" id="{FD3E50B5-F05F-BCC3-9D28-B68AB1DED6FA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15190"/>
              <a:ext cx="26883" cy="7735"/>
            </a:xfrm>
            <a:custGeom>
              <a:avLst/>
              <a:gdLst/>
              <a:ahLst/>
              <a:cxnLst/>
              <a:rect l="0" t="0" r="0" b="0"/>
              <a:pathLst>
                <a:path w="26883" h="7735">
                  <a:moveTo>
                    <a:pt x="0" y="7735"/>
                  </a:moveTo>
                  <a:lnTo>
                    <a:pt x="2688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8" name="Output_receptor__4597">
              <a:extLst>
                <a:ext uri="{FF2B5EF4-FFF2-40B4-BE49-F238E27FC236}">
                  <a16:creationId xmlns:a16="http://schemas.microsoft.com/office/drawing/2014/main" id="{172FD0A3-416D-EA51-A7ED-3162301815B5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33450" cy="21286"/>
            </a:xfrm>
            <a:custGeom>
              <a:avLst/>
              <a:gdLst/>
              <a:ahLst/>
              <a:cxnLst/>
              <a:rect l="0" t="0" r="0" b="0"/>
              <a:pathLst>
                <a:path w="33450" h="21286">
                  <a:moveTo>
                    <a:pt x="0" y="0"/>
                  </a:moveTo>
                  <a:lnTo>
                    <a:pt x="33450" y="2128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9" name="Output_receptor__4598">
              <a:extLst>
                <a:ext uri="{FF2B5EF4-FFF2-40B4-BE49-F238E27FC236}">
                  <a16:creationId xmlns:a16="http://schemas.microsoft.com/office/drawing/2014/main" id="{2F70E0D8-B08D-573F-5F05-D69B0567AB88}"/>
                </a:ext>
              </a:extLst>
            </p:cNvPr>
            <p:cNvSpPr>
              <a:spLocks noGrp="1"/>
            </p:cNvSpPr>
            <p:nvPr/>
          </p:nvSpPr>
          <p:spPr>
            <a:xfrm>
              <a:off x="15956061" y="3911152"/>
              <a:ext cx="12781" cy="67592"/>
            </a:xfrm>
            <a:custGeom>
              <a:avLst/>
              <a:gdLst/>
              <a:ahLst/>
              <a:cxnLst/>
              <a:rect l="0" t="0" r="0" b="0"/>
              <a:pathLst>
                <a:path w="12781" h="67592">
                  <a:moveTo>
                    <a:pt x="12781" y="67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0" name="Output_receptor__4599">
              <a:extLst>
                <a:ext uri="{FF2B5EF4-FFF2-40B4-BE49-F238E27FC236}">
                  <a16:creationId xmlns:a16="http://schemas.microsoft.com/office/drawing/2014/main" id="{2B03243B-F538-D7E8-4BA2-943CE00DE3CD}"/>
                </a:ext>
              </a:extLst>
            </p:cNvPr>
            <p:cNvSpPr>
              <a:spLocks noGrp="1"/>
            </p:cNvSpPr>
            <p:nvPr/>
          </p:nvSpPr>
          <p:spPr>
            <a:xfrm>
              <a:off x="16404605" y="3982948"/>
              <a:ext cx="54719" cy="34964"/>
            </a:xfrm>
            <a:custGeom>
              <a:avLst/>
              <a:gdLst/>
              <a:ahLst/>
              <a:cxnLst/>
              <a:rect l="0" t="0" r="0" b="0"/>
              <a:pathLst>
                <a:path w="54719" h="34964">
                  <a:moveTo>
                    <a:pt x="0" y="0"/>
                  </a:moveTo>
                  <a:lnTo>
                    <a:pt x="54719" y="3496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1" name="Output_receptor__4600">
              <a:extLst>
                <a:ext uri="{FF2B5EF4-FFF2-40B4-BE49-F238E27FC236}">
                  <a16:creationId xmlns:a16="http://schemas.microsoft.com/office/drawing/2014/main" id="{59523969-8AAB-1507-629D-6012159784E6}"/>
                </a:ext>
              </a:extLst>
            </p:cNvPr>
            <p:cNvSpPr>
              <a:spLocks noGrp="1"/>
            </p:cNvSpPr>
            <p:nvPr/>
          </p:nvSpPr>
          <p:spPr>
            <a:xfrm>
              <a:off x="16478122" y="3480182"/>
              <a:ext cx="46953" cy="18964"/>
            </a:xfrm>
            <a:custGeom>
              <a:avLst/>
              <a:gdLst/>
              <a:ahLst/>
              <a:cxnLst/>
              <a:rect l="0" t="0" r="0" b="0"/>
              <a:pathLst>
                <a:path w="46953" h="18964">
                  <a:moveTo>
                    <a:pt x="46953" y="0"/>
                  </a:moveTo>
                  <a:lnTo>
                    <a:pt x="0" y="18964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2" name="Output_receptor__4601">
              <a:extLst>
                <a:ext uri="{FF2B5EF4-FFF2-40B4-BE49-F238E27FC236}">
                  <a16:creationId xmlns:a16="http://schemas.microsoft.com/office/drawing/2014/main" id="{04238182-791E-0DC1-B303-D1E279CE74FE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296042"/>
              <a:ext cx="40470" cy="50872"/>
            </a:xfrm>
            <a:custGeom>
              <a:avLst/>
              <a:gdLst/>
              <a:ahLst/>
              <a:cxnLst/>
              <a:rect l="0" t="0" r="0" b="0"/>
              <a:pathLst>
                <a:path w="40470" h="50872">
                  <a:moveTo>
                    <a:pt x="0" y="50872"/>
                  </a:moveTo>
                  <a:lnTo>
                    <a:pt x="4047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3" name="Output_receptor__4602">
              <a:extLst>
                <a:ext uri="{FF2B5EF4-FFF2-40B4-BE49-F238E27FC236}">
                  <a16:creationId xmlns:a16="http://schemas.microsoft.com/office/drawing/2014/main" id="{DED6BA66-3F9C-73AD-EE8C-04C4539EEC86}"/>
                </a:ext>
              </a:extLst>
            </p:cNvPr>
            <p:cNvSpPr>
              <a:spLocks noGrp="1"/>
            </p:cNvSpPr>
            <p:nvPr/>
          </p:nvSpPr>
          <p:spPr>
            <a:xfrm>
              <a:off x="16549920" y="3760252"/>
              <a:ext cx="34712" cy="61313"/>
            </a:xfrm>
            <a:custGeom>
              <a:avLst/>
              <a:gdLst/>
              <a:ahLst/>
              <a:cxnLst/>
              <a:rect l="0" t="0" r="0" b="0"/>
              <a:pathLst>
                <a:path w="34712" h="61313">
                  <a:moveTo>
                    <a:pt x="34712" y="61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4" name="Output_receptor__4603">
              <a:extLst>
                <a:ext uri="{FF2B5EF4-FFF2-40B4-BE49-F238E27FC236}">
                  <a16:creationId xmlns:a16="http://schemas.microsoft.com/office/drawing/2014/main" id="{6AEAD897-AC6A-2596-E0A6-2E0821A83AC3}"/>
                </a:ext>
              </a:extLst>
            </p:cNvPr>
            <p:cNvSpPr>
              <a:spLocks noGrp="1"/>
            </p:cNvSpPr>
            <p:nvPr/>
          </p:nvSpPr>
          <p:spPr>
            <a:xfrm>
              <a:off x="15980987" y="4296042"/>
              <a:ext cx="57048" cy="22817"/>
            </a:xfrm>
            <a:custGeom>
              <a:avLst/>
              <a:gdLst/>
              <a:ahLst/>
              <a:cxnLst/>
              <a:rect l="0" t="0" r="0" b="0"/>
              <a:pathLst>
                <a:path w="57048" h="22817">
                  <a:moveTo>
                    <a:pt x="0" y="0"/>
                  </a:moveTo>
                  <a:lnTo>
                    <a:pt x="57048" y="2281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5" name="Output_receptor__4604">
              <a:extLst>
                <a:ext uri="{FF2B5EF4-FFF2-40B4-BE49-F238E27FC236}">
                  <a16:creationId xmlns:a16="http://schemas.microsoft.com/office/drawing/2014/main" id="{3F7CBEDD-3457-23D5-975B-BFAEC49B2042}"/>
                </a:ext>
              </a:extLst>
            </p:cNvPr>
            <p:cNvSpPr>
              <a:spLocks noGrp="1"/>
            </p:cNvSpPr>
            <p:nvPr/>
          </p:nvSpPr>
          <p:spPr>
            <a:xfrm>
              <a:off x="15824701" y="4697522"/>
              <a:ext cx="60524" cy="25763"/>
            </a:xfrm>
            <a:custGeom>
              <a:avLst/>
              <a:gdLst/>
              <a:ahLst/>
              <a:cxnLst/>
              <a:rect l="0" t="0" r="0" b="0"/>
              <a:pathLst>
                <a:path w="60524" h="25763">
                  <a:moveTo>
                    <a:pt x="60524" y="257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6" name="Output_receptor__4605">
              <a:extLst>
                <a:ext uri="{FF2B5EF4-FFF2-40B4-BE49-F238E27FC236}">
                  <a16:creationId xmlns:a16="http://schemas.microsoft.com/office/drawing/2014/main" id="{48AFABB7-BF66-34C9-F003-B74BAB1319EA}"/>
                </a:ext>
              </a:extLst>
            </p:cNvPr>
            <p:cNvSpPr>
              <a:spLocks noGrp="1"/>
            </p:cNvSpPr>
            <p:nvPr/>
          </p:nvSpPr>
          <p:spPr>
            <a:xfrm>
              <a:off x="16330428" y="4268185"/>
              <a:ext cx="69259" cy="20199"/>
            </a:xfrm>
            <a:custGeom>
              <a:avLst/>
              <a:gdLst/>
              <a:ahLst/>
              <a:cxnLst/>
              <a:rect l="0" t="0" r="0" b="0"/>
              <a:pathLst>
                <a:path w="69259" h="20199">
                  <a:moveTo>
                    <a:pt x="69259" y="0"/>
                  </a:moveTo>
                  <a:lnTo>
                    <a:pt x="0" y="201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7" name="Output_receptor__4606">
              <a:extLst>
                <a:ext uri="{FF2B5EF4-FFF2-40B4-BE49-F238E27FC236}">
                  <a16:creationId xmlns:a16="http://schemas.microsoft.com/office/drawing/2014/main" id="{9309A7E8-62C4-E761-1099-A855F0EAD348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84244"/>
              <a:ext cx="38255" cy="7532"/>
            </a:xfrm>
            <a:custGeom>
              <a:avLst/>
              <a:gdLst/>
              <a:ahLst/>
              <a:cxnLst/>
              <a:rect l="0" t="0" r="0" b="0"/>
              <a:pathLst>
                <a:path w="38255" h="7532">
                  <a:moveTo>
                    <a:pt x="0" y="7532"/>
                  </a:moveTo>
                  <a:lnTo>
                    <a:pt x="38255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8" name="Output_receptor__4607">
              <a:extLst>
                <a:ext uri="{FF2B5EF4-FFF2-40B4-BE49-F238E27FC236}">
                  <a16:creationId xmlns:a16="http://schemas.microsoft.com/office/drawing/2014/main" id="{9A0937DF-D3B7-88EE-9082-BF57F06A599D}"/>
                </a:ext>
              </a:extLst>
            </p:cNvPr>
            <p:cNvSpPr>
              <a:spLocks noGrp="1"/>
            </p:cNvSpPr>
            <p:nvPr/>
          </p:nvSpPr>
          <p:spPr>
            <a:xfrm>
              <a:off x="16540803" y="3525093"/>
              <a:ext cx="37020" cy="60269"/>
            </a:xfrm>
            <a:custGeom>
              <a:avLst/>
              <a:gdLst/>
              <a:ahLst/>
              <a:cxnLst/>
              <a:rect l="0" t="0" r="0" b="0"/>
              <a:pathLst>
                <a:path w="37020" h="60269">
                  <a:moveTo>
                    <a:pt x="0" y="60269"/>
                  </a:moveTo>
                  <a:lnTo>
                    <a:pt x="3702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9" name="Output_receptor__4608">
              <a:extLst>
                <a:ext uri="{FF2B5EF4-FFF2-40B4-BE49-F238E27FC236}">
                  <a16:creationId xmlns:a16="http://schemas.microsoft.com/office/drawing/2014/main" id="{787382A4-994A-E2F5-D2A4-0E6D262C4261}"/>
                </a:ext>
              </a:extLst>
            </p:cNvPr>
            <p:cNvSpPr>
              <a:spLocks noGrp="1"/>
            </p:cNvSpPr>
            <p:nvPr/>
          </p:nvSpPr>
          <p:spPr>
            <a:xfrm>
              <a:off x="16154624" y="3993312"/>
              <a:ext cx="65661" cy="25495"/>
            </a:xfrm>
            <a:custGeom>
              <a:avLst/>
              <a:gdLst/>
              <a:ahLst/>
              <a:cxnLst/>
              <a:rect l="0" t="0" r="0" b="0"/>
              <a:pathLst>
                <a:path w="65661" h="25495">
                  <a:moveTo>
                    <a:pt x="65661" y="25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0" name="Output_receptor__4609">
              <a:extLst>
                <a:ext uri="{FF2B5EF4-FFF2-40B4-BE49-F238E27FC236}">
                  <a16:creationId xmlns:a16="http://schemas.microsoft.com/office/drawing/2014/main" id="{4D65681D-D6B1-9E9A-4B24-9EE7EC83134A}"/>
                </a:ext>
              </a:extLst>
            </p:cNvPr>
            <p:cNvSpPr>
              <a:spLocks noGrp="1"/>
            </p:cNvSpPr>
            <p:nvPr/>
          </p:nvSpPr>
          <p:spPr>
            <a:xfrm>
              <a:off x="15795129" y="4343526"/>
              <a:ext cx="24100" cy="64215"/>
            </a:xfrm>
            <a:custGeom>
              <a:avLst/>
              <a:gdLst/>
              <a:ahLst/>
              <a:cxnLst/>
              <a:rect l="0" t="0" r="0" b="0"/>
              <a:pathLst>
                <a:path w="24100" h="64215">
                  <a:moveTo>
                    <a:pt x="24100" y="0"/>
                  </a:moveTo>
                  <a:lnTo>
                    <a:pt x="0" y="6421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1" name="Output_receptor__4610">
              <a:extLst>
                <a:ext uri="{FF2B5EF4-FFF2-40B4-BE49-F238E27FC236}">
                  <a16:creationId xmlns:a16="http://schemas.microsoft.com/office/drawing/2014/main" id="{1CA554A8-0977-865D-F81D-6FB099133726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441529"/>
              <a:ext cx="7127" cy="60178"/>
            </a:xfrm>
            <a:custGeom>
              <a:avLst/>
              <a:gdLst/>
              <a:ahLst/>
              <a:cxnLst/>
              <a:rect l="0" t="0" r="0" b="0"/>
              <a:pathLst>
                <a:path w="7127" h="60178">
                  <a:moveTo>
                    <a:pt x="7127" y="0"/>
                  </a:moveTo>
                  <a:lnTo>
                    <a:pt x="0" y="6017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2" name="Output_receptor__4611">
              <a:extLst>
                <a:ext uri="{FF2B5EF4-FFF2-40B4-BE49-F238E27FC236}">
                  <a16:creationId xmlns:a16="http://schemas.microsoft.com/office/drawing/2014/main" id="{F8F247C6-26F7-97B4-B9A7-84597625116E}"/>
                </a:ext>
              </a:extLst>
            </p:cNvPr>
            <p:cNvSpPr>
              <a:spLocks noGrp="1"/>
            </p:cNvSpPr>
            <p:nvPr/>
          </p:nvSpPr>
          <p:spPr>
            <a:xfrm>
              <a:off x="16110949" y="4525626"/>
              <a:ext cx="27149" cy="43110"/>
            </a:xfrm>
            <a:custGeom>
              <a:avLst/>
              <a:gdLst/>
              <a:ahLst/>
              <a:cxnLst/>
              <a:rect l="0" t="0" r="0" b="0"/>
              <a:pathLst>
                <a:path w="27149" h="43110">
                  <a:moveTo>
                    <a:pt x="0" y="43110"/>
                  </a:moveTo>
                  <a:lnTo>
                    <a:pt x="2714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3" name="Output_receptor__4612">
              <a:extLst>
                <a:ext uri="{FF2B5EF4-FFF2-40B4-BE49-F238E27FC236}">
                  <a16:creationId xmlns:a16="http://schemas.microsoft.com/office/drawing/2014/main" id="{87D3F1AC-44D8-7D34-5002-18ACF407B81E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99926"/>
              <a:ext cx="57429" cy="4365"/>
            </a:xfrm>
            <a:custGeom>
              <a:avLst/>
              <a:gdLst/>
              <a:ahLst/>
              <a:cxnLst/>
              <a:rect l="0" t="0" r="0" b="0"/>
              <a:pathLst>
                <a:path w="57429" h="4365">
                  <a:moveTo>
                    <a:pt x="0" y="4365"/>
                  </a:moveTo>
                  <a:lnTo>
                    <a:pt x="5742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4" name="Output_receptor__4613">
              <a:extLst>
                <a:ext uri="{FF2B5EF4-FFF2-40B4-BE49-F238E27FC236}">
                  <a16:creationId xmlns:a16="http://schemas.microsoft.com/office/drawing/2014/main" id="{332E79E9-B6E6-6BCC-30B0-59A3E5B6991D}"/>
                </a:ext>
              </a:extLst>
            </p:cNvPr>
            <p:cNvSpPr>
              <a:spLocks noGrp="1"/>
            </p:cNvSpPr>
            <p:nvPr/>
          </p:nvSpPr>
          <p:spPr>
            <a:xfrm>
              <a:off x="16146870" y="3173418"/>
              <a:ext cx="43678" cy="21453"/>
            </a:xfrm>
            <a:custGeom>
              <a:avLst/>
              <a:gdLst/>
              <a:ahLst/>
              <a:cxnLst/>
              <a:rect l="0" t="0" r="0" b="0"/>
              <a:pathLst>
                <a:path w="43678" h="21453">
                  <a:moveTo>
                    <a:pt x="0" y="0"/>
                  </a:moveTo>
                  <a:lnTo>
                    <a:pt x="43678" y="2145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5" name="Output_receptor__4614">
              <a:extLst>
                <a:ext uri="{FF2B5EF4-FFF2-40B4-BE49-F238E27FC236}">
                  <a16:creationId xmlns:a16="http://schemas.microsoft.com/office/drawing/2014/main" id="{1491E4B3-3191-7297-5885-CCC3548A58D3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80294"/>
              <a:ext cx="15543" cy="25598"/>
            </a:xfrm>
            <a:custGeom>
              <a:avLst/>
              <a:gdLst/>
              <a:ahLst/>
              <a:cxnLst/>
              <a:rect l="0" t="0" r="0" b="0"/>
              <a:pathLst>
                <a:path w="15543" h="25598">
                  <a:moveTo>
                    <a:pt x="0" y="25598"/>
                  </a:moveTo>
                  <a:lnTo>
                    <a:pt x="1554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6" name="Output_receptor__4615">
              <a:extLst>
                <a:ext uri="{FF2B5EF4-FFF2-40B4-BE49-F238E27FC236}">
                  <a16:creationId xmlns:a16="http://schemas.microsoft.com/office/drawing/2014/main" id="{2F84543C-FD56-20AE-7F3C-8C2BDCD94D3C}"/>
                </a:ext>
              </a:extLst>
            </p:cNvPr>
            <p:cNvSpPr>
              <a:spLocks noGrp="1"/>
            </p:cNvSpPr>
            <p:nvPr/>
          </p:nvSpPr>
          <p:spPr>
            <a:xfrm>
              <a:off x="15997698" y="4150999"/>
              <a:ext cx="9919" cy="71506"/>
            </a:xfrm>
            <a:custGeom>
              <a:avLst/>
              <a:gdLst/>
              <a:ahLst/>
              <a:cxnLst/>
              <a:rect l="0" t="0" r="0" b="0"/>
              <a:pathLst>
                <a:path w="9919" h="71506">
                  <a:moveTo>
                    <a:pt x="0" y="71506"/>
                  </a:moveTo>
                  <a:lnTo>
                    <a:pt x="991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7" name="Output_receptor__4616">
              <a:extLst>
                <a:ext uri="{FF2B5EF4-FFF2-40B4-BE49-F238E27FC236}">
                  <a16:creationId xmlns:a16="http://schemas.microsoft.com/office/drawing/2014/main" id="{919EB42D-66D3-E6F3-F839-D2827B374CC8}"/>
                </a:ext>
              </a:extLst>
            </p:cNvPr>
            <p:cNvSpPr>
              <a:spLocks noGrp="1"/>
            </p:cNvSpPr>
            <p:nvPr/>
          </p:nvSpPr>
          <p:spPr>
            <a:xfrm>
              <a:off x="15937851" y="4132958"/>
              <a:ext cx="69766" cy="18040"/>
            </a:xfrm>
            <a:custGeom>
              <a:avLst/>
              <a:gdLst/>
              <a:ahLst/>
              <a:cxnLst/>
              <a:rect l="0" t="0" r="0" b="0"/>
              <a:pathLst>
                <a:path w="69766" h="18040">
                  <a:moveTo>
                    <a:pt x="69766" y="18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8" name="Output_receptor__4617">
              <a:extLst>
                <a:ext uri="{FF2B5EF4-FFF2-40B4-BE49-F238E27FC236}">
                  <a16:creationId xmlns:a16="http://schemas.microsoft.com/office/drawing/2014/main" id="{60F06796-7F54-9F8F-61F3-E94637ADF3AB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2" y="3666878"/>
              <a:ext cx="41684" cy="57752"/>
            </a:xfrm>
            <a:custGeom>
              <a:avLst/>
              <a:gdLst/>
              <a:ahLst/>
              <a:cxnLst/>
              <a:rect l="0" t="0" r="0" b="0"/>
              <a:pathLst>
                <a:path w="41684" h="57752">
                  <a:moveTo>
                    <a:pt x="41684" y="5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9" name="Output_receptor__4618">
              <a:extLst>
                <a:ext uri="{FF2B5EF4-FFF2-40B4-BE49-F238E27FC236}">
                  <a16:creationId xmlns:a16="http://schemas.microsoft.com/office/drawing/2014/main" id="{E11AB798-5D3D-FF6C-6364-665C4BA41169}"/>
                </a:ext>
              </a:extLst>
            </p:cNvPr>
            <p:cNvSpPr>
              <a:spLocks noGrp="1"/>
            </p:cNvSpPr>
            <p:nvPr/>
          </p:nvSpPr>
          <p:spPr>
            <a:xfrm>
              <a:off x="16021530" y="4318859"/>
              <a:ext cx="16505" cy="68274"/>
            </a:xfrm>
            <a:custGeom>
              <a:avLst/>
              <a:gdLst/>
              <a:ahLst/>
              <a:cxnLst/>
              <a:rect l="0" t="0" r="0" b="0"/>
              <a:pathLst>
                <a:path w="16505" h="68274">
                  <a:moveTo>
                    <a:pt x="16505" y="0"/>
                  </a:moveTo>
                  <a:lnTo>
                    <a:pt x="0" y="6827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0" name="Output_receptor__4619">
              <a:extLst>
                <a:ext uri="{FF2B5EF4-FFF2-40B4-BE49-F238E27FC236}">
                  <a16:creationId xmlns:a16="http://schemas.microsoft.com/office/drawing/2014/main" id="{D6F10ED2-8E42-D153-E756-EB66FE1D2EB1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60308"/>
              <a:ext cx="31150" cy="14371"/>
            </a:xfrm>
            <a:custGeom>
              <a:avLst/>
              <a:gdLst/>
              <a:ahLst/>
              <a:cxnLst/>
              <a:rect l="0" t="0" r="0" b="0"/>
              <a:pathLst>
                <a:path w="31150" h="14371">
                  <a:moveTo>
                    <a:pt x="31150" y="0"/>
                  </a:moveTo>
                  <a:lnTo>
                    <a:pt x="0" y="1437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1" name="Output_receptor__4620">
              <a:extLst>
                <a:ext uri="{FF2B5EF4-FFF2-40B4-BE49-F238E27FC236}">
                  <a16:creationId xmlns:a16="http://schemas.microsoft.com/office/drawing/2014/main" id="{4A6D2F0A-461D-3CBE-AA76-D91886644C7E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74794"/>
              <a:ext cx="33838" cy="8154"/>
            </a:xfrm>
            <a:custGeom>
              <a:avLst/>
              <a:gdLst/>
              <a:ahLst/>
              <a:cxnLst/>
              <a:rect l="0" t="0" r="0" b="0"/>
              <a:pathLst>
                <a:path w="33838" h="8154">
                  <a:moveTo>
                    <a:pt x="0" y="0"/>
                  </a:moveTo>
                  <a:lnTo>
                    <a:pt x="33838" y="815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2" name="Output_receptor__4621">
              <a:extLst>
                <a:ext uri="{FF2B5EF4-FFF2-40B4-BE49-F238E27FC236}">
                  <a16:creationId xmlns:a16="http://schemas.microsoft.com/office/drawing/2014/main" id="{DCCD59F7-36C4-C9D8-C354-5B016BB2A074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925754"/>
              <a:ext cx="4748" cy="24473"/>
            </a:xfrm>
            <a:custGeom>
              <a:avLst/>
              <a:gdLst/>
              <a:ahLst/>
              <a:cxnLst/>
              <a:rect l="0" t="0" r="0" b="0"/>
              <a:pathLst>
                <a:path w="4748" h="24473">
                  <a:moveTo>
                    <a:pt x="4748" y="0"/>
                  </a:moveTo>
                  <a:lnTo>
                    <a:pt x="0" y="24473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3" name="Output_receptor__4622">
              <a:extLst>
                <a:ext uri="{FF2B5EF4-FFF2-40B4-BE49-F238E27FC236}">
                  <a16:creationId xmlns:a16="http://schemas.microsoft.com/office/drawing/2014/main" id="{3670F080-0D4B-C7A0-3563-2EFAC82F9DDF}"/>
                </a:ext>
              </a:extLst>
            </p:cNvPr>
            <p:cNvSpPr>
              <a:spLocks noGrp="1"/>
            </p:cNvSpPr>
            <p:nvPr/>
          </p:nvSpPr>
          <p:spPr>
            <a:xfrm>
              <a:off x="16409938" y="4130488"/>
              <a:ext cx="60638" cy="33497"/>
            </a:xfrm>
            <a:custGeom>
              <a:avLst/>
              <a:gdLst/>
              <a:ahLst/>
              <a:cxnLst/>
              <a:rect l="0" t="0" r="0" b="0"/>
              <a:pathLst>
                <a:path w="60638" h="33497">
                  <a:moveTo>
                    <a:pt x="60638" y="0"/>
                  </a:moveTo>
                  <a:lnTo>
                    <a:pt x="0" y="3349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4" name="Output_receptor__4623">
              <a:extLst>
                <a:ext uri="{FF2B5EF4-FFF2-40B4-BE49-F238E27FC236}">
                  <a16:creationId xmlns:a16="http://schemas.microsoft.com/office/drawing/2014/main" id="{5314942B-C99C-4A7D-DE2B-A09B7B065015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97522"/>
              <a:ext cx="42004" cy="22111"/>
            </a:xfrm>
            <a:custGeom>
              <a:avLst/>
              <a:gdLst/>
              <a:ahLst/>
              <a:cxnLst/>
              <a:rect l="0" t="0" r="0" b="0"/>
              <a:pathLst>
                <a:path w="42004" h="22111">
                  <a:moveTo>
                    <a:pt x="42004" y="0"/>
                  </a:moveTo>
                  <a:lnTo>
                    <a:pt x="0" y="221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5" name="Output_receptor__4624">
              <a:extLst>
                <a:ext uri="{FF2B5EF4-FFF2-40B4-BE49-F238E27FC236}">
                  <a16:creationId xmlns:a16="http://schemas.microsoft.com/office/drawing/2014/main" id="{C275E755-837B-A186-61BB-1E3C141A528E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63334"/>
              <a:ext cx="46539" cy="34557"/>
            </a:xfrm>
            <a:custGeom>
              <a:avLst/>
              <a:gdLst/>
              <a:ahLst/>
              <a:cxnLst/>
              <a:rect l="0" t="0" r="0" b="0"/>
              <a:pathLst>
                <a:path w="46539" h="34557">
                  <a:moveTo>
                    <a:pt x="0" y="34557"/>
                  </a:moveTo>
                  <a:lnTo>
                    <a:pt x="4653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26" name="Output_receptor__4625">
              <a:extLst>
                <a:ext uri="{FF2B5EF4-FFF2-40B4-BE49-F238E27FC236}">
                  <a16:creationId xmlns:a16="http://schemas.microsoft.com/office/drawing/2014/main" id="{FBC2EA18-A34E-9409-F19B-A6E6618F9097}"/>
                </a:ext>
              </a:extLst>
            </p:cNvPr>
            <p:cNvSpPr>
              <a:spLocks noGrp="1"/>
            </p:cNvSpPr>
            <p:nvPr/>
          </p:nvSpPr>
          <p:spPr>
            <a:xfrm>
              <a:off x="16522884" y="3821565"/>
              <a:ext cx="61748" cy="32909"/>
            </a:xfrm>
            <a:custGeom>
              <a:avLst/>
              <a:gdLst/>
              <a:ahLst/>
              <a:cxnLst/>
              <a:rect l="0" t="0" r="0" b="0"/>
              <a:pathLst>
                <a:path w="61748" h="32909">
                  <a:moveTo>
                    <a:pt x="0" y="32909"/>
                  </a:moveTo>
                  <a:lnTo>
                    <a:pt x="61748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7" name="Output_receptor__4626">
              <a:extLst>
                <a:ext uri="{FF2B5EF4-FFF2-40B4-BE49-F238E27FC236}">
                  <a16:creationId xmlns:a16="http://schemas.microsoft.com/office/drawing/2014/main" id="{0EEE1975-2E43-D11F-34D7-50F64CDCA44B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9018"/>
              <a:ext cx="3489" cy="18559"/>
            </a:xfrm>
            <a:custGeom>
              <a:avLst/>
              <a:gdLst/>
              <a:ahLst/>
              <a:cxnLst/>
              <a:rect l="0" t="0" r="0" b="0"/>
              <a:pathLst>
                <a:path w="3489" h="18559">
                  <a:moveTo>
                    <a:pt x="3489" y="185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8" name="Output_receptor__4627">
              <a:extLst>
                <a:ext uri="{FF2B5EF4-FFF2-40B4-BE49-F238E27FC236}">
                  <a16:creationId xmlns:a16="http://schemas.microsoft.com/office/drawing/2014/main" id="{1F90B538-66F1-3C10-0A47-8AD58BD0E4C4}"/>
                </a:ext>
              </a:extLst>
            </p:cNvPr>
            <p:cNvSpPr>
              <a:spLocks noGrp="1"/>
            </p:cNvSpPr>
            <p:nvPr/>
          </p:nvSpPr>
          <p:spPr>
            <a:xfrm>
              <a:off x="15602402" y="3862814"/>
              <a:ext cx="46401" cy="52376"/>
            </a:xfrm>
            <a:custGeom>
              <a:avLst/>
              <a:gdLst/>
              <a:ahLst/>
              <a:cxnLst/>
              <a:rect l="0" t="0" r="0" b="0"/>
              <a:pathLst>
                <a:path w="46401" h="52376">
                  <a:moveTo>
                    <a:pt x="0" y="52376"/>
                  </a:moveTo>
                  <a:lnTo>
                    <a:pt x="4640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9" name="Output_receptor__4628">
              <a:extLst>
                <a:ext uri="{FF2B5EF4-FFF2-40B4-BE49-F238E27FC236}">
                  <a16:creationId xmlns:a16="http://schemas.microsoft.com/office/drawing/2014/main" id="{5F12B297-D867-7BE0-5DD5-EF7125DC8DC2}"/>
                </a:ext>
              </a:extLst>
            </p:cNvPr>
            <p:cNvSpPr>
              <a:spLocks noGrp="1"/>
            </p:cNvSpPr>
            <p:nvPr/>
          </p:nvSpPr>
          <p:spPr>
            <a:xfrm>
              <a:off x="15736822" y="4256237"/>
              <a:ext cx="9470" cy="50561"/>
            </a:xfrm>
            <a:custGeom>
              <a:avLst/>
              <a:gdLst/>
              <a:ahLst/>
              <a:cxnLst/>
              <a:rect l="0" t="0" r="0" b="0"/>
              <a:pathLst>
                <a:path w="9470" h="50561">
                  <a:moveTo>
                    <a:pt x="0" y="0"/>
                  </a:moveTo>
                  <a:lnTo>
                    <a:pt x="9470" y="505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0" name="Output_receptor__4629">
              <a:extLst>
                <a:ext uri="{FF2B5EF4-FFF2-40B4-BE49-F238E27FC236}">
                  <a16:creationId xmlns:a16="http://schemas.microsoft.com/office/drawing/2014/main" id="{D94DEED8-99E8-2F75-1DA6-759EC3F51D62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72773"/>
              <a:ext cx="11477" cy="4348"/>
            </a:xfrm>
            <a:custGeom>
              <a:avLst/>
              <a:gdLst/>
              <a:ahLst/>
              <a:cxnLst/>
              <a:rect l="0" t="0" r="0" b="0"/>
              <a:pathLst>
                <a:path w="11477" h="4348">
                  <a:moveTo>
                    <a:pt x="0" y="0"/>
                  </a:moveTo>
                  <a:lnTo>
                    <a:pt x="11477" y="4348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1" name="Output_receptor__4630">
              <a:extLst>
                <a:ext uri="{FF2B5EF4-FFF2-40B4-BE49-F238E27FC236}">
                  <a16:creationId xmlns:a16="http://schemas.microsoft.com/office/drawing/2014/main" id="{386ACE34-D135-1C72-3F95-18D58A5A2EA9}"/>
                </a:ext>
              </a:extLst>
            </p:cNvPr>
            <p:cNvSpPr>
              <a:spLocks noGrp="1"/>
            </p:cNvSpPr>
            <p:nvPr/>
          </p:nvSpPr>
          <p:spPr>
            <a:xfrm>
              <a:off x="16197985" y="4018807"/>
              <a:ext cx="22299" cy="65437"/>
            </a:xfrm>
            <a:custGeom>
              <a:avLst/>
              <a:gdLst/>
              <a:ahLst/>
              <a:cxnLst/>
              <a:rect l="0" t="0" r="0" b="0"/>
              <a:pathLst>
                <a:path w="22299" h="65437">
                  <a:moveTo>
                    <a:pt x="0" y="65437"/>
                  </a:moveTo>
                  <a:lnTo>
                    <a:pt x="2229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2" name="Output_receptor__4631">
              <a:extLst>
                <a:ext uri="{FF2B5EF4-FFF2-40B4-BE49-F238E27FC236}">
                  <a16:creationId xmlns:a16="http://schemas.microsoft.com/office/drawing/2014/main" id="{BC93F54F-71EC-7058-B09D-C837B5EECAD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0252"/>
              <a:ext cx="38473" cy="2476"/>
            </a:xfrm>
            <a:custGeom>
              <a:avLst/>
              <a:gdLst/>
              <a:ahLst/>
              <a:cxnLst/>
              <a:rect l="0" t="0" r="0" b="0"/>
              <a:pathLst>
                <a:path w="38473" h="2476">
                  <a:moveTo>
                    <a:pt x="38473" y="0"/>
                  </a:moveTo>
                  <a:lnTo>
                    <a:pt x="0" y="247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3" name="Output_receptor__4632">
              <a:extLst>
                <a:ext uri="{FF2B5EF4-FFF2-40B4-BE49-F238E27FC236}">
                  <a16:creationId xmlns:a16="http://schemas.microsoft.com/office/drawing/2014/main" id="{07613D43-DBC4-E293-79AD-8D67971A6FDC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06798"/>
              <a:ext cx="29197" cy="49335"/>
            </a:xfrm>
            <a:custGeom>
              <a:avLst/>
              <a:gdLst/>
              <a:ahLst/>
              <a:cxnLst/>
              <a:rect l="0" t="0" r="0" b="0"/>
              <a:pathLst>
                <a:path w="29197" h="49335">
                  <a:moveTo>
                    <a:pt x="29197" y="0"/>
                  </a:moveTo>
                  <a:lnTo>
                    <a:pt x="0" y="4933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4" name="Output_receptor__4633">
              <a:extLst>
                <a:ext uri="{FF2B5EF4-FFF2-40B4-BE49-F238E27FC236}">
                  <a16:creationId xmlns:a16="http://schemas.microsoft.com/office/drawing/2014/main" id="{725F00EE-987D-8583-9976-E485C09AAC93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90310"/>
              <a:ext cx="54952" cy="26583"/>
            </a:xfrm>
            <a:custGeom>
              <a:avLst/>
              <a:gdLst/>
              <a:ahLst/>
              <a:cxnLst/>
              <a:rect l="0" t="0" r="0" b="0"/>
              <a:pathLst>
                <a:path w="54952" h="26583">
                  <a:moveTo>
                    <a:pt x="0" y="26583"/>
                  </a:moveTo>
                  <a:lnTo>
                    <a:pt x="54952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5" name="Output_receptor__4634">
              <a:extLst>
                <a:ext uri="{FF2B5EF4-FFF2-40B4-BE49-F238E27FC236}">
                  <a16:creationId xmlns:a16="http://schemas.microsoft.com/office/drawing/2014/main" id="{E805798A-761F-CC85-08AD-3B5FCFF20778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3312"/>
              <a:ext cx="31887" cy="29332"/>
            </a:xfrm>
            <a:custGeom>
              <a:avLst/>
              <a:gdLst/>
              <a:ahLst/>
              <a:cxnLst/>
              <a:rect l="0" t="0" r="0" b="0"/>
              <a:pathLst>
                <a:path w="31887" h="29332">
                  <a:moveTo>
                    <a:pt x="31887" y="0"/>
                  </a:moveTo>
                  <a:lnTo>
                    <a:pt x="0" y="2933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6" name="Output_receptor__4635">
              <a:extLst>
                <a:ext uri="{FF2B5EF4-FFF2-40B4-BE49-F238E27FC236}">
                  <a16:creationId xmlns:a16="http://schemas.microsoft.com/office/drawing/2014/main" id="{55B3DB9E-AA68-1B72-03EF-32832825F380}"/>
                </a:ext>
              </a:extLst>
            </p:cNvPr>
            <p:cNvSpPr>
              <a:spLocks noGrp="1"/>
            </p:cNvSpPr>
            <p:nvPr/>
          </p:nvSpPr>
          <p:spPr>
            <a:xfrm>
              <a:off x="16073968" y="3196599"/>
              <a:ext cx="21602" cy="26217"/>
            </a:xfrm>
            <a:custGeom>
              <a:avLst/>
              <a:gdLst/>
              <a:ahLst/>
              <a:cxnLst/>
              <a:rect l="0" t="0" r="0" b="0"/>
              <a:pathLst>
                <a:path w="21602" h="26217">
                  <a:moveTo>
                    <a:pt x="0" y="0"/>
                  </a:moveTo>
                  <a:lnTo>
                    <a:pt x="21602" y="26217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37" name="Output_receptor__4636">
              <a:extLst>
                <a:ext uri="{FF2B5EF4-FFF2-40B4-BE49-F238E27FC236}">
                  <a16:creationId xmlns:a16="http://schemas.microsoft.com/office/drawing/2014/main" id="{24F582D5-36FD-C9D7-E5A5-9EF9071A5D2F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80661"/>
              <a:ext cx="68902" cy="22075"/>
            </a:xfrm>
            <a:custGeom>
              <a:avLst/>
              <a:gdLst/>
              <a:ahLst/>
              <a:cxnLst/>
              <a:rect l="0" t="0" r="0" b="0"/>
              <a:pathLst>
                <a:path w="68902" h="22075">
                  <a:moveTo>
                    <a:pt x="0" y="0"/>
                  </a:moveTo>
                  <a:lnTo>
                    <a:pt x="68902" y="2207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8" name="Output_receptor__4637">
              <a:extLst>
                <a:ext uri="{FF2B5EF4-FFF2-40B4-BE49-F238E27FC236}">
                  <a16:creationId xmlns:a16="http://schemas.microsoft.com/office/drawing/2014/main" id="{8C04F708-DB0E-CA36-D5E1-FFE396011637}"/>
                </a:ext>
              </a:extLst>
            </p:cNvPr>
            <p:cNvSpPr>
              <a:spLocks noGrp="1"/>
            </p:cNvSpPr>
            <p:nvPr/>
          </p:nvSpPr>
          <p:spPr>
            <a:xfrm>
              <a:off x="15774936" y="3770627"/>
              <a:ext cx="42315" cy="58657"/>
            </a:xfrm>
            <a:custGeom>
              <a:avLst/>
              <a:gdLst/>
              <a:ahLst/>
              <a:cxnLst/>
              <a:rect l="0" t="0" r="0" b="0"/>
              <a:pathLst>
                <a:path w="42315" h="58657">
                  <a:moveTo>
                    <a:pt x="42315" y="0"/>
                  </a:moveTo>
                  <a:lnTo>
                    <a:pt x="0" y="5865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9" name="Output_receptor__4638">
              <a:extLst>
                <a:ext uri="{FF2B5EF4-FFF2-40B4-BE49-F238E27FC236}">
                  <a16:creationId xmlns:a16="http://schemas.microsoft.com/office/drawing/2014/main" id="{1E331381-B3FC-D128-A89E-D88370ADA389}"/>
                </a:ext>
              </a:extLst>
            </p:cNvPr>
            <p:cNvSpPr>
              <a:spLocks noGrp="1"/>
            </p:cNvSpPr>
            <p:nvPr/>
          </p:nvSpPr>
          <p:spPr>
            <a:xfrm>
              <a:off x="16190548" y="3194871"/>
              <a:ext cx="45514" cy="55899"/>
            </a:xfrm>
            <a:custGeom>
              <a:avLst/>
              <a:gdLst/>
              <a:ahLst/>
              <a:cxnLst/>
              <a:rect l="0" t="0" r="0" b="0"/>
              <a:pathLst>
                <a:path w="45514" h="55899">
                  <a:moveTo>
                    <a:pt x="0" y="0"/>
                  </a:moveTo>
                  <a:lnTo>
                    <a:pt x="45514" y="558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0" name="Output_receptor__4639">
              <a:extLst>
                <a:ext uri="{FF2B5EF4-FFF2-40B4-BE49-F238E27FC236}">
                  <a16:creationId xmlns:a16="http://schemas.microsoft.com/office/drawing/2014/main" id="{9622FB43-083C-4C31-5319-57E499EFEAA7}"/>
                </a:ext>
              </a:extLst>
            </p:cNvPr>
            <p:cNvSpPr>
              <a:spLocks noGrp="1"/>
            </p:cNvSpPr>
            <p:nvPr/>
          </p:nvSpPr>
          <p:spPr>
            <a:xfrm>
              <a:off x="16410512" y="4017912"/>
              <a:ext cx="48812" cy="42396"/>
            </a:xfrm>
            <a:custGeom>
              <a:avLst/>
              <a:gdLst/>
              <a:ahLst/>
              <a:cxnLst/>
              <a:rect l="0" t="0" r="0" b="0"/>
              <a:pathLst>
                <a:path w="48812" h="42396">
                  <a:moveTo>
                    <a:pt x="48812" y="0"/>
                  </a:moveTo>
                  <a:lnTo>
                    <a:pt x="0" y="4239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1" name="Output_receptor__4640">
              <a:extLst>
                <a:ext uri="{FF2B5EF4-FFF2-40B4-BE49-F238E27FC236}">
                  <a16:creationId xmlns:a16="http://schemas.microsoft.com/office/drawing/2014/main" id="{216DC7DA-5656-5B7A-7E8C-932A6BC0040A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32958"/>
              <a:ext cx="19752" cy="55290"/>
            </a:xfrm>
            <a:custGeom>
              <a:avLst/>
              <a:gdLst/>
              <a:ahLst/>
              <a:cxnLst/>
              <a:rect l="0" t="0" r="0" b="0"/>
              <a:pathLst>
                <a:path w="19752" h="55290">
                  <a:moveTo>
                    <a:pt x="19752" y="0"/>
                  </a:moveTo>
                  <a:lnTo>
                    <a:pt x="0" y="5529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2" name="Output_receptor__4641">
              <a:extLst>
                <a:ext uri="{FF2B5EF4-FFF2-40B4-BE49-F238E27FC236}">
                  <a16:creationId xmlns:a16="http://schemas.microsoft.com/office/drawing/2014/main" id="{CA099195-A0FA-158D-01D3-7132D25C4C01}"/>
                </a:ext>
              </a:extLst>
            </p:cNvPr>
            <p:cNvSpPr>
              <a:spLocks noGrp="1"/>
            </p:cNvSpPr>
            <p:nvPr/>
          </p:nvSpPr>
          <p:spPr>
            <a:xfrm>
              <a:off x="15885226" y="4682516"/>
              <a:ext cx="53887" cy="40769"/>
            </a:xfrm>
            <a:custGeom>
              <a:avLst/>
              <a:gdLst/>
              <a:ahLst/>
              <a:cxnLst/>
              <a:rect l="0" t="0" r="0" b="0"/>
              <a:pathLst>
                <a:path w="53887" h="40769">
                  <a:moveTo>
                    <a:pt x="53887" y="0"/>
                  </a:moveTo>
                  <a:lnTo>
                    <a:pt x="0" y="407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3" name="Output_receptor__4642">
              <a:extLst>
                <a:ext uri="{FF2B5EF4-FFF2-40B4-BE49-F238E27FC236}">
                  <a16:creationId xmlns:a16="http://schemas.microsoft.com/office/drawing/2014/main" id="{974B1754-FB39-5BB5-40A2-C1503AFF8796}"/>
                </a:ext>
              </a:extLst>
            </p:cNvPr>
            <p:cNvSpPr>
              <a:spLocks noGrp="1"/>
            </p:cNvSpPr>
            <p:nvPr/>
          </p:nvSpPr>
          <p:spPr>
            <a:xfrm>
              <a:off x="15639386" y="4190310"/>
              <a:ext cx="45067" cy="16001"/>
            </a:xfrm>
            <a:custGeom>
              <a:avLst/>
              <a:gdLst/>
              <a:ahLst/>
              <a:cxnLst/>
              <a:rect l="0" t="0" r="0" b="0"/>
              <a:pathLst>
                <a:path w="45067" h="16001">
                  <a:moveTo>
                    <a:pt x="0" y="0"/>
                  </a:moveTo>
                  <a:lnTo>
                    <a:pt x="45067" y="1600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4" name="Output_receptor__4643">
              <a:extLst>
                <a:ext uri="{FF2B5EF4-FFF2-40B4-BE49-F238E27FC236}">
                  <a16:creationId xmlns:a16="http://schemas.microsoft.com/office/drawing/2014/main" id="{649930FB-30D9-67A1-E9BF-4A89B0616FCD}"/>
                </a:ext>
              </a:extLst>
            </p:cNvPr>
            <p:cNvSpPr>
              <a:spLocks noGrp="1"/>
            </p:cNvSpPr>
            <p:nvPr/>
          </p:nvSpPr>
          <p:spPr>
            <a:xfrm>
              <a:off x="15615258" y="3724630"/>
              <a:ext cx="3408" cy="57204"/>
            </a:xfrm>
            <a:custGeom>
              <a:avLst/>
              <a:gdLst/>
              <a:ahLst/>
              <a:cxnLst/>
              <a:rect l="0" t="0" r="0" b="0"/>
              <a:pathLst>
                <a:path w="3408" h="57204">
                  <a:moveTo>
                    <a:pt x="0" y="57204"/>
                  </a:moveTo>
                  <a:lnTo>
                    <a:pt x="340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5" name="Output_receptor__4644">
              <a:extLst>
                <a:ext uri="{FF2B5EF4-FFF2-40B4-BE49-F238E27FC236}">
                  <a16:creationId xmlns:a16="http://schemas.microsoft.com/office/drawing/2014/main" id="{DA4B6868-9919-73AA-2770-6EF0E6A60415}"/>
                </a:ext>
              </a:extLst>
            </p:cNvPr>
            <p:cNvSpPr>
              <a:spLocks noGrp="1"/>
            </p:cNvSpPr>
            <p:nvPr/>
          </p:nvSpPr>
          <p:spPr>
            <a:xfrm>
              <a:off x="16794007" y="4147276"/>
              <a:ext cx="46993" cy="52332"/>
            </a:xfrm>
            <a:custGeom>
              <a:avLst/>
              <a:gdLst/>
              <a:ahLst/>
              <a:cxnLst/>
              <a:rect l="0" t="0" r="0" b="0"/>
              <a:pathLst>
                <a:path w="46993" h="52332">
                  <a:moveTo>
                    <a:pt x="0" y="52332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6" name="Output_receptor__4645">
              <a:extLst>
                <a:ext uri="{FF2B5EF4-FFF2-40B4-BE49-F238E27FC236}">
                  <a16:creationId xmlns:a16="http://schemas.microsoft.com/office/drawing/2014/main" id="{567CD604-1C94-CD00-E378-3825FE427E40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781834"/>
              <a:ext cx="54607" cy="28155"/>
            </a:xfrm>
            <a:custGeom>
              <a:avLst/>
              <a:gdLst/>
              <a:ahLst/>
              <a:cxnLst/>
              <a:rect l="0" t="0" r="0" b="0"/>
              <a:pathLst>
                <a:path w="54607" h="28155">
                  <a:moveTo>
                    <a:pt x="0" y="28155"/>
                  </a:moveTo>
                  <a:lnTo>
                    <a:pt x="54607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7" name="Output_receptor__4646">
              <a:extLst>
                <a:ext uri="{FF2B5EF4-FFF2-40B4-BE49-F238E27FC236}">
                  <a16:creationId xmlns:a16="http://schemas.microsoft.com/office/drawing/2014/main" id="{23A3E7A8-FD6A-E4C1-B62D-06D0DD437023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40381"/>
              <a:ext cx="60232" cy="37212"/>
            </a:xfrm>
            <a:custGeom>
              <a:avLst/>
              <a:gdLst/>
              <a:ahLst/>
              <a:cxnLst/>
              <a:rect l="0" t="0" r="0" b="0"/>
              <a:pathLst>
                <a:path w="60232" h="37212">
                  <a:moveTo>
                    <a:pt x="60232" y="0"/>
                  </a:moveTo>
                  <a:lnTo>
                    <a:pt x="0" y="3721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8" name="Output_receptor__4647">
              <a:extLst>
                <a:ext uri="{FF2B5EF4-FFF2-40B4-BE49-F238E27FC236}">
                  <a16:creationId xmlns:a16="http://schemas.microsoft.com/office/drawing/2014/main" id="{45404327-D275-8F3E-B726-1F596146BB51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295475"/>
              <a:ext cx="21202" cy="68531"/>
            </a:xfrm>
            <a:custGeom>
              <a:avLst/>
              <a:gdLst/>
              <a:ahLst/>
              <a:cxnLst/>
              <a:rect l="0" t="0" r="0" b="0"/>
              <a:pathLst>
                <a:path w="21202" h="68531">
                  <a:moveTo>
                    <a:pt x="21202" y="0"/>
                  </a:moveTo>
                  <a:lnTo>
                    <a:pt x="0" y="68531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9" name="Output_receptor__4648">
              <a:extLst>
                <a:ext uri="{FF2B5EF4-FFF2-40B4-BE49-F238E27FC236}">
                  <a16:creationId xmlns:a16="http://schemas.microsoft.com/office/drawing/2014/main" id="{6D7CCB60-7F43-FDCC-57F1-39B930B2578A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322485"/>
              <a:ext cx="20427" cy="24429"/>
            </a:xfrm>
            <a:custGeom>
              <a:avLst/>
              <a:gdLst/>
              <a:ahLst/>
              <a:cxnLst/>
              <a:rect l="0" t="0" r="0" b="0"/>
              <a:pathLst>
                <a:path w="20427" h="24429">
                  <a:moveTo>
                    <a:pt x="20427" y="0"/>
                  </a:moveTo>
                  <a:lnTo>
                    <a:pt x="0" y="2442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0" name="Output_receptor__4649">
              <a:extLst>
                <a:ext uri="{FF2B5EF4-FFF2-40B4-BE49-F238E27FC236}">
                  <a16:creationId xmlns:a16="http://schemas.microsoft.com/office/drawing/2014/main" id="{6DD08AFD-D86D-F405-70AF-BE70498903B5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5905"/>
              <a:ext cx="12467" cy="53241"/>
            </a:xfrm>
            <a:custGeom>
              <a:avLst/>
              <a:gdLst/>
              <a:ahLst/>
              <a:cxnLst/>
              <a:rect l="0" t="0" r="0" b="0"/>
              <a:pathLst>
                <a:path w="12467" h="53241">
                  <a:moveTo>
                    <a:pt x="12467" y="532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1" name="Output_receptor__4650">
              <a:extLst>
                <a:ext uri="{FF2B5EF4-FFF2-40B4-BE49-F238E27FC236}">
                  <a16:creationId xmlns:a16="http://schemas.microsoft.com/office/drawing/2014/main" id="{7FDD33FE-2874-D825-4C62-63FAD10F5382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44389" cy="34706"/>
            </a:xfrm>
            <a:custGeom>
              <a:avLst/>
              <a:gdLst/>
              <a:ahLst/>
              <a:cxnLst/>
              <a:rect l="0" t="0" r="0" b="0"/>
              <a:pathLst>
                <a:path w="44389" h="34706">
                  <a:moveTo>
                    <a:pt x="0" y="0"/>
                  </a:moveTo>
                  <a:lnTo>
                    <a:pt x="44389" y="3470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2" name="Output_receptor__4651">
              <a:extLst>
                <a:ext uri="{FF2B5EF4-FFF2-40B4-BE49-F238E27FC236}">
                  <a16:creationId xmlns:a16="http://schemas.microsoft.com/office/drawing/2014/main" id="{29672788-9F83-D7EB-687F-8B3BB1FAF162}"/>
                </a:ext>
              </a:extLst>
            </p:cNvPr>
            <p:cNvSpPr>
              <a:spLocks noGrp="1"/>
            </p:cNvSpPr>
            <p:nvPr/>
          </p:nvSpPr>
          <p:spPr>
            <a:xfrm>
              <a:off x="15749586" y="4624647"/>
              <a:ext cx="71645" cy="1094"/>
            </a:xfrm>
            <a:custGeom>
              <a:avLst/>
              <a:gdLst/>
              <a:ahLst/>
              <a:cxnLst/>
              <a:rect l="0" t="0" r="0" b="0"/>
              <a:pathLst>
                <a:path w="71645" h="1094">
                  <a:moveTo>
                    <a:pt x="71645" y="1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3" name="Output_receptor__4652">
              <a:extLst>
                <a:ext uri="{FF2B5EF4-FFF2-40B4-BE49-F238E27FC236}">
                  <a16:creationId xmlns:a16="http://schemas.microsoft.com/office/drawing/2014/main" id="{30EC78A7-803A-11CC-FFBA-B5862151C4EE}"/>
                </a:ext>
              </a:extLst>
            </p:cNvPr>
            <p:cNvSpPr>
              <a:spLocks noGrp="1"/>
            </p:cNvSpPr>
            <p:nvPr/>
          </p:nvSpPr>
          <p:spPr>
            <a:xfrm>
              <a:off x="15880932" y="4254239"/>
              <a:ext cx="66261" cy="17316"/>
            </a:xfrm>
            <a:custGeom>
              <a:avLst/>
              <a:gdLst/>
              <a:ahLst/>
              <a:cxnLst/>
              <a:rect l="0" t="0" r="0" b="0"/>
              <a:pathLst>
                <a:path w="66261" h="17316">
                  <a:moveTo>
                    <a:pt x="0" y="17316"/>
                  </a:moveTo>
                  <a:lnTo>
                    <a:pt x="6626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4" name="Output_receptor__4653">
              <a:extLst>
                <a:ext uri="{FF2B5EF4-FFF2-40B4-BE49-F238E27FC236}">
                  <a16:creationId xmlns:a16="http://schemas.microsoft.com/office/drawing/2014/main" id="{B86A0E08-AD77-97F5-A784-197453B6FC6E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338895"/>
              <a:ext cx="15910" cy="1355"/>
            </a:xfrm>
            <a:custGeom>
              <a:avLst/>
              <a:gdLst/>
              <a:ahLst/>
              <a:cxnLst/>
              <a:rect l="0" t="0" r="0" b="0"/>
              <a:pathLst>
                <a:path w="15910" h="1355">
                  <a:moveTo>
                    <a:pt x="15910" y="13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5" name="Output_receptor__4654">
              <a:extLst>
                <a:ext uri="{FF2B5EF4-FFF2-40B4-BE49-F238E27FC236}">
                  <a16:creationId xmlns:a16="http://schemas.microsoft.com/office/drawing/2014/main" id="{9374DE27-8A99-48B8-1589-2E00330EFA95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46752"/>
              <a:ext cx="60887" cy="35198"/>
            </a:xfrm>
            <a:custGeom>
              <a:avLst/>
              <a:gdLst/>
              <a:ahLst/>
              <a:cxnLst/>
              <a:rect l="0" t="0" r="0" b="0"/>
              <a:pathLst>
                <a:path w="60887" h="35198">
                  <a:moveTo>
                    <a:pt x="60887" y="0"/>
                  </a:moveTo>
                  <a:lnTo>
                    <a:pt x="0" y="3519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6" name="Output_receptor__4655">
              <a:extLst>
                <a:ext uri="{FF2B5EF4-FFF2-40B4-BE49-F238E27FC236}">
                  <a16:creationId xmlns:a16="http://schemas.microsoft.com/office/drawing/2014/main" id="{CA69AE01-54A9-8297-15A5-2B03C6A783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066" y="4116920"/>
              <a:ext cx="63576" cy="10452"/>
            </a:xfrm>
            <a:custGeom>
              <a:avLst/>
              <a:gdLst/>
              <a:ahLst/>
              <a:cxnLst/>
              <a:rect l="0" t="0" r="0" b="0"/>
              <a:pathLst>
                <a:path w="63576" h="10452">
                  <a:moveTo>
                    <a:pt x="0" y="10452"/>
                  </a:moveTo>
                  <a:lnTo>
                    <a:pt x="6357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7" name="Output_receptor__4656">
              <a:extLst>
                <a:ext uri="{FF2B5EF4-FFF2-40B4-BE49-F238E27FC236}">
                  <a16:creationId xmlns:a16="http://schemas.microsoft.com/office/drawing/2014/main" id="{44D8267F-7648-C738-5FF4-66913230FAFE}"/>
                </a:ext>
              </a:extLst>
            </p:cNvPr>
            <p:cNvSpPr>
              <a:spLocks noGrp="1"/>
            </p:cNvSpPr>
            <p:nvPr/>
          </p:nvSpPr>
          <p:spPr>
            <a:xfrm>
              <a:off x="16585248" y="3926201"/>
              <a:ext cx="45059" cy="46045"/>
            </a:xfrm>
            <a:custGeom>
              <a:avLst/>
              <a:gdLst/>
              <a:ahLst/>
              <a:cxnLst/>
              <a:rect l="0" t="0" r="0" b="0"/>
              <a:pathLst>
                <a:path w="45059" h="46045">
                  <a:moveTo>
                    <a:pt x="0" y="0"/>
                  </a:moveTo>
                  <a:lnTo>
                    <a:pt x="45059" y="4604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8" name="Output_receptor__4657">
              <a:extLst>
                <a:ext uri="{FF2B5EF4-FFF2-40B4-BE49-F238E27FC236}">
                  <a16:creationId xmlns:a16="http://schemas.microsoft.com/office/drawing/2014/main" id="{01EC4A68-F31E-2388-193F-FB216B96C4CA}"/>
                </a:ext>
              </a:extLst>
            </p:cNvPr>
            <p:cNvSpPr>
              <a:spLocks noGrp="1"/>
            </p:cNvSpPr>
            <p:nvPr/>
          </p:nvSpPr>
          <p:spPr>
            <a:xfrm>
              <a:off x="15786386" y="3725959"/>
              <a:ext cx="30865" cy="44667"/>
            </a:xfrm>
            <a:custGeom>
              <a:avLst/>
              <a:gdLst/>
              <a:ahLst/>
              <a:cxnLst/>
              <a:rect l="0" t="0" r="0" b="0"/>
              <a:pathLst>
                <a:path w="30865" h="44667">
                  <a:moveTo>
                    <a:pt x="0" y="0"/>
                  </a:moveTo>
                  <a:lnTo>
                    <a:pt x="30865" y="4466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9" name="Output_receptor__4658">
              <a:extLst>
                <a:ext uri="{FF2B5EF4-FFF2-40B4-BE49-F238E27FC236}">
                  <a16:creationId xmlns:a16="http://schemas.microsoft.com/office/drawing/2014/main" id="{80217BE9-4613-BA08-555C-89EC8BCEF620}"/>
                </a:ext>
              </a:extLst>
            </p:cNvPr>
            <p:cNvSpPr>
              <a:spLocks noGrp="1"/>
            </p:cNvSpPr>
            <p:nvPr/>
          </p:nvSpPr>
          <p:spPr>
            <a:xfrm>
              <a:off x="16430556" y="3902736"/>
              <a:ext cx="9268" cy="48452"/>
            </a:xfrm>
            <a:custGeom>
              <a:avLst/>
              <a:gdLst/>
              <a:ahLst/>
              <a:cxnLst/>
              <a:rect l="0" t="0" r="0" b="0"/>
              <a:pathLst>
                <a:path w="9268" h="48452">
                  <a:moveTo>
                    <a:pt x="9268" y="0"/>
                  </a:moveTo>
                  <a:lnTo>
                    <a:pt x="0" y="4845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60" name="Output_receptor__4659">
              <a:extLst>
                <a:ext uri="{FF2B5EF4-FFF2-40B4-BE49-F238E27FC236}">
                  <a16:creationId xmlns:a16="http://schemas.microsoft.com/office/drawing/2014/main" id="{A780862A-CD8C-A705-44A3-24B3406CCA5B}"/>
                </a:ext>
              </a:extLst>
            </p:cNvPr>
            <p:cNvSpPr>
              <a:spLocks noGrp="1"/>
            </p:cNvSpPr>
            <p:nvPr/>
          </p:nvSpPr>
          <p:spPr>
            <a:xfrm>
              <a:off x="16841000" y="4091279"/>
              <a:ext cx="24163" cy="55997"/>
            </a:xfrm>
            <a:custGeom>
              <a:avLst/>
              <a:gdLst/>
              <a:ahLst/>
              <a:cxnLst/>
              <a:rect l="0" t="0" r="0" b="0"/>
              <a:pathLst>
                <a:path w="24163" h="55997">
                  <a:moveTo>
                    <a:pt x="0" y="55997"/>
                  </a:moveTo>
                  <a:lnTo>
                    <a:pt x="241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1" name="Output_receptor__4660">
              <a:extLst>
                <a:ext uri="{FF2B5EF4-FFF2-40B4-BE49-F238E27FC236}">
                  <a16:creationId xmlns:a16="http://schemas.microsoft.com/office/drawing/2014/main" id="{4D28006F-6972-8041-201A-9031DC091B70}"/>
                </a:ext>
              </a:extLst>
            </p:cNvPr>
            <p:cNvSpPr>
              <a:spLocks noGrp="1"/>
            </p:cNvSpPr>
            <p:nvPr/>
          </p:nvSpPr>
          <p:spPr>
            <a:xfrm>
              <a:off x="16205115" y="3250770"/>
              <a:ext cx="30946" cy="33896"/>
            </a:xfrm>
            <a:custGeom>
              <a:avLst/>
              <a:gdLst/>
              <a:ahLst/>
              <a:cxnLst/>
              <a:rect l="0" t="0" r="0" b="0"/>
              <a:pathLst>
                <a:path w="30946" h="33896">
                  <a:moveTo>
                    <a:pt x="30946" y="0"/>
                  </a:moveTo>
                  <a:lnTo>
                    <a:pt x="0" y="33896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62" name="Output_receptor__4661">
              <a:extLst>
                <a:ext uri="{FF2B5EF4-FFF2-40B4-BE49-F238E27FC236}">
                  <a16:creationId xmlns:a16="http://schemas.microsoft.com/office/drawing/2014/main" id="{3875F014-2023-B9DF-01DF-40A039A02FC6}"/>
                </a:ext>
              </a:extLst>
            </p:cNvPr>
            <p:cNvSpPr>
              <a:spLocks noGrp="1"/>
            </p:cNvSpPr>
            <p:nvPr/>
          </p:nvSpPr>
          <p:spPr>
            <a:xfrm>
              <a:off x="15747989" y="4007447"/>
              <a:ext cx="40932" cy="52215"/>
            </a:xfrm>
            <a:custGeom>
              <a:avLst/>
              <a:gdLst/>
              <a:ahLst/>
              <a:cxnLst/>
              <a:rect l="0" t="0" r="0" b="0"/>
              <a:pathLst>
                <a:path w="40932" h="52215">
                  <a:moveTo>
                    <a:pt x="0" y="0"/>
                  </a:moveTo>
                  <a:lnTo>
                    <a:pt x="40932" y="522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3" name="Output_receptor__4662">
              <a:extLst>
                <a:ext uri="{FF2B5EF4-FFF2-40B4-BE49-F238E27FC236}">
                  <a16:creationId xmlns:a16="http://schemas.microsoft.com/office/drawing/2014/main" id="{F37A514C-14A9-3572-53F4-E3679BFB24DB}"/>
                </a:ext>
              </a:extLst>
            </p:cNvPr>
            <p:cNvSpPr>
              <a:spLocks noGrp="1"/>
            </p:cNvSpPr>
            <p:nvPr/>
          </p:nvSpPr>
          <p:spPr>
            <a:xfrm>
              <a:off x="16828263" y="4040381"/>
              <a:ext cx="36900" cy="50899"/>
            </a:xfrm>
            <a:custGeom>
              <a:avLst/>
              <a:gdLst/>
              <a:ahLst/>
              <a:cxnLst/>
              <a:rect l="0" t="0" r="0" b="0"/>
              <a:pathLst>
                <a:path w="36900" h="50899">
                  <a:moveTo>
                    <a:pt x="36900" y="508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4" name="Output_receptor__4663">
              <a:extLst>
                <a:ext uri="{FF2B5EF4-FFF2-40B4-BE49-F238E27FC236}">
                  <a16:creationId xmlns:a16="http://schemas.microsoft.com/office/drawing/2014/main" id="{C7D498CB-571A-B42F-822C-BEF0857F891D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59662"/>
              <a:ext cx="49242" cy="46230"/>
            </a:xfrm>
            <a:custGeom>
              <a:avLst/>
              <a:gdLst/>
              <a:ahLst/>
              <a:cxnLst/>
              <a:rect l="0" t="0" r="0" b="0"/>
              <a:pathLst>
                <a:path w="49242" h="46230">
                  <a:moveTo>
                    <a:pt x="49242" y="0"/>
                  </a:moveTo>
                  <a:lnTo>
                    <a:pt x="0" y="4623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5" name="Output_receptor__4664">
              <a:extLst>
                <a:ext uri="{FF2B5EF4-FFF2-40B4-BE49-F238E27FC236}">
                  <a16:creationId xmlns:a16="http://schemas.microsoft.com/office/drawing/2014/main" id="{C1B75687-E25D-5081-CC49-5EE058E12818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07447"/>
              <a:ext cx="57748" cy="30443"/>
            </a:xfrm>
            <a:custGeom>
              <a:avLst/>
              <a:gdLst/>
              <a:ahLst/>
              <a:cxnLst/>
              <a:rect l="0" t="0" r="0" b="0"/>
              <a:pathLst>
                <a:path w="57748" h="30443">
                  <a:moveTo>
                    <a:pt x="0" y="30443"/>
                  </a:moveTo>
                  <a:lnTo>
                    <a:pt x="577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6" name="Output_receptor__4665">
              <a:extLst>
                <a:ext uri="{FF2B5EF4-FFF2-40B4-BE49-F238E27FC236}">
                  <a16:creationId xmlns:a16="http://schemas.microsoft.com/office/drawing/2014/main" id="{2CBE7860-E4B8-A564-CB08-E1B59855E20C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26201"/>
              <a:ext cx="51498" cy="22349"/>
            </a:xfrm>
            <a:custGeom>
              <a:avLst/>
              <a:gdLst/>
              <a:ahLst/>
              <a:cxnLst/>
              <a:rect l="0" t="0" r="0" b="0"/>
              <a:pathLst>
                <a:path w="51498" h="22349">
                  <a:moveTo>
                    <a:pt x="0" y="22349"/>
                  </a:moveTo>
                  <a:lnTo>
                    <a:pt x="5149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7" name="Output_receptor__4666">
              <a:extLst>
                <a:ext uri="{FF2B5EF4-FFF2-40B4-BE49-F238E27FC236}">
                  <a16:creationId xmlns:a16="http://schemas.microsoft.com/office/drawing/2014/main" id="{8C7478D4-CB38-A841-3975-CB08F14210CC}"/>
                </a:ext>
              </a:extLst>
            </p:cNvPr>
            <p:cNvSpPr>
              <a:spLocks noGrp="1"/>
            </p:cNvSpPr>
            <p:nvPr/>
          </p:nvSpPr>
          <p:spPr>
            <a:xfrm>
              <a:off x="15877672" y="3846752"/>
              <a:ext cx="42996" cy="48313"/>
            </a:xfrm>
            <a:custGeom>
              <a:avLst/>
              <a:gdLst/>
              <a:ahLst/>
              <a:cxnLst/>
              <a:rect l="0" t="0" r="0" b="0"/>
              <a:pathLst>
                <a:path w="42996" h="48313">
                  <a:moveTo>
                    <a:pt x="42996" y="48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8" name="Output_receptor__4667">
              <a:extLst>
                <a:ext uri="{FF2B5EF4-FFF2-40B4-BE49-F238E27FC236}">
                  <a16:creationId xmlns:a16="http://schemas.microsoft.com/office/drawing/2014/main" id="{EBDC07AB-691B-9247-908E-8BE7DD790550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06310"/>
              <a:ext cx="27659" cy="66463"/>
            </a:xfrm>
            <a:custGeom>
              <a:avLst/>
              <a:gdLst/>
              <a:ahLst/>
              <a:cxnLst/>
              <a:rect l="0" t="0" r="0" b="0"/>
              <a:pathLst>
                <a:path w="27659" h="66463">
                  <a:moveTo>
                    <a:pt x="27659" y="0"/>
                  </a:moveTo>
                  <a:lnTo>
                    <a:pt x="0" y="664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9" name="Output_receptor__4668">
              <a:extLst>
                <a:ext uri="{FF2B5EF4-FFF2-40B4-BE49-F238E27FC236}">
                  <a16:creationId xmlns:a16="http://schemas.microsoft.com/office/drawing/2014/main" id="{37F7C3A0-7A22-3BA0-314B-2B687B2D736D}"/>
                </a:ext>
              </a:extLst>
            </p:cNvPr>
            <p:cNvSpPr>
              <a:spLocks noGrp="1"/>
            </p:cNvSpPr>
            <p:nvPr/>
          </p:nvSpPr>
          <p:spPr>
            <a:xfrm>
              <a:off x="16404479" y="4143592"/>
              <a:ext cx="5459" cy="20392"/>
            </a:xfrm>
            <a:custGeom>
              <a:avLst/>
              <a:gdLst/>
              <a:ahLst/>
              <a:cxnLst/>
              <a:rect l="0" t="0" r="0" b="0"/>
              <a:pathLst>
                <a:path w="5459" h="20392">
                  <a:moveTo>
                    <a:pt x="5459" y="203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0" name="Output_receptor__4669">
              <a:extLst>
                <a:ext uri="{FF2B5EF4-FFF2-40B4-BE49-F238E27FC236}">
                  <a16:creationId xmlns:a16="http://schemas.microsoft.com/office/drawing/2014/main" id="{E89BDAE2-6E5F-371C-CBEC-893D67C04BDA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895065"/>
              <a:ext cx="39931" cy="55162"/>
            </a:xfrm>
            <a:custGeom>
              <a:avLst/>
              <a:gdLst/>
              <a:ahLst/>
              <a:cxnLst/>
              <a:rect l="0" t="0" r="0" b="0"/>
              <a:pathLst>
                <a:path w="39931" h="55162">
                  <a:moveTo>
                    <a:pt x="0" y="55162"/>
                  </a:moveTo>
                  <a:lnTo>
                    <a:pt x="3993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1" name="Output_receptor__4670">
              <a:extLst>
                <a:ext uri="{FF2B5EF4-FFF2-40B4-BE49-F238E27FC236}">
                  <a16:creationId xmlns:a16="http://schemas.microsoft.com/office/drawing/2014/main" id="{61BE261C-AF1B-5119-CFC9-B1AC8A84A1E7}"/>
                </a:ext>
              </a:extLst>
            </p:cNvPr>
            <p:cNvSpPr>
              <a:spLocks noGrp="1"/>
            </p:cNvSpPr>
            <p:nvPr/>
          </p:nvSpPr>
          <p:spPr>
            <a:xfrm>
              <a:off x="16585079" y="3972246"/>
              <a:ext cx="45227" cy="55331"/>
            </a:xfrm>
            <a:custGeom>
              <a:avLst/>
              <a:gdLst/>
              <a:ahLst/>
              <a:cxnLst/>
              <a:rect l="0" t="0" r="0" b="0"/>
              <a:pathLst>
                <a:path w="45227" h="55331">
                  <a:moveTo>
                    <a:pt x="45227" y="0"/>
                  </a:moveTo>
                  <a:lnTo>
                    <a:pt x="0" y="5533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2" name="Output_receptor__4671">
              <a:extLst>
                <a:ext uri="{FF2B5EF4-FFF2-40B4-BE49-F238E27FC236}">
                  <a16:creationId xmlns:a16="http://schemas.microsoft.com/office/drawing/2014/main" id="{BA1E4E60-132F-7D2B-CBAC-49314355BE40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33684"/>
              <a:ext cx="69084" cy="20570"/>
            </a:xfrm>
            <a:custGeom>
              <a:avLst/>
              <a:gdLst/>
              <a:ahLst/>
              <a:cxnLst/>
              <a:rect l="0" t="0" r="0" b="0"/>
              <a:pathLst>
                <a:path w="69084" h="20570">
                  <a:moveTo>
                    <a:pt x="69084" y="0"/>
                  </a:moveTo>
                  <a:lnTo>
                    <a:pt x="0" y="205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3" name="Output_receptor__4672">
              <a:extLst>
                <a:ext uri="{FF2B5EF4-FFF2-40B4-BE49-F238E27FC236}">
                  <a16:creationId xmlns:a16="http://schemas.microsoft.com/office/drawing/2014/main" id="{FD10F40D-DFE8-47BF-FA69-0254E1AD3EFF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79451"/>
              <a:ext cx="16316" cy="24840"/>
            </a:xfrm>
            <a:custGeom>
              <a:avLst/>
              <a:gdLst/>
              <a:ahLst/>
              <a:cxnLst/>
              <a:rect l="0" t="0" r="0" b="0"/>
              <a:pathLst>
                <a:path w="16316" h="24840">
                  <a:moveTo>
                    <a:pt x="16316" y="0"/>
                  </a:moveTo>
                  <a:lnTo>
                    <a:pt x="0" y="2484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4" name="Output_receptor__4673">
              <a:extLst>
                <a:ext uri="{FF2B5EF4-FFF2-40B4-BE49-F238E27FC236}">
                  <a16:creationId xmlns:a16="http://schemas.microsoft.com/office/drawing/2014/main" id="{5B1737E0-0306-27AA-A1F1-3B00BCC612FD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51189"/>
              <a:ext cx="59789" cy="23605"/>
            </a:xfrm>
            <a:custGeom>
              <a:avLst/>
              <a:gdLst/>
              <a:ahLst/>
              <a:cxnLst/>
              <a:rect l="0" t="0" r="0" b="0"/>
              <a:pathLst>
                <a:path w="59789" h="23605">
                  <a:moveTo>
                    <a:pt x="59789" y="0"/>
                  </a:moveTo>
                  <a:lnTo>
                    <a:pt x="0" y="2360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5" name="Output_receptor__4674">
              <a:extLst>
                <a:ext uri="{FF2B5EF4-FFF2-40B4-BE49-F238E27FC236}">
                  <a16:creationId xmlns:a16="http://schemas.microsoft.com/office/drawing/2014/main" id="{3143A98C-A748-A953-DE72-54CB1E519C1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72249"/>
              <a:ext cx="2054" cy="8413"/>
            </a:xfrm>
            <a:custGeom>
              <a:avLst/>
              <a:gdLst/>
              <a:ahLst/>
              <a:cxnLst/>
              <a:rect l="0" t="0" r="0" b="0"/>
              <a:pathLst>
                <a:path w="2054" h="8413">
                  <a:moveTo>
                    <a:pt x="2054" y="0"/>
                  </a:moveTo>
                  <a:lnTo>
                    <a:pt x="0" y="84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6" name="Output_receptor__4675">
              <a:extLst>
                <a:ext uri="{FF2B5EF4-FFF2-40B4-BE49-F238E27FC236}">
                  <a16:creationId xmlns:a16="http://schemas.microsoft.com/office/drawing/2014/main" id="{7EFBD3EC-3843-A8EE-F5A6-21CE13785669}"/>
                </a:ext>
              </a:extLst>
            </p:cNvPr>
            <p:cNvSpPr>
              <a:spLocks noGrp="1"/>
            </p:cNvSpPr>
            <p:nvPr/>
          </p:nvSpPr>
          <p:spPr>
            <a:xfrm>
              <a:off x="16731728" y="4171614"/>
              <a:ext cx="62280" cy="27994"/>
            </a:xfrm>
            <a:custGeom>
              <a:avLst/>
              <a:gdLst/>
              <a:ahLst/>
              <a:cxnLst/>
              <a:rect l="0" t="0" r="0" b="0"/>
              <a:pathLst>
                <a:path w="62280" h="27994">
                  <a:moveTo>
                    <a:pt x="0" y="0"/>
                  </a:moveTo>
                  <a:lnTo>
                    <a:pt x="62280" y="27994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7" name="Output_receptor__4676">
              <a:extLst>
                <a:ext uri="{FF2B5EF4-FFF2-40B4-BE49-F238E27FC236}">
                  <a16:creationId xmlns:a16="http://schemas.microsoft.com/office/drawing/2014/main" id="{4591861D-2B64-FAC8-2592-D5431BBA3EC0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80978"/>
              <a:ext cx="59107" cy="11525"/>
            </a:xfrm>
            <a:custGeom>
              <a:avLst/>
              <a:gdLst/>
              <a:ahLst/>
              <a:cxnLst/>
              <a:rect l="0" t="0" r="0" b="0"/>
              <a:pathLst>
                <a:path w="59107" h="11525">
                  <a:moveTo>
                    <a:pt x="0" y="0"/>
                  </a:moveTo>
                  <a:lnTo>
                    <a:pt x="59107" y="1152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8" name="Output_receptor__4677">
              <a:extLst>
                <a:ext uri="{FF2B5EF4-FFF2-40B4-BE49-F238E27FC236}">
                  <a16:creationId xmlns:a16="http://schemas.microsoft.com/office/drawing/2014/main" id="{46CD9692-6180-5C00-60B3-BFC241F04154}"/>
                </a:ext>
              </a:extLst>
            </p:cNvPr>
            <p:cNvSpPr>
              <a:spLocks noGrp="1"/>
            </p:cNvSpPr>
            <p:nvPr/>
          </p:nvSpPr>
          <p:spPr>
            <a:xfrm>
              <a:off x="16143010" y="3284666"/>
              <a:ext cx="62105" cy="10809"/>
            </a:xfrm>
            <a:custGeom>
              <a:avLst/>
              <a:gdLst/>
              <a:ahLst/>
              <a:cxnLst/>
              <a:rect l="0" t="0" r="0" b="0"/>
              <a:pathLst>
                <a:path w="62105" h="10809">
                  <a:moveTo>
                    <a:pt x="62105" y="0"/>
                  </a:moveTo>
                  <a:lnTo>
                    <a:pt x="0" y="1080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9" name="Output_receptor__4678">
              <a:extLst>
                <a:ext uri="{FF2B5EF4-FFF2-40B4-BE49-F238E27FC236}">
                  <a16:creationId xmlns:a16="http://schemas.microsoft.com/office/drawing/2014/main" id="{98F42A1A-8B10-EE96-AB3A-363EBCA605B3}"/>
                </a:ext>
              </a:extLst>
            </p:cNvPr>
            <p:cNvSpPr>
              <a:spLocks noGrp="1"/>
            </p:cNvSpPr>
            <p:nvPr/>
          </p:nvSpPr>
          <p:spPr>
            <a:xfrm>
              <a:off x="15451878" y="4042864"/>
              <a:ext cx="68161" cy="23065"/>
            </a:xfrm>
            <a:custGeom>
              <a:avLst/>
              <a:gdLst/>
              <a:ahLst/>
              <a:cxnLst/>
              <a:rect l="0" t="0" r="0" b="0"/>
              <a:pathLst>
                <a:path w="68161" h="23065">
                  <a:moveTo>
                    <a:pt x="0" y="23065"/>
                  </a:moveTo>
                  <a:lnTo>
                    <a:pt x="6816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0" name="Output_receptor__4679">
              <a:extLst>
                <a:ext uri="{FF2B5EF4-FFF2-40B4-BE49-F238E27FC236}">
                  <a16:creationId xmlns:a16="http://schemas.microsoft.com/office/drawing/2014/main" id="{56755D80-AF7F-A0B3-75D3-0C1CF56B8BEE}"/>
                </a:ext>
              </a:extLst>
            </p:cNvPr>
            <p:cNvSpPr>
              <a:spLocks noGrp="1"/>
            </p:cNvSpPr>
            <p:nvPr/>
          </p:nvSpPr>
          <p:spPr>
            <a:xfrm>
              <a:off x="16112013" y="4525626"/>
              <a:ext cx="26084" cy="16449"/>
            </a:xfrm>
            <a:custGeom>
              <a:avLst/>
              <a:gdLst/>
              <a:ahLst/>
              <a:cxnLst/>
              <a:rect l="0" t="0" r="0" b="0"/>
              <a:pathLst>
                <a:path w="26084" h="16449">
                  <a:moveTo>
                    <a:pt x="26084" y="0"/>
                  </a:moveTo>
                  <a:lnTo>
                    <a:pt x="0" y="1644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1" name="Output_receptor__4680">
              <a:extLst>
                <a:ext uri="{FF2B5EF4-FFF2-40B4-BE49-F238E27FC236}">
                  <a16:creationId xmlns:a16="http://schemas.microsoft.com/office/drawing/2014/main" id="{FC83311E-2247-CA6A-ACB9-88F9CC0D49C9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127372"/>
              <a:ext cx="33034" cy="9055"/>
            </a:xfrm>
            <a:custGeom>
              <a:avLst/>
              <a:gdLst/>
              <a:ahLst/>
              <a:cxnLst/>
              <a:rect l="0" t="0" r="0" b="0"/>
              <a:pathLst>
                <a:path w="33034" h="9055">
                  <a:moveTo>
                    <a:pt x="0" y="9055"/>
                  </a:moveTo>
                  <a:lnTo>
                    <a:pt x="330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2" name="Output_receptor__4681">
              <a:extLst>
                <a:ext uri="{FF2B5EF4-FFF2-40B4-BE49-F238E27FC236}">
                  <a16:creationId xmlns:a16="http://schemas.microsoft.com/office/drawing/2014/main" id="{33C23197-B991-EA45-651B-38B3228BD2E0}"/>
                </a:ext>
              </a:extLst>
            </p:cNvPr>
            <p:cNvSpPr>
              <a:spLocks noGrp="1"/>
            </p:cNvSpPr>
            <p:nvPr/>
          </p:nvSpPr>
          <p:spPr>
            <a:xfrm>
              <a:off x="16029833" y="4456212"/>
              <a:ext cx="42134" cy="57113"/>
            </a:xfrm>
            <a:custGeom>
              <a:avLst/>
              <a:gdLst/>
              <a:ahLst/>
              <a:cxnLst/>
              <a:rect l="0" t="0" r="0" b="0"/>
              <a:pathLst>
                <a:path w="42134" h="57113">
                  <a:moveTo>
                    <a:pt x="42134" y="0"/>
                  </a:moveTo>
                  <a:lnTo>
                    <a:pt x="0" y="571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3" name="Output_receptor__4682">
              <a:extLst>
                <a:ext uri="{FF2B5EF4-FFF2-40B4-BE49-F238E27FC236}">
                  <a16:creationId xmlns:a16="http://schemas.microsoft.com/office/drawing/2014/main" id="{FEABA187-556A-1EE3-5942-F6CC887F3029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3963334"/>
              <a:ext cx="16377" cy="40839"/>
            </a:xfrm>
            <a:custGeom>
              <a:avLst/>
              <a:gdLst/>
              <a:ahLst/>
              <a:cxnLst/>
              <a:rect l="0" t="0" r="0" b="0"/>
              <a:pathLst>
                <a:path w="16377" h="40839">
                  <a:moveTo>
                    <a:pt x="16377" y="0"/>
                  </a:moveTo>
                  <a:lnTo>
                    <a:pt x="0" y="4083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4" name="Output_receptor__4683">
              <a:extLst>
                <a:ext uri="{FF2B5EF4-FFF2-40B4-BE49-F238E27FC236}">
                  <a16:creationId xmlns:a16="http://schemas.microsoft.com/office/drawing/2014/main" id="{FE443F80-4F3C-2FEC-5091-CC04D0CE99DF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86045"/>
              <a:ext cx="39930" cy="33589"/>
            </a:xfrm>
            <a:custGeom>
              <a:avLst/>
              <a:gdLst/>
              <a:ahLst/>
              <a:cxnLst/>
              <a:rect l="0" t="0" r="0" b="0"/>
              <a:pathLst>
                <a:path w="39930" h="33589">
                  <a:moveTo>
                    <a:pt x="0" y="33589"/>
                  </a:moveTo>
                  <a:lnTo>
                    <a:pt x="39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5" name="Output_receptor__4684">
              <a:extLst>
                <a:ext uri="{FF2B5EF4-FFF2-40B4-BE49-F238E27FC236}">
                  <a16:creationId xmlns:a16="http://schemas.microsoft.com/office/drawing/2014/main" id="{CD1AD30A-FBB8-3B74-8F1C-10449CBC4034}"/>
                </a:ext>
              </a:extLst>
            </p:cNvPr>
            <p:cNvSpPr>
              <a:spLocks noGrp="1"/>
            </p:cNvSpPr>
            <p:nvPr/>
          </p:nvSpPr>
          <p:spPr>
            <a:xfrm>
              <a:off x="16405345" y="3792503"/>
              <a:ext cx="29161" cy="42553"/>
            </a:xfrm>
            <a:custGeom>
              <a:avLst/>
              <a:gdLst/>
              <a:ahLst/>
              <a:cxnLst/>
              <a:rect l="0" t="0" r="0" b="0"/>
              <a:pathLst>
                <a:path w="29161" h="42553">
                  <a:moveTo>
                    <a:pt x="0" y="0"/>
                  </a:moveTo>
                  <a:lnTo>
                    <a:pt x="29161" y="42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6" name="Output_receptor__4685">
              <a:extLst>
                <a:ext uri="{FF2B5EF4-FFF2-40B4-BE49-F238E27FC236}">
                  <a16:creationId xmlns:a16="http://schemas.microsoft.com/office/drawing/2014/main" id="{BB06281E-4126-76AE-323B-7E4626F332A0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71555"/>
              <a:ext cx="10934" cy="36560"/>
            </a:xfrm>
            <a:custGeom>
              <a:avLst/>
              <a:gdLst/>
              <a:ahLst/>
              <a:cxnLst/>
              <a:rect l="0" t="0" r="0" b="0"/>
              <a:pathLst>
                <a:path w="10934" h="36560">
                  <a:moveTo>
                    <a:pt x="0" y="36560"/>
                  </a:moveTo>
                  <a:lnTo>
                    <a:pt x="109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7" name="Output_receptor__4686">
              <a:extLst>
                <a:ext uri="{FF2B5EF4-FFF2-40B4-BE49-F238E27FC236}">
                  <a16:creationId xmlns:a16="http://schemas.microsoft.com/office/drawing/2014/main" id="{37FBB198-2F22-FF59-0731-338C5820B2B0}"/>
                </a:ext>
              </a:extLst>
            </p:cNvPr>
            <p:cNvSpPr>
              <a:spLocks noGrp="1"/>
            </p:cNvSpPr>
            <p:nvPr/>
          </p:nvSpPr>
          <p:spPr>
            <a:xfrm>
              <a:off x="16556717" y="3677198"/>
              <a:ext cx="54014" cy="48039"/>
            </a:xfrm>
            <a:custGeom>
              <a:avLst/>
              <a:gdLst/>
              <a:ahLst/>
              <a:cxnLst/>
              <a:rect l="0" t="0" r="0" b="0"/>
              <a:pathLst>
                <a:path w="54014" h="48039">
                  <a:moveTo>
                    <a:pt x="54014" y="4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8" name="Output_receptor__4687">
              <a:extLst>
                <a:ext uri="{FF2B5EF4-FFF2-40B4-BE49-F238E27FC236}">
                  <a16:creationId xmlns:a16="http://schemas.microsoft.com/office/drawing/2014/main" id="{DA4A4579-B16B-560A-3023-FD22CE82F951}"/>
                </a:ext>
              </a:extLst>
            </p:cNvPr>
            <p:cNvSpPr>
              <a:spLocks noGrp="1"/>
            </p:cNvSpPr>
            <p:nvPr/>
          </p:nvSpPr>
          <p:spPr>
            <a:xfrm>
              <a:off x="15939112" y="4682516"/>
              <a:ext cx="18920" cy="45706"/>
            </a:xfrm>
            <a:custGeom>
              <a:avLst/>
              <a:gdLst/>
              <a:ahLst/>
              <a:cxnLst/>
              <a:rect l="0" t="0" r="0" b="0"/>
              <a:pathLst>
                <a:path w="18920" h="45706">
                  <a:moveTo>
                    <a:pt x="18920" y="45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9" name="Output_receptor__4688">
              <a:extLst>
                <a:ext uri="{FF2B5EF4-FFF2-40B4-BE49-F238E27FC236}">
                  <a16:creationId xmlns:a16="http://schemas.microsoft.com/office/drawing/2014/main" id="{308D3BDB-9B1F-5D46-3E07-13C0C6A20E37}"/>
                </a:ext>
              </a:extLst>
            </p:cNvPr>
            <p:cNvSpPr>
              <a:spLocks noGrp="1"/>
            </p:cNvSpPr>
            <p:nvPr/>
          </p:nvSpPr>
          <p:spPr>
            <a:xfrm>
              <a:off x="15947192" y="4254239"/>
              <a:ext cx="13751" cy="68246"/>
            </a:xfrm>
            <a:custGeom>
              <a:avLst/>
              <a:gdLst/>
              <a:ahLst/>
              <a:cxnLst/>
              <a:rect l="0" t="0" r="0" b="0"/>
              <a:pathLst>
                <a:path w="13751" h="68246">
                  <a:moveTo>
                    <a:pt x="0" y="0"/>
                  </a:moveTo>
                  <a:lnTo>
                    <a:pt x="13751" y="6824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0" name="Output_receptor__4689">
              <a:extLst>
                <a:ext uri="{FF2B5EF4-FFF2-40B4-BE49-F238E27FC236}">
                  <a16:creationId xmlns:a16="http://schemas.microsoft.com/office/drawing/2014/main" id="{52728929-7C19-9871-E2B5-F0E4FC3EE5D6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71359" cy="7481"/>
            </a:xfrm>
            <a:custGeom>
              <a:avLst/>
              <a:gdLst/>
              <a:ahLst/>
              <a:cxnLst/>
              <a:rect l="0" t="0" r="0" b="0"/>
              <a:pathLst>
                <a:path w="71359" h="7481">
                  <a:moveTo>
                    <a:pt x="71359" y="74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1" name="Output_receptor__4690">
              <a:extLst>
                <a:ext uri="{FF2B5EF4-FFF2-40B4-BE49-F238E27FC236}">
                  <a16:creationId xmlns:a16="http://schemas.microsoft.com/office/drawing/2014/main" id="{319E3022-EFAF-DEF8-4573-FCE09B3FBDBF}"/>
                </a:ext>
              </a:extLst>
            </p:cNvPr>
            <p:cNvSpPr>
              <a:spLocks noGrp="1"/>
            </p:cNvSpPr>
            <p:nvPr/>
          </p:nvSpPr>
          <p:spPr>
            <a:xfrm>
              <a:off x="15821231" y="4625741"/>
              <a:ext cx="1397" cy="60304"/>
            </a:xfrm>
            <a:custGeom>
              <a:avLst/>
              <a:gdLst/>
              <a:ahLst/>
              <a:cxnLst/>
              <a:rect l="0" t="0" r="0" b="0"/>
              <a:pathLst>
                <a:path w="1397" h="60304">
                  <a:moveTo>
                    <a:pt x="1397" y="603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2" name="Output_receptor__4691">
              <a:extLst>
                <a:ext uri="{FF2B5EF4-FFF2-40B4-BE49-F238E27FC236}">
                  <a16:creationId xmlns:a16="http://schemas.microsoft.com/office/drawing/2014/main" id="{1284980A-AC12-1904-386B-D77527F2FA3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78589"/>
              <a:ext cx="16733" cy="38303"/>
            </a:xfrm>
            <a:custGeom>
              <a:avLst/>
              <a:gdLst/>
              <a:ahLst/>
              <a:cxnLst/>
              <a:rect l="0" t="0" r="0" b="0"/>
              <a:pathLst>
                <a:path w="16733" h="38303">
                  <a:moveTo>
                    <a:pt x="16733" y="0"/>
                  </a:moveTo>
                  <a:lnTo>
                    <a:pt x="0" y="383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3" name="Output_receptor__4692">
              <a:extLst>
                <a:ext uri="{FF2B5EF4-FFF2-40B4-BE49-F238E27FC236}">
                  <a16:creationId xmlns:a16="http://schemas.microsoft.com/office/drawing/2014/main" id="{C4ADF910-9487-E8B2-A624-C96769D5EDEB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2728"/>
              <a:ext cx="57529" cy="15308"/>
            </a:xfrm>
            <a:custGeom>
              <a:avLst/>
              <a:gdLst/>
              <a:ahLst/>
              <a:cxnLst/>
              <a:rect l="0" t="0" r="0" b="0"/>
              <a:pathLst>
                <a:path w="57529" h="15308">
                  <a:moveTo>
                    <a:pt x="0" y="0"/>
                  </a:moveTo>
                  <a:lnTo>
                    <a:pt x="57529" y="1530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4" name="Output_receptor__4693">
              <a:extLst>
                <a:ext uri="{FF2B5EF4-FFF2-40B4-BE49-F238E27FC236}">
                  <a16:creationId xmlns:a16="http://schemas.microsoft.com/office/drawing/2014/main" id="{2078A6A1-660B-427F-A9C9-70A1F56F7074}"/>
                </a:ext>
              </a:extLst>
            </p:cNvPr>
            <p:cNvSpPr>
              <a:spLocks noGrp="1"/>
            </p:cNvSpPr>
            <p:nvPr/>
          </p:nvSpPr>
          <p:spPr>
            <a:xfrm>
              <a:off x="16673951" y="4171614"/>
              <a:ext cx="57777" cy="43355"/>
            </a:xfrm>
            <a:custGeom>
              <a:avLst/>
              <a:gdLst/>
              <a:ahLst/>
              <a:cxnLst/>
              <a:rect l="0" t="0" r="0" b="0"/>
              <a:pathLst>
                <a:path w="57777" h="43355">
                  <a:moveTo>
                    <a:pt x="0" y="43355"/>
                  </a:moveTo>
                  <a:lnTo>
                    <a:pt x="5777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5" name="Output_receptor__4694">
              <a:extLst>
                <a:ext uri="{FF2B5EF4-FFF2-40B4-BE49-F238E27FC236}">
                  <a16:creationId xmlns:a16="http://schemas.microsoft.com/office/drawing/2014/main" id="{C6C63FCC-0981-0028-C338-A5594BFB76A7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71157"/>
              <a:ext cx="44702" cy="17091"/>
            </a:xfrm>
            <a:custGeom>
              <a:avLst/>
              <a:gdLst/>
              <a:ahLst/>
              <a:cxnLst/>
              <a:rect l="0" t="0" r="0" b="0"/>
              <a:pathLst>
                <a:path w="44702" h="17091">
                  <a:moveTo>
                    <a:pt x="0" y="17091"/>
                  </a:moveTo>
                  <a:lnTo>
                    <a:pt x="44702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6" name="Output_receptor__4695">
              <a:extLst>
                <a:ext uri="{FF2B5EF4-FFF2-40B4-BE49-F238E27FC236}">
                  <a16:creationId xmlns:a16="http://schemas.microsoft.com/office/drawing/2014/main" id="{F44BE183-B9F5-58B5-852B-3FDA483E759B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364006"/>
              <a:ext cx="27676" cy="13448"/>
            </a:xfrm>
            <a:custGeom>
              <a:avLst/>
              <a:gdLst/>
              <a:ahLst/>
              <a:cxnLst/>
              <a:rect l="0" t="0" r="0" b="0"/>
              <a:pathLst>
                <a:path w="27676" h="13448">
                  <a:moveTo>
                    <a:pt x="0" y="0"/>
                  </a:moveTo>
                  <a:lnTo>
                    <a:pt x="27676" y="1344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7" name="Output_receptor__4696">
              <a:extLst>
                <a:ext uri="{FF2B5EF4-FFF2-40B4-BE49-F238E27FC236}">
                  <a16:creationId xmlns:a16="http://schemas.microsoft.com/office/drawing/2014/main" id="{F10A6AFA-D167-8F70-7710-152A79882C60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7035"/>
              <a:ext cx="46478" cy="25610"/>
            </a:xfrm>
            <a:custGeom>
              <a:avLst/>
              <a:gdLst/>
              <a:ahLst/>
              <a:cxnLst/>
              <a:rect l="0" t="0" r="0" b="0"/>
              <a:pathLst>
                <a:path w="46478" h="25610">
                  <a:moveTo>
                    <a:pt x="0" y="25610"/>
                  </a:moveTo>
                  <a:lnTo>
                    <a:pt x="4647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8" name="Output_receptor__4697">
              <a:extLst>
                <a:ext uri="{FF2B5EF4-FFF2-40B4-BE49-F238E27FC236}">
                  <a16:creationId xmlns:a16="http://schemas.microsoft.com/office/drawing/2014/main" id="{6045BAB2-F398-1EDB-100C-027AD0AB789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624647"/>
              <a:ext cx="10958" cy="18438"/>
            </a:xfrm>
            <a:custGeom>
              <a:avLst/>
              <a:gdLst/>
              <a:ahLst/>
              <a:cxnLst/>
              <a:rect l="0" t="0" r="0" b="0"/>
              <a:pathLst>
                <a:path w="10958" h="18438">
                  <a:moveTo>
                    <a:pt x="10958" y="0"/>
                  </a:moveTo>
                  <a:lnTo>
                    <a:pt x="0" y="1843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9" name="Output_receptor__4698">
              <a:extLst>
                <a:ext uri="{FF2B5EF4-FFF2-40B4-BE49-F238E27FC236}">
                  <a16:creationId xmlns:a16="http://schemas.microsoft.com/office/drawing/2014/main" id="{EA1700E1-0552-7CC2-C13F-F360AD09D072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4004173"/>
              <a:ext cx="25760" cy="61756"/>
            </a:xfrm>
            <a:custGeom>
              <a:avLst/>
              <a:gdLst/>
              <a:ahLst/>
              <a:cxnLst/>
              <a:rect l="0" t="0" r="0" b="0"/>
              <a:pathLst>
                <a:path w="25760" h="61756">
                  <a:moveTo>
                    <a:pt x="0" y="0"/>
                  </a:moveTo>
                  <a:lnTo>
                    <a:pt x="25760" y="6175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0" name="Output_receptor__4699">
              <a:extLst>
                <a:ext uri="{FF2B5EF4-FFF2-40B4-BE49-F238E27FC236}">
                  <a16:creationId xmlns:a16="http://schemas.microsoft.com/office/drawing/2014/main" id="{87A5BD08-2AA2-4FD2-3544-5D29D084FC44}"/>
                </a:ext>
              </a:extLst>
            </p:cNvPr>
            <p:cNvSpPr>
              <a:spLocks noGrp="1"/>
            </p:cNvSpPr>
            <p:nvPr/>
          </p:nvSpPr>
          <p:spPr>
            <a:xfrm>
              <a:off x="16568976" y="3725237"/>
              <a:ext cx="41756" cy="52799"/>
            </a:xfrm>
            <a:custGeom>
              <a:avLst/>
              <a:gdLst/>
              <a:ahLst/>
              <a:cxnLst/>
              <a:rect l="0" t="0" r="0" b="0"/>
              <a:pathLst>
                <a:path w="41756" h="52799">
                  <a:moveTo>
                    <a:pt x="0" y="52799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1" name="Output_receptor__4700">
              <a:extLst>
                <a:ext uri="{FF2B5EF4-FFF2-40B4-BE49-F238E27FC236}">
                  <a16:creationId xmlns:a16="http://schemas.microsoft.com/office/drawing/2014/main" id="{93BED246-320E-EE48-C385-7B2312823E9E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196599"/>
              <a:ext cx="12138" cy="48928"/>
            </a:xfrm>
            <a:custGeom>
              <a:avLst/>
              <a:gdLst/>
              <a:ahLst/>
              <a:cxnLst/>
              <a:rect l="0" t="0" r="0" b="0"/>
              <a:pathLst>
                <a:path w="12138" h="48928">
                  <a:moveTo>
                    <a:pt x="0" y="48928"/>
                  </a:moveTo>
                  <a:lnTo>
                    <a:pt x="12138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02" name="Output_receptor__4701">
              <a:extLst>
                <a:ext uri="{FF2B5EF4-FFF2-40B4-BE49-F238E27FC236}">
                  <a16:creationId xmlns:a16="http://schemas.microsoft.com/office/drawing/2014/main" id="{9C69AB6B-38DF-DA43-0942-A2AC42E9C0C3}"/>
                </a:ext>
              </a:extLst>
            </p:cNvPr>
            <p:cNvSpPr>
              <a:spLocks noGrp="1"/>
            </p:cNvSpPr>
            <p:nvPr/>
          </p:nvSpPr>
          <p:spPr>
            <a:xfrm>
              <a:off x="16366383" y="3685429"/>
              <a:ext cx="60214" cy="35048"/>
            </a:xfrm>
            <a:custGeom>
              <a:avLst/>
              <a:gdLst/>
              <a:ahLst/>
              <a:cxnLst/>
              <a:rect l="0" t="0" r="0" b="0"/>
              <a:pathLst>
                <a:path w="60214" h="35048">
                  <a:moveTo>
                    <a:pt x="0" y="0"/>
                  </a:moveTo>
                  <a:lnTo>
                    <a:pt x="60214" y="3504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3" name="Output_receptor__4702">
              <a:extLst>
                <a:ext uri="{FF2B5EF4-FFF2-40B4-BE49-F238E27FC236}">
                  <a16:creationId xmlns:a16="http://schemas.microsoft.com/office/drawing/2014/main" id="{324FD4D4-7300-A7B4-D644-DBB399838278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77593"/>
              <a:ext cx="15426" cy="9595"/>
            </a:xfrm>
            <a:custGeom>
              <a:avLst/>
              <a:gdLst/>
              <a:ahLst/>
              <a:cxnLst/>
              <a:rect l="0" t="0" r="0" b="0"/>
              <a:pathLst>
                <a:path w="15426" h="9595">
                  <a:moveTo>
                    <a:pt x="0" y="0"/>
                  </a:moveTo>
                  <a:lnTo>
                    <a:pt x="15426" y="959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4" name="Output_receptor__4703">
              <a:extLst>
                <a:ext uri="{FF2B5EF4-FFF2-40B4-BE49-F238E27FC236}">
                  <a16:creationId xmlns:a16="http://schemas.microsoft.com/office/drawing/2014/main" id="{680681A0-6BF9-1878-2215-FF526376DFE7}"/>
                </a:ext>
              </a:extLst>
            </p:cNvPr>
            <p:cNvSpPr>
              <a:spLocks noGrp="1"/>
            </p:cNvSpPr>
            <p:nvPr/>
          </p:nvSpPr>
          <p:spPr>
            <a:xfrm>
              <a:off x="16169215" y="3933471"/>
              <a:ext cx="2448" cy="63563"/>
            </a:xfrm>
            <a:custGeom>
              <a:avLst/>
              <a:gdLst/>
              <a:ahLst/>
              <a:cxnLst/>
              <a:rect l="0" t="0" r="0" b="0"/>
              <a:pathLst>
                <a:path w="2448" h="63563">
                  <a:moveTo>
                    <a:pt x="0" y="63563"/>
                  </a:moveTo>
                  <a:lnTo>
                    <a:pt x="24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5" name="Output_receptor__4704">
              <a:extLst>
                <a:ext uri="{FF2B5EF4-FFF2-40B4-BE49-F238E27FC236}">
                  <a16:creationId xmlns:a16="http://schemas.microsoft.com/office/drawing/2014/main" id="{8283BB3F-61BB-05D8-C974-72F247928A15}"/>
                </a:ext>
              </a:extLst>
            </p:cNvPr>
            <p:cNvSpPr>
              <a:spLocks noGrp="1"/>
            </p:cNvSpPr>
            <p:nvPr/>
          </p:nvSpPr>
          <p:spPr>
            <a:xfrm>
              <a:off x="15601167" y="4116920"/>
              <a:ext cx="10475" cy="61669"/>
            </a:xfrm>
            <a:custGeom>
              <a:avLst/>
              <a:gdLst/>
              <a:ahLst/>
              <a:cxnLst/>
              <a:rect l="0" t="0" r="0" b="0"/>
              <a:pathLst>
                <a:path w="10475" h="61669">
                  <a:moveTo>
                    <a:pt x="10475" y="0"/>
                  </a:moveTo>
                  <a:lnTo>
                    <a:pt x="0" y="6166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6" name="Output_receptor__4705">
              <a:extLst>
                <a:ext uri="{FF2B5EF4-FFF2-40B4-BE49-F238E27FC236}">
                  <a16:creationId xmlns:a16="http://schemas.microsoft.com/office/drawing/2014/main" id="{6D6791B6-0E13-8A55-CFBD-8EDF9835315F}"/>
                </a:ext>
              </a:extLst>
            </p:cNvPr>
            <p:cNvSpPr>
              <a:spLocks noGrp="1"/>
            </p:cNvSpPr>
            <p:nvPr/>
          </p:nvSpPr>
          <p:spPr>
            <a:xfrm>
              <a:off x="15923839" y="4445751"/>
              <a:ext cx="35455" cy="41054"/>
            </a:xfrm>
            <a:custGeom>
              <a:avLst/>
              <a:gdLst/>
              <a:ahLst/>
              <a:cxnLst/>
              <a:rect l="0" t="0" r="0" b="0"/>
              <a:pathLst>
                <a:path w="35455" h="41054">
                  <a:moveTo>
                    <a:pt x="35455" y="0"/>
                  </a:moveTo>
                  <a:lnTo>
                    <a:pt x="0" y="410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7" name="Output_receptor__4706">
              <a:extLst>
                <a:ext uri="{FF2B5EF4-FFF2-40B4-BE49-F238E27FC236}">
                  <a16:creationId xmlns:a16="http://schemas.microsoft.com/office/drawing/2014/main" id="{305CE9E0-59BD-4469-8030-DD219A5B2248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527211"/>
              <a:ext cx="70549" cy="15086"/>
            </a:xfrm>
            <a:custGeom>
              <a:avLst/>
              <a:gdLst/>
              <a:ahLst/>
              <a:cxnLst/>
              <a:rect l="0" t="0" r="0" b="0"/>
              <a:pathLst>
                <a:path w="70549" h="15086">
                  <a:moveTo>
                    <a:pt x="70549" y="15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8" name="Output_receptor__4707">
              <a:extLst>
                <a:ext uri="{FF2B5EF4-FFF2-40B4-BE49-F238E27FC236}">
                  <a16:creationId xmlns:a16="http://schemas.microsoft.com/office/drawing/2014/main" id="{4E97F052-E245-76E4-738A-34367A811089}"/>
                </a:ext>
              </a:extLst>
            </p:cNvPr>
            <p:cNvSpPr>
              <a:spLocks noGrp="1"/>
            </p:cNvSpPr>
            <p:nvPr/>
          </p:nvSpPr>
          <p:spPr>
            <a:xfrm>
              <a:off x="16225484" y="4233684"/>
              <a:ext cx="15987" cy="46125"/>
            </a:xfrm>
            <a:custGeom>
              <a:avLst/>
              <a:gdLst/>
              <a:ahLst/>
              <a:cxnLst/>
              <a:rect l="0" t="0" r="0" b="0"/>
              <a:pathLst>
                <a:path w="15987" h="46125">
                  <a:moveTo>
                    <a:pt x="15987" y="461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9" name="Output_receptor__4708">
              <a:extLst>
                <a:ext uri="{FF2B5EF4-FFF2-40B4-BE49-F238E27FC236}">
                  <a16:creationId xmlns:a16="http://schemas.microsoft.com/office/drawing/2014/main" id="{86AE8B48-516A-EB07-C895-8688F3C48728}"/>
                </a:ext>
              </a:extLst>
            </p:cNvPr>
            <p:cNvSpPr>
              <a:spLocks noGrp="1"/>
            </p:cNvSpPr>
            <p:nvPr/>
          </p:nvSpPr>
          <p:spPr>
            <a:xfrm>
              <a:off x="15959294" y="4420974"/>
              <a:ext cx="45831" cy="24777"/>
            </a:xfrm>
            <a:custGeom>
              <a:avLst/>
              <a:gdLst/>
              <a:ahLst/>
              <a:cxnLst/>
              <a:rect l="0" t="0" r="0" b="0"/>
              <a:pathLst>
                <a:path w="45831" h="24777">
                  <a:moveTo>
                    <a:pt x="45831" y="0"/>
                  </a:moveTo>
                  <a:lnTo>
                    <a:pt x="0" y="24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0" name="Output_receptor__4709">
              <a:extLst>
                <a:ext uri="{FF2B5EF4-FFF2-40B4-BE49-F238E27FC236}">
                  <a16:creationId xmlns:a16="http://schemas.microsoft.com/office/drawing/2014/main" id="{B417FA49-35E3-21EB-C282-B4B7C0E3C07C}"/>
                </a:ext>
              </a:extLst>
            </p:cNvPr>
            <p:cNvSpPr>
              <a:spLocks noGrp="1"/>
            </p:cNvSpPr>
            <p:nvPr/>
          </p:nvSpPr>
          <p:spPr>
            <a:xfrm>
              <a:off x="16071967" y="4456212"/>
              <a:ext cx="37673" cy="16744"/>
            </a:xfrm>
            <a:custGeom>
              <a:avLst/>
              <a:gdLst/>
              <a:ahLst/>
              <a:cxnLst/>
              <a:rect l="0" t="0" r="0" b="0"/>
              <a:pathLst>
                <a:path w="37673" h="16744">
                  <a:moveTo>
                    <a:pt x="37673" y="16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1" name="Output_receptor__4710">
              <a:extLst>
                <a:ext uri="{FF2B5EF4-FFF2-40B4-BE49-F238E27FC236}">
                  <a16:creationId xmlns:a16="http://schemas.microsoft.com/office/drawing/2014/main" id="{155A3277-6135-596F-4469-BEAC0D6A4376}"/>
                </a:ext>
              </a:extLst>
            </p:cNvPr>
            <p:cNvSpPr>
              <a:spLocks noGrp="1"/>
            </p:cNvSpPr>
            <p:nvPr/>
          </p:nvSpPr>
          <p:spPr>
            <a:xfrm>
              <a:off x="16201710" y="3635211"/>
              <a:ext cx="65413" cy="15109"/>
            </a:xfrm>
            <a:custGeom>
              <a:avLst/>
              <a:gdLst/>
              <a:ahLst/>
              <a:cxnLst/>
              <a:rect l="0" t="0" r="0" b="0"/>
              <a:pathLst>
                <a:path w="65413" h="15109">
                  <a:moveTo>
                    <a:pt x="6541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2" name="Output_receptor__4711">
              <a:extLst>
                <a:ext uri="{FF2B5EF4-FFF2-40B4-BE49-F238E27FC236}">
                  <a16:creationId xmlns:a16="http://schemas.microsoft.com/office/drawing/2014/main" id="{C16ABD66-2BCC-3CAC-0321-964E00649DC9}"/>
                </a:ext>
              </a:extLst>
            </p:cNvPr>
            <p:cNvSpPr>
              <a:spLocks noGrp="1"/>
            </p:cNvSpPr>
            <p:nvPr/>
          </p:nvSpPr>
          <p:spPr>
            <a:xfrm>
              <a:off x="15520039" y="4042864"/>
              <a:ext cx="27375" cy="32786"/>
            </a:xfrm>
            <a:custGeom>
              <a:avLst/>
              <a:gdLst/>
              <a:ahLst/>
              <a:cxnLst/>
              <a:rect l="0" t="0" r="0" b="0"/>
              <a:pathLst>
                <a:path w="27375" h="32786">
                  <a:moveTo>
                    <a:pt x="0" y="0"/>
                  </a:moveTo>
                  <a:lnTo>
                    <a:pt x="27375" y="32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3" name="Output_receptor__4712">
              <a:extLst>
                <a:ext uri="{FF2B5EF4-FFF2-40B4-BE49-F238E27FC236}">
                  <a16:creationId xmlns:a16="http://schemas.microsoft.com/office/drawing/2014/main" id="{4FBC9FCD-9AB3-C038-A516-3360C1CA6E69}"/>
                </a:ext>
              </a:extLst>
            </p:cNvPr>
            <p:cNvSpPr>
              <a:spLocks noGrp="1"/>
            </p:cNvSpPr>
            <p:nvPr/>
          </p:nvSpPr>
          <p:spPr>
            <a:xfrm>
              <a:off x="15548716" y="2645600"/>
              <a:ext cx="21669" cy="68781"/>
            </a:xfrm>
            <a:custGeom>
              <a:avLst/>
              <a:gdLst/>
              <a:ahLst/>
              <a:cxnLst/>
              <a:rect l="0" t="0" r="0" b="0"/>
              <a:pathLst>
                <a:path w="21669" h="68781">
                  <a:moveTo>
                    <a:pt x="0" y="0"/>
                  </a:moveTo>
                  <a:lnTo>
                    <a:pt x="21669" y="687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4" name="Output_receptor__4713">
              <a:extLst>
                <a:ext uri="{FF2B5EF4-FFF2-40B4-BE49-F238E27FC236}">
                  <a16:creationId xmlns:a16="http://schemas.microsoft.com/office/drawing/2014/main" id="{1BC73FCC-496A-CCEE-35C7-9C42CE82CF6A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833620"/>
              <a:ext cx="70318" cy="11338"/>
            </a:xfrm>
            <a:custGeom>
              <a:avLst/>
              <a:gdLst/>
              <a:ahLst/>
              <a:cxnLst/>
              <a:rect l="0" t="0" r="0" b="0"/>
              <a:pathLst>
                <a:path w="70318" h="11338">
                  <a:moveTo>
                    <a:pt x="70318" y="1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5" name="Output_receptor__4714">
              <a:extLst>
                <a:ext uri="{FF2B5EF4-FFF2-40B4-BE49-F238E27FC236}">
                  <a16:creationId xmlns:a16="http://schemas.microsoft.com/office/drawing/2014/main" id="{0D3F0C97-6210-9B62-F82C-A8324D91197D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80024"/>
              <a:ext cx="17297" cy="1926"/>
            </a:xfrm>
            <a:custGeom>
              <a:avLst/>
              <a:gdLst/>
              <a:ahLst/>
              <a:cxnLst/>
              <a:rect l="0" t="0" r="0" b="0"/>
              <a:pathLst>
                <a:path w="17297" h="1926">
                  <a:moveTo>
                    <a:pt x="0" y="1926"/>
                  </a:moveTo>
                  <a:lnTo>
                    <a:pt x="1729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6" name="Output_receptor__4715">
              <a:extLst>
                <a:ext uri="{FF2B5EF4-FFF2-40B4-BE49-F238E27FC236}">
                  <a16:creationId xmlns:a16="http://schemas.microsoft.com/office/drawing/2014/main" id="{AC1D1CBA-BE64-5115-C5B2-682A73DEC3BA}"/>
                </a:ext>
              </a:extLst>
            </p:cNvPr>
            <p:cNvSpPr>
              <a:spLocks noGrp="1"/>
            </p:cNvSpPr>
            <p:nvPr/>
          </p:nvSpPr>
          <p:spPr>
            <a:xfrm>
              <a:off x="15847570" y="4386436"/>
              <a:ext cx="49500" cy="46203"/>
            </a:xfrm>
            <a:custGeom>
              <a:avLst/>
              <a:gdLst/>
              <a:ahLst/>
              <a:cxnLst/>
              <a:rect l="0" t="0" r="0" b="0"/>
              <a:pathLst>
                <a:path w="49500" h="46203">
                  <a:moveTo>
                    <a:pt x="49500" y="0"/>
                  </a:moveTo>
                  <a:lnTo>
                    <a:pt x="0" y="462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7" name="Output_receptor__4716">
              <a:extLst>
                <a:ext uri="{FF2B5EF4-FFF2-40B4-BE49-F238E27FC236}">
                  <a16:creationId xmlns:a16="http://schemas.microsoft.com/office/drawing/2014/main" id="{D0A4FD02-C7E1-E286-4EC9-4D337F4E7612}"/>
                </a:ext>
              </a:extLst>
            </p:cNvPr>
            <p:cNvSpPr>
              <a:spLocks noGrp="1"/>
            </p:cNvSpPr>
            <p:nvPr/>
          </p:nvSpPr>
          <p:spPr>
            <a:xfrm>
              <a:off x="16372975" y="3835056"/>
              <a:ext cx="61531" cy="37193"/>
            </a:xfrm>
            <a:custGeom>
              <a:avLst/>
              <a:gdLst/>
              <a:ahLst/>
              <a:cxnLst/>
              <a:rect l="0" t="0" r="0" b="0"/>
              <a:pathLst>
                <a:path w="61531" h="37193">
                  <a:moveTo>
                    <a:pt x="61531" y="0"/>
                  </a:moveTo>
                  <a:lnTo>
                    <a:pt x="0" y="3719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8" name="Output_receptor__4717">
              <a:extLst>
                <a:ext uri="{FF2B5EF4-FFF2-40B4-BE49-F238E27FC236}">
                  <a16:creationId xmlns:a16="http://schemas.microsoft.com/office/drawing/2014/main" id="{8EFE9C02-9620-E63E-1ABE-46296DF1C7B2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723709"/>
              <a:ext cx="56251" cy="17777"/>
            </a:xfrm>
            <a:custGeom>
              <a:avLst/>
              <a:gdLst/>
              <a:ahLst/>
              <a:cxnLst/>
              <a:rect l="0" t="0" r="0" b="0"/>
              <a:pathLst>
                <a:path w="56251" h="17777">
                  <a:moveTo>
                    <a:pt x="56251" y="1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9" name="Output_receptor__4718">
              <a:extLst>
                <a:ext uri="{FF2B5EF4-FFF2-40B4-BE49-F238E27FC236}">
                  <a16:creationId xmlns:a16="http://schemas.microsoft.com/office/drawing/2014/main" id="{FFE87E68-2717-705E-B5FC-325DB1F51ECF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16609" cy="45292"/>
            </a:xfrm>
            <a:custGeom>
              <a:avLst/>
              <a:gdLst/>
              <a:ahLst/>
              <a:cxnLst/>
              <a:rect l="0" t="0" r="0" b="0"/>
              <a:pathLst>
                <a:path w="16609" h="45292">
                  <a:moveTo>
                    <a:pt x="16609" y="452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0" name="Output_receptor__4719">
              <a:extLst>
                <a:ext uri="{FF2B5EF4-FFF2-40B4-BE49-F238E27FC236}">
                  <a16:creationId xmlns:a16="http://schemas.microsoft.com/office/drawing/2014/main" id="{C82E13E4-F855-19B8-F636-C084A6F3AA8A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52716"/>
              <a:ext cx="2174" cy="1538"/>
            </a:xfrm>
            <a:custGeom>
              <a:avLst/>
              <a:gdLst/>
              <a:ahLst/>
              <a:cxnLst/>
              <a:rect l="0" t="0" r="0" b="0"/>
              <a:pathLst>
                <a:path w="2174" h="1538">
                  <a:moveTo>
                    <a:pt x="0" y="1538"/>
                  </a:moveTo>
                  <a:lnTo>
                    <a:pt x="217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1" name="Output_receptor__4720">
              <a:extLst>
                <a:ext uri="{FF2B5EF4-FFF2-40B4-BE49-F238E27FC236}">
                  <a16:creationId xmlns:a16="http://schemas.microsoft.com/office/drawing/2014/main" id="{F1F3F4FC-4629-A874-1DC6-FB1CEDC9DF99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279809"/>
              <a:ext cx="30176" cy="59085"/>
            </a:xfrm>
            <a:custGeom>
              <a:avLst/>
              <a:gdLst/>
              <a:ahLst/>
              <a:cxnLst/>
              <a:rect l="0" t="0" r="0" b="0"/>
              <a:pathLst>
                <a:path w="30176" h="59085">
                  <a:moveTo>
                    <a:pt x="0" y="59085"/>
                  </a:moveTo>
                  <a:lnTo>
                    <a:pt x="3017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2" name="Output_receptor__4721">
              <a:extLst>
                <a:ext uri="{FF2B5EF4-FFF2-40B4-BE49-F238E27FC236}">
                  <a16:creationId xmlns:a16="http://schemas.microsoft.com/office/drawing/2014/main" id="{62A6E884-4694-B805-77A0-9C951D59FB4A}"/>
                </a:ext>
              </a:extLst>
            </p:cNvPr>
            <p:cNvSpPr>
              <a:spLocks noGrp="1"/>
            </p:cNvSpPr>
            <p:nvPr/>
          </p:nvSpPr>
          <p:spPr>
            <a:xfrm>
              <a:off x="16280115" y="3936967"/>
              <a:ext cx="65694" cy="8893"/>
            </a:xfrm>
            <a:custGeom>
              <a:avLst/>
              <a:gdLst/>
              <a:ahLst/>
              <a:cxnLst/>
              <a:rect l="0" t="0" r="0" b="0"/>
              <a:pathLst>
                <a:path w="65694" h="8893">
                  <a:moveTo>
                    <a:pt x="65694" y="8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3" name="Output_receptor__4722">
              <a:extLst>
                <a:ext uri="{FF2B5EF4-FFF2-40B4-BE49-F238E27FC236}">
                  <a16:creationId xmlns:a16="http://schemas.microsoft.com/office/drawing/2014/main" id="{C56A7830-8D77-6585-25CA-3AC8ACC2A1AF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130453"/>
              <a:ext cx="69793" cy="13139"/>
            </a:xfrm>
            <a:custGeom>
              <a:avLst/>
              <a:gdLst/>
              <a:ahLst/>
              <a:cxnLst/>
              <a:rect l="0" t="0" r="0" b="0"/>
              <a:pathLst>
                <a:path w="69793" h="13139">
                  <a:moveTo>
                    <a:pt x="69793" y="13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4" name="Output_receptor__4723">
              <a:extLst>
                <a:ext uri="{FF2B5EF4-FFF2-40B4-BE49-F238E27FC236}">
                  <a16:creationId xmlns:a16="http://schemas.microsoft.com/office/drawing/2014/main" id="{683F4298-E321-76E0-7F43-1F722A78F6F8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25959"/>
              <a:ext cx="24619" cy="45232"/>
            </a:xfrm>
            <a:custGeom>
              <a:avLst/>
              <a:gdLst/>
              <a:ahLst/>
              <a:cxnLst/>
              <a:rect l="0" t="0" r="0" b="0"/>
              <a:pathLst>
                <a:path w="24619" h="45232">
                  <a:moveTo>
                    <a:pt x="0" y="45232"/>
                  </a:moveTo>
                  <a:lnTo>
                    <a:pt x="24619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5" name="Output_receptor__4724">
              <a:extLst>
                <a:ext uri="{FF2B5EF4-FFF2-40B4-BE49-F238E27FC236}">
                  <a16:creationId xmlns:a16="http://schemas.microsoft.com/office/drawing/2014/main" id="{ED33B0AC-B938-388A-1E46-A5C91D1859B4}"/>
                </a:ext>
              </a:extLst>
            </p:cNvPr>
            <p:cNvSpPr>
              <a:spLocks noGrp="1"/>
            </p:cNvSpPr>
            <p:nvPr/>
          </p:nvSpPr>
          <p:spPr>
            <a:xfrm>
              <a:off x="15737585" y="4360434"/>
              <a:ext cx="50441" cy="51121"/>
            </a:xfrm>
            <a:custGeom>
              <a:avLst/>
              <a:gdLst/>
              <a:ahLst/>
              <a:cxnLst/>
              <a:rect l="0" t="0" r="0" b="0"/>
              <a:pathLst>
                <a:path w="50441" h="51121">
                  <a:moveTo>
                    <a:pt x="50441" y="0"/>
                  </a:moveTo>
                  <a:lnTo>
                    <a:pt x="0" y="5112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6" name="Output_receptor__4725">
              <a:extLst>
                <a:ext uri="{FF2B5EF4-FFF2-40B4-BE49-F238E27FC236}">
                  <a16:creationId xmlns:a16="http://schemas.microsoft.com/office/drawing/2014/main" id="{40944AF2-7896-C489-DFB7-761CCCB7FFF9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01385"/>
              <a:ext cx="70778" cy="14571"/>
            </a:xfrm>
            <a:custGeom>
              <a:avLst/>
              <a:gdLst/>
              <a:ahLst/>
              <a:cxnLst/>
              <a:rect l="0" t="0" r="0" b="0"/>
              <a:pathLst>
                <a:path w="70778" h="14571">
                  <a:moveTo>
                    <a:pt x="70778" y="0"/>
                  </a:moveTo>
                  <a:lnTo>
                    <a:pt x="0" y="1457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7" name="Output_receptor__4726">
              <a:extLst>
                <a:ext uri="{FF2B5EF4-FFF2-40B4-BE49-F238E27FC236}">
                  <a16:creationId xmlns:a16="http://schemas.microsoft.com/office/drawing/2014/main" id="{E508273A-2681-FA43-D96F-8AFC47CCDB65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33735"/>
              <a:ext cx="35552" cy="4155"/>
            </a:xfrm>
            <a:custGeom>
              <a:avLst/>
              <a:gdLst/>
              <a:ahLst/>
              <a:cxnLst/>
              <a:rect l="0" t="0" r="0" b="0"/>
              <a:pathLst>
                <a:path w="35552" h="4155">
                  <a:moveTo>
                    <a:pt x="35552" y="0"/>
                  </a:moveTo>
                  <a:lnTo>
                    <a:pt x="0" y="41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8" name="Output_receptor__4727">
              <a:extLst>
                <a:ext uri="{FF2B5EF4-FFF2-40B4-BE49-F238E27FC236}">
                  <a16:creationId xmlns:a16="http://schemas.microsoft.com/office/drawing/2014/main" id="{C954AA03-12C1-47A4-0FD2-86E0535CF77F}"/>
                </a:ext>
              </a:extLst>
            </p:cNvPr>
            <p:cNvSpPr>
              <a:spLocks noGrp="1"/>
            </p:cNvSpPr>
            <p:nvPr/>
          </p:nvSpPr>
          <p:spPr>
            <a:xfrm>
              <a:off x="15944062" y="4101385"/>
              <a:ext cx="18739" cy="69772"/>
            </a:xfrm>
            <a:custGeom>
              <a:avLst/>
              <a:gdLst/>
              <a:ahLst/>
              <a:cxnLst/>
              <a:rect l="0" t="0" r="0" b="0"/>
              <a:pathLst>
                <a:path w="18739" h="69772">
                  <a:moveTo>
                    <a:pt x="18739" y="697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9" name="Output_receptor__4728">
              <a:extLst>
                <a:ext uri="{FF2B5EF4-FFF2-40B4-BE49-F238E27FC236}">
                  <a16:creationId xmlns:a16="http://schemas.microsoft.com/office/drawing/2014/main" id="{DF534453-ABFA-5AB2-843B-EEBE4409AA78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77198"/>
              <a:ext cx="17027" cy="14981"/>
            </a:xfrm>
            <a:custGeom>
              <a:avLst/>
              <a:gdLst/>
              <a:ahLst/>
              <a:cxnLst/>
              <a:rect l="0" t="0" r="0" b="0"/>
              <a:pathLst>
                <a:path w="17027" h="14981">
                  <a:moveTo>
                    <a:pt x="17027" y="0"/>
                  </a:moveTo>
                  <a:lnTo>
                    <a:pt x="0" y="149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0" name="Output_receptor__4729">
              <a:extLst>
                <a:ext uri="{FF2B5EF4-FFF2-40B4-BE49-F238E27FC236}">
                  <a16:creationId xmlns:a16="http://schemas.microsoft.com/office/drawing/2014/main" id="{5D8BC16C-2118-757B-8583-AC3EA2A29D51}"/>
                </a:ext>
              </a:extLst>
            </p:cNvPr>
            <p:cNvSpPr>
              <a:spLocks noGrp="1"/>
            </p:cNvSpPr>
            <p:nvPr/>
          </p:nvSpPr>
          <p:spPr>
            <a:xfrm>
              <a:off x="15958032" y="4695977"/>
              <a:ext cx="63163" cy="32245"/>
            </a:xfrm>
            <a:custGeom>
              <a:avLst/>
              <a:gdLst/>
              <a:ahLst/>
              <a:cxnLst/>
              <a:rect l="0" t="0" r="0" b="0"/>
              <a:pathLst>
                <a:path w="63163" h="32245">
                  <a:moveTo>
                    <a:pt x="63163" y="0"/>
                  </a:moveTo>
                  <a:lnTo>
                    <a:pt x="0" y="32245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1" name="Output_receptor__4730">
              <a:extLst>
                <a:ext uri="{FF2B5EF4-FFF2-40B4-BE49-F238E27FC236}">
                  <a16:creationId xmlns:a16="http://schemas.microsoft.com/office/drawing/2014/main" id="{BB39F5C9-4682-8FEF-F91D-E9A4536EF8AA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41509"/>
              <a:ext cx="65579" cy="21880"/>
            </a:xfrm>
            <a:custGeom>
              <a:avLst/>
              <a:gdLst/>
              <a:ahLst/>
              <a:cxnLst/>
              <a:rect l="0" t="0" r="0" b="0"/>
              <a:pathLst>
                <a:path w="65579" h="21880">
                  <a:moveTo>
                    <a:pt x="65579" y="0"/>
                  </a:moveTo>
                  <a:lnTo>
                    <a:pt x="0" y="2188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2" name="Output_receptor__4731">
              <a:extLst>
                <a:ext uri="{FF2B5EF4-FFF2-40B4-BE49-F238E27FC236}">
                  <a16:creationId xmlns:a16="http://schemas.microsoft.com/office/drawing/2014/main" id="{5FE3B0F6-259C-8C1E-86A8-58DDA3B62429}"/>
                </a:ext>
              </a:extLst>
            </p:cNvPr>
            <p:cNvSpPr>
              <a:spLocks noGrp="1"/>
            </p:cNvSpPr>
            <p:nvPr/>
          </p:nvSpPr>
          <p:spPr>
            <a:xfrm>
              <a:off x="16251837" y="3741487"/>
              <a:ext cx="40366" cy="15959"/>
            </a:xfrm>
            <a:custGeom>
              <a:avLst/>
              <a:gdLst/>
              <a:ahLst/>
              <a:cxnLst/>
              <a:rect l="0" t="0" r="0" b="0"/>
              <a:pathLst>
                <a:path w="40366" h="15959">
                  <a:moveTo>
                    <a:pt x="40366" y="159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3" name="Output_receptor__4732">
              <a:extLst>
                <a:ext uri="{FF2B5EF4-FFF2-40B4-BE49-F238E27FC236}">
                  <a16:creationId xmlns:a16="http://schemas.microsoft.com/office/drawing/2014/main" id="{D1B8C80E-B51B-964A-F348-49650796AC3C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1811"/>
              <a:ext cx="24467" cy="4094"/>
            </a:xfrm>
            <a:custGeom>
              <a:avLst/>
              <a:gdLst/>
              <a:ahLst/>
              <a:cxnLst/>
              <a:rect l="0" t="0" r="0" b="0"/>
              <a:pathLst>
                <a:path w="24467" h="4094">
                  <a:moveTo>
                    <a:pt x="0" y="4094"/>
                  </a:moveTo>
                  <a:lnTo>
                    <a:pt x="2446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4" name="Output_receptor__4733">
              <a:extLst>
                <a:ext uri="{FF2B5EF4-FFF2-40B4-BE49-F238E27FC236}">
                  <a16:creationId xmlns:a16="http://schemas.microsoft.com/office/drawing/2014/main" id="{C9BFBB26-F152-BD4A-3053-A8E05B376E9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81450"/>
              <a:ext cx="65764" cy="25553"/>
            </a:xfrm>
            <a:custGeom>
              <a:avLst/>
              <a:gdLst/>
              <a:ahLst/>
              <a:cxnLst/>
              <a:rect l="0" t="0" r="0" b="0"/>
              <a:pathLst>
                <a:path w="65764" h="25553">
                  <a:moveTo>
                    <a:pt x="0" y="0"/>
                  </a:moveTo>
                  <a:lnTo>
                    <a:pt x="65764" y="25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5" name="Output_receptor__4734">
              <a:extLst>
                <a:ext uri="{FF2B5EF4-FFF2-40B4-BE49-F238E27FC236}">
                  <a16:creationId xmlns:a16="http://schemas.microsoft.com/office/drawing/2014/main" id="{2AED2D84-5763-9E1F-016E-DBA30B775ACA}"/>
                </a:ext>
              </a:extLst>
            </p:cNvPr>
            <p:cNvSpPr>
              <a:spLocks noGrp="1"/>
            </p:cNvSpPr>
            <p:nvPr/>
          </p:nvSpPr>
          <p:spPr>
            <a:xfrm>
              <a:off x="16331570" y="4040574"/>
              <a:ext cx="53160" cy="5928"/>
            </a:xfrm>
            <a:custGeom>
              <a:avLst/>
              <a:gdLst/>
              <a:ahLst/>
              <a:cxnLst/>
              <a:rect l="0" t="0" r="0" b="0"/>
              <a:pathLst>
                <a:path w="53160" h="5928">
                  <a:moveTo>
                    <a:pt x="53160" y="5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6" name="Output_receptor__4735">
              <a:extLst>
                <a:ext uri="{FF2B5EF4-FFF2-40B4-BE49-F238E27FC236}">
                  <a16:creationId xmlns:a16="http://schemas.microsoft.com/office/drawing/2014/main" id="{8769595B-6C8B-81CD-F832-F14A18C615AD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4027572"/>
              <a:ext cx="51382" cy="13002"/>
            </a:xfrm>
            <a:custGeom>
              <a:avLst/>
              <a:gdLst/>
              <a:ahLst/>
              <a:cxnLst/>
              <a:rect l="0" t="0" r="0" b="0"/>
              <a:pathLst>
                <a:path w="51382" h="13002">
                  <a:moveTo>
                    <a:pt x="51382" y="130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7" name="Output_receptor__4736">
              <a:extLst>
                <a:ext uri="{FF2B5EF4-FFF2-40B4-BE49-F238E27FC236}">
                  <a16:creationId xmlns:a16="http://schemas.microsoft.com/office/drawing/2014/main" id="{542F4D46-7E5A-9D88-59A9-49BE13A97D7F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6240"/>
              <a:ext cx="50470" cy="29564"/>
            </a:xfrm>
            <a:custGeom>
              <a:avLst/>
              <a:gdLst/>
              <a:ahLst/>
              <a:cxnLst/>
              <a:rect l="0" t="0" r="0" b="0"/>
              <a:pathLst>
                <a:path w="50470" h="29564">
                  <a:moveTo>
                    <a:pt x="50470" y="0"/>
                  </a:moveTo>
                  <a:lnTo>
                    <a:pt x="0" y="295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8" name="Output_receptor__4737">
              <a:extLst>
                <a:ext uri="{FF2B5EF4-FFF2-40B4-BE49-F238E27FC236}">
                  <a16:creationId xmlns:a16="http://schemas.microsoft.com/office/drawing/2014/main" id="{E996CE55-F5C6-7919-A069-DEB72A116993}"/>
                </a:ext>
              </a:extLst>
            </p:cNvPr>
            <p:cNvSpPr>
              <a:spLocks noGrp="1"/>
            </p:cNvSpPr>
            <p:nvPr/>
          </p:nvSpPr>
          <p:spPr>
            <a:xfrm>
              <a:off x="16016548" y="4487572"/>
              <a:ext cx="13285" cy="25753"/>
            </a:xfrm>
            <a:custGeom>
              <a:avLst/>
              <a:gdLst/>
              <a:ahLst/>
              <a:cxnLst/>
              <a:rect l="0" t="0" r="0" b="0"/>
              <a:pathLst>
                <a:path w="13285" h="25753">
                  <a:moveTo>
                    <a:pt x="13285" y="25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9" name="Output_receptor__4738">
              <a:extLst>
                <a:ext uri="{FF2B5EF4-FFF2-40B4-BE49-F238E27FC236}">
                  <a16:creationId xmlns:a16="http://schemas.microsoft.com/office/drawing/2014/main" id="{3514731B-BBA7-0B8F-A585-DA1E56C09CCF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07854"/>
              <a:ext cx="55514" cy="45201"/>
            </a:xfrm>
            <a:custGeom>
              <a:avLst/>
              <a:gdLst/>
              <a:ahLst/>
              <a:cxnLst/>
              <a:rect l="0" t="0" r="0" b="0"/>
              <a:pathLst>
                <a:path w="55514" h="45201">
                  <a:moveTo>
                    <a:pt x="0" y="45201"/>
                  </a:moveTo>
                  <a:lnTo>
                    <a:pt x="5551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0" name="Output_receptor__4739">
              <a:extLst>
                <a:ext uri="{FF2B5EF4-FFF2-40B4-BE49-F238E27FC236}">
                  <a16:creationId xmlns:a16="http://schemas.microsoft.com/office/drawing/2014/main" id="{2D60049B-DD05-D782-5836-97527BAC9259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38344"/>
              <a:ext cx="46342" cy="10206"/>
            </a:xfrm>
            <a:custGeom>
              <a:avLst/>
              <a:gdLst/>
              <a:ahLst/>
              <a:cxnLst/>
              <a:rect l="0" t="0" r="0" b="0"/>
              <a:pathLst>
                <a:path w="46342" h="10206">
                  <a:moveTo>
                    <a:pt x="46342" y="0"/>
                  </a:moveTo>
                  <a:lnTo>
                    <a:pt x="0" y="102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1" name="Output_receptor__4740">
              <a:extLst>
                <a:ext uri="{FF2B5EF4-FFF2-40B4-BE49-F238E27FC236}">
                  <a16:creationId xmlns:a16="http://schemas.microsoft.com/office/drawing/2014/main" id="{5A680828-E00C-1C41-BD1E-EF202DCAF8FD}"/>
                </a:ext>
              </a:extLst>
            </p:cNvPr>
            <p:cNvSpPr>
              <a:spLocks noGrp="1"/>
            </p:cNvSpPr>
            <p:nvPr/>
          </p:nvSpPr>
          <p:spPr>
            <a:xfrm>
              <a:off x="16109640" y="4472956"/>
              <a:ext cx="2373" cy="69119"/>
            </a:xfrm>
            <a:custGeom>
              <a:avLst/>
              <a:gdLst/>
              <a:ahLst/>
              <a:cxnLst/>
              <a:rect l="0" t="0" r="0" b="0"/>
              <a:pathLst>
                <a:path w="2373" h="69119">
                  <a:moveTo>
                    <a:pt x="2373" y="691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2" name="Output_receptor__4741">
              <a:extLst>
                <a:ext uri="{FF2B5EF4-FFF2-40B4-BE49-F238E27FC236}">
                  <a16:creationId xmlns:a16="http://schemas.microsoft.com/office/drawing/2014/main" id="{D1DDAB67-B1AC-9B6C-586E-E3FB868AC3BA}"/>
                </a:ext>
              </a:extLst>
            </p:cNvPr>
            <p:cNvSpPr>
              <a:spLocks noGrp="1"/>
            </p:cNvSpPr>
            <p:nvPr/>
          </p:nvSpPr>
          <p:spPr>
            <a:xfrm>
              <a:off x="16132284" y="4166240"/>
              <a:ext cx="51783" cy="18937"/>
            </a:xfrm>
            <a:custGeom>
              <a:avLst/>
              <a:gdLst/>
              <a:ahLst/>
              <a:cxnLst/>
              <a:rect l="0" t="0" r="0" b="0"/>
              <a:pathLst>
                <a:path w="51783" h="18937">
                  <a:moveTo>
                    <a:pt x="51783" y="18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3" name="Output_receptor__4742">
              <a:extLst>
                <a:ext uri="{FF2B5EF4-FFF2-40B4-BE49-F238E27FC236}">
                  <a16:creationId xmlns:a16="http://schemas.microsoft.com/office/drawing/2014/main" id="{6F43B206-BD48-ACCD-5CB0-9C813B30528A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609653"/>
              <a:ext cx="23215" cy="25557"/>
            </a:xfrm>
            <a:custGeom>
              <a:avLst/>
              <a:gdLst/>
              <a:ahLst/>
              <a:cxnLst/>
              <a:rect l="0" t="0" r="0" b="0"/>
              <a:pathLst>
                <a:path w="23215" h="25557">
                  <a:moveTo>
                    <a:pt x="23215" y="25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4" name="Output_receptor__4743">
              <a:extLst>
                <a:ext uri="{FF2B5EF4-FFF2-40B4-BE49-F238E27FC236}">
                  <a16:creationId xmlns:a16="http://schemas.microsoft.com/office/drawing/2014/main" id="{C33E6D3E-1A52-A2C6-DFA5-05995D961FD2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075650"/>
              <a:ext cx="32382" cy="60777"/>
            </a:xfrm>
            <a:custGeom>
              <a:avLst/>
              <a:gdLst/>
              <a:ahLst/>
              <a:cxnLst/>
              <a:rect l="0" t="0" r="0" b="0"/>
              <a:pathLst>
                <a:path w="32382" h="60777">
                  <a:moveTo>
                    <a:pt x="32382" y="0"/>
                  </a:moveTo>
                  <a:lnTo>
                    <a:pt x="0" y="60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5" name="Output_receptor__4744">
              <a:extLst>
                <a:ext uri="{FF2B5EF4-FFF2-40B4-BE49-F238E27FC236}">
                  <a16:creationId xmlns:a16="http://schemas.microsoft.com/office/drawing/2014/main" id="{7BEFA4C2-5182-2718-50C2-6C23193D3030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78203"/>
              <a:ext cx="18416" cy="7226"/>
            </a:xfrm>
            <a:custGeom>
              <a:avLst/>
              <a:gdLst/>
              <a:ahLst/>
              <a:cxnLst/>
              <a:rect l="0" t="0" r="0" b="0"/>
              <a:pathLst>
                <a:path w="18416" h="7226">
                  <a:moveTo>
                    <a:pt x="0" y="0"/>
                  </a:moveTo>
                  <a:lnTo>
                    <a:pt x="18416" y="722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6" name="Output_receptor__4745">
              <a:extLst>
                <a:ext uri="{FF2B5EF4-FFF2-40B4-BE49-F238E27FC236}">
                  <a16:creationId xmlns:a16="http://schemas.microsoft.com/office/drawing/2014/main" id="{08BE7498-9FB7-066F-BA73-BFAD2E9C7876}"/>
                </a:ext>
              </a:extLst>
            </p:cNvPr>
            <p:cNvSpPr>
              <a:spLocks noGrp="1"/>
            </p:cNvSpPr>
            <p:nvPr/>
          </p:nvSpPr>
          <p:spPr>
            <a:xfrm>
              <a:off x="16524529" y="3855237"/>
              <a:ext cx="69736" cy="16244"/>
            </a:xfrm>
            <a:custGeom>
              <a:avLst/>
              <a:gdLst/>
              <a:ahLst/>
              <a:cxnLst/>
              <a:rect l="0" t="0" r="0" b="0"/>
              <a:pathLst>
                <a:path w="69736" h="16244">
                  <a:moveTo>
                    <a:pt x="0" y="0"/>
                  </a:moveTo>
                  <a:lnTo>
                    <a:pt x="69736" y="1624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7" name="Output_receptor__4746">
              <a:extLst>
                <a:ext uri="{FF2B5EF4-FFF2-40B4-BE49-F238E27FC236}">
                  <a16:creationId xmlns:a16="http://schemas.microsoft.com/office/drawing/2014/main" id="{A07F3867-E5A8-F61C-DD2B-B1A614AD8FD2}"/>
                </a:ext>
              </a:extLst>
            </p:cNvPr>
            <p:cNvSpPr>
              <a:spLocks noGrp="1"/>
            </p:cNvSpPr>
            <p:nvPr/>
          </p:nvSpPr>
          <p:spPr>
            <a:xfrm>
              <a:off x="15669962" y="3954772"/>
              <a:ext cx="71137" cy="10684"/>
            </a:xfrm>
            <a:custGeom>
              <a:avLst/>
              <a:gdLst/>
              <a:ahLst/>
              <a:cxnLst/>
              <a:rect l="0" t="0" r="0" b="0"/>
              <a:pathLst>
                <a:path w="71137" h="10684">
                  <a:moveTo>
                    <a:pt x="0" y="0"/>
                  </a:moveTo>
                  <a:lnTo>
                    <a:pt x="71137" y="1068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8" name="Output_receptor__4747">
              <a:extLst>
                <a:ext uri="{FF2B5EF4-FFF2-40B4-BE49-F238E27FC236}">
                  <a16:creationId xmlns:a16="http://schemas.microsoft.com/office/drawing/2014/main" id="{25B57D88-D1D8-03A9-D839-D22CE7F98E32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6074" cy="23970"/>
            </a:xfrm>
            <a:custGeom>
              <a:avLst/>
              <a:gdLst/>
              <a:ahLst/>
              <a:cxnLst/>
              <a:rect l="0" t="0" r="0" b="0"/>
              <a:pathLst>
                <a:path w="6074" h="23970">
                  <a:moveTo>
                    <a:pt x="0" y="0"/>
                  </a:moveTo>
                  <a:lnTo>
                    <a:pt x="6074" y="239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9" name="Output_receptor__4748">
              <a:extLst>
                <a:ext uri="{FF2B5EF4-FFF2-40B4-BE49-F238E27FC236}">
                  <a16:creationId xmlns:a16="http://schemas.microsoft.com/office/drawing/2014/main" id="{EBF6DEEA-5A84-22F4-11FD-9851C8648675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61451"/>
              <a:ext cx="42107" cy="19527"/>
            </a:xfrm>
            <a:custGeom>
              <a:avLst/>
              <a:gdLst/>
              <a:ahLst/>
              <a:cxnLst/>
              <a:rect l="0" t="0" r="0" b="0"/>
              <a:pathLst>
                <a:path w="42107" h="19527">
                  <a:moveTo>
                    <a:pt x="42107" y="0"/>
                  </a:moveTo>
                  <a:lnTo>
                    <a:pt x="0" y="1952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0" name="Output_receptor__4749">
              <a:extLst>
                <a:ext uri="{FF2B5EF4-FFF2-40B4-BE49-F238E27FC236}">
                  <a16:creationId xmlns:a16="http://schemas.microsoft.com/office/drawing/2014/main" id="{DFFBB005-5823-5EEF-E596-022BACAE66DC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43142"/>
              <a:ext cx="48308" cy="36415"/>
            </a:xfrm>
            <a:custGeom>
              <a:avLst/>
              <a:gdLst/>
              <a:ahLst/>
              <a:cxnLst/>
              <a:rect l="0" t="0" r="0" b="0"/>
              <a:pathLst>
                <a:path w="48308" h="36415">
                  <a:moveTo>
                    <a:pt x="48308" y="0"/>
                  </a:moveTo>
                  <a:lnTo>
                    <a:pt x="0" y="364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1" name="Output_receptor__4750">
              <a:extLst>
                <a:ext uri="{FF2B5EF4-FFF2-40B4-BE49-F238E27FC236}">
                  <a16:creationId xmlns:a16="http://schemas.microsoft.com/office/drawing/2014/main" id="{F997295C-E5F0-8FCC-C37F-AAA585D6D73A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205980"/>
              <a:ext cx="10037" cy="8990"/>
            </a:xfrm>
            <a:custGeom>
              <a:avLst/>
              <a:gdLst/>
              <a:ahLst/>
              <a:cxnLst/>
              <a:rect l="0" t="0" r="0" b="0"/>
              <a:pathLst>
                <a:path w="10037" h="8990">
                  <a:moveTo>
                    <a:pt x="0" y="0"/>
                  </a:moveTo>
                  <a:lnTo>
                    <a:pt x="10037" y="899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2" name="Output_receptor__4751">
              <a:extLst>
                <a:ext uri="{FF2B5EF4-FFF2-40B4-BE49-F238E27FC236}">
                  <a16:creationId xmlns:a16="http://schemas.microsoft.com/office/drawing/2014/main" id="{3119CA9B-E7FF-0CFD-6FEB-65BEC4431B83}"/>
                </a:ext>
              </a:extLst>
            </p:cNvPr>
            <p:cNvSpPr>
              <a:spLocks noGrp="1"/>
            </p:cNvSpPr>
            <p:nvPr/>
          </p:nvSpPr>
          <p:spPr>
            <a:xfrm>
              <a:off x="15748235" y="4541509"/>
              <a:ext cx="34443" cy="48135"/>
            </a:xfrm>
            <a:custGeom>
              <a:avLst/>
              <a:gdLst/>
              <a:ahLst/>
              <a:cxnLst/>
              <a:rect l="0" t="0" r="0" b="0"/>
              <a:pathLst>
                <a:path w="34443" h="48135">
                  <a:moveTo>
                    <a:pt x="34443" y="481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3" name="Output_receptor__4752">
              <a:extLst>
                <a:ext uri="{FF2B5EF4-FFF2-40B4-BE49-F238E27FC236}">
                  <a16:creationId xmlns:a16="http://schemas.microsoft.com/office/drawing/2014/main" id="{E0E64343-8730-BC30-98BD-035C733BB835}"/>
                </a:ext>
              </a:extLst>
            </p:cNvPr>
            <p:cNvSpPr>
              <a:spLocks noGrp="1"/>
            </p:cNvSpPr>
            <p:nvPr/>
          </p:nvSpPr>
          <p:spPr>
            <a:xfrm>
              <a:off x="16736172" y="3994981"/>
              <a:ext cx="60979" cy="22055"/>
            </a:xfrm>
            <a:custGeom>
              <a:avLst/>
              <a:gdLst/>
              <a:ahLst/>
              <a:cxnLst/>
              <a:rect l="0" t="0" r="0" b="0"/>
              <a:pathLst>
                <a:path w="60979" h="22055">
                  <a:moveTo>
                    <a:pt x="60979" y="22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4" name="Output_receptor__4753">
              <a:extLst>
                <a:ext uri="{FF2B5EF4-FFF2-40B4-BE49-F238E27FC236}">
                  <a16:creationId xmlns:a16="http://schemas.microsoft.com/office/drawing/2014/main" id="{0F942C0E-5FF9-1835-E73A-BE85536D8042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245526"/>
              <a:ext cx="69687" cy="15353"/>
            </a:xfrm>
            <a:custGeom>
              <a:avLst/>
              <a:gdLst/>
              <a:ahLst/>
              <a:cxnLst/>
              <a:rect l="0" t="0" r="0" b="0"/>
              <a:pathLst>
                <a:path w="69687" h="15353">
                  <a:moveTo>
                    <a:pt x="69687" y="15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5" name="Output_receptor__4754">
              <a:extLst>
                <a:ext uri="{FF2B5EF4-FFF2-40B4-BE49-F238E27FC236}">
                  <a16:creationId xmlns:a16="http://schemas.microsoft.com/office/drawing/2014/main" id="{E2087C5C-20CF-7938-3683-008405073E79}"/>
                </a:ext>
              </a:extLst>
            </p:cNvPr>
            <p:cNvSpPr>
              <a:spLocks noGrp="1"/>
            </p:cNvSpPr>
            <p:nvPr/>
          </p:nvSpPr>
          <p:spPr>
            <a:xfrm>
              <a:off x="16562820" y="3379451"/>
              <a:ext cx="50736" cy="30709"/>
            </a:xfrm>
            <a:custGeom>
              <a:avLst/>
              <a:gdLst/>
              <a:ahLst/>
              <a:cxnLst/>
              <a:rect l="0" t="0" r="0" b="0"/>
              <a:pathLst>
                <a:path w="50736" h="30709">
                  <a:moveTo>
                    <a:pt x="50736" y="307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56" name="Output_receptor__4755">
              <a:extLst>
                <a:ext uri="{FF2B5EF4-FFF2-40B4-BE49-F238E27FC236}">
                  <a16:creationId xmlns:a16="http://schemas.microsoft.com/office/drawing/2014/main" id="{94E6B472-DD32-F065-A151-F39ED58CC124}"/>
                </a:ext>
              </a:extLst>
            </p:cNvPr>
            <p:cNvSpPr>
              <a:spLocks noGrp="1"/>
            </p:cNvSpPr>
            <p:nvPr/>
          </p:nvSpPr>
          <p:spPr>
            <a:xfrm>
              <a:off x="15823194" y="4432639"/>
              <a:ext cx="24376" cy="10297"/>
            </a:xfrm>
            <a:custGeom>
              <a:avLst/>
              <a:gdLst/>
              <a:ahLst/>
              <a:cxnLst/>
              <a:rect l="0" t="0" r="0" b="0"/>
              <a:pathLst>
                <a:path w="24376" h="10297">
                  <a:moveTo>
                    <a:pt x="24376" y="0"/>
                  </a:moveTo>
                  <a:lnTo>
                    <a:pt x="0" y="1029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7" name="Output_receptor__4756">
              <a:extLst>
                <a:ext uri="{FF2B5EF4-FFF2-40B4-BE49-F238E27FC236}">
                  <a16:creationId xmlns:a16="http://schemas.microsoft.com/office/drawing/2014/main" id="{47C113E9-5B86-077F-808C-61703C282382}"/>
                </a:ext>
              </a:extLst>
            </p:cNvPr>
            <p:cNvSpPr>
              <a:spLocks noGrp="1"/>
            </p:cNvSpPr>
            <p:nvPr/>
          </p:nvSpPr>
          <p:spPr>
            <a:xfrm>
              <a:off x="16388345" y="3720477"/>
              <a:ext cx="38252" cy="40974"/>
            </a:xfrm>
            <a:custGeom>
              <a:avLst/>
              <a:gdLst/>
              <a:ahLst/>
              <a:cxnLst/>
              <a:rect l="0" t="0" r="0" b="0"/>
              <a:pathLst>
                <a:path w="38252" h="40974">
                  <a:moveTo>
                    <a:pt x="38252" y="0"/>
                  </a:moveTo>
                  <a:lnTo>
                    <a:pt x="0" y="4097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8" name="Output_receptor__4757">
              <a:extLst>
                <a:ext uri="{FF2B5EF4-FFF2-40B4-BE49-F238E27FC236}">
                  <a16:creationId xmlns:a16="http://schemas.microsoft.com/office/drawing/2014/main" id="{D87714B8-2331-CCE0-7E01-1289DA267AC6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3994981"/>
              <a:ext cx="39529" cy="49424"/>
            </a:xfrm>
            <a:custGeom>
              <a:avLst/>
              <a:gdLst/>
              <a:ahLst/>
              <a:cxnLst/>
              <a:rect l="0" t="0" r="0" b="0"/>
              <a:pathLst>
                <a:path w="39529" h="49424">
                  <a:moveTo>
                    <a:pt x="39529" y="0"/>
                  </a:moveTo>
                  <a:lnTo>
                    <a:pt x="0" y="4942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9" name="Output_receptor__4758">
              <a:extLst>
                <a:ext uri="{FF2B5EF4-FFF2-40B4-BE49-F238E27FC236}">
                  <a16:creationId xmlns:a16="http://schemas.microsoft.com/office/drawing/2014/main" id="{58AE82FA-7892-34BC-53AE-5537F87E7A48}"/>
                </a:ext>
              </a:extLst>
            </p:cNvPr>
            <p:cNvSpPr>
              <a:spLocks noGrp="1"/>
            </p:cNvSpPr>
            <p:nvPr/>
          </p:nvSpPr>
          <p:spPr>
            <a:xfrm>
              <a:off x="16009839" y="4626079"/>
              <a:ext cx="11356" cy="69899"/>
            </a:xfrm>
            <a:custGeom>
              <a:avLst/>
              <a:gdLst/>
              <a:ahLst/>
              <a:cxnLst/>
              <a:rect l="0" t="0" r="0" b="0"/>
              <a:pathLst>
                <a:path w="11356" h="69899">
                  <a:moveTo>
                    <a:pt x="0" y="0"/>
                  </a:moveTo>
                  <a:lnTo>
                    <a:pt x="11356" y="6989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60" name="Output_receptor__4759">
              <a:extLst>
                <a:ext uri="{FF2B5EF4-FFF2-40B4-BE49-F238E27FC236}">
                  <a16:creationId xmlns:a16="http://schemas.microsoft.com/office/drawing/2014/main" id="{B3F1645B-B645-190E-4079-E4F73F465527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914896"/>
              <a:ext cx="25905" cy="22071"/>
            </a:xfrm>
            <a:custGeom>
              <a:avLst/>
              <a:gdLst/>
              <a:ahLst/>
              <a:cxnLst/>
              <a:rect l="0" t="0" r="0" b="0"/>
              <a:pathLst>
                <a:path w="25905" h="22071">
                  <a:moveTo>
                    <a:pt x="25905" y="22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1" name="Output_receptor__4760">
              <a:extLst>
                <a:ext uri="{FF2B5EF4-FFF2-40B4-BE49-F238E27FC236}">
                  <a16:creationId xmlns:a16="http://schemas.microsoft.com/office/drawing/2014/main" id="{AC71954A-D00E-40AD-3648-BF8133F7350D}"/>
                </a:ext>
              </a:extLst>
            </p:cNvPr>
            <p:cNvSpPr>
              <a:spLocks noGrp="1"/>
            </p:cNvSpPr>
            <p:nvPr/>
          </p:nvSpPr>
          <p:spPr>
            <a:xfrm>
              <a:off x="16236817" y="3542298"/>
              <a:ext cx="1930" cy="26815"/>
            </a:xfrm>
            <a:custGeom>
              <a:avLst/>
              <a:gdLst/>
              <a:ahLst/>
              <a:cxnLst/>
              <a:rect l="0" t="0" r="0" b="0"/>
              <a:pathLst>
                <a:path w="1930" h="26815">
                  <a:moveTo>
                    <a:pt x="0" y="26815"/>
                  </a:moveTo>
                  <a:lnTo>
                    <a:pt x="1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2" name="Output_receptor__4761">
              <a:extLst>
                <a:ext uri="{FF2B5EF4-FFF2-40B4-BE49-F238E27FC236}">
                  <a16:creationId xmlns:a16="http://schemas.microsoft.com/office/drawing/2014/main" id="{775C57A9-D68E-B7FB-7CB2-BA4DEACDA9B7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51340"/>
              <a:ext cx="22337" cy="56775"/>
            </a:xfrm>
            <a:custGeom>
              <a:avLst/>
              <a:gdLst/>
              <a:ahLst/>
              <a:cxnLst/>
              <a:rect l="0" t="0" r="0" b="0"/>
              <a:pathLst>
                <a:path w="22337" h="56775">
                  <a:moveTo>
                    <a:pt x="22337" y="0"/>
                  </a:moveTo>
                  <a:lnTo>
                    <a:pt x="0" y="5677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3" name="Output_receptor__4762">
              <a:extLst>
                <a:ext uri="{FF2B5EF4-FFF2-40B4-BE49-F238E27FC236}">
                  <a16:creationId xmlns:a16="http://schemas.microsoft.com/office/drawing/2014/main" id="{CEED5DD4-7038-0440-19AC-6DA4F74FFE68}"/>
                </a:ext>
              </a:extLst>
            </p:cNvPr>
            <p:cNvSpPr>
              <a:spLocks noGrp="1"/>
            </p:cNvSpPr>
            <p:nvPr/>
          </p:nvSpPr>
          <p:spPr>
            <a:xfrm>
              <a:off x="15847860" y="4207854"/>
              <a:ext cx="44475" cy="43487"/>
            </a:xfrm>
            <a:custGeom>
              <a:avLst/>
              <a:gdLst/>
              <a:ahLst/>
              <a:cxnLst/>
              <a:rect l="0" t="0" r="0" b="0"/>
              <a:pathLst>
                <a:path w="44475" h="43487">
                  <a:moveTo>
                    <a:pt x="0" y="0"/>
                  </a:moveTo>
                  <a:lnTo>
                    <a:pt x="44475" y="4348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4" name="Output_receptor__4763">
              <a:extLst>
                <a:ext uri="{FF2B5EF4-FFF2-40B4-BE49-F238E27FC236}">
                  <a16:creationId xmlns:a16="http://schemas.microsoft.com/office/drawing/2014/main" id="{691C77CC-FF61-897E-B74F-FB8B33B2A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5439" y="4321672"/>
              <a:ext cx="39734" cy="21470"/>
            </a:xfrm>
            <a:custGeom>
              <a:avLst/>
              <a:gdLst/>
              <a:ahLst/>
              <a:cxnLst/>
              <a:rect l="0" t="0" r="0" b="0"/>
              <a:pathLst>
                <a:path w="39734" h="21470">
                  <a:moveTo>
                    <a:pt x="39734" y="0"/>
                  </a:moveTo>
                  <a:lnTo>
                    <a:pt x="0" y="214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5" name="Output_receptor__4764">
              <a:extLst>
                <a:ext uri="{FF2B5EF4-FFF2-40B4-BE49-F238E27FC236}">
                  <a16:creationId xmlns:a16="http://schemas.microsoft.com/office/drawing/2014/main" id="{D88FFC82-BE2D-379F-7C4E-8C0B55DCA90B}"/>
                </a:ext>
              </a:extLst>
            </p:cNvPr>
            <p:cNvSpPr>
              <a:spLocks noGrp="1"/>
            </p:cNvSpPr>
            <p:nvPr/>
          </p:nvSpPr>
          <p:spPr>
            <a:xfrm>
              <a:off x="16613021" y="4128573"/>
              <a:ext cx="58192" cy="5962"/>
            </a:xfrm>
            <a:custGeom>
              <a:avLst/>
              <a:gdLst/>
              <a:ahLst/>
              <a:cxnLst/>
              <a:rect l="0" t="0" r="0" b="0"/>
              <a:pathLst>
                <a:path w="58192" h="5962">
                  <a:moveTo>
                    <a:pt x="0" y="0"/>
                  </a:moveTo>
                  <a:lnTo>
                    <a:pt x="58192" y="596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6" name="Output_receptor__4765">
              <a:extLst>
                <a:ext uri="{FF2B5EF4-FFF2-40B4-BE49-F238E27FC236}">
                  <a16:creationId xmlns:a16="http://schemas.microsoft.com/office/drawing/2014/main" id="{797313CA-7BF7-7420-512F-678E9C3A27A6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495104"/>
              <a:ext cx="9657" cy="32108"/>
            </a:xfrm>
            <a:custGeom>
              <a:avLst/>
              <a:gdLst/>
              <a:ahLst/>
              <a:cxnLst/>
              <a:rect l="0" t="0" r="0" b="0"/>
              <a:pathLst>
                <a:path w="9657" h="32108">
                  <a:moveTo>
                    <a:pt x="0" y="32108"/>
                  </a:moveTo>
                  <a:lnTo>
                    <a:pt x="965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7" name="Output_receptor__4766">
              <a:extLst>
                <a:ext uri="{FF2B5EF4-FFF2-40B4-BE49-F238E27FC236}">
                  <a16:creationId xmlns:a16="http://schemas.microsoft.com/office/drawing/2014/main" id="{74C12B67-C1E9-A138-C7A8-306AE01B013B}"/>
                </a:ext>
              </a:extLst>
            </p:cNvPr>
            <p:cNvSpPr>
              <a:spLocks noGrp="1"/>
            </p:cNvSpPr>
            <p:nvPr/>
          </p:nvSpPr>
          <p:spPr>
            <a:xfrm>
              <a:off x="16297770" y="3844957"/>
              <a:ext cx="10088" cy="21866"/>
            </a:xfrm>
            <a:custGeom>
              <a:avLst/>
              <a:gdLst/>
              <a:ahLst/>
              <a:cxnLst/>
              <a:rect l="0" t="0" r="0" b="0"/>
              <a:pathLst>
                <a:path w="10088" h="21866">
                  <a:moveTo>
                    <a:pt x="10088" y="218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8" name="Output_receptor__4767">
              <a:extLst>
                <a:ext uri="{FF2B5EF4-FFF2-40B4-BE49-F238E27FC236}">
                  <a16:creationId xmlns:a16="http://schemas.microsoft.com/office/drawing/2014/main" id="{3C5C6B20-1556-2E17-BFD2-3CEA1BADEBDC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8573"/>
              <a:ext cx="39263" cy="36960"/>
            </a:xfrm>
            <a:custGeom>
              <a:avLst/>
              <a:gdLst/>
              <a:ahLst/>
              <a:cxnLst/>
              <a:rect l="0" t="0" r="0" b="0"/>
              <a:pathLst>
                <a:path w="39263" h="36960">
                  <a:moveTo>
                    <a:pt x="0" y="36960"/>
                  </a:moveTo>
                  <a:lnTo>
                    <a:pt x="392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9" name="Output_receptor__4768">
              <a:extLst>
                <a:ext uri="{FF2B5EF4-FFF2-40B4-BE49-F238E27FC236}">
                  <a16:creationId xmlns:a16="http://schemas.microsoft.com/office/drawing/2014/main" id="{DED1F4A5-FAFA-67A4-3DE5-FC477B8B2CE4}"/>
                </a:ext>
              </a:extLst>
            </p:cNvPr>
            <p:cNvSpPr>
              <a:spLocks noGrp="1"/>
            </p:cNvSpPr>
            <p:nvPr/>
          </p:nvSpPr>
          <p:spPr>
            <a:xfrm>
              <a:off x="16580091" y="3871481"/>
              <a:ext cx="14175" cy="66863"/>
            </a:xfrm>
            <a:custGeom>
              <a:avLst/>
              <a:gdLst/>
              <a:ahLst/>
              <a:cxnLst/>
              <a:rect l="0" t="0" r="0" b="0"/>
              <a:pathLst>
                <a:path w="14175" h="66863">
                  <a:moveTo>
                    <a:pt x="14175" y="0"/>
                  </a:moveTo>
                  <a:lnTo>
                    <a:pt x="0" y="668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0" name="Output_receptor__4769">
              <a:extLst>
                <a:ext uri="{FF2B5EF4-FFF2-40B4-BE49-F238E27FC236}">
                  <a16:creationId xmlns:a16="http://schemas.microsoft.com/office/drawing/2014/main" id="{40BF67DB-5314-5FF1-E678-ED98B0D8328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589644"/>
              <a:ext cx="44050" cy="53441"/>
            </a:xfrm>
            <a:custGeom>
              <a:avLst/>
              <a:gdLst/>
              <a:ahLst/>
              <a:cxnLst/>
              <a:rect l="0" t="0" r="0" b="0"/>
              <a:pathLst>
                <a:path w="44050" h="53441">
                  <a:moveTo>
                    <a:pt x="0" y="53441"/>
                  </a:moveTo>
                  <a:lnTo>
                    <a:pt x="4405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1" name="Output_receptor__4770">
              <a:extLst>
                <a:ext uri="{FF2B5EF4-FFF2-40B4-BE49-F238E27FC236}">
                  <a16:creationId xmlns:a16="http://schemas.microsoft.com/office/drawing/2014/main" id="{C3BF467F-1C2D-8F5E-3C69-BEA3223E4064}"/>
                </a:ext>
              </a:extLst>
            </p:cNvPr>
            <p:cNvSpPr>
              <a:spLocks noGrp="1"/>
            </p:cNvSpPr>
            <p:nvPr/>
          </p:nvSpPr>
          <p:spPr>
            <a:xfrm>
              <a:off x="15725793" y="3965457"/>
              <a:ext cx="15305" cy="68278"/>
            </a:xfrm>
            <a:custGeom>
              <a:avLst/>
              <a:gdLst/>
              <a:ahLst/>
              <a:cxnLst/>
              <a:rect l="0" t="0" r="0" b="0"/>
              <a:pathLst>
                <a:path w="15305" h="68278">
                  <a:moveTo>
                    <a:pt x="15305" y="0"/>
                  </a:moveTo>
                  <a:lnTo>
                    <a:pt x="0" y="6827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2" name="Output_receptor__4771">
              <a:extLst>
                <a:ext uri="{FF2B5EF4-FFF2-40B4-BE49-F238E27FC236}">
                  <a16:creationId xmlns:a16="http://schemas.microsoft.com/office/drawing/2014/main" id="{CBA4996D-6E1C-58BD-EAA7-C16E12615B32}"/>
                </a:ext>
              </a:extLst>
            </p:cNvPr>
            <p:cNvSpPr>
              <a:spLocks noGrp="1"/>
            </p:cNvSpPr>
            <p:nvPr/>
          </p:nvSpPr>
          <p:spPr>
            <a:xfrm>
              <a:off x="15563133" y="4275969"/>
              <a:ext cx="50464" cy="40606"/>
            </a:xfrm>
            <a:custGeom>
              <a:avLst/>
              <a:gdLst/>
              <a:ahLst/>
              <a:cxnLst/>
              <a:rect l="0" t="0" r="0" b="0"/>
              <a:pathLst>
                <a:path w="50464" h="40606">
                  <a:moveTo>
                    <a:pt x="50464" y="0"/>
                  </a:moveTo>
                  <a:lnTo>
                    <a:pt x="0" y="406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3" name="Output_receptor__4772">
              <a:extLst>
                <a:ext uri="{FF2B5EF4-FFF2-40B4-BE49-F238E27FC236}">
                  <a16:creationId xmlns:a16="http://schemas.microsoft.com/office/drawing/2014/main" id="{BDB3E0A1-0394-6E5E-236C-99F012DDE684}"/>
                </a:ext>
              </a:extLst>
            </p:cNvPr>
            <p:cNvSpPr>
              <a:spLocks noGrp="1"/>
            </p:cNvSpPr>
            <p:nvPr/>
          </p:nvSpPr>
          <p:spPr>
            <a:xfrm>
              <a:off x="16783457" y="4017037"/>
              <a:ext cx="13694" cy="70151"/>
            </a:xfrm>
            <a:custGeom>
              <a:avLst/>
              <a:gdLst/>
              <a:ahLst/>
              <a:cxnLst/>
              <a:rect l="0" t="0" r="0" b="0"/>
              <a:pathLst>
                <a:path w="13694" h="70151">
                  <a:moveTo>
                    <a:pt x="0" y="70151"/>
                  </a:moveTo>
                  <a:lnTo>
                    <a:pt x="1369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4" name="Output_receptor__4773">
              <a:extLst>
                <a:ext uri="{FF2B5EF4-FFF2-40B4-BE49-F238E27FC236}">
                  <a16:creationId xmlns:a16="http://schemas.microsoft.com/office/drawing/2014/main" id="{7EBBC58C-1748-601A-1289-8F6DF10A34E9}"/>
                </a:ext>
              </a:extLst>
            </p:cNvPr>
            <p:cNvSpPr>
              <a:spLocks noGrp="1"/>
            </p:cNvSpPr>
            <p:nvPr/>
          </p:nvSpPr>
          <p:spPr>
            <a:xfrm>
              <a:off x="16005125" y="4420974"/>
              <a:ext cx="11423" cy="66598"/>
            </a:xfrm>
            <a:custGeom>
              <a:avLst/>
              <a:gdLst/>
              <a:ahLst/>
              <a:cxnLst/>
              <a:rect l="0" t="0" r="0" b="0"/>
              <a:pathLst>
                <a:path w="11423" h="66598">
                  <a:moveTo>
                    <a:pt x="11423" y="6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5" name="Output_receptor__4774">
              <a:extLst>
                <a:ext uri="{FF2B5EF4-FFF2-40B4-BE49-F238E27FC236}">
                  <a16:creationId xmlns:a16="http://schemas.microsoft.com/office/drawing/2014/main" id="{23CA8BC9-807F-D5C5-6F38-5ACFD63DDDC7}"/>
                </a:ext>
              </a:extLst>
            </p:cNvPr>
            <p:cNvSpPr>
              <a:spLocks noGrp="1"/>
            </p:cNvSpPr>
            <p:nvPr/>
          </p:nvSpPr>
          <p:spPr>
            <a:xfrm>
              <a:off x="15570384" y="2714381"/>
              <a:ext cx="21379" cy="12179"/>
            </a:xfrm>
            <a:custGeom>
              <a:avLst/>
              <a:gdLst/>
              <a:ahLst/>
              <a:cxnLst/>
              <a:rect l="0" t="0" r="0" b="0"/>
              <a:pathLst>
                <a:path w="21379" h="12179">
                  <a:moveTo>
                    <a:pt x="0" y="0"/>
                  </a:moveTo>
                  <a:lnTo>
                    <a:pt x="21379" y="1217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6" name="Output_receptor__4775">
              <a:extLst>
                <a:ext uri="{FF2B5EF4-FFF2-40B4-BE49-F238E27FC236}">
                  <a16:creationId xmlns:a16="http://schemas.microsoft.com/office/drawing/2014/main" id="{E253C03E-F681-7B5E-BB7A-C8D10DE9D3F4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26079"/>
              <a:ext cx="71751" cy="12334"/>
            </a:xfrm>
            <a:custGeom>
              <a:avLst/>
              <a:gdLst/>
              <a:ahLst/>
              <a:cxnLst/>
              <a:rect l="0" t="0" r="0" b="0"/>
              <a:pathLst>
                <a:path w="71751" h="12334">
                  <a:moveTo>
                    <a:pt x="0" y="12334"/>
                  </a:moveTo>
                  <a:lnTo>
                    <a:pt x="71751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7" name="Output_receptor__4776">
              <a:extLst>
                <a:ext uri="{FF2B5EF4-FFF2-40B4-BE49-F238E27FC236}">
                  <a16:creationId xmlns:a16="http://schemas.microsoft.com/office/drawing/2014/main" id="{14F983E0-6104-044F-0536-DC84B58AE49E}"/>
                </a:ext>
              </a:extLst>
            </p:cNvPr>
            <p:cNvSpPr>
              <a:spLocks noGrp="1"/>
            </p:cNvSpPr>
            <p:nvPr/>
          </p:nvSpPr>
          <p:spPr>
            <a:xfrm>
              <a:off x="16409866" y="3607004"/>
              <a:ext cx="2326" cy="40764"/>
            </a:xfrm>
            <a:custGeom>
              <a:avLst/>
              <a:gdLst/>
              <a:ahLst/>
              <a:cxnLst/>
              <a:rect l="0" t="0" r="0" b="0"/>
              <a:pathLst>
                <a:path w="2326" h="40764">
                  <a:moveTo>
                    <a:pt x="0" y="0"/>
                  </a:moveTo>
                  <a:lnTo>
                    <a:pt x="2326" y="407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8" name="Output_receptor__4777">
              <a:extLst>
                <a:ext uri="{FF2B5EF4-FFF2-40B4-BE49-F238E27FC236}">
                  <a16:creationId xmlns:a16="http://schemas.microsoft.com/office/drawing/2014/main" id="{EB86A0C1-561D-4503-1EFE-C51A913BEB77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71191"/>
              <a:ext cx="62799" cy="36622"/>
            </a:xfrm>
            <a:custGeom>
              <a:avLst/>
              <a:gdLst/>
              <a:ahLst/>
              <a:cxnLst/>
              <a:rect l="0" t="0" r="0" b="0"/>
              <a:pathLst>
                <a:path w="62799" h="36622">
                  <a:moveTo>
                    <a:pt x="62799" y="36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9" name="Output_receptor__4778">
              <a:extLst>
                <a:ext uri="{FF2B5EF4-FFF2-40B4-BE49-F238E27FC236}">
                  <a16:creationId xmlns:a16="http://schemas.microsoft.com/office/drawing/2014/main" id="{129D9AC3-057C-E5FE-4107-3E3BEFE2371F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15956"/>
              <a:ext cx="11581" cy="48323"/>
            </a:xfrm>
            <a:custGeom>
              <a:avLst/>
              <a:gdLst/>
              <a:ahLst/>
              <a:cxnLst/>
              <a:rect l="0" t="0" r="0" b="0"/>
              <a:pathLst>
                <a:path w="11581" h="48323">
                  <a:moveTo>
                    <a:pt x="0" y="0"/>
                  </a:moveTo>
                  <a:lnTo>
                    <a:pt x="11581" y="483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0" name="Output_receptor__4779">
              <a:extLst>
                <a:ext uri="{FF2B5EF4-FFF2-40B4-BE49-F238E27FC236}">
                  <a16:creationId xmlns:a16="http://schemas.microsoft.com/office/drawing/2014/main" id="{D4632650-02E0-1D47-D47D-7C7F0E3F07CD}"/>
                </a:ext>
              </a:extLst>
            </p:cNvPr>
            <p:cNvSpPr>
              <a:spLocks noGrp="1"/>
            </p:cNvSpPr>
            <p:nvPr/>
          </p:nvSpPr>
          <p:spPr>
            <a:xfrm>
              <a:off x="15824565" y="3807813"/>
              <a:ext cx="9517" cy="72211"/>
            </a:xfrm>
            <a:custGeom>
              <a:avLst/>
              <a:gdLst/>
              <a:ahLst/>
              <a:cxnLst/>
              <a:rect l="0" t="0" r="0" b="0"/>
              <a:pathLst>
                <a:path w="9517" h="72211">
                  <a:moveTo>
                    <a:pt x="9517" y="722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81" name="Output_receptor__4780">
              <a:extLst>
                <a:ext uri="{FF2B5EF4-FFF2-40B4-BE49-F238E27FC236}">
                  <a16:creationId xmlns:a16="http://schemas.microsoft.com/office/drawing/2014/main" id="{2FC3DDA0-F1FF-AD08-C4E9-7DD29363E14E}"/>
                </a:ext>
              </a:extLst>
            </p:cNvPr>
            <p:cNvSpPr>
              <a:spLocks noGrp="1"/>
            </p:cNvSpPr>
            <p:nvPr/>
          </p:nvSpPr>
          <p:spPr>
            <a:xfrm>
              <a:off x="15788025" y="4360434"/>
              <a:ext cx="28402" cy="11839"/>
            </a:xfrm>
            <a:custGeom>
              <a:avLst/>
              <a:gdLst/>
              <a:ahLst/>
              <a:cxnLst/>
              <a:rect l="0" t="0" r="0" b="0"/>
              <a:pathLst>
                <a:path w="28402" h="11839">
                  <a:moveTo>
                    <a:pt x="28402" y="1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2" name="Output_receptor__4781">
              <a:extLst>
                <a:ext uri="{FF2B5EF4-FFF2-40B4-BE49-F238E27FC236}">
                  <a16:creationId xmlns:a16="http://schemas.microsoft.com/office/drawing/2014/main" id="{C0634564-08A4-59A5-8660-A287C7D74EB5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798710"/>
              <a:ext cx="13091" cy="34909"/>
            </a:xfrm>
            <a:custGeom>
              <a:avLst/>
              <a:gdLst/>
              <a:ahLst/>
              <a:cxnLst/>
              <a:rect l="0" t="0" r="0" b="0"/>
              <a:pathLst>
                <a:path w="13091" h="34909">
                  <a:moveTo>
                    <a:pt x="0" y="34909"/>
                  </a:moveTo>
                  <a:lnTo>
                    <a:pt x="1309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3" name="Output_receptor__4782">
              <a:extLst>
                <a:ext uri="{FF2B5EF4-FFF2-40B4-BE49-F238E27FC236}">
                  <a16:creationId xmlns:a16="http://schemas.microsoft.com/office/drawing/2014/main" id="{32A29139-1B82-410C-10CF-1EDC842066CE}"/>
                </a:ext>
              </a:extLst>
            </p:cNvPr>
            <p:cNvSpPr>
              <a:spLocks noGrp="1"/>
            </p:cNvSpPr>
            <p:nvPr/>
          </p:nvSpPr>
          <p:spPr>
            <a:xfrm>
              <a:off x="16131517" y="3191392"/>
              <a:ext cx="5973" cy="69488"/>
            </a:xfrm>
            <a:custGeom>
              <a:avLst/>
              <a:gdLst/>
              <a:ahLst/>
              <a:cxnLst/>
              <a:rect l="0" t="0" r="0" b="0"/>
              <a:pathLst>
                <a:path w="5973" h="69488">
                  <a:moveTo>
                    <a:pt x="5973" y="0"/>
                  </a:moveTo>
                  <a:lnTo>
                    <a:pt x="0" y="6948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4" name="Output_receptor__4783">
              <a:extLst>
                <a:ext uri="{FF2B5EF4-FFF2-40B4-BE49-F238E27FC236}">
                  <a16:creationId xmlns:a16="http://schemas.microsoft.com/office/drawing/2014/main" id="{5D79181C-833A-009F-5DD1-4910977988DB}"/>
                </a:ext>
              </a:extLst>
            </p:cNvPr>
            <p:cNvSpPr>
              <a:spLocks noGrp="1"/>
            </p:cNvSpPr>
            <p:nvPr/>
          </p:nvSpPr>
          <p:spPr>
            <a:xfrm>
              <a:off x="16235256" y="3650320"/>
              <a:ext cx="31867" cy="31541"/>
            </a:xfrm>
            <a:custGeom>
              <a:avLst/>
              <a:gdLst/>
              <a:ahLst/>
              <a:cxnLst/>
              <a:rect l="0" t="0" r="0" b="0"/>
              <a:pathLst>
                <a:path w="31867" h="31541">
                  <a:moveTo>
                    <a:pt x="0" y="31541"/>
                  </a:moveTo>
                  <a:lnTo>
                    <a:pt x="3186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5" name="Output_receptor__4784">
              <a:extLst>
                <a:ext uri="{FF2B5EF4-FFF2-40B4-BE49-F238E27FC236}">
                  <a16:creationId xmlns:a16="http://schemas.microsoft.com/office/drawing/2014/main" id="{3598D48F-C62E-1F48-B87A-D8A62BAA8B0C}"/>
                </a:ext>
              </a:extLst>
            </p:cNvPr>
            <p:cNvSpPr>
              <a:spLocks noGrp="1"/>
            </p:cNvSpPr>
            <p:nvPr/>
          </p:nvSpPr>
          <p:spPr>
            <a:xfrm>
              <a:off x="16158574" y="4185177"/>
              <a:ext cx="25493" cy="67539"/>
            </a:xfrm>
            <a:custGeom>
              <a:avLst/>
              <a:gdLst/>
              <a:ahLst/>
              <a:cxnLst/>
              <a:rect l="0" t="0" r="0" b="0"/>
              <a:pathLst>
                <a:path w="25493" h="67539">
                  <a:moveTo>
                    <a:pt x="0" y="67539"/>
                  </a:moveTo>
                  <a:lnTo>
                    <a:pt x="2549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6" name="Output_receptor__4785">
              <a:extLst>
                <a:ext uri="{FF2B5EF4-FFF2-40B4-BE49-F238E27FC236}">
                  <a16:creationId xmlns:a16="http://schemas.microsoft.com/office/drawing/2014/main" id="{414A48E1-2402-1D1A-2789-483593E98351}"/>
                </a:ext>
              </a:extLst>
            </p:cNvPr>
            <p:cNvSpPr>
              <a:spLocks noGrp="1"/>
            </p:cNvSpPr>
            <p:nvPr/>
          </p:nvSpPr>
          <p:spPr>
            <a:xfrm>
              <a:off x="15897070" y="4386436"/>
              <a:ext cx="21102" cy="45735"/>
            </a:xfrm>
            <a:custGeom>
              <a:avLst/>
              <a:gdLst/>
              <a:ahLst/>
              <a:cxnLst/>
              <a:rect l="0" t="0" r="0" b="0"/>
              <a:pathLst>
                <a:path w="21102" h="45735">
                  <a:moveTo>
                    <a:pt x="21102" y="4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7" name="Output_receptor__4786">
              <a:extLst>
                <a:ext uri="{FF2B5EF4-FFF2-40B4-BE49-F238E27FC236}">
                  <a16:creationId xmlns:a16="http://schemas.microsoft.com/office/drawing/2014/main" id="{AABC66F6-A27E-9905-7E9D-E678AC5C2E1B}"/>
                </a:ext>
              </a:extLst>
            </p:cNvPr>
            <p:cNvSpPr>
              <a:spLocks noGrp="1"/>
            </p:cNvSpPr>
            <p:nvPr/>
          </p:nvSpPr>
          <p:spPr>
            <a:xfrm>
              <a:off x="15455072" y="4237799"/>
              <a:ext cx="54189" cy="46402"/>
            </a:xfrm>
            <a:custGeom>
              <a:avLst/>
              <a:gdLst/>
              <a:ahLst/>
              <a:cxnLst/>
              <a:rect l="0" t="0" r="0" b="0"/>
              <a:pathLst>
                <a:path w="54189" h="46402">
                  <a:moveTo>
                    <a:pt x="54189" y="0"/>
                  </a:moveTo>
                  <a:lnTo>
                    <a:pt x="0" y="4640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8" name="Output_receptor__4787">
              <a:extLst>
                <a:ext uri="{FF2B5EF4-FFF2-40B4-BE49-F238E27FC236}">
                  <a16:creationId xmlns:a16="http://schemas.microsoft.com/office/drawing/2014/main" id="{29ED63B6-3D21-A5C3-C570-CD1D4819394C}"/>
                </a:ext>
              </a:extLst>
            </p:cNvPr>
            <p:cNvSpPr>
              <a:spLocks noGrp="1"/>
            </p:cNvSpPr>
            <p:nvPr/>
          </p:nvSpPr>
          <p:spPr>
            <a:xfrm>
              <a:off x="15918172" y="4432171"/>
              <a:ext cx="5667" cy="54634"/>
            </a:xfrm>
            <a:custGeom>
              <a:avLst/>
              <a:gdLst/>
              <a:ahLst/>
              <a:cxnLst/>
              <a:rect l="0" t="0" r="0" b="0"/>
              <a:pathLst>
                <a:path w="5667" h="54634">
                  <a:moveTo>
                    <a:pt x="5667" y="54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9" name="Output_receptor__4788">
              <a:extLst>
                <a:ext uri="{FF2B5EF4-FFF2-40B4-BE49-F238E27FC236}">
                  <a16:creationId xmlns:a16="http://schemas.microsoft.com/office/drawing/2014/main" id="{B4036F2C-E3AD-A7FF-7DBC-A0FEEC4A3A03}"/>
                </a:ext>
              </a:extLst>
            </p:cNvPr>
            <p:cNvSpPr>
              <a:spLocks noGrp="1"/>
            </p:cNvSpPr>
            <p:nvPr/>
          </p:nvSpPr>
          <p:spPr>
            <a:xfrm>
              <a:off x="16047432" y="4099057"/>
              <a:ext cx="65282" cy="1656"/>
            </a:xfrm>
            <a:custGeom>
              <a:avLst/>
              <a:gdLst/>
              <a:ahLst/>
              <a:cxnLst/>
              <a:rect l="0" t="0" r="0" b="0"/>
              <a:pathLst>
                <a:path w="65282" h="1656">
                  <a:moveTo>
                    <a:pt x="65282" y="0"/>
                  </a:moveTo>
                  <a:lnTo>
                    <a:pt x="0" y="165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0" name="Output_receptor__4789">
              <a:extLst>
                <a:ext uri="{FF2B5EF4-FFF2-40B4-BE49-F238E27FC236}">
                  <a16:creationId xmlns:a16="http://schemas.microsoft.com/office/drawing/2014/main" id="{63C9AFA4-573E-15CF-9C1C-AD3D67AE655A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77454"/>
              <a:ext cx="46539" cy="22739"/>
            </a:xfrm>
            <a:custGeom>
              <a:avLst/>
              <a:gdLst/>
              <a:ahLst/>
              <a:cxnLst/>
              <a:rect l="0" t="0" r="0" b="0"/>
              <a:pathLst>
                <a:path w="46539" h="22739">
                  <a:moveTo>
                    <a:pt x="46539" y="0"/>
                  </a:moveTo>
                  <a:lnTo>
                    <a:pt x="0" y="227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791" name="Output_receptor__4790">
              <a:extLst>
                <a:ext uri="{FF2B5EF4-FFF2-40B4-BE49-F238E27FC236}">
                  <a16:creationId xmlns:a16="http://schemas.microsoft.com/office/drawing/2014/main" id="{03AE5431-F4C2-DC85-91E6-35534727D88A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79289"/>
              <a:ext cx="27690" cy="54015"/>
            </a:xfrm>
            <a:custGeom>
              <a:avLst/>
              <a:gdLst/>
              <a:ahLst/>
              <a:cxnLst/>
              <a:rect l="0" t="0" r="0" b="0"/>
              <a:pathLst>
                <a:path w="27690" h="54015">
                  <a:moveTo>
                    <a:pt x="0" y="0"/>
                  </a:moveTo>
                  <a:lnTo>
                    <a:pt x="27690" y="540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2" name="Output_receptor__4791">
              <a:extLst>
                <a:ext uri="{FF2B5EF4-FFF2-40B4-BE49-F238E27FC236}">
                  <a16:creationId xmlns:a16="http://schemas.microsoft.com/office/drawing/2014/main" id="{491C42B9-B70B-D0C3-1E69-0A2251DC832B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092378"/>
              <a:ext cx="9649" cy="38075"/>
            </a:xfrm>
            <a:custGeom>
              <a:avLst/>
              <a:gdLst/>
              <a:ahLst/>
              <a:cxnLst/>
              <a:rect l="0" t="0" r="0" b="0"/>
              <a:pathLst>
                <a:path w="9649" h="38075">
                  <a:moveTo>
                    <a:pt x="0" y="38075"/>
                  </a:moveTo>
                  <a:lnTo>
                    <a:pt x="964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3" name="Output_receptor__4792">
              <a:extLst>
                <a:ext uri="{FF2B5EF4-FFF2-40B4-BE49-F238E27FC236}">
                  <a16:creationId xmlns:a16="http://schemas.microsoft.com/office/drawing/2014/main" id="{A19E3A67-FA42-68C8-7AA5-890DB9F6A2DA}"/>
                </a:ext>
              </a:extLst>
            </p:cNvPr>
            <p:cNvSpPr>
              <a:spLocks noGrp="1"/>
            </p:cNvSpPr>
            <p:nvPr/>
          </p:nvSpPr>
          <p:spPr>
            <a:xfrm>
              <a:off x="15721551" y="4390024"/>
              <a:ext cx="16034" cy="21530"/>
            </a:xfrm>
            <a:custGeom>
              <a:avLst/>
              <a:gdLst/>
              <a:ahLst/>
              <a:cxnLst/>
              <a:rect l="0" t="0" r="0" b="0"/>
              <a:pathLst>
                <a:path w="16034" h="21530">
                  <a:moveTo>
                    <a:pt x="16034" y="215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4" name="Output_receptor__4793">
              <a:extLst>
                <a:ext uri="{FF2B5EF4-FFF2-40B4-BE49-F238E27FC236}">
                  <a16:creationId xmlns:a16="http://schemas.microsoft.com/office/drawing/2014/main" id="{24CA22F4-A992-F3AD-5B8A-35DCA153A901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681861"/>
              <a:ext cx="39669" cy="41849"/>
            </a:xfrm>
            <a:custGeom>
              <a:avLst/>
              <a:gdLst/>
              <a:ahLst/>
              <a:cxnLst/>
              <a:rect l="0" t="0" r="0" b="0"/>
              <a:pathLst>
                <a:path w="39669" h="41849">
                  <a:moveTo>
                    <a:pt x="0" y="41849"/>
                  </a:moveTo>
                  <a:lnTo>
                    <a:pt x="3966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5" name="Output_receptor__4794">
              <a:extLst>
                <a:ext uri="{FF2B5EF4-FFF2-40B4-BE49-F238E27FC236}">
                  <a16:creationId xmlns:a16="http://schemas.microsoft.com/office/drawing/2014/main" id="{6FE32CB9-3DA3-7685-8769-527F2D8E20CF}"/>
                </a:ext>
              </a:extLst>
            </p:cNvPr>
            <p:cNvSpPr>
              <a:spLocks noGrp="1"/>
            </p:cNvSpPr>
            <p:nvPr/>
          </p:nvSpPr>
          <p:spPr>
            <a:xfrm>
              <a:off x="16177855" y="3452115"/>
              <a:ext cx="50013" cy="42989"/>
            </a:xfrm>
            <a:custGeom>
              <a:avLst/>
              <a:gdLst/>
              <a:ahLst/>
              <a:cxnLst/>
              <a:rect l="0" t="0" r="0" b="0"/>
              <a:pathLst>
                <a:path w="50013" h="42989">
                  <a:moveTo>
                    <a:pt x="0" y="42989"/>
                  </a:moveTo>
                  <a:lnTo>
                    <a:pt x="500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6" name="Output_receptor__4795">
              <a:extLst>
                <a:ext uri="{FF2B5EF4-FFF2-40B4-BE49-F238E27FC236}">
                  <a16:creationId xmlns:a16="http://schemas.microsoft.com/office/drawing/2014/main" id="{B926F8EB-BF2C-EC8A-19AE-92CA9AFB6C96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54772"/>
              <a:ext cx="20211" cy="23365"/>
            </a:xfrm>
            <a:custGeom>
              <a:avLst/>
              <a:gdLst/>
              <a:ahLst/>
              <a:cxnLst/>
              <a:rect l="0" t="0" r="0" b="0"/>
              <a:pathLst>
                <a:path w="20211" h="23365">
                  <a:moveTo>
                    <a:pt x="0" y="23365"/>
                  </a:moveTo>
                  <a:lnTo>
                    <a:pt x="2021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7" name="Output_receptor__4796">
              <a:extLst>
                <a:ext uri="{FF2B5EF4-FFF2-40B4-BE49-F238E27FC236}">
                  <a16:creationId xmlns:a16="http://schemas.microsoft.com/office/drawing/2014/main" id="{650B30FC-C461-143C-4ED0-BC6F5384D116}"/>
                </a:ext>
              </a:extLst>
            </p:cNvPr>
            <p:cNvSpPr>
              <a:spLocks noGrp="1"/>
            </p:cNvSpPr>
            <p:nvPr/>
          </p:nvSpPr>
          <p:spPr>
            <a:xfrm>
              <a:off x="16608844" y="3618457"/>
              <a:ext cx="507" cy="65845"/>
            </a:xfrm>
            <a:custGeom>
              <a:avLst/>
              <a:gdLst/>
              <a:ahLst/>
              <a:cxnLst/>
              <a:rect l="0" t="0" r="0" b="0"/>
              <a:pathLst>
                <a:path w="507" h="65845">
                  <a:moveTo>
                    <a:pt x="507" y="65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8" name="Output_receptor__4797">
              <a:extLst>
                <a:ext uri="{FF2B5EF4-FFF2-40B4-BE49-F238E27FC236}">
                  <a16:creationId xmlns:a16="http://schemas.microsoft.com/office/drawing/2014/main" id="{3362711D-7E63-F0B4-2E7A-E6FEE002B94F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28825"/>
              <a:ext cx="26863" cy="50463"/>
            </a:xfrm>
            <a:custGeom>
              <a:avLst/>
              <a:gdLst/>
              <a:ahLst/>
              <a:cxnLst/>
              <a:rect l="0" t="0" r="0" b="0"/>
              <a:pathLst>
                <a:path w="26863" h="50463">
                  <a:moveTo>
                    <a:pt x="26863" y="0"/>
                  </a:moveTo>
                  <a:lnTo>
                    <a:pt x="0" y="504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9" name="Output_receptor__4798">
              <a:extLst>
                <a:ext uri="{FF2B5EF4-FFF2-40B4-BE49-F238E27FC236}">
                  <a16:creationId xmlns:a16="http://schemas.microsoft.com/office/drawing/2014/main" id="{2F29FA2F-F460-C7AA-86EB-18B710315D8C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316576"/>
              <a:ext cx="33821" cy="12229"/>
            </a:xfrm>
            <a:custGeom>
              <a:avLst/>
              <a:gdLst/>
              <a:ahLst/>
              <a:cxnLst/>
              <a:rect l="0" t="0" r="0" b="0"/>
              <a:pathLst>
                <a:path w="33821" h="12229">
                  <a:moveTo>
                    <a:pt x="33821" y="0"/>
                  </a:moveTo>
                  <a:lnTo>
                    <a:pt x="0" y="1222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0" name="Output_receptor__4799">
              <a:extLst>
                <a:ext uri="{FF2B5EF4-FFF2-40B4-BE49-F238E27FC236}">
                  <a16:creationId xmlns:a16="http://schemas.microsoft.com/office/drawing/2014/main" id="{F4978679-AEB7-22CD-5291-AF2033E4856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55237"/>
              <a:ext cx="13108" cy="22179"/>
            </a:xfrm>
            <a:custGeom>
              <a:avLst/>
              <a:gdLst/>
              <a:ahLst/>
              <a:cxnLst/>
              <a:rect l="0" t="0" r="0" b="0"/>
              <a:pathLst>
                <a:path w="13108" h="22179">
                  <a:moveTo>
                    <a:pt x="0" y="22179"/>
                  </a:moveTo>
                  <a:lnTo>
                    <a:pt x="1310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1" name="Output_receptor__4800">
              <a:extLst>
                <a:ext uri="{FF2B5EF4-FFF2-40B4-BE49-F238E27FC236}">
                  <a16:creationId xmlns:a16="http://schemas.microsoft.com/office/drawing/2014/main" id="{DC88B02B-0DB1-3F59-F8A8-47C0F4BA336D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62832" cy="16082"/>
            </a:xfrm>
            <a:custGeom>
              <a:avLst/>
              <a:gdLst/>
              <a:ahLst/>
              <a:cxnLst/>
              <a:rect l="0" t="0" r="0" b="0"/>
              <a:pathLst>
                <a:path w="62832" h="16082">
                  <a:moveTo>
                    <a:pt x="62832" y="16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2" name="Output_receptor__4801">
              <a:extLst>
                <a:ext uri="{FF2B5EF4-FFF2-40B4-BE49-F238E27FC236}">
                  <a16:creationId xmlns:a16="http://schemas.microsoft.com/office/drawing/2014/main" id="{C69BBB5F-939B-E996-7AC3-B7BF4857D9F8}"/>
                </a:ext>
              </a:extLst>
            </p:cNvPr>
            <p:cNvSpPr>
              <a:spLocks noGrp="1"/>
            </p:cNvSpPr>
            <p:nvPr/>
          </p:nvSpPr>
          <p:spPr>
            <a:xfrm>
              <a:off x="15639598" y="2851851"/>
              <a:ext cx="16321" cy="65053"/>
            </a:xfrm>
            <a:custGeom>
              <a:avLst/>
              <a:gdLst/>
              <a:ahLst/>
              <a:cxnLst/>
              <a:rect l="0" t="0" r="0" b="0"/>
              <a:pathLst>
                <a:path w="16321" h="65053">
                  <a:moveTo>
                    <a:pt x="16321" y="650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03" name="Output_receptor__4802">
              <a:extLst>
                <a:ext uri="{FF2B5EF4-FFF2-40B4-BE49-F238E27FC236}">
                  <a16:creationId xmlns:a16="http://schemas.microsoft.com/office/drawing/2014/main" id="{0DB87DA0-29F2-2656-C6ED-658373E7E896}"/>
                </a:ext>
              </a:extLst>
            </p:cNvPr>
            <p:cNvSpPr>
              <a:spLocks noGrp="1"/>
            </p:cNvSpPr>
            <p:nvPr/>
          </p:nvSpPr>
          <p:spPr>
            <a:xfrm>
              <a:off x="16319987" y="3945861"/>
              <a:ext cx="25822" cy="36627"/>
            </a:xfrm>
            <a:custGeom>
              <a:avLst/>
              <a:gdLst/>
              <a:ahLst/>
              <a:cxnLst/>
              <a:rect l="0" t="0" r="0" b="0"/>
              <a:pathLst>
                <a:path w="25822" h="36627">
                  <a:moveTo>
                    <a:pt x="0" y="36627"/>
                  </a:moveTo>
                  <a:lnTo>
                    <a:pt x="25822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4" name="Output_receptor__4803">
              <a:extLst>
                <a:ext uri="{FF2B5EF4-FFF2-40B4-BE49-F238E27FC236}">
                  <a16:creationId xmlns:a16="http://schemas.microsoft.com/office/drawing/2014/main" id="{C9C6F253-E250-3B6B-CFDF-21D365562BC9}"/>
                </a:ext>
              </a:extLst>
            </p:cNvPr>
            <p:cNvSpPr>
              <a:spLocks noGrp="1"/>
            </p:cNvSpPr>
            <p:nvPr/>
          </p:nvSpPr>
          <p:spPr>
            <a:xfrm>
              <a:off x="16119186" y="3848642"/>
              <a:ext cx="39757" cy="53963"/>
            </a:xfrm>
            <a:custGeom>
              <a:avLst/>
              <a:gdLst/>
              <a:ahLst/>
              <a:cxnLst/>
              <a:rect l="0" t="0" r="0" b="0"/>
              <a:pathLst>
                <a:path w="39757" h="53963">
                  <a:moveTo>
                    <a:pt x="39757" y="53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5" name="Output_receptor__4804">
              <a:extLst>
                <a:ext uri="{FF2B5EF4-FFF2-40B4-BE49-F238E27FC236}">
                  <a16:creationId xmlns:a16="http://schemas.microsoft.com/office/drawing/2014/main" id="{B364F0AC-723E-17B2-FB70-B20C80E5DB85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134535"/>
              <a:ext cx="7299" cy="71444"/>
            </a:xfrm>
            <a:custGeom>
              <a:avLst/>
              <a:gdLst/>
              <a:ahLst/>
              <a:cxnLst/>
              <a:rect l="0" t="0" r="0" b="0"/>
              <a:pathLst>
                <a:path w="7299" h="71444">
                  <a:moveTo>
                    <a:pt x="7299" y="0"/>
                  </a:moveTo>
                  <a:lnTo>
                    <a:pt x="0" y="7144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6" name="Output_receptor__4805">
              <a:extLst>
                <a:ext uri="{FF2B5EF4-FFF2-40B4-BE49-F238E27FC236}">
                  <a16:creationId xmlns:a16="http://schemas.microsoft.com/office/drawing/2014/main" id="{648670D8-22D9-327E-DFC2-2EAE0DC5AD3C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84302"/>
              <a:ext cx="69661" cy="7877"/>
            </a:xfrm>
            <a:custGeom>
              <a:avLst/>
              <a:gdLst/>
              <a:ahLst/>
              <a:cxnLst/>
              <a:rect l="0" t="0" r="0" b="0"/>
              <a:pathLst>
                <a:path w="69661" h="7877">
                  <a:moveTo>
                    <a:pt x="0" y="7877"/>
                  </a:moveTo>
                  <a:lnTo>
                    <a:pt x="6966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7" name="Output_receptor__4806">
              <a:extLst>
                <a:ext uri="{FF2B5EF4-FFF2-40B4-BE49-F238E27FC236}">
                  <a16:creationId xmlns:a16="http://schemas.microsoft.com/office/drawing/2014/main" id="{6989DA1C-FC6C-5274-F809-373F579FA41E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569112"/>
              <a:ext cx="58323" cy="40541"/>
            </a:xfrm>
            <a:custGeom>
              <a:avLst/>
              <a:gdLst/>
              <a:ahLst/>
              <a:cxnLst/>
              <a:rect l="0" t="0" r="0" b="0"/>
              <a:pathLst>
                <a:path w="58323" h="40541">
                  <a:moveTo>
                    <a:pt x="0" y="40541"/>
                  </a:moveTo>
                  <a:lnTo>
                    <a:pt x="5832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8" name="Output_receptor__4807">
              <a:extLst>
                <a:ext uri="{FF2B5EF4-FFF2-40B4-BE49-F238E27FC236}">
                  <a16:creationId xmlns:a16="http://schemas.microsoft.com/office/drawing/2014/main" id="{D1155A7A-D554-73DF-CBD5-54AF02BBD137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53055"/>
              <a:ext cx="12475" cy="5465"/>
            </a:xfrm>
            <a:custGeom>
              <a:avLst/>
              <a:gdLst/>
              <a:ahLst/>
              <a:cxnLst/>
              <a:rect l="0" t="0" r="0" b="0"/>
              <a:pathLst>
                <a:path w="12475" h="5465">
                  <a:moveTo>
                    <a:pt x="12475" y="54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9" name="Output_receptor__4808">
              <a:extLst>
                <a:ext uri="{FF2B5EF4-FFF2-40B4-BE49-F238E27FC236}">
                  <a16:creationId xmlns:a16="http://schemas.microsoft.com/office/drawing/2014/main" id="{B78BA89B-B940-4E13-8F47-3B30B998660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69284"/>
              <a:ext cx="20868" cy="12166"/>
            </a:xfrm>
            <a:custGeom>
              <a:avLst/>
              <a:gdLst/>
              <a:ahLst/>
              <a:cxnLst/>
              <a:rect l="0" t="0" r="0" b="0"/>
              <a:pathLst>
                <a:path w="20868" h="12166">
                  <a:moveTo>
                    <a:pt x="20868" y="0"/>
                  </a:moveTo>
                  <a:lnTo>
                    <a:pt x="0" y="1216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0" name="Output_receptor__4809">
              <a:extLst>
                <a:ext uri="{FF2B5EF4-FFF2-40B4-BE49-F238E27FC236}">
                  <a16:creationId xmlns:a16="http://schemas.microsoft.com/office/drawing/2014/main" id="{39091CFA-57F4-670A-4C8A-1905FD56A54D}"/>
                </a:ext>
              </a:extLst>
            </p:cNvPr>
            <p:cNvSpPr>
              <a:spLocks noGrp="1"/>
            </p:cNvSpPr>
            <p:nvPr/>
          </p:nvSpPr>
          <p:spPr>
            <a:xfrm>
              <a:off x="16240544" y="3757446"/>
              <a:ext cx="51659" cy="41264"/>
            </a:xfrm>
            <a:custGeom>
              <a:avLst/>
              <a:gdLst/>
              <a:ahLst/>
              <a:cxnLst/>
              <a:rect l="0" t="0" r="0" b="0"/>
              <a:pathLst>
                <a:path w="51659" h="41264">
                  <a:moveTo>
                    <a:pt x="0" y="41264"/>
                  </a:moveTo>
                  <a:lnTo>
                    <a:pt x="5165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1" name="Output_receptor__4810">
              <a:extLst>
                <a:ext uri="{FF2B5EF4-FFF2-40B4-BE49-F238E27FC236}">
                  <a16:creationId xmlns:a16="http://schemas.microsoft.com/office/drawing/2014/main" id="{16EDB01F-69C4-057D-3908-6A872F9C7108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61710"/>
              <a:ext cx="20647" cy="1679"/>
            </a:xfrm>
            <a:custGeom>
              <a:avLst/>
              <a:gdLst/>
              <a:ahLst/>
              <a:cxnLst/>
              <a:rect l="0" t="0" r="0" b="0"/>
              <a:pathLst>
                <a:path w="20647" h="1679">
                  <a:moveTo>
                    <a:pt x="0" y="1679"/>
                  </a:moveTo>
                  <a:lnTo>
                    <a:pt x="2064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2" name="Output_receptor__4811">
              <a:extLst>
                <a:ext uri="{FF2B5EF4-FFF2-40B4-BE49-F238E27FC236}">
                  <a16:creationId xmlns:a16="http://schemas.microsoft.com/office/drawing/2014/main" id="{BEF62C18-4061-E682-FD1F-B7C043BDD06C}"/>
                </a:ext>
              </a:extLst>
            </p:cNvPr>
            <p:cNvSpPr>
              <a:spLocks noGrp="1"/>
            </p:cNvSpPr>
            <p:nvPr/>
          </p:nvSpPr>
          <p:spPr>
            <a:xfrm>
              <a:off x="16344335" y="4046502"/>
              <a:ext cx="40395" cy="45875"/>
            </a:xfrm>
            <a:custGeom>
              <a:avLst/>
              <a:gdLst/>
              <a:ahLst/>
              <a:cxnLst/>
              <a:rect l="0" t="0" r="0" b="0"/>
              <a:pathLst>
                <a:path w="40395" h="45875">
                  <a:moveTo>
                    <a:pt x="0" y="45875"/>
                  </a:moveTo>
                  <a:lnTo>
                    <a:pt x="40395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3" name="Output_receptor__4812">
              <a:extLst>
                <a:ext uri="{FF2B5EF4-FFF2-40B4-BE49-F238E27FC236}">
                  <a16:creationId xmlns:a16="http://schemas.microsoft.com/office/drawing/2014/main" id="{2DC9E58B-142F-576D-7BE4-9A585A5AC31A}"/>
                </a:ext>
              </a:extLst>
            </p:cNvPr>
            <p:cNvSpPr>
              <a:spLocks noGrp="1"/>
            </p:cNvSpPr>
            <p:nvPr/>
          </p:nvSpPr>
          <p:spPr>
            <a:xfrm>
              <a:off x="16423486" y="3428825"/>
              <a:ext cx="66636" cy="12985"/>
            </a:xfrm>
            <a:custGeom>
              <a:avLst/>
              <a:gdLst/>
              <a:ahLst/>
              <a:cxnLst/>
              <a:rect l="0" t="0" r="0" b="0"/>
              <a:pathLst>
                <a:path w="66636" h="12985">
                  <a:moveTo>
                    <a:pt x="66636" y="12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14" name="Output_receptor__4813">
              <a:extLst>
                <a:ext uri="{FF2B5EF4-FFF2-40B4-BE49-F238E27FC236}">
                  <a16:creationId xmlns:a16="http://schemas.microsoft.com/office/drawing/2014/main" id="{ED8F3E8D-2041-F13D-C898-108769A72F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3982488"/>
              <a:ext cx="39799" cy="45084"/>
            </a:xfrm>
            <a:custGeom>
              <a:avLst/>
              <a:gdLst/>
              <a:ahLst/>
              <a:cxnLst/>
              <a:rect l="0" t="0" r="0" b="0"/>
              <a:pathLst>
                <a:path w="39799" h="45084">
                  <a:moveTo>
                    <a:pt x="0" y="45084"/>
                  </a:moveTo>
                  <a:lnTo>
                    <a:pt x="3979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5" name="Output_receptor__4814">
              <a:extLst>
                <a:ext uri="{FF2B5EF4-FFF2-40B4-BE49-F238E27FC236}">
                  <a16:creationId xmlns:a16="http://schemas.microsoft.com/office/drawing/2014/main" id="{9A1724F9-67B1-21D3-88DA-037F5706AF28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47768"/>
              <a:ext cx="64224" cy="30435"/>
            </a:xfrm>
            <a:custGeom>
              <a:avLst/>
              <a:gdLst/>
              <a:ahLst/>
              <a:cxnLst/>
              <a:rect l="0" t="0" r="0" b="0"/>
              <a:pathLst>
                <a:path w="64224" h="30435">
                  <a:moveTo>
                    <a:pt x="64224" y="0"/>
                  </a:moveTo>
                  <a:lnTo>
                    <a:pt x="0" y="3043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6" name="Output_receptor__4815">
              <a:extLst>
                <a:ext uri="{FF2B5EF4-FFF2-40B4-BE49-F238E27FC236}">
                  <a16:creationId xmlns:a16="http://schemas.microsoft.com/office/drawing/2014/main" id="{3A91E52C-6FDC-670A-1F23-12B65D238852}"/>
                </a:ext>
              </a:extLst>
            </p:cNvPr>
            <p:cNvSpPr>
              <a:spLocks noGrp="1"/>
            </p:cNvSpPr>
            <p:nvPr/>
          </p:nvSpPr>
          <p:spPr>
            <a:xfrm>
              <a:off x="15349471" y="4205508"/>
              <a:ext cx="53440" cy="23171"/>
            </a:xfrm>
            <a:custGeom>
              <a:avLst/>
              <a:gdLst/>
              <a:ahLst/>
              <a:cxnLst/>
              <a:rect l="0" t="0" r="0" b="0"/>
              <a:pathLst>
                <a:path w="53440" h="23171">
                  <a:moveTo>
                    <a:pt x="53440" y="0"/>
                  </a:moveTo>
                  <a:lnTo>
                    <a:pt x="0" y="2317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7" name="Output_receptor__4816">
              <a:extLst>
                <a:ext uri="{FF2B5EF4-FFF2-40B4-BE49-F238E27FC236}">
                  <a16:creationId xmlns:a16="http://schemas.microsoft.com/office/drawing/2014/main" id="{B6EE413D-D0A5-3EF6-B353-B1822468A9D2}"/>
                </a:ext>
              </a:extLst>
            </p:cNvPr>
            <p:cNvSpPr>
              <a:spLocks noGrp="1"/>
            </p:cNvSpPr>
            <p:nvPr/>
          </p:nvSpPr>
          <p:spPr>
            <a:xfrm>
              <a:off x="16106379" y="3902605"/>
              <a:ext cx="52564" cy="47355"/>
            </a:xfrm>
            <a:custGeom>
              <a:avLst/>
              <a:gdLst/>
              <a:ahLst/>
              <a:cxnLst/>
              <a:rect l="0" t="0" r="0" b="0"/>
              <a:pathLst>
                <a:path w="52564" h="47355">
                  <a:moveTo>
                    <a:pt x="0" y="47355"/>
                  </a:moveTo>
                  <a:lnTo>
                    <a:pt x="5256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8" name="Output_receptor__4817">
              <a:extLst>
                <a:ext uri="{FF2B5EF4-FFF2-40B4-BE49-F238E27FC236}">
                  <a16:creationId xmlns:a16="http://schemas.microsoft.com/office/drawing/2014/main" id="{FB94EA8D-8632-60C0-D2E5-6C50A9EBF81B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100713"/>
              <a:ext cx="29674" cy="14645"/>
            </a:xfrm>
            <a:custGeom>
              <a:avLst/>
              <a:gdLst/>
              <a:ahLst/>
              <a:cxnLst/>
              <a:rect l="0" t="0" r="0" b="0"/>
              <a:pathLst>
                <a:path w="29674" h="14645">
                  <a:moveTo>
                    <a:pt x="29674" y="0"/>
                  </a:moveTo>
                  <a:lnTo>
                    <a:pt x="0" y="1464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9" name="Output_receptor__4818">
              <a:extLst>
                <a:ext uri="{FF2B5EF4-FFF2-40B4-BE49-F238E27FC236}">
                  <a16:creationId xmlns:a16="http://schemas.microsoft.com/office/drawing/2014/main" id="{42E9585B-FD75-46AF-7DB9-057274D282B5}"/>
                </a:ext>
              </a:extLst>
            </p:cNvPr>
            <p:cNvSpPr>
              <a:spLocks noGrp="1"/>
            </p:cNvSpPr>
            <p:nvPr/>
          </p:nvSpPr>
          <p:spPr>
            <a:xfrm>
              <a:off x="16514668" y="4065426"/>
              <a:ext cx="68527" cy="21219"/>
            </a:xfrm>
            <a:custGeom>
              <a:avLst/>
              <a:gdLst/>
              <a:ahLst/>
              <a:cxnLst/>
              <a:rect l="0" t="0" r="0" b="0"/>
              <a:pathLst>
                <a:path w="68527" h="21219">
                  <a:moveTo>
                    <a:pt x="0" y="21219"/>
                  </a:moveTo>
                  <a:lnTo>
                    <a:pt x="6852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0" name="Output_receptor__4819">
              <a:extLst>
                <a:ext uri="{FF2B5EF4-FFF2-40B4-BE49-F238E27FC236}">
                  <a16:creationId xmlns:a16="http://schemas.microsoft.com/office/drawing/2014/main" id="{564DF84E-83C2-ABE5-EB79-2D2DF021F5A7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48642"/>
              <a:ext cx="55642" cy="18454"/>
            </a:xfrm>
            <a:custGeom>
              <a:avLst/>
              <a:gdLst/>
              <a:ahLst/>
              <a:cxnLst/>
              <a:rect l="0" t="0" r="0" b="0"/>
              <a:pathLst>
                <a:path w="55642" h="18454">
                  <a:moveTo>
                    <a:pt x="55642" y="0"/>
                  </a:moveTo>
                  <a:lnTo>
                    <a:pt x="0" y="1845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1" name="Output_receptor__4820">
              <a:extLst>
                <a:ext uri="{FF2B5EF4-FFF2-40B4-BE49-F238E27FC236}">
                  <a16:creationId xmlns:a16="http://schemas.microsoft.com/office/drawing/2014/main" id="{D30125D4-C5A2-8BCD-73D6-6EB9679061DA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866823"/>
              <a:ext cx="53648" cy="48073"/>
            </a:xfrm>
            <a:custGeom>
              <a:avLst/>
              <a:gdLst/>
              <a:ahLst/>
              <a:cxnLst/>
              <a:rect l="0" t="0" r="0" b="0"/>
              <a:pathLst>
                <a:path w="53648" h="48073">
                  <a:moveTo>
                    <a:pt x="0" y="48073"/>
                  </a:moveTo>
                  <a:lnTo>
                    <a:pt x="5364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2" name="Output_receptor__4821">
              <a:extLst>
                <a:ext uri="{FF2B5EF4-FFF2-40B4-BE49-F238E27FC236}">
                  <a16:creationId xmlns:a16="http://schemas.microsoft.com/office/drawing/2014/main" id="{DDEF5D0D-C326-3B57-15AD-907BE271F4CD}"/>
                </a:ext>
              </a:extLst>
            </p:cNvPr>
            <p:cNvSpPr>
              <a:spLocks noGrp="1"/>
            </p:cNvSpPr>
            <p:nvPr/>
          </p:nvSpPr>
          <p:spPr>
            <a:xfrm>
              <a:off x="16581065" y="4337672"/>
              <a:ext cx="65689" cy="12430"/>
            </a:xfrm>
            <a:custGeom>
              <a:avLst/>
              <a:gdLst/>
              <a:ahLst/>
              <a:cxnLst/>
              <a:rect l="0" t="0" r="0" b="0"/>
              <a:pathLst>
                <a:path w="65689" h="12430">
                  <a:moveTo>
                    <a:pt x="0" y="12430"/>
                  </a:moveTo>
                  <a:lnTo>
                    <a:pt x="6568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3" name="Output_receptor__4822">
              <a:extLst>
                <a:ext uri="{FF2B5EF4-FFF2-40B4-BE49-F238E27FC236}">
                  <a16:creationId xmlns:a16="http://schemas.microsoft.com/office/drawing/2014/main" id="{7A2CAFBB-B5FA-2929-38DA-5443FA75A911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0506"/>
              <a:ext cx="19813" cy="35297"/>
            </a:xfrm>
            <a:custGeom>
              <a:avLst/>
              <a:gdLst/>
              <a:ahLst/>
              <a:cxnLst/>
              <a:rect l="0" t="0" r="0" b="0"/>
              <a:pathLst>
                <a:path w="19813" h="35297">
                  <a:moveTo>
                    <a:pt x="0" y="35297"/>
                  </a:moveTo>
                  <a:lnTo>
                    <a:pt x="198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4" name="Output_receptor__4823">
              <a:extLst>
                <a:ext uri="{FF2B5EF4-FFF2-40B4-BE49-F238E27FC236}">
                  <a16:creationId xmlns:a16="http://schemas.microsoft.com/office/drawing/2014/main" id="{192866BF-D726-7E33-A666-8B9EB14D6C0B}"/>
                </a:ext>
              </a:extLst>
            </p:cNvPr>
            <p:cNvSpPr>
              <a:spLocks noGrp="1"/>
            </p:cNvSpPr>
            <p:nvPr/>
          </p:nvSpPr>
          <p:spPr>
            <a:xfrm>
              <a:off x="15816427" y="4372273"/>
              <a:ext cx="6767" cy="70663"/>
            </a:xfrm>
            <a:custGeom>
              <a:avLst/>
              <a:gdLst/>
              <a:ahLst/>
              <a:cxnLst/>
              <a:rect l="0" t="0" r="0" b="0"/>
              <a:pathLst>
                <a:path w="6767" h="70663">
                  <a:moveTo>
                    <a:pt x="6767" y="7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5" name="Output_receptor__4824">
              <a:extLst>
                <a:ext uri="{FF2B5EF4-FFF2-40B4-BE49-F238E27FC236}">
                  <a16:creationId xmlns:a16="http://schemas.microsoft.com/office/drawing/2014/main" id="{2F6AD433-8625-64E5-3F76-840399D5259C}"/>
                </a:ext>
              </a:extLst>
            </p:cNvPr>
            <p:cNvSpPr>
              <a:spLocks noGrp="1"/>
            </p:cNvSpPr>
            <p:nvPr/>
          </p:nvSpPr>
          <p:spPr>
            <a:xfrm>
              <a:off x="15662160" y="3451045"/>
              <a:ext cx="64107" cy="27310"/>
            </a:xfrm>
            <a:custGeom>
              <a:avLst/>
              <a:gdLst/>
              <a:ahLst/>
              <a:cxnLst/>
              <a:rect l="0" t="0" r="0" b="0"/>
              <a:pathLst>
                <a:path w="64107" h="27310">
                  <a:moveTo>
                    <a:pt x="64107" y="273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6" name="Output_receptor__4825">
              <a:extLst>
                <a:ext uri="{FF2B5EF4-FFF2-40B4-BE49-F238E27FC236}">
                  <a16:creationId xmlns:a16="http://schemas.microsoft.com/office/drawing/2014/main" id="{6780FF4A-29BF-B3F3-B074-D7468FF0E5FB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30889"/>
              <a:ext cx="581" cy="48669"/>
            </a:xfrm>
            <a:custGeom>
              <a:avLst/>
              <a:gdLst/>
              <a:ahLst/>
              <a:cxnLst/>
              <a:rect l="0" t="0" r="0" b="0"/>
              <a:pathLst>
                <a:path w="581" h="48669">
                  <a:moveTo>
                    <a:pt x="0" y="48669"/>
                  </a:moveTo>
                  <a:lnTo>
                    <a:pt x="58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7" name="Output_receptor__4826">
              <a:extLst>
                <a:ext uri="{FF2B5EF4-FFF2-40B4-BE49-F238E27FC236}">
                  <a16:creationId xmlns:a16="http://schemas.microsoft.com/office/drawing/2014/main" id="{53969E64-9F9E-6490-6D3F-F3DC82E27896}"/>
                </a:ext>
              </a:extLst>
            </p:cNvPr>
            <p:cNvSpPr>
              <a:spLocks noGrp="1"/>
            </p:cNvSpPr>
            <p:nvPr/>
          </p:nvSpPr>
          <p:spPr>
            <a:xfrm>
              <a:off x="15402911" y="4188379"/>
              <a:ext cx="42542" cy="17128"/>
            </a:xfrm>
            <a:custGeom>
              <a:avLst/>
              <a:gdLst/>
              <a:ahLst/>
              <a:cxnLst/>
              <a:rect l="0" t="0" r="0" b="0"/>
              <a:pathLst>
                <a:path w="42542" h="17128">
                  <a:moveTo>
                    <a:pt x="42542" y="0"/>
                  </a:moveTo>
                  <a:lnTo>
                    <a:pt x="0" y="1712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8" name="Output_receptor__4827">
              <a:extLst>
                <a:ext uri="{FF2B5EF4-FFF2-40B4-BE49-F238E27FC236}">
                  <a16:creationId xmlns:a16="http://schemas.microsoft.com/office/drawing/2014/main" id="{B41FB15E-C4F1-8F5B-BE74-3D6A3485BCDA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28679"/>
              <a:ext cx="2151" cy="67658"/>
            </a:xfrm>
            <a:custGeom>
              <a:avLst/>
              <a:gdLst/>
              <a:ahLst/>
              <a:cxnLst/>
              <a:rect l="0" t="0" r="0" b="0"/>
              <a:pathLst>
                <a:path w="2151" h="67658">
                  <a:moveTo>
                    <a:pt x="2151" y="0"/>
                  </a:moveTo>
                  <a:lnTo>
                    <a:pt x="0" y="676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9" name="Output_receptor__4828">
              <a:extLst>
                <a:ext uri="{FF2B5EF4-FFF2-40B4-BE49-F238E27FC236}">
                  <a16:creationId xmlns:a16="http://schemas.microsoft.com/office/drawing/2014/main" id="{E4096042-E865-CF18-1A42-1FD8D944E639}"/>
                </a:ext>
              </a:extLst>
            </p:cNvPr>
            <p:cNvSpPr>
              <a:spLocks noGrp="1"/>
            </p:cNvSpPr>
            <p:nvPr/>
          </p:nvSpPr>
          <p:spPr>
            <a:xfrm>
              <a:off x="16646754" y="4276862"/>
              <a:ext cx="13737" cy="60810"/>
            </a:xfrm>
            <a:custGeom>
              <a:avLst/>
              <a:gdLst/>
              <a:ahLst/>
              <a:cxnLst/>
              <a:rect l="0" t="0" r="0" b="0"/>
              <a:pathLst>
                <a:path w="13737" h="60810">
                  <a:moveTo>
                    <a:pt x="0" y="60810"/>
                  </a:moveTo>
                  <a:lnTo>
                    <a:pt x="13737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0" name="Output_receptor__4829">
              <a:extLst>
                <a:ext uri="{FF2B5EF4-FFF2-40B4-BE49-F238E27FC236}">
                  <a16:creationId xmlns:a16="http://schemas.microsoft.com/office/drawing/2014/main" id="{DC2F0A08-6478-411E-6241-66368F9FD563}"/>
                </a:ext>
              </a:extLst>
            </p:cNvPr>
            <p:cNvSpPr>
              <a:spLocks noGrp="1"/>
            </p:cNvSpPr>
            <p:nvPr/>
          </p:nvSpPr>
          <p:spPr>
            <a:xfrm>
              <a:off x="15715173" y="4321672"/>
              <a:ext cx="6378" cy="68352"/>
            </a:xfrm>
            <a:custGeom>
              <a:avLst/>
              <a:gdLst/>
              <a:ahLst/>
              <a:cxnLst/>
              <a:rect l="0" t="0" r="0" b="0"/>
              <a:pathLst>
                <a:path w="6378" h="68352">
                  <a:moveTo>
                    <a:pt x="6378" y="683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1" name="Output_receptor__4830">
              <a:extLst>
                <a:ext uri="{FF2B5EF4-FFF2-40B4-BE49-F238E27FC236}">
                  <a16:creationId xmlns:a16="http://schemas.microsoft.com/office/drawing/2014/main" id="{90843F91-FDDF-7852-2F79-70EBEF115388}"/>
                </a:ext>
              </a:extLst>
            </p:cNvPr>
            <p:cNvSpPr>
              <a:spLocks noGrp="1"/>
            </p:cNvSpPr>
            <p:nvPr/>
          </p:nvSpPr>
          <p:spPr>
            <a:xfrm>
              <a:off x="15663758" y="4475555"/>
              <a:ext cx="63715" cy="18667"/>
            </a:xfrm>
            <a:custGeom>
              <a:avLst/>
              <a:gdLst/>
              <a:ahLst/>
              <a:cxnLst/>
              <a:rect l="0" t="0" r="0" b="0"/>
              <a:pathLst>
                <a:path w="63715" h="18667">
                  <a:moveTo>
                    <a:pt x="63715" y="18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2" name="Output_receptor__4831">
              <a:extLst>
                <a:ext uri="{FF2B5EF4-FFF2-40B4-BE49-F238E27FC236}">
                  <a16:creationId xmlns:a16="http://schemas.microsoft.com/office/drawing/2014/main" id="{77A92247-5CB1-3A62-91B5-77B384C19610}"/>
                </a:ext>
              </a:extLst>
            </p:cNvPr>
            <p:cNvSpPr>
              <a:spLocks noGrp="1"/>
            </p:cNvSpPr>
            <p:nvPr/>
          </p:nvSpPr>
          <p:spPr>
            <a:xfrm>
              <a:off x="15509262" y="4237799"/>
              <a:ext cx="28084" cy="22057"/>
            </a:xfrm>
            <a:custGeom>
              <a:avLst/>
              <a:gdLst/>
              <a:ahLst/>
              <a:cxnLst/>
              <a:rect l="0" t="0" r="0" b="0"/>
              <a:pathLst>
                <a:path w="28084" h="22057">
                  <a:moveTo>
                    <a:pt x="28084" y="22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3" name="Output_receptor__4832">
              <a:extLst>
                <a:ext uri="{FF2B5EF4-FFF2-40B4-BE49-F238E27FC236}">
                  <a16:creationId xmlns:a16="http://schemas.microsoft.com/office/drawing/2014/main" id="{57DB499D-6460-9498-BDA7-155618506615}"/>
                </a:ext>
              </a:extLst>
            </p:cNvPr>
            <p:cNvSpPr>
              <a:spLocks noGrp="1"/>
            </p:cNvSpPr>
            <p:nvPr/>
          </p:nvSpPr>
          <p:spPr>
            <a:xfrm>
              <a:off x="15960729" y="4017402"/>
              <a:ext cx="67721" cy="22974"/>
            </a:xfrm>
            <a:custGeom>
              <a:avLst/>
              <a:gdLst/>
              <a:ahLst/>
              <a:cxnLst/>
              <a:rect l="0" t="0" r="0" b="0"/>
              <a:pathLst>
                <a:path w="67721" h="22974">
                  <a:moveTo>
                    <a:pt x="67721" y="0"/>
                  </a:moveTo>
                  <a:lnTo>
                    <a:pt x="0" y="2297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4" name="Output_receptor__4833">
              <a:extLst>
                <a:ext uri="{FF2B5EF4-FFF2-40B4-BE49-F238E27FC236}">
                  <a16:creationId xmlns:a16="http://schemas.microsoft.com/office/drawing/2014/main" id="{A7ECA140-671C-AAE0-DF64-30FB00BFDC68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38412"/>
              <a:ext cx="6092" cy="23733"/>
            </a:xfrm>
            <a:custGeom>
              <a:avLst/>
              <a:gdLst/>
              <a:ahLst/>
              <a:cxnLst/>
              <a:rect l="0" t="0" r="0" b="0"/>
              <a:pathLst>
                <a:path w="6092" h="23733">
                  <a:moveTo>
                    <a:pt x="6092" y="237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5" name="Output_receptor__4834">
              <a:extLst>
                <a:ext uri="{FF2B5EF4-FFF2-40B4-BE49-F238E27FC236}">
                  <a16:creationId xmlns:a16="http://schemas.microsoft.com/office/drawing/2014/main" id="{5B9AF328-A379-EF21-7454-C9AADF7E0247}"/>
                </a:ext>
              </a:extLst>
            </p:cNvPr>
            <p:cNvSpPr>
              <a:spLocks noGrp="1"/>
            </p:cNvSpPr>
            <p:nvPr/>
          </p:nvSpPr>
          <p:spPr>
            <a:xfrm>
              <a:off x="15613597" y="4275969"/>
              <a:ext cx="14115" cy="54919"/>
            </a:xfrm>
            <a:custGeom>
              <a:avLst/>
              <a:gdLst/>
              <a:ahLst/>
              <a:cxnLst/>
              <a:rect l="0" t="0" r="0" b="0"/>
              <a:pathLst>
                <a:path w="14115" h="54919">
                  <a:moveTo>
                    <a:pt x="14115" y="549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6" name="Output_receptor__4835">
              <a:extLst>
                <a:ext uri="{FF2B5EF4-FFF2-40B4-BE49-F238E27FC236}">
                  <a16:creationId xmlns:a16="http://schemas.microsoft.com/office/drawing/2014/main" id="{D9818D4A-70A6-E054-9911-C760F912A201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4027284"/>
              <a:ext cx="29873" cy="17122"/>
            </a:xfrm>
            <a:custGeom>
              <a:avLst/>
              <a:gdLst/>
              <a:ahLst/>
              <a:cxnLst/>
              <a:rect l="0" t="0" r="0" b="0"/>
              <a:pathLst>
                <a:path w="29873" h="17122">
                  <a:moveTo>
                    <a:pt x="0" y="17122"/>
                  </a:moveTo>
                  <a:lnTo>
                    <a:pt x="2987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7" name="Output_receptor__4836">
              <a:extLst>
                <a:ext uri="{FF2B5EF4-FFF2-40B4-BE49-F238E27FC236}">
                  <a16:creationId xmlns:a16="http://schemas.microsoft.com/office/drawing/2014/main" id="{C66CEBF4-6E03-9F59-EABF-FB1EDCA24F56}"/>
                </a:ext>
              </a:extLst>
            </p:cNvPr>
            <p:cNvSpPr>
              <a:spLocks noGrp="1"/>
            </p:cNvSpPr>
            <p:nvPr/>
          </p:nvSpPr>
          <p:spPr>
            <a:xfrm>
              <a:off x="16613556" y="3410160"/>
              <a:ext cx="15473" cy="35755"/>
            </a:xfrm>
            <a:custGeom>
              <a:avLst/>
              <a:gdLst/>
              <a:ahLst/>
              <a:cxnLst/>
              <a:rect l="0" t="0" r="0" b="0"/>
              <a:pathLst>
                <a:path w="15473" h="35755">
                  <a:moveTo>
                    <a:pt x="15473" y="357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8" name="Output_receptor__4837">
              <a:extLst>
                <a:ext uri="{FF2B5EF4-FFF2-40B4-BE49-F238E27FC236}">
                  <a16:creationId xmlns:a16="http://schemas.microsoft.com/office/drawing/2014/main" id="{445EDDBF-94E1-FF29-0B21-F7AD9FB738CC}"/>
                </a:ext>
              </a:extLst>
            </p:cNvPr>
            <p:cNvSpPr>
              <a:spLocks noGrp="1"/>
            </p:cNvSpPr>
            <p:nvPr/>
          </p:nvSpPr>
          <p:spPr>
            <a:xfrm>
              <a:off x="16101627" y="4099057"/>
              <a:ext cx="11086" cy="61449"/>
            </a:xfrm>
            <a:custGeom>
              <a:avLst/>
              <a:gdLst/>
              <a:ahLst/>
              <a:cxnLst/>
              <a:rect l="0" t="0" r="0" b="0"/>
              <a:pathLst>
                <a:path w="11086" h="61449">
                  <a:moveTo>
                    <a:pt x="0" y="61449"/>
                  </a:moveTo>
                  <a:lnTo>
                    <a:pt x="11086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9" name="Output_receptor__4838">
              <a:extLst>
                <a:ext uri="{FF2B5EF4-FFF2-40B4-BE49-F238E27FC236}">
                  <a16:creationId xmlns:a16="http://schemas.microsoft.com/office/drawing/2014/main" id="{95517620-19E2-7CD3-A4CE-0A71570961FB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734235"/>
              <a:ext cx="35465" cy="62751"/>
            </a:xfrm>
            <a:custGeom>
              <a:avLst/>
              <a:gdLst/>
              <a:ahLst/>
              <a:cxnLst/>
              <a:rect l="0" t="0" r="0" b="0"/>
              <a:pathLst>
                <a:path w="35465" h="62751">
                  <a:moveTo>
                    <a:pt x="0" y="0"/>
                  </a:moveTo>
                  <a:lnTo>
                    <a:pt x="35465" y="6275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0" name="Output_receptor__4839">
              <a:extLst>
                <a:ext uri="{FF2B5EF4-FFF2-40B4-BE49-F238E27FC236}">
                  <a16:creationId xmlns:a16="http://schemas.microsoft.com/office/drawing/2014/main" id="{47DD66B5-7215-4A5F-9786-3660D69E2460}"/>
                </a:ext>
              </a:extLst>
            </p:cNvPr>
            <p:cNvSpPr>
              <a:spLocks noGrp="1"/>
            </p:cNvSpPr>
            <p:nvPr/>
          </p:nvSpPr>
          <p:spPr>
            <a:xfrm>
              <a:off x="16364970" y="3533303"/>
              <a:ext cx="59342" cy="35981"/>
            </a:xfrm>
            <a:custGeom>
              <a:avLst/>
              <a:gdLst/>
              <a:ahLst/>
              <a:cxnLst/>
              <a:rect l="0" t="0" r="0" b="0"/>
              <a:pathLst>
                <a:path w="59342" h="35981">
                  <a:moveTo>
                    <a:pt x="59342" y="0"/>
                  </a:moveTo>
                  <a:lnTo>
                    <a:pt x="0" y="3598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1" name="Output_receptor__4840">
              <a:extLst>
                <a:ext uri="{FF2B5EF4-FFF2-40B4-BE49-F238E27FC236}">
                  <a16:creationId xmlns:a16="http://schemas.microsoft.com/office/drawing/2014/main" id="{A7608074-2797-05EA-8BFD-0373482F156E}"/>
                </a:ext>
              </a:extLst>
            </p:cNvPr>
            <p:cNvSpPr>
              <a:spLocks noGrp="1"/>
            </p:cNvSpPr>
            <p:nvPr/>
          </p:nvSpPr>
          <p:spPr>
            <a:xfrm>
              <a:off x="15747513" y="4179044"/>
              <a:ext cx="62457" cy="7612"/>
            </a:xfrm>
            <a:custGeom>
              <a:avLst/>
              <a:gdLst/>
              <a:ahLst/>
              <a:cxnLst/>
              <a:rect l="0" t="0" r="0" b="0"/>
              <a:pathLst>
                <a:path w="62457" h="7612">
                  <a:moveTo>
                    <a:pt x="0" y="0"/>
                  </a:moveTo>
                  <a:lnTo>
                    <a:pt x="62457" y="761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2" name="Output_receptor__4841">
              <a:extLst>
                <a:ext uri="{FF2B5EF4-FFF2-40B4-BE49-F238E27FC236}">
                  <a16:creationId xmlns:a16="http://schemas.microsoft.com/office/drawing/2014/main" id="{FD279871-08F6-21F6-EA48-04CC93DF2B53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191392"/>
              <a:ext cx="32517" cy="19348"/>
            </a:xfrm>
            <a:custGeom>
              <a:avLst/>
              <a:gdLst/>
              <a:ahLst/>
              <a:cxnLst/>
              <a:rect l="0" t="0" r="0" b="0"/>
              <a:pathLst>
                <a:path w="32517" h="19348">
                  <a:moveTo>
                    <a:pt x="0" y="19348"/>
                  </a:moveTo>
                  <a:lnTo>
                    <a:pt x="3251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3" name="Output_receptor__4842">
              <a:extLst>
                <a:ext uri="{FF2B5EF4-FFF2-40B4-BE49-F238E27FC236}">
                  <a16:creationId xmlns:a16="http://schemas.microsoft.com/office/drawing/2014/main" id="{C36A0297-7663-9505-2974-AF0217A4C0B8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1816"/>
              <a:ext cx="25087" cy="43717"/>
            </a:xfrm>
            <a:custGeom>
              <a:avLst/>
              <a:gdLst/>
              <a:ahLst/>
              <a:cxnLst/>
              <a:rect l="0" t="0" r="0" b="0"/>
              <a:pathLst>
                <a:path w="25087" h="43717">
                  <a:moveTo>
                    <a:pt x="25087" y="0"/>
                  </a:moveTo>
                  <a:lnTo>
                    <a:pt x="0" y="43717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4" name="Output_receptor__4843">
              <a:extLst>
                <a:ext uri="{FF2B5EF4-FFF2-40B4-BE49-F238E27FC236}">
                  <a16:creationId xmlns:a16="http://schemas.microsoft.com/office/drawing/2014/main" id="{587186F1-19D2-CEC1-F748-FFB426E91742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5555"/>
              <a:ext cx="34273" cy="32004"/>
            </a:xfrm>
            <a:custGeom>
              <a:avLst/>
              <a:gdLst/>
              <a:ahLst/>
              <a:cxnLst/>
              <a:rect l="0" t="0" r="0" b="0"/>
              <a:pathLst>
                <a:path w="34273" h="32004">
                  <a:moveTo>
                    <a:pt x="34273" y="0"/>
                  </a:moveTo>
                  <a:lnTo>
                    <a:pt x="0" y="3200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5" name="Output_receptor__4844">
              <a:extLst>
                <a:ext uri="{FF2B5EF4-FFF2-40B4-BE49-F238E27FC236}">
                  <a16:creationId xmlns:a16="http://schemas.microsoft.com/office/drawing/2014/main" id="{0DC97D02-2839-78D6-49F1-34D67494DFAB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257356"/>
              <a:ext cx="9835" cy="26845"/>
            </a:xfrm>
            <a:custGeom>
              <a:avLst/>
              <a:gdLst/>
              <a:ahLst/>
              <a:cxnLst/>
              <a:rect l="0" t="0" r="0" b="0"/>
              <a:pathLst>
                <a:path w="9835" h="26845">
                  <a:moveTo>
                    <a:pt x="9835" y="26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6" name="Output_receptor__4845">
              <a:extLst>
                <a:ext uri="{FF2B5EF4-FFF2-40B4-BE49-F238E27FC236}">
                  <a16:creationId xmlns:a16="http://schemas.microsoft.com/office/drawing/2014/main" id="{DF012FD3-9A44-EEE3-1746-3D3ADFC6BCBC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79044"/>
              <a:ext cx="27367" cy="52506"/>
            </a:xfrm>
            <a:custGeom>
              <a:avLst/>
              <a:gdLst/>
              <a:ahLst/>
              <a:cxnLst/>
              <a:rect l="0" t="0" r="0" b="0"/>
              <a:pathLst>
                <a:path w="27367" h="52506">
                  <a:moveTo>
                    <a:pt x="0" y="52506"/>
                  </a:moveTo>
                  <a:lnTo>
                    <a:pt x="2736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7" name="Output_receptor__4846">
              <a:extLst>
                <a:ext uri="{FF2B5EF4-FFF2-40B4-BE49-F238E27FC236}">
                  <a16:creationId xmlns:a16="http://schemas.microsoft.com/office/drawing/2014/main" id="{0D0F38FA-9550-8EA9-A915-4DBACDD6937F}"/>
                </a:ext>
              </a:extLst>
            </p:cNvPr>
            <p:cNvSpPr>
              <a:spLocks noGrp="1"/>
            </p:cNvSpPr>
            <p:nvPr/>
          </p:nvSpPr>
          <p:spPr>
            <a:xfrm>
              <a:off x="15619292" y="3451045"/>
              <a:ext cx="42869" cy="19142"/>
            </a:xfrm>
            <a:custGeom>
              <a:avLst/>
              <a:gdLst/>
              <a:ahLst/>
              <a:cxnLst/>
              <a:rect l="0" t="0" r="0" b="0"/>
              <a:pathLst>
                <a:path w="42869" h="19142">
                  <a:moveTo>
                    <a:pt x="42869" y="0"/>
                  </a:moveTo>
                  <a:lnTo>
                    <a:pt x="0" y="19142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48" name="Output_receptor__4847">
              <a:extLst>
                <a:ext uri="{FF2B5EF4-FFF2-40B4-BE49-F238E27FC236}">
                  <a16:creationId xmlns:a16="http://schemas.microsoft.com/office/drawing/2014/main" id="{7803BCA9-9B79-DBE6-C462-4BD185DF9782}"/>
                </a:ext>
              </a:extLst>
            </p:cNvPr>
            <p:cNvSpPr>
              <a:spLocks noGrp="1"/>
            </p:cNvSpPr>
            <p:nvPr/>
          </p:nvSpPr>
          <p:spPr>
            <a:xfrm>
              <a:off x="16643039" y="3957570"/>
              <a:ext cx="67948" cy="16491"/>
            </a:xfrm>
            <a:custGeom>
              <a:avLst/>
              <a:gdLst/>
              <a:ahLst/>
              <a:cxnLst/>
              <a:rect l="0" t="0" r="0" b="0"/>
              <a:pathLst>
                <a:path w="67948" h="16491">
                  <a:moveTo>
                    <a:pt x="67948" y="0"/>
                  </a:moveTo>
                  <a:lnTo>
                    <a:pt x="0" y="1649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9" name="Output_receptor__4848">
              <a:extLst>
                <a:ext uri="{FF2B5EF4-FFF2-40B4-BE49-F238E27FC236}">
                  <a16:creationId xmlns:a16="http://schemas.microsoft.com/office/drawing/2014/main" id="{4EE4586D-20B0-66C5-2A68-8791B97026EB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96336"/>
              <a:ext cx="37252" cy="20219"/>
            </a:xfrm>
            <a:custGeom>
              <a:avLst/>
              <a:gdLst/>
              <a:ahLst/>
              <a:cxnLst/>
              <a:rect l="0" t="0" r="0" b="0"/>
              <a:pathLst>
                <a:path w="37252" h="20219">
                  <a:moveTo>
                    <a:pt x="0" y="0"/>
                  </a:moveTo>
                  <a:lnTo>
                    <a:pt x="37252" y="2021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50" name="Output_receptor__4849">
              <a:extLst>
                <a:ext uri="{FF2B5EF4-FFF2-40B4-BE49-F238E27FC236}">
                  <a16:creationId xmlns:a16="http://schemas.microsoft.com/office/drawing/2014/main" id="{2D27BA75-3EEF-8CF1-37D5-877C79BA4B56}"/>
                </a:ext>
              </a:extLst>
            </p:cNvPr>
            <p:cNvSpPr>
              <a:spLocks noGrp="1"/>
            </p:cNvSpPr>
            <p:nvPr/>
          </p:nvSpPr>
          <p:spPr>
            <a:xfrm>
              <a:off x="16583195" y="4065426"/>
              <a:ext cx="15651" cy="56390"/>
            </a:xfrm>
            <a:custGeom>
              <a:avLst/>
              <a:gdLst/>
              <a:ahLst/>
              <a:cxnLst/>
              <a:rect l="0" t="0" r="0" b="0"/>
              <a:pathLst>
                <a:path w="15651" h="56390">
                  <a:moveTo>
                    <a:pt x="0" y="0"/>
                  </a:moveTo>
                  <a:lnTo>
                    <a:pt x="15651" y="5639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1" name="Output_receptor__4850">
              <a:extLst>
                <a:ext uri="{FF2B5EF4-FFF2-40B4-BE49-F238E27FC236}">
                  <a16:creationId xmlns:a16="http://schemas.microsoft.com/office/drawing/2014/main" id="{21257C3E-3170-A9E9-B472-26229C813C10}"/>
                </a:ext>
              </a:extLst>
            </p:cNvPr>
            <p:cNvSpPr>
              <a:spLocks noGrp="1"/>
            </p:cNvSpPr>
            <p:nvPr/>
          </p:nvSpPr>
          <p:spPr>
            <a:xfrm>
              <a:off x="15884865" y="4117055"/>
              <a:ext cx="34129" cy="47224"/>
            </a:xfrm>
            <a:custGeom>
              <a:avLst/>
              <a:gdLst/>
              <a:ahLst/>
              <a:cxnLst/>
              <a:rect l="0" t="0" r="0" b="0"/>
              <a:pathLst>
                <a:path w="34129" h="47224">
                  <a:moveTo>
                    <a:pt x="0" y="47224"/>
                  </a:moveTo>
                  <a:lnTo>
                    <a:pt x="3412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2" name="Output_receptor__4851">
              <a:extLst>
                <a:ext uri="{FF2B5EF4-FFF2-40B4-BE49-F238E27FC236}">
                  <a16:creationId xmlns:a16="http://schemas.microsoft.com/office/drawing/2014/main" id="{C54A7E7F-B7BC-1FC3-F766-8324D341FDAF}"/>
                </a:ext>
              </a:extLst>
            </p:cNvPr>
            <p:cNvSpPr>
              <a:spLocks noGrp="1"/>
            </p:cNvSpPr>
            <p:nvPr/>
          </p:nvSpPr>
          <p:spPr>
            <a:xfrm>
              <a:off x="15535035" y="2699643"/>
              <a:ext cx="56729" cy="26917"/>
            </a:xfrm>
            <a:custGeom>
              <a:avLst/>
              <a:gdLst/>
              <a:ahLst/>
              <a:cxnLst/>
              <a:rect l="0" t="0" r="0" b="0"/>
              <a:pathLst>
                <a:path w="56729" h="26917">
                  <a:moveTo>
                    <a:pt x="56729" y="269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3" name="Output_receptor__4852">
              <a:extLst>
                <a:ext uri="{FF2B5EF4-FFF2-40B4-BE49-F238E27FC236}">
                  <a16:creationId xmlns:a16="http://schemas.microsoft.com/office/drawing/2014/main" id="{A1DC5945-DF70-A29E-BBFA-0D7FE2156ED6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1542"/>
              <a:ext cx="67419" cy="3201"/>
            </a:xfrm>
            <a:custGeom>
              <a:avLst/>
              <a:gdLst/>
              <a:ahLst/>
              <a:cxnLst/>
              <a:rect l="0" t="0" r="0" b="0"/>
              <a:pathLst>
                <a:path w="67419" h="3201">
                  <a:moveTo>
                    <a:pt x="0" y="3201"/>
                  </a:moveTo>
                  <a:lnTo>
                    <a:pt x="6741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4" name="Output_receptor__4853">
              <a:extLst>
                <a:ext uri="{FF2B5EF4-FFF2-40B4-BE49-F238E27FC236}">
                  <a16:creationId xmlns:a16="http://schemas.microsoft.com/office/drawing/2014/main" id="{768F914F-CAB3-02A2-C8FE-9B50A064066B}"/>
                </a:ext>
              </a:extLst>
            </p:cNvPr>
            <p:cNvSpPr>
              <a:spLocks noGrp="1"/>
            </p:cNvSpPr>
            <p:nvPr/>
          </p:nvSpPr>
          <p:spPr>
            <a:xfrm>
              <a:off x="15703303" y="4494222"/>
              <a:ext cx="24170" cy="67488"/>
            </a:xfrm>
            <a:custGeom>
              <a:avLst/>
              <a:gdLst/>
              <a:ahLst/>
              <a:cxnLst/>
              <a:rect l="0" t="0" r="0" b="0"/>
              <a:pathLst>
                <a:path w="24170" h="67488">
                  <a:moveTo>
                    <a:pt x="0" y="67488"/>
                  </a:moveTo>
                  <a:lnTo>
                    <a:pt x="2417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5" name="Output_receptor__4854">
              <a:extLst>
                <a:ext uri="{FF2B5EF4-FFF2-40B4-BE49-F238E27FC236}">
                  <a16:creationId xmlns:a16="http://schemas.microsoft.com/office/drawing/2014/main" id="{15AFB923-9E3F-BD6E-14E2-BAA57B824BF1}"/>
                </a:ext>
              </a:extLst>
            </p:cNvPr>
            <p:cNvSpPr>
              <a:spLocks noGrp="1"/>
            </p:cNvSpPr>
            <p:nvPr/>
          </p:nvSpPr>
          <p:spPr>
            <a:xfrm>
              <a:off x="15726267" y="3413096"/>
              <a:ext cx="19874" cy="65259"/>
            </a:xfrm>
            <a:custGeom>
              <a:avLst/>
              <a:gdLst/>
              <a:ahLst/>
              <a:cxnLst/>
              <a:rect l="0" t="0" r="0" b="0"/>
              <a:pathLst>
                <a:path w="19874" h="65259">
                  <a:moveTo>
                    <a:pt x="19874" y="0"/>
                  </a:moveTo>
                  <a:lnTo>
                    <a:pt x="0" y="6525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6" name="Output_receptor__4855">
              <a:extLst>
                <a:ext uri="{FF2B5EF4-FFF2-40B4-BE49-F238E27FC236}">
                  <a16:creationId xmlns:a16="http://schemas.microsoft.com/office/drawing/2014/main" id="{E885F6D3-AB71-078E-4A58-9D0DF27F892D}"/>
                </a:ext>
              </a:extLst>
            </p:cNvPr>
            <p:cNvSpPr>
              <a:spLocks noGrp="1"/>
            </p:cNvSpPr>
            <p:nvPr/>
          </p:nvSpPr>
          <p:spPr>
            <a:xfrm>
              <a:off x="15828509" y="2809540"/>
              <a:ext cx="17622" cy="67248"/>
            </a:xfrm>
            <a:custGeom>
              <a:avLst/>
              <a:gdLst/>
              <a:ahLst/>
              <a:cxnLst/>
              <a:rect l="0" t="0" r="0" b="0"/>
              <a:pathLst>
                <a:path w="17622" h="67248">
                  <a:moveTo>
                    <a:pt x="0" y="0"/>
                  </a:moveTo>
                  <a:lnTo>
                    <a:pt x="17622" y="672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4857" name="Output_receptor__4856">
              <a:extLst>
                <a:ext uri="{FF2B5EF4-FFF2-40B4-BE49-F238E27FC236}">
                  <a16:creationId xmlns:a16="http://schemas.microsoft.com/office/drawing/2014/main" id="{E7719FD6-FAB3-C4E6-9A7A-1AC8AE1E05BF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259856"/>
              <a:ext cx="8033" cy="68948"/>
            </a:xfrm>
            <a:custGeom>
              <a:avLst/>
              <a:gdLst/>
              <a:ahLst/>
              <a:cxnLst/>
              <a:rect l="0" t="0" r="0" b="0"/>
              <a:pathLst>
                <a:path w="8033" h="68948">
                  <a:moveTo>
                    <a:pt x="0" y="68948"/>
                  </a:moveTo>
                  <a:lnTo>
                    <a:pt x="80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8" name="Output_receptor__4857">
              <a:extLst>
                <a:ext uri="{FF2B5EF4-FFF2-40B4-BE49-F238E27FC236}">
                  <a16:creationId xmlns:a16="http://schemas.microsoft.com/office/drawing/2014/main" id="{E2B6D66F-955A-BB8C-B21F-5CB900DB1821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699643"/>
              <a:ext cx="56721" cy="34592"/>
            </a:xfrm>
            <a:custGeom>
              <a:avLst/>
              <a:gdLst/>
              <a:ahLst/>
              <a:cxnLst/>
              <a:rect l="0" t="0" r="0" b="0"/>
              <a:pathLst>
                <a:path w="56721" h="34592">
                  <a:moveTo>
                    <a:pt x="56721" y="0"/>
                  </a:moveTo>
                  <a:lnTo>
                    <a:pt x="0" y="3459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9" name="Output_receptor__4858">
              <a:extLst>
                <a:ext uri="{FF2B5EF4-FFF2-40B4-BE49-F238E27FC236}">
                  <a16:creationId xmlns:a16="http://schemas.microsoft.com/office/drawing/2014/main" id="{BF62568B-EEAD-9068-EDB4-56A6461A184C}"/>
                </a:ext>
              </a:extLst>
            </p:cNvPr>
            <p:cNvSpPr>
              <a:spLocks noGrp="1"/>
            </p:cNvSpPr>
            <p:nvPr/>
          </p:nvSpPr>
          <p:spPr>
            <a:xfrm>
              <a:off x="16660491" y="4254791"/>
              <a:ext cx="68033" cy="22071"/>
            </a:xfrm>
            <a:custGeom>
              <a:avLst/>
              <a:gdLst/>
              <a:ahLst/>
              <a:cxnLst/>
              <a:rect l="0" t="0" r="0" b="0"/>
              <a:pathLst>
                <a:path w="68033" h="22071">
                  <a:moveTo>
                    <a:pt x="0" y="22071"/>
                  </a:moveTo>
                  <a:lnTo>
                    <a:pt x="6803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0" name="Output_receptor__4859">
              <a:extLst>
                <a:ext uri="{FF2B5EF4-FFF2-40B4-BE49-F238E27FC236}">
                  <a16:creationId xmlns:a16="http://schemas.microsoft.com/office/drawing/2014/main" id="{028F63FE-BDB6-7FD9-B8BF-C2A3AA633D5F}"/>
                </a:ext>
              </a:extLst>
            </p:cNvPr>
            <p:cNvSpPr>
              <a:spLocks noGrp="1"/>
            </p:cNvSpPr>
            <p:nvPr/>
          </p:nvSpPr>
          <p:spPr>
            <a:xfrm>
              <a:off x="16551069" y="3781542"/>
              <a:ext cx="17186" cy="60837"/>
            </a:xfrm>
            <a:custGeom>
              <a:avLst/>
              <a:gdLst/>
              <a:ahLst/>
              <a:cxnLst/>
              <a:rect l="0" t="0" r="0" b="0"/>
              <a:pathLst>
                <a:path w="17186" h="60837">
                  <a:moveTo>
                    <a:pt x="0" y="0"/>
                  </a:moveTo>
                  <a:lnTo>
                    <a:pt x="17186" y="608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1" name="Output_receptor__4860">
              <a:extLst>
                <a:ext uri="{FF2B5EF4-FFF2-40B4-BE49-F238E27FC236}">
                  <a16:creationId xmlns:a16="http://schemas.microsoft.com/office/drawing/2014/main" id="{771A3507-9895-85BF-DE24-77FF0034FBE1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86645"/>
              <a:ext cx="5146" cy="9239"/>
            </a:xfrm>
            <a:custGeom>
              <a:avLst/>
              <a:gdLst/>
              <a:ahLst/>
              <a:cxnLst/>
              <a:rect l="0" t="0" r="0" b="0"/>
              <a:pathLst>
                <a:path w="5146" h="9239">
                  <a:moveTo>
                    <a:pt x="0" y="9239"/>
                  </a:moveTo>
                  <a:lnTo>
                    <a:pt x="514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2" name="Output_receptor__4861">
              <a:extLst>
                <a:ext uri="{FF2B5EF4-FFF2-40B4-BE49-F238E27FC236}">
                  <a16:creationId xmlns:a16="http://schemas.microsoft.com/office/drawing/2014/main" id="{EE25E2AE-511B-FC69-1A30-41F0E36D37D9}"/>
                </a:ext>
              </a:extLst>
            </p:cNvPr>
            <p:cNvSpPr>
              <a:spLocks noGrp="1"/>
            </p:cNvSpPr>
            <p:nvPr/>
          </p:nvSpPr>
          <p:spPr>
            <a:xfrm>
              <a:off x="16028451" y="4017402"/>
              <a:ext cx="20561" cy="39918"/>
            </a:xfrm>
            <a:custGeom>
              <a:avLst/>
              <a:gdLst/>
              <a:ahLst/>
              <a:cxnLst/>
              <a:rect l="0" t="0" r="0" b="0"/>
              <a:pathLst>
                <a:path w="20561" h="39918">
                  <a:moveTo>
                    <a:pt x="20561" y="39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3" name="Output_receptor__4862">
              <a:extLst>
                <a:ext uri="{FF2B5EF4-FFF2-40B4-BE49-F238E27FC236}">
                  <a16:creationId xmlns:a16="http://schemas.microsoft.com/office/drawing/2014/main" id="{C757C21B-F164-0AAD-6A1B-544F62E0B36B}"/>
                </a:ext>
              </a:extLst>
            </p:cNvPr>
            <p:cNvSpPr>
              <a:spLocks noGrp="1"/>
            </p:cNvSpPr>
            <p:nvPr/>
          </p:nvSpPr>
          <p:spPr>
            <a:xfrm>
              <a:off x="15804821" y="4186657"/>
              <a:ext cx="5148" cy="71864"/>
            </a:xfrm>
            <a:custGeom>
              <a:avLst/>
              <a:gdLst/>
              <a:ahLst/>
              <a:cxnLst/>
              <a:rect l="0" t="0" r="0" b="0"/>
              <a:pathLst>
                <a:path w="5148" h="71864">
                  <a:moveTo>
                    <a:pt x="5148" y="0"/>
                  </a:moveTo>
                  <a:lnTo>
                    <a:pt x="0" y="718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4" name="Output_receptor__4863">
              <a:extLst>
                <a:ext uri="{FF2B5EF4-FFF2-40B4-BE49-F238E27FC236}">
                  <a16:creationId xmlns:a16="http://schemas.microsoft.com/office/drawing/2014/main" id="{90DB4062-E841-62EC-20F2-79BBCC19A2AE}"/>
                </a:ext>
              </a:extLst>
            </p:cNvPr>
            <p:cNvSpPr>
              <a:spLocks noGrp="1"/>
            </p:cNvSpPr>
            <p:nvPr/>
          </p:nvSpPr>
          <p:spPr>
            <a:xfrm>
              <a:off x="16548715" y="4296832"/>
              <a:ext cx="32350" cy="53270"/>
            </a:xfrm>
            <a:custGeom>
              <a:avLst/>
              <a:gdLst/>
              <a:ahLst/>
              <a:cxnLst/>
              <a:rect l="0" t="0" r="0" b="0"/>
              <a:pathLst>
                <a:path w="32350" h="53270">
                  <a:moveTo>
                    <a:pt x="0" y="0"/>
                  </a:moveTo>
                  <a:lnTo>
                    <a:pt x="32350" y="532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5" name="Output_receptor__4864">
              <a:extLst>
                <a:ext uri="{FF2B5EF4-FFF2-40B4-BE49-F238E27FC236}">
                  <a16:creationId xmlns:a16="http://schemas.microsoft.com/office/drawing/2014/main" id="{D3B91E54-E426-0A46-88C1-832FBC8E74D6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42378"/>
              <a:ext cx="56834" cy="35037"/>
            </a:xfrm>
            <a:custGeom>
              <a:avLst/>
              <a:gdLst/>
              <a:ahLst/>
              <a:cxnLst/>
              <a:rect l="0" t="0" r="0" b="0"/>
              <a:pathLst>
                <a:path w="56834" h="35037">
                  <a:moveTo>
                    <a:pt x="56834" y="0"/>
                  </a:moveTo>
                  <a:lnTo>
                    <a:pt x="0" y="350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6" name="Output_receptor__4865">
              <a:extLst>
                <a:ext uri="{FF2B5EF4-FFF2-40B4-BE49-F238E27FC236}">
                  <a16:creationId xmlns:a16="http://schemas.microsoft.com/office/drawing/2014/main" id="{D34A8A2A-3D2A-2FC6-62EB-794F0A129473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27298" cy="18675"/>
            </a:xfrm>
            <a:custGeom>
              <a:avLst/>
              <a:gdLst/>
              <a:ahLst/>
              <a:cxnLst/>
              <a:rect l="0" t="0" r="0" b="0"/>
              <a:pathLst>
                <a:path w="27298" h="18675">
                  <a:moveTo>
                    <a:pt x="0" y="0"/>
                  </a:moveTo>
                  <a:lnTo>
                    <a:pt x="27298" y="1867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7" name="Output_receptor__4866">
              <a:extLst>
                <a:ext uri="{FF2B5EF4-FFF2-40B4-BE49-F238E27FC236}">
                  <a16:creationId xmlns:a16="http://schemas.microsoft.com/office/drawing/2014/main" id="{DDA00E27-4341-9A74-D418-0EFE17BB98B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53725"/>
              <a:ext cx="2923" cy="46468"/>
            </a:xfrm>
            <a:custGeom>
              <a:avLst/>
              <a:gdLst/>
              <a:ahLst/>
              <a:cxnLst/>
              <a:rect l="0" t="0" r="0" b="0"/>
              <a:pathLst>
                <a:path w="2923" h="46468">
                  <a:moveTo>
                    <a:pt x="0" y="46468"/>
                  </a:moveTo>
                  <a:lnTo>
                    <a:pt x="292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8" name="Output_receptor__4867">
              <a:extLst>
                <a:ext uri="{FF2B5EF4-FFF2-40B4-BE49-F238E27FC236}">
                  <a16:creationId xmlns:a16="http://schemas.microsoft.com/office/drawing/2014/main" id="{6BF8EB64-AE2B-8E94-D51A-4872B45CAA7B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18948" cy="1494"/>
            </a:xfrm>
            <a:custGeom>
              <a:avLst/>
              <a:gdLst/>
              <a:ahLst/>
              <a:cxnLst/>
              <a:rect l="0" t="0" r="0" b="0"/>
              <a:pathLst>
                <a:path w="18948" h="1494">
                  <a:moveTo>
                    <a:pt x="0" y="0"/>
                  </a:moveTo>
                  <a:lnTo>
                    <a:pt x="18948" y="1494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9" name="Output_receptor__4868">
              <a:extLst>
                <a:ext uri="{FF2B5EF4-FFF2-40B4-BE49-F238E27FC236}">
                  <a16:creationId xmlns:a16="http://schemas.microsoft.com/office/drawing/2014/main" id="{BE4ECB26-D883-5CA8-0528-180772D61054}"/>
                </a:ext>
              </a:extLst>
            </p:cNvPr>
            <p:cNvSpPr>
              <a:spLocks noGrp="1"/>
            </p:cNvSpPr>
            <p:nvPr/>
          </p:nvSpPr>
          <p:spPr>
            <a:xfrm>
              <a:off x="15870313" y="4066341"/>
              <a:ext cx="48681" cy="50714"/>
            </a:xfrm>
            <a:custGeom>
              <a:avLst/>
              <a:gdLst/>
              <a:ahLst/>
              <a:cxnLst/>
              <a:rect l="0" t="0" r="0" b="0"/>
              <a:pathLst>
                <a:path w="48681" h="50714">
                  <a:moveTo>
                    <a:pt x="48681" y="50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0" name="Output_receptor__4869">
              <a:extLst>
                <a:ext uri="{FF2B5EF4-FFF2-40B4-BE49-F238E27FC236}">
                  <a16:creationId xmlns:a16="http://schemas.microsoft.com/office/drawing/2014/main" id="{D6991A48-A8AD-C898-8B9B-A4ADC1D61CFF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066341"/>
              <a:ext cx="54847" cy="43131"/>
            </a:xfrm>
            <a:custGeom>
              <a:avLst/>
              <a:gdLst/>
              <a:ahLst/>
              <a:cxnLst/>
              <a:rect l="0" t="0" r="0" b="0"/>
              <a:pathLst>
                <a:path w="54847" h="43131">
                  <a:moveTo>
                    <a:pt x="54847" y="0"/>
                  </a:moveTo>
                  <a:lnTo>
                    <a:pt x="0" y="4313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1" name="Output_receptor__4870">
              <a:extLst>
                <a:ext uri="{FF2B5EF4-FFF2-40B4-BE49-F238E27FC236}">
                  <a16:creationId xmlns:a16="http://schemas.microsoft.com/office/drawing/2014/main" id="{32645904-661E-F637-8A78-DA6C0AE92AE8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43085"/>
              <a:ext cx="56054" cy="15022"/>
            </a:xfrm>
            <a:custGeom>
              <a:avLst/>
              <a:gdLst/>
              <a:ahLst/>
              <a:cxnLst/>
              <a:rect l="0" t="0" r="0" b="0"/>
              <a:pathLst>
                <a:path w="56054" h="15022">
                  <a:moveTo>
                    <a:pt x="56054" y="0"/>
                  </a:moveTo>
                  <a:lnTo>
                    <a:pt x="0" y="150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2" name="Output_receptor__4871">
              <a:extLst>
                <a:ext uri="{FF2B5EF4-FFF2-40B4-BE49-F238E27FC236}">
                  <a16:creationId xmlns:a16="http://schemas.microsoft.com/office/drawing/2014/main" id="{C114AC09-BA24-8717-4E60-B11200C37A78}"/>
                </a:ext>
              </a:extLst>
            </p:cNvPr>
            <p:cNvSpPr>
              <a:spLocks noGrp="1"/>
            </p:cNvSpPr>
            <p:nvPr/>
          </p:nvSpPr>
          <p:spPr>
            <a:xfrm>
              <a:off x="16710987" y="3957570"/>
              <a:ext cx="15528" cy="69713"/>
            </a:xfrm>
            <a:custGeom>
              <a:avLst/>
              <a:gdLst/>
              <a:ahLst/>
              <a:cxnLst/>
              <a:rect l="0" t="0" r="0" b="0"/>
              <a:pathLst>
                <a:path w="15528" h="69713">
                  <a:moveTo>
                    <a:pt x="15528" y="697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3" name="Output_receptor__4872">
              <a:extLst>
                <a:ext uri="{FF2B5EF4-FFF2-40B4-BE49-F238E27FC236}">
                  <a16:creationId xmlns:a16="http://schemas.microsoft.com/office/drawing/2014/main" id="{FACDC665-258E-6EE4-5044-3414C3BD3AE6}"/>
                </a:ext>
              </a:extLst>
            </p:cNvPr>
            <p:cNvSpPr>
              <a:spLocks noGrp="1"/>
            </p:cNvSpPr>
            <p:nvPr/>
          </p:nvSpPr>
          <p:spPr>
            <a:xfrm>
              <a:off x="15846131" y="2876787"/>
              <a:ext cx="53795" cy="21782"/>
            </a:xfrm>
            <a:custGeom>
              <a:avLst/>
              <a:gdLst/>
              <a:ahLst/>
              <a:cxnLst/>
              <a:rect l="0" t="0" r="0" b="0"/>
              <a:pathLst>
                <a:path w="53795" h="21782">
                  <a:moveTo>
                    <a:pt x="0" y="0"/>
                  </a:moveTo>
                  <a:lnTo>
                    <a:pt x="53795" y="2178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4" name="Output_receptor__4873">
              <a:extLst>
                <a:ext uri="{FF2B5EF4-FFF2-40B4-BE49-F238E27FC236}">
                  <a16:creationId xmlns:a16="http://schemas.microsoft.com/office/drawing/2014/main" id="{BC2D2BD1-389C-D088-0F9D-D920EFED3A7A}"/>
                </a:ext>
              </a:extLst>
            </p:cNvPr>
            <p:cNvSpPr>
              <a:spLocks noGrp="1"/>
            </p:cNvSpPr>
            <p:nvPr/>
          </p:nvSpPr>
          <p:spPr>
            <a:xfrm>
              <a:off x="15936719" y="3943085"/>
              <a:ext cx="52082" cy="13234"/>
            </a:xfrm>
            <a:custGeom>
              <a:avLst/>
              <a:gdLst/>
              <a:ahLst/>
              <a:cxnLst/>
              <a:rect l="0" t="0" r="0" b="0"/>
              <a:pathLst>
                <a:path w="52082" h="13234">
                  <a:moveTo>
                    <a:pt x="52082" y="132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5" name="Output_receptor__4874">
              <a:extLst>
                <a:ext uri="{FF2B5EF4-FFF2-40B4-BE49-F238E27FC236}">
                  <a16:creationId xmlns:a16="http://schemas.microsoft.com/office/drawing/2014/main" id="{E5C5560B-9385-1F54-F44B-6FE5AE42FCDC}"/>
                </a:ext>
              </a:extLst>
            </p:cNvPr>
            <p:cNvSpPr>
              <a:spLocks noGrp="1"/>
            </p:cNvSpPr>
            <p:nvPr/>
          </p:nvSpPr>
          <p:spPr>
            <a:xfrm>
              <a:off x="15763344" y="2778768"/>
              <a:ext cx="65165" cy="30771"/>
            </a:xfrm>
            <a:custGeom>
              <a:avLst/>
              <a:gdLst/>
              <a:ahLst/>
              <a:cxnLst/>
              <a:rect l="0" t="0" r="0" b="0"/>
              <a:pathLst>
                <a:path w="65165" h="30771">
                  <a:moveTo>
                    <a:pt x="0" y="0"/>
                  </a:moveTo>
                  <a:lnTo>
                    <a:pt x="65165" y="3077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6" name="Output_receptor__4875">
              <a:extLst>
                <a:ext uri="{FF2B5EF4-FFF2-40B4-BE49-F238E27FC236}">
                  <a16:creationId xmlns:a16="http://schemas.microsoft.com/office/drawing/2014/main" id="{C311BEEF-0400-BD77-29ED-8DAAFA1A3068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48381"/>
              <a:ext cx="48612" cy="29756"/>
            </a:xfrm>
            <a:custGeom>
              <a:avLst/>
              <a:gdLst/>
              <a:ahLst/>
              <a:cxnLst/>
              <a:rect l="0" t="0" r="0" b="0"/>
              <a:pathLst>
                <a:path w="48612" h="29756">
                  <a:moveTo>
                    <a:pt x="48612" y="0"/>
                  </a:moveTo>
                  <a:lnTo>
                    <a:pt x="0" y="297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7" name="Output_receptor__4876">
              <a:extLst>
                <a:ext uri="{FF2B5EF4-FFF2-40B4-BE49-F238E27FC236}">
                  <a16:creationId xmlns:a16="http://schemas.microsoft.com/office/drawing/2014/main" id="{7A740B26-882F-FC61-6617-1922B922A9AC}"/>
                </a:ext>
              </a:extLst>
            </p:cNvPr>
            <p:cNvSpPr>
              <a:spLocks noGrp="1"/>
            </p:cNvSpPr>
            <p:nvPr/>
          </p:nvSpPr>
          <p:spPr>
            <a:xfrm>
              <a:off x="16629030" y="3445915"/>
              <a:ext cx="61982" cy="36899"/>
            </a:xfrm>
            <a:custGeom>
              <a:avLst/>
              <a:gdLst/>
              <a:ahLst/>
              <a:cxnLst/>
              <a:rect l="0" t="0" r="0" b="0"/>
              <a:pathLst>
                <a:path w="61982" h="36899">
                  <a:moveTo>
                    <a:pt x="61982" y="368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8" name="Output_receptor__4877">
              <a:extLst>
                <a:ext uri="{FF2B5EF4-FFF2-40B4-BE49-F238E27FC236}">
                  <a16:creationId xmlns:a16="http://schemas.microsoft.com/office/drawing/2014/main" id="{28CD2E2E-FA2E-D820-5F04-D0CE4A69CCAD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188379"/>
              <a:ext cx="215" cy="68977"/>
            </a:xfrm>
            <a:custGeom>
              <a:avLst/>
              <a:gdLst/>
              <a:ahLst/>
              <a:cxnLst/>
              <a:rect l="0" t="0" r="0" b="0"/>
              <a:pathLst>
                <a:path w="215" h="68977">
                  <a:moveTo>
                    <a:pt x="0" y="68977"/>
                  </a:moveTo>
                  <a:lnTo>
                    <a:pt x="21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9" name="Output_receptor__4878">
              <a:extLst>
                <a:ext uri="{FF2B5EF4-FFF2-40B4-BE49-F238E27FC236}">
                  <a16:creationId xmlns:a16="http://schemas.microsoft.com/office/drawing/2014/main" id="{5A151BC4-6530-E360-463B-5D1D2583741C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575539"/>
              <a:ext cx="33759" cy="57230"/>
            </a:xfrm>
            <a:custGeom>
              <a:avLst/>
              <a:gdLst/>
              <a:ahLst/>
              <a:cxnLst/>
              <a:rect l="0" t="0" r="0" b="0"/>
              <a:pathLst>
                <a:path w="33759" h="57230">
                  <a:moveTo>
                    <a:pt x="0" y="57230"/>
                  </a:moveTo>
                  <a:lnTo>
                    <a:pt x="3375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0" name="Output_receptor__4879">
              <a:extLst>
                <a:ext uri="{FF2B5EF4-FFF2-40B4-BE49-F238E27FC236}">
                  <a16:creationId xmlns:a16="http://schemas.microsoft.com/office/drawing/2014/main" id="{A4B3B657-2D26-C82E-4410-4FE94236C4C7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74061"/>
              <a:ext cx="10296" cy="41435"/>
            </a:xfrm>
            <a:custGeom>
              <a:avLst/>
              <a:gdLst/>
              <a:ahLst/>
              <a:cxnLst/>
              <a:rect l="0" t="0" r="0" b="0"/>
              <a:pathLst>
                <a:path w="10296" h="41435">
                  <a:moveTo>
                    <a:pt x="10296" y="0"/>
                  </a:moveTo>
                  <a:lnTo>
                    <a:pt x="0" y="4143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1" name="Output_receptor__4880">
              <a:extLst>
                <a:ext uri="{FF2B5EF4-FFF2-40B4-BE49-F238E27FC236}">
                  <a16:creationId xmlns:a16="http://schemas.microsoft.com/office/drawing/2014/main" id="{FF326A48-E8AB-CAE5-CDB0-D8642E5D5698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057320"/>
              <a:ext cx="31254" cy="58037"/>
            </a:xfrm>
            <a:custGeom>
              <a:avLst/>
              <a:gdLst/>
              <a:ahLst/>
              <a:cxnLst/>
              <a:rect l="0" t="0" r="0" b="0"/>
              <a:pathLst>
                <a:path w="31254" h="58037">
                  <a:moveTo>
                    <a:pt x="0" y="58037"/>
                  </a:moveTo>
                  <a:lnTo>
                    <a:pt x="312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2" name="Output_receptor__4881">
              <a:extLst>
                <a:ext uri="{FF2B5EF4-FFF2-40B4-BE49-F238E27FC236}">
                  <a16:creationId xmlns:a16="http://schemas.microsoft.com/office/drawing/2014/main" id="{B6165EA1-187A-7540-E299-51B63F87FAEE}"/>
                </a:ext>
              </a:extLst>
            </p:cNvPr>
            <p:cNvSpPr>
              <a:spLocks noGrp="1"/>
            </p:cNvSpPr>
            <p:nvPr/>
          </p:nvSpPr>
          <p:spPr>
            <a:xfrm>
              <a:off x="16590241" y="3524275"/>
              <a:ext cx="41720" cy="57221"/>
            </a:xfrm>
            <a:custGeom>
              <a:avLst/>
              <a:gdLst/>
              <a:ahLst/>
              <a:cxnLst/>
              <a:rect l="0" t="0" r="0" b="0"/>
              <a:pathLst>
                <a:path w="41720" h="57221">
                  <a:moveTo>
                    <a:pt x="41720" y="57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3" name="Output_receptor__4882">
              <a:extLst>
                <a:ext uri="{FF2B5EF4-FFF2-40B4-BE49-F238E27FC236}">
                  <a16:creationId xmlns:a16="http://schemas.microsoft.com/office/drawing/2014/main" id="{4499AE19-BF28-741A-7BB5-00D3AF02E0F6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4020006"/>
              <a:ext cx="663" cy="20370"/>
            </a:xfrm>
            <a:custGeom>
              <a:avLst/>
              <a:gdLst/>
              <a:ahLst/>
              <a:cxnLst/>
              <a:rect l="0" t="0" r="0" b="0"/>
              <a:pathLst>
                <a:path w="663" h="20370">
                  <a:moveTo>
                    <a:pt x="663" y="2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4" name="Output_receptor__4883">
              <a:extLst>
                <a:ext uri="{FF2B5EF4-FFF2-40B4-BE49-F238E27FC236}">
                  <a16:creationId xmlns:a16="http://schemas.microsoft.com/office/drawing/2014/main" id="{BA9B0E58-AEF6-D383-D8A4-4F7D80698368}"/>
                </a:ext>
              </a:extLst>
            </p:cNvPr>
            <p:cNvSpPr>
              <a:spLocks noGrp="1"/>
            </p:cNvSpPr>
            <p:nvPr/>
          </p:nvSpPr>
          <p:spPr>
            <a:xfrm>
              <a:off x="15698363" y="3884986"/>
              <a:ext cx="1456" cy="63395"/>
            </a:xfrm>
            <a:custGeom>
              <a:avLst/>
              <a:gdLst/>
              <a:ahLst/>
              <a:cxnLst/>
              <a:rect l="0" t="0" r="0" b="0"/>
              <a:pathLst>
                <a:path w="1456" h="63395">
                  <a:moveTo>
                    <a:pt x="1456" y="0"/>
                  </a:moveTo>
                  <a:lnTo>
                    <a:pt x="0" y="633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5" name="Output_receptor__4884">
              <a:extLst>
                <a:ext uri="{FF2B5EF4-FFF2-40B4-BE49-F238E27FC236}">
                  <a16:creationId xmlns:a16="http://schemas.microsoft.com/office/drawing/2014/main" id="{546034CB-F0C8-9230-28AF-A064837E011B}"/>
                </a:ext>
              </a:extLst>
            </p:cNvPr>
            <p:cNvSpPr>
              <a:spLocks noGrp="1"/>
            </p:cNvSpPr>
            <p:nvPr/>
          </p:nvSpPr>
          <p:spPr>
            <a:xfrm>
              <a:off x="15891977" y="4575539"/>
              <a:ext cx="60579" cy="18023"/>
            </a:xfrm>
            <a:custGeom>
              <a:avLst/>
              <a:gdLst/>
              <a:ahLst/>
              <a:cxnLst/>
              <a:rect l="0" t="0" r="0" b="0"/>
              <a:pathLst>
                <a:path w="60579" h="18023">
                  <a:moveTo>
                    <a:pt x="0" y="0"/>
                  </a:moveTo>
                  <a:lnTo>
                    <a:pt x="60579" y="180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6" name="Output_receptor__4885">
              <a:extLst>
                <a:ext uri="{FF2B5EF4-FFF2-40B4-BE49-F238E27FC236}">
                  <a16:creationId xmlns:a16="http://schemas.microsoft.com/office/drawing/2014/main" id="{23CC19F3-329A-8E88-3961-BDB07185E74F}"/>
                </a:ext>
              </a:extLst>
            </p:cNvPr>
            <p:cNvSpPr>
              <a:spLocks noGrp="1"/>
            </p:cNvSpPr>
            <p:nvPr/>
          </p:nvSpPr>
          <p:spPr>
            <a:xfrm>
              <a:off x="15587649" y="3593280"/>
              <a:ext cx="50726" cy="42024"/>
            </a:xfrm>
            <a:custGeom>
              <a:avLst/>
              <a:gdLst/>
              <a:ahLst/>
              <a:cxnLst/>
              <a:rect l="0" t="0" r="0" b="0"/>
              <a:pathLst>
                <a:path w="50726" h="42024">
                  <a:moveTo>
                    <a:pt x="50726" y="42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87" name="Output_receptor__4886">
              <a:extLst>
                <a:ext uri="{FF2B5EF4-FFF2-40B4-BE49-F238E27FC236}">
                  <a16:creationId xmlns:a16="http://schemas.microsoft.com/office/drawing/2014/main" id="{D3F0BA00-E3FB-2593-62E7-F253CAA0BDB7}"/>
                </a:ext>
              </a:extLst>
            </p:cNvPr>
            <p:cNvSpPr>
              <a:spLocks noGrp="1"/>
            </p:cNvSpPr>
            <p:nvPr/>
          </p:nvSpPr>
          <p:spPr>
            <a:xfrm>
              <a:off x="15513778" y="2788372"/>
              <a:ext cx="22070" cy="8614"/>
            </a:xfrm>
            <a:custGeom>
              <a:avLst/>
              <a:gdLst/>
              <a:ahLst/>
              <a:cxnLst/>
              <a:rect l="0" t="0" r="0" b="0"/>
              <a:pathLst>
                <a:path w="22070" h="8614">
                  <a:moveTo>
                    <a:pt x="0" y="8614"/>
                  </a:moveTo>
                  <a:lnTo>
                    <a:pt x="2207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8" name="Output_receptor__4887">
              <a:extLst>
                <a:ext uri="{FF2B5EF4-FFF2-40B4-BE49-F238E27FC236}">
                  <a16:creationId xmlns:a16="http://schemas.microsoft.com/office/drawing/2014/main" id="{35B1B665-5309-C490-66EC-F589FF0801A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67096"/>
              <a:ext cx="42242" cy="5580"/>
            </a:xfrm>
            <a:custGeom>
              <a:avLst/>
              <a:gdLst/>
              <a:ahLst/>
              <a:cxnLst/>
              <a:rect l="0" t="0" r="0" b="0"/>
              <a:pathLst>
                <a:path w="42242" h="5580">
                  <a:moveTo>
                    <a:pt x="0" y="0"/>
                  </a:moveTo>
                  <a:lnTo>
                    <a:pt x="42242" y="558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9" name="Output_receptor__4888">
              <a:extLst>
                <a:ext uri="{FF2B5EF4-FFF2-40B4-BE49-F238E27FC236}">
                  <a16:creationId xmlns:a16="http://schemas.microsoft.com/office/drawing/2014/main" id="{771A20D0-47BA-C1EC-E332-3B2466D822DA}"/>
                </a:ext>
              </a:extLst>
            </p:cNvPr>
            <p:cNvSpPr>
              <a:spLocks noGrp="1"/>
            </p:cNvSpPr>
            <p:nvPr/>
          </p:nvSpPr>
          <p:spPr>
            <a:xfrm>
              <a:off x="15552551" y="3535840"/>
              <a:ext cx="35098" cy="57440"/>
            </a:xfrm>
            <a:custGeom>
              <a:avLst/>
              <a:gdLst/>
              <a:ahLst/>
              <a:cxnLst/>
              <a:rect l="0" t="0" r="0" b="0"/>
              <a:pathLst>
                <a:path w="35098" h="57440">
                  <a:moveTo>
                    <a:pt x="35098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0" name="Output_receptor__4889">
              <a:extLst>
                <a:ext uri="{FF2B5EF4-FFF2-40B4-BE49-F238E27FC236}">
                  <a16:creationId xmlns:a16="http://schemas.microsoft.com/office/drawing/2014/main" id="{AFFA235D-CB29-1B06-2ABC-F3791DD95DAF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4005403"/>
              <a:ext cx="51447" cy="19767"/>
            </a:xfrm>
            <a:custGeom>
              <a:avLst/>
              <a:gdLst/>
              <a:ahLst/>
              <a:cxnLst/>
              <a:rect l="0" t="0" r="0" b="0"/>
              <a:pathLst>
                <a:path w="51447" h="19767">
                  <a:moveTo>
                    <a:pt x="0" y="19767"/>
                  </a:moveTo>
                  <a:lnTo>
                    <a:pt x="5144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1" name="Output_receptor__4890">
              <a:extLst>
                <a:ext uri="{FF2B5EF4-FFF2-40B4-BE49-F238E27FC236}">
                  <a16:creationId xmlns:a16="http://schemas.microsoft.com/office/drawing/2014/main" id="{9F2F2A76-B641-510C-3E2A-350D979DE9C6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4224" cy="31708"/>
            </a:xfrm>
            <a:custGeom>
              <a:avLst/>
              <a:gdLst/>
              <a:ahLst/>
              <a:cxnLst/>
              <a:rect l="0" t="0" r="0" b="0"/>
              <a:pathLst>
                <a:path w="44224" h="31708">
                  <a:moveTo>
                    <a:pt x="0" y="0"/>
                  </a:moveTo>
                  <a:lnTo>
                    <a:pt x="44224" y="3170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2" name="Output_receptor__4891">
              <a:extLst>
                <a:ext uri="{FF2B5EF4-FFF2-40B4-BE49-F238E27FC236}">
                  <a16:creationId xmlns:a16="http://schemas.microsoft.com/office/drawing/2014/main" id="{81EBCBBB-6883-382D-B1EE-0EE7929E3069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63814"/>
              <a:ext cx="22547" cy="5196"/>
            </a:xfrm>
            <a:custGeom>
              <a:avLst/>
              <a:gdLst/>
              <a:ahLst/>
              <a:cxnLst/>
              <a:rect l="0" t="0" r="0" b="0"/>
              <a:pathLst>
                <a:path w="22547" h="5196">
                  <a:moveTo>
                    <a:pt x="22547" y="0"/>
                  </a:moveTo>
                  <a:lnTo>
                    <a:pt x="0" y="5196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3" name="Output_receptor__4892">
              <a:extLst>
                <a:ext uri="{FF2B5EF4-FFF2-40B4-BE49-F238E27FC236}">
                  <a16:creationId xmlns:a16="http://schemas.microsoft.com/office/drawing/2014/main" id="{7893F640-807B-D4CD-27EE-969810838C79}"/>
                </a:ext>
              </a:extLst>
            </p:cNvPr>
            <p:cNvSpPr>
              <a:spLocks noGrp="1"/>
            </p:cNvSpPr>
            <p:nvPr/>
          </p:nvSpPr>
          <p:spPr>
            <a:xfrm>
              <a:off x="16492005" y="4005403"/>
              <a:ext cx="45788" cy="24723"/>
            </a:xfrm>
            <a:custGeom>
              <a:avLst/>
              <a:gdLst/>
              <a:ahLst/>
              <a:cxnLst/>
              <a:rect l="0" t="0" r="0" b="0"/>
              <a:pathLst>
                <a:path w="45788" h="24723">
                  <a:moveTo>
                    <a:pt x="0" y="0"/>
                  </a:moveTo>
                  <a:lnTo>
                    <a:pt x="45788" y="247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4" name="Output_receptor__4893">
              <a:extLst>
                <a:ext uri="{FF2B5EF4-FFF2-40B4-BE49-F238E27FC236}">
                  <a16:creationId xmlns:a16="http://schemas.microsoft.com/office/drawing/2014/main" id="{77B9EE4D-1744-0E63-D810-9AFF7F3CE5C4}"/>
                </a:ext>
              </a:extLst>
            </p:cNvPr>
            <p:cNvSpPr>
              <a:spLocks noGrp="1"/>
            </p:cNvSpPr>
            <p:nvPr/>
          </p:nvSpPr>
          <p:spPr>
            <a:xfrm>
              <a:off x="15638375" y="3613854"/>
              <a:ext cx="56260" cy="21450"/>
            </a:xfrm>
            <a:custGeom>
              <a:avLst/>
              <a:gdLst/>
              <a:ahLst/>
              <a:cxnLst/>
              <a:rect l="0" t="0" r="0" b="0"/>
              <a:pathLst>
                <a:path w="56260" h="21450">
                  <a:moveTo>
                    <a:pt x="56260" y="0"/>
                  </a:moveTo>
                  <a:lnTo>
                    <a:pt x="0" y="2145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5" name="Output_receptor__4894">
              <a:extLst>
                <a:ext uri="{FF2B5EF4-FFF2-40B4-BE49-F238E27FC236}">
                  <a16:creationId xmlns:a16="http://schemas.microsoft.com/office/drawing/2014/main" id="{58F1C5B7-DD6B-916C-1961-FB818305C731}"/>
                </a:ext>
              </a:extLst>
            </p:cNvPr>
            <p:cNvSpPr>
              <a:spLocks noGrp="1"/>
            </p:cNvSpPr>
            <p:nvPr/>
          </p:nvSpPr>
          <p:spPr>
            <a:xfrm>
              <a:off x="15944180" y="4593562"/>
              <a:ext cx="8376" cy="68583"/>
            </a:xfrm>
            <a:custGeom>
              <a:avLst/>
              <a:gdLst/>
              <a:ahLst/>
              <a:cxnLst/>
              <a:rect l="0" t="0" r="0" b="0"/>
              <a:pathLst>
                <a:path w="8376" h="68583">
                  <a:moveTo>
                    <a:pt x="8376" y="0"/>
                  </a:moveTo>
                  <a:lnTo>
                    <a:pt x="0" y="685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6" name="Output_receptor__4895">
              <a:extLst>
                <a:ext uri="{FF2B5EF4-FFF2-40B4-BE49-F238E27FC236}">
                  <a16:creationId xmlns:a16="http://schemas.microsoft.com/office/drawing/2014/main" id="{C32D8652-E27A-C746-BC0A-494E884646A8}"/>
                </a:ext>
              </a:extLst>
            </p:cNvPr>
            <p:cNvSpPr>
              <a:spLocks noGrp="1"/>
            </p:cNvSpPr>
            <p:nvPr/>
          </p:nvSpPr>
          <p:spPr>
            <a:xfrm>
              <a:off x="16728524" y="4206224"/>
              <a:ext cx="33154" cy="48567"/>
            </a:xfrm>
            <a:custGeom>
              <a:avLst/>
              <a:gdLst/>
              <a:ahLst/>
              <a:cxnLst/>
              <a:rect l="0" t="0" r="0" b="0"/>
              <a:pathLst>
                <a:path w="33154" h="48567">
                  <a:moveTo>
                    <a:pt x="0" y="48567"/>
                  </a:moveTo>
                  <a:lnTo>
                    <a:pt x="331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7" name="Output_receptor__4896">
              <a:extLst>
                <a:ext uri="{FF2B5EF4-FFF2-40B4-BE49-F238E27FC236}">
                  <a16:creationId xmlns:a16="http://schemas.microsoft.com/office/drawing/2014/main" id="{5E6D584C-F8BF-0DD9-73B5-CF7EE366E862}"/>
                </a:ext>
              </a:extLst>
            </p:cNvPr>
            <p:cNvSpPr>
              <a:spLocks noGrp="1"/>
            </p:cNvSpPr>
            <p:nvPr/>
          </p:nvSpPr>
          <p:spPr>
            <a:xfrm>
              <a:off x="16232549" y="3123531"/>
              <a:ext cx="54927" cy="28098"/>
            </a:xfrm>
            <a:custGeom>
              <a:avLst/>
              <a:gdLst/>
              <a:ahLst/>
              <a:cxnLst/>
              <a:rect l="0" t="0" r="0" b="0"/>
              <a:pathLst>
                <a:path w="54927" h="28098">
                  <a:moveTo>
                    <a:pt x="54927" y="0"/>
                  </a:moveTo>
                  <a:lnTo>
                    <a:pt x="0" y="2809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8" name="Output_receptor__4897">
              <a:extLst>
                <a:ext uri="{FF2B5EF4-FFF2-40B4-BE49-F238E27FC236}">
                  <a16:creationId xmlns:a16="http://schemas.microsoft.com/office/drawing/2014/main" id="{BFDBE52C-0E02-4C38-D698-B4F7BDD6A3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59275" cy="3041"/>
            </a:xfrm>
            <a:custGeom>
              <a:avLst/>
              <a:gdLst/>
              <a:ahLst/>
              <a:cxnLst/>
              <a:rect l="0" t="0" r="0" b="0"/>
              <a:pathLst>
                <a:path w="59275" h="3041">
                  <a:moveTo>
                    <a:pt x="0" y="0"/>
                  </a:moveTo>
                  <a:lnTo>
                    <a:pt x="59275" y="304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9" name="Output_receptor__4898">
              <a:extLst>
                <a:ext uri="{FF2B5EF4-FFF2-40B4-BE49-F238E27FC236}">
                  <a16:creationId xmlns:a16="http://schemas.microsoft.com/office/drawing/2014/main" id="{9C35D044-4E5E-7413-D640-429290496121}"/>
                </a:ext>
              </a:extLst>
            </p:cNvPr>
            <p:cNvSpPr>
              <a:spLocks noGrp="1"/>
            </p:cNvSpPr>
            <p:nvPr/>
          </p:nvSpPr>
          <p:spPr>
            <a:xfrm>
              <a:off x="16573311" y="3581496"/>
              <a:ext cx="58650" cy="39553"/>
            </a:xfrm>
            <a:custGeom>
              <a:avLst/>
              <a:gdLst/>
              <a:ahLst/>
              <a:cxnLst/>
              <a:rect l="0" t="0" r="0" b="0"/>
              <a:pathLst>
                <a:path w="58650" h="39553">
                  <a:moveTo>
                    <a:pt x="0" y="39553"/>
                  </a:moveTo>
                  <a:lnTo>
                    <a:pt x="5865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0" name="Output_receptor__4899">
              <a:extLst>
                <a:ext uri="{FF2B5EF4-FFF2-40B4-BE49-F238E27FC236}">
                  <a16:creationId xmlns:a16="http://schemas.microsoft.com/office/drawing/2014/main" id="{D96425BF-6911-AB8F-3399-3FE4F354FA40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210740"/>
              <a:ext cx="64329" cy="25375"/>
            </a:xfrm>
            <a:custGeom>
              <a:avLst/>
              <a:gdLst/>
              <a:ahLst/>
              <a:cxnLst/>
              <a:rect l="0" t="0" r="0" b="0"/>
              <a:pathLst>
                <a:path w="64329" h="25375">
                  <a:moveTo>
                    <a:pt x="64329" y="25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1" name="Output_receptor__4900">
              <a:extLst>
                <a:ext uri="{FF2B5EF4-FFF2-40B4-BE49-F238E27FC236}">
                  <a16:creationId xmlns:a16="http://schemas.microsoft.com/office/drawing/2014/main" id="{0F093C4F-D1BC-4711-A350-28B574813169}"/>
                </a:ext>
              </a:extLst>
            </p:cNvPr>
            <p:cNvSpPr>
              <a:spLocks noGrp="1"/>
            </p:cNvSpPr>
            <p:nvPr/>
          </p:nvSpPr>
          <p:spPr>
            <a:xfrm>
              <a:off x="16081500" y="3770677"/>
              <a:ext cx="59354" cy="39762"/>
            </a:xfrm>
            <a:custGeom>
              <a:avLst/>
              <a:gdLst/>
              <a:ahLst/>
              <a:cxnLst/>
              <a:rect l="0" t="0" r="0" b="0"/>
              <a:pathLst>
                <a:path w="59354" h="39762">
                  <a:moveTo>
                    <a:pt x="59354" y="39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2" name="Output_receptor__4901">
              <a:extLst>
                <a:ext uri="{FF2B5EF4-FFF2-40B4-BE49-F238E27FC236}">
                  <a16:creationId xmlns:a16="http://schemas.microsoft.com/office/drawing/2014/main" id="{FDD38F94-EFA4-1307-FB46-42D80289DE51}"/>
                </a:ext>
              </a:extLst>
            </p:cNvPr>
            <p:cNvSpPr>
              <a:spLocks noGrp="1"/>
            </p:cNvSpPr>
            <p:nvPr/>
          </p:nvSpPr>
          <p:spPr>
            <a:xfrm>
              <a:off x="15648368" y="4132664"/>
              <a:ext cx="61121" cy="35785"/>
            </a:xfrm>
            <a:custGeom>
              <a:avLst/>
              <a:gdLst/>
              <a:ahLst/>
              <a:cxnLst/>
              <a:rect l="0" t="0" r="0" b="0"/>
              <a:pathLst>
                <a:path w="61121" h="35785">
                  <a:moveTo>
                    <a:pt x="0" y="35785"/>
                  </a:moveTo>
                  <a:lnTo>
                    <a:pt x="61121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3" name="Output_receptor__4902">
              <a:extLst>
                <a:ext uri="{FF2B5EF4-FFF2-40B4-BE49-F238E27FC236}">
                  <a16:creationId xmlns:a16="http://schemas.microsoft.com/office/drawing/2014/main" id="{D186A483-FC47-1EDF-F7C6-D2302BA721B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09724"/>
              <a:ext cx="70805" cy="14407"/>
            </a:xfrm>
            <a:custGeom>
              <a:avLst/>
              <a:gdLst/>
              <a:ahLst/>
              <a:cxnLst/>
              <a:rect l="0" t="0" r="0" b="0"/>
              <a:pathLst>
                <a:path w="70805" h="14407">
                  <a:moveTo>
                    <a:pt x="70805" y="0"/>
                  </a:moveTo>
                  <a:lnTo>
                    <a:pt x="0" y="1440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4" name="Output_receptor__4903">
              <a:extLst>
                <a:ext uri="{FF2B5EF4-FFF2-40B4-BE49-F238E27FC236}">
                  <a16:creationId xmlns:a16="http://schemas.microsoft.com/office/drawing/2014/main" id="{E818A975-51BE-86F2-35CB-7F506ACE5674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692"/>
              <a:ext cx="42258" cy="50494"/>
            </a:xfrm>
            <a:custGeom>
              <a:avLst/>
              <a:gdLst/>
              <a:ahLst/>
              <a:cxnLst/>
              <a:rect l="0" t="0" r="0" b="0"/>
              <a:pathLst>
                <a:path w="42258" h="50494">
                  <a:moveTo>
                    <a:pt x="42258" y="504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5" name="Output_receptor__4904">
              <a:extLst>
                <a:ext uri="{FF2B5EF4-FFF2-40B4-BE49-F238E27FC236}">
                  <a16:creationId xmlns:a16="http://schemas.microsoft.com/office/drawing/2014/main" id="{56E4BE48-8E1B-8835-B488-F0C774B4F6AC}"/>
                </a:ext>
              </a:extLst>
            </p:cNvPr>
            <p:cNvSpPr>
              <a:spLocks noGrp="1"/>
            </p:cNvSpPr>
            <p:nvPr/>
          </p:nvSpPr>
          <p:spPr>
            <a:xfrm>
              <a:off x="15834517" y="3642769"/>
              <a:ext cx="56994" cy="8195"/>
            </a:xfrm>
            <a:custGeom>
              <a:avLst/>
              <a:gdLst/>
              <a:ahLst/>
              <a:cxnLst/>
              <a:rect l="0" t="0" r="0" b="0"/>
              <a:pathLst>
                <a:path w="56994" h="8195">
                  <a:moveTo>
                    <a:pt x="56994" y="0"/>
                  </a:moveTo>
                  <a:lnTo>
                    <a:pt x="0" y="81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6" name="Output_receptor__4905">
              <a:extLst>
                <a:ext uri="{FF2B5EF4-FFF2-40B4-BE49-F238E27FC236}">
                  <a16:creationId xmlns:a16="http://schemas.microsoft.com/office/drawing/2014/main" id="{A4504871-0CCD-ECB4-7FEF-1EDBC95922FD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24275"/>
              <a:ext cx="42695" cy="9501"/>
            </a:xfrm>
            <a:custGeom>
              <a:avLst/>
              <a:gdLst/>
              <a:ahLst/>
              <a:cxnLst/>
              <a:rect l="0" t="0" r="0" b="0"/>
              <a:pathLst>
                <a:path w="42695" h="9501">
                  <a:moveTo>
                    <a:pt x="42695" y="0"/>
                  </a:moveTo>
                  <a:lnTo>
                    <a:pt x="0" y="950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7" name="Output_receptor__4906">
              <a:extLst>
                <a:ext uri="{FF2B5EF4-FFF2-40B4-BE49-F238E27FC236}">
                  <a16:creationId xmlns:a16="http://schemas.microsoft.com/office/drawing/2014/main" id="{EE849407-937C-A6C6-80B0-50939447C1B0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27534" cy="26572"/>
            </a:xfrm>
            <a:custGeom>
              <a:avLst/>
              <a:gdLst/>
              <a:ahLst/>
              <a:cxnLst/>
              <a:rect l="0" t="0" r="0" b="0"/>
              <a:pathLst>
                <a:path w="27534" h="26572">
                  <a:moveTo>
                    <a:pt x="27534" y="265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8" name="Output_receptor__4907">
              <a:extLst>
                <a:ext uri="{FF2B5EF4-FFF2-40B4-BE49-F238E27FC236}">
                  <a16:creationId xmlns:a16="http://schemas.microsoft.com/office/drawing/2014/main" id="{0333DAF9-9EA0-F38A-10EE-9E68B423C576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93133"/>
              <a:ext cx="16673" cy="38417"/>
            </a:xfrm>
            <a:custGeom>
              <a:avLst/>
              <a:gdLst/>
              <a:ahLst/>
              <a:cxnLst/>
              <a:rect l="0" t="0" r="0" b="0"/>
              <a:pathLst>
                <a:path w="16673" h="38417">
                  <a:moveTo>
                    <a:pt x="16673" y="0"/>
                  </a:moveTo>
                  <a:lnTo>
                    <a:pt x="0" y="3841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9" name="Output_receptor__4908">
              <a:extLst>
                <a:ext uri="{FF2B5EF4-FFF2-40B4-BE49-F238E27FC236}">
                  <a16:creationId xmlns:a16="http://schemas.microsoft.com/office/drawing/2014/main" id="{2F2F6755-9BE3-C836-1DDD-7854E393A5B7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4742"/>
              <a:ext cx="27864" cy="9216"/>
            </a:xfrm>
            <a:custGeom>
              <a:avLst/>
              <a:gdLst/>
              <a:ahLst/>
              <a:cxnLst/>
              <a:rect l="0" t="0" r="0" b="0"/>
              <a:pathLst>
                <a:path w="27864" h="9216">
                  <a:moveTo>
                    <a:pt x="27864" y="92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0" name="Output_receptor__4909">
              <a:extLst>
                <a:ext uri="{FF2B5EF4-FFF2-40B4-BE49-F238E27FC236}">
                  <a16:creationId xmlns:a16="http://schemas.microsoft.com/office/drawing/2014/main" id="{49E2C390-B06B-93BA-1EE7-91A348271FEF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2087"/>
              <a:ext cx="41142" cy="35473"/>
            </a:xfrm>
            <a:custGeom>
              <a:avLst/>
              <a:gdLst/>
              <a:ahLst/>
              <a:cxnLst/>
              <a:rect l="0" t="0" r="0" b="0"/>
              <a:pathLst>
                <a:path w="41142" h="35473">
                  <a:moveTo>
                    <a:pt x="0" y="35473"/>
                  </a:moveTo>
                  <a:lnTo>
                    <a:pt x="4114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1" name="Output_receptor__4910">
              <a:extLst>
                <a:ext uri="{FF2B5EF4-FFF2-40B4-BE49-F238E27FC236}">
                  <a16:creationId xmlns:a16="http://schemas.microsoft.com/office/drawing/2014/main" id="{1384FC15-CDE6-F3D4-0EFC-0BC394012213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3956319"/>
              <a:ext cx="28735" cy="63687"/>
            </a:xfrm>
            <a:custGeom>
              <a:avLst/>
              <a:gdLst/>
              <a:ahLst/>
              <a:cxnLst/>
              <a:rect l="0" t="0" r="0" b="0"/>
              <a:pathLst>
                <a:path w="28735" h="63687">
                  <a:moveTo>
                    <a:pt x="0" y="63687"/>
                  </a:moveTo>
                  <a:lnTo>
                    <a:pt x="2873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2" name="Output_receptor__4911">
              <a:extLst>
                <a:ext uri="{FF2B5EF4-FFF2-40B4-BE49-F238E27FC236}">
                  <a16:creationId xmlns:a16="http://schemas.microsoft.com/office/drawing/2014/main" id="{17B61DAA-977C-FEA0-B7FE-64A9B472BD9F}"/>
                </a:ext>
              </a:extLst>
            </p:cNvPr>
            <p:cNvSpPr>
              <a:spLocks noGrp="1"/>
            </p:cNvSpPr>
            <p:nvPr/>
          </p:nvSpPr>
          <p:spPr>
            <a:xfrm>
              <a:off x="16357324" y="4258950"/>
              <a:ext cx="58099" cy="12412"/>
            </a:xfrm>
            <a:custGeom>
              <a:avLst/>
              <a:gdLst/>
              <a:ahLst/>
              <a:cxnLst/>
              <a:rect l="0" t="0" r="0" b="0"/>
              <a:pathLst>
                <a:path w="58099" h="12412">
                  <a:moveTo>
                    <a:pt x="58099" y="124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3" name="Output_receptor__4912">
              <a:extLst>
                <a:ext uri="{FF2B5EF4-FFF2-40B4-BE49-F238E27FC236}">
                  <a16:creationId xmlns:a16="http://schemas.microsoft.com/office/drawing/2014/main" id="{231875BB-FB2E-DB8B-1D4E-A810C1818AD8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30126"/>
              <a:ext cx="28270" cy="65758"/>
            </a:xfrm>
            <a:custGeom>
              <a:avLst/>
              <a:gdLst/>
              <a:ahLst/>
              <a:cxnLst/>
              <a:rect l="0" t="0" r="0" b="0"/>
              <a:pathLst>
                <a:path w="28270" h="65758">
                  <a:moveTo>
                    <a:pt x="28270" y="0"/>
                  </a:moveTo>
                  <a:lnTo>
                    <a:pt x="0" y="657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4" name="Output_receptor__4913">
              <a:extLst>
                <a:ext uri="{FF2B5EF4-FFF2-40B4-BE49-F238E27FC236}">
                  <a16:creationId xmlns:a16="http://schemas.microsoft.com/office/drawing/2014/main" id="{6F830B31-813A-8B8C-493B-F2B5CAAE4CD3}"/>
                </a:ext>
              </a:extLst>
            </p:cNvPr>
            <p:cNvSpPr>
              <a:spLocks noGrp="1"/>
            </p:cNvSpPr>
            <p:nvPr/>
          </p:nvSpPr>
          <p:spPr>
            <a:xfrm>
              <a:off x="16105786" y="3810439"/>
              <a:ext cx="35068" cy="62236"/>
            </a:xfrm>
            <a:custGeom>
              <a:avLst/>
              <a:gdLst/>
              <a:ahLst/>
              <a:cxnLst/>
              <a:rect l="0" t="0" r="0" b="0"/>
              <a:pathLst>
                <a:path w="35068" h="62236">
                  <a:moveTo>
                    <a:pt x="0" y="62236"/>
                  </a:moveTo>
                  <a:lnTo>
                    <a:pt x="3506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5" name="Output_receptor__4914">
              <a:extLst>
                <a:ext uri="{FF2B5EF4-FFF2-40B4-BE49-F238E27FC236}">
                  <a16:creationId xmlns:a16="http://schemas.microsoft.com/office/drawing/2014/main" id="{32D4EC80-FC5E-DEA5-0319-E100C8791CFF}"/>
                </a:ext>
              </a:extLst>
            </p:cNvPr>
            <p:cNvSpPr>
              <a:spLocks noGrp="1"/>
            </p:cNvSpPr>
            <p:nvPr/>
          </p:nvSpPr>
          <p:spPr>
            <a:xfrm>
              <a:off x="15747232" y="2778768"/>
              <a:ext cx="16112" cy="35762"/>
            </a:xfrm>
            <a:custGeom>
              <a:avLst/>
              <a:gdLst/>
              <a:ahLst/>
              <a:cxnLst/>
              <a:rect l="0" t="0" r="0" b="0"/>
              <a:pathLst>
                <a:path w="16112" h="35762">
                  <a:moveTo>
                    <a:pt x="0" y="35762"/>
                  </a:moveTo>
                  <a:lnTo>
                    <a:pt x="16112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6" name="Output_receptor__4915">
              <a:extLst>
                <a:ext uri="{FF2B5EF4-FFF2-40B4-BE49-F238E27FC236}">
                  <a16:creationId xmlns:a16="http://schemas.microsoft.com/office/drawing/2014/main" id="{8D92F088-7234-27D5-F98E-5CA3CEF03AB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2" y="3482814"/>
              <a:ext cx="8076" cy="23126"/>
            </a:xfrm>
            <a:custGeom>
              <a:avLst/>
              <a:gdLst/>
              <a:ahLst/>
              <a:cxnLst/>
              <a:rect l="0" t="0" r="0" b="0"/>
              <a:pathLst>
                <a:path w="8076" h="23126">
                  <a:moveTo>
                    <a:pt x="8076" y="231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7" name="Output_receptor__4916">
              <a:extLst>
                <a:ext uri="{FF2B5EF4-FFF2-40B4-BE49-F238E27FC236}">
                  <a16:creationId xmlns:a16="http://schemas.microsoft.com/office/drawing/2014/main" id="{CBC990B5-6CF6-5AA1-34D5-CC873C323E0D}"/>
                </a:ext>
              </a:extLst>
            </p:cNvPr>
            <p:cNvSpPr>
              <a:spLocks noGrp="1"/>
            </p:cNvSpPr>
            <p:nvPr/>
          </p:nvSpPr>
          <p:spPr>
            <a:xfrm>
              <a:off x="16172888" y="3111529"/>
              <a:ext cx="59661" cy="40100"/>
            </a:xfrm>
            <a:custGeom>
              <a:avLst/>
              <a:gdLst/>
              <a:ahLst/>
              <a:cxnLst/>
              <a:rect l="0" t="0" r="0" b="0"/>
              <a:pathLst>
                <a:path w="59661" h="40100">
                  <a:moveTo>
                    <a:pt x="59661" y="401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8" name="Output_receptor__4917">
              <a:extLst>
                <a:ext uri="{FF2B5EF4-FFF2-40B4-BE49-F238E27FC236}">
                  <a16:creationId xmlns:a16="http://schemas.microsoft.com/office/drawing/2014/main" id="{60AB16F3-6706-AA8D-7747-83ECC2C55E51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109472"/>
              <a:ext cx="30810" cy="18806"/>
            </a:xfrm>
            <a:custGeom>
              <a:avLst/>
              <a:gdLst/>
              <a:ahLst/>
              <a:cxnLst/>
              <a:rect l="0" t="0" r="0" b="0"/>
              <a:pathLst>
                <a:path w="30810" h="18806">
                  <a:moveTo>
                    <a:pt x="0" y="0"/>
                  </a:moveTo>
                  <a:lnTo>
                    <a:pt x="30810" y="1880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9" name="Output_receptor__4918">
              <a:extLst>
                <a:ext uri="{FF2B5EF4-FFF2-40B4-BE49-F238E27FC236}">
                  <a16:creationId xmlns:a16="http://schemas.microsoft.com/office/drawing/2014/main" id="{845477BE-C645-D7B1-151A-144A5CCFB70E}"/>
                </a:ext>
              </a:extLst>
            </p:cNvPr>
            <p:cNvSpPr>
              <a:spLocks noGrp="1"/>
            </p:cNvSpPr>
            <p:nvPr/>
          </p:nvSpPr>
          <p:spPr>
            <a:xfrm>
              <a:off x="16397756" y="3930726"/>
              <a:ext cx="49693" cy="27693"/>
            </a:xfrm>
            <a:custGeom>
              <a:avLst/>
              <a:gdLst/>
              <a:ahLst/>
              <a:cxnLst/>
              <a:rect l="0" t="0" r="0" b="0"/>
              <a:pathLst>
                <a:path w="49693" h="27693">
                  <a:moveTo>
                    <a:pt x="0" y="0"/>
                  </a:moveTo>
                  <a:lnTo>
                    <a:pt x="49693" y="2769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0" name="Output_receptor__4919">
              <a:extLst>
                <a:ext uri="{FF2B5EF4-FFF2-40B4-BE49-F238E27FC236}">
                  <a16:creationId xmlns:a16="http://schemas.microsoft.com/office/drawing/2014/main" id="{52CA1A4F-332A-ECE3-CD88-96D62452317C}"/>
                </a:ext>
              </a:extLst>
            </p:cNvPr>
            <p:cNvSpPr>
              <a:spLocks noGrp="1"/>
            </p:cNvSpPr>
            <p:nvPr/>
          </p:nvSpPr>
          <p:spPr>
            <a:xfrm>
              <a:off x="15655239" y="4409724"/>
              <a:ext cx="15390" cy="62362"/>
            </a:xfrm>
            <a:custGeom>
              <a:avLst/>
              <a:gdLst/>
              <a:ahLst/>
              <a:cxnLst/>
              <a:rect l="0" t="0" r="0" b="0"/>
              <a:pathLst>
                <a:path w="15390" h="62362">
                  <a:moveTo>
                    <a:pt x="15390" y="62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1" name="Output_receptor__4920">
              <a:extLst>
                <a:ext uri="{FF2B5EF4-FFF2-40B4-BE49-F238E27FC236}">
                  <a16:creationId xmlns:a16="http://schemas.microsoft.com/office/drawing/2014/main" id="{44EEEE53-F4B6-4210-319B-C4475F96D8A7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58950"/>
              <a:ext cx="43826" cy="5821"/>
            </a:xfrm>
            <a:custGeom>
              <a:avLst/>
              <a:gdLst/>
              <a:ahLst/>
              <a:cxnLst/>
              <a:rect l="0" t="0" r="0" b="0"/>
              <a:pathLst>
                <a:path w="43826" h="5821">
                  <a:moveTo>
                    <a:pt x="43826" y="0"/>
                  </a:moveTo>
                  <a:lnTo>
                    <a:pt x="0" y="582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2" name="Output_receptor__4921">
              <a:extLst>
                <a:ext uri="{FF2B5EF4-FFF2-40B4-BE49-F238E27FC236}">
                  <a16:creationId xmlns:a16="http://schemas.microsoft.com/office/drawing/2014/main" id="{7AE11915-639F-7B7F-8AA9-1893652171E5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930726"/>
              <a:ext cx="46993" cy="1117"/>
            </a:xfrm>
            <a:custGeom>
              <a:avLst/>
              <a:gdLst/>
              <a:ahLst/>
              <a:cxnLst/>
              <a:rect l="0" t="0" r="0" b="0"/>
              <a:pathLst>
                <a:path w="46993" h="1117">
                  <a:moveTo>
                    <a:pt x="0" y="1117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3" name="Output_receptor__4922">
              <a:extLst>
                <a:ext uri="{FF2B5EF4-FFF2-40B4-BE49-F238E27FC236}">
                  <a16:creationId xmlns:a16="http://schemas.microsoft.com/office/drawing/2014/main" id="{B3D13FC4-3C89-5DF7-6624-A9B5197DEEB4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13681"/>
              <a:ext cx="58172" cy="42456"/>
            </a:xfrm>
            <a:custGeom>
              <a:avLst/>
              <a:gdLst/>
              <a:ahLst/>
              <a:cxnLst/>
              <a:rect l="0" t="0" r="0" b="0"/>
              <a:pathLst>
                <a:path w="58172" h="42456">
                  <a:moveTo>
                    <a:pt x="58172" y="0"/>
                  </a:moveTo>
                  <a:lnTo>
                    <a:pt x="0" y="424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4" name="Output_receptor__4923">
              <a:extLst>
                <a:ext uri="{FF2B5EF4-FFF2-40B4-BE49-F238E27FC236}">
                  <a16:creationId xmlns:a16="http://schemas.microsoft.com/office/drawing/2014/main" id="{18D9FFAC-D66C-24CD-F690-939A22C1B5F9}"/>
                </a:ext>
              </a:extLst>
            </p:cNvPr>
            <p:cNvSpPr>
              <a:spLocks noGrp="1"/>
            </p:cNvSpPr>
            <p:nvPr/>
          </p:nvSpPr>
          <p:spPr>
            <a:xfrm>
              <a:off x="16276641" y="4171151"/>
              <a:ext cx="71466" cy="10311"/>
            </a:xfrm>
            <a:custGeom>
              <a:avLst/>
              <a:gdLst/>
              <a:ahLst/>
              <a:cxnLst/>
              <a:rect l="0" t="0" r="0" b="0"/>
              <a:pathLst>
                <a:path w="71466" h="10311">
                  <a:moveTo>
                    <a:pt x="71466" y="0"/>
                  </a:moveTo>
                  <a:lnTo>
                    <a:pt x="0" y="1031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5" name="Output_receptor__4924">
              <a:extLst>
                <a:ext uri="{FF2B5EF4-FFF2-40B4-BE49-F238E27FC236}">
                  <a16:creationId xmlns:a16="http://schemas.microsoft.com/office/drawing/2014/main" id="{1B1C4F81-8110-59D9-FB48-E9826CB15C10}"/>
                </a:ext>
              </a:extLst>
            </p:cNvPr>
            <p:cNvSpPr>
              <a:spLocks noGrp="1"/>
            </p:cNvSpPr>
            <p:nvPr/>
          </p:nvSpPr>
          <p:spPr>
            <a:xfrm>
              <a:off x="16496183" y="3696508"/>
              <a:ext cx="56916" cy="38784"/>
            </a:xfrm>
            <a:custGeom>
              <a:avLst/>
              <a:gdLst/>
              <a:ahLst/>
              <a:cxnLst/>
              <a:rect l="0" t="0" r="0" b="0"/>
              <a:pathLst>
                <a:path w="56916" h="38784">
                  <a:moveTo>
                    <a:pt x="0" y="0"/>
                  </a:moveTo>
                  <a:lnTo>
                    <a:pt x="56916" y="3878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6" name="Output_receptor__4925">
              <a:extLst>
                <a:ext uri="{FF2B5EF4-FFF2-40B4-BE49-F238E27FC236}">
                  <a16:creationId xmlns:a16="http://schemas.microsoft.com/office/drawing/2014/main" id="{51D09807-D7BF-B9F4-F50D-4D39C1EFA591}"/>
                </a:ext>
              </a:extLst>
            </p:cNvPr>
            <p:cNvSpPr>
              <a:spLocks noGrp="1"/>
            </p:cNvSpPr>
            <p:nvPr/>
          </p:nvSpPr>
          <p:spPr>
            <a:xfrm>
              <a:off x="16202642" y="3291551"/>
              <a:ext cx="48879" cy="45537"/>
            </a:xfrm>
            <a:custGeom>
              <a:avLst/>
              <a:gdLst/>
              <a:ahLst/>
              <a:cxnLst/>
              <a:rect l="0" t="0" r="0" b="0"/>
              <a:pathLst>
                <a:path w="48879" h="45537">
                  <a:moveTo>
                    <a:pt x="48879" y="0"/>
                  </a:moveTo>
                  <a:lnTo>
                    <a:pt x="0" y="455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7" name="Output_receptor__4926">
              <a:extLst>
                <a:ext uri="{FF2B5EF4-FFF2-40B4-BE49-F238E27FC236}">
                  <a16:creationId xmlns:a16="http://schemas.microsoft.com/office/drawing/2014/main" id="{38CC1D53-9C46-B197-83AC-CBEC7737E92F}"/>
                </a:ext>
              </a:extLst>
            </p:cNvPr>
            <p:cNvSpPr>
              <a:spLocks noGrp="1"/>
            </p:cNvSpPr>
            <p:nvPr/>
          </p:nvSpPr>
          <p:spPr>
            <a:xfrm>
              <a:off x="15709489" y="4132664"/>
              <a:ext cx="27330" cy="60469"/>
            </a:xfrm>
            <a:custGeom>
              <a:avLst/>
              <a:gdLst/>
              <a:ahLst/>
              <a:cxnLst/>
              <a:rect l="0" t="0" r="0" b="0"/>
              <a:pathLst>
                <a:path w="27330" h="60469">
                  <a:moveTo>
                    <a:pt x="0" y="0"/>
                  </a:moveTo>
                  <a:lnTo>
                    <a:pt x="27330" y="6046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8" name="Output_receptor__4927">
              <a:extLst>
                <a:ext uri="{FF2B5EF4-FFF2-40B4-BE49-F238E27FC236}">
                  <a16:creationId xmlns:a16="http://schemas.microsoft.com/office/drawing/2014/main" id="{CBDE41AD-4655-3F5C-F95F-EDB694D59D7C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53454" cy="37662"/>
            </a:xfrm>
            <a:custGeom>
              <a:avLst/>
              <a:gdLst/>
              <a:ahLst/>
              <a:cxnLst/>
              <a:rect l="0" t="0" r="0" b="0"/>
              <a:pathLst>
                <a:path w="53454" h="37662">
                  <a:moveTo>
                    <a:pt x="53454" y="3766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9" name="Output_receptor__4928">
              <a:extLst>
                <a:ext uri="{FF2B5EF4-FFF2-40B4-BE49-F238E27FC236}">
                  <a16:creationId xmlns:a16="http://schemas.microsoft.com/office/drawing/2014/main" id="{E7B30A95-D458-2574-8A45-170423D19340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97792"/>
              <a:ext cx="15810" cy="18764"/>
            </a:xfrm>
            <a:custGeom>
              <a:avLst/>
              <a:gdLst/>
              <a:ahLst/>
              <a:cxnLst/>
              <a:rect l="0" t="0" r="0" b="0"/>
              <a:pathLst>
                <a:path w="15810" h="18764">
                  <a:moveTo>
                    <a:pt x="15810" y="187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0" name="Output_receptor__4929">
              <a:extLst>
                <a:ext uri="{FF2B5EF4-FFF2-40B4-BE49-F238E27FC236}">
                  <a16:creationId xmlns:a16="http://schemas.microsoft.com/office/drawing/2014/main" id="{FF30316E-84C3-E9CB-8CC6-9DE6AE60FFCC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924610"/>
              <a:ext cx="47195" cy="54328"/>
            </a:xfrm>
            <a:custGeom>
              <a:avLst/>
              <a:gdLst/>
              <a:ahLst/>
              <a:cxnLst/>
              <a:rect l="0" t="0" r="0" b="0"/>
              <a:pathLst>
                <a:path w="47195" h="54328">
                  <a:moveTo>
                    <a:pt x="0" y="0"/>
                  </a:moveTo>
                  <a:lnTo>
                    <a:pt x="47195" y="5432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1" name="Output_receptor__4930">
              <a:extLst>
                <a:ext uri="{FF2B5EF4-FFF2-40B4-BE49-F238E27FC236}">
                  <a16:creationId xmlns:a16="http://schemas.microsoft.com/office/drawing/2014/main" id="{F7D2C39D-0225-8E26-1A19-5C2D55CDFC94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70677"/>
              <a:ext cx="25912" cy="16936"/>
            </a:xfrm>
            <a:custGeom>
              <a:avLst/>
              <a:gdLst/>
              <a:ahLst/>
              <a:cxnLst/>
              <a:rect l="0" t="0" r="0" b="0"/>
              <a:pathLst>
                <a:path w="25912" h="16936">
                  <a:moveTo>
                    <a:pt x="25912" y="0"/>
                  </a:moveTo>
                  <a:lnTo>
                    <a:pt x="0" y="1693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2" name="Output_receptor__4931">
              <a:extLst>
                <a:ext uri="{FF2B5EF4-FFF2-40B4-BE49-F238E27FC236}">
                  <a16:creationId xmlns:a16="http://schemas.microsoft.com/office/drawing/2014/main" id="{4384B528-A7A6-4D44-2D3B-B7036C79C185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3958419"/>
              <a:ext cx="6892" cy="66751"/>
            </a:xfrm>
            <a:custGeom>
              <a:avLst/>
              <a:gdLst/>
              <a:ahLst/>
              <a:cxnLst/>
              <a:rect l="0" t="0" r="0" b="0"/>
              <a:pathLst>
                <a:path w="6892" h="66751">
                  <a:moveTo>
                    <a:pt x="6892" y="0"/>
                  </a:moveTo>
                  <a:lnTo>
                    <a:pt x="0" y="6675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3" name="Output_receptor__4932">
              <a:extLst>
                <a:ext uri="{FF2B5EF4-FFF2-40B4-BE49-F238E27FC236}">
                  <a16:creationId xmlns:a16="http://schemas.microsoft.com/office/drawing/2014/main" id="{3516BEA4-4EF9-47BA-865A-0431F803D39A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96832"/>
              <a:ext cx="4788" cy="18682"/>
            </a:xfrm>
            <a:custGeom>
              <a:avLst/>
              <a:gdLst/>
              <a:ahLst/>
              <a:cxnLst/>
              <a:rect l="0" t="0" r="0" b="0"/>
              <a:pathLst>
                <a:path w="4788" h="18682">
                  <a:moveTo>
                    <a:pt x="0" y="18682"/>
                  </a:moveTo>
                  <a:lnTo>
                    <a:pt x="478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4" name="Output_receptor__4933">
              <a:extLst>
                <a:ext uri="{FF2B5EF4-FFF2-40B4-BE49-F238E27FC236}">
                  <a16:creationId xmlns:a16="http://schemas.microsoft.com/office/drawing/2014/main" id="{1E327441-48B7-80BC-01E1-54B4A65CC3E4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22030"/>
              <a:ext cx="17644" cy="36077"/>
            </a:xfrm>
            <a:custGeom>
              <a:avLst/>
              <a:gdLst/>
              <a:ahLst/>
              <a:cxnLst/>
              <a:rect l="0" t="0" r="0" b="0"/>
              <a:pathLst>
                <a:path w="17644" h="36077">
                  <a:moveTo>
                    <a:pt x="0" y="36077"/>
                  </a:moveTo>
                  <a:lnTo>
                    <a:pt x="1764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5" name="Output_receptor__4934">
              <a:extLst>
                <a:ext uri="{FF2B5EF4-FFF2-40B4-BE49-F238E27FC236}">
                  <a16:creationId xmlns:a16="http://schemas.microsoft.com/office/drawing/2014/main" id="{49B4FF01-0861-3794-908A-1807B1AE577D}"/>
                </a:ext>
              </a:extLst>
            </p:cNvPr>
            <p:cNvSpPr>
              <a:spLocks noGrp="1"/>
            </p:cNvSpPr>
            <p:nvPr/>
          </p:nvSpPr>
          <p:spPr>
            <a:xfrm>
              <a:off x="15860376" y="2885363"/>
              <a:ext cx="39549" cy="13207"/>
            </a:xfrm>
            <a:custGeom>
              <a:avLst/>
              <a:gdLst/>
              <a:ahLst/>
              <a:cxnLst/>
              <a:rect l="0" t="0" r="0" b="0"/>
              <a:pathLst>
                <a:path w="39549" h="13207">
                  <a:moveTo>
                    <a:pt x="39549" y="13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6" name="Output_receptor__4935">
              <a:extLst>
                <a:ext uri="{FF2B5EF4-FFF2-40B4-BE49-F238E27FC236}">
                  <a16:creationId xmlns:a16="http://schemas.microsoft.com/office/drawing/2014/main" id="{2CBE2D7C-4BEA-1668-422A-7A0E7F974091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68449"/>
              <a:ext cx="1252" cy="27411"/>
            </a:xfrm>
            <a:custGeom>
              <a:avLst/>
              <a:gdLst/>
              <a:ahLst/>
              <a:cxnLst/>
              <a:rect l="0" t="0" r="0" b="0"/>
              <a:pathLst>
                <a:path w="1252" h="27411">
                  <a:moveTo>
                    <a:pt x="0" y="27411"/>
                  </a:moveTo>
                  <a:lnTo>
                    <a:pt x="125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7" name="Output_receptor__4936">
              <a:extLst>
                <a:ext uri="{FF2B5EF4-FFF2-40B4-BE49-F238E27FC236}">
                  <a16:creationId xmlns:a16="http://schemas.microsoft.com/office/drawing/2014/main" id="{68F63AA2-BB5B-15B2-B67D-B0F2634E19D5}"/>
                </a:ext>
              </a:extLst>
            </p:cNvPr>
            <p:cNvSpPr>
              <a:spLocks noGrp="1"/>
            </p:cNvSpPr>
            <p:nvPr/>
          </p:nvSpPr>
          <p:spPr>
            <a:xfrm>
              <a:off x="16138606" y="2958896"/>
              <a:ext cx="3875" cy="12813"/>
            </a:xfrm>
            <a:custGeom>
              <a:avLst/>
              <a:gdLst/>
              <a:ahLst/>
              <a:cxnLst/>
              <a:rect l="0" t="0" r="0" b="0"/>
              <a:pathLst>
                <a:path w="3875" h="12813">
                  <a:moveTo>
                    <a:pt x="0" y="12813"/>
                  </a:moveTo>
                  <a:lnTo>
                    <a:pt x="387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8" name="Output_receptor__4937">
              <a:extLst>
                <a:ext uri="{FF2B5EF4-FFF2-40B4-BE49-F238E27FC236}">
                  <a16:creationId xmlns:a16="http://schemas.microsoft.com/office/drawing/2014/main" id="{1E093E42-81C0-D6F0-FDAC-216BE2AF5C35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613409"/>
              <a:ext cx="20639" cy="19360"/>
            </a:xfrm>
            <a:custGeom>
              <a:avLst/>
              <a:gdLst/>
              <a:ahLst/>
              <a:cxnLst/>
              <a:rect l="0" t="0" r="0" b="0"/>
              <a:pathLst>
                <a:path w="20639" h="19360">
                  <a:moveTo>
                    <a:pt x="20639" y="0"/>
                  </a:moveTo>
                  <a:lnTo>
                    <a:pt x="0" y="1936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9" name="Output_receptor__4938">
              <a:extLst>
                <a:ext uri="{FF2B5EF4-FFF2-40B4-BE49-F238E27FC236}">
                  <a16:creationId xmlns:a16="http://schemas.microsoft.com/office/drawing/2014/main" id="{60FCA10D-F8AA-AE0C-1C87-8396EE291EB6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60901"/>
              <a:ext cx="25986" cy="54596"/>
            </a:xfrm>
            <a:custGeom>
              <a:avLst/>
              <a:gdLst/>
              <a:ahLst/>
              <a:cxnLst/>
              <a:rect l="0" t="0" r="0" b="0"/>
              <a:pathLst>
                <a:path w="25986" h="54596">
                  <a:moveTo>
                    <a:pt x="0" y="54596"/>
                  </a:moveTo>
                  <a:lnTo>
                    <a:pt x="2598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0" name="Output_receptor__4939">
              <a:extLst>
                <a:ext uri="{FF2B5EF4-FFF2-40B4-BE49-F238E27FC236}">
                  <a16:creationId xmlns:a16="http://schemas.microsoft.com/office/drawing/2014/main" id="{E7872D9C-BA05-1102-90D0-139706D69F36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17200" cy="64055"/>
            </a:xfrm>
            <a:custGeom>
              <a:avLst/>
              <a:gdLst/>
              <a:ahLst/>
              <a:cxnLst/>
              <a:rect l="0" t="0" r="0" b="0"/>
              <a:pathLst>
                <a:path w="17200" h="64055">
                  <a:moveTo>
                    <a:pt x="17200" y="64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1" name="Output_receptor__4940">
              <a:extLst>
                <a:ext uri="{FF2B5EF4-FFF2-40B4-BE49-F238E27FC236}">
                  <a16:creationId xmlns:a16="http://schemas.microsoft.com/office/drawing/2014/main" id="{17F7D420-FFC4-98EA-6577-36C5AFA996A1}"/>
                </a:ext>
              </a:extLst>
            </p:cNvPr>
            <p:cNvSpPr>
              <a:spLocks noGrp="1"/>
            </p:cNvSpPr>
            <p:nvPr/>
          </p:nvSpPr>
          <p:spPr>
            <a:xfrm>
              <a:off x="15752913" y="3838023"/>
              <a:ext cx="61192" cy="32181"/>
            </a:xfrm>
            <a:custGeom>
              <a:avLst/>
              <a:gdLst/>
              <a:ahLst/>
              <a:cxnLst/>
              <a:rect l="0" t="0" r="0" b="0"/>
              <a:pathLst>
                <a:path w="61192" h="32181">
                  <a:moveTo>
                    <a:pt x="61192" y="32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2" name="Output_receptor__4941">
              <a:extLst>
                <a:ext uri="{FF2B5EF4-FFF2-40B4-BE49-F238E27FC236}">
                  <a16:creationId xmlns:a16="http://schemas.microsoft.com/office/drawing/2014/main" id="{3CC843D5-817C-E6E2-64B7-57201BB08020}"/>
                </a:ext>
              </a:extLst>
            </p:cNvPr>
            <p:cNvSpPr>
              <a:spLocks noGrp="1"/>
            </p:cNvSpPr>
            <p:nvPr/>
          </p:nvSpPr>
          <p:spPr>
            <a:xfrm>
              <a:off x="15469777" y="2768826"/>
              <a:ext cx="66071" cy="19546"/>
            </a:xfrm>
            <a:custGeom>
              <a:avLst/>
              <a:gdLst/>
              <a:ahLst/>
              <a:cxnLst/>
              <a:rect l="0" t="0" r="0" b="0"/>
              <a:pathLst>
                <a:path w="66071" h="19546">
                  <a:moveTo>
                    <a:pt x="66071" y="19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3" name="Output_receptor__4942">
              <a:extLst>
                <a:ext uri="{FF2B5EF4-FFF2-40B4-BE49-F238E27FC236}">
                  <a16:creationId xmlns:a16="http://schemas.microsoft.com/office/drawing/2014/main" id="{CFF3A940-A2B7-57A2-68A3-DFC28F12FAD9}"/>
                </a:ext>
              </a:extLst>
            </p:cNvPr>
            <p:cNvSpPr>
              <a:spLocks noGrp="1"/>
            </p:cNvSpPr>
            <p:nvPr/>
          </p:nvSpPr>
          <p:spPr>
            <a:xfrm>
              <a:off x="16613425" y="3913681"/>
              <a:ext cx="45304" cy="47220"/>
            </a:xfrm>
            <a:custGeom>
              <a:avLst/>
              <a:gdLst/>
              <a:ahLst/>
              <a:cxnLst/>
              <a:rect l="0" t="0" r="0" b="0"/>
              <a:pathLst>
                <a:path w="45304" h="47220">
                  <a:moveTo>
                    <a:pt x="45304" y="472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4" name="Output_receptor__4943">
              <a:extLst>
                <a:ext uri="{FF2B5EF4-FFF2-40B4-BE49-F238E27FC236}">
                  <a16:creationId xmlns:a16="http://schemas.microsoft.com/office/drawing/2014/main" id="{7764E058-D05E-8F69-C135-2A0DAC71834C}"/>
                </a:ext>
              </a:extLst>
            </p:cNvPr>
            <p:cNvSpPr>
              <a:spLocks noGrp="1"/>
            </p:cNvSpPr>
            <p:nvPr/>
          </p:nvSpPr>
          <p:spPr>
            <a:xfrm>
              <a:off x="16090145" y="3348425"/>
              <a:ext cx="15722" cy="5300"/>
            </a:xfrm>
            <a:custGeom>
              <a:avLst/>
              <a:gdLst/>
              <a:ahLst/>
              <a:cxnLst/>
              <a:rect l="0" t="0" r="0" b="0"/>
              <a:pathLst>
                <a:path w="15722" h="5300">
                  <a:moveTo>
                    <a:pt x="15722" y="53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45" name="Output_receptor__4944">
              <a:extLst>
                <a:ext uri="{FF2B5EF4-FFF2-40B4-BE49-F238E27FC236}">
                  <a16:creationId xmlns:a16="http://schemas.microsoft.com/office/drawing/2014/main" id="{F753AB3F-2E65-571A-2C7D-F7D5C4EF8594}"/>
                </a:ext>
              </a:extLst>
            </p:cNvPr>
            <p:cNvSpPr>
              <a:spLocks noGrp="1"/>
            </p:cNvSpPr>
            <p:nvPr/>
          </p:nvSpPr>
          <p:spPr>
            <a:xfrm>
              <a:off x="15866210" y="3579047"/>
              <a:ext cx="25301" cy="63722"/>
            </a:xfrm>
            <a:custGeom>
              <a:avLst/>
              <a:gdLst/>
              <a:ahLst/>
              <a:cxnLst/>
              <a:rect l="0" t="0" r="0" b="0"/>
              <a:pathLst>
                <a:path w="25301" h="63722">
                  <a:moveTo>
                    <a:pt x="0" y="0"/>
                  </a:moveTo>
                  <a:lnTo>
                    <a:pt x="25301" y="637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6" name="Output_receptor__4945">
              <a:extLst>
                <a:ext uri="{FF2B5EF4-FFF2-40B4-BE49-F238E27FC236}">
                  <a16:creationId xmlns:a16="http://schemas.microsoft.com/office/drawing/2014/main" id="{50D0A1E1-9464-B2AD-0A68-E138FF9E4847}"/>
                </a:ext>
              </a:extLst>
            </p:cNvPr>
            <p:cNvSpPr>
              <a:spLocks noGrp="1"/>
            </p:cNvSpPr>
            <p:nvPr/>
          </p:nvSpPr>
          <p:spPr>
            <a:xfrm>
              <a:off x="16511514" y="3735293"/>
              <a:ext cx="41585" cy="58666"/>
            </a:xfrm>
            <a:custGeom>
              <a:avLst/>
              <a:gdLst/>
              <a:ahLst/>
              <a:cxnLst/>
              <a:rect l="0" t="0" r="0" b="0"/>
              <a:pathLst>
                <a:path w="41585" h="58666">
                  <a:moveTo>
                    <a:pt x="41585" y="0"/>
                  </a:moveTo>
                  <a:lnTo>
                    <a:pt x="0" y="5866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7" name="Output_receptor__4946">
              <a:extLst>
                <a:ext uri="{FF2B5EF4-FFF2-40B4-BE49-F238E27FC236}">
                  <a16:creationId xmlns:a16="http://schemas.microsoft.com/office/drawing/2014/main" id="{DFE5F755-D418-028A-6063-6EA31727728F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36114"/>
              <a:ext cx="2781" cy="45087"/>
            </a:xfrm>
            <a:custGeom>
              <a:avLst/>
              <a:gdLst/>
              <a:ahLst/>
              <a:cxnLst/>
              <a:rect l="0" t="0" r="0" b="0"/>
              <a:pathLst>
                <a:path w="2781" h="45087">
                  <a:moveTo>
                    <a:pt x="0" y="45087"/>
                  </a:moveTo>
                  <a:lnTo>
                    <a:pt x="278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8" name="Output_receptor__4947">
              <a:extLst>
                <a:ext uri="{FF2B5EF4-FFF2-40B4-BE49-F238E27FC236}">
                  <a16:creationId xmlns:a16="http://schemas.microsoft.com/office/drawing/2014/main" id="{1D3B07EF-3E91-268C-B66D-C4F4041873FD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24131"/>
              <a:ext cx="4027" cy="19404"/>
            </a:xfrm>
            <a:custGeom>
              <a:avLst/>
              <a:gdLst/>
              <a:ahLst/>
              <a:cxnLst/>
              <a:rect l="0" t="0" r="0" b="0"/>
              <a:pathLst>
                <a:path w="4027" h="19404">
                  <a:moveTo>
                    <a:pt x="0" y="0"/>
                  </a:moveTo>
                  <a:lnTo>
                    <a:pt x="4027" y="1940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9" name="Output_receptor__4948">
              <a:extLst>
                <a:ext uri="{FF2B5EF4-FFF2-40B4-BE49-F238E27FC236}">
                  <a16:creationId xmlns:a16="http://schemas.microsoft.com/office/drawing/2014/main" id="{1667E57D-4A14-CA18-5ECB-FCEC8C3E9FDD}"/>
                </a:ext>
              </a:extLst>
            </p:cNvPr>
            <p:cNvSpPr>
              <a:spLocks noGrp="1"/>
            </p:cNvSpPr>
            <p:nvPr/>
          </p:nvSpPr>
          <p:spPr>
            <a:xfrm>
              <a:off x="15795309" y="4543962"/>
              <a:ext cx="64964" cy="19222"/>
            </a:xfrm>
            <a:custGeom>
              <a:avLst/>
              <a:gdLst/>
              <a:ahLst/>
              <a:cxnLst/>
              <a:rect l="0" t="0" r="0" b="0"/>
              <a:pathLst>
                <a:path w="64964" h="19222">
                  <a:moveTo>
                    <a:pt x="0" y="19222"/>
                  </a:moveTo>
                  <a:lnTo>
                    <a:pt x="6496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0" name="Output_receptor__4949">
              <a:extLst>
                <a:ext uri="{FF2B5EF4-FFF2-40B4-BE49-F238E27FC236}">
                  <a16:creationId xmlns:a16="http://schemas.microsoft.com/office/drawing/2014/main" id="{8C4A7774-5717-0EB9-A177-DB8327962BEE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696508"/>
              <a:ext cx="39742" cy="19659"/>
            </a:xfrm>
            <a:custGeom>
              <a:avLst/>
              <a:gdLst/>
              <a:ahLst/>
              <a:cxnLst/>
              <a:rect l="0" t="0" r="0" b="0"/>
              <a:pathLst>
                <a:path w="39742" h="19659">
                  <a:moveTo>
                    <a:pt x="0" y="19659"/>
                  </a:moveTo>
                  <a:lnTo>
                    <a:pt x="397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1" name="Output_receptor__4950">
              <a:extLst>
                <a:ext uri="{FF2B5EF4-FFF2-40B4-BE49-F238E27FC236}">
                  <a16:creationId xmlns:a16="http://schemas.microsoft.com/office/drawing/2014/main" id="{F1589087-58CD-704D-CBBD-DB81BAEDEC45}"/>
                </a:ext>
              </a:extLst>
            </p:cNvPr>
            <p:cNvSpPr>
              <a:spLocks noGrp="1"/>
            </p:cNvSpPr>
            <p:nvPr/>
          </p:nvSpPr>
          <p:spPr>
            <a:xfrm>
              <a:off x="16251521" y="3260487"/>
              <a:ext cx="19888" cy="31064"/>
            </a:xfrm>
            <a:custGeom>
              <a:avLst/>
              <a:gdLst/>
              <a:ahLst/>
              <a:cxnLst/>
              <a:rect l="0" t="0" r="0" b="0"/>
              <a:pathLst>
                <a:path w="19888" h="31064">
                  <a:moveTo>
                    <a:pt x="19888" y="0"/>
                  </a:moveTo>
                  <a:lnTo>
                    <a:pt x="0" y="3106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2" name="Output_receptor__4951">
              <a:extLst>
                <a:ext uri="{FF2B5EF4-FFF2-40B4-BE49-F238E27FC236}">
                  <a16:creationId xmlns:a16="http://schemas.microsoft.com/office/drawing/2014/main" id="{F1866DA8-BC93-D8BD-4BA4-C3F584C548F3}"/>
                </a:ext>
              </a:extLst>
            </p:cNvPr>
            <p:cNvSpPr>
              <a:spLocks noGrp="1"/>
            </p:cNvSpPr>
            <p:nvPr/>
          </p:nvSpPr>
          <p:spPr>
            <a:xfrm>
              <a:off x="15814105" y="3853733"/>
              <a:ext cx="59281" cy="16471"/>
            </a:xfrm>
            <a:custGeom>
              <a:avLst/>
              <a:gdLst/>
              <a:ahLst/>
              <a:cxnLst/>
              <a:rect l="0" t="0" r="0" b="0"/>
              <a:pathLst>
                <a:path w="59281" h="16471">
                  <a:moveTo>
                    <a:pt x="59281" y="0"/>
                  </a:moveTo>
                  <a:lnTo>
                    <a:pt x="0" y="16471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3" name="Output_receptor__4952">
              <a:extLst>
                <a:ext uri="{FF2B5EF4-FFF2-40B4-BE49-F238E27FC236}">
                  <a16:creationId xmlns:a16="http://schemas.microsoft.com/office/drawing/2014/main" id="{BBDA28FD-4D20-FC30-4873-D9BFA91228C7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2023" cy="23476"/>
            </a:xfrm>
            <a:custGeom>
              <a:avLst/>
              <a:gdLst/>
              <a:ahLst/>
              <a:cxnLst/>
              <a:rect l="0" t="0" r="0" b="0"/>
              <a:pathLst>
                <a:path w="42023" h="23476">
                  <a:moveTo>
                    <a:pt x="42023" y="23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4" name="Output_receptor__4953">
              <a:extLst>
                <a:ext uri="{FF2B5EF4-FFF2-40B4-BE49-F238E27FC236}">
                  <a16:creationId xmlns:a16="http://schemas.microsoft.com/office/drawing/2014/main" id="{156974E3-7BF9-F413-0260-762D65C7FECF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206224"/>
              <a:ext cx="40179" cy="9325"/>
            </a:xfrm>
            <a:custGeom>
              <a:avLst/>
              <a:gdLst/>
              <a:ahLst/>
              <a:cxnLst/>
              <a:rect l="0" t="0" r="0" b="0"/>
              <a:pathLst>
                <a:path w="40179" h="9325">
                  <a:moveTo>
                    <a:pt x="40179" y="0"/>
                  </a:moveTo>
                  <a:lnTo>
                    <a:pt x="0" y="932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5" name="Output_receptor__4954">
              <a:extLst>
                <a:ext uri="{FF2B5EF4-FFF2-40B4-BE49-F238E27FC236}">
                  <a16:creationId xmlns:a16="http://schemas.microsoft.com/office/drawing/2014/main" id="{1D382F84-9761-F72C-E4C1-ECCFDE922AF1}"/>
                </a:ext>
              </a:extLst>
            </p:cNvPr>
            <p:cNvSpPr>
              <a:spLocks noGrp="1"/>
            </p:cNvSpPr>
            <p:nvPr/>
          </p:nvSpPr>
          <p:spPr>
            <a:xfrm>
              <a:off x="15657602" y="3613854"/>
              <a:ext cx="37033" cy="3923"/>
            </a:xfrm>
            <a:custGeom>
              <a:avLst/>
              <a:gdLst/>
              <a:ahLst/>
              <a:cxnLst/>
              <a:rect l="0" t="0" r="0" b="0"/>
              <a:pathLst>
                <a:path w="37033" h="3923">
                  <a:moveTo>
                    <a:pt x="0" y="3923"/>
                  </a:moveTo>
                  <a:lnTo>
                    <a:pt x="3703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6" name="Output_receptor__4955">
              <a:extLst>
                <a:ext uri="{FF2B5EF4-FFF2-40B4-BE49-F238E27FC236}">
                  <a16:creationId xmlns:a16="http://schemas.microsoft.com/office/drawing/2014/main" id="{8671166F-43D6-FDFA-BF53-79DE62823704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885363"/>
              <a:ext cx="52469" cy="39247"/>
            </a:xfrm>
            <a:custGeom>
              <a:avLst/>
              <a:gdLst/>
              <a:ahLst/>
              <a:cxnLst/>
              <a:rect l="0" t="0" r="0" b="0"/>
              <a:pathLst>
                <a:path w="52469" h="39247">
                  <a:moveTo>
                    <a:pt x="52469" y="0"/>
                  </a:moveTo>
                  <a:lnTo>
                    <a:pt x="0" y="392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7" name="Output_receptor__4956">
              <a:extLst>
                <a:ext uri="{FF2B5EF4-FFF2-40B4-BE49-F238E27FC236}">
                  <a16:creationId xmlns:a16="http://schemas.microsoft.com/office/drawing/2014/main" id="{0FE5AF7A-02FB-3BD3-797C-2E3CEE88F2B2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768826"/>
              <a:ext cx="28031" cy="66576"/>
            </a:xfrm>
            <a:custGeom>
              <a:avLst/>
              <a:gdLst/>
              <a:ahLst/>
              <a:cxnLst/>
              <a:rect l="0" t="0" r="0" b="0"/>
              <a:pathLst>
                <a:path w="28031" h="66576">
                  <a:moveTo>
                    <a:pt x="28031" y="0"/>
                  </a:moveTo>
                  <a:lnTo>
                    <a:pt x="0" y="665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8" name="Output_receptor__4957">
              <a:extLst>
                <a:ext uri="{FF2B5EF4-FFF2-40B4-BE49-F238E27FC236}">
                  <a16:creationId xmlns:a16="http://schemas.microsoft.com/office/drawing/2014/main" id="{2DFC68D9-A19B-198F-26E4-74A01DA2073C}"/>
                </a:ext>
              </a:extLst>
            </p:cNvPr>
            <p:cNvSpPr>
              <a:spLocks noGrp="1"/>
            </p:cNvSpPr>
            <p:nvPr/>
          </p:nvSpPr>
          <p:spPr>
            <a:xfrm>
              <a:off x="16194873" y="3475510"/>
              <a:ext cx="58366" cy="36109"/>
            </a:xfrm>
            <a:custGeom>
              <a:avLst/>
              <a:gdLst/>
              <a:ahLst/>
              <a:cxnLst/>
              <a:rect l="0" t="0" r="0" b="0"/>
              <a:pathLst>
                <a:path w="58366" h="36109">
                  <a:moveTo>
                    <a:pt x="0" y="36109"/>
                  </a:moveTo>
                  <a:lnTo>
                    <a:pt x="58366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9" name="Output_receptor__4958">
              <a:extLst>
                <a:ext uri="{FF2B5EF4-FFF2-40B4-BE49-F238E27FC236}">
                  <a16:creationId xmlns:a16="http://schemas.microsoft.com/office/drawing/2014/main" id="{1F522F8F-4980-2AFD-AC04-9603ABA090DE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11529"/>
              <a:ext cx="21304" cy="31924"/>
            </a:xfrm>
            <a:custGeom>
              <a:avLst/>
              <a:gdLst/>
              <a:ahLst/>
              <a:cxnLst/>
              <a:rect l="0" t="0" r="0" b="0"/>
              <a:pathLst>
                <a:path w="21304" h="31924">
                  <a:moveTo>
                    <a:pt x="21304" y="0"/>
                  </a:moveTo>
                  <a:lnTo>
                    <a:pt x="0" y="3192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0" name="Output_receptor__4959">
              <a:extLst>
                <a:ext uri="{FF2B5EF4-FFF2-40B4-BE49-F238E27FC236}">
                  <a16:creationId xmlns:a16="http://schemas.microsoft.com/office/drawing/2014/main" id="{A174CFB4-D81C-E70B-9A72-2F8A17C61435}"/>
                </a:ext>
              </a:extLst>
            </p:cNvPr>
            <p:cNvSpPr>
              <a:spLocks noGrp="1"/>
            </p:cNvSpPr>
            <p:nvPr/>
          </p:nvSpPr>
          <p:spPr>
            <a:xfrm>
              <a:off x="16330981" y="3841063"/>
              <a:ext cx="71340" cy="4503"/>
            </a:xfrm>
            <a:custGeom>
              <a:avLst/>
              <a:gdLst/>
              <a:ahLst/>
              <a:cxnLst/>
              <a:rect l="0" t="0" r="0" b="0"/>
              <a:pathLst>
                <a:path w="71340" h="4503">
                  <a:moveTo>
                    <a:pt x="0" y="4503"/>
                  </a:moveTo>
                  <a:lnTo>
                    <a:pt x="7134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1" name="Output_receptor__4960">
              <a:extLst>
                <a:ext uri="{FF2B5EF4-FFF2-40B4-BE49-F238E27FC236}">
                  <a16:creationId xmlns:a16="http://schemas.microsoft.com/office/drawing/2014/main" id="{7EB53C9C-CA22-1ADF-F044-1F331EE46E3A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84040"/>
              <a:ext cx="58781" cy="12497"/>
            </a:xfrm>
            <a:custGeom>
              <a:avLst/>
              <a:gdLst/>
              <a:ahLst/>
              <a:cxnLst/>
              <a:rect l="0" t="0" r="0" b="0"/>
              <a:pathLst>
                <a:path w="58781" h="12497">
                  <a:moveTo>
                    <a:pt x="58781" y="0"/>
                  </a:moveTo>
                  <a:lnTo>
                    <a:pt x="0" y="1249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2" name="Output_receptor__4961">
              <a:extLst>
                <a:ext uri="{FF2B5EF4-FFF2-40B4-BE49-F238E27FC236}">
                  <a16:creationId xmlns:a16="http://schemas.microsoft.com/office/drawing/2014/main" id="{DFC73EDA-973E-15EF-FC7A-FEB488A7E3C1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28201"/>
              <a:ext cx="39342" cy="40810"/>
            </a:xfrm>
            <a:custGeom>
              <a:avLst/>
              <a:gdLst/>
              <a:ahLst/>
              <a:cxnLst/>
              <a:rect l="0" t="0" r="0" b="0"/>
              <a:pathLst>
                <a:path w="39342" h="40810">
                  <a:moveTo>
                    <a:pt x="0" y="40810"/>
                  </a:moveTo>
                  <a:lnTo>
                    <a:pt x="393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3" name="Output_receptor__4962">
              <a:extLst>
                <a:ext uri="{FF2B5EF4-FFF2-40B4-BE49-F238E27FC236}">
                  <a16:creationId xmlns:a16="http://schemas.microsoft.com/office/drawing/2014/main" id="{2C4F0EED-C10A-6AC9-24F0-F8943F777676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2" y="4271362"/>
              <a:ext cx="21201" cy="56838"/>
            </a:xfrm>
            <a:custGeom>
              <a:avLst/>
              <a:gdLst/>
              <a:ahLst/>
              <a:cxnLst/>
              <a:rect l="0" t="0" r="0" b="0"/>
              <a:pathLst>
                <a:path w="21201" h="56838">
                  <a:moveTo>
                    <a:pt x="0" y="56838"/>
                  </a:moveTo>
                  <a:lnTo>
                    <a:pt x="2120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4" name="Output_receptor__4963">
              <a:extLst>
                <a:ext uri="{FF2B5EF4-FFF2-40B4-BE49-F238E27FC236}">
                  <a16:creationId xmlns:a16="http://schemas.microsoft.com/office/drawing/2014/main" id="{A37365A3-19ED-E1E6-4B87-F91A5602A27E}"/>
                </a:ext>
              </a:extLst>
            </p:cNvPr>
            <p:cNvSpPr>
              <a:spLocks noGrp="1"/>
            </p:cNvSpPr>
            <p:nvPr/>
          </p:nvSpPr>
          <p:spPr>
            <a:xfrm>
              <a:off x="16348107" y="4171151"/>
              <a:ext cx="5205" cy="43557"/>
            </a:xfrm>
            <a:custGeom>
              <a:avLst/>
              <a:gdLst/>
              <a:ahLst/>
              <a:cxnLst/>
              <a:rect l="0" t="0" r="0" b="0"/>
              <a:pathLst>
                <a:path w="5205" h="43557">
                  <a:moveTo>
                    <a:pt x="5205" y="43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5" name="Output_receptor__4964">
              <a:extLst>
                <a:ext uri="{FF2B5EF4-FFF2-40B4-BE49-F238E27FC236}">
                  <a16:creationId xmlns:a16="http://schemas.microsoft.com/office/drawing/2014/main" id="{7BEB8556-27C8-F570-0583-E21FEDBFF4AE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81201"/>
              <a:ext cx="36121" cy="55887"/>
            </a:xfrm>
            <a:custGeom>
              <a:avLst/>
              <a:gdLst/>
              <a:ahLst/>
              <a:cxnLst/>
              <a:rect l="0" t="0" r="0" b="0"/>
              <a:pathLst>
                <a:path w="36121" h="55887">
                  <a:moveTo>
                    <a:pt x="36121" y="55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6" name="Output_receptor__4965">
              <a:extLst>
                <a:ext uri="{FF2B5EF4-FFF2-40B4-BE49-F238E27FC236}">
                  <a16:creationId xmlns:a16="http://schemas.microsoft.com/office/drawing/2014/main" id="{5FB6537F-29C0-EB49-B671-05F85D0FEF76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14530"/>
              <a:ext cx="60615" cy="33412"/>
            </a:xfrm>
            <a:custGeom>
              <a:avLst/>
              <a:gdLst/>
              <a:ahLst/>
              <a:cxnLst/>
              <a:rect l="0" t="0" r="0" b="0"/>
              <a:pathLst>
                <a:path w="60615" h="33412">
                  <a:moveTo>
                    <a:pt x="0" y="33412"/>
                  </a:moveTo>
                  <a:lnTo>
                    <a:pt x="6061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7" name="Output_receptor__4966">
              <a:extLst>
                <a:ext uri="{FF2B5EF4-FFF2-40B4-BE49-F238E27FC236}">
                  <a16:creationId xmlns:a16="http://schemas.microsoft.com/office/drawing/2014/main" id="{69807B6A-3F9C-B746-1F10-171228A54F02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397"/>
              <a:ext cx="10879" cy="295"/>
            </a:xfrm>
            <a:custGeom>
              <a:avLst/>
              <a:gdLst/>
              <a:ahLst/>
              <a:cxnLst/>
              <a:rect l="0" t="0" r="0" b="0"/>
              <a:pathLst>
                <a:path w="10879" h="295">
                  <a:moveTo>
                    <a:pt x="0" y="295"/>
                  </a:moveTo>
                  <a:lnTo>
                    <a:pt x="1087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8" name="Output_receptor__4967">
              <a:extLst>
                <a:ext uri="{FF2B5EF4-FFF2-40B4-BE49-F238E27FC236}">
                  <a16:creationId xmlns:a16="http://schemas.microsoft.com/office/drawing/2014/main" id="{72262D35-30C3-7E84-7559-4AF70FFB994E}"/>
                </a:ext>
              </a:extLst>
            </p:cNvPr>
            <p:cNvSpPr>
              <a:spLocks noGrp="1"/>
            </p:cNvSpPr>
            <p:nvPr/>
          </p:nvSpPr>
          <p:spPr>
            <a:xfrm>
              <a:off x="16267093" y="4084040"/>
              <a:ext cx="44447" cy="21789"/>
            </a:xfrm>
            <a:custGeom>
              <a:avLst/>
              <a:gdLst/>
              <a:ahLst/>
              <a:cxnLst/>
              <a:rect l="0" t="0" r="0" b="0"/>
              <a:pathLst>
                <a:path w="44447" h="21789">
                  <a:moveTo>
                    <a:pt x="44447" y="21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9" name="Output_receptor__4968">
              <a:extLst>
                <a:ext uri="{FF2B5EF4-FFF2-40B4-BE49-F238E27FC236}">
                  <a16:creationId xmlns:a16="http://schemas.microsoft.com/office/drawing/2014/main" id="{1A8B9D34-2B5E-7E7B-3215-CB7A527A0E45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63184"/>
              <a:ext cx="9510" cy="44593"/>
            </a:xfrm>
            <a:custGeom>
              <a:avLst/>
              <a:gdLst/>
              <a:ahLst/>
              <a:cxnLst/>
              <a:rect l="0" t="0" r="0" b="0"/>
              <a:pathLst>
                <a:path w="9510" h="44593">
                  <a:moveTo>
                    <a:pt x="0" y="44593"/>
                  </a:moveTo>
                  <a:lnTo>
                    <a:pt x="951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0" name="Output_receptor__4969">
              <a:extLst>
                <a:ext uri="{FF2B5EF4-FFF2-40B4-BE49-F238E27FC236}">
                  <a16:creationId xmlns:a16="http://schemas.microsoft.com/office/drawing/2014/main" id="{84379FBE-9C93-43B7-9F6E-94BCDC8C8AA0}"/>
                </a:ext>
              </a:extLst>
            </p:cNvPr>
            <p:cNvSpPr>
              <a:spLocks noGrp="1"/>
            </p:cNvSpPr>
            <p:nvPr/>
          </p:nvSpPr>
          <p:spPr>
            <a:xfrm>
              <a:off x="15704066" y="3450092"/>
              <a:ext cx="66296" cy="24017"/>
            </a:xfrm>
            <a:custGeom>
              <a:avLst/>
              <a:gdLst/>
              <a:ahLst/>
              <a:cxnLst/>
              <a:rect l="0" t="0" r="0" b="0"/>
              <a:pathLst>
                <a:path w="66296" h="24017">
                  <a:moveTo>
                    <a:pt x="66296" y="0"/>
                  </a:moveTo>
                  <a:lnTo>
                    <a:pt x="0" y="2401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1" name="Output_receptor__4970">
              <a:extLst>
                <a:ext uri="{FF2B5EF4-FFF2-40B4-BE49-F238E27FC236}">
                  <a16:creationId xmlns:a16="http://schemas.microsoft.com/office/drawing/2014/main" id="{DAF9E969-E3D1-4B00-1D9B-FBBDEFD34733}"/>
                </a:ext>
              </a:extLst>
            </p:cNvPr>
            <p:cNvSpPr>
              <a:spLocks noGrp="1"/>
            </p:cNvSpPr>
            <p:nvPr/>
          </p:nvSpPr>
          <p:spPr>
            <a:xfrm>
              <a:off x="15787671" y="4043758"/>
              <a:ext cx="66947" cy="15575"/>
            </a:xfrm>
            <a:custGeom>
              <a:avLst/>
              <a:gdLst/>
              <a:ahLst/>
              <a:cxnLst/>
              <a:rect l="0" t="0" r="0" b="0"/>
              <a:pathLst>
                <a:path w="66947" h="15575">
                  <a:moveTo>
                    <a:pt x="66947" y="15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2" name="Output_receptor__4971">
              <a:extLst>
                <a:ext uri="{FF2B5EF4-FFF2-40B4-BE49-F238E27FC236}">
                  <a16:creationId xmlns:a16="http://schemas.microsoft.com/office/drawing/2014/main" id="{A6512020-C7BE-7328-B90A-2D222AE7560A}"/>
                </a:ext>
              </a:extLst>
            </p:cNvPr>
            <p:cNvSpPr>
              <a:spLocks noGrp="1"/>
            </p:cNvSpPr>
            <p:nvPr/>
          </p:nvSpPr>
          <p:spPr>
            <a:xfrm>
              <a:off x="16633880" y="3480426"/>
              <a:ext cx="65208" cy="25514"/>
            </a:xfrm>
            <a:custGeom>
              <a:avLst/>
              <a:gdLst/>
              <a:ahLst/>
              <a:cxnLst/>
              <a:rect l="0" t="0" r="0" b="0"/>
              <a:pathLst>
                <a:path w="65208" h="25514">
                  <a:moveTo>
                    <a:pt x="0" y="0"/>
                  </a:moveTo>
                  <a:lnTo>
                    <a:pt x="65208" y="2551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73" name="Output_receptor__4972">
              <a:extLst>
                <a:ext uri="{FF2B5EF4-FFF2-40B4-BE49-F238E27FC236}">
                  <a16:creationId xmlns:a16="http://schemas.microsoft.com/office/drawing/2014/main" id="{B98703C2-61EC-9D18-C906-5072C4655BEF}"/>
                </a:ext>
              </a:extLst>
            </p:cNvPr>
            <p:cNvSpPr>
              <a:spLocks noGrp="1"/>
            </p:cNvSpPr>
            <p:nvPr/>
          </p:nvSpPr>
          <p:spPr>
            <a:xfrm>
              <a:off x="15855102" y="2971258"/>
              <a:ext cx="19958" cy="7680"/>
            </a:xfrm>
            <a:custGeom>
              <a:avLst/>
              <a:gdLst/>
              <a:ahLst/>
              <a:cxnLst/>
              <a:rect l="0" t="0" r="0" b="0"/>
              <a:pathLst>
                <a:path w="19958" h="7680">
                  <a:moveTo>
                    <a:pt x="0" y="7680"/>
                  </a:moveTo>
                  <a:lnTo>
                    <a:pt x="1995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4" name="Output_receptor__4973">
              <a:extLst>
                <a:ext uri="{FF2B5EF4-FFF2-40B4-BE49-F238E27FC236}">
                  <a16:creationId xmlns:a16="http://schemas.microsoft.com/office/drawing/2014/main" id="{D3C50DCD-65ED-E25F-0D62-B4FD00D1201E}"/>
                </a:ext>
              </a:extLst>
            </p:cNvPr>
            <p:cNvSpPr>
              <a:spLocks noGrp="1"/>
            </p:cNvSpPr>
            <p:nvPr/>
          </p:nvSpPr>
          <p:spPr>
            <a:xfrm>
              <a:off x="15697618" y="3838023"/>
              <a:ext cx="55295" cy="38731"/>
            </a:xfrm>
            <a:custGeom>
              <a:avLst/>
              <a:gdLst/>
              <a:ahLst/>
              <a:cxnLst/>
              <a:rect l="0" t="0" r="0" b="0"/>
              <a:pathLst>
                <a:path w="55295" h="38731">
                  <a:moveTo>
                    <a:pt x="55295" y="0"/>
                  </a:moveTo>
                  <a:lnTo>
                    <a:pt x="0" y="3873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5" name="Output_receptor__4974">
              <a:extLst>
                <a:ext uri="{FF2B5EF4-FFF2-40B4-BE49-F238E27FC236}">
                  <a16:creationId xmlns:a16="http://schemas.microsoft.com/office/drawing/2014/main" id="{B12050D5-BED0-CA4F-8E67-A64798A0EE6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76" y="4059333"/>
              <a:ext cx="8343" cy="68945"/>
            </a:xfrm>
            <a:custGeom>
              <a:avLst/>
              <a:gdLst/>
              <a:ahLst/>
              <a:cxnLst/>
              <a:rect l="0" t="0" r="0" b="0"/>
              <a:pathLst>
                <a:path w="8343" h="68945">
                  <a:moveTo>
                    <a:pt x="0" y="68945"/>
                  </a:moveTo>
                  <a:lnTo>
                    <a:pt x="834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6" name="Output_receptor__4975">
              <a:extLst>
                <a:ext uri="{FF2B5EF4-FFF2-40B4-BE49-F238E27FC236}">
                  <a16:creationId xmlns:a16="http://schemas.microsoft.com/office/drawing/2014/main" id="{8FBEAF77-5C29-13F9-5123-4FC7EF654CFD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2953072"/>
              <a:ext cx="12836" cy="62204"/>
            </a:xfrm>
            <a:custGeom>
              <a:avLst/>
              <a:gdLst/>
              <a:ahLst/>
              <a:cxnLst/>
              <a:rect l="0" t="0" r="0" b="0"/>
              <a:pathLst>
                <a:path w="12836" h="62204">
                  <a:moveTo>
                    <a:pt x="0" y="62204"/>
                  </a:moveTo>
                  <a:lnTo>
                    <a:pt x="12836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7" name="Output_receptor__4976">
              <a:extLst>
                <a:ext uri="{FF2B5EF4-FFF2-40B4-BE49-F238E27FC236}">
                  <a16:creationId xmlns:a16="http://schemas.microsoft.com/office/drawing/2014/main" id="{0A2DACCF-5D6A-1618-B25A-513266D48B0F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65437"/>
              <a:ext cx="4670" cy="16024"/>
            </a:xfrm>
            <a:custGeom>
              <a:avLst/>
              <a:gdLst/>
              <a:ahLst/>
              <a:cxnLst/>
              <a:rect l="0" t="0" r="0" b="0"/>
              <a:pathLst>
                <a:path w="4670" h="16024">
                  <a:moveTo>
                    <a:pt x="4670" y="160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8" name="Output_receptor__4977">
              <a:extLst>
                <a:ext uri="{FF2B5EF4-FFF2-40B4-BE49-F238E27FC236}">
                  <a16:creationId xmlns:a16="http://schemas.microsoft.com/office/drawing/2014/main" id="{6FFFDF8A-7171-168F-701C-426DCF5BCAC8}"/>
                </a:ext>
              </a:extLst>
            </p:cNvPr>
            <p:cNvSpPr>
              <a:spLocks noGrp="1"/>
            </p:cNvSpPr>
            <p:nvPr/>
          </p:nvSpPr>
          <p:spPr>
            <a:xfrm>
              <a:off x="15860273" y="4543962"/>
              <a:ext cx="18584" cy="69447"/>
            </a:xfrm>
            <a:custGeom>
              <a:avLst/>
              <a:gdLst/>
              <a:ahLst/>
              <a:cxnLst/>
              <a:rect l="0" t="0" r="0" b="0"/>
              <a:pathLst>
                <a:path w="18584" h="69447">
                  <a:moveTo>
                    <a:pt x="0" y="0"/>
                  </a:moveTo>
                  <a:lnTo>
                    <a:pt x="18584" y="694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9" name="Output_receptor__4978">
              <a:extLst>
                <a:ext uri="{FF2B5EF4-FFF2-40B4-BE49-F238E27FC236}">
                  <a16:creationId xmlns:a16="http://schemas.microsoft.com/office/drawing/2014/main" id="{920677DC-C787-055E-2890-CDCCE5F8E3E8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835402"/>
              <a:ext cx="60589" cy="29965"/>
            </a:xfrm>
            <a:custGeom>
              <a:avLst/>
              <a:gdLst/>
              <a:ahLst/>
              <a:cxnLst/>
              <a:rect l="0" t="0" r="0" b="0"/>
              <a:pathLst>
                <a:path w="60589" h="29965">
                  <a:moveTo>
                    <a:pt x="0" y="0"/>
                  </a:moveTo>
                  <a:lnTo>
                    <a:pt x="60589" y="2996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0" name="Output_receptor__4979">
              <a:extLst>
                <a:ext uri="{FF2B5EF4-FFF2-40B4-BE49-F238E27FC236}">
                  <a16:creationId xmlns:a16="http://schemas.microsoft.com/office/drawing/2014/main" id="{AFE09744-A509-7B3D-90E9-4442A7D74764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33776"/>
              <a:ext cx="54260" cy="8971"/>
            </a:xfrm>
            <a:custGeom>
              <a:avLst/>
              <a:gdLst/>
              <a:ahLst/>
              <a:cxnLst/>
              <a:rect l="0" t="0" r="0" b="0"/>
              <a:pathLst>
                <a:path w="54260" h="8971">
                  <a:moveTo>
                    <a:pt x="0" y="0"/>
                  </a:moveTo>
                  <a:lnTo>
                    <a:pt x="54260" y="89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1" name="Output_receptor__4980">
              <a:extLst>
                <a:ext uri="{FF2B5EF4-FFF2-40B4-BE49-F238E27FC236}">
                  <a16:creationId xmlns:a16="http://schemas.microsoft.com/office/drawing/2014/main" id="{46754B73-B8ED-F519-5CBA-4415F4E488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515" y="3573032"/>
              <a:ext cx="65715" cy="29673"/>
            </a:xfrm>
            <a:custGeom>
              <a:avLst/>
              <a:gdLst/>
              <a:ahLst/>
              <a:cxnLst/>
              <a:rect l="0" t="0" r="0" b="0"/>
              <a:pathLst>
                <a:path w="65715" h="29673">
                  <a:moveTo>
                    <a:pt x="65715" y="0"/>
                  </a:moveTo>
                  <a:lnTo>
                    <a:pt x="0" y="2967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2" name="Output_receptor__4981">
              <a:extLst>
                <a:ext uri="{FF2B5EF4-FFF2-40B4-BE49-F238E27FC236}">
                  <a16:creationId xmlns:a16="http://schemas.microsoft.com/office/drawing/2014/main" id="{AB1A75A4-3AE4-11B9-C961-BA50C2EF49E9}"/>
                </a:ext>
              </a:extLst>
            </p:cNvPr>
            <p:cNvSpPr>
              <a:spLocks noGrp="1"/>
            </p:cNvSpPr>
            <p:nvPr/>
          </p:nvSpPr>
          <p:spPr>
            <a:xfrm>
              <a:off x="15873386" y="3853733"/>
              <a:ext cx="24924" cy="68297"/>
            </a:xfrm>
            <a:custGeom>
              <a:avLst/>
              <a:gdLst/>
              <a:ahLst/>
              <a:cxnLst/>
              <a:rect l="0" t="0" r="0" b="0"/>
              <a:pathLst>
                <a:path w="24924" h="68297">
                  <a:moveTo>
                    <a:pt x="24924" y="68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3" name="Output_receptor__4982">
              <a:extLst>
                <a:ext uri="{FF2B5EF4-FFF2-40B4-BE49-F238E27FC236}">
                  <a16:creationId xmlns:a16="http://schemas.microsoft.com/office/drawing/2014/main" id="{724A12B9-AC63-DF8A-C814-6AA68ECB56E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88498"/>
              <a:ext cx="67933" cy="14773"/>
            </a:xfrm>
            <a:custGeom>
              <a:avLst/>
              <a:gdLst/>
              <a:ahLst/>
              <a:cxnLst/>
              <a:rect l="0" t="0" r="0" b="0"/>
              <a:pathLst>
                <a:path w="67933" h="14773">
                  <a:moveTo>
                    <a:pt x="67933" y="147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4" name="Output_receptor__4983">
              <a:extLst>
                <a:ext uri="{FF2B5EF4-FFF2-40B4-BE49-F238E27FC236}">
                  <a16:creationId xmlns:a16="http://schemas.microsoft.com/office/drawing/2014/main" id="{88706C32-02D0-EBAD-EABD-4567F60FAFBC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56137"/>
              <a:ext cx="12657" cy="20027"/>
            </a:xfrm>
            <a:custGeom>
              <a:avLst/>
              <a:gdLst/>
              <a:ahLst/>
              <a:cxnLst/>
              <a:rect l="0" t="0" r="0" b="0"/>
              <a:pathLst>
                <a:path w="12657" h="20027">
                  <a:moveTo>
                    <a:pt x="0" y="0"/>
                  </a:moveTo>
                  <a:lnTo>
                    <a:pt x="12657" y="2002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5" name="Output_receptor__4984">
              <a:extLst>
                <a:ext uri="{FF2B5EF4-FFF2-40B4-BE49-F238E27FC236}">
                  <a16:creationId xmlns:a16="http://schemas.microsoft.com/office/drawing/2014/main" id="{F4216471-078B-174E-8F53-45682C9724D0}"/>
                </a:ext>
              </a:extLst>
            </p:cNvPr>
            <p:cNvSpPr>
              <a:spLocks noGrp="1"/>
            </p:cNvSpPr>
            <p:nvPr/>
          </p:nvSpPr>
          <p:spPr>
            <a:xfrm>
              <a:off x="15561903" y="4108096"/>
              <a:ext cx="39607" cy="55388"/>
            </a:xfrm>
            <a:custGeom>
              <a:avLst/>
              <a:gdLst/>
              <a:ahLst/>
              <a:cxnLst/>
              <a:rect l="0" t="0" r="0" b="0"/>
              <a:pathLst>
                <a:path w="39607" h="55388">
                  <a:moveTo>
                    <a:pt x="0" y="55388"/>
                  </a:moveTo>
                  <a:lnTo>
                    <a:pt x="39607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6" name="Output_receptor__4985">
              <a:extLst>
                <a:ext uri="{FF2B5EF4-FFF2-40B4-BE49-F238E27FC236}">
                  <a16:creationId xmlns:a16="http://schemas.microsoft.com/office/drawing/2014/main" id="{FD1D4727-1E49-FB0D-26A2-8C30D7596D17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579047"/>
              <a:ext cx="61439" cy="29854"/>
            </a:xfrm>
            <a:custGeom>
              <a:avLst/>
              <a:gdLst/>
              <a:ahLst/>
              <a:cxnLst/>
              <a:rect l="0" t="0" r="0" b="0"/>
              <a:pathLst>
                <a:path w="61439" h="29854">
                  <a:moveTo>
                    <a:pt x="0" y="29854"/>
                  </a:moveTo>
                  <a:lnTo>
                    <a:pt x="6143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7" name="Output_receptor__4986">
              <a:extLst>
                <a:ext uri="{FF2B5EF4-FFF2-40B4-BE49-F238E27FC236}">
                  <a16:creationId xmlns:a16="http://schemas.microsoft.com/office/drawing/2014/main" id="{BFF9AABF-453C-E7BD-1C66-65E038E61D28}"/>
                </a:ext>
              </a:extLst>
            </p:cNvPr>
            <p:cNvSpPr>
              <a:spLocks noGrp="1"/>
            </p:cNvSpPr>
            <p:nvPr/>
          </p:nvSpPr>
          <p:spPr>
            <a:xfrm>
              <a:off x="15391930" y="3534885"/>
              <a:ext cx="60566" cy="5559"/>
            </a:xfrm>
            <a:custGeom>
              <a:avLst/>
              <a:gdLst/>
              <a:ahLst/>
              <a:cxnLst/>
              <a:rect l="0" t="0" r="0" b="0"/>
              <a:pathLst>
                <a:path w="60566" h="5559">
                  <a:moveTo>
                    <a:pt x="0" y="0"/>
                  </a:moveTo>
                  <a:lnTo>
                    <a:pt x="60566" y="555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8" name="Output_receptor__4987">
              <a:extLst>
                <a:ext uri="{FF2B5EF4-FFF2-40B4-BE49-F238E27FC236}">
                  <a16:creationId xmlns:a16="http://schemas.microsoft.com/office/drawing/2014/main" id="{D8BB6F39-53F2-55E0-57A7-A1E320821866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43758"/>
              <a:ext cx="24830" cy="55623"/>
            </a:xfrm>
            <a:custGeom>
              <a:avLst/>
              <a:gdLst/>
              <a:ahLst/>
              <a:cxnLst/>
              <a:rect l="0" t="0" r="0" b="0"/>
              <a:pathLst>
                <a:path w="24830" h="55623">
                  <a:moveTo>
                    <a:pt x="24830" y="0"/>
                  </a:moveTo>
                  <a:lnTo>
                    <a:pt x="0" y="5562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9" name="Output_receptor__4988">
              <a:extLst>
                <a:ext uri="{FF2B5EF4-FFF2-40B4-BE49-F238E27FC236}">
                  <a16:creationId xmlns:a16="http://schemas.microsoft.com/office/drawing/2014/main" id="{81034430-5335-0333-7FB5-611A57411ECA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0" y="3508756"/>
              <a:ext cx="32540" cy="64277"/>
            </a:xfrm>
            <a:custGeom>
              <a:avLst/>
              <a:gdLst/>
              <a:ahLst/>
              <a:cxnLst/>
              <a:rect l="0" t="0" r="0" b="0"/>
              <a:pathLst>
                <a:path w="32540" h="64277">
                  <a:moveTo>
                    <a:pt x="32540" y="0"/>
                  </a:moveTo>
                  <a:lnTo>
                    <a:pt x="0" y="6427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0" name="Output_receptor__4989">
              <a:extLst>
                <a:ext uri="{FF2B5EF4-FFF2-40B4-BE49-F238E27FC236}">
                  <a16:creationId xmlns:a16="http://schemas.microsoft.com/office/drawing/2014/main" id="{184D3912-8385-F848-472B-9C2B8ADF49A4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14708"/>
              <a:ext cx="39814" cy="50064"/>
            </a:xfrm>
            <a:custGeom>
              <a:avLst/>
              <a:gdLst/>
              <a:ahLst/>
              <a:cxnLst/>
              <a:rect l="0" t="0" r="0" b="0"/>
              <a:pathLst>
                <a:path w="39814" h="50064">
                  <a:moveTo>
                    <a:pt x="0" y="50064"/>
                  </a:moveTo>
                  <a:lnTo>
                    <a:pt x="3981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1" name="Output_receptor__4990">
              <a:extLst>
                <a:ext uri="{FF2B5EF4-FFF2-40B4-BE49-F238E27FC236}">
                  <a16:creationId xmlns:a16="http://schemas.microsoft.com/office/drawing/2014/main" id="{65E01F46-D804-04E2-9528-0FF32F9F9C20}"/>
                </a:ext>
              </a:extLst>
            </p:cNvPr>
            <p:cNvSpPr>
              <a:spLocks noGrp="1"/>
            </p:cNvSpPr>
            <p:nvPr/>
          </p:nvSpPr>
          <p:spPr>
            <a:xfrm>
              <a:off x="16253240" y="3451888"/>
              <a:ext cx="18107" cy="23623"/>
            </a:xfrm>
            <a:custGeom>
              <a:avLst/>
              <a:gdLst/>
              <a:ahLst/>
              <a:cxnLst/>
              <a:rect l="0" t="0" r="0" b="0"/>
              <a:pathLst>
                <a:path w="18107" h="23623">
                  <a:moveTo>
                    <a:pt x="0" y="23623"/>
                  </a:moveTo>
                  <a:lnTo>
                    <a:pt x="18107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2" name="Output_receptor__4991">
              <a:extLst>
                <a:ext uri="{FF2B5EF4-FFF2-40B4-BE49-F238E27FC236}">
                  <a16:creationId xmlns:a16="http://schemas.microsoft.com/office/drawing/2014/main" id="{CB78169B-7743-5DA8-C61D-E42516318AC4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34885"/>
              <a:ext cx="37145" cy="33835"/>
            </a:xfrm>
            <a:custGeom>
              <a:avLst/>
              <a:gdLst/>
              <a:ahLst/>
              <a:cxnLst/>
              <a:rect l="0" t="0" r="0" b="0"/>
              <a:pathLst>
                <a:path w="37145" h="33835">
                  <a:moveTo>
                    <a:pt x="0" y="33835"/>
                  </a:moveTo>
                  <a:lnTo>
                    <a:pt x="3714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3" name="Output_receptor__4992">
              <a:extLst>
                <a:ext uri="{FF2B5EF4-FFF2-40B4-BE49-F238E27FC236}">
                  <a16:creationId xmlns:a16="http://schemas.microsoft.com/office/drawing/2014/main" id="{D06C1DDC-52F9-7E63-9C18-33437EC1EEC9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34658"/>
              <a:ext cx="29110" cy="63134"/>
            </a:xfrm>
            <a:custGeom>
              <a:avLst/>
              <a:gdLst/>
              <a:ahLst/>
              <a:cxnLst/>
              <a:rect l="0" t="0" r="0" b="0"/>
              <a:pathLst>
                <a:path w="29110" h="63134">
                  <a:moveTo>
                    <a:pt x="0" y="63134"/>
                  </a:moveTo>
                  <a:lnTo>
                    <a:pt x="2911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4" name="Output_receptor__4993">
              <a:extLst>
                <a:ext uri="{FF2B5EF4-FFF2-40B4-BE49-F238E27FC236}">
                  <a16:creationId xmlns:a16="http://schemas.microsoft.com/office/drawing/2014/main" id="{27F26673-BB04-C08F-A373-974BC4F9BF16}"/>
                </a:ext>
              </a:extLst>
            </p:cNvPr>
            <p:cNvSpPr>
              <a:spLocks noGrp="1"/>
            </p:cNvSpPr>
            <p:nvPr/>
          </p:nvSpPr>
          <p:spPr>
            <a:xfrm>
              <a:off x="16510790" y="4217782"/>
              <a:ext cx="59533" cy="33302"/>
            </a:xfrm>
            <a:custGeom>
              <a:avLst/>
              <a:gdLst/>
              <a:ahLst/>
              <a:cxnLst/>
              <a:rect l="0" t="0" r="0" b="0"/>
              <a:pathLst>
                <a:path w="59533" h="33302">
                  <a:moveTo>
                    <a:pt x="0" y="0"/>
                  </a:moveTo>
                  <a:lnTo>
                    <a:pt x="59533" y="3330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5" name="Output_receptor__4994">
              <a:extLst>
                <a:ext uri="{FF2B5EF4-FFF2-40B4-BE49-F238E27FC236}">
                  <a16:creationId xmlns:a16="http://schemas.microsoft.com/office/drawing/2014/main" id="{3A677BF1-8CC0-1BFE-6C4D-8E0C44BE1267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35800" cy="3830"/>
            </a:xfrm>
            <a:custGeom>
              <a:avLst/>
              <a:gdLst/>
              <a:ahLst/>
              <a:cxnLst/>
              <a:rect l="0" t="0" r="0" b="0"/>
              <a:pathLst>
                <a:path w="35800" h="3830">
                  <a:moveTo>
                    <a:pt x="0" y="0"/>
                  </a:moveTo>
                  <a:lnTo>
                    <a:pt x="35800" y="383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6" name="Output_receptor__4995">
              <a:extLst>
                <a:ext uri="{FF2B5EF4-FFF2-40B4-BE49-F238E27FC236}">
                  <a16:creationId xmlns:a16="http://schemas.microsoft.com/office/drawing/2014/main" id="{3A5A8920-F5E2-F0F2-054C-7AAF8B274ED0}"/>
                </a:ext>
              </a:extLst>
            </p:cNvPr>
            <p:cNvSpPr>
              <a:spLocks noGrp="1"/>
            </p:cNvSpPr>
            <p:nvPr/>
          </p:nvSpPr>
          <p:spPr>
            <a:xfrm>
              <a:off x="15601511" y="4108096"/>
              <a:ext cx="52955" cy="21757"/>
            </a:xfrm>
            <a:custGeom>
              <a:avLst/>
              <a:gdLst/>
              <a:ahLst/>
              <a:cxnLst/>
              <a:rect l="0" t="0" r="0" b="0"/>
              <a:pathLst>
                <a:path w="52955" h="21757">
                  <a:moveTo>
                    <a:pt x="0" y="0"/>
                  </a:moveTo>
                  <a:lnTo>
                    <a:pt x="52955" y="2175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7" name="Output_receptor__4996">
              <a:extLst>
                <a:ext uri="{FF2B5EF4-FFF2-40B4-BE49-F238E27FC236}">
                  <a16:creationId xmlns:a16="http://schemas.microsoft.com/office/drawing/2014/main" id="{F8B3B561-CEF4-52E2-EE8B-DD87B3760EB1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1420"/>
              <a:ext cx="72420" cy="2558"/>
            </a:xfrm>
            <a:custGeom>
              <a:avLst/>
              <a:gdLst/>
              <a:ahLst/>
              <a:cxnLst/>
              <a:rect l="0" t="0" r="0" b="0"/>
              <a:pathLst>
                <a:path w="72420" h="2558">
                  <a:moveTo>
                    <a:pt x="72420" y="0"/>
                  </a:moveTo>
                  <a:lnTo>
                    <a:pt x="0" y="25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8" name="Output_receptor__4997">
              <a:extLst>
                <a:ext uri="{FF2B5EF4-FFF2-40B4-BE49-F238E27FC236}">
                  <a16:creationId xmlns:a16="http://schemas.microsoft.com/office/drawing/2014/main" id="{EEDA600B-AAD5-2DB2-429F-75726443E31E}"/>
                </a:ext>
              </a:extLst>
            </p:cNvPr>
            <p:cNvSpPr>
              <a:spLocks noGrp="1"/>
            </p:cNvSpPr>
            <p:nvPr/>
          </p:nvSpPr>
          <p:spPr>
            <a:xfrm>
              <a:off x="15452496" y="3540444"/>
              <a:ext cx="41856" cy="54762"/>
            </a:xfrm>
            <a:custGeom>
              <a:avLst/>
              <a:gdLst/>
              <a:ahLst/>
              <a:cxnLst/>
              <a:rect l="0" t="0" r="0" b="0"/>
              <a:pathLst>
                <a:path w="41856" h="54762">
                  <a:moveTo>
                    <a:pt x="0" y="0"/>
                  </a:moveTo>
                  <a:lnTo>
                    <a:pt x="41856" y="54762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9" name="Output_receptor__4998">
              <a:extLst>
                <a:ext uri="{FF2B5EF4-FFF2-40B4-BE49-F238E27FC236}">
                  <a16:creationId xmlns:a16="http://schemas.microsoft.com/office/drawing/2014/main" id="{4532C49C-99E9-3816-B28B-A414D5233116}"/>
                </a:ext>
              </a:extLst>
            </p:cNvPr>
            <p:cNvSpPr>
              <a:spLocks noGrp="1"/>
            </p:cNvSpPr>
            <p:nvPr/>
          </p:nvSpPr>
          <p:spPr>
            <a:xfrm>
              <a:off x="16187202" y="3998953"/>
              <a:ext cx="67796" cy="6176"/>
            </a:xfrm>
            <a:custGeom>
              <a:avLst/>
              <a:gdLst/>
              <a:ahLst/>
              <a:cxnLst/>
              <a:rect l="0" t="0" r="0" b="0"/>
              <a:pathLst>
                <a:path w="67796" h="6176">
                  <a:moveTo>
                    <a:pt x="67796" y="6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0" name="Output_receptor__4999">
              <a:extLst>
                <a:ext uri="{FF2B5EF4-FFF2-40B4-BE49-F238E27FC236}">
                  <a16:creationId xmlns:a16="http://schemas.microsoft.com/office/drawing/2014/main" id="{94CC4872-231B-9E25-D0F2-CE9ED57347E1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51084"/>
              <a:ext cx="26396" cy="64430"/>
            </a:xfrm>
            <a:custGeom>
              <a:avLst/>
              <a:gdLst/>
              <a:ahLst/>
              <a:cxnLst/>
              <a:rect l="0" t="0" r="0" b="0"/>
              <a:pathLst>
                <a:path w="26396" h="64430">
                  <a:moveTo>
                    <a:pt x="26396" y="0"/>
                  </a:moveTo>
                  <a:lnTo>
                    <a:pt x="0" y="6443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001" name="Output_receptor__5000">
              <a:extLst>
                <a:ext uri="{FF2B5EF4-FFF2-40B4-BE49-F238E27FC236}">
                  <a16:creationId xmlns:a16="http://schemas.microsoft.com/office/drawing/2014/main" id="{59B40D37-B742-1074-B28A-7236789C40C4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897934"/>
              <a:ext cx="43604" cy="33909"/>
            </a:xfrm>
            <a:custGeom>
              <a:avLst/>
              <a:gdLst/>
              <a:ahLst/>
              <a:cxnLst/>
              <a:rect l="0" t="0" r="0" b="0"/>
              <a:pathLst>
                <a:path w="43604" h="33909">
                  <a:moveTo>
                    <a:pt x="43604" y="0"/>
                  </a:moveTo>
                  <a:lnTo>
                    <a:pt x="0" y="339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2" name="Output_receptor__5001">
              <a:extLst>
                <a:ext uri="{FF2B5EF4-FFF2-40B4-BE49-F238E27FC236}">
                  <a16:creationId xmlns:a16="http://schemas.microsoft.com/office/drawing/2014/main" id="{1CFDE91B-7FAA-1406-06C2-01947D5C205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17777"/>
              <a:ext cx="14452" cy="70721"/>
            </a:xfrm>
            <a:custGeom>
              <a:avLst/>
              <a:gdLst/>
              <a:ahLst/>
              <a:cxnLst/>
              <a:rect l="0" t="0" r="0" b="0"/>
              <a:pathLst>
                <a:path w="14452" h="70721">
                  <a:moveTo>
                    <a:pt x="0" y="70721"/>
                  </a:moveTo>
                  <a:lnTo>
                    <a:pt x="1445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3" name="Output_receptor__5002">
              <a:extLst>
                <a:ext uri="{FF2B5EF4-FFF2-40B4-BE49-F238E27FC236}">
                  <a16:creationId xmlns:a16="http://schemas.microsoft.com/office/drawing/2014/main" id="{ED90A025-F05C-671B-72C4-87C1B15FF81F}"/>
                </a:ext>
              </a:extLst>
            </p:cNvPr>
            <p:cNvSpPr>
              <a:spLocks noGrp="1"/>
            </p:cNvSpPr>
            <p:nvPr/>
          </p:nvSpPr>
          <p:spPr>
            <a:xfrm>
              <a:off x="16394367" y="3841063"/>
              <a:ext cx="7954" cy="56871"/>
            </a:xfrm>
            <a:custGeom>
              <a:avLst/>
              <a:gdLst/>
              <a:ahLst/>
              <a:cxnLst/>
              <a:rect l="0" t="0" r="0" b="0"/>
              <a:pathLst>
                <a:path w="7954" h="56871">
                  <a:moveTo>
                    <a:pt x="7954" y="0"/>
                  </a:moveTo>
                  <a:lnTo>
                    <a:pt x="0" y="568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4" name="Output_receptor__5003">
              <a:extLst>
                <a:ext uri="{FF2B5EF4-FFF2-40B4-BE49-F238E27FC236}">
                  <a16:creationId xmlns:a16="http://schemas.microsoft.com/office/drawing/2014/main" id="{C86AEF83-D932-A2BF-27CF-60B8A0AD62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805" y="3480426"/>
              <a:ext cx="32075" cy="62321"/>
            </a:xfrm>
            <a:custGeom>
              <a:avLst/>
              <a:gdLst/>
              <a:ahLst/>
              <a:cxnLst/>
              <a:rect l="0" t="0" r="0" b="0"/>
              <a:pathLst>
                <a:path w="32075" h="62321">
                  <a:moveTo>
                    <a:pt x="0" y="62321"/>
                  </a:moveTo>
                  <a:lnTo>
                    <a:pt x="32075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5" name="Output_receptor__5004">
              <a:extLst>
                <a:ext uri="{FF2B5EF4-FFF2-40B4-BE49-F238E27FC236}">
                  <a16:creationId xmlns:a16="http://schemas.microsoft.com/office/drawing/2014/main" id="{25B99782-1FC4-A32A-F799-8C4F3E248F3C}"/>
                </a:ext>
              </a:extLst>
            </p:cNvPr>
            <p:cNvSpPr>
              <a:spLocks noGrp="1"/>
            </p:cNvSpPr>
            <p:nvPr/>
          </p:nvSpPr>
          <p:spPr>
            <a:xfrm>
              <a:off x="15579895" y="4340748"/>
              <a:ext cx="48387" cy="44372"/>
            </a:xfrm>
            <a:custGeom>
              <a:avLst/>
              <a:gdLst/>
              <a:ahLst/>
              <a:cxnLst/>
              <a:rect l="0" t="0" r="0" b="0"/>
              <a:pathLst>
                <a:path w="48387" h="44372">
                  <a:moveTo>
                    <a:pt x="48387" y="443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6" name="Output_receptor__5005">
              <a:extLst>
                <a:ext uri="{FF2B5EF4-FFF2-40B4-BE49-F238E27FC236}">
                  <a16:creationId xmlns:a16="http://schemas.microsoft.com/office/drawing/2014/main" id="{F71CD8AF-EC95-29AB-4537-2CC16FA317AE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0748"/>
              <a:ext cx="56836" cy="33618"/>
            </a:xfrm>
            <a:custGeom>
              <a:avLst/>
              <a:gdLst/>
              <a:ahLst/>
              <a:cxnLst/>
              <a:rect l="0" t="0" r="0" b="0"/>
              <a:pathLst>
                <a:path w="56836" h="33618">
                  <a:moveTo>
                    <a:pt x="56836" y="0"/>
                  </a:moveTo>
                  <a:lnTo>
                    <a:pt x="0" y="3361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7" name="Output_receptor__5006">
              <a:extLst>
                <a:ext uri="{FF2B5EF4-FFF2-40B4-BE49-F238E27FC236}">
                  <a16:creationId xmlns:a16="http://schemas.microsoft.com/office/drawing/2014/main" id="{8D04ED91-A29A-5C6A-39C4-CE0A11156D5E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29853"/>
              <a:ext cx="7350" cy="66007"/>
            </a:xfrm>
            <a:custGeom>
              <a:avLst/>
              <a:gdLst/>
              <a:ahLst/>
              <a:cxnLst/>
              <a:rect l="0" t="0" r="0" b="0"/>
              <a:pathLst>
                <a:path w="7350" h="66007">
                  <a:moveTo>
                    <a:pt x="7350" y="0"/>
                  </a:moveTo>
                  <a:lnTo>
                    <a:pt x="0" y="660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8" name="Output_receptor__5007">
              <a:extLst>
                <a:ext uri="{FF2B5EF4-FFF2-40B4-BE49-F238E27FC236}">
                  <a16:creationId xmlns:a16="http://schemas.microsoft.com/office/drawing/2014/main" id="{EF62AA72-CE32-7E2B-F281-A376C8CE39BB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60976"/>
              <a:ext cx="55378" cy="26637"/>
            </a:xfrm>
            <a:custGeom>
              <a:avLst/>
              <a:gdLst/>
              <a:ahLst/>
              <a:cxnLst/>
              <a:rect l="0" t="0" r="0" b="0"/>
              <a:pathLst>
                <a:path w="55378" h="26637">
                  <a:moveTo>
                    <a:pt x="0" y="26637"/>
                  </a:moveTo>
                  <a:lnTo>
                    <a:pt x="5537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09" name="Output_receptor__5008">
              <a:extLst>
                <a:ext uri="{FF2B5EF4-FFF2-40B4-BE49-F238E27FC236}">
                  <a16:creationId xmlns:a16="http://schemas.microsoft.com/office/drawing/2014/main" id="{DA2923CC-CB72-C167-E0BE-9432D5D0B143}"/>
                </a:ext>
              </a:extLst>
            </p:cNvPr>
            <p:cNvSpPr>
              <a:spLocks noGrp="1"/>
            </p:cNvSpPr>
            <p:nvPr/>
          </p:nvSpPr>
          <p:spPr>
            <a:xfrm>
              <a:off x="15743515" y="3389386"/>
              <a:ext cx="26847" cy="60706"/>
            </a:xfrm>
            <a:custGeom>
              <a:avLst/>
              <a:gdLst/>
              <a:ahLst/>
              <a:cxnLst/>
              <a:rect l="0" t="0" r="0" b="0"/>
              <a:pathLst>
                <a:path w="26847" h="60706">
                  <a:moveTo>
                    <a:pt x="0" y="0"/>
                  </a:moveTo>
                  <a:lnTo>
                    <a:pt x="26847" y="607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0" name="Output_receptor__5009">
              <a:extLst>
                <a:ext uri="{FF2B5EF4-FFF2-40B4-BE49-F238E27FC236}">
                  <a16:creationId xmlns:a16="http://schemas.microsoft.com/office/drawing/2014/main" id="{EEB06C29-85AB-F424-6275-E9EFDF132AD3}"/>
                </a:ext>
              </a:extLst>
            </p:cNvPr>
            <p:cNvSpPr>
              <a:spLocks noGrp="1"/>
            </p:cNvSpPr>
            <p:nvPr/>
          </p:nvSpPr>
          <p:spPr>
            <a:xfrm>
              <a:off x="15711082" y="3665579"/>
              <a:ext cx="21379" cy="37692"/>
            </a:xfrm>
            <a:custGeom>
              <a:avLst/>
              <a:gdLst/>
              <a:ahLst/>
              <a:cxnLst/>
              <a:rect l="0" t="0" r="0" b="0"/>
              <a:pathLst>
                <a:path w="21379" h="37692">
                  <a:moveTo>
                    <a:pt x="21379" y="0"/>
                  </a:moveTo>
                  <a:lnTo>
                    <a:pt x="0" y="3769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1" name="Output_receptor__5010">
              <a:extLst>
                <a:ext uri="{FF2B5EF4-FFF2-40B4-BE49-F238E27FC236}">
                  <a16:creationId xmlns:a16="http://schemas.microsoft.com/office/drawing/2014/main" id="{C8D3DA51-3FFF-4659-6E28-047F84427B32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300286"/>
              <a:ext cx="52694" cy="48139"/>
            </a:xfrm>
            <a:custGeom>
              <a:avLst/>
              <a:gdLst/>
              <a:ahLst/>
              <a:cxnLst/>
              <a:rect l="0" t="0" r="0" b="0"/>
              <a:pathLst>
                <a:path w="52694" h="48139">
                  <a:moveTo>
                    <a:pt x="52694" y="48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2" name="Output_receptor__5011">
              <a:extLst>
                <a:ext uri="{FF2B5EF4-FFF2-40B4-BE49-F238E27FC236}">
                  <a16:creationId xmlns:a16="http://schemas.microsoft.com/office/drawing/2014/main" id="{E47B1A2D-4B10-7A6C-4A6A-62E277C0A6ED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842657"/>
              <a:ext cx="7507" cy="2909"/>
            </a:xfrm>
            <a:custGeom>
              <a:avLst/>
              <a:gdLst/>
              <a:ahLst/>
              <a:cxnLst/>
              <a:rect l="0" t="0" r="0" b="0"/>
              <a:pathLst>
                <a:path w="7507" h="2909">
                  <a:moveTo>
                    <a:pt x="0" y="0"/>
                  </a:moveTo>
                  <a:lnTo>
                    <a:pt x="7507" y="290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3" name="Output_receptor__5012">
              <a:extLst>
                <a:ext uri="{FF2B5EF4-FFF2-40B4-BE49-F238E27FC236}">
                  <a16:creationId xmlns:a16="http://schemas.microsoft.com/office/drawing/2014/main" id="{BF6CC745-6CBF-C114-C0AA-F5515601206F}"/>
                </a:ext>
              </a:extLst>
            </p:cNvPr>
            <p:cNvSpPr>
              <a:spLocks noGrp="1"/>
            </p:cNvSpPr>
            <p:nvPr/>
          </p:nvSpPr>
          <p:spPr>
            <a:xfrm>
              <a:off x="16178075" y="3454930"/>
              <a:ext cx="16798" cy="56689"/>
            </a:xfrm>
            <a:custGeom>
              <a:avLst/>
              <a:gdLst/>
              <a:ahLst/>
              <a:cxnLst/>
              <a:rect l="0" t="0" r="0" b="0"/>
              <a:pathLst>
                <a:path w="16798" h="56689">
                  <a:moveTo>
                    <a:pt x="0" y="0"/>
                  </a:moveTo>
                  <a:lnTo>
                    <a:pt x="16798" y="56689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14" name="Output_receptor__5013">
              <a:extLst>
                <a:ext uri="{FF2B5EF4-FFF2-40B4-BE49-F238E27FC236}">
                  <a16:creationId xmlns:a16="http://schemas.microsoft.com/office/drawing/2014/main" id="{D4D5CFBC-183D-4096-04FF-61C49778FED1}"/>
                </a:ext>
              </a:extLst>
            </p:cNvPr>
            <p:cNvSpPr>
              <a:spLocks noGrp="1"/>
            </p:cNvSpPr>
            <p:nvPr/>
          </p:nvSpPr>
          <p:spPr>
            <a:xfrm>
              <a:off x="15588460" y="4385120"/>
              <a:ext cx="39822" cy="58415"/>
            </a:xfrm>
            <a:custGeom>
              <a:avLst/>
              <a:gdLst/>
              <a:ahLst/>
              <a:cxnLst/>
              <a:rect l="0" t="0" r="0" b="0"/>
              <a:pathLst>
                <a:path w="39822" h="58415">
                  <a:moveTo>
                    <a:pt x="0" y="58415"/>
                  </a:moveTo>
                  <a:lnTo>
                    <a:pt x="3982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5" name="Output_receptor__5014">
              <a:extLst>
                <a:ext uri="{FF2B5EF4-FFF2-40B4-BE49-F238E27FC236}">
                  <a16:creationId xmlns:a16="http://schemas.microsoft.com/office/drawing/2014/main" id="{AA3E93E3-B70D-98F1-BE32-6995385BA2D3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217782"/>
              <a:ext cx="37784" cy="24809"/>
            </a:xfrm>
            <a:custGeom>
              <a:avLst/>
              <a:gdLst/>
              <a:ahLst/>
              <a:cxnLst/>
              <a:rect l="0" t="0" r="0" b="0"/>
              <a:pathLst>
                <a:path w="37784" h="24809">
                  <a:moveTo>
                    <a:pt x="0" y="24809"/>
                  </a:moveTo>
                  <a:lnTo>
                    <a:pt x="3778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6" name="Output_receptor__5015">
              <a:extLst>
                <a:ext uri="{FF2B5EF4-FFF2-40B4-BE49-F238E27FC236}">
                  <a16:creationId xmlns:a16="http://schemas.microsoft.com/office/drawing/2014/main" id="{3409DEED-730B-8FCB-64F6-9B5C75125CA3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3031417"/>
              <a:ext cx="55063" cy="32816"/>
            </a:xfrm>
            <a:custGeom>
              <a:avLst/>
              <a:gdLst/>
              <a:ahLst/>
              <a:cxnLst/>
              <a:rect l="0" t="0" r="0" b="0"/>
              <a:pathLst>
                <a:path w="55063" h="32816">
                  <a:moveTo>
                    <a:pt x="0" y="0"/>
                  </a:moveTo>
                  <a:lnTo>
                    <a:pt x="55063" y="3281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7" name="Output_receptor__5016">
              <a:extLst>
                <a:ext uri="{FF2B5EF4-FFF2-40B4-BE49-F238E27FC236}">
                  <a16:creationId xmlns:a16="http://schemas.microsoft.com/office/drawing/2014/main" id="{212CAC91-C1C2-4D4E-2C15-8BA5AB064522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05829"/>
              <a:ext cx="39569" cy="59608"/>
            </a:xfrm>
            <a:custGeom>
              <a:avLst/>
              <a:gdLst/>
              <a:ahLst/>
              <a:cxnLst/>
              <a:rect l="0" t="0" r="0" b="0"/>
              <a:pathLst>
                <a:path w="39569" h="59608">
                  <a:moveTo>
                    <a:pt x="0" y="59608"/>
                  </a:moveTo>
                  <a:lnTo>
                    <a:pt x="3956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8" name="Output_receptor__5017">
              <a:extLst>
                <a:ext uri="{FF2B5EF4-FFF2-40B4-BE49-F238E27FC236}">
                  <a16:creationId xmlns:a16="http://schemas.microsoft.com/office/drawing/2014/main" id="{24F6A0E2-97B9-7B42-EC96-939528234833}"/>
                </a:ext>
              </a:extLst>
            </p:cNvPr>
            <p:cNvSpPr>
              <a:spLocks noGrp="1"/>
            </p:cNvSpPr>
            <p:nvPr/>
          </p:nvSpPr>
          <p:spPr>
            <a:xfrm>
              <a:off x="16447330" y="3626389"/>
              <a:ext cx="71549" cy="9678"/>
            </a:xfrm>
            <a:custGeom>
              <a:avLst/>
              <a:gdLst/>
              <a:ahLst/>
              <a:cxnLst/>
              <a:rect l="0" t="0" r="0" b="0"/>
              <a:pathLst>
                <a:path w="71549" h="9678">
                  <a:moveTo>
                    <a:pt x="0" y="0"/>
                  </a:moveTo>
                  <a:lnTo>
                    <a:pt x="71549" y="96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9" name="Output_receptor__5018">
              <a:extLst>
                <a:ext uri="{FF2B5EF4-FFF2-40B4-BE49-F238E27FC236}">
                  <a16:creationId xmlns:a16="http://schemas.microsoft.com/office/drawing/2014/main" id="{3846C0BA-42B8-61FD-9F7D-54C5FE06F22B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47942"/>
              <a:ext cx="8590" cy="52343"/>
            </a:xfrm>
            <a:custGeom>
              <a:avLst/>
              <a:gdLst/>
              <a:ahLst/>
              <a:cxnLst/>
              <a:rect l="0" t="0" r="0" b="0"/>
              <a:pathLst>
                <a:path w="8590" h="52343">
                  <a:moveTo>
                    <a:pt x="8590" y="523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0" name="Output_receptor__5019">
              <a:extLst>
                <a:ext uri="{FF2B5EF4-FFF2-40B4-BE49-F238E27FC236}">
                  <a16:creationId xmlns:a16="http://schemas.microsoft.com/office/drawing/2014/main" id="{F83918B7-D35C-14E3-C9CC-D2CF32D3FF77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2130"/>
              <a:ext cx="59029" cy="21730"/>
            </a:xfrm>
            <a:custGeom>
              <a:avLst/>
              <a:gdLst/>
              <a:ahLst/>
              <a:cxnLst/>
              <a:rect l="0" t="0" r="0" b="0"/>
              <a:pathLst>
                <a:path w="59029" h="21730">
                  <a:moveTo>
                    <a:pt x="0" y="21730"/>
                  </a:moveTo>
                  <a:lnTo>
                    <a:pt x="5902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1" name="Output_receptor__5020">
              <a:extLst>
                <a:ext uri="{FF2B5EF4-FFF2-40B4-BE49-F238E27FC236}">
                  <a16:creationId xmlns:a16="http://schemas.microsoft.com/office/drawing/2014/main" id="{E5F17CBC-9C09-287E-2B87-729DBF8DF804}"/>
                </a:ext>
              </a:extLst>
            </p:cNvPr>
            <p:cNvSpPr>
              <a:spLocks noGrp="1"/>
            </p:cNvSpPr>
            <p:nvPr/>
          </p:nvSpPr>
          <p:spPr>
            <a:xfrm>
              <a:off x="16142481" y="2955984"/>
              <a:ext cx="54818" cy="2912"/>
            </a:xfrm>
            <a:custGeom>
              <a:avLst/>
              <a:gdLst/>
              <a:ahLst/>
              <a:cxnLst/>
              <a:rect l="0" t="0" r="0" b="0"/>
              <a:pathLst>
                <a:path w="54818" h="2912">
                  <a:moveTo>
                    <a:pt x="0" y="2912"/>
                  </a:moveTo>
                  <a:lnTo>
                    <a:pt x="5481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2" name="Output_receptor__5021">
              <a:extLst>
                <a:ext uri="{FF2B5EF4-FFF2-40B4-BE49-F238E27FC236}">
                  <a16:creationId xmlns:a16="http://schemas.microsoft.com/office/drawing/2014/main" id="{15DCC012-F7E3-7EAF-D152-9E0155E403F4}"/>
                </a:ext>
              </a:extLst>
            </p:cNvPr>
            <p:cNvSpPr>
              <a:spLocks noGrp="1"/>
            </p:cNvSpPr>
            <p:nvPr/>
          </p:nvSpPr>
          <p:spPr>
            <a:xfrm>
              <a:off x="16010926" y="3456624"/>
              <a:ext cx="62461" cy="29132"/>
            </a:xfrm>
            <a:custGeom>
              <a:avLst/>
              <a:gdLst/>
              <a:ahLst/>
              <a:cxnLst/>
              <a:rect l="0" t="0" r="0" b="0"/>
              <a:pathLst>
                <a:path w="62461" h="29132">
                  <a:moveTo>
                    <a:pt x="62461" y="0"/>
                  </a:moveTo>
                  <a:lnTo>
                    <a:pt x="0" y="2913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3" name="Output_receptor__5022">
              <a:extLst>
                <a:ext uri="{FF2B5EF4-FFF2-40B4-BE49-F238E27FC236}">
                  <a16:creationId xmlns:a16="http://schemas.microsoft.com/office/drawing/2014/main" id="{68CCC9DB-7FE1-E52E-8538-2CC86B111674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96108"/>
              <a:ext cx="30784" cy="6598"/>
            </a:xfrm>
            <a:custGeom>
              <a:avLst/>
              <a:gdLst/>
              <a:ahLst/>
              <a:cxnLst/>
              <a:rect l="0" t="0" r="0" b="0"/>
              <a:pathLst>
                <a:path w="30784" h="6598">
                  <a:moveTo>
                    <a:pt x="30784" y="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4" name="Output_receptor__5023">
              <a:extLst>
                <a:ext uri="{FF2B5EF4-FFF2-40B4-BE49-F238E27FC236}">
                  <a16:creationId xmlns:a16="http://schemas.microsoft.com/office/drawing/2014/main" id="{6092FDE5-7550-3133-BC56-15670A464B46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2973396"/>
              <a:ext cx="9342" cy="58022"/>
            </a:xfrm>
            <a:custGeom>
              <a:avLst/>
              <a:gdLst/>
              <a:ahLst/>
              <a:cxnLst/>
              <a:rect l="0" t="0" r="0" b="0"/>
              <a:pathLst>
                <a:path w="9342" h="58022">
                  <a:moveTo>
                    <a:pt x="9342" y="0"/>
                  </a:moveTo>
                  <a:lnTo>
                    <a:pt x="0" y="5802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5" name="Output_receptor__5024">
              <a:extLst>
                <a:ext uri="{FF2B5EF4-FFF2-40B4-BE49-F238E27FC236}">
                  <a16:creationId xmlns:a16="http://schemas.microsoft.com/office/drawing/2014/main" id="{090D115E-1272-127E-E687-78069B79EAE5}"/>
                </a:ext>
              </a:extLst>
            </p:cNvPr>
            <p:cNvSpPr>
              <a:spLocks noGrp="1"/>
            </p:cNvSpPr>
            <p:nvPr/>
          </p:nvSpPr>
          <p:spPr>
            <a:xfrm>
              <a:off x="15494352" y="3595206"/>
              <a:ext cx="41895" cy="3546"/>
            </a:xfrm>
            <a:custGeom>
              <a:avLst/>
              <a:gdLst/>
              <a:ahLst/>
              <a:cxnLst/>
              <a:rect l="0" t="0" r="0" b="0"/>
              <a:pathLst>
                <a:path w="41895" h="3546">
                  <a:moveTo>
                    <a:pt x="0" y="0"/>
                  </a:moveTo>
                  <a:lnTo>
                    <a:pt x="41895" y="354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6" name="Output_receptor__5025">
              <a:extLst>
                <a:ext uri="{FF2B5EF4-FFF2-40B4-BE49-F238E27FC236}">
                  <a16:creationId xmlns:a16="http://schemas.microsoft.com/office/drawing/2014/main" id="{202791E2-8D29-0C16-50DE-128FA909203D}"/>
                </a:ext>
              </a:extLst>
            </p:cNvPr>
            <p:cNvSpPr>
              <a:spLocks noGrp="1"/>
            </p:cNvSpPr>
            <p:nvPr/>
          </p:nvSpPr>
          <p:spPr>
            <a:xfrm>
              <a:off x="16763431" y="4121420"/>
              <a:ext cx="4447" cy="56590"/>
            </a:xfrm>
            <a:custGeom>
              <a:avLst/>
              <a:gdLst/>
              <a:ahLst/>
              <a:cxnLst/>
              <a:rect l="0" t="0" r="0" b="0"/>
              <a:pathLst>
                <a:path w="4447" h="56590">
                  <a:moveTo>
                    <a:pt x="4447" y="56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7" name="Output_receptor__5026">
              <a:extLst>
                <a:ext uri="{FF2B5EF4-FFF2-40B4-BE49-F238E27FC236}">
                  <a16:creationId xmlns:a16="http://schemas.microsoft.com/office/drawing/2014/main" id="{DA59AFEF-0EF8-3078-8EB9-1966E300E035}"/>
                </a:ext>
              </a:extLst>
            </p:cNvPr>
            <p:cNvSpPr>
              <a:spLocks noGrp="1"/>
            </p:cNvSpPr>
            <p:nvPr/>
          </p:nvSpPr>
          <p:spPr>
            <a:xfrm>
              <a:off x="16336624" y="3476513"/>
              <a:ext cx="42146" cy="32243"/>
            </a:xfrm>
            <a:custGeom>
              <a:avLst/>
              <a:gdLst/>
              <a:ahLst/>
              <a:cxnLst/>
              <a:rect l="0" t="0" r="0" b="0"/>
              <a:pathLst>
                <a:path w="42146" h="32243">
                  <a:moveTo>
                    <a:pt x="0" y="0"/>
                  </a:moveTo>
                  <a:lnTo>
                    <a:pt x="42146" y="32243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8" name="Output_receptor__5027">
              <a:extLst>
                <a:ext uri="{FF2B5EF4-FFF2-40B4-BE49-F238E27FC236}">
                  <a16:creationId xmlns:a16="http://schemas.microsoft.com/office/drawing/2014/main" id="{D0344D26-5594-DAF0-4BDF-5717B451D894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701866"/>
              <a:ext cx="55391" cy="14302"/>
            </a:xfrm>
            <a:custGeom>
              <a:avLst/>
              <a:gdLst/>
              <a:ahLst/>
              <a:cxnLst/>
              <a:rect l="0" t="0" r="0" b="0"/>
              <a:pathLst>
                <a:path w="55391" h="14302">
                  <a:moveTo>
                    <a:pt x="55391" y="0"/>
                  </a:moveTo>
                  <a:lnTo>
                    <a:pt x="0" y="1430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9" name="Output_receptor__5028">
              <a:extLst>
                <a:ext uri="{FF2B5EF4-FFF2-40B4-BE49-F238E27FC236}">
                  <a16:creationId xmlns:a16="http://schemas.microsoft.com/office/drawing/2014/main" id="{A83FEB40-EE88-2CAE-C5D7-7689204939F3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608901"/>
              <a:ext cx="38194" cy="47400"/>
            </a:xfrm>
            <a:custGeom>
              <a:avLst/>
              <a:gdLst/>
              <a:ahLst/>
              <a:cxnLst/>
              <a:rect l="0" t="0" r="0" b="0"/>
              <a:pathLst>
                <a:path w="38194" h="47400">
                  <a:moveTo>
                    <a:pt x="38194" y="47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0" name="Output_receptor__5029">
              <a:extLst>
                <a:ext uri="{FF2B5EF4-FFF2-40B4-BE49-F238E27FC236}">
                  <a16:creationId xmlns:a16="http://schemas.microsoft.com/office/drawing/2014/main" id="{11BB9A4E-68C1-675B-E9AD-C90F0233753F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98953"/>
              <a:ext cx="24997" cy="9282"/>
            </a:xfrm>
            <a:custGeom>
              <a:avLst/>
              <a:gdLst/>
              <a:ahLst/>
              <a:cxnLst/>
              <a:rect l="0" t="0" r="0" b="0"/>
              <a:pathLst>
                <a:path w="24997" h="9282">
                  <a:moveTo>
                    <a:pt x="24997" y="0"/>
                  </a:moveTo>
                  <a:lnTo>
                    <a:pt x="0" y="928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1" name="Output_receptor__5030">
              <a:extLst>
                <a:ext uri="{FF2B5EF4-FFF2-40B4-BE49-F238E27FC236}">
                  <a16:creationId xmlns:a16="http://schemas.microsoft.com/office/drawing/2014/main" id="{F278947F-43B5-A59B-1CDD-348AB63C3B35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178010"/>
              <a:ext cx="46379" cy="37539"/>
            </a:xfrm>
            <a:custGeom>
              <a:avLst/>
              <a:gdLst/>
              <a:ahLst/>
              <a:cxnLst/>
              <a:rect l="0" t="0" r="0" b="0"/>
              <a:pathLst>
                <a:path w="46379" h="37539">
                  <a:moveTo>
                    <a:pt x="0" y="37539"/>
                  </a:moveTo>
                  <a:lnTo>
                    <a:pt x="4637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2" name="Output_receptor__5031">
              <a:extLst>
                <a:ext uri="{FF2B5EF4-FFF2-40B4-BE49-F238E27FC236}">
                  <a16:creationId xmlns:a16="http://schemas.microsoft.com/office/drawing/2014/main" id="{2A21B8EC-730F-61B4-B251-C631F533724E}"/>
                </a:ext>
              </a:extLst>
            </p:cNvPr>
            <p:cNvSpPr>
              <a:spLocks noGrp="1"/>
            </p:cNvSpPr>
            <p:nvPr/>
          </p:nvSpPr>
          <p:spPr>
            <a:xfrm>
              <a:off x="16324530" y="3752130"/>
              <a:ext cx="41869" cy="32778"/>
            </a:xfrm>
            <a:custGeom>
              <a:avLst/>
              <a:gdLst/>
              <a:ahLst/>
              <a:cxnLst/>
              <a:rect l="0" t="0" r="0" b="0"/>
              <a:pathLst>
                <a:path w="41869" h="32778">
                  <a:moveTo>
                    <a:pt x="0" y="0"/>
                  </a:moveTo>
                  <a:lnTo>
                    <a:pt x="41869" y="327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3" name="Output_receptor__5032">
              <a:extLst>
                <a:ext uri="{FF2B5EF4-FFF2-40B4-BE49-F238E27FC236}">
                  <a16:creationId xmlns:a16="http://schemas.microsoft.com/office/drawing/2014/main" id="{D94BB518-1FB5-2D30-A88A-859493FE81E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886772"/>
              <a:ext cx="41275" cy="50607"/>
            </a:xfrm>
            <a:custGeom>
              <a:avLst/>
              <a:gdLst/>
              <a:ahLst/>
              <a:cxnLst/>
              <a:rect l="0" t="0" r="0" b="0"/>
              <a:pathLst>
                <a:path w="41275" h="50607">
                  <a:moveTo>
                    <a:pt x="41275" y="0"/>
                  </a:moveTo>
                  <a:lnTo>
                    <a:pt x="0" y="506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4" name="Output_receptor__5033">
              <a:extLst>
                <a:ext uri="{FF2B5EF4-FFF2-40B4-BE49-F238E27FC236}">
                  <a16:creationId xmlns:a16="http://schemas.microsoft.com/office/drawing/2014/main" id="{EDC9F712-FE79-27DF-F014-2C7AF3FBB06D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61281"/>
              <a:ext cx="27694" cy="35256"/>
            </a:xfrm>
            <a:custGeom>
              <a:avLst/>
              <a:gdLst/>
              <a:ahLst/>
              <a:cxnLst/>
              <a:rect l="0" t="0" r="0" b="0"/>
              <a:pathLst>
                <a:path w="27694" h="35256">
                  <a:moveTo>
                    <a:pt x="0" y="35256"/>
                  </a:moveTo>
                  <a:lnTo>
                    <a:pt x="2769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5" name="Output_receptor__5034">
              <a:extLst>
                <a:ext uri="{FF2B5EF4-FFF2-40B4-BE49-F238E27FC236}">
                  <a16:creationId xmlns:a16="http://schemas.microsoft.com/office/drawing/2014/main" id="{5BD02840-CC2C-99AC-93AE-E83D855C4D98}"/>
                </a:ext>
              </a:extLst>
            </p:cNvPr>
            <p:cNvSpPr>
              <a:spLocks noGrp="1"/>
            </p:cNvSpPr>
            <p:nvPr/>
          </p:nvSpPr>
          <p:spPr>
            <a:xfrm>
              <a:off x="16096359" y="3041724"/>
              <a:ext cx="67225" cy="17594"/>
            </a:xfrm>
            <a:custGeom>
              <a:avLst/>
              <a:gdLst/>
              <a:ahLst/>
              <a:cxnLst/>
              <a:rect l="0" t="0" r="0" b="0"/>
              <a:pathLst>
                <a:path w="67225" h="17594">
                  <a:moveTo>
                    <a:pt x="67225" y="0"/>
                  </a:moveTo>
                  <a:lnTo>
                    <a:pt x="0" y="17594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6" name="Output_receptor__5035">
              <a:extLst>
                <a:ext uri="{FF2B5EF4-FFF2-40B4-BE49-F238E27FC236}">
                  <a16:creationId xmlns:a16="http://schemas.microsoft.com/office/drawing/2014/main" id="{716CC5F5-B279-7D1C-1B82-D189FAD8675A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00417"/>
              <a:ext cx="42058" cy="43036"/>
            </a:xfrm>
            <a:custGeom>
              <a:avLst/>
              <a:gdLst/>
              <a:ahLst/>
              <a:cxnLst/>
              <a:rect l="0" t="0" r="0" b="0"/>
              <a:pathLst>
                <a:path w="42058" h="43036">
                  <a:moveTo>
                    <a:pt x="0" y="43036"/>
                  </a:moveTo>
                  <a:lnTo>
                    <a:pt x="4205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7" name="Output_receptor__5036">
              <a:extLst>
                <a:ext uri="{FF2B5EF4-FFF2-40B4-BE49-F238E27FC236}">
                  <a16:creationId xmlns:a16="http://schemas.microsoft.com/office/drawing/2014/main" id="{F65FCDD2-72CD-5437-9E68-14703A404702}"/>
                </a:ext>
              </a:extLst>
            </p:cNvPr>
            <p:cNvSpPr>
              <a:spLocks noGrp="1"/>
            </p:cNvSpPr>
            <p:nvPr/>
          </p:nvSpPr>
          <p:spPr>
            <a:xfrm>
              <a:off x="16519373" y="3886772"/>
              <a:ext cx="59669" cy="21474"/>
            </a:xfrm>
            <a:custGeom>
              <a:avLst/>
              <a:gdLst/>
              <a:ahLst/>
              <a:cxnLst/>
              <a:rect l="0" t="0" r="0" b="0"/>
              <a:pathLst>
                <a:path w="59669" h="21474">
                  <a:moveTo>
                    <a:pt x="59669" y="21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8" name="Output_receptor__5037">
              <a:extLst>
                <a:ext uri="{FF2B5EF4-FFF2-40B4-BE49-F238E27FC236}">
                  <a16:creationId xmlns:a16="http://schemas.microsoft.com/office/drawing/2014/main" id="{8BD633AE-6992-0421-4D78-47ACB639F250}"/>
                </a:ext>
              </a:extLst>
            </p:cNvPr>
            <p:cNvSpPr>
              <a:spLocks noGrp="1"/>
            </p:cNvSpPr>
            <p:nvPr/>
          </p:nvSpPr>
          <p:spPr>
            <a:xfrm>
              <a:off x="15502335" y="2818371"/>
              <a:ext cx="3105" cy="46997"/>
            </a:xfrm>
            <a:custGeom>
              <a:avLst/>
              <a:gdLst/>
              <a:ahLst/>
              <a:cxnLst/>
              <a:rect l="0" t="0" r="0" b="0"/>
              <a:pathLst>
                <a:path w="3105" h="46997">
                  <a:moveTo>
                    <a:pt x="0" y="46997"/>
                  </a:moveTo>
                  <a:lnTo>
                    <a:pt x="310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9" name="Output_receptor__5038">
              <a:extLst>
                <a:ext uri="{FF2B5EF4-FFF2-40B4-BE49-F238E27FC236}">
                  <a16:creationId xmlns:a16="http://schemas.microsoft.com/office/drawing/2014/main" id="{4D4FA0D6-71FB-59D4-B10B-8F32F7AC7085}"/>
                </a:ext>
              </a:extLst>
            </p:cNvPr>
            <p:cNvSpPr>
              <a:spLocks noGrp="1"/>
            </p:cNvSpPr>
            <p:nvPr/>
          </p:nvSpPr>
          <p:spPr>
            <a:xfrm>
              <a:off x="16511832" y="3636067"/>
              <a:ext cx="7048" cy="65799"/>
            </a:xfrm>
            <a:custGeom>
              <a:avLst/>
              <a:gdLst/>
              <a:ahLst/>
              <a:cxnLst/>
              <a:rect l="0" t="0" r="0" b="0"/>
              <a:pathLst>
                <a:path w="7048" h="65799">
                  <a:moveTo>
                    <a:pt x="7048" y="0"/>
                  </a:moveTo>
                  <a:lnTo>
                    <a:pt x="0" y="6579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0" name="Output_receptor__5039">
              <a:extLst>
                <a:ext uri="{FF2B5EF4-FFF2-40B4-BE49-F238E27FC236}">
                  <a16:creationId xmlns:a16="http://schemas.microsoft.com/office/drawing/2014/main" id="{A19CB4DD-79A0-3CA0-305A-FAAB9053F539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08851"/>
              <a:ext cx="53593" cy="48745"/>
            </a:xfrm>
            <a:custGeom>
              <a:avLst/>
              <a:gdLst/>
              <a:ahLst/>
              <a:cxnLst/>
              <a:rect l="0" t="0" r="0" b="0"/>
              <a:pathLst>
                <a:path w="53593" h="48745">
                  <a:moveTo>
                    <a:pt x="0" y="48745"/>
                  </a:moveTo>
                  <a:lnTo>
                    <a:pt x="535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1" name="Output_receptor__5040">
              <a:extLst>
                <a:ext uri="{FF2B5EF4-FFF2-40B4-BE49-F238E27FC236}">
                  <a16:creationId xmlns:a16="http://schemas.microsoft.com/office/drawing/2014/main" id="{D17C4365-5554-F577-E60B-BB4C06795B98}"/>
                </a:ext>
              </a:extLst>
            </p:cNvPr>
            <p:cNvSpPr>
              <a:spLocks noGrp="1"/>
            </p:cNvSpPr>
            <p:nvPr/>
          </p:nvSpPr>
          <p:spPr>
            <a:xfrm>
              <a:off x="15805708" y="2971258"/>
              <a:ext cx="69352" cy="2138"/>
            </a:xfrm>
            <a:custGeom>
              <a:avLst/>
              <a:gdLst/>
              <a:ahLst/>
              <a:cxnLst/>
              <a:rect l="0" t="0" r="0" b="0"/>
              <a:pathLst>
                <a:path w="69352" h="2138">
                  <a:moveTo>
                    <a:pt x="69352" y="0"/>
                  </a:moveTo>
                  <a:lnTo>
                    <a:pt x="0" y="213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2" name="Output_receptor__5041">
              <a:extLst>
                <a:ext uri="{FF2B5EF4-FFF2-40B4-BE49-F238E27FC236}">
                  <a16:creationId xmlns:a16="http://schemas.microsoft.com/office/drawing/2014/main" id="{6BC04209-2714-FA9F-B697-340CBD0103CA}"/>
                </a:ext>
              </a:extLst>
            </p:cNvPr>
            <p:cNvSpPr>
              <a:spLocks noGrp="1"/>
            </p:cNvSpPr>
            <p:nvPr/>
          </p:nvSpPr>
          <p:spPr>
            <a:xfrm>
              <a:off x="16163584" y="3041724"/>
              <a:ext cx="30058" cy="58693"/>
            </a:xfrm>
            <a:custGeom>
              <a:avLst/>
              <a:gdLst/>
              <a:ahLst/>
              <a:cxnLst/>
              <a:rect l="0" t="0" r="0" b="0"/>
              <a:pathLst>
                <a:path w="30058" h="58693">
                  <a:moveTo>
                    <a:pt x="30058" y="586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43" name="Output_receptor__5042">
              <a:extLst>
                <a:ext uri="{FF2B5EF4-FFF2-40B4-BE49-F238E27FC236}">
                  <a16:creationId xmlns:a16="http://schemas.microsoft.com/office/drawing/2014/main" id="{13DD6EB6-3E1D-30E1-5AC9-8526907FAF9B}"/>
                </a:ext>
              </a:extLst>
            </p:cNvPr>
            <p:cNvSpPr>
              <a:spLocks noGrp="1"/>
            </p:cNvSpPr>
            <p:nvPr/>
          </p:nvSpPr>
          <p:spPr>
            <a:xfrm>
              <a:off x="16271409" y="3260487"/>
              <a:ext cx="216" cy="42535"/>
            </a:xfrm>
            <a:custGeom>
              <a:avLst/>
              <a:gdLst/>
              <a:ahLst/>
              <a:cxnLst/>
              <a:rect l="0" t="0" r="0" b="0"/>
              <a:pathLst>
                <a:path w="216" h="42535">
                  <a:moveTo>
                    <a:pt x="216" y="42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4" name="Output_receptor__5043">
              <a:extLst>
                <a:ext uri="{FF2B5EF4-FFF2-40B4-BE49-F238E27FC236}">
                  <a16:creationId xmlns:a16="http://schemas.microsoft.com/office/drawing/2014/main" id="{12A3E97E-E4E1-003A-36CE-E52ADE383925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3015276"/>
              <a:ext cx="44161" cy="235"/>
            </a:xfrm>
            <a:custGeom>
              <a:avLst/>
              <a:gdLst/>
              <a:ahLst/>
              <a:cxnLst/>
              <a:rect l="0" t="0" r="0" b="0"/>
              <a:pathLst>
                <a:path w="44161" h="235">
                  <a:moveTo>
                    <a:pt x="44161" y="2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5" name="Output_receptor__5044">
              <a:extLst>
                <a:ext uri="{FF2B5EF4-FFF2-40B4-BE49-F238E27FC236}">
                  <a16:creationId xmlns:a16="http://schemas.microsoft.com/office/drawing/2014/main" id="{FD696165-A0F1-3760-837F-6C8BE4461BD9}"/>
                </a:ext>
              </a:extLst>
            </p:cNvPr>
            <p:cNvSpPr>
              <a:spLocks noGrp="1"/>
            </p:cNvSpPr>
            <p:nvPr/>
          </p:nvSpPr>
          <p:spPr>
            <a:xfrm>
              <a:off x="16236006" y="4005129"/>
              <a:ext cx="18993" cy="56152"/>
            </a:xfrm>
            <a:custGeom>
              <a:avLst/>
              <a:gdLst/>
              <a:ahLst/>
              <a:cxnLst/>
              <a:rect l="0" t="0" r="0" b="0"/>
              <a:pathLst>
                <a:path w="18993" h="56152">
                  <a:moveTo>
                    <a:pt x="0" y="56152"/>
                  </a:moveTo>
                  <a:lnTo>
                    <a:pt x="189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6" name="Output_receptor__5045">
              <a:extLst>
                <a:ext uri="{FF2B5EF4-FFF2-40B4-BE49-F238E27FC236}">
                  <a16:creationId xmlns:a16="http://schemas.microsoft.com/office/drawing/2014/main" id="{9F4A47B0-BF13-1F53-96D2-203A11C7BB06}"/>
                </a:ext>
              </a:extLst>
            </p:cNvPr>
            <p:cNvSpPr>
              <a:spLocks noGrp="1"/>
            </p:cNvSpPr>
            <p:nvPr/>
          </p:nvSpPr>
          <p:spPr>
            <a:xfrm>
              <a:off x="16567910" y="3908246"/>
              <a:ext cx="11132" cy="67918"/>
            </a:xfrm>
            <a:custGeom>
              <a:avLst/>
              <a:gdLst/>
              <a:ahLst/>
              <a:cxnLst/>
              <a:rect l="0" t="0" r="0" b="0"/>
              <a:pathLst>
                <a:path w="11132" h="67918">
                  <a:moveTo>
                    <a:pt x="0" y="67918"/>
                  </a:moveTo>
                  <a:lnTo>
                    <a:pt x="1113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7" name="Output_receptor__5046">
              <a:extLst>
                <a:ext uri="{FF2B5EF4-FFF2-40B4-BE49-F238E27FC236}">
                  <a16:creationId xmlns:a16="http://schemas.microsoft.com/office/drawing/2014/main" id="{A17730FB-A17D-F25A-2380-62ABFB772776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55916"/>
              <a:ext cx="19088" cy="51861"/>
            </a:xfrm>
            <a:custGeom>
              <a:avLst/>
              <a:gdLst/>
              <a:ahLst/>
              <a:cxnLst/>
              <a:rect l="0" t="0" r="0" b="0"/>
              <a:pathLst>
                <a:path w="19088" h="51861">
                  <a:moveTo>
                    <a:pt x="19088" y="0"/>
                  </a:moveTo>
                  <a:lnTo>
                    <a:pt x="0" y="51861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8" name="Output_receptor__5047">
              <a:extLst>
                <a:ext uri="{FF2B5EF4-FFF2-40B4-BE49-F238E27FC236}">
                  <a16:creationId xmlns:a16="http://schemas.microsoft.com/office/drawing/2014/main" id="{198BF22C-508C-B09F-81FD-F740CA7AE8C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3978"/>
              <a:ext cx="1312" cy="2987"/>
            </a:xfrm>
            <a:custGeom>
              <a:avLst/>
              <a:gdLst/>
              <a:ahLst/>
              <a:cxnLst/>
              <a:rect l="0" t="0" r="0" b="0"/>
              <a:pathLst>
                <a:path w="1312" h="2987">
                  <a:moveTo>
                    <a:pt x="0" y="0"/>
                  </a:moveTo>
                  <a:lnTo>
                    <a:pt x="1312" y="298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9" name="Output_receptor__5048">
              <a:extLst>
                <a:ext uri="{FF2B5EF4-FFF2-40B4-BE49-F238E27FC236}">
                  <a16:creationId xmlns:a16="http://schemas.microsoft.com/office/drawing/2014/main" id="{82DE4D24-388C-577D-15AF-12D83EFF6822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1614"/>
              <a:ext cx="68972" cy="13406"/>
            </a:xfrm>
            <a:custGeom>
              <a:avLst/>
              <a:gdLst/>
              <a:ahLst/>
              <a:cxnLst/>
              <a:rect l="0" t="0" r="0" b="0"/>
              <a:pathLst>
                <a:path w="68972" h="13406">
                  <a:moveTo>
                    <a:pt x="68972" y="0"/>
                  </a:moveTo>
                  <a:lnTo>
                    <a:pt x="0" y="134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0" name="Output_receptor__5049">
              <a:extLst>
                <a:ext uri="{FF2B5EF4-FFF2-40B4-BE49-F238E27FC236}">
                  <a16:creationId xmlns:a16="http://schemas.microsoft.com/office/drawing/2014/main" id="{D0230A84-F756-E144-D9F7-29963B161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1346" y="3451888"/>
              <a:ext cx="65278" cy="24625"/>
            </a:xfrm>
            <a:custGeom>
              <a:avLst/>
              <a:gdLst/>
              <a:ahLst/>
              <a:cxnLst/>
              <a:rect l="0" t="0" r="0" b="0"/>
              <a:pathLst>
                <a:path w="65278" h="24625">
                  <a:moveTo>
                    <a:pt x="0" y="0"/>
                  </a:moveTo>
                  <a:lnTo>
                    <a:pt x="65278" y="2462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1" name="Output_receptor__5050">
              <a:extLst>
                <a:ext uri="{FF2B5EF4-FFF2-40B4-BE49-F238E27FC236}">
                  <a16:creationId xmlns:a16="http://schemas.microsoft.com/office/drawing/2014/main" id="{56E56872-EC0C-544B-3E27-9B9F14D9F1B9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85756"/>
              <a:ext cx="31200" cy="8212"/>
            </a:xfrm>
            <a:custGeom>
              <a:avLst/>
              <a:gdLst/>
              <a:ahLst/>
              <a:cxnLst/>
              <a:rect l="0" t="0" r="0" b="0"/>
              <a:pathLst>
                <a:path w="31200" h="8212">
                  <a:moveTo>
                    <a:pt x="31200" y="0"/>
                  </a:moveTo>
                  <a:lnTo>
                    <a:pt x="0" y="821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2" name="Output_receptor__5051">
              <a:extLst>
                <a:ext uri="{FF2B5EF4-FFF2-40B4-BE49-F238E27FC236}">
                  <a16:creationId xmlns:a16="http://schemas.microsoft.com/office/drawing/2014/main" id="{0E187A27-C759-9F60-C00A-AC636C48F2EB}"/>
                </a:ext>
              </a:extLst>
            </p:cNvPr>
            <p:cNvSpPr>
              <a:spLocks noGrp="1"/>
            </p:cNvSpPr>
            <p:nvPr/>
          </p:nvSpPr>
          <p:spPr>
            <a:xfrm>
              <a:off x="15561569" y="4150088"/>
              <a:ext cx="334" cy="13397"/>
            </a:xfrm>
            <a:custGeom>
              <a:avLst/>
              <a:gdLst/>
              <a:ahLst/>
              <a:cxnLst/>
              <a:rect l="0" t="0" r="0" b="0"/>
              <a:pathLst>
                <a:path w="334" h="13397">
                  <a:moveTo>
                    <a:pt x="0" y="0"/>
                  </a:moveTo>
                  <a:lnTo>
                    <a:pt x="334" y="1339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3" name="Output_receptor__5052">
              <a:extLst>
                <a:ext uri="{FF2B5EF4-FFF2-40B4-BE49-F238E27FC236}">
                  <a16:creationId xmlns:a16="http://schemas.microsoft.com/office/drawing/2014/main" id="{005C8D6F-F62A-C234-CD27-6FB9746EEDAF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34658"/>
              <a:ext cx="1958" cy="23665"/>
            </a:xfrm>
            <a:custGeom>
              <a:avLst/>
              <a:gdLst/>
              <a:ahLst/>
              <a:cxnLst/>
              <a:rect l="0" t="0" r="0" b="0"/>
              <a:pathLst>
                <a:path w="1958" h="23665">
                  <a:moveTo>
                    <a:pt x="1958" y="0"/>
                  </a:moveTo>
                  <a:lnTo>
                    <a:pt x="0" y="2366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4" name="Output_receptor__5053">
              <a:extLst>
                <a:ext uri="{FF2B5EF4-FFF2-40B4-BE49-F238E27FC236}">
                  <a16:creationId xmlns:a16="http://schemas.microsoft.com/office/drawing/2014/main" id="{DF22304B-7757-B677-B650-1B417A552F37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389386"/>
              <a:ext cx="45189" cy="38838"/>
            </a:xfrm>
            <a:custGeom>
              <a:avLst/>
              <a:gdLst/>
              <a:ahLst/>
              <a:cxnLst/>
              <a:rect l="0" t="0" r="0" b="0"/>
              <a:pathLst>
                <a:path w="45189" h="38838">
                  <a:moveTo>
                    <a:pt x="0" y="38838"/>
                  </a:moveTo>
                  <a:lnTo>
                    <a:pt x="4518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5" name="Output_receptor__5054">
              <a:extLst>
                <a:ext uri="{FF2B5EF4-FFF2-40B4-BE49-F238E27FC236}">
                  <a16:creationId xmlns:a16="http://schemas.microsoft.com/office/drawing/2014/main" id="{2B2857EB-AE6E-8030-11C2-922C5DBF9963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72845"/>
              <a:ext cx="33490" cy="26535"/>
            </a:xfrm>
            <a:custGeom>
              <a:avLst/>
              <a:gdLst/>
              <a:ahLst/>
              <a:cxnLst/>
              <a:rect l="0" t="0" r="0" b="0"/>
              <a:pathLst>
                <a:path w="33490" h="26535">
                  <a:moveTo>
                    <a:pt x="0" y="26535"/>
                  </a:moveTo>
                  <a:lnTo>
                    <a:pt x="3349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6" name="Output_receptor__5055">
              <a:extLst>
                <a:ext uri="{FF2B5EF4-FFF2-40B4-BE49-F238E27FC236}">
                  <a16:creationId xmlns:a16="http://schemas.microsoft.com/office/drawing/2014/main" id="{0BBE1048-9D02-3D88-7CBE-1D9A08599DA0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270608"/>
              <a:ext cx="30326" cy="29678"/>
            </a:xfrm>
            <a:custGeom>
              <a:avLst/>
              <a:gdLst/>
              <a:ahLst/>
              <a:cxnLst/>
              <a:rect l="0" t="0" r="0" b="0"/>
              <a:pathLst>
                <a:path w="30326" h="29678">
                  <a:moveTo>
                    <a:pt x="0" y="29678"/>
                  </a:moveTo>
                  <a:lnTo>
                    <a:pt x="30326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7" name="Output_receptor__5056">
              <a:extLst>
                <a:ext uri="{FF2B5EF4-FFF2-40B4-BE49-F238E27FC236}">
                  <a16:creationId xmlns:a16="http://schemas.microsoft.com/office/drawing/2014/main" id="{58945BFD-0898-6B08-DB3B-14012491BF28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98041"/>
              <a:ext cx="8364" cy="62934"/>
            </a:xfrm>
            <a:custGeom>
              <a:avLst/>
              <a:gdLst/>
              <a:ahLst/>
              <a:cxnLst/>
              <a:rect l="0" t="0" r="0" b="0"/>
              <a:pathLst>
                <a:path w="8364" h="62934">
                  <a:moveTo>
                    <a:pt x="8364" y="62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8" name="Output_receptor__5057">
              <a:extLst>
                <a:ext uri="{FF2B5EF4-FFF2-40B4-BE49-F238E27FC236}">
                  <a16:creationId xmlns:a16="http://schemas.microsoft.com/office/drawing/2014/main" id="{41ABC7B3-C7AE-BA69-9C72-A52D9D0C3EC4}"/>
                </a:ext>
              </a:extLst>
            </p:cNvPr>
            <p:cNvSpPr>
              <a:spLocks noGrp="1"/>
            </p:cNvSpPr>
            <p:nvPr/>
          </p:nvSpPr>
          <p:spPr>
            <a:xfrm>
              <a:off x="15759537" y="4508851"/>
              <a:ext cx="45350" cy="47065"/>
            </a:xfrm>
            <a:custGeom>
              <a:avLst/>
              <a:gdLst/>
              <a:ahLst/>
              <a:cxnLst/>
              <a:rect l="0" t="0" r="0" b="0"/>
              <a:pathLst>
                <a:path w="45350" h="47065">
                  <a:moveTo>
                    <a:pt x="0" y="0"/>
                  </a:moveTo>
                  <a:lnTo>
                    <a:pt x="45350" y="47065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9" name="Output_receptor__5058">
              <a:extLst>
                <a:ext uri="{FF2B5EF4-FFF2-40B4-BE49-F238E27FC236}">
                  <a16:creationId xmlns:a16="http://schemas.microsoft.com/office/drawing/2014/main" id="{3C1BB3A4-FEB9-EE48-5A1C-FAE66E827913}"/>
                </a:ext>
              </a:extLst>
            </p:cNvPr>
            <p:cNvSpPr>
              <a:spLocks noGrp="1"/>
            </p:cNvSpPr>
            <p:nvPr/>
          </p:nvSpPr>
          <p:spPr>
            <a:xfrm>
              <a:off x="16428355" y="4140769"/>
              <a:ext cx="68530" cy="19791"/>
            </a:xfrm>
            <a:custGeom>
              <a:avLst/>
              <a:gdLst/>
              <a:ahLst/>
              <a:cxnLst/>
              <a:rect l="0" t="0" r="0" b="0"/>
              <a:pathLst>
                <a:path w="68530" h="19791">
                  <a:moveTo>
                    <a:pt x="0" y="19791"/>
                  </a:moveTo>
                  <a:lnTo>
                    <a:pt x="685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0" name="Output_receptor__5059">
              <a:extLst>
                <a:ext uri="{FF2B5EF4-FFF2-40B4-BE49-F238E27FC236}">
                  <a16:creationId xmlns:a16="http://schemas.microsoft.com/office/drawing/2014/main" id="{BB044420-2CE0-6BD3-6C07-7C813B850386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91568"/>
              <a:ext cx="43035" cy="27829"/>
            </a:xfrm>
            <a:custGeom>
              <a:avLst/>
              <a:gdLst/>
              <a:ahLst/>
              <a:cxnLst/>
              <a:rect l="0" t="0" r="0" b="0"/>
              <a:pathLst>
                <a:path w="43035" h="27829">
                  <a:moveTo>
                    <a:pt x="43035" y="27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1" name="Output_receptor__5060">
              <a:extLst>
                <a:ext uri="{FF2B5EF4-FFF2-40B4-BE49-F238E27FC236}">
                  <a16:creationId xmlns:a16="http://schemas.microsoft.com/office/drawing/2014/main" id="{9B7ABE69-0FA5-4FD7-CD4A-1FB9F3F4956C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416129"/>
              <a:ext cx="70327" cy="4276"/>
            </a:xfrm>
            <a:custGeom>
              <a:avLst/>
              <a:gdLst/>
              <a:ahLst/>
              <a:cxnLst/>
              <a:rect l="0" t="0" r="0" b="0"/>
              <a:pathLst>
                <a:path w="70327" h="4276">
                  <a:moveTo>
                    <a:pt x="70327" y="4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2" name="Output_receptor__5061">
              <a:extLst>
                <a:ext uri="{FF2B5EF4-FFF2-40B4-BE49-F238E27FC236}">
                  <a16:creationId xmlns:a16="http://schemas.microsoft.com/office/drawing/2014/main" id="{07B7D698-7E92-EBA7-11B4-8182378F4540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620643"/>
              <a:ext cx="43472" cy="57167"/>
            </a:xfrm>
            <a:custGeom>
              <a:avLst/>
              <a:gdLst/>
              <a:ahLst/>
              <a:cxnLst/>
              <a:rect l="0" t="0" r="0" b="0"/>
              <a:pathLst>
                <a:path w="43472" h="57167">
                  <a:moveTo>
                    <a:pt x="0" y="0"/>
                  </a:moveTo>
                  <a:lnTo>
                    <a:pt x="43472" y="57167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3" name="Output_receptor__5062">
              <a:extLst>
                <a:ext uri="{FF2B5EF4-FFF2-40B4-BE49-F238E27FC236}">
                  <a16:creationId xmlns:a16="http://schemas.microsoft.com/office/drawing/2014/main" id="{83E13420-35D5-1F72-3994-92B972A2F5CD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19900"/>
              <a:ext cx="30313" cy="48820"/>
            </a:xfrm>
            <a:custGeom>
              <a:avLst/>
              <a:gdLst/>
              <a:ahLst/>
              <a:cxnLst/>
              <a:rect l="0" t="0" r="0" b="0"/>
              <a:pathLst>
                <a:path w="30313" h="48820">
                  <a:moveTo>
                    <a:pt x="30313" y="0"/>
                  </a:moveTo>
                  <a:lnTo>
                    <a:pt x="0" y="4882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4" name="Output_receptor__5063">
              <a:extLst>
                <a:ext uri="{FF2B5EF4-FFF2-40B4-BE49-F238E27FC236}">
                  <a16:creationId xmlns:a16="http://schemas.microsoft.com/office/drawing/2014/main" id="{671D6AAD-11D4-F485-90AF-47C0C00BA081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784908"/>
              <a:ext cx="42925" cy="57749"/>
            </a:xfrm>
            <a:custGeom>
              <a:avLst/>
              <a:gdLst/>
              <a:ahLst/>
              <a:cxnLst/>
              <a:rect l="0" t="0" r="0" b="0"/>
              <a:pathLst>
                <a:path w="42925" h="57749">
                  <a:moveTo>
                    <a:pt x="42925" y="0"/>
                  </a:moveTo>
                  <a:lnTo>
                    <a:pt x="0" y="5774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5" name="Output_receptor__5064">
              <a:extLst>
                <a:ext uri="{FF2B5EF4-FFF2-40B4-BE49-F238E27FC236}">
                  <a16:creationId xmlns:a16="http://schemas.microsoft.com/office/drawing/2014/main" id="{369CB3CD-7B0B-1A23-E073-0995D7A52860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0998"/>
              <a:ext cx="62020" cy="13920"/>
            </a:xfrm>
            <a:custGeom>
              <a:avLst/>
              <a:gdLst/>
              <a:ahLst/>
              <a:cxnLst/>
              <a:rect l="0" t="0" r="0" b="0"/>
              <a:pathLst>
                <a:path w="62020" h="13920">
                  <a:moveTo>
                    <a:pt x="62020" y="0"/>
                  </a:moveTo>
                  <a:lnTo>
                    <a:pt x="0" y="1392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6" name="Output_receptor__5065">
              <a:extLst>
                <a:ext uri="{FF2B5EF4-FFF2-40B4-BE49-F238E27FC236}">
                  <a16:creationId xmlns:a16="http://schemas.microsoft.com/office/drawing/2014/main" id="{2DC70AFD-043D-FFB1-EA64-AC23CDC47819}"/>
                </a:ext>
              </a:extLst>
            </p:cNvPr>
            <p:cNvSpPr>
              <a:spLocks noGrp="1"/>
            </p:cNvSpPr>
            <p:nvPr/>
          </p:nvSpPr>
          <p:spPr>
            <a:xfrm>
              <a:off x="16228462" y="3686897"/>
              <a:ext cx="67935" cy="7384"/>
            </a:xfrm>
            <a:custGeom>
              <a:avLst/>
              <a:gdLst/>
              <a:ahLst/>
              <a:cxnLst/>
              <a:rect l="0" t="0" r="0" b="0"/>
              <a:pathLst>
                <a:path w="67935" h="7384">
                  <a:moveTo>
                    <a:pt x="0" y="7384"/>
                  </a:moveTo>
                  <a:lnTo>
                    <a:pt x="6793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7" name="Output_receptor__5066">
              <a:extLst>
                <a:ext uri="{FF2B5EF4-FFF2-40B4-BE49-F238E27FC236}">
                  <a16:creationId xmlns:a16="http://schemas.microsoft.com/office/drawing/2014/main" id="{E9193E9B-6DA4-36AB-33C5-1A0A7FF27093}"/>
                </a:ext>
              </a:extLst>
            </p:cNvPr>
            <p:cNvSpPr>
              <a:spLocks noGrp="1"/>
            </p:cNvSpPr>
            <p:nvPr/>
          </p:nvSpPr>
          <p:spPr>
            <a:xfrm>
              <a:off x="16073387" y="3456624"/>
              <a:ext cx="16677" cy="54913"/>
            </a:xfrm>
            <a:custGeom>
              <a:avLst/>
              <a:gdLst/>
              <a:ahLst/>
              <a:cxnLst/>
              <a:rect l="0" t="0" r="0" b="0"/>
              <a:pathLst>
                <a:path w="16677" h="54913">
                  <a:moveTo>
                    <a:pt x="16677" y="549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8" name="Output_receptor__5067">
              <a:extLst>
                <a:ext uri="{FF2B5EF4-FFF2-40B4-BE49-F238E27FC236}">
                  <a16:creationId xmlns:a16="http://schemas.microsoft.com/office/drawing/2014/main" id="{3613E4A7-C6EC-FC9B-170C-4137AA02DA07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10621"/>
              <a:ext cx="32581" cy="54947"/>
            </a:xfrm>
            <a:custGeom>
              <a:avLst/>
              <a:gdLst/>
              <a:ahLst/>
              <a:cxnLst/>
              <a:rect l="0" t="0" r="0" b="0"/>
              <a:pathLst>
                <a:path w="32581" h="54947">
                  <a:moveTo>
                    <a:pt x="0" y="54947"/>
                  </a:moveTo>
                  <a:lnTo>
                    <a:pt x="32581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9" name="Output_receptor__5068">
              <a:extLst>
                <a:ext uri="{FF2B5EF4-FFF2-40B4-BE49-F238E27FC236}">
                  <a16:creationId xmlns:a16="http://schemas.microsoft.com/office/drawing/2014/main" id="{BAA9CDCE-0444-30AC-47FB-48BBDEDD4C5E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00285"/>
              <a:ext cx="45230" cy="52282"/>
            </a:xfrm>
            <a:custGeom>
              <a:avLst/>
              <a:gdLst/>
              <a:ahLst/>
              <a:cxnLst/>
              <a:rect l="0" t="0" r="0" b="0"/>
              <a:pathLst>
                <a:path w="45230" h="52282">
                  <a:moveTo>
                    <a:pt x="0" y="52282"/>
                  </a:moveTo>
                  <a:lnTo>
                    <a:pt x="452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0" name="Output_receptor__5069">
              <a:extLst>
                <a:ext uri="{FF2B5EF4-FFF2-40B4-BE49-F238E27FC236}">
                  <a16:creationId xmlns:a16="http://schemas.microsoft.com/office/drawing/2014/main" id="{E58932E6-A0B9-572F-31F6-77374ED4D2F4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82102"/>
              <a:ext cx="71607" cy="3407"/>
            </a:xfrm>
            <a:custGeom>
              <a:avLst/>
              <a:gdLst/>
              <a:ahLst/>
              <a:cxnLst/>
              <a:rect l="0" t="0" r="0" b="0"/>
              <a:pathLst>
                <a:path w="71607" h="3407">
                  <a:moveTo>
                    <a:pt x="71607" y="34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71" name="Output_receptor__5070">
              <a:extLst>
                <a:ext uri="{FF2B5EF4-FFF2-40B4-BE49-F238E27FC236}">
                  <a16:creationId xmlns:a16="http://schemas.microsoft.com/office/drawing/2014/main" id="{2FC53CBB-DD8E-8D8F-1AFE-3D32AE6A3CB3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06211"/>
              <a:ext cx="67641" cy="22652"/>
            </a:xfrm>
            <a:custGeom>
              <a:avLst/>
              <a:gdLst/>
              <a:ahLst/>
              <a:cxnLst/>
              <a:rect l="0" t="0" r="0" b="0"/>
              <a:pathLst>
                <a:path w="67641" h="22652">
                  <a:moveTo>
                    <a:pt x="67641" y="0"/>
                  </a:moveTo>
                  <a:lnTo>
                    <a:pt x="0" y="2265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2" name="Output_receptor__5071">
              <a:extLst>
                <a:ext uri="{FF2B5EF4-FFF2-40B4-BE49-F238E27FC236}">
                  <a16:creationId xmlns:a16="http://schemas.microsoft.com/office/drawing/2014/main" id="{24EA4853-AFF2-E28A-2691-C0B6DDA90E2D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65567"/>
              <a:ext cx="16092" cy="59488"/>
            </a:xfrm>
            <a:custGeom>
              <a:avLst/>
              <a:gdLst/>
              <a:ahLst/>
              <a:cxnLst/>
              <a:rect l="0" t="0" r="0" b="0"/>
              <a:pathLst>
                <a:path w="16092" h="59488">
                  <a:moveTo>
                    <a:pt x="16092" y="59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3" name="Output_receptor__5072">
              <a:extLst>
                <a:ext uri="{FF2B5EF4-FFF2-40B4-BE49-F238E27FC236}">
                  <a16:creationId xmlns:a16="http://schemas.microsoft.com/office/drawing/2014/main" id="{C5D4259C-D17A-E66B-3B27-20057EF3AF82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2630"/>
              <a:ext cx="654" cy="31736"/>
            </a:xfrm>
            <a:custGeom>
              <a:avLst/>
              <a:gdLst/>
              <a:ahLst/>
              <a:cxnLst/>
              <a:rect l="0" t="0" r="0" b="0"/>
              <a:pathLst>
                <a:path w="654" h="31736">
                  <a:moveTo>
                    <a:pt x="0" y="31736"/>
                  </a:moveTo>
                  <a:lnTo>
                    <a:pt x="65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4" name="Output_receptor__5073">
              <a:extLst>
                <a:ext uri="{FF2B5EF4-FFF2-40B4-BE49-F238E27FC236}">
                  <a16:creationId xmlns:a16="http://schemas.microsoft.com/office/drawing/2014/main" id="{C74B316B-4AAE-C640-CE05-7F6F762F83BD}"/>
                </a:ext>
              </a:extLst>
            </p:cNvPr>
            <p:cNvSpPr>
              <a:spLocks noGrp="1"/>
            </p:cNvSpPr>
            <p:nvPr/>
          </p:nvSpPr>
          <p:spPr>
            <a:xfrm>
              <a:off x="15627061" y="2580326"/>
              <a:ext cx="11502" cy="65005"/>
            </a:xfrm>
            <a:custGeom>
              <a:avLst/>
              <a:gdLst/>
              <a:ahLst/>
              <a:cxnLst/>
              <a:rect l="0" t="0" r="0" b="0"/>
              <a:pathLst>
                <a:path w="11502" h="65005">
                  <a:moveTo>
                    <a:pt x="11502" y="0"/>
                  </a:moveTo>
                  <a:lnTo>
                    <a:pt x="0" y="6500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5" name="Output_receptor__5074">
              <a:extLst>
                <a:ext uri="{FF2B5EF4-FFF2-40B4-BE49-F238E27FC236}">
                  <a16:creationId xmlns:a16="http://schemas.microsoft.com/office/drawing/2014/main" id="{1C6E4B95-CD83-9BAA-7CC7-590451CF7469}"/>
                </a:ext>
              </a:extLst>
            </p:cNvPr>
            <p:cNvSpPr>
              <a:spLocks noGrp="1"/>
            </p:cNvSpPr>
            <p:nvPr/>
          </p:nvSpPr>
          <p:spPr>
            <a:xfrm>
              <a:off x="15364154" y="3457540"/>
              <a:ext cx="20943" cy="62360"/>
            </a:xfrm>
            <a:custGeom>
              <a:avLst/>
              <a:gdLst/>
              <a:ahLst/>
              <a:cxnLst/>
              <a:rect l="0" t="0" r="0" b="0"/>
              <a:pathLst>
                <a:path w="20943" h="62360">
                  <a:moveTo>
                    <a:pt x="0" y="0"/>
                  </a:moveTo>
                  <a:lnTo>
                    <a:pt x="20943" y="623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6" name="Output_receptor__5075">
              <a:extLst>
                <a:ext uri="{FF2B5EF4-FFF2-40B4-BE49-F238E27FC236}">
                  <a16:creationId xmlns:a16="http://schemas.microsoft.com/office/drawing/2014/main" id="{422F350D-C26D-1E80-C020-627321E2BA3C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64650" cy="13125"/>
            </a:xfrm>
            <a:custGeom>
              <a:avLst/>
              <a:gdLst/>
              <a:ahLst/>
              <a:cxnLst/>
              <a:rect l="0" t="0" r="0" b="0"/>
              <a:pathLst>
                <a:path w="64650" h="13125">
                  <a:moveTo>
                    <a:pt x="0" y="0"/>
                  </a:moveTo>
                  <a:lnTo>
                    <a:pt x="64650" y="1312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7" name="Output_receptor__5076">
              <a:extLst>
                <a:ext uri="{FF2B5EF4-FFF2-40B4-BE49-F238E27FC236}">
                  <a16:creationId xmlns:a16="http://schemas.microsoft.com/office/drawing/2014/main" id="{4409D1AC-959A-F8FD-99FC-135257E72ED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626389"/>
              <a:ext cx="468" cy="14376"/>
            </a:xfrm>
            <a:custGeom>
              <a:avLst/>
              <a:gdLst/>
              <a:ahLst/>
              <a:cxnLst/>
              <a:rect l="0" t="0" r="0" b="0"/>
              <a:pathLst>
                <a:path w="468" h="14376">
                  <a:moveTo>
                    <a:pt x="0" y="14376"/>
                  </a:moveTo>
                  <a:lnTo>
                    <a:pt x="46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8" name="Output_receptor__5077">
              <a:extLst>
                <a:ext uri="{FF2B5EF4-FFF2-40B4-BE49-F238E27FC236}">
                  <a16:creationId xmlns:a16="http://schemas.microsoft.com/office/drawing/2014/main" id="{1B633AA3-3C48-7891-EA27-0DC8F0A0810D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41972"/>
              <a:ext cx="42839" cy="56069"/>
            </a:xfrm>
            <a:custGeom>
              <a:avLst/>
              <a:gdLst/>
              <a:ahLst/>
              <a:cxnLst/>
              <a:rect l="0" t="0" r="0" b="0"/>
              <a:pathLst>
                <a:path w="42839" h="56069">
                  <a:moveTo>
                    <a:pt x="0" y="56069"/>
                  </a:moveTo>
                  <a:lnTo>
                    <a:pt x="4283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9" name="Output_receptor__5078">
              <a:extLst>
                <a:ext uri="{FF2B5EF4-FFF2-40B4-BE49-F238E27FC236}">
                  <a16:creationId xmlns:a16="http://schemas.microsoft.com/office/drawing/2014/main" id="{F19DE59F-0E62-A74B-4CE1-31F2DC0EB3CA}"/>
                </a:ext>
              </a:extLst>
            </p:cNvPr>
            <p:cNvSpPr>
              <a:spLocks noGrp="1"/>
            </p:cNvSpPr>
            <p:nvPr/>
          </p:nvSpPr>
          <p:spPr>
            <a:xfrm>
              <a:off x="15842965" y="3600961"/>
              <a:ext cx="38453" cy="55340"/>
            </a:xfrm>
            <a:custGeom>
              <a:avLst/>
              <a:gdLst/>
              <a:ahLst/>
              <a:cxnLst/>
              <a:rect l="0" t="0" r="0" b="0"/>
              <a:pathLst>
                <a:path w="38453" h="55340">
                  <a:moveTo>
                    <a:pt x="38453" y="0"/>
                  </a:moveTo>
                  <a:lnTo>
                    <a:pt x="0" y="5534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0" name="Output_receptor__5079">
              <a:extLst>
                <a:ext uri="{FF2B5EF4-FFF2-40B4-BE49-F238E27FC236}">
                  <a16:creationId xmlns:a16="http://schemas.microsoft.com/office/drawing/2014/main" id="{41D1F345-1DFA-69BD-60AD-744E1213971E}"/>
                </a:ext>
              </a:extLst>
            </p:cNvPr>
            <p:cNvSpPr>
              <a:spLocks noGrp="1"/>
            </p:cNvSpPr>
            <p:nvPr/>
          </p:nvSpPr>
          <p:spPr>
            <a:xfrm>
              <a:off x="16703023" y="4030998"/>
              <a:ext cx="37581" cy="42354"/>
            </a:xfrm>
            <a:custGeom>
              <a:avLst/>
              <a:gdLst/>
              <a:ahLst/>
              <a:cxnLst/>
              <a:rect l="0" t="0" r="0" b="0"/>
              <a:pathLst>
                <a:path w="37581" h="42354">
                  <a:moveTo>
                    <a:pt x="37581" y="423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1" name="Output_receptor__5080">
              <a:extLst>
                <a:ext uri="{FF2B5EF4-FFF2-40B4-BE49-F238E27FC236}">
                  <a16:creationId xmlns:a16="http://schemas.microsoft.com/office/drawing/2014/main" id="{C2E5D365-EF72-604B-C82C-3F026CC0ADA7}"/>
                </a:ext>
              </a:extLst>
            </p:cNvPr>
            <p:cNvSpPr>
              <a:spLocks noGrp="1"/>
            </p:cNvSpPr>
            <p:nvPr/>
          </p:nvSpPr>
          <p:spPr>
            <a:xfrm>
              <a:off x="16185749" y="3911614"/>
              <a:ext cx="19602" cy="44714"/>
            </a:xfrm>
            <a:custGeom>
              <a:avLst/>
              <a:gdLst/>
              <a:ahLst/>
              <a:cxnLst/>
              <a:rect l="0" t="0" r="0" b="0"/>
              <a:pathLst>
                <a:path w="19602" h="44714">
                  <a:moveTo>
                    <a:pt x="19602" y="44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2" name="Output_receptor__5081">
              <a:extLst>
                <a:ext uri="{FF2B5EF4-FFF2-40B4-BE49-F238E27FC236}">
                  <a16:creationId xmlns:a16="http://schemas.microsoft.com/office/drawing/2014/main" id="{D3966D2C-7EF3-1256-3A34-4BAC2950D63F}"/>
                </a:ext>
              </a:extLst>
            </p:cNvPr>
            <p:cNvSpPr>
              <a:spLocks noGrp="1"/>
            </p:cNvSpPr>
            <p:nvPr/>
          </p:nvSpPr>
          <p:spPr>
            <a:xfrm>
              <a:off x="16136068" y="2782693"/>
              <a:ext cx="17379" cy="66106"/>
            </a:xfrm>
            <a:custGeom>
              <a:avLst/>
              <a:gdLst/>
              <a:ahLst/>
              <a:cxnLst/>
              <a:rect l="0" t="0" r="0" b="0"/>
              <a:pathLst>
                <a:path w="17379" h="66106">
                  <a:moveTo>
                    <a:pt x="0" y="0"/>
                  </a:moveTo>
                  <a:lnTo>
                    <a:pt x="17379" y="6610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3" name="Output_receptor__5082">
              <a:extLst>
                <a:ext uri="{FF2B5EF4-FFF2-40B4-BE49-F238E27FC236}">
                  <a16:creationId xmlns:a16="http://schemas.microsoft.com/office/drawing/2014/main" id="{B5170D7F-C65A-5D6C-7E45-C28C2553B71F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04448"/>
              <a:ext cx="69043" cy="15902"/>
            </a:xfrm>
            <a:custGeom>
              <a:avLst/>
              <a:gdLst/>
              <a:ahLst/>
              <a:cxnLst/>
              <a:rect l="0" t="0" r="0" b="0"/>
              <a:pathLst>
                <a:path w="69043" h="15902">
                  <a:moveTo>
                    <a:pt x="69043" y="0"/>
                  </a:moveTo>
                  <a:lnTo>
                    <a:pt x="0" y="1590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4" name="Output_receptor__5083">
              <a:extLst>
                <a:ext uri="{FF2B5EF4-FFF2-40B4-BE49-F238E27FC236}">
                  <a16:creationId xmlns:a16="http://schemas.microsoft.com/office/drawing/2014/main" id="{9237B4AC-B0AA-D40D-7B94-D31B300F8A7B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665579"/>
              <a:ext cx="45667" cy="37295"/>
            </a:xfrm>
            <a:custGeom>
              <a:avLst/>
              <a:gdLst/>
              <a:ahLst/>
              <a:cxnLst/>
              <a:rect l="0" t="0" r="0" b="0"/>
              <a:pathLst>
                <a:path w="45667" h="37295">
                  <a:moveTo>
                    <a:pt x="0" y="37295"/>
                  </a:moveTo>
                  <a:lnTo>
                    <a:pt x="4566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5" name="Output_receptor__5084">
              <a:extLst>
                <a:ext uri="{FF2B5EF4-FFF2-40B4-BE49-F238E27FC236}">
                  <a16:creationId xmlns:a16="http://schemas.microsoft.com/office/drawing/2014/main" id="{1A2D30EE-6BB5-D9A5-017C-7CA691BD3351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744816"/>
              <a:ext cx="55455" cy="37877"/>
            </a:xfrm>
            <a:custGeom>
              <a:avLst/>
              <a:gdLst/>
              <a:ahLst/>
              <a:cxnLst/>
              <a:rect l="0" t="0" r="0" b="0"/>
              <a:pathLst>
                <a:path w="55455" h="37877">
                  <a:moveTo>
                    <a:pt x="0" y="0"/>
                  </a:moveTo>
                  <a:lnTo>
                    <a:pt x="55455" y="378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6" name="Output_receptor__5085">
              <a:extLst>
                <a:ext uri="{FF2B5EF4-FFF2-40B4-BE49-F238E27FC236}">
                  <a16:creationId xmlns:a16="http://schemas.microsoft.com/office/drawing/2014/main" id="{1DE957FE-359C-983A-4EBF-8A984EACB847}"/>
                </a:ext>
              </a:extLst>
            </p:cNvPr>
            <p:cNvSpPr>
              <a:spLocks noGrp="1"/>
            </p:cNvSpPr>
            <p:nvPr/>
          </p:nvSpPr>
          <p:spPr>
            <a:xfrm>
              <a:off x="15565946" y="2645331"/>
              <a:ext cx="61115" cy="8787"/>
            </a:xfrm>
            <a:custGeom>
              <a:avLst/>
              <a:gdLst/>
              <a:ahLst/>
              <a:cxnLst/>
              <a:rect l="0" t="0" r="0" b="0"/>
              <a:pathLst>
                <a:path w="61115" h="8787">
                  <a:moveTo>
                    <a:pt x="61115" y="0"/>
                  </a:moveTo>
                  <a:lnTo>
                    <a:pt x="0" y="878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7" name="Output_receptor__5086">
              <a:extLst>
                <a:ext uri="{FF2B5EF4-FFF2-40B4-BE49-F238E27FC236}">
                  <a16:creationId xmlns:a16="http://schemas.microsoft.com/office/drawing/2014/main" id="{B5D6CC11-63C4-0D3D-025B-7CF4342BE98E}"/>
                </a:ext>
              </a:extLst>
            </p:cNvPr>
            <p:cNvSpPr>
              <a:spLocks noGrp="1"/>
            </p:cNvSpPr>
            <p:nvPr/>
          </p:nvSpPr>
          <p:spPr>
            <a:xfrm>
              <a:off x="15440490" y="3663954"/>
              <a:ext cx="58567" cy="12523"/>
            </a:xfrm>
            <a:custGeom>
              <a:avLst/>
              <a:gdLst/>
              <a:ahLst/>
              <a:cxnLst/>
              <a:rect l="0" t="0" r="0" b="0"/>
              <a:pathLst>
                <a:path w="58567" h="12523">
                  <a:moveTo>
                    <a:pt x="0" y="0"/>
                  </a:moveTo>
                  <a:lnTo>
                    <a:pt x="58567" y="125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8" name="Output_receptor__5087">
              <a:extLst>
                <a:ext uri="{FF2B5EF4-FFF2-40B4-BE49-F238E27FC236}">
                  <a16:creationId xmlns:a16="http://schemas.microsoft.com/office/drawing/2014/main" id="{F0169912-74B3-1D7C-7A07-8118F80CFF88}"/>
                </a:ext>
              </a:extLst>
            </p:cNvPr>
            <p:cNvSpPr>
              <a:spLocks noGrp="1"/>
            </p:cNvSpPr>
            <p:nvPr/>
          </p:nvSpPr>
          <p:spPr>
            <a:xfrm>
              <a:off x="15711639" y="3743572"/>
              <a:ext cx="67825" cy="21864"/>
            </a:xfrm>
            <a:custGeom>
              <a:avLst/>
              <a:gdLst/>
              <a:ahLst/>
              <a:cxnLst/>
              <a:rect l="0" t="0" r="0" b="0"/>
              <a:pathLst>
                <a:path w="67825" h="21864">
                  <a:moveTo>
                    <a:pt x="67825" y="0"/>
                  </a:moveTo>
                  <a:lnTo>
                    <a:pt x="0" y="2186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9" name="Output_receptor__5088">
              <a:extLst>
                <a:ext uri="{FF2B5EF4-FFF2-40B4-BE49-F238E27FC236}">
                  <a16:creationId xmlns:a16="http://schemas.microsoft.com/office/drawing/2014/main" id="{CD46F7A9-480F-3DE3-1718-25D409733898}"/>
                </a:ext>
              </a:extLst>
            </p:cNvPr>
            <p:cNvSpPr>
              <a:spLocks noGrp="1"/>
            </p:cNvSpPr>
            <p:nvPr/>
          </p:nvSpPr>
          <p:spPr>
            <a:xfrm>
              <a:off x="15416843" y="3611967"/>
              <a:ext cx="23646" cy="51988"/>
            </a:xfrm>
            <a:custGeom>
              <a:avLst/>
              <a:gdLst/>
              <a:ahLst/>
              <a:cxnLst/>
              <a:rect l="0" t="0" r="0" b="0"/>
              <a:pathLst>
                <a:path w="23646" h="51988">
                  <a:moveTo>
                    <a:pt x="0" y="0"/>
                  </a:moveTo>
                  <a:lnTo>
                    <a:pt x="23646" y="5198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0" name="Output_receptor__5089">
              <a:extLst>
                <a:ext uri="{FF2B5EF4-FFF2-40B4-BE49-F238E27FC236}">
                  <a16:creationId xmlns:a16="http://schemas.microsoft.com/office/drawing/2014/main" id="{3A34FF9E-66D8-76DE-05AD-EDACDFF5EE25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3351"/>
              <a:ext cx="24806" cy="29747"/>
            </a:xfrm>
            <a:custGeom>
              <a:avLst/>
              <a:gdLst/>
              <a:ahLst/>
              <a:cxnLst/>
              <a:rect l="0" t="0" r="0" b="0"/>
              <a:pathLst>
                <a:path w="24806" h="29747">
                  <a:moveTo>
                    <a:pt x="24806" y="29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1" name="Output_receptor__5090">
              <a:extLst>
                <a:ext uri="{FF2B5EF4-FFF2-40B4-BE49-F238E27FC236}">
                  <a16:creationId xmlns:a16="http://schemas.microsoft.com/office/drawing/2014/main" id="{5CD0A98D-1921-F10B-1FB6-29F818FB9CB7}"/>
                </a:ext>
              </a:extLst>
            </p:cNvPr>
            <p:cNvSpPr>
              <a:spLocks noGrp="1"/>
            </p:cNvSpPr>
            <p:nvPr/>
          </p:nvSpPr>
          <p:spPr>
            <a:xfrm>
              <a:off x="16047989" y="3204448"/>
              <a:ext cx="19789" cy="66160"/>
            </a:xfrm>
            <a:custGeom>
              <a:avLst/>
              <a:gdLst/>
              <a:ahLst/>
              <a:cxnLst/>
              <a:rect l="0" t="0" r="0" b="0"/>
              <a:pathLst>
                <a:path w="19789" h="66160">
                  <a:moveTo>
                    <a:pt x="19789" y="661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2" name="Output_receptor__5091">
              <a:extLst>
                <a:ext uri="{FF2B5EF4-FFF2-40B4-BE49-F238E27FC236}">
                  <a16:creationId xmlns:a16="http://schemas.microsoft.com/office/drawing/2014/main" id="{8077F729-C7E4-C796-6562-B8353206942A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18371"/>
              <a:ext cx="70595" cy="10777"/>
            </a:xfrm>
            <a:custGeom>
              <a:avLst/>
              <a:gdLst/>
              <a:ahLst/>
              <a:cxnLst/>
              <a:rect l="0" t="0" r="0" b="0"/>
              <a:pathLst>
                <a:path w="70595" h="10777">
                  <a:moveTo>
                    <a:pt x="70595" y="0"/>
                  </a:moveTo>
                  <a:lnTo>
                    <a:pt x="0" y="107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3" name="Output_receptor__5092">
              <a:extLst>
                <a:ext uri="{FF2B5EF4-FFF2-40B4-BE49-F238E27FC236}">
                  <a16:creationId xmlns:a16="http://schemas.microsoft.com/office/drawing/2014/main" id="{137C3773-E64F-2406-C829-D28AD243416A}"/>
                </a:ext>
              </a:extLst>
            </p:cNvPr>
            <p:cNvSpPr>
              <a:spLocks noGrp="1"/>
            </p:cNvSpPr>
            <p:nvPr/>
          </p:nvSpPr>
          <p:spPr>
            <a:xfrm>
              <a:off x="16058834" y="3023312"/>
              <a:ext cx="37526" cy="36007"/>
            </a:xfrm>
            <a:custGeom>
              <a:avLst/>
              <a:gdLst/>
              <a:ahLst/>
              <a:cxnLst/>
              <a:rect l="0" t="0" r="0" b="0"/>
              <a:pathLst>
                <a:path w="37526" h="36007">
                  <a:moveTo>
                    <a:pt x="37526" y="36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4" name="Output_receptor__5093">
              <a:extLst>
                <a:ext uri="{FF2B5EF4-FFF2-40B4-BE49-F238E27FC236}">
                  <a16:creationId xmlns:a16="http://schemas.microsoft.com/office/drawing/2014/main" id="{E92E659D-D429-27FD-7738-990598832A65}"/>
                </a:ext>
              </a:extLst>
            </p:cNvPr>
            <p:cNvSpPr>
              <a:spLocks noGrp="1"/>
            </p:cNvSpPr>
            <p:nvPr/>
          </p:nvSpPr>
          <p:spPr>
            <a:xfrm>
              <a:off x="15638562" y="2579692"/>
              <a:ext cx="71443" cy="634"/>
            </a:xfrm>
            <a:custGeom>
              <a:avLst/>
              <a:gdLst/>
              <a:ahLst/>
              <a:cxnLst/>
              <a:rect l="0" t="0" r="0" b="0"/>
              <a:pathLst>
                <a:path w="71443" h="634">
                  <a:moveTo>
                    <a:pt x="71443" y="0"/>
                  </a:moveTo>
                  <a:lnTo>
                    <a:pt x="0" y="63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5" name="Output_receptor__5094">
              <a:extLst>
                <a:ext uri="{FF2B5EF4-FFF2-40B4-BE49-F238E27FC236}">
                  <a16:creationId xmlns:a16="http://schemas.microsoft.com/office/drawing/2014/main" id="{E73ABD5F-645E-57F5-70A5-94E039ACD064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580531"/>
              <a:ext cx="41589" cy="40111"/>
            </a:xfrm>
            <a:custGeom>
              <a:avLst/>
              <a:gdLst/>
              <a:ahLst/>
              <a:cxnLst/>
              <a:rect l="0" t="0" r="0" b="0"/>
              <a:pathLst>
                <a:path w="41589" h="40111">
                  <a:moveTo>
                    <a:pt x="41589" y="0"/>
                  </a:moveTo>
                  <a:lnTo>
                    <a:pt x="0" y="4011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6" name="Output_receptor__5095">
              <a:extLst>
                <a:ext uri="{FF2B5EF4-FFF2-40B4-BE49-F238E27FC236}">
                  <a16:creationId xmlns:a16="http://schemas.microsoft.com/office/drawing/2014/main" id="{8DDFB452-B23D-2278-8475-D81E09F95CEF}"/>
                </a:ext>
              </a:extLst>
            </p:cNvPr>
            <p:cNvSpPr>
              <a:spLocks noGrp="1"/>
            </p:cNvSpPr>
            <p:nvPr/>
          </p:nvSpPr>
          <p:spPr>
            <a:xfrm>
              <a:off x="15824781" y="3047522"/>
              <a:ext cx="26647" cy="16712"/>
            </a:xfrm>
            <a:custGeom>
              <a:avLst/>
              <a:gdLst/>
              <a:ahLst/>
              <a:cxnLst/>
              <a:rect l="0" t="0" r="0" b="0"/>
              <a:pathLst>
                <a:path w="26647" h="16712">
                  <a:moveTo>
                    <a:pt x="26647" y="16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7" name="Output_receptor__5096">
              <a:extLst>
                <a:ext uri="{FF2B5EF4-FFF2-40B4-BE49-F238E27FC236}">
                  <a16:creationId xmlns:a16="http://schemas.microsoft.com/office/drawing/2014/main" id="{356BA64F-6613-8DEA-320A-B7892E35A015}"/>
                </a:ext>
              </a:extLst>
            </p:cNvPr>
            <p:cNvSpPr>
              <a:spLocks noGrp="1"/>
            </p:cNvSpPr>
            <p:nvPr/>
          </p:nvSpPr>
          <p:spPr>
            <a:xfrm>
              <a:off x="16197299" y="2955984"/>
              <a:ext cx="30245" cy="45227"/>
            </a:xfrm>
            <a:custGeom>
              <a:avLst/>
              <a:gdLst/>
              <a:ahLst/>
              <a:cxnLst/>
              <a:rect l="0" t="0" r="0" b="0"/>
              <a:pathLst>
                <a:path w="30245" h="45227">
                  <a:moveTo>
                    <a:pt x="0" y="0"/>
                  </a:moveTo>
                  <a:lnTo>
                    <a:pt x="30245" y="4522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8" name="Output_receptor__5097">
              <a:extLst>
                <a:ext uri="{FF2B5EF4-FFF2-40B4-BE49-F238E27FC236}">
                  <a16:creationId xmlns:a16="http://schemas.microsoft.com/office/drawing/2014/main" id="{BF98021D-E574-045C-EDFB-EF7A031F9D3A}"/>
                </a:ext>
              </a:extLst>
            </p:cNvPr>
            <p:cNvSpPr>
              <a:spLocks noGrp="1"/>
            </p:cNvSpPr>
            <p:nvPr/>
          </p:nvSpPr>
          <p:spPr>
            <a:xfrm>
              <a:off x="16164562" y="3454930"/>
              <a:ext cx="13513" cy="11053"/>
            </a:xfrm>
            <a:custGeom>
              <a:avLst/>
              <a:gdLst/>
              <a:ahLst/>
              <a:cxnLst/>
              <a:rect l="0" t="0" r="0" b="0"/>
              <a:pathLst>
                <a:path w="13513" h="11053">
                  <a:moveTo>
                    <a:pt x="0" y="11053"/>
                  </a:moveTo>
                  <a:lnTo>
                    <a:pt x="1351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9" name="Output_receptor__5098">
              <a:extLst>
                <a:ext uri="{FF2B5EF4-FFF2-40B4-BE49-F238E27FC236}">
                  <a16:creationId xmlns:a16="http://schemas.microsoft.com/office/drawing/2014/main" id="{8F94584C-3866-8EFF-4F43-52C49BD4814A}"/>
                </a:ext>
              </a:extLst>
            </p:cNvPr>
            <p:cNvSpPr>
              <a:spLocks noGrp="1"/>
            </p:cNvSpPr>
            <p:nvPr/>
          </p:nvSpPr>
          <p:spPr>
            <a:xfrm>
              <a:off x="15520979" y="2603209"/>
              <a:ext cx="44967" cy="50910"/>
            </a:xfrm>
            <a:custGeom>
              <a:avLst/>
              <a:gdLst/>
              <a:ahLst/>
              <a:cxnLst/>
              <a:rect l="0" t="0" r="0" b="0"/>
              <a:pathLst>
                <a:path w="44967" h="50910">
                  <a:moveTo>
                    <a:pt x="44967" y="50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0" name="Output_receptor__5099">
              <a:extLst>
                <a:ext uri="{FF2B5EF4-FFF2-40B4-BE49-F238E27FC236}">
                  <a16:creationId xmlns:a16="http://schemas.microsoft.com/office/drawing/2014/main" id="{357AD0C7-EA36-E4E9-BD93-BB0F15639499}"/>
                </a:ext>
              </a:extLst>
            </p:cNvPr>
            <p:cNvSpPr>
              <a:spLocks noGrp="1"/>
            </p:cNvSpPr>
            <p:nvPr/>
          </p:nvSpPr>
          <p:spPr>
            <a:xfrm>
              <a:off x="15771098" y="4006211"/>
              <a:ext cx="25233" cy="66634"/>
            </a:xfrm>
            <a:custGeom>
              <a:avLst/>
              <a:gdLst/>
              <a:ahLst/>
              <a:cxnLst/>
              <a:rect l="0" t="0" r="0" b="0"/>
              <a:pathLst>
                <a:path w="25233" h="66634">
                  <a:moveTo>
                    <a:pt x="25233" y="66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1" name="Output_receptor__5100">
              <a:extLst>
                <a:ext uri="{FF2B5EF4-FFF2-40B4-BE49-F238E27FC236}">
                  <a16:creationId xmlns:a16="http://schemas.microsoft.com/office/drawing/2014/main" id="{44D1DDD4-5403-1328-AAD0-514154AA5591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702874"/>
              <a:ext cx="24844" cy="62562"/>
            </a:xfrm>
            <a:custGeom>
              <a:avLst/>
              <a:gdLst/>
              <a:ahLst/>
              <a:cxnLst/>
              <a:rect l="0" t="0" r="0" b="0"/>
              <a:pathLst>
                <a:path w="24844" h="62562">
                  <a:moveTo>
                    <a:pt x="24844" y="62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2" name="Output_receptor__5101">
              <a:extLst>
                <a:ext uri="{FF2B5EF4-FFF2-40B4-BE49-F238E27FC236}">
                  <a16:creationId xmlns:a16="http://schemas.microsoft.com/office/drawing/2014/main" id="{B00F38DD-F4BE-6AE7-4E6A-B4E9474ADED3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57596"/>
              <a:ext cx="15334" cy="13971"/>
            </a:xfrm>
            <a:custGeom>
              <a:avLst/>
              <a:gdLst/>
              <a:ahLst/>
              <a:cxnLst/>
              <a:rect l="0" t="0" r="0" b="0"/>
              <a:pathLst>
                <a:path w="15334" h="13971">
                  <a:moveTo>
                    <a:pt x="15334" y="139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3" name="Output_receptor__5102">
              <a:extLst>
                <a:ext uri="{FF2B5EF4-FFF2-40B4-BE49-F238E27FC236}">
                  <a16:creationId xmlns:a16="http://schemas.microsoft.com/office/drawing/2014/main" id="{F9D24DB8-C096-7509-FAE6-AAA6A7C6910B}"/>
                </a:ext>
              </a:extLst>
            </p:cNvPr>
            <p:cNvSpPr>
              <a:spLocks noGrp="1"/>
            </p:cNvSpPr>
            <p:nvPr/>
          </p:nvSpPr>
          <p:spPr>
            <a:xfrm>
              <a:off x="15691945" y="2778191"/>
              <a:ext cx="62403" cy="31853"/>
            </a:xfrm>
            <a:custGeom>
              <a:avLst/>
              <a:gdLst/>
              <a:ahLst/>
              <a:cxnLst/>
              <a:rect l="0" t="0" r="0" b="0"/>
              <a:pathLst>
                <a:path w="62403" h="31853">
                  <a:moveTo>
                    <a:pt x="0" y="31853"/>
                  </a:moveTo>
                  <a:lnTo>
                    <a:pt x="6240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4" name="Output_receptor__5103">
              <a:extLst>
                <a:ext uri="{FF2B5EF4-FFF2-40B4-BE49-F238E27FC236}">
                  <a16:creationId xmlns:a16="http://schemas.microsoft.com/office/drawing/2014/main" id="{F1DA861D-C9A4-8B53-8536-F00BD2F57076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0828"/>
              <a:ext cx="31046" cy="23032"/>
            </a:xfrm>
            <a:custGeom>
              <a:avLst/>
              <a:gdLst/>
              <a:ahLst/>
              <a:cxnLst/>
              <a:rect l="0" t="0" r="0" b="0"/>
              <a:pathLst>
                <a:path w="31046" h="23032">
                  <a:moveTo>
                    <a:pt x="31046" y="0"/>
                  </a:moveTo>
                  <a:lnTo>
                    <a:pt x="0" y="2303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5" name="Output_receptor__5104">
              <a:extLst>
                <a:ext uri="{FF2B5EF4-FFF2-40B4-BE49-F238E27FC236}">
                  <a16:creationId xmlns:a16="http://schemas.microsoft.com/office/drawing/2014/main" id="{30203CC1-F9A7-0204-3307-F613D60E6505}"/>
                </a:ext>
              </a:extLst>
            </p:cNvPr>
            <p:cNvSpPr>
              <a:spLocks noGrp="1"/>
            </p:cNvSpPr>
            <p:nvPr/>
          </p:nvSpPr>
          <p:spPr>
            <a:xfrm>
              <a:off x="16083862" y="2420405"/>
              <a:ext cx="27137" cy="28447"/>
            </a:xfrm>
            <a:custGeom>
              <a:avLst/>
              <a:gdLst/>
              <a:ahLst/>
              <a:cxnLst/>
              <a:rect l="0" t="0" r="0" b="0"/>
              <a:pathLst>
                <a:path w="27137" h="28447">
                  <a:moveTo>
                    <a:pt x="27137" y="284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6" name="Output_receptor__5105">
              <a:extLst>
                <a:ext uri="{FF2B5EF4-FFF2-40B4-BE49-F238E27FC236}">
                  <a16:creationId xmlns:a16="http://schemas.microsoft.com/office/drawing/2014/main" id="{080D02ED-1C5F-E037-C806-7F0DC6A41A2D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199750"/>
              <a:ext cx="33035" cy="42842"/>
            </a:xfrm>
            <a:custGeom>
              <a:avLst/>
              <a:gdLst/>
              <a:ahLst/>
              <a:cxnLst/>
              <a:rect l="0" t="0" r="0" b="0"/>
              <a:pathLst>
                <a:path w="33035" h="42842">
                  <a:moveTo>
                    <a:pt x="33035" y="0"/>
                  </a:moveTo>
                  <a:lnTo>
                    <a:pt x="0" y="4284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7" name="Output_receptor__5106">
              <a:extLst>
                <a:ext uri="{FF2B5EF4-FFF2-40B4-BE49-F238E27FC236}">
                  <a16:creationId xmlns:a16="http://schemas.microsoft.com/office/drawing/2014/main" id="{71C6AA2A-BBFA-9F09-09AE-4FBD1244FF36}"/>
                </a:ext>
              </a:extLst>
            </p:cNvPr>
            <p:cNvSpPr>
              <a:spLocks noGrp="1"/>
            </p:cNvSpPr>
            <p:nvPr/>
          </p:nvSpPr>
          <p:spPr>
            <a:xfrm>
              <a:off x="15754348" y="2778191"/>
              <a:ext cx="45252" cy="52169"/>
            </a:xfrm>
            <a:custGeom>
              <a:avLst/>
              <a:gdLst/>
              <a:ahLst/>
              <a:cxnLst/>
              <a:rect l="0" t="0" r="0" b="0"/>
              <a:pathLst>
                <a:path w="45252" h="52169">
                  <a:moveTo>
                    <a:pt x="0" y="0"/>
                  </a:moveTo>
                  <a:lnTo>
                    <a:pt x="45252" y="5216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8" name="Output_receptor__5107">
              <a:extLst>
                <a:ext uri="{FF2B5EF4-FFF2-40B4-BE49-F238E27FC236}">
                  <a16:creationId xmlns:a16="http://schemas.microsoft.com/office/drawing/2014/main" id="{925BCC0D-D035-3258-E679-96D7F09D3B48}"/>
                </a:ext>
              </a:extLst>
            </p:cNvPr>
            <p:cNvSpPr>
              <a:spLocks noGrp="1"/>
            </p:cNvSpPr>
            <p:nvPr/>
          </p:nvSpPr>
          <p:spPr>
            <a:xfrm>
              <a:off x="15485656" y="4225056"/>
              <a:ext cx="51869" cy="49640"/>
            </a:xfrm>
            <a:custGeom>
              <a:avLst/>
              <a:gdLst/>
              <a:ahLst/>
              <a:cxnLst/>
              <a:rect l="0" t="0" r="0" b="0"/>
              <a:pathLst>
                <a:path w="51869" h="49640">
                  <a:moveTo>
                    <a:pt x="51869" y="496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9" name="Output_receptor__5108">
              <a:extLst>
                <a:ext uri="{FF2B5EF4-FFF2-40B4-BE49-F238E27FC236}">
                  <a16:creationId xmlns:a16="http://schemas.microsoft.com/office/drawing/2014/main" id="{4F5A40CC-A7F3-BB1D-6119-09D346C8A34D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71478"/>
              <a:ext cx="58349" cy="24630"/>
            </a:xfrm>
            <a:custGeom>
              <a:avLst/>
              <a:gdLst/>
              <a:ahLst/>
              <a:cxnLst/>
              <a:rect l="0" t="0" r="0" b="0"/>
              <a:pathLst>
                <a:path w="58349" h="24630">
                  <a:moveTo>
                    <a:pt x="0" y="24630"/>
                  </a:moveTo>
                  <a:lnTo>
                    <a:pt x="5834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0" name="Output_receptor__5109">
              <a:extLst>
                <a:ext uri="{FF2B5EF4-FFF2-40B4-BE49-F238E27FC236}">
                  <a16:creationId xmlns:a16="http://schemas.microsoft.com/office/drawing/2014/main" id="{5E00BE14-4262-0397-AEAF-9108BBD1D198}"/>
                </a:ext>
              </a:extLst>
            </p:cNvPr>
            <p:cNvSpPr>
              <a:spLocks noGrp="1"/>
            </p:cNvSpPr>
            <p:nvPr/>
          </p:nvSpPr>
          <p:spPr>
            <a:xfrm>
              <a:off x="16019194" y="2322269"/>
              <a:ext cx="54830" cy="20587"/>
            </a:xfrm>
            <a:custGeom>
              <a:avLst/>
              <a:gdLst/>
              <a:ahLst/>
              <a:cxnLst/>
              <a:rect l="0" t="0" r="0" b="0"/>
              <a:pathLst>
                <a:path w="54830" h="20587">
                  <a:moveTo>
                    <a:pt x="54830" y="205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1" name="Output_receptor__5110">
              <a:extLst>
                <a:ext uri="{FF2B5EF4-FFF2-40B4-BE49-F238E27FC236}">
                  <a16:creationId xmlns:a16="http://schemas.microsoft.com/office/drawing/2014/main" id="{01BD4B9D-E382-F7EE-FFDB-147F0247353A}"/>
                </a:ext>
              </a:extLst>
            </p:cNvPr>
            <p:cNvSpPr>
              <a:spLocks noGrp="1"/>
            </p:cNvSpPr>
            <p:nvPr/>
          </p:nvSpPr>
          <p:spPr>
            <a:xfrm>
              <a:off x="15459943" y="2580531"/>
              <a:ext cx="61036" cy="22678"/>
            </a:xfrm>
            <a:custGeom>
              <a:avLst/>
              <a:gdLst/>
              <a:ahLst/>
              <a:cxnLst/>
              <a:rect l="0" t="0" r="0" b="0"/>
              <a:pathLst>
                <a:path w="61036" h="22678">
                  <a:moveTo>
                    <a:pt x="61036" y="22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2" name="Output_receptor__5111">
              <a:extLst>
                <a:ext uri="{FF2B5EF4-FFF2-40B4-BE49-F238E27FC236}">
                  <a16:creationId xmlns:a16="http://schemas.microsoft.com/office/drawing/2014/main" id="{CF1EC3ED-9236-151D-C7ED-E6B9B96DF7EB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56327"/>
              <a:ext cx="43146" cy="51908"/>
            </a:xfrm>
            <a:custGeom>
              <a:avLst/>
              <a:gdLst/>
              <a:ahLst/>
              <a:cxnLst/>
              <a:rect l="0" t="0" r="0" b="0"/>
              <a:pathLst>
                <a:path w="43146" h="51908">
                  <a:moveTo>
                    <a:pt x="0" y="51908"/>
                  </a:moveTo>
                  <a:lnTo>
                    <a:pt x="4314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3" name="Output_receptor__5112">
              <a:extLst>
                <a:ext uri="{FF2B5EF4-FFF2-40B4-BE49-F238E27FC236}">
                  <a16:creationId xmlns:a16="http://schemas.microsoft.com/office/drawing/2014/main" id="{9F768C80-AA05-D82E-23DE-B15774B7C439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29147"/>
              <a:ext cx="9771" cy="71214"/>
            </a:xfrm>
            <a:custGeom>
              <a:avLst/>
              <a:gdLst/>
              <a:ahLst/>
              <a:cxnLst/>
              <a:rect l="0" t="0" r="0" b="0"/>
              <a:pathLst>
                <a:path w="9771" h="71214">
                  <a:moveTo>
                    <a:pt x="0" y="0"/>
                  </a:moveTo>
                  <a:lnTo>
                    <a:pt x="9771" y="7121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4" name="Output_receptor__5113">
              <a:extLst>
                <a:ext uri="{FF2B5EF4-FFF2-40B4-BE49-F238E27FC236}">
                  <a16:creationId xmlns:a16="http://schemas.microsoft.com/office/drawing/2014/main" id="{FB9D4D67-CE4E-37F1-EAA0-37811ABF3AE9}"/>
                </a:ext>
              </a:extLst>
            </p:cNvPr>
            <p:cNvSpPr>
              <a:spLocks noGrp="1"/>
            </p:cNvSpPr>
            <p:nvPr/>
          </p:nvSpPr>
          <p:spPr>
            <a:xfrm>
              <a:off x="16496885" y="4140769"/>
              <a:ext cx="9156" cy="58981"/>
            </a:xfrm>
            <a:custGeom>
              <a:avLst/>
              <a:gdLst/>
              <a:ahLst/>
              <a:cxnLst/>
              <a:rect l="0" t="0" r="0" b="0"/>
              <a:pathLst>
                <a:path w="9156" h="58981">
                  <a:moveTo>
                    <a:pt x="0" y="0"/>
                  </a:moveTo>
                  <a:lnTo>
                    <a:pt x="9156" y="5898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5" name="Output_receptor__5114">
              <a:extLst>
                <a:ext uri="{FF2B5EF4-FFF2-40B4-BE49-F238E27FC236}">
                  <a16:creationId xmlns:a16="http://schemas.microsoft.com/office/drawing/2014/main" id="{ECF02810-2D58-2FB6-80A3-17101FFDA512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37281"/>
              <a:ext cx="15547" cy="68095"/>
            </a:xfrm>
            <a:custGeom>
              <a:avLst/>
              <a:gdLst/>
              <a:ahLst/>
              <a:cxnLst/>
              <a:rect l="0" t="0" r="0" b="0"/>
              <a:pathLst>
                <a:path w="15547" h="68095">
                  <a:moveTo>
                    <a:pt x="0" y="0"/>
                  </a:moveTo>
                  <a:lnTo>
                    <a:pt x="15547" y="6809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6" name="Output_receptor__5115">
              <a:extLst>
                <a:ext uri="{FF2B5EF4-FFF2-40B4-BE49-F238E27FC236}">
                  <a16:creationId xmlns:a16="http://schemas.microsoft.com/office/drawing/2014/main" id="{9AFA2A8F-494F-5162-3F27-C02E50DF265B}"/>
                </a:ext>
              </a:extLst>
            </p:cNvPr>
            <p:cNvSpPr>
              <a:spLocks noGrp="1"/>
            </p:cNvSpPr>
            <p:nvPr/>
          </p:nvSpPr>
          <p:spPr>
            <a:xfrm>
              <a:off x="15721749" y="3015511"/>
              <a:ext cx="37580" cy="57883"/>
            </a:xfrm>
            <a:custGeom>
              <a:avLst/>
              <a:gdLst/>
              <a:ahLst/>
              <a:cxnLst/>
              <a:rect l="0" t="0" r="0" b="0"/>
              <a:pathLst>
                <a:path w="37580" h="57883">
                  <a:moveTo>
                    <a:pt x="37580" y="5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7" name="Output_receptor__5116">
              <a:extLst>
                <a:ext uri="{FF2B5EF4-FFF2-40B4-BE49-F238E27FC236}">
                  <a16:creationId xmlns:a16="http://schemas.microsoft.com/office/drawing/2014/main" id="{C28AB0FA-8C99-F5D0-5958-85877D8241C8}"/>
                </a:ext>
              </a:extLst>
            </p:cNvPr>
            <p:cNvSpPr>
              <a:spLocks noGrp="1"/>
            </p:cNvSpPr>
            <p:nvPr/>
          </p:nvSpPr>
          <p:spPr>
            <a:xfrm>
              <a:off x="16201337" y="3694281"/>
              <a:ext cx="27126" cy="13841"/>
            </a:xfrm>
            <a:custGeom>
              <a:avLst/>
              <a:gdLst/>
              <a:ahLst/>
              <a:cxnLst/>
              <a:rect l="0" t="0" r="0" b="0"/>
              <a:pathLst>
                <a:path w="27126" h="13841">
                  <a:moveTo>
                    <a:pt x="0" y="13841"/>
                  </a:moveTo>
                  <a:lnTo>
                    <a:pt x="2712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8" name="Output_receptor__5117">
              <a:extLst>
                <a:ext uri="{FF2B5EF4-FFF2-40B4-BE49-F238E27FC236}">
                  <a16:creationId xmlns:a16="http://schemas.microsoft.com/office/drawing/2014/main" id="{5DD1FC85-7F82-2502-C076-B87C829CDCD7}"/>
                </a:ext>
              </a:extLst>
            </p:cNvPr>
            <p:cNvSpPr>
              <a:spLocks noGrp="1"/>
            </p:cNvSpPr>
            <p:nvPr/>
          </p:nvSpPr>
          <p:spPr>
            <a:xfrm>
              <a:off x="15502145" y="4110621"/>
              <a:ext cx="59425" cy="39468"/>
            </a:xfrm>
            <a:custGeom>
              <a:avLst/>
              <a:gdLst/>
              <a:ahLst/>
              <a:cxnLst/>
              <a:rect l="0" t="0" r="0" b="0"/>
              <a:pathLst>
                <a:path w="59425" h="39468">
                  <a:moveTo>
                    <a:pt x="0" y="0"/>
                  </a:moveTo>
                  <a:lnTo>
                    <a:pt x="59425" y="394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9" name="Output_receptor__5118">
              <a:extLst>
                <a:ext uri="{FF2B5EF4-FFF2-40B4-BE49-F238E27FC236}">
                  <a16:creationId xmlns:a16="http://schemas.microsoft.com/office/drawing/2014/main" id="{FF6B22C8-F73B-37A7-1D78-7F4B06AE1DC5}"/>
                </a:ext>
              </a:extLst>
            </p:cNvPr>
            <p:cNvSpPr>
              <a:spLocks noGrp="1"/>
            </p:cNvSpPr>
            <p:nvPr/>
          </p:nvSpPr>
          <p:spPr>
            <a:xfrm>
              <a:off x="15985123" y="3385510"/>
              <a:ext cx="15266" cy="44811"/>
            </a:xfrm>
            <a:custGeom>
              <a:avLst/>
              <a:gdLst/>
              <a:ahLst/>
              <a:cxnLst/>
              <a:rect l="0" t="0" r="0" b="0"/>
              <a:pathLst>
                <a:path w="15266" h="44811">
                  <a:moveTo>
                    <a:pt x="15266" y="44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0" name="Output_receptor__5119">
              <a:extLst>
                <a:ext uri="{FF2B5EF4-FFF2-40B4-BE49-F238E27FC236}">
                  <a16:creationId xmlns:a16="http://schemas.microsoft.com/office/drawing/2014/main" id="{D18B5AFA-ADA7-C8D1-253E-95E19BD3876C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428225"/>
              <a:ext cx="54240" cy="43312"/>
            </a:xfrm>
            <a:custGeom>
              <a:avLst/>
              <a:gdLst/>
              <a:ahLst/>
              <a:cxnLst/>
              <a:rect l="0" t="0" r="0" b="0"/>
              <a:pathLst>
                <a:path w="54240" h="43312">
                  <a:moveTo>
                    <a:pt x="54240" y="433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1" name="Output_receptor__5120">
              <a:extLst>
                <a:ext uri="{FF2B5EF4-FFF2-40B4-BE49-F238E27FC236}">
                  <a16:creationId xmlns:a16="http://schemas.microsoft.com/office/drawing/2014/main" id="{7FDC4CDF-D636-A99A-2C22-26C467A8279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60560"/>
              <a:ext cx="14133" cy="8412"/>
            </a:xfrm>
            <a:custGeom>
              <a:avLst/>
              <a:gdLst/>
              <a:ahLst/>
              <a:cxnLst/>
              <a:rect l="0" t="0" r="0" b="0"/>
              <a:pathLst>
                <a:path w="14133" h="8412">
                  <a:moveTo>
                    <a:pt x="0" y="8412"/>
                  </a:moveTo>
                  <a:lnTo>
                    <a:pt x="141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2" name="Output_receptor__5121">
              <a:extLst>
                <a:ext uri="{FF2B5EF4-FFF2-40B4-BE49-F238E27FC236}">
                  <a16:creationId xmlns:a16="http://schemas.microsoft.com/office/drawing/2014/main" id="{263942A5-30F1-818C-FF09-A9E3799EA88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930819"/>
              <a:ext cx="25590" cy="6560"/>
            </a:xfrm>
            <a:custGeom>
              <a:avLst/>
              <a:gdLst/>
              <a:ahLst/>
              <a:cxnLst/>
              <a:rect l="0" t="0" r="0" b="0"/>
              <a:pathLst>
                <a:path w="25590" h="6560">
                  <a:moveTo>
                    <a:pt x="0" y="6560"/>
                  </a:moveTo>
                  <a:lnTo>
                    <a:pt x="2559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3" name="Output_receptor__5122">
              <a:extLst>
                <a:ext uri="{FF2B5EF4-FFF2-40B4-BE49-F238E27FC236}">
                  <a16:creationId xmlns:a16="http://schemas.microsoft.com/office/drawing/2014/main" id="{6F878205-C4A3-EB6E-0D16-40E03EA58D30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321679"/>
              <a:ext cx="48885" cy="590"/>
            </a:xfrm>
            <a:custGeom>
              <a:avLst/>
              <a:gdLst/>
              <a:ahLst/>
              <a:cxnLst/>
              <a:rect l="0" t="0" r="0" b="0"/>
              <a:pathLst>
                <a:path w="48885" h="590">
                  <a:moveTo>
                    <a:pt x="48885" y="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4" name="Output_receptor__5123">
              <a:extLst>
                <a:ext uri="{FF2B5EF4-FFF2-40B4-BE49-F238E27FC236}">
                  <a16:creationId xmlns:a16="http://schemas.microsoft.com/office/drawing/2014/main" id="{E4D9DF3A-8FE9-0CCA-AD4B-EF1E6820161D}"/>
                </a:ext>
              </a:extLst>
            </p:cNvPr>
            <p:cNvSpPr>
              <a:spLocks noGrp="1"/>
            </p:cNvSpPr>
            <p:nvPr/>
          </p:nvSpPr>
          <p:spPr>
            <a:xfrm>
              <a:off x="16692323" y="4073352"/>
              <a:ext cx="48281" cy="53612"/>
            </a:xfrm>
            <a:custGeom>
              <a:avLst/>
              <a:gdLst/>
              <a:ahLst/>
              <a:cxnLst/>
              <a:rect l="0" t="0" r="0" b="0"/>
              <a:pathLst>
                <a:path w="48281" h="53612">
                  <a:moveTo>
                    <a:pt x="0" y="53612"/>
                  </a:moveTo>
                  <a:lnTo>
                    <a:pt x="4828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5" name="Output_receptor__5124">
              <a:extLst>
                <a:ext uri="{FF2B5EF4-FFF2-40B4-BE49-F238E27FC236}">
                  <a16:creationId xmlns:a16="http://schemas.microsoft.com/office/drawing/2014/main" id="{186B49C0-B782-D7B9-2219-3BFD69DC50F9}"/>
                </a:ext>
              </a:extLst>
            </p:cNvPr>
            <p:cNvSpPr>
              <a:spLocks noGrp="1"/>
            </p:cNvSpPr>
            <p:nvPr/>
          </p:nvSpPr>
          <p:spPr>
            <a:xfrm>
              <a:off x="15523713" y="4274696"/>
              <a:ext cx="13811" cy="67934"/>
            </a:xfrm>
            <a:custGeom>
              <a:avLst/>
              <a:gdLst/>
              <a:ahLst/>
              <a:cxnLst/>
              <a:rect l="0" t="0" r="0" b="0"/>
              <a:pathLst>
                <a:path w="13811" h="67934">
                  <a:moveTo>
                    <a:pt x="0" y="67934"/>
                  </a:moveTo>
                  <a:lnTo>
                    <a:pt x="13811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6" name="Output_receptor__5125">
              <a:extLst>
                <a:ext uri="{FF2B5EF4-FFF2-40B4-BE49-F238E27FC236}">
                  <a16:creationId xmlns:a16="http://schemas.microsoft.com/office/drawing/2014/main" id="{8A19F2A1-2787-5484-ECBC-E0102126E6F2}"/>
                </a:ext>
              </a:extLst>
            </p:cNvPr>
            <p:cNvSpPr>
              <a:spLocks noGrp="1"/>
            </p:cNvSpPr>
            <p:nvPr/>
          </p:nvSpPr>
          <p:spPr>
            <a:xfrm>
              <a:off x="15823170" y="3560892"/>
              <a:ext cx="58248" cy="40069"/>
            </a:xfrm>
            <a:custGeom>
              <a:avLst/>
              <a:gdLst/>
              <a:ahLst/>
              <a:cxnLst/>
              <a:rect l="0" t="0" r="0" b="0"/>
              <a:pathLst>
                <a:path w="58248" h="40069">
                  <a:moveTo>
                    <a:pt x="0" y="0"/>
                  </a:moveTo>
                  <a:lnTo>
                    <a:pt x="58248" y="4006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7" name="Output_receptor__5126">
              <a:extLst>
                <a:ext uri="{FF2B5EF4-FFF2-40B4-BE49-F238E27FC236}">
                  <a16:creationId xmlns:a16="http://schemas.microsoft.com/office/drawing/2014/main" id="{A2B2DC9D-49F0-E66C-6AF5-199731C10667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28863"/>
              <a:ext cx="95" cy="40698"/>
            </a:xfrm>
            <a:custGeom>
              <a:avLst/>
              <a:gdLst/>
              <a:ahLst/>
              <a:cxnLst/>
              <a:rect l="0" t="0" r="0" b="0"/>
              <a:pathLst>
                <a:path w="95" h="40698">
                  <a:moveTo>
                    <a:pt x="0" y="0"/>
                  </a:moveTo>
                  <a:lnTo>
                    <a:pt x="58" y="4069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8" name="Output_receptor__5127">
              <a:extLst>
                <a:ext uri="{FF2B5EF4-FFF2-40B4-BE49-F238E27FC236}">
                  <a16:creationId xmlns:a16="http://schemas.microsoft.com/office/drawing/2014/main" id="{93B1B18F-9C59-D61A-65B6-5C5527B0092A}"/>
                </a:ext>
              </a:extLst>
            </p:cNvPr>
            <p:cNvSpPr>
              <a:spLocks noGrp="1"/>
            </p:cNvSpPr>
            <p:nvPr/>
          </p:nvSpPr>
          <p:spPr>
            <a:xfrm>
              <a:off x="16394358" y="3095371"/>
              <a:ext cx="19535" cy="9634"/>
            </a:xfrm>
            <a:custGeom>
              <a:avLst/>
              <a:gdLst/>
              <a:ahLst/>
              <a:cxnLst/>
              <a:rect l="0" t="0" r="0" b="0"/>
              <a:pathLst>
                <a:path w="19535" h="9634">
                  <a:moveTo>
                    <a:pt x="19535" y="96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9" name="Output_receptor__5128">
              <a:extLst>
                <a:ext uri="{FF2B5EF4-FFF2-40B4-BE49-F238E27FC236}">
                  <a16:creationId xmlns:a16="http://schemas.microsoft.com/office/drawing/2014/main" id="{B07D9945-F934-9FE5-8BE6-A5E0A13DDA85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687332"/>
              <a:ext cx="41364" cy="57484"/>
            </a:xfrm>
            <a:custGeom>
              <a:avLst/>
              <a:gdLst/>
              <a:ahLst/>
              <a:cxnLst/>
              <a:rect l="0" t="0" r="0" b="0"/>
              <a:pathLst>
                <a:path w="41364" h="57484">
                  <a:moveTo>
                    <a:pt x="41364" y="0"/>
                  </a:moveTo>
                  <a:lnTo>
                    <a:pt x="0" y="5748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0" name="Output_receptor__5129">
              <a:extLst>
                <a:ext uri="{FF2B5EF4-FFF2-40B4-BE49-F238E27FC236}">
                  <a16:creationId xmlns:a16="http://schemas.microsoft.com/office/drawing/2014/main" id="{1571AE43-4B98-C6FB-21BF-D85835E24072}"/>
                </a:ext>
              </a:extLst>
            </p:cNvPr>
            <p:cNvSpPr>
              <a:spLocks noGrp="1"/>
            </p:cNvSpPr>
            <p:nvPr/>
          </p:nvSpPr>
          <p:spPr>
            <a:xfrm>
              <a:off x="16296397" y="3686897"/>
              <a:ext cx="150" cy="63931"/>
            </a:xfrm>
            <a:custGeom>
              <a:avLst/>
              <a:gdLst/>
              <a:ahLst/>
              <a:cxnLst/>
              <a:rect l="0" t="0" r="0" b="0"/>
              <a:pathLst>
                <a:path w="150" h="63931">
                  <a:moveTo>
                    <a:pt x="0" y="0"/>
                  </a:moveTo>
                  <a:lnTo>
                    <a:pt x="150" y="6393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1" name="Output_receptor__5130">
              <a:extLst>
                <a:ext uri="{FF2B5EF4-FFF2-40B4-BE49-F238E27FC236}">
                  <a16:creationId xmlns:a16="http://schemas.microsoft.com/office/drawing/2014/main" id="{B77C1E48-BED8-79DF-3DC6-1083AFDF9A7B}"/>
                </a:ext>
              </a:extLst>
            </p:cNvPr>
            <p:cNvSpPr>
              <a:spLocks noGrp="1"/>
            </p:cNvSpPr>
            <p:nvPr/>
          </p:nvSpPr>
          <p:spPr>
            <a:xfrm>
              <a:off x="16153447" y="2822705"/>
              <a:ext cx="61514" cy="26095"/>
            </a:xfrm>
            <a:custGeom>
              <a:avLst/>
              <a:gdLst/>
              <a:ahLst/>
              <a:cxnLst/>
              <a:rect l="0" t="0" r="0" b="0"/>
              <a:pathLst>
                <a:path w="61514" h="26095">
                  <a:moveTo>
                    <a:pt x="0" y="26095"/>
                  </a:moveTo>
                  <a:lnTo>
                    <a:pt x="6151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2" name="Output_receptor__5131">
              <a:extLst>
                <a:ext uri="{FF2B5EF4-FFF2-40B4-BE49-F238E27FC236}">
                  <a16:creationId xmlns:a16="http://schemas.microsoft.com/office/drawing/2014/main" id="{E04B6DFC-A5F1-5EAF-8BBC-31944D878EF2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13895" cy="30303"/>
            </a:xfrm>
            <a:custGeom>
              <a:avLst/>
              <a:gdLst/>
              <a:ahLst/>
              <a:cxnLst/>
              <a:rect l="0" t="0" r="0" b="0"/>
              <a:pathLst>
                <a:path w="13895" h="30303">
                  <a:moveTo>
                    <a:pt x="13895" y="303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3" name="Output_receptor__5132">
              <a:extLst>
                <a:ext uri="{FF2B5EF4-FFF2-40B4-BE49-F238E27FC236}">
                  <a16:creationId xmlns:a16="http://schemas.microsoft.com/office/drawing/2014/main" id="{B57A52E9-6437-6007-68D7-5DC6214CE5EA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5743"/>
              <a:ext cx="12963" cy="9277"/>
            </a:xfrm>
            <a:custGeom>
              <a:avLst/>
              <a:gdLst/>
              <a:ahLst/>
              <a:cxnLst/>
              <a:rect l="0" t="0" r="0" b="0"/>
              <a:pathLst>
                <a:path w="12963" h="9277">
                  <a:moveTo>
                    <a:pt x="0" y="9277"/>
                  </a:moveTo>
                  <a:lnTo>
                    <a:pt x="12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4" name="Output_receptor__5133">
              <a:extLst>
                <a:ext uri="{FF2B5EF4-FFF2-40B4-BE49-F238E27FC236}">
                  <a16:creationId xmlns:a16="http://schemas.microsoft.com/office/drawing/2014/main" id="{5663796D-86A2-E7F2-F51A-D2A15DE505CF}"/>
                </a:ext>
              </a:extLst>
            </p:cNvPr>
            <p:cNvSpPr>
              <a:spLocks noGrp="1"/>
            </p:cNvSpPr>
            <p:nvPr/>
          </p:nvSpPr>
          <p:spPr>
            <a:xfrm>
              <a:off x="16145441" y="3641972"/>
              <a:ext cx="21727" cy="3471"/>
            </a:xfrm>
            <a:custGeom>
              <a:avLst/>
              <a:gdLst/>
              <a:ahLst/>
              <a:cxnLst/>
              <a:rect l="0" t="0" r="0" b="0"/>
              <a:pathLst>
                <a:path w="21727" h="3471">
                  <a:moveTo>
                    <a:pt x="0" y="0"/>
                  </a:moveTo>
                  <a:lnTo>
                    <a:pt x="21727" y="34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5" name="Output_receptor__5134">
              <a:extLst>
                <a:ext uri="{FF2B5EF4-FFF2-40B4-BE49-F238E27FC236}">
                  <a16:creationId xmlns:a16="http://schemas.microsoft.com/office/drawing/2014/main" id="{04CD5C82-F30C-2001-EE7B-22E9EB944DB8}"/>
                </a:ext>
              </a:extLst>
            </p:cNvPr>
            <p:cNvSpPr>
              <a:spLocks noGrp="1"/>
            </p:cNvSpPr>
            <p:nvPr/>
          </p:nvSpPr>
          <p:spPr>
            <a:xfrm>
              <a:off x="16275996" y="2650559"/>
              <a:ext cx="59619" cy="2571"/>
            </a:xfrm>
            <a:custGeom>
              <a:avLst/>
              <a:gdLst/>
              <a:ahLst/>
              <a:cxnLst/>
              <a:rect l="0" t="0" r="0" b="0"/>
              <a:pathLst>
                <a:path w="59619" h="2571">
                  <a:moveTo>
                    <a:pt x="59619" y="2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6" name="Output_receptor__5135">
              <a:extLst>
                <a:ext uri="{FF2B5EF4-FFF2-40B4-BE49-F238E27FC236}">
                  <a16:creationId xmlns:a16="http://schemas.microsoft.com/office/drawing/2014/main" id="{2C916108-8B8E-5105-4748-0016202E5DA8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58323"/>
              <a:ext cx="53604" cy="44498"/>
            </a:xfrm>
            <a:custGeom>
              <a:avLst/>
              <a:gdLst/>
              <a:ahLst/>
              <a:cxnLst/>
              <a:rect l="0" t="0" r="0" b="0"/>
              <a:pathLst>
                <a:path w="53604" h="44498">
                  <a:moveTo>
                    <a:pt x="0" y="0"/>
                  </a:moveTo>
                  <a:lnTo>
                    <a:pt x="53604" y="444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7" name="Output_receptor__5136">
              <a:extLst>
                <a:ext uri="{FF2B5EF4-FFF2-40B4-BE49-F238E27FC236}">
                  <a16:creationId xmlns:a16="http://schemas.microsoft.com/office/drawing/2014/main" id="{B451544E-39C0-EB7D-B785-0DC9CFB388F5}"/>
                </a:ext>
              </a:extLst>
            </p:cNvPr>
            <p:cNvSpPr>
              <a:spLocks noGrp="1"/>
            </p:cNvSpPr>
            <p:nvPr/>
          </p:nvSpPr>
          <p:spPr>
            <a:xfrm>
              <a:off x="15446930" y="2677810"/>
              <a:ext cx="14897" cy="5282"/>
            </a:xfrm>
            <a:custGeom>
              <a:avLst/>
              <a:gdLst/>
              <a:ahLst/>
              <a:cxnLst/>
              <a:rect l="0" t="0" r="0" b="0"/>
              <a:pathLst>
                <a:path w="14897" h="5282">
                  <a:moveTo>
                    <a:pt x="14897" y="0"/>
                  </a:moveTo>
                  <a:lnTo>
                    <a:pt x="0" y="528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8" name="Output_receptor__5137">
              <a:extLst>
                <a:ext uri="{FF2B5EF4-FFF2-40B4-BE49-F238E27FC236}">
                  <a16:creationId xmlns:a16="http://schemas.microsoft.com/office/drawing/2014/main" id="{161710DF-48E1-FD22-73E9-4F9D8B0E82E2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30321"/>
              <a:ext cx="20663" cy="63647"/>
            </a:xfrm>
            <a:custGeom>
              <a:avLst/>
              <a:gdLst/>
              <a:ahLst/>
              <a:cxnLst/>
              <a:rect l="0" t="0" r="0" b="0"/>
              <a:pathLst>
                <a:path w="20663" h="63647">
                  <a:moveTo>
                    <a:pt x="0" y="63647"/>
                  </a:moveTo>
                  <a:lnTo>
                    <a:pt x="206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9" name="Output_receptor__5138">
              <a:extLst>
                <a:ext uri="{FF2B5EF4-FFF2-40B4-BE49-F238E27FC236}">
                  <a16:creationId xmlns:a16="http://schemas.microsoft.com/office/drawing/2014/main" id="{9C3C5D8C-157B-8CBD-906A-B397C76B5E76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393872"/>
              <a:ext cx="18733" cy="22258"/>
            </a:xfrm>
            <a:custGeom>
              <a:avLst/>
              <a:gdLst/>
              <a:ahLst/>
              <a:cxnLst/>
              <a:rect l="0" t="0" r="0" b="0"/>
              <a:pathLst>
                <a:path w="18733" h="22258">
                  <a:moveTo>
                    <a:pt x="0" y="22258"/>
                  </a:moveTo>
                  <a:lnTo>
                    <a:pt x="187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0" name="Output_receptor__5139">
              <a:extLst>
                <a:ext uri="{FF2B5EF4-FFF2-40B4-BE49-F238E27FC236}">
                  <a16:creationId xmlns:a16="http://schemas.microsoft.com/office/drawing/2014/main" id="{C43EF7AE-F0F4-1766-18B3-359B55C13F8C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02820"/>
              <a:ext cx="12613" cy="69464"/>
            </a:xfrm>
            <a:custGeom>
              <a:avLst/>
              <a:gdLst/>
              <a:ahLst/>
              <a:cxnLst/>
              <a:rect l="0" t="0" r="0" b="0"/>
              <a:pathLst>
                <a:path w="12613" h="69464">
                  <a:moveTo>
                    <a:pt x="12613" y="0"/>
                  </a:moveTo>
                  <a:lnTo>
                    <a:pt x="0" y="6946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1" name="Output_receptor__5140">
              <a:extLst>
                <a:ext uri="{FF2B5EF4-FFF2-40B4-BE49-F238E27FC236}">
                  <a16:creationId xmlns:a16="http://schemas.microsoft.com/office/drawing/2014/main" id="{46E91590-66D4-A685-E540-63933622C357}"/>
                </a:ext>
              </a:extLst>
            </p:cNvPr>
            <p:cNvSpPr>
              <a:spLocks noGrp="1"/>
            </p:cNvSpPr>
            <p:nvPr/>
          </p:nvSpPr>
          <p:spPr>
            <a:xfrm>
              <a:off x="15710006" y="2561115"/>
              <a:ext cx="35740" cy="18577"/>
            </a:xfrm>
            <a:custGeom>
              <a:avLst/>
              <a:gdLst/>
              <a:ahLst/>
              <a:cxnLst/>
              <a:rect l="0" t="0" r="0" b="0"/>
              <a:pathLst>
                <a:path w="35740" h="18577">
                  <a:moveTo>
                    <a:pt x="35740" y="0"/>
                  </a:moveTo>
                  <a:lnTo>
                    <a:pt x="0" y="185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2" name="Output_receptor__5141">
              <a:extLst>
                <a:ext uri="{FF2B5EF4-FFF2-40B4-BE49-F238E27FC236}">
                  <a16:creationId xmlns:a16="http://schemas.microsoft.com/office/drawing/2014/main" id="{75836375-97E1-86D0-C6C3-750F4F3F9DD5}"/>
                </a:ext>
              </a:extLst>
            </p:cNvPr>
            <p:cNvSpPr>
              <a:spLocks noGrp="1"/>
            </p:cNvSpPr>
            <p:nvPr/>
          </p:nvSpPr>
          <p:spPr>
            <a:xfrm>
              <a:off x="16271624" y="3298275"/>
              <a:ext cx="45073" cy="4747"/>
            </a:xfrm>
            <a:custGeom>
              <a:avLst/>
              <a:gdLst/>
              <a:ahLst/>
              <a:cxnLst/>
              <a:rect l="0" t="0" r="0" b="0"/>
              <a:pathLst>
                <a:path w="45073" h="4747">
                  <a:moveTo>
                    <a:pt x="45073" y="0"/>
                  </a:moveTo>
                  <a:lnTo>
                    <a:pt x="0" y="474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3" name="Output_receptor__5142">
              <a:extLst>
                <a:ext uri="{FF2B5EF4-FFF2-40B4-BE49-F238E27FC236}">
                  <a16:creationId xmlns:a16="http://schemas.microsoft.com/office/drawing/2014/main" id="{1AE6F405-E813-3EAE-97F5-05E008E8F952}"/>
                </a:ext>
              </a:extLst>
            </p:cNvPr>
            <p:cNvSpPr>
              <a:spLocks noGrp="1"/>
            </p:cNvSpPr>
            <p:nvPr/>
          </p:nvSpPr>
          <p:spPr>
            <a:xfrm>
              <a:off x="15759329" y="3047522"/>
              <a:ext cx="65452" cy="25872"/>
            </a:xfrm>
            <a:custGeom>
              <a:avLst/>
              <a:gdLst/>
              <a:ahLst/>
              <a:cxnLst/>
              <a:rect l="0" t="0" r="0" b="0"/>
              <a:pathLst>
                <a:path w="65452" h="25872">
                  <a:moveTo>
                    <a:pt x="65452" y="0"/>
                  </a:moveTo>
                  <a:lnTo>
                    <a:pt x="0" y="2587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4" name="Output_receptor__5143">
              <a:extLst>
                <a:ext uri="{FF2B5EF4-FFF2-40B4-BE49-F238E27FC236}">
                  <a16:creationId xmlns:a16="http://schemas.microsoft.com/office/drawing/2014/main" id="{0A0381D8-B666-E581-012B-8064C1C52A09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74798"/>
              <a:ext cx="58142" cy="33145"/>
            </a:xfrm>
            <a:custGeom>
              <a:avLst/>
              <a:gdLst/>
              <a:ahLst/>
              <a:cxnLst/>
              <a:rect l="0" t="0" r="0" b="0"/>
              <a:pathLst>
                <a:path w="58142" h="33145">
                  <a:moveTo>
                    <a:pt x="0" y="33145"/>
                  </a:moveTo>
                  <a:lnTo>
                    <a:pt x="58142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5" name="Output_receptor__5144">
              <a:extLst>
                <a:ext uri="{FF2B5EF4-FFF2-40B4-BE49-F238E27FC236}">
                  <a16:creationId xmlns:a16="http://schemas.microsoft.com/office/drawing/2014/main" id="{90FA65A2-F2A2-10FB-2455-C8C8CEF6F2A8}"/>
                </a:ext>
              </a:extLst>
            </p:cNvPr>
            <p:cNvSpPr>
              <a:spLocks noGrp="1"/>
            </p:cNvSpPr>
            <p:nvPr/>
          </p:nvSpPr>
          <p:spPr>
            <a:xfrm>
              <a:off x="15799600" y="2810359"/>
              <a:ext cx="65087" cy="20002"/>
            </a:xfrm>
            <a:custGeom>
              <a:avLst/>
              <a:gdLst/>
              <a:ahLst/>
              <a:cxnLst/>
              <a:rect l="0" t="0" r="0" b="0"/>
              <a:pathLst>
                <a:path w="65087" h="20002">
                  <a:moveTo>
                    <a:pt x="0" y="20002"/>
                  </a:moveTo>
                  <a:lnTo>
                    <a:pt x="6508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6" name="Output_receptor__5145">
              <a:extLst>
                <a:ext uri="{FF2B5EF4-FFF2-40B4-BE49-F238E27FC236}">
                  <a16:creationId xmlns:a16="http://schemas.microsoft.com/office/drawing/2014/main" id="{E403B494-1A94-3F6C-48C4-3DE8A4BD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11892"/>
              <a:ext cx="32505" cy="25389"/>
            </a:xfrm>
            <a:custGeom>
              <a:avLst/>
              <a:gdLst/>
              <a:ahLst/>
              <a:cxnLst/>
              <a:rect l="0" t="0" r="0" b="0"/>
              <a:pathLst>
                <a:path w="32505" h="25389">
                  <a:moveTo>
                    <a:pt x="32505" y="0"/>
                  </a:moveTo>
                  <a:lnTo>
                    <a:pt x="0" y="2538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7" name="Output_receptor__5146">
              <a:extLst>
                <a:ext uri="{FF2B5EF4-FFF2-40B4-BE49-F238E27FC236}">
                  <a16:creationId xmlns:a16="http://schemas.microsoft.com/office/drawing/2014/main" id="{561F4230-4382-BD36-6522-9B567E951EC2}"/>
                </a:ext>
              </a:extLst>
            </p:cNvPr>
            <p:cNvSpPr>
              <a:spLocks noGrp="1"/>
            </p:cNvSpPr>
            <p:nvPr/>
          </p:nvSpPr>
          <p:spPr>
            <a:xfrm>
              <a:off x="16289321" y="3383451"/>
              <a:ext cx="69137" cy="17760"/>
            </a:xfrm>
            <a:custGeom>
              <a:avLst/>
              <a:gdLst/>
              <a:ahLst/>
              <a:cxnLst/>
              <a:rect l="0" t="0" r="0" b="0"/>
              <a:pathLst>
                <a:path w="69137" h="17760">
                  <a:moveTo>
                    <a:pt x="0" y="0"/>
                  </a:moveTo>
                  <a:lnTo>
                    <a:pt x="69137" y="177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8" name="Output_receptor__5147">
              <a:extLst>
                <a:ext uri="{FF2B5EF4-FFF2-40B4-BE49-F238E27FC236}">
                  <a16:creationId xmlns:a16="http://schemas.microsoft.com/office/drawing/2014/main" id="{6CC8212E-91FA-EDDE-BF49-CD6345D5CC61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52568"/>
              <a:ext cx="2843" cy="40249"/>
            </a:xfrm>
            <a:custGeom>
              <a:avLst/>
              <a:gdLst/>
              <a:ahLst/>
              <a:cxnLst/>
              <a:rect l="0" t="0" r="0" b="0"/>
              <a:pathLst>
                <a:path w="2843" h="40249">
                  <a:moveTo>
                    <a:pt x="2843" y="402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9" name="Output_receptor__5148">
              <a:extLst>
                <a:ext uri="{FF2B5EF4-FFF2-40B4-BE49-F238E27FC236}">
                  <a16:creationId xmlns:a16="http://schemas.microsoft.com/office/drawing/2014/main" id="{2852D1B8-4F85-7D6C-B010-3E260EA2AFE0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50559"/>
              <a:ext cx="43898" cy="13671"/>
            </a:xfrm>
            <a:custGeom>
              <a:avLst/>
              <a:gdLst/>
              <a:ahLst/>
              <a:cxnLst/>
              <a:rect l="0" t="0" r="0" b="0"/>
              <a:pathLst>
                <a:path w="43898" h="13671">
                  <a:moveTo>
                    <a:pt x="43898" y="0"/>
                  </a:moveTo>
                  <a:lnTo>
                    <a:pt x="0" y="136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0" name="Output_receptor__5149">
              <a:extLst>
                <a:ext uri="{FF2B5EF4-FFF2-40B4-BE49-F238E27FC236}">
                  <a16:creationId xmlns:a16="http://schemas.microsoft.com/office/drawing/2014/main" id="{BA282817-CB0E-978D-E785-847F3F95EB7F}"/>
                </a:ext>
              </a:extLst>
            </p:cNvPr>
            <p:cNvSpPr>
              <a:spLocks noGrp="1"/>
            </p:cNvSpPr>
            <p:nvPr/>
          </p:nvSpPr>
          <p:spPr>
            <a:xfrm>
              <a:off x="16190142" y="2567748"/>
              <a:ext cx="69097" cy="13068"/>
            </a:xfrm>
            <a:custGeom>
              <a:avLst/>
              <a:gdLst/>
              <a:ahLst/>
              <a:cxnLst/>
              <a:rect l="0" t="0" r="0" b="0"/>
              <a:pathLst>
                <a:path w="69097" h="13068">
                  <a:moveTo>
                    <a:pt x="69097" y="0"/>
                  </a:moveTo>
                  <a:lnTo>
                    <a:pt x="0" y="130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1" name="Output_receptor__5150">
              <a:extLst>
                <a:ext uri="{FF2B5EF4-FFF2-40B4-BE49-F238E27FC236}">
                  <a16:creationId xmlns:a16="http://schemas.microsoft.com/office/drawing/2014/main" id="{651BF58E-543A-BD96-41D2-4E5D97CDAF19}"/>
                </a:ext>
              </a:extLst>
            </p:cNvPr>
            <p:cNvSpPr>
              <a:spLocks noGrp="1"/>
            </p:cNvSpPr>
            <p:nvPr/>
          </p:nvSpPr>
          <p:spPr>
            <a:xfrm>
              <a:off x="15752565" y="3414992"/>
              <a:ext cx="41195" cy="56544"/>
            </a:xfrm>
            <a:custGeom>
              <a:avLst/>
              <a:gdLst/>
              <a:ahLst/>
              <a:cxnLst/>
              <a:rect l="0" t="0" r="0" b="0"/>
              <a:pathLst>
                <a:path w="41195" h="56544">
                  <a:moveTo>
                    <a:pt x="41195" y="0"/>
                  </a:moveTo>
                  <a:lnTo>
                    <a:pt x="0" y="5654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2" name="Output_receptor__5151">
              <a:extLst>
                <a:ext uri="{FF2B5EF4-FFF2-40B4-BE49-F238E27FC236}">
                  <a16:creationId xmlns:a16="http://schemas.microsoft.com/office/drawing/2014/main" id="{24411AE5-9E94-DD54-7789-78BFC4B1D667}"/>
                </a:ext>
              </a:extLst>
            </p:cNvPr>
            <p:cNvSpPr>
              <a:spLocks noGrp="1"/>
            </p:cNvSpPr>
            <p:nvPr/>
          </p:nvSpPr>
          <p:spPr>
            <a:xfrm>
              <a:off x="16440993" y="3852203"/>
              <a:ext cx="65184" cy="6529"/>
            </a:xfrm>
            <a:custGeom>
              <a:avLst/>
              <a:gdLst/>
              <a:ahLst/>
              <a:cxnLst/>
              <a:rect l="0" t="0" r="0" b="0"/>
              <a:pathLst>
                <a:path w="65184" h="6529">
                  <a:moveTo>
                    <a:pt x="65184" y="65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3" name="Output_receptor__5152">
              <a:extLst>
                <a:ext uri="{FF2B5EF4-FFF2-40B4-BE49-F238E27FC236}">
                  <a16:creationId xmlns:a16="http://schemas.microsoft.com/office/drawing/2014/main" id="{025EED2B-492B-5347-FBB6-78F4FF6B553B}"/>
                </a:ext>
              </a:extLst>
            </p:cNvPr>
            <p:cNvSpPr>
              <a:spLocks noGrp="1"/>
            </p:cNvSpPr>
            <p:nvPr/>
          </p:nvSpPr>
          <p:spPr>
            <a:xfrm>
              <a:off x="16646401" y="3943426"/>
              <a:ext cx="56869" cy="27930"/>
            </a:xfrm>
            <a:custGeom>
              <a:avLst/>
              <a:gdLst/>
              <a:ahLst/>
              <a:cxnLst/>
              <a:rect l="0" t="0" r="0" b="0"/>
              <a:pathLst>
                <a:path w="56869" h="27930">
                  <a:moveTo>
                    <a:pt x="56869" y="27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4" name="Output_receptor__5153">
              <a:extLst>
                <a:ext uri="{FF2B5EF4-FFF2-40B4-BE49-F238E27FC236}">
                  <a16:creationId xmlns:a16="http://schemas.microsoft.com/office/drawing/2014/main" id="{987C7769-B2ED-186D-C0AE-20AE4FC039B6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4131" cy="67028"/>
            </a:xfrm>
            <a:custGeom>
              <a:avLst/>
              <a:gdLst/>
              <a:ahLst/>
              <a:cxnLst/>
              <a:rect l="0" t="0" r="0" b="0"/>
              <a:pathLst>
                <a:path w="4131" h="67028">
                  <a:moveTo>
                    <a:pt x="0" y="0"/>
                  </a:moveTo>
                  <a:lnTo>
                    <a:pt x="4131" y="6702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5" name="Output_receptor__5154">
              <a:extLst>
                <a:ext uri="{FF2B5EF4-FFF2-40B4-BE49-F238E27FC236}">
                  <a16:creationId xmlns:a16="http://schemas.microsoft.com/office/drawing/2014/main" id="{07439523-FF80-1164-8AED-11B274F30638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77733"/>
              <a:ext cx="16078" cy="4369"/>
            </a:xfrm>
            <a:custGeom>
              <a:avLst/>
              <a:gdLst/>
              <a:ahLst/>
              <a:cxnLst/>
              <a:rect l="0" t="0" r="0" b="0"/>
              <a:pathLst>
                <a:path w="16078" h="4369">
                  <a:moveTo>
                    <a:pt x="0" y="4369"/>
                  </a:moveTo>
                  <a:lnTo>
                    <a:pt x="160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6" name="Output_receptor__5155">
              <a:extLst>
                <a:ext uri="{FF2B5EF4-FFF2-40B4-BE49-F238E27FC236}">
                  <a16:creationId xmlns:a16="http://schemas.microsoft.com/office/drawing/2014/main" id="{A2332CF2-0E0C-A9AB-2430-1FDCE83871DA}"/>
                </a:ext>
              </a:extLst>
            </p:cNvPr>
            <p:cNvSpPr>
              <a:spLocks noGrp="1"/>
            </p:cNvSpPr>
            <p:nvPr/>
          </p:nvSpPr>
          <p:spPr>
            <a:xfrm>
              <a:off x="16094750" y="3824136"/>
              <a:ext cx="66274" cy="27443"/>
            </a:xfrm>
            <a:custGeom>
              <a:avLst/>
              <a:gdLst/>
              <a:ahLst/>
              <a:cxnLst/>
              <a:rect l="0" t="0" r="0" b="0"/>
              <a:pathLst>
                <a:path w="66274" h="27443">
                  <a:moveTo>
                    <a:pt x="66274" y="274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7" name="Output_receptor__5156">
              <a:extLst>
                <a:ext uri="{FF2B5EF4-FFF2-40B4-BE49-F238E27FC236}">
                  <a16:creationId xmlns:a16="http://schemas.microsoft.com/office/drawing/2014/main" id="{9E923725-3B17-3D50-43A7-77409E482672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2900095"/>
              <a:ext cx="50963" cy="266"/>
            </a:xfrm>
            <a:custGeom>
              <a:avLst/>
              <a:gdLst/>
              <a:ahLst/>
              <a:cxnLst/>
              <a:rect l="0" t="0" r="0" b="0"/>
              <a:pathLst>
                <a:path w="50963" h="266">
                  <a:moveTo>
                    <a:pt x="0" y="266"/>
                  </a:moveTo>
                  <a:lnTo>
                    <a:pt x="50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8" name="Output_receptor__5157">
              <a:extLst>
                <a:ext uri="{FF2B5EF4-FFF2-40B4-BE49-F238E27FC236}">
                  <a16:creationId xmlns:a16="http://schemas.microsoft.com/office/drawing/2014/main" id="{E7F30FA3-71F8-D25F-E671-7E4F8D2F37DC}"/>
                </a:ext>
              </a:extLst>
            </p:cNvPr>
            <p:cNvSpPr>
              <a:spLocks noGrp="1"/>
            </p:cNvSpPr>
            <p:nvPr/>
          </p:nvSpPr>
          <p:spPr>
            <a:xfrm>
              <a:off x="15764935" y="3724183"/>
              <a:ext cx="14529" cy="19389"/>
            </a:xfrm>
            <a:custGeom>
              <a:avLst/>
              <a:gdLst/>
              <a:ahLst/>
              <a:cxnLst/>
              <a:rect l="0" t="0" r="0" b="0"/>
              <a:pathLst>
                <a:path w="14529" h="19389">
                  <a:moveTo>
                    <a:pt x="0" y="0"/>
                  </a:moveTo>
                  <a:lnTo>
                    <a:pt x="14529" y="1938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9" name="Output_receptor__5158">
              <a:extLst>
                <a:ext uri="{FF2B5EF4-FFF2-40B4-BE49-F238E27FC236}">
                  <a16:creationId xmlns:a16="http://schemas.microsoft.com/office/drawing/2014/main" id="{13B11507-0F11-EDB8-C408-7624DC26D4AA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560892"/>
              <a:ext cx="33016" cy="56552"/>
            </a:xfrm>
            <a:custGeom>
              <a:avLst/>
              <a:gdLst/>
              <a:ahLst/>
              <a:cxnLst/>
              <a:rect l="0" t="0" r="0" b="0"/>
              <a:pathLst>
                <a:path w="33016" h="56552">
                  <a:moveTo>
                    <a:pt x="0" y="56552"/>
                  </a:moveTo>
                  <a:lnTo>
                    <a:pt x="3301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0" name="Output_receptor__5159">
              <a:extLst>
                <a:ext uri="{FF2B5EF4-FFF2-40B4-BE49-F238E27FC236}">
                  <a16:creationId xmlns:a16="http://schemas.microsoft.com/office/drawing/2014/main" id="{65F10AFB-B80F-9DEC-BC2D-0F23ACA9E178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1967"/>
              <a:ext cx="62453" cy="4944"/>
            </a:xfrm>
            <a:custGeom>
              <a:avLst/>
              <a:gdLst/>
              <a:ahLst/>
              <a:cxnLst/>
              <a:rect l="0" t="0" r="0" b="0"/>
              <a:pathLst>
                <a:path w="62453" h="4944">
                  <a:moveTo>
                    <a:pt x="0" y="4944"/>
                  </a:moveTo>
                  <a:lnTo>
                    <a:pt x="6245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61" name="Output_receptor__5160">
              <a:extLst>
                <a:ext uri="{FF2B5EF4-FFF2-40B4-BE49-F238E27FC236}">
                  <a16:creationId xmlns:a16="http://schemas.microsoft.com/office/drawing/2014/main" id="{B40787EE-BFEC-6B89-4803-D1E478488AEE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1049"/>
              <a:ext cx="27308" cy="13870"/>
            </a:xfrm>
            <a:custGeom>
              <a:avLst/>
              <a:gdLst/>
              <a:ahLst/>
              <a:cxnLst/>
              <a:rect l="0" t="0" r="0" b="0"/>
              <a:pathLst>
                <a:path w="27308" h="13870">
                  <a:moveTo>
                    <a:pt x="0" y="13870"/>
                  </a:moveTo>
                  <a:lnTo>
                    <a:pt x="2730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2" name="Output_receptor__5161">
              <a:extLst>
                <a:ext uri="{FF2B5EF4-FFF2-40B4-BE49-F238E27FC236}">
                  <a16:creationId xmlns:a16="http://schemas.microsoft.com/office/drawing/2014/main" id="{3299A905-18E0-9D4E-4105-E4E8FB389751}"/>
                </a:ext>
              </a:extLst>
            </p:cNvPr>
            <p:cNvSpPr>
              <a:spLocks noGrp="1"/>
            </p:cNvSpPr>
            <p:nvPr/>
          </p:nvSpPr>
          <p:spPr>
            <a:xfrm>
              <a:off x="15687112" y="2810045"/>
              <a:ext cx="4833" cy="49276"/>
            </a:xfrm>
            <a:custGeom>
              <a:avLst/>
              <a:gdLst/>
              <a:ahLst/>
              <a:cxnLst/>
              <a:rect l="0" t="0" r="0" b="0"/>
              <a:pathLst>
                <a:path w="4833" h="49276">
                  <a:moveTo>
                    <a:pt x="0" y="49276"/>
                  </a:moveTo>
                  <a:lnTo>
                    <a:pt x="48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3" name="Output_receptor__5162">
              <a:extLst>
                <a:ext uri="{FF2B5EF4-FFF2-40B4-BE49-F238E27FC236}">
                  <a16:creationId xmlns:a16="http://schemas.microsoft.com/office/drawing/2014/main" id="{9875A22B-460D-B72E-BD41-DE7AEBB6A788}"/>
                </a:ext>
              </a:extLst>
            </p:cNvPr>
            <p:cNvSpPr>
              <a:spLocks noGrp="1"/>
            </p:cNvSpPr>
            <p:nvPr/>
          </p:nvSpPr>
          <p:spPr>
            <a:xfrm>
              <a:off x="16403442" y="4074798"/>
              <a:ext cx="42426" cy="31179"/>
            </a:xfrm>
            <a:custGeom>
              <a:avLst/>
              <a:gdLst/>
              <a:ahLst/>
              <a:cxnLst/>
              <a:rect l="0" t="0" r="0" b="0"/>
              <a:pathLst>
                <a:path w="42426" h="31179">
                  <a:moveTo>
                    <a:pt x="0" y="0"/>
                  </a:moveTo>
                  <a:lnTo>
                    <a:pt x="42426" y="311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4" name="Output_receptor__5163">
              <a:extLst>
                <a:ext uri="{FF2B5EF4-FFF2-40B4-BE49-F238E27FC236}">
                  <a16:creationId xmlns:a16="http://schemas.microsoft.com/office/drawing/2014/main" id="{F1CEEB12-2084-8127-83AD-8F177744C91D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20350"/>
              <a:ext cx="14977" cy="299"/>
            </a:xfrm>
            <a:custGeom>
              <a:avLst/>
              <a:gdLst/>
              <a:ahLst/>
              <a:cxnLst/>
              <a:rect l="0" t="0" r="0" b="0"/>
              <a:pathLst>
                <a:path w="14977" h="299">
                  <a:moveTo>
                    <a:pt x="0" y="0"/>
                  </a:moveTo>
                  <a:lnTo>
                    <a:pt x="14977" y="29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5" name="Output_receptor__5164">
              <a:extLst>
                <a:ext uri="{FF2B5EF4-FFF2-40B4-BE49-F238E27FC236}">
                  <a16:creationId xmlns:a16="http://schemas.microsoft.com/office/drawing/2014/main" id="{0FED420A-B7C9-5B2E-B15F-F8B87DCA423A}"/>
                </a:ext>
              </a:extLst>
            </p:cNvPr>
            <p:cNvSpPr>
              <a:spLocks noGrp="1"/>
            </p:cNvSpPr>
            <p:nvPr/>
          </p:nvSpPr>
          <p:spPr>
            <a:xfrm>
              <a:off x="16335614" y="2598019"/>
              <a:ext cx="46467" cy="55111"/>
            </a:xfrm>
            <a:custGeom>
              <a:avLst/>
              <a:gdLst/>
              <a:ahLst/>
              <a:cxnLst/>
              <a:rect l="0" t="0" r="0" b="0"/>
              <a:pathLst>
                <a:path w="46467" h="55111">
                  <a:moveTo>
                    <a:pt x="46467" y="0"/>
                  </a:moveTo>
                  <a:lnTo>
                    <a:pt x="0" y="5511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6" name="Output_receptor__5165">
              <a:extLst>
                <a:ext uri="{FF2B5EF4-FFF2-40B4-BE49-F238E27FC236}">
                  <a16:creationId xmlns:a16="http://schemas.microsoft.com/office/drawing/2014/main" id="{9F378742-DDA6-6557-CFDE-D4E0783C9381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489114"/>
              <a:ext cx="31409" cy="57640"/>
            </a:xfrm>
            <a:custGeom>
              <a:avLst/>
              <a:gdLst/>
              <a:ahLst/>
              <a:cxnLst/>
              <a:rect l="0" t="0" r="0" b="0"/>
              <a:pathLst>
                <a:path w="31409" h="57640">
                  <a:moveTo>
                    <a:pt x="0" y="57640"/>
                  </a:moveTo>
                  <a:lnTo>
                    <a:pt x="3140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7" name="Output_receptor__5166">
              <a:extLst>
                <a:ext uri="{FF2B5EF4-FFF2-40B4-BE49-F238E27FC236}">
                  <a16:creationId xmlns:a16="http://schemas.microsoft.com/office/drawing/2014/main" id="{87B17DFE-E53A-3F6A-F679-0303A20C1375}"/>
                </a:ext>
              </a:extLst>
            </p:cNvPr>
            <p:cNvSpPr>
              <a:spLocks noGrp="1"/>
            </p:cNvSpPr>
            <p:nvPr/>
          </p:nvSpPr>
          <p:spPr>
            <a:xfrm>
              <a:off x="15660124" y="4489114"/>
              <a:ext cx="63953" cy="12123"/>
            </a:xfrm>
            <a:custGeom>
              <a:avLst/>
              <a:gdLst/>
              <a:ahLst/>
              <a:cxnLst/>
              <a:rect l="0" t="0" r="0" b="0"/>
              <a:pathLst>
                <a:path w="63953" h="12123">
                  <a:moveTo>
                    <a:pt x="0" y="0"/>
                  </a:moveTo>
                  <a:lnTo>
                    <a:pt x="63953" y="121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8" name="Output_receptor__5167">
              <a:extLst>
                <a:ext uri="{FF2B5EF4-FFF2-40B4-BE49-F238E27FC236}">
                  <a16:creationId xmlns:a16="http://schemas.microsoft.com/office/drawing/2014/main" id="{24E0AD96-20A5-EF15-2184-1278E4576004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32693" cy="1291"/>
            </a:xfrm>
            <a:custGeom>
              <a:avLst/>
              <a:gdLst/>
              <a:ahLst/>
              <a:cxnLst/>
              <a:rect l="0" t="0" r="0" b="0"/>
              <a:pathLst>
                <a:path w="32693" h="1291">
                  <a:moveTo>
                    <a:pt x="32693" y="1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9" name="Output_receptor__5168">
              <a:extLst>
                <a:ext uri="{FF2B5EF4-FFF2-40B4-BE49-F238E27FC236}">
                  <a16:creationId xmlns:a16="http://schemas.microsoft.com/office/drawing/2014/main" id="{B3D991FD-564B-D08F-BD88-6F82721FC724}"/>
                </a:ext>
              </a:extLst>
            </p:cNvPr>
            <p:cNvSpPr>
              <a:spLocks noGrp="1"/>
            </p:cNvSpPr>
            <p:nvPr/>
          </p:nvSpPr>
          <p:spPr>
            <a:xfrm>
              <a:off x="16110999" y="2419129"/>
              <a:ext cx="65009" cy="29723"/>
            </a:xfrm>
            <a:custGeom>
              <a:avLst/>
              <a:gdLst/>
              <a:ahLst/>
              <a:cxnLst/>
              <a:rect l="0" t="0" r="0" b="0"/>
              <a:pathLst>
                <a:path w="65009" h="29723">
                  <a:moveTo>
                    <a:pt x="65009" y="0"/>
                  </a:moveTo>
                  <a:lnTo>
                    <a:pt x="0" y="297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0" name="Output_receptor__5169">
              <a:extLst>
                <a:ext uri="{FF2B5EF4-FFF2-40B4-BE49-F238E27FC236}">
                  <a16:creationId xmlns:a16="http://schemas.microsoft.com/office/drawing/2014/main" id="{27BAB3AD-65C0-054E-5146-0860F800BD0F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52203"/>
              <a:ext cx="27402" cy="44451"/>
            </a:xfrm>
            <a:custGeom>
              <a:avLst/>
              <a:gdLst/>
              <a:ahLst/>
              <a:cxnLst/>
              <a:rect l="0" t="0" r="0" b="0"/>
              <a:pathLst>
                <a:path w="27402" h="44451">
                  <a:moveTo>
                    <a:pt x="27402" y="0"/>
                  </a:moveTo>
                  <a:lnTo>
                    <a:pt x="0" y="444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1" name="Output_receptor__5170">
              <a:extLst>
                <a:ext uri="{FF2B5EF4-FFF2-40B4-BE49-F238E27FC236}">
                  <a16:creationId xmlns:a16="http://schemas.microsoft.com/office/drawing/2014/main" id="{54194DA7-7CE1-E5FE-68CE-6681B241906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597700"/>
              <a:ext cx="52321" cy="43065"/>
            </a:xfrm>
            <a:custGeom>
              <a:avLst/>
              <a:gdLst/>
              <a:ahLst/>
              <a:cxnLst/>
              <a:rect l="0" t="0" r="0" b="0"/>
              <a:pathLst>
                <a:path w="52321" h="43065">
                  <a:moveTo>
                    <a:pt x="52321" y="0"/>
                  </a:moveTo>
                  <a:lnTo>
                    <a:pt x="0" y="4306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2" name="Output_receptor__5171">
              <a:extLst>
                <a:ext uri="{FF2B5EF4-FFF2-40B4-BE49-F238E27FC236}">
                  <a16:creationId xmlns:a16="http://schemas.microsoft.com/office/drawing/2014/main" id="{159791E7-BE6B-5536-0D22-F1FD863E70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43426"/>
              <a:ext cx="45293" cy="15507"/>
            </a:xfrm>
            <a:custGeom>
              <a:avLst/>
              <a:gdLst/>
              <a:ahLst/>
              <a:cxnLst/>
              <a:rect l="0" t="0" r="0" b="0"/>
              <a:pathLst>
                <a:path w="45293" h="15507">
                  <a:moveTo>
                    <a:pt x="45293" y="0"/>
                  </a:moveTo>
                  <a:lnTo>
                    <a:pt x="0" y="1550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3" name="Output_receptor__5172">
              <a:extLst>
                <a:ext uri="{FF2B5EF4-FFF2-40B4-BE49-F238E27FC236}">
                  <a16:creationId xmlns:a16="http://schemas.microsoft.com/office/drawing/2014/main" id="{D842DEE4-1B69-B2C3-FF60-1A9E324A6103}"/>
                </a:ext>
              </a:extLst>
            </p:cNvPr>
            <p:cNvSpPr>
              <a:spLocks noGrp="1"/>
            </p:cNvSpPr>
            <p:nvPr/>
          </p:nvSpPr>
          <p:spPr>
            <a:xfrm>
              <a:off x="16032268" y="2342855"/>
              <a:ext cx="41756" cy="51017"/>
            </a:xfrm>
            <a:custGeom>
              <a:avLst/>
              <a:gdLst/>
              <a:ahLst/>
              <a:cxnLst/>
              <a:rect l="0" t="0" r="0" b="0"/>
              <a:pathLst>
                <a:path w="41756" h="51017">
                  <a:moveTo>
                    <a:pt x="0" y="51017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4" name="Output_receptor__5173">
              <a:extLst>
                <a:ext uri="{FF2B5EF4-FFF2-40B4-BE49-F238E27FC236}">
                  <a16:creationId xmlns:a16="http://schemas.microsoft.com/office/drawing/2014/main" id="{EFB595C8-8AF2-A763-AA1A-4A59B51380D0}"/>
                </a:ext>
              </a:extLst>
            </p:cNvPr>
            <p:cNvSpPr>
              <a:spLocks noGrp="1"/>
            </p:cNvSpPr>
            <p:nvPr/>
          </p:nvSpPr>
          <p:spPr>
            <a:xfrm>
              <a:off x="16358458" y="3341865"/>
              <a:ext cx="22627" cy="59346"/>
            </a:xfrm>
            <a:custGeom>
              <a:avLst/>
              <a:gdLst/>
              <a:ahLst/>
              <a:cxnLst/>
              <a:rect l="0" t="0" r="0" b="0"/>
              <a:pathLst>
                <a:path w="22627" h="59346">
                  <a:moveTo>
                    <a:pt x="0" y="59346"/>
                  </a:moveTo>
                  <a:lnTo>
                    <a:pt x="2262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5" name="Output_receptor__5174">
              <a:extLst>
                <a:ext uri="{FF2B5EF4-FFF2-40B4-BE49-F238E27FC236}">
                  <a16:creationId xmlns:a16="http://schemas.microsoft.com/office/drawing/2014/main" id="{573D3DA3-32FE-4BC3-9613-92A26D41E40B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89811"/>
              <a:ext cx="3013" cy="1757"/>
            </a:xfrm>
            <a:custGeom>
              <a:avLst/>
              <a:gdLst/>
              <a:ahLst/>
              <a:cxnLst/>
              <a:rect l="0" t="0" r="0" b="0"/>
              <a:pathLst>
                <a:path w="3013" h="1757">
                  <a:moveTo>
                    <a:pt x="0" y="1757"/>
                  </a:moveTo>
                  <a:lnTo>
                    <a:pt x="301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6" name="Output_receptor__5175">
              <a:extLst>
                <a:ext uri="{FF2B5EF4-FFF2-40B4-BE49-F238E27FC236}">
                  <a16:creationId xmlns:a16="http://schemas.microsoft.com/office/drawing/2014/main" id="{DB1ED9A5-9236-322C-33CC-020AB4383D86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1537"/>
              <a:ext cx="14186" cy="3933"/>
            </a:xfrm>
            <a:custGeom>
              <a:avLst/>
              <a:gdLst/>
              <a:ahLst/>
              <a:cxnLst/>
              <a:rect l="0" t="0" r="0" b="0"/>
              <a:pathLst>
                <a:path w="14186" h="3933">
                  <a:moveTo>
                    <a:pt x="0" y="3933"/>
                  </a:moveTo>
                  <a:lnTo>
                    <a:pt x="1418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7" name="Output_receptor__5176">
              <a:extLst>
                <a:ext uri="{FF2B5EF4-FFF2-40B4-BE49-F238E27FC236}">
                  <a16:creationId xmlns:a16="http://schemas.microsoft.com/office/drawing/2014/main" id="{352965C7-7926-B273-F886-BF420DA23292}"/>
                </a:ext>
              </a:extLst>
            </p:cNvPr>
            <p:cNvSpPr>
              <a:spLocks noGrp="1"/>
            </p:cNvSpPr>
            <p:nvPr/>
          </p:nvSpPr>
          <p:spPr>
            <a:xfrm>
              <a:off x="16503688" y="3858733"/>
              <a:ext cx="2488" cy="72086"/>
            </a:xfrm>
            <a:custGeom>
              <a:avLst/>
              <a:gdLst/>
              <a:ahLst/>
              <a:cxnLst/>
              <a:rect l="0" t="0" r="0" b="0"/>
              <a:pathLst>
                <a:path w="2488" h="72086">
                  <a:moveTo>
                    <a:pt x="0" y="72086"/>
                  </a:moveTo>
                  <a:lnTo>
                    <a:pt x="248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8" name="Output_receptor__5177">
              <a:extLst>
                <a:ext uri="{FF2B5EF4-FFF2-40B4-BE49-F238E27FC236}">
                  <a16:creationId xmlns:a16="http://schemas.microsoft.com/office/drawing/2014/main" id="{CAFE03AB-C11B-181E-107B-6470E423AC1E}"/>
                </a:ext>
              </a:extLst>
            </p:cNvPr>
            <p:cNvSpPr>
              <a:spLocks noGrp="1"/>
            </p:cNvSpPr>
            <p:nvPr/>
          </p:nvSpPr>
          <p:spPr>
            <a:xfrm>
              <a:off x="16276468" y="3525187"/>
              <a:ext cx="31612" cy="46291"/>
            </a:xfrm>
            <a:custGeom>
              <a:avLst/>
              <a:gdLst/>
              <a:ahLst/>
              <a:cxnLst/>
              <a:rect l="0" t="0" r="0" b="0"/>
              <a:pathLst>
                <a:path w="31612" h="46291">
                  <a:moveTo>
                    <a:pt x="31612" y="46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9" name="Output_receptor__5178">
              <a:extLst>
                <a:ext uri="{FF2B5EF4-FFF2-40B4-BE49-F238E27FC236}">
                  <a16:creationId xmlns:a16="http://schemas.microsoft.com/office/drawing/2014/main" id="{01833B72-0648-BE35-FFD6-25452596D6B4}"/>
                </a:ext>
              </a:extLst>
            </p:cNvPr>
            <p:cNvSpPr>
              <a:spLocks noGrp="1"/>
            </p:cNvSpPr>
            <p:nvPr/>
          </p:nvSpPr>
          <p:spPr>
            <a:xfrm>
              <a:off x="15721278" y="4501238"/>
              <a:ext cx="2799" cy="70330"/>
            </a:xfrm>
            <a:custGeom>
              <a:avLst/>
              <a:gdLst/>
              <a:ahLst/>
              <a:cxnLst/>
              <a:rect l="0" t="0" r="0" b="0"/>
              <a:pathLst>
                <a:path w="2799" h="70330">
                  <a:moveTo>
                    <a:pt x="2799" y="0"/>
                  </a:moveTo>
                  <a:lnTo>
                    <a:pt x="0" y="7033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0" name="Output_receptor__5179">
              <a:extLst>
                <a:ext uri="{FF2B5EF4-FFF2-40B4-BE49-F238E27FC236}">
                  <a16:creationId xmlns:a16="http://schemas.microsoft.com/office/drawing/2014/main" id="{08551F35-80F1-9ED8-E181-F345A25EE376}"/>
                </a:ext>
              </a:extLst>
            </p:cNvPr>
            <p:cNvSpPr>
              <a:spLocks noGrp="1"/>
            </p:cNvSpPr>
            <p:nvPr/>
          </p:nvSpPr>
          <p:spPr>
            <a:xfrm>
              <a:off x="15576411" y="3211892"/>
              <a:ext cx="65622" cy="18091"/>
            </a:xfrm>
            <a:custGeom>
              <a:avLst/>
              <a:gdLst/>
              <a:ahLst/>
              <a:cxnLst/>
              <a:rect l="0" t="0" r="0" b="0"/>
              <a:pathLst>
                <a:path w="65622" h="18091">
                  <a:moveTo>
                    <a:pt x="65622" y="180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1" name="Output_receptor__5180">
              <a:extLst>
                <a:ext uri="{FF2B5EF4-FFF2-40B4-BE49-F238E27FC236}">
                  <a16:creationId xmlns:a16="http://schemas.microsoft.com/office/drawing/2014/main" id="{36A8B08A-865A-35E5-CC53-3F02D2864B77}"/>
                </a:ext>
              </a:extLst>
            </p:cNvPr>
            <p:cNvSpPr>
              <a:spLocks noGrp="1"/>
            </p:cNvSpPr>
            <p:nvPr/>
          </p:nvSpPr>
          <p:spPr>
            <a:xfrm>
              <a:off x="16129741" y="3851579"/>
              <a:ext cx="31283" cy="64164"/>
            </a:xfrm>
            <a:custGeom>
              <a:avLst/>
              <a:gdLst/>
              <a:ahLst/>
              <a:cxnLst/>
              <a:rect l="0" t="0" r="0" b="0"/>
              <a:pathLst>
                <a:path w="31283" h="64164">
                  <a:moveTo>
                    <a:pt x="0" y="64164"/>
                  </a:moveTo>
                  <a:lnTo>
                    <a:pt x="3128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2" name="Output_receptor__5181">
              <a:extLst>
                <a:ext uri="{FF2B5EF4-FFF2-40B4-BE49-F238E27FC236}">
                  <a16:creationId xmlns:a16="http://schemas.microsoft.com/office/drawing/2014/main" id="{7DDFD13F-DF2C-4A11-C59A-E56BF60DF125}"/>
                </a:ext>
              </a:extLst>
            </p:cNvPr>
            <p:cNvSpPr>
              <a:spLocks noGrp="1"/>
            </p:cNvSpPr>
            <p:nvPr/>
          </p:nvSpPr>
          <p:spPr>
            <a:xfrm>
              <a:off x="16167168" y="3645443"/>
              <a:ext cx="34169" cy="62679"/>
            </a:xfrm>
            <a:custGeom>
              <a:avLst/>
              <a:gdLst/>
              <a:ahLst/>
              <a:cxnLst/>
              <a:rect l="0" t="0" r="0" b="0"/>
              <a:pathLst>
                <a:path w="34169" h="62679">
                  <a:moveTo>
                    <a:pt x="0" y="0"/>
                  </a:moveTo>
                  <a:lnTo>
                    <a:pt x="34169" y="626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3" name="Output_receptor__5182">
              <a:extLst>
                <a:ext uri="{FF2B5EF4-FFF2-40B4-BE49-F238E27FC236}">
                  <a16:creationId xmlns:a16="http://schemas.microsoft.com/office/drawing/2014/main" id="{3AB4B7B2-E901-74CD-EA79-B2FD2B70A638}"/>
                </a:ext>
              </a:extLst>
            </p:cNvPr>
            <p:cNvSpPr>
              <a:spLocks noGrp="1"/>
            </p:cNvSpPr>
            <p:nvPr/>
          </p:nvSpPr>
          <p:spPr>
            <a:xfrm>
              <a:off x="15380117" y="2748649"/>
              <a:ext cx="36166" cy="23342"/>
            </a:xfrm>
            <a:custGeom>
              <a:avLst/>
              <a:gdLst/>
              <a:ahLst/>
              <a:cxnLst/>
              <a:rect l="0" t="0" r="0" b="0"/>
              <a:pathLst>
                <a:path w="36166" h="23342">
                  <a:moveTo>
                    <a:pt x="0" y="0"/>
                  </a:moveTo>
                  <a:lnTo>
                    <a:pt x="36166" y="2334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4" name="Output_receptor__5183">
              <a:extLst>
                <a:ext uri="{FF2B5EF4-FFF2-40B4-BE49-F238E27FC236}">
                  <a16:creationId xmlns:a16="http://schemas.microsoft.com/office/drawing/2014/main" id="{DE9BEEB3-9314-B2EE-EB64-B8CFF5B17269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72284"/>
              <a:ext cx="19125" cy="32951"/>
            </a:xfrm>
            <a:custGeom>
              <a:avLst/>
              <a:gdLst/>
              <a:ahLst/>
              <a:cxnLst/>
              <a:rect l="0" t="0" r="0" b="0"/>
              <a:pathLst>
                <a:path w="19125" h="32951">
                  <a:moveTo>
                    <a:pt x="0" y="0"/>
                  </a:moveTo>
                  <a:lnTo>
                    <a:pt x="19125" y="3295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5" name="Output_receptor__5184">
              <a:extLst>
                <a:ext uri="{FF2B5EF4-FFF2-40B4-BE49-F238E27FC236}">
                  <a16:creationId xmlns:a16="http://schemas.microsoft.com/office/drawing/2014/main" id="{A6A33E1F-0C45-43C9-77CF-4D551526EB06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23312"/>
              <a:ext cx="7662" cy="52423"/>
            </a:xfrm>
            <a:custGeom>
              <a:avLst/>
              <a:gdLst/>
              <a:ahLst/>
              <a:cxnLst/>
              <a:rect l="0" t="0" r="0" b="0"/>
              <a:pathLst>
                <a:path w="7662" h="52423">
                  <a:moveTo>
                    <a:pt x="7662" y="0"/>
                  </a:moveTo>
                  <a:lnTo>
                    <a:pt x="0" y="524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6" name="Output_receptor__5185">
              <a:extLst>
                <a:ext uri="{FF2B5EF4-FFF2-40B4-BE49-F238E27FC236}">
                  <a16:creationId xmlns:a16="http://schemas.microsoft.com/office/drawing/2014/main" id="{A6F1B2C8-40D6-465B-42C2-E5BFFCF329CE}"/>
                </a:ext>
              </a:extLst>
            </p:cNvPr>
            <p:cNvSpPr>
              <a:spLocks noGrp="1"/>
            </p:cNvSpPr>
            <p:nvPr/>
          </p:nvSpPr>
          <p:spPr>
            <a:xfrm>
              <a:off x="15768036" y="2634986"/>
              <a:ext cx="31744" cy="63529"/>
            </a:xfrm>
            <a:custGeom>
              <a:avLst/>
              <a:gdLst/>
              <a:ahLst/>
              <a:cxnLst/>
              <a:rect l="0" t="0" r="0" b="0"/>
              <a:pathLst>
                <a:path w="31744" h="63529">
                  <a:moveTo>
                    <a:pt x="0" y="63529"/>
                  </a:moveTo>
                  <a:lnTo>
                    <a:pt x="3174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7" name="Output_receptor__5186">
              <a:extLst>
                <a:ext uri="{FF2B5EF4-FFF2-40B4-BE49-F238E27FC236}">
                  <a16:creationId xmlns:a16="http://schemas.microsoft.com/office/drawing/2014/main" id="{99BC0504-ABAB-99F3-ED67-93837C045566}"/>
                </a:ext>
              </a:extLst>
            </p:cNvPr>
            <p:cNvSpPr>
              <a:spLocks noGrp="1"/>
            </p:cNvSpPr>
            <p:nvPr/>
          </p:nvSpPr>
          <p:spPr>
            <a:xfrm>
              <a:off x="15499057" y="3658329"/>
              <a:ext cx="19178" cy="18149"/>
            </a:xfrm>
            <a:custGeom>
              <a:avLst/>
              <a:gdLst/>
              <a:ahLst/>
              <a:cxnLst/>
              <a:rect l="0" t="0" r="0" b="0"/>
              <a:pathLst>
                <a:path w="19178" h="18149">
                  <a:moveTo>
                    <a:pt x="0" y="18149"/>
                  </a:moveTo>
                  <a:lnTo>
                    <a:pt x="191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8" name="Output_receptor__5187">
              <a:extLst>
                <a:ext uri="{FF2B5EF4-FFF2-40B4-BE49-F238E27FC236}">
                  <a16:creationId xmlns:a16="http://schemas.microsoft.com/office/drawing/2014/main" id="{E7BC3EF1-88CF-EB2D-4E78-C18487C06CC1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42724" cy="55847"/>
            </a:xfrm>
            <a:custGeom>
              <a:avLst/>
              <a:gdLst/>
              <a:ahLst/>
              <a:cxnLst/>
              <a:rect l="0" t="0" r="0" b="0"/>
              <a:pathLst>
                <a:path w="42724" h="55847">
                  <a:moveTo>
                    <a:pt x="0" y="0"/>
                  </a:moveTo>
                  <a:lnTo>
                    <a:pt x="42724" y="5584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9" name="Output_receptor__5188">
              <a:extLst>
                <a:ext uri="{FF2B5EF4-FFF2-40B4-BE49-F238E27FC236}">
                  <a16:creationId xmlns:a16="http://schemas.microsoft.com/office/drawing/2014/main" id="{2A279C97-E880-ED74-22EE-8A75B60EAB09}"/>
                </a:ext>
              </a:extLst>
            </p:cNvPr>
            <p:cNvSpPr>
              <a:spLocks noGrp="1"/>
            </p:cNvSpPr>
            <p:nvPr/>
          </p:nvSpPr>
          <p:spPr>
            <a:xfrm>
              <a:off x="15536483" y="3299238"/>
              <a:ext cx="22969" cy="6138"/>
            </a:xfrm>
            <a:custGeom>
              <a:avLst/>
              <a:gdLst/>
              <a:ahLst/>
              <a:cxnLst/>
              <a:rect l="0" t="0" r="0" b="0"/>
              <a:pathLst>
                <a:path w="22969" h="6138">
                  <a:moveTo>
                    <a:pt x="22969" y="61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0" name="Output_receptor__5189">
              <a:extLst>
                <a:ext uri="{FF2B5EF4-FFF2-40B4-BE49-F238E27FC236}">
                  <a16:creationId xmlns:a16="http://schemas.microsoft.com/office/drawing/2014/main" id="{064879E5-708C-C2BD-4EFC-E54EDF397BE7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70944" cy="1472"/>
            </a:xfrm>
            <a:custGeom>
              <a:avLst/>
              <a:gdLst/>
              <a:ahLst/>
              <a:cxnLst/>
              <a:rect l="0" t="0" r="0" b="0"/>
              <a:pathLst>
                <a:path w="70944" h="1472">
                  <a:moveTo>
                    <a:pt x="70944" y="14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1" name="Output_receptor__5190">
              <a:extLst>
                <a:ext uri="{FF2B5EF4-FFF2-40B4-BE49-F238E27FC236}">
                  <a16:creationId xmlns:a16="http://schemas.microsoft.com/office/drawing/2014/main" id="{A8F5AC83-0F0E-34A7-0225-8F50A6E388C9}"/>
                </a:ext>
              </a:extLst>
            </p:cNvPr>
            <p:cNvSpPr>
              <a:spLocks noGrp="1"/>
            </p:cNvSpPr>
            <p:nvPr/>
          </p:nvSpPr>
          <p:spPr>
            <a:xfrm>
              <a:off x="15347357" y="3335793"/>
              <a:ext cx="35243" cy="62799"/>
            </a:xfrm>
            <a:custGeom>
              <a:avLst/>
              <a:gdLst/>
              <a:ahLst/>
              <a:cxnLst/>
              <a:rect l="0" t="0" r="0" b="0"/>
              <a:pathLst>
                <a:path w="35243" h="62799">
                  <a:moveTo>
                    <a:pt x="0" y="0"/>
                  </a:moveTo>
                  <a:lnTo>
                    <a:pt x="35243" y="62799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2" name="Output_receptor__5191">
              <a:extLst>
                <a:ext uri="{FF2B5EF4-FFF2-40B4-BE49-F238E27FC236}">
                  <a16:creationId xmlns:a16="http://schemas.microsoft.com/office/drawing/2014/main" id="{A89EF897-7060-15FB-D0F3-4B85123DF86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05977"/>
              <a:ext cx="31646" cy="62995"/>
            </a:xfrm>
            <a:custGeom>
              <a:avLst/>
              <a:gdLst/>
              <a:ahLst/>
              <a:cxnLst/>
              <a:rect l="0" t="0" r="0" b="0"/>
              <a:pathLst>
                <a:path w="31646" h="62995">
                  <a:moveTo>
                    <a:pt x="31646" y="0"/>
                  </a:moveTo>
                  <a:lnTo>
                    <a:pt x="0" y="6299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3" name="Output_receptor__5192">
              <a:extLst>
                <a:ext uri="{FF2B5EF4-FFF2-40B4-BE49-F238E27FC236}">
                  <a16:creationId xmlns:a16="http://schemas.microsoft.com/office/drawing/2014/main" id="{C7E11A24-2184-B40B-001D-F07145D94460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3964105"/>
              <a:ext cx="60392" cy="38955"/>
            </a:xfrm>
            <a:custGeom>
              <a:avLst/>
              <a:gdLst/>
              <a:ahLst/>
              <a:cxnLst/>
              <a:rect l="0" t="0" r="0" b="0"/>
              <a:pathLst>
                <a:path w="60392" h="38955">
                  <a:moveTo>
                    <a:pt x="60392" y="0"/>
                  </a:moveTo>
                  <a:lnTo>
                    <a:pt x="0" y="3895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4" name="Output_receptor__5193">
              <a:extLst>
                <a:ext uri="{FF2B5EF4-FFF2-40B4-BE49-F238E27FC236}">
                  <a16:creationId xmlns:a16="http://schemas.microsoft.com/office/drawing/2014/main" id="{D57488AA-E6D7-CDEE-36A7-4E1FD93AE783}"/>
                </a:ext>
              </a:extLst>
            </p:cNvPr>
            <p:cNvSpPr>
              <a:spLocks noGrp="1"/>
            </p:cNvSpPr>
            <p:nvPr/>
          </p:nvSpPr>
          <p:spPr>
            <a:xfrm>
              <a:off x="16175391" y="2781910"/>
              <a:ext cx="39570" cy="40795"/>
            </a:xfrm>
            <a:custGeom>
              <a:avLst/>
              <a:gdLst/>
              <a:ahLst/>
              <a:cxnLst/>
              <a:rect l="0" t="0" r="0" b="0"/>
              <a:pathLst>
                <a:path w="39570" h="40795">
                  <a:moveTo>
                    <a:pt x="39570" y="407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5" name="Output_receptor__5194">
              <a:extLst>
                <a:ext uri="{FF2B5EF4-FFF2-40B4-BE49-F238E27FC236}">
                  <a16:creationId xmlns:a16="http://schemas.microsoft.com/office/drawing/2014/main" id="{352C0FDC-C527-BBE1-A438-18736DE7F2A1}"/>
                </a:ext>
              </a:extLst>
            </p:cNvPr>
            <p:cNvSpPr>
              <a:spLocks noGrp="1"/>
            </p:cNvSpPr>
            <p:nvPr/>
          </p:nvSpPr>
          <p:spPr>
            <a:xfrm>
              <a:off x="15642032" y="3229984"/>
              <a:ext cx="38170" cy="45432"/>
            </a:xfrm>
            <a:custGeom>
              <a:avLst/>
              <a:gdLst/>
              <a:ahLst/>
              <a:cxnLst/>
              <a:rect l="0" t="0" r="0" b="0"/>
              <a:pathLst>
                <a:path w="38170" h="45432">
                  <a:moveTo>
                    <a:pt x="38170" y="454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6" name="Output_receptor__5195">
              <a:extLst>
                <a:ext uri="{FF2B5EF4-FFF2-40B4-BE49-F238E27FC236}">
                  <a16:creationId xmlns:a16="http://schemas.microsoft.com/office/drawing/2014/main" id="{7CA66782-99A5-38F4-6953-CB0A5C6864AA}"/>
                </a:ext>
              </a:extLst>
            </p:cNvPr>
            <p:cNvSpPr>
              <a:spLocks noGrp="1"/>
            </p:cNvSpPr>
            <p:nvPr/>
          </p:nvSpPr>
          <p:spPr>
            <a:xfrm>
              <a:off x="15745746" y="2561115"/>
              <a:ext cx="54035" cy="73870"/>
            </a:xfrm>
            <a:custGeom>
              <a:avLst/>
              <a:gdLst/>
              <a:ahLst/>
              <a:cxnLst/>
              <a:rect l="0" t="0" r="0" b="0"/>
              <a:pathLst>
                <a:path w="54035" h="73870">
                  <a:moveTo>
                    <a:pt x="54035" y="738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7" name="Output_receptor__5196">
              <a:extLst>
                <a:ext uri="{FF2B5EF4-FFF2-40B4-BE49-F238E27FC236}">
                  <a16:creationId xmlns:a16="http://schemas.microsoft.com/office/drawing/2014/main" id="{27E4ABCB-5FDD-3CCD-4B1F-A3D4E00E394F}"/>
                </a:ext>
              </a:extLst>
            </p:cNvPr>
            <p:cNvSpPr>
              <a:spLocks noGrp="1"/>
            </p:cNvSpPr>
            <p:nvPr/>
          </p:nvSpPr>
          <p:spPr>
            <a:xfrm>
              <a:off x="16120023" y="2659712"/>
              <a:ext cx="1953" cy="27620"/>
            </a:xfrm>
            <a:custGeom>
              <a:avLst/>
              <a:gdLst/>
              <a:ahLst/>
              <a:cxnLst/>
              <a:rect l="0" t="0" r="0" b="0"/>
              <a:pathLst>
                <a:path w="1953" h="27620">
                  <a:moveTo>
                    <a:pt x="0" y="0"/>
                  </a:moveTo>
                  <a:lnTo>
                    <a:pt x="1953" y="2762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8" name="Output_receptor__5197">
              <a:extLst>
                <a:ext uri="{FF2B5EF4-FFF2-40B4-BE49-F238E27FC236}">
                  <a16:creationId xmlns:a16="http://schemas.microsoft.com/office/drawing/2014/main" id="{9577244E-B28E-19A0-CFA0-1E49AA45B7F1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47657" cy="38577"/>
            </a:xfrm>
            <a:custGeom>
              <a:avLst/>
              <a:gdLst/>
              <a:ahLst/>
              <a:cxnLst/>
              <a:rect l="0" t="0" r="0" b="0"/>
              <a:pathLst>
                <a:path w="47657" h="38577">
                  <a:moveTo>
                    <a:pt x="0" y="0"/>
                  </a:moveTo>
                  <a:lnTo>
                    <a:pt x="47657" y="3857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9" name="Output_receptor__5198">
              <a:extLst>
                <a:ext uri="{FF2B5EF4-FFF2-40B4-BE49-F238E27FC236}">
                  <a16:creationId xmlns:a16="http://schemas.microsoft.com/office/drawing/2014/main" id="{1A1733A6-7448-B0FD-84E3-19BE7D1813FE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80816"/>
              <a:ext cx="22355" cy="936"/>
            </a:xfrm>
            <a:custGeom>
              <a:avLst/>
              <a:gdLst/>
              <a:ahLst/>
              <a:cxnLst/>
              <a:rect l="0" t="0" r="0" b="0"/>
              <a:pathLst>
                <a:path w="22355" h="936">
                  <a:moveTo>
                    <a:pt x="22355" y="0"/>
                  </a:moveTo>
                  <a:lnTo>
                    <a:pt x="0" y="93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0" name="Output_receptor__5199">
              <a:extLst>
                <a:ext uri="{FF2B5EF4-FFF2-40B4-BE49-F238E27FC236}">
                  <a16:creationId xmlns:a16="http://schemas.microsoft.com/office/drawing/2014/main" id="{A76C3F2B-45C0-5451-4F17-6AAECEEB078A}"/>
                </a:ext>
              </a:extLst>
            </p:cNvPr>
            <p:cNvSpPr>
              <a:spLocks noGrp="1"/>
            </p:cNvSpPr>
            <p:nvPr/>
          </p:nvSpPr>
          <p:spPr>
            <a:xfrm>
              <a:off x="15622598" y="2859321"/>
              <a:ext cx="64514" cy="29265"/>
            </a:xfrm>
            <a:custGeom>
              <a:avLst/>
              <a:gdLst/>
              <a:ahLst/>
              <a:cxnLst/>
              <a:rect l="0" t="0" r="0" b="0"/>
              <a:pathLst>
                <a:path w="64514" h="29265">
                  <a:moveTo>
                    <a:pt x="0" y="29265"/>
                  </a:moveTo>
                  <a:lnTo>
                    <a:pt x="6451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1" name="Output_receptor__5200">
              <a:extLst>
                <a:ext uri="{FF2B5EF4-FFF2-40B4-BE49-F238E27FC236}">
                  <a16:creationId xmlns:a16="http://schemas.microsoft.com/office/drawing/2014/main" id="{EEBAF3A9-FB82-5A0C-D1FC-CAD095CC1D93}"/>
                </a:ext>
              </a:extLst>
            </p:cNvPr>
            <p:cNvSpPr>
              <a:spLocks noGrp="1"/>
            </p:cNvSpPr>
            <p:nvPr/>
          </p:nvSpPr>
          <p:spPr>
            <a:xfrm>
              <a:off x="15739077" y="3383495"/>
              <a:ext cx="54683" cy="31497"/>
            </a:xfrm>
            <a:custGeom>
              <a:avLst/>
              <a:gdLst/>
              <a:ahLst/>
              <a:cxnLst/>
              <a:rect l="0" t="0" r="0" b="0"/>
              <a:pathLst>
                <a:path w="54683" h="31497">
                  <a:moveTo>
                    <a:pt x="0" y="0"/>
                  </a:moveTo>
                  <a:lnTo>
                    <a:pt x="54683" y="3149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2" name="Output_receptor__5201">
              <a:extLst>
                <a:ext uri="{FF2B5EF4-FFF2-40B4-BE49-F238E27FC236}">
                  <a16:creationId xmlns:a16="http://schemas.microsoft.com/office/drawing/2014/main" id="{A67408A0-794A-54E6-0973-09EC647D17CC}"/>
                </a:ext>
              </a:extLst>
            </p:cNvPr>
            <p:cNvSpPr>
              <a:spLocks noGrp="1"/>
            </p:cNvSpPr>
            <p:nvPr/>
          </p:nvSpPr>
          <p:spPr>
            <a:xfrm>
              <a:off x="16668311" y="3971355"/>
              <a:ext cx="34959" cy="59693"/>
            </a:xfrm>
            <a:custGeom>
              <a:avLst/>
              <a:gdLst/>
              <a:ahLst/>
              <a:cxnLst/>
              <a:rect l="0" t="0" r="0" b="0"/>
              <a:pathLst>
                <a:path w="34959" h="59693">
                  <a:moveTo>
                    <a:pt x="0" y="59693"/>
                  </a:moveTo>
                  <a:lnTo>
                    <a:pt x="3495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3" name="Output_receptor__5202">
              <a:extLst>
                <a:ext uri="{FF2B5EF4-FFF2-40B4-BE49-F238E27FC236}">
                  <a16:creationId xmlns:a16="http://schemas.microsoft.com/office/drawing/2014/main" id="{C901EE9F-DF75-A59E-4105-7400813B978F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1177"/>
              <a:ext cx="37929" cy="2174"/>
            </a:xfrm>
            <a:custGeom>
              <a:avLst/>
              <a:gdLst/>
              <a:ahLst/>
              <a:cxnLst/>
              <a:rect l="0" t="0" r="0" b="0"/>
              <a:pathLst>
                <a:path w="37929" h="2174">
                  <a:moveTo>
                    <a:pt x="0" y="2174"/>
                  </a:moveTo>
                  <a:lnTo>
                    <a:pt x="3792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4" name="Output_receptor__5203">
              <a:extLst>
                <a:ext uri="{FF2B5EF4-FFF2-40B4-BE49-F238E27FC236}">
                  <a16:creationId xmlns:a16="http://schemas.microsoft.com/office/drawing/2014/main" id="{E565791F-EA8E-9642-B39C-4691B029B6BF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20965" cy="7075"/>
            </a:xfrm>
            <a:custGeom>
              <a:avLst/>
              <a:gdLst/>
              <a:ahLst/>
              <a:cxnLst/>
              <a:rect l="0" t="0" r="0" b="0"/>
              <a:pathLst>
                <a:path w="20965" h="7075">
                  <a:moveTo>
                    <a:pt x="20965" y="7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05" name="Output_receptor__5204">
              <a:extLst>
                <a:ext uri="{FF2B5EF4-FFF2-40B4-BE49-F238E27FC236}">
                  <a16:creationId xmlns:a16="http://schemas.microsoft.com/office/drawing/2014/main" id="{6053AB53-F001-FA55-58C2-1D5C244A9169}"/>
                </a:ext>
              </a:extLst>
            </p:cNvPr>
            <p:cNvSpPr>
              <a:spLocks noGrp="1"/>
            </p:cNvSpPr>
            <p:nvPr/>
          </p:nvSpPr>
          <p:spPr>
            <a:xfrm>
              <a:off x="15912772" y="3268169"/>
              <a:ext cx="54665" cy="48265"/>
            </a:xfrm>
            <a:custGeom>
              <a:avLst/>
              <a:gdLst/>
              <a:ahLst/>
              <a:cxnLst/>
              <a:rect l="0" t="0" r="0" b="0"/>
              <a:pathLst>
                <a:path w="54665" h="48265">
                  <a:moveTo>
                    <a:pt x="54665" y="48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6" name="Output_receptor__5205">
              <a:extLst>
                <a:ext uri="{FF2B5EF4-FFF2-40B4-BE49-F238E27FC236}">
                  <a16:creationId xmlns:a16="http://schemas.microsoft.com/office/drawing/2014/main" id="{326E4758-0D06-5427-E390-8E2A7ABDD905}"/>
                </a:ext>
              </a:extLst>
            </p:cNvPr>
            <p:cNvSpPr>
              <a:spLocks noGrp="1"/>
            </p:cNvSpPr>
            <p:nvPr/>
          </p:nvSpPr>
          <p:spPr>
            <a:xfrm>
              <a:off x="15332197" y="3398593"/>
              <a:ext cx="50402" cy="47113"/>
            </a:xfrm>
            <a:custGeom>
              <a:avLst/>
              <a:gdLst/>
              <a:ahLst/>
              <a:cxnLst/>
              <a:rect l="0" t="0" r="0" b="0"/>
              <a:pathLst>
                <a:path w="50402" h="47113">
                  <a:moveTo>
                    <a:pt x="50402" y="0"/>
                  </a:moveTo>
                  <a:lnTo>
                    <a:pt x="0" y="4711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7" name="Output_receptor__5206">
              <a:extLst>
                <a:ext uri="{FF2B5EF4-FFF2-40B4-BE49-F238E27FC236}">
                  <a16:creationId xmlns:a16="http://schemas.microsoft.com/office/drawing/2014/main" id="{ADE58D90-C19D-E7D9-8603-F878DA943E03}"/>
                </a:ext>
              </a:extLst>
            </p:cNvPr>
            <p:cNvSpPr>
              <a:spLocks noGrp="1"/>
            </p:cNvSpPr>
            <p:nvPr/>
          </p:nvSpPr>
          <p:spPr>
            <a:xfrm>
              <a:off x="16245869" y="3380964"/>
              <a:ext cx="43452" cy="2488"/>
            </a:xfrm>
            <a:custGeom>
              <a:avLst/>
              <a:gdLst/>
              <a:ahLst/>
              <a:cxnLst/>
              <a:rect l="0" t="0" r="0" b="0"/>
              <a:pathLst>
                <a:path w="43452" h="2488">
                  <a:moveTo>
                    <a:pt x="0" y="0"/>
                  </a:moveTo>
                  <a:lnTo>
                    <a:pt x="43452" y="248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8" name="Output_receptor__5207">
              <a:extLst>
                <a:ext uri="{FF2B5EF4-FFF2-40B4-BE49-F238E27FC236}">
                  <a16:creationId xmlns:a16="http://schemas.microsoft.com/office/drawing/2014/main" id="{CD3909F6-3B3E-5875-4707-43C8B68F5528}"/>
                </a:ext>
              </a:extLst>
            </p:cNvPr>
            <p:cNvSpPr>
              <a:spLocks noGrp="1"/>
            </p:cNvSpPr>
            <p:nvPr/>
          </p:nvSpPr>
          <p:spPr>
            <a:xfrm>
              <a:off x="15703516" y="4011781"/>
              <a:ext cx="23699" cy="57779"/>
            </a:xfrm>
            <a:custGeom>
              <a:avLst/>
              <a:gdLst/>
              <a:ahLst/>
              <a:cxnLst/>
              <a:rect l="0" t="0" r="0" b="0"/>
              <a:pathLst>
                <a:path w="23699" h="57779">
                  <a:moveTo>
                    <a:pt x="0" y="57779"/>
                  </a:moveTo>
                  <a:lnTo>
                    <a:pt x="2369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9" name="Output_receptor__5208">
              <a:extLst>
                <a:ext uri="{FF2B5EF4-FFF2-40B4-BE49-F238E27FC236}">
                  <a16:creationId xmlns:a16="http://schemas.microsoft.com/office/drawing/2014/main" id="{DA24BA11-4150-A7A1-A8D4-A51502E6B186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289051"/>
              <a:ext cx="45004" cy="32628"/>
            </a:xfrm>
            <a:custGeom>
              <a:avLst/>
              <a:gdLst/>
              <a:ahLst/>
              <a:cxnLst/>
              <a:rect l="0" t="0" r="0" b="0"/>
              <a:pathLst>
                <a:path w="45004" h="32628">
                  <a:moveTo>
                    <a:pt x="0" y="32628"/>
                  </a:moveTo>
                  <a:lnTo>
                    <a:pt x="4500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0" name="Output_receptor__5209">
              <a:extLst>
                <a:ext uri="{FF2B5EF4-FFF2-40B4-BE49-F238E27FC236}">
                  <a16:creationId xmlns:a16="http://schemas.microsoft.com/office/drawing/2014/main" id="{6A62D619-15BF-6315-76FA-80B8A12843B3}"/>
                </a:ext>
              </a:extLst>
            </p:cNvPr>
            <p:cNvSpPr>
              <a:spLocks noGrp="1"/>
            </p:cNvSpPr>
            <p:nvPr/>
          </p:nvSpPr>
          <p:spPr>
            <a:xfrm>
              <a:off x="16304011" y="4018014"/>
              <a:ext cx="63479" cy="7169"/>
            </a:xfrm>
            <a:custGeom>
              <a:avLst/>
              <a:gdLst/>
              <a:ahLst/>
              <a:cxnLst/>
              <a:rect l="0" t="0" r="0" b="0"/>
              <a:pathLst>
                <a:path w="63479" h="7169">
                  <a:moveTo>
                    <a:pt x="0" y="7169"/>
                  </a:moveTo>
                  <a:lnTo>
                    <a:pt x="6347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1" name="Output_receptor__5210">
              <a:extLst>
                <a:ext uri="{FF2B5EF4-FFF2-40B4-BE49-F238E27FC236}">
                  <a16:creationId xmlns:a16="http://schemas.microsoft.com/office/drawing/2014/main" id="{2E7B5EDA-D4AA-E3D0-4118-BE6887AC832C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806575"/>
              <a:ext cx="10158" cy="17561"/>
            </a:xfrm>
            <a:custGeom>
              <a:avLst/>
              <a:gdLst/>
              <a:ahLst/>
              <a:cxnLst/>
              <a:rect l="0" t="0" r="0" b="0"/>
              <a:pathLst>
                <a:path w="10158" h="17561">
                  <a:moveTo>
                    <a:pt x="10158" y="175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12" name="Output_receptor__5211">
              <a:extLst>
                <a:ext uri="{FF2B5EF4-FFF2-40B4-BE49-F238E27FC236}">
                  <a16:creationId xmlns:a16="http://schemas.microsoft.com/office/drawing/2014/main" id="{15EC2476-B6DB-9AF7-6992-DE6AE4EFFA38}"/>
                </a:ext>
              </a:extLst>
            </p:cNvPr>
            <p:cNvSpPr>
              <a:spLocks noGrp="1"/>
            </p:cNvSpPr>
            <p:nvPr/>
          </p:nvSpPr>
          <p:spPr>
            <a:xfrm>
              <a:off x="15929595" y="3316434"/>
              <a:ext cx="37842" cy="61299"/>
            </a:xfrm>
            <a:custGeom>
              <a:avLst/>
              <a:gdLst/>
              <a:ahLst/>
              <a:cxnLst/>
              <a:rect l="0" t="0" r="0" b="0"/>
              <a:pathLst>
                <a:path w="37842" h="61299">
                  <a:moveTo>
                    <a:pt x="0" y="61299"/>
                  </a:moveTo>
                  <a:lnTo>
                    <a:pt x="37842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3" name="Output_receptor__5212">
              <a:extLst>
                <a:ext uri="{FF2B5EF4-FFF2-40B4-BE49-F238E27FC236}">
                  <a16:creationId xmlns:a16="http://schemas.microsoft.com/office/drawing/2014/main" id="{B095DC88-8C82-BD58-8328-E833E7D8C8D5}"/>
                </a:ext>
              </a:extLst>
            </p:cNvPr>
            <p:cNvSpPr>
              <a:spLocks noGrp="1"/>
            </p:cNvSpPr>
            <p:nvPr/>
          </p:nvSpPr>
          <p:spPr>
            <a:xfrm>
              <a:off x="15643967" y="4277192"/>
              <a:ext cx="35124" cy="43308"/>
            </a:xfrm>
            <a:custGeom>
              <a:avLst/>
              <a:gdLst/>
              <a:ahLst/>
              <a:cxnLst/>
              <a:rect l="0" t="0" r="0" b="0"/>
              <a:pathLst>
                <a:path w="35124" h="43308">
                  <a:moveTo>
                    <a:pt x="35124" y="0"/>
                  </a:moveTo>
                  <a:lnTo>
                    <a:pt x="0" y="4330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4" name="Output_receptor__5213">
              <a:extLst>
                <a:ext uri="{FF2B5EF4-FFF2-40B4-BE49-F238E27FC236}">
                  <a16:creationId xmlns:a16="http://schemas.microsoft.com/office/drawing/2014/main" id="{C07F0EDC-87DA-2B28-958B-86F09B0E09C6}"/>
                </a:ext>
              </a:extLst>
            </p:cNvPr>
            <p:cNvSpPr>
              <a:spLocks noGrp="1"/>
            </p:cNvSpPr>
            <p:nvPr/>
          </p:nvSpPr>
          <p:spPr>
            <a:xfrm>
              <a:off x="15681867" y="3964105"/>
              <a:ext cx="45348" cy="47676"/>
            </a:xfrm>
            <a:custGeom>
              <a:avLst/>
              <a:gdLst/>
              <a:ahLst/>
              <a:cxnLst/>
              <a:rect l="0" t="0" r="0" b="0"/>
              <a:pathLst>
                <a:path w="45348" h="47676">
                  <a:moveTo>
                    <a:pt x="45348" y="47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5" name="Output_receptor__5214">
              <a:extLst>
                <a:ext uri="{FF2B5EF4-FFF2-40B4-BE49-F238E27FC236}">
                  <a16:creationId xmlns:a16="http://schemas.microsoft.com/office/drawing/2014/main" id="{90753C8A-6776-D6A9-C258-357A32CF474F}"/>
                </a:ext>
              </a:extLst>
            </p:cNvPr>
            <p:cNvSpPr>
              <a:spLocks noGrp="1"/>
            </p:cNvSpPr>
            <p:nvPr/>
          </p:nvSpPr>
          <p:spPr>
            <a:xfrm>
              <a:off x="15864687" y="2810359"/>
              <a:ext cx="35346" cy="27537"/>
            </a:xfrm>
            <a:custGeom>
              <a:avLst/>
              <a:gdLst/>
              <a:ahLst/>
              <a:cxnLst/>
              <a:rect l="0" t="0" r="0" b="0"/>
              <a:pathLst>
                <a:path w="35346" h="27537">
                  <a:moveTo>
                    <a:pt x="0" y="0"/>
                  </a:moveTo>
                  <a:lnTo>
                    <a:pt x="35346" y="275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6" name="Output_receptor__5215">
              <a:extLst>
                <a:ext uri="{FF2B5EF4-FFF2-40B4-BE49-F238E27FC236}">
                  <a16:creationId xmlns:a16="http://schemas.microsoft.com/office/drawing/2014/main" id="{E36C2E7B-A044-19D2-891D-76A49001490C}"/>
                </a:ext>
              </a:extLst>
            </p:cNvPr>
            <p:cNvSpPr>
              <a:spLocks noGrp="1"/>
            </p:cNvSpPr>
            <p:nvPr/>
          </p:nvSpPr>
          <p:spPr>
            <a:xfrm>
              <a:off x="16258551" y="2567748"/>
              <a:ext cx="688" cy="42031"/>
            </a:xfrm>
            <a:custGeom>
              <a:avLst/>
              <a:gdLst/>
              <a:ahLst/>
              <a:cxnLst/>
              <a:rect l="0" t="0" r="0" b="0"/>
              <a:pathLst>
                <a:path w="688" h="42031">
                  <a:moveTo>
                    <a:pt x="0" y="42031"/>
                  </a:moveTo>
                  <a:lnTo>
                    <a:pt x="688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7" name="Output_receptor__5216">
              <a:extLst>
                <a:ext uri="{FF2B5EF4-FFF2-40B4-BE49-F238E27FC236}">
                  <a16:creationId xmlns:a16="http://schemas.microsoft.com/office/drawing/2014/main" id="{46F7ED74-85CC-44F3-A086-65B6A2851346}"/>
                </a:ext>
              </a:extLst>
            </p:cNvPr>
            <p:cNvSpPr>
              <a:spLocks noGrp="1"/>
            </p:cNvSpPr>
            <p:nvPr/>
          </p:nvSpPr>
          <p:spPr>
            <a:xfrm>
              <a:off x="16010384" y="2225897"/>
              <a:ext cx="4929" cy="63153"/>
            </a:xfrm>
            <a:custGeom>
              <a:avLst/>
              <a:gdLst/>
              <a:ahLst/>
              <a:cxnLst/>
              <a:rect l="0" t="0" r="0" b="0"/>
              <a:pathLst>
                <a:path w="4929" h="63153">
                  <a:moveTo>
                    <a:pt x="4929" y="631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8" name="Output_receptor__5217">
              <a:extLst>
                <a:ext uri="{FF2B5EF4-FFF2-40B4-BE49-F238E27FC236}">
                  <a16:creationId xmlns:a16="http://schemas.microsoft.com/office/drawing/2014/main" id="{DD3CCC26-0FBA-C81A-F395-898D667BC7FF}"/>
                </a:ext>
              </a:extLst>
            </p:cNvPr>
            <p:cNvSpPr>
              <a:spLocks noGrp="1"/>
            </p:cNvSpPr>
            <p:nvPr/>
          </p:nvSpPr>
          <p:spPr>
            <a:xfrm>
              <a:off x="16451374" y="3552337"/>
              <a:ext cx="47809" cy="45363"/>
            </a:xfrm>
            <a:custGeom>
              <a:avLst/>
              <a:gdLst/>
              <a:ahLst/>
              <a:cxnLst/>
              <a:rect l="0" t="0" r="0" b="0"/>
              <a:pathLst>
                <a:path w="47809" h="45363">
                  <a:moveTo>
                    <a:pt x="0" y="0"/>
                  </a:moveTo>
                  <a:lnTo>
                    <a:pt x="47809" y="4536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9" name="Output_receptor__5218">
              <a:extLst>
                <a:ext uri="{FF2B5EF4-FFF2-40B4-BE49-F238E27FC236}">
                  <a16:creationId xmlns:a16="http://schemas.microsoft.com/office/drawing/2014/main" id="{4B6D7F4D-C2C5-F536-9C43-9302096CE0D8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8365" cy="23195"/>
            </a:xfrm>
            <a:custGeom>
              <a:avLst/>
              <a:gdLst/>
              <a:ahLst/>
              <a:cxnLst/>
              <a:rect l="0" t="0" r="0" b="0"/>
              <a:pathLst>
                <a:path w="8365" h="23195">
                  <a:moveTo>
                    <a:pt x="0" y="0"/>
                  </a:moveTo>
                  <a:lnTo>
                    <a:pt x="8365" y="23195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0" name="Output_receptor__5219">
              <a:extLst>
                <a:ext uri="{FF2B5EF4-FFF2-40B4-BE49-F238E27FC236}">
                  <a16:creationId xmlns:a16="http://schemas.microsoft.com/office/drawing/2014/main" id="{2048E196-4C3E-B8D6-0B56-06765C413358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2992817"/>
              <a:ext cx="44121" cy="52867"/>
            </a:xfrm>
            <a:custGeom>
              <a:avLst/>
              <a:gdLst/>
              <a:ahLst/>
              <a:cxnLst/>
              <a:rect l="0" t="0" r="0" b="0"/>
              <a:pathLst>
                <a:path w="44121" h="52867">
                  <a:moveTo>
                    <a:pt x="0" y="52867"/>
                  </a:moveTo>
                  <a:lnTo>
                    <a:pt x="44121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21" name="Output_receptor__5220">
              <a:extLst>
                <a:ext uri="{FF2B5EF4-FFF2-40B4-BE49-F238E27FC236}">
                  <a16:creationId xmlns:a16="http://schemas.microsoft.com/office/drawing/2014/main" id="{23522A33-8893-42F8-DE1C-7D7B0F02B9A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67871"/>
              <a:ext cx="14964" cy="51258"/>
            </a:xfrm>
            <a:custGeom>
              <a:avLst/>
              <a:gdLst/>
              <a:ahLst/>
              <a:cxnLst/>
              <a:rect l="0" t="0" r="0" b="0"/>
              <a:pathLst>
                <a:path w="14964" h="51258">
                  <a:moveTo>
                    <a:pt x="0" y="0"/>
                  </a:moveTo>
                  <a:lnTo>
                    <a:pt x="14964" y="5125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2" name="Output_receptor__5221">
              <a:extLst>
                <a:ext uri="{FF2B5EF4-FFF2-40B4-BE49-F238E27FC236}">
                  <a16:creationId xmlns:a16="http://schemas.microsoft.com/office/drawing/2014/main" id="{2FED69BC-C6D4-43E2-81B1-391F797C2E93}"/>
                </a:ext>
              </a:extLst>
            </p:cNvPr>
            <p:cNvSpPr>
              <a:spLocks noGrp="1"/>
            </p:cNvSpPr>
            <p:nvPr/>
          </p:nvSpPr>
          <p:spPr>
            <a:xfrm>
              <a:off x="15758061" y="2698514"/>
              <a:ext cx="9975" cy="46173"/>
            </a:xfrm>
            <a:custGeom>
              <a:avLst/>
              <a:gdLst/>
              <a:ahLst/>
              <a:cxnLst/>
              <a:rect l="0" t="0" r="0" b="0"/>
              <a:pathLst>
                <a:path w="9975" h="46173">
                  <a:moveTo>
                    <a:pt x="0" y="46173"/>
                  </a:moveTo>
                  <a:lnTo>
                    <a:pt x="997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3" name="Output_receptor__5222">
              <a:extLst>
                <a:ext uri="{FF2B5EF4-FFF2-40B4-BE49-F238E27FC236}">
                  <a16:creationId xmlns:a16="http://schemas.microsoft.com/office/drawing/2014/main" id="{905B3289-27E1-62B8-4BD1-9113826AE5CB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75735"/>
              <a:ext cx="67636" cy="25575"/>
            </a:xfrm>
            <a:custGeom>
              <a:avLst/>
              <a:gdLst/>
              <a:ahLst/>
              <a:cxnLst/>
              <a:rect l="0" t="0" r="0" b="0"/>
              <a:pathLst>
                <a:path w="67636" h="25575">
                  <a:moveTo>
                    <a:pt x="0" y="0"/>
                  </a:moveTo>
                  <a:lnTo>
                    <a:pt x="67636" y="2557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4" name="Output_receptor__5223">
              <a:extLst>
                <a:ext uri="{FF2B5EF4-FFF2-40B4-BE49-F238E27FC236}">
                  <a16:creationId xmlns:a16="http://schemas.microsoft.com/office/drawing/2014/main" id="{0116736D-5CAD-4A6F-6C05-A05C7528F2BD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617444"/>
              <a:ext cx="59562" cy="12508"/>
            </a:xfrm>
            <a:custGeom>
              <a:avLst/>
              <a:gdLst/>
              <a:ahLst/>
              <a:cxnLst/>
              <a:rect l="0" t="0" r="0" b="0"/>
              <a:pathLst>
                <a:path w="59562" h="12508">
                  <a:moveTo>
                    <a:pt x="59562" y="12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5" name="Output_receptor__5224">
              <a:extLst>
                <a:ext uri="{FF2B5EF4-FFF2-40B4-BE49-F238E27FC236}">
                  <a16:creationId xmlns:a16="http://schemas.microsoft.com/office/drawing/2014/main" id="{BB99FB45-840F-9DC2-C9CB-35B5659BC4C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58408" cy="5618"/>
            </a:xfrm>
            <a:custGeom>
              <a:avLst/>
              <a:gdLst/>
              <a:ahLst/>
              <a:cxnLst/>
              <a:rect l="0" t="0" r="0" b="0"/>
              <a:pathLst>
                <a:path w="58408" h="5618">
                  <a:moveTo>
                    <a:pt x="0" y="0"/>
                  </a:moveTo>
                  <a:lnTo>
                    <a:pt x="58408" y="561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6" name="Output_receptor__5225">
              <a:extLst>
                <a:ext uri="{FF2B5EF4-FFF2-40B4-BE49-F238E27FC236}">
                  <a16:creationId xmlns:a16="http://schemas.microsoft.com/office/drawing/2014/main" id="{0DC0C902-5BDE-8071-25A2-51E19AA79790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84213"/>
              <a:ext cx="16265" cy="23731"/>
            </a:xfrm>
            <a:custGeom>
              <a:avLst/>
              <a:gdLst/>
              <a:ahLst/>
              <a:cxnLst/>
              <a:rect l="0" t="0" r="0" b="0"/>
              <a:pathLst>
                <a:path w="16265" h="23731">
                  <a:moveTo>
                    <a:pt x="16265" y="0"/>
                  </a:moveTo>
                  <a:lnTo>
                    <a:pt x="0" y="2373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7" name="Output_receptor__5226">
              <a:extLst>
                <a:ext uri="{FF2B5EF4-FFF2-40B4-BE49-F238E27FC236}">
                  <a16:creationId xmlns:a16="http://schemas.microsoft.com/office/drawing/2014/main" id="{9DEB0787-019E-4020-C0AB-839003C2D6E7}"/>
                </a:ext>
              </a:extLst>
            </p:cNvPr>
            <p:cNvSpPr>
              <a:spLocks noGrp="1"/>
            </p:cNvSpPr>
            <p:nvPr/>
          </p:nvSpPr>
          <p:spPr>
            <a:xfrm>
              <a:off x="16593840" y="3858034"/>
              <a:ext cx="67414" cy="14311"/>
            </a:xfrm>
            <a:custGeom>
              <a:avLst/>
              <a:gdLst/>
              <a:ahLst/>
              <a:cxnLst/>
              <a:rect l="0" t="0" r="0" b="0"/>
              <a:pathLst>
                <a:path w="67414" h="14311">
                  <a:moveTo>
                    <a:pt x="67414" y="14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8" name="Output_receptor__5227">
              <a:extLst>
                <a:ext uri="{FF2B5EF4-FFF2-40B4-BE49-F238E27FC236}">
                  <a16:creationId xmlns:a16="http://schemas.microsoft.com/office/drawing/2014/main" id="{A55983D0-C5BF-4432-4572-FA844DA05DB5}"/>
                </a:ext>
              </a:extLst>
            </p:cNvPr>
            <p:cNvSpPr>
              <a:spLocks noGrp="1"/>
            </p:cNvSpPr>
            <p:nvPr/>
          </p:nvSpPr>
          <p:spPr>
            <a:xfrm>
              <a:off x="16409298" y="3105005"/>
              <a:ext cx="4595" cy="50848"/>
            </a:xfrm>
            <a:custGeom>
              <a:avLst/>
              <a:gdLst/>
              <a:ahLst/>
              <a:cxnLst/>
              <a:rect l="0" t="0" r="0" b="0"/>
              <a:pathLst>
                <a:path w="4595" h="50848">
                  <a:moveTo>
                    <a:pt x="0" y="50848"/>
                  </a:moveTo>
                  <a:lnTo>
                    <a:pt x="459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9" name="Output_receptor__5228">
              <a:extLst>
                <a:ext uri="{FF2B5EF4-FFF2-40B4-BE49-F238E27FC236}">
                  <a16:creationId xmlns:a16="http://schemas.microsoft.com/office/drawing/2014/main" id="{7F8AC98B-1A96-CD22-CEEE-BCA22D0E7BDC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4025183"/>
              <a:ext cx="31625" cy="17273"/>
            </a:xfrm>
            <a:custGeom>
              <a:avLst/>
              <a:gdLst/>
              <a:ahLst/>
              <a:cxnLst/>
              <a:rect l="0" t="0" r="0" b="0"/>
              <a:pathLst>
                <a:path w="31625" h="17273">
                  <a:moveTo>
                    <a:pt x="0" y="17273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0" name="Output_receptor__5229">
              <a:extLst>
                <a:ext uri="{FF2B5EF4-FFF2-40B4-BE49-F238E27FC236}">
                  <a16:creationId xmlns:a16="http://schemas.microsoft.com/office/drawing/2014/main" id="{F4197E81-AA70-6B11-E8B4-CBCE24A98427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09779"/>
              <a:ext cx="26454" cy="54450"/>
            </a:xfrm>
            <a:custGeom>
              <a:avLst/>
              <a:gdLst/>
              <a:ahLst/>
              <a:cxnLst/>
              <a:rect l="0" t="0" r="0" b="0"/>
              <a:pathLst>
                <a:path w="26454" h="54450">
                  <a:moveTo>
                    <a:pt x="0" y="54450"/>
                  </a:moveTo>
                  <a:lnTo>
                    <a:pt x="2645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1" name="Output_receptor__5230">
              <a:extLst>
                <a:ext uri="{FF2B5EF4-FFF2-40B4-BE49-F238E27FC236}">
                  <a16:creationId xmlns:a16="http://schemas.microsoft.com/office/drawing/2014/main" id="{C6B19C52-FA25-F73F-8BA5-0AA26991634D}"/>
                </a:ext>
              </a:extLst>
            </p:cNvPr>
            <p:cNvSpPr>
              <a:spLocks noGrp="1"/>
            </p:cNvSpPr>
            <p:nvPr/>
          </p:nvSpPr>
          <p:spPr>
            <a:xfrm>
              <a:off x="15435608" y="3754872"/>
              <a:ext cx="26155" cy="60536"/>
            </a:xfrm>
            <a:custGeom>
              <a:avLst/>
              <a:gdLst/>
              <a:ahLst/>
              <a:cxnLst/>
              <a:rect l="0" t="0" r="0" b="0"/>
              <a:pathLst>
                <a:path w="26155" h="60536">
                  <a:moveTo>
                    <a:pt x="0" y="60536"/>
                  </a:moveTo>
                  <a:lnTo>
                    <a:pt x="2615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2" name="Output_receptor__5231">
              <a:extLst>
                <a:ext uri="{FF2B5EF4-FFF2-40B4-BE49-F238E27FC236}">
                  <a16:creationId xmlns:a16="http://schemas.microsoft.com/office/drawing/2014/main" id="{47D777A7-DB48-59B5-4B21-37B59F79C60F}"/>
                </a:ext>
              </a:extLst>
            </p:cNvPr>
            <p:cNvSpPr>
              <a:spLocks noGrp="1"/>
            </p:cNvSpPr>
            <p:nvPr/>
          </p:nvSpPr>
          <p:spPr>
            <a:xfrm>
              <a:off x="15602234" y="2888586"/>
              <a:ext cx="20364" cy="43482"/>
            </a:xfrm>
            <a:custGeom>
              <a:avLst/>
              <a:gdLst/>
              <a:ahLst/>
              <a:cxnLst/>
              <a:rect l="0" t="0" r="0" b="0"/>
              <a:pathLst>
                <a:path w="20364" h="43482">
                  <a:moveTo>
                    <a:pt x="0" y="43482"/>
                  </a:moveTo>
                  <a:lnTo>
                    <a:pt x="2036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3" name="Output_receptor__5232">
              <a:extLst>
                <a:ext uri="{FF2B5EF4-FFF2-40B4-BE49-F238E27FC236}">
                  <a16:creationId xmlns:a16="http://schemas.microsoft.com/office/drawing/2014/main" id="{5791CAA5-5CF7-E929-77CE-69275751DC0C}"/>
                </a:ext>
              </a:extLst>
            </p:cNvPr>
            <p:cNvSpPr>
              <a:spLocks noGrp="1"/>
            </p:cNvSpPr>
            <p:nvPr/>
          </p:nvSpPr>
          <p:spPr>
            <a:xfrm>
              <a:off x="15740237" y="3724183"/>
              <a:ext cx="24699" cy="65979"/>
            </a:xfrm>
            <a:custGeom>
              <a:avLst/>
              <a:gdLst/>
              <a:ahLst/>
              <a:cxnLst/>
              <a:rect l="0" t="0" r="0" b="0"/>
              <a:pathLst>
                <a:path w="24699" h="65979">
                  <a:moveTo>
                    <a:pt x="0" y="65979"/>
                  </a:moveTo>
                  <a:lnTo>
                    <a:pt x="2469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4" name="Output_receptor__5233">
              <a:extLst>
                <a:ext uri="{FF2B5EF4-FFF2-40B4-BE49-F238E27FC236}">
                  <a16:creationId xmlns:a16="http://schemas.microsoft.com/office/drawing/2014/main" id="{C65618B4-00E6-5A2B-571A-16C41BBBE44C}"/>
                </a:ext>
              </a:extLst>
            </p:cNvPr>
            <p:cNvSpPr>
              <a:spLocks noGrp="1"/>
            </p:cNvSpPr>
            <p:nvPr/>
          </p:nvSpPr>
          <p:spPr>
            <a:xfrm>
              <a:off x="16268926" y="3295314"/>
              <a:ext cx="47772" cy="2961"/>
            </a:xfrm>
            <a:custGeom>
              <a:avLst/>
              <a:gdLst/>
              <a:ahLst/>
              <a:cxnLst/>
              <a:rect l="0" t="0" r="0" b="0"/>
              <a:pathLst>
                <a:path w="47772" h="2961">
                  <a:moveTo>
                    <a:pt x="0" y="0"/>
                  </a:moveTo>
                  <a:lnTo>
                    <a:pt x="47772" y="2961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5" name="Output_receptor__5234">
              <a:extLst>
                <a:ext uri="{FF2B5EF4-FFF2-40B4-BE49-F238E27FC236}">
                  <a16:creationId xmlns:a16="http://schemas.microsoft.com/office/drawing/2014/main" id="{F1A5ED57-DC9B-7649-EE04-6F73E8690C02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25187"/>
              <a:ext cx="44358" cy="51130"/>
            </a:xfrm>
            <a:custGeom>
              <a:avLst/>
              <a:gdLst/>
              <a:ahLst/>
              <a:cxnLst/>
              <a:rect l="0" t="0" r="0" b="0"/>
              <a:pathLst>
                <a:path w="44358" h="51130">
                  <a:moveTo>
                    <a:pt x="44358" y="0"/>
                  </a:moveTo>
                  <a:lnTo>
                    <a:pt x="0" y="5113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6" name="Output_receptor__5235">
              <a:extLst>
                <a:ext uri="{FF2B5EF4-FFF2-40B4-BE49-F238E27FC236}">
                  <a16:creationId xmlns:a16="http://schemas.microsoft.com/office/drawing/2014/main" id="{AF861276-B6E9-34A3-5A7F-DECFA9731782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781910"/>
              <a:ext cx="50510" cy="50904"/>
            </a:xfrm>
            <a:custGeom>
              <a:avLst/>
              <a:gdLst/>
              <a:ahLst/>
              <a:cxnLst/>
              <a:rect l="0" t="0" r="0" b="0"/>
              <a:pathLst>
                <a:path w="50510" h="50904">
                  <a:moveTo>
                    <a:pt x="50510" y="0"/>
                  </a:moveTo>
                  <a:lnTo>
                    <a:pt x="0" y="5090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7" name="Output_receptor__5236">
              <a:extLst>
                <a:ext uri="{FF2B5EF4-FFF2-40B4-BE49-F238E27FC236}">
                  <a16:creationId xmlns:a16="http://schemas.microsoft.com/office/drawing/2014/main" id="{E39B4F12-7D86-6568-0925-660D045C467F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6910"/>
              <a:ext cx="36257" cy="19684"/>
            </a:xfrm>
            <a:custGeom>
              <a:avLst/>
              <a:gdLst/>
              <a:ahLst/>
              <a:cxnLst/>
              <a:rect l="0" t="0" r="0" b="0"/>
              <a:pathLst>
                <a:path w="36257" h="19684">
                  <a:moveTo>
                    <a:pt x="36257" y="196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8" name="Output_receptor__5237">
              <a:extLst>
                <a:ext uri="{FF2B5EF4-FFF2-40B4-BE49-F238E27FC236}">
                  <a16:creationId xmlns:a16="http://schemas.microsoft.com/office/drawing/2014/main" id="{1E5F59AD-3D85-C04C-90A7-635A07646398}"/>
                </a:ext>
              </a:extLst>
            </p:cNvPr>
            <p:cNvSpPr>
              <a:spLocks noGrp="1"/>
            </p:cNvSpPr>
            <p:nvPr/>
          </p:nvSpPr>
          <p:spPr>
            <a:xfrm>
              <a:off x="15588138" y="2623545"/>
              <a:ext cx="68813" cy="6035"/>
            </a:xfrm>
            <a:custGeom>
              <a:avLst/>
              <a:gdLst/>
              <a:ahLst/>
              <a:cxnLst/>
              <a:rect l="0" t="0" r="0" b="0"/>
              <a:pathLst>
                <a:path w="68813" h="6035">
                  <a:moveTo>
                    <a:pt x="68813" y="60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9" name="Output_receptor__5238">
              <a:extLst>
                <a:ext uri="{FF2B5EF4-FFF2-40B4-BE49-F238E27FC236}">
                  <a16:creationId xmlns:a16="http://schemas.microsoft.com/office/drawing/2014/main" id="{48CBC1DF-7FB5-50BA-FBA4-F96793D8C6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48304"/>
              <a:ext cx="34817" cy="62664"/>
            </a:xfrm>
            <a:custGeom>
              <a:avLst/>
              <a:gdLst/>
              <a:ahLst/>
              <a:cxnLst/>
              <a:rect l="0" t="0" r="0" b="0"/>
              <a:pathLst>
                <a:path w="34817" h="62664">
                  <a:moveTo>
                    <a:pt x="0" y="0"/>
                  </a:moveTo>
                  <a:lnTo>
                    <a:pt x="34817" y="62664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0" name="Output_receptor__5239">
              <a:extLst>
                <a:ext uri="{FF2B5EF4-FFF2-40B4-BE49-F238E27FC236}">
                  <a16:creationId xmlns:a16="http://schemas.microsoft.com/office/drawing/2014/main" id="{A067BE6B-6A9B-5D16-E628-8EF8C30E7E52}"/>
                </a:ext>
              </a:extLst>
            </p:cNvPr>
            <p:cNvSpPr>
              <a:spLocks noGrp="1"/>
            </p:cNvSpPr>
            <p:nvPr/>
          </p:nvSpPr>
          <p:spPr>
            <a:xfrm>
              <a:off x="15465445" y="3299238"/>
              <a:ext cx="71039" cy="13360"/>
            </a:xfrm>
            <a:custGeom>
              <a:avLst/>
              <a:gdLst/>
              <a:ahLst/>
              <a:cxnLst/>
              <a:rect l="0" t="0" r="0" b="0"/>
              <a:pathLst>
                <a:path w="71039" h="13360">
                  <a:moveTo>
                    <a:pt x="71039" y="0"/>
                  </a:moveTo>
                  <a:lnTo>
                    <a:pt x="0" y="133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1" name="Output_receptor__5240">
              <a:extLst>
                <a:ext uri="{FF2B5EF4-FFF2-40B4-BE49-F238E27FC236}">
                  <a16:creationId xmlns:a16="http://schemas.microsoft.com/office/drawing/2014/main" id="{12895B24-DEDE-2A4F-3B52-2DBAE89CF81E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531089"/>
              <a:ext cx="26110" cy="15665"/>
            </a:xfrm>
            <a:custGeom>
              <a:avLst/>
              <a:gdLst/>
              <a:ahLst/>
              <a:cxnLst/>
              <a:rect l="0" t="0" r="0" b="0"/>
              <a:pathLst>
                <a:path w="26110" h="15665">
                  <a:moveTo>
                    <a:pt x="26110" y="0"/>
                  </a:moveTo>
                  <a:lnTo>
                    <a:pt x="0" y="1566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2" name="Output_receptor__5241">
              <a:extLst>
                <a:ext uri="{FF2B5EF4-FFF2-40B4-BE49-F238E27FC236}">
                  <a16:creationId xmlns:a16="http://schemas.microsoft.com/office/drawing/2014/main" id="{E8E67309-DB03-DB89-9D30-AFFB7469639A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43287"/>
              <a:ext cx="66385" cy="27137"/>
            </a:xfrm>
            <a:custGeom>
              <a:avLst/>
              <a:gdLst/>
              <a:ahLst/>
              <a:cxnLst/>
              <a:rect l="0" t="0" r="0" b="0"/>
              <a:pathLst>
                <a:path w="66385" h="27137">
                  <a:moveTo>
                    <a:pt x="0" y="27137"/>
                  </a:moveTo>
                  <a:lnTo>
                    <a:pt x="6638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3" name="Output_receptor__5242">
              <a:extLst>
                <a:ext uri="{FF2B5EF4-FFF2-40B4-BE49-F238E27FC236}">
                  <a16:creationId xmlns:a16="http://schemas.microsoft.com/office/drawing/2014/main" id="{CF71C3C2-4855-9264-4C29-93E137FCDF99}"/>
                </a:ext>
              </a:extLst>
            </p:cNvPr>
            <p:cNvSpPr>
              <a:spLocks noGrp="1"/>
            </p:cNvSpPr>
            <p:nvPr/>
          </p:nvSpPr>
          <p:spPr>
            <a:xfrm>
              <a:off x="16085350" y="2596098"/>
              <a:ext cx="34674" cy="63614"/>
            </a:xfrm>
            <a:custGeom>
              <a:avLst/>
              <a:gdLst/>
              <a:ahLst/>
              <a:cxnLst/>
              <a:rect l="0" t="0" r="0" b="0"/>
              <a:pathLst>
                <a:path w="34674" h="63614">
                  <a:moveTo>
                    <a:pt x="0" y="0"/>
                  </a:moveTo>
                  <a:lnTo>
                    <a:pt x="34674" y="6361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4" name="Output_receptor__5243">
              <a:extLst>
                <a:ext uri="{FF2B5EF4-FFF2-40B4-BE49-F238E27FC236}">
                  <a16:creationId xmlns:a16="http://schemas.microsoft.com/office/drawing/2014/main" id="{25A095ED-A01B-15E2-C269-814F4A3A707F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1" y="3357022"/>
              <a:ext cx="68518" cy="23941"/>
            </a:xfrm>
            <a:custGeom>
              <a:avLst/>
              <a:gdLst/>
              <a:ahLst/>
              <a:cxnLst/>
              <a:rect l="0" t="0" r="0" b="0"/>
              <a:pathLst>
                <a:path w="68518" h="23941">
                  <a:moveTo>
                    <a:pt x="0" y="0"/>
                  </a:moveTo>
                  <a:lnTo>
                    <a:pt x="68518" y="2394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5" name="Output_receptor__5244">
              <a:extLst>
                <a:ext uri="{FF2B5EF4-FFF2-40B4-BE49-F238E27FC236}">
                  <a16:creationId xmlns:a16="http://schemas.microsoft.com/office/drawing/2014/main" id="{AEE77DCB-0742-3452-F5EF-9C07DBE90A66}"/>
                </a:ext>
              </a:extLst>
            </p:cNvPr>
            <p:cNvSpPr>
              <a:spLocks noGrp="1"/>
            </p:cNvSpPr>
            <p:nvPr/>
          </p:nvSpPr>
          <p:spPr>
            <a:xfrm>
              <a:off x="16354786" y="3795575"/>
              <a:ext cx="68644" cy="17560"/>
            </a:xfrm>
            <a:custGeom>
              <a:avLst/>
              <a:gdLst/>
              <a:ahLst/>
              <a:cxnLst/>
              <a:rect l="0" t="0" r="0" b="0"/>
              <a:pathLst>
                <a:path w="68644" h="17560">
                  <a:moveTo>
                    <a:pt x="68644" y="0"/>
                  </a:moveTo>
                  <a:lnTo>
                    <a:pt x="0" y="175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6" name="Output_receptor__5245">
              <a:extLst>
                <a:ext uri="{FF2B5EF4-FFF2-40B4-BE49-F238E27FC236}">
                  <a16:creationId xmlns:a16="http://schemas.microsoft.com/office/drawing/2014/main" id="{729B54FA-59C5-AD56-2E7B-6A34362B00FA}"/>
                </a:ext>
              </a:extLst>
            </p:cNvPr>
            <p:cNvSpPr>
              <a:spLocks noGrp="1"/>
            </p:cNvSpPr>
            <p:nvPr/>
          </p:nvSpPr>
          <p:spPr>
            <a:xfrm>
              <a:off x="15456030" y="4405235"/>
              <a:ext cx="2853" cy="69016"/>
            </a:xfrm>
            <a:custGeom>
              <a:avLst/>
              <a:gdLst/>
              <a:ahLst/>
              <a:cxnLst/>
              <a:rect l="0" t="0" r="0" b="0"/>
              <a:pathLst>
                <a:path w="2853" h="69016">
                  <a:moveTo>
                    <a:pt x="0" y="0"/>
                  </a:moveTo>
                  <a:lnTo>
                    <a:pt x="2853" y="69016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7" name="Output_receptor__5246">
              <a:extLst>
                <a:ext uri="{FF2B5EF4-FFF2-40B4-BE49-F238E27FC236}">
                  <a16:creationId xmlns:a16="http://schemas.microsoft.com/office/drawing/2014/main" id="{4D611C92-BB2C-B98A-6C8E-4AE28EF1A4BE}"/>
                </a:ext>
              </a:extLst>
            </p:cNvPr>
            <p:cNvSpPr>
              <a:spLocks noGrp="1"/>
            </p:cNvSpPr>
            <p:nvPr/>
          </p:nvSpPr>
          <p:spPr>
            <a:xfrm>
              <a:off x="15577412" y="4292922"/>
              <a:ext cx="66555" cy="27579"/>
            </a:xfrm>
            <a:custGeom>
              <a:avLst/>
              <a:gdLst/>
              <a:ahLst/>
              <a:cxnLst/>
              <a:rect l="0" t="0" r="0" b="0"/>
              <a:pathLst>
                <a:path w="66555" h="27579">
                  <a:moveTo>
                    <a:pt x="66555" y="275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8" name="Output_receptor__5247">
              <a:extLst>
                <a:ext uri="{FF2B5EF4-FFF2-40B4-BE49-F238E27FC236}">
                  <a16:creationId xmlns:a16="http://schemas.microsoft.com/office/drawing/2014/main" id="{A09974B9-7112-CCF3-67EC-58E889CF296A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35793"/>
              <a:ext cx="27493" cy="13829"/>
            </a:xfrm>
            <a:custGeom>
              <a:avLst/>
              <a:gdLst/>
              <a:ahLst/>
              <a:cxnLst/>
              <a:rect l="0" t="0" r="0" b="0"/>
              <a:pathLst>
                <a:path w="27493" h="13829">
                  <a:moveTo>
                    <a:pt x="0" y="13829"/>
                  </a:moveTo>
                  <a:lnTo>
                    <a:pt x="2749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9" name="Output_receptor__5248">
              <a:extLst>
                <a:ext uri="{FF2B5EF4-FFF2-40B4-BE49-F238E27FC236}">
                  <a16:creationId xmlns:a16="http://schemas.microsoft.com/office/drawing/2014/main" id="{40747583-EE9D-86F0-6661-49D910F2D633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41865"/>
              <a:ext cx="22422" cy="28687"/>
            </a:xfrm>
            <a:custGeom>
              <a:avLst/>
              <a:gdLst/>
              <a:ahLst/>
              <a:cxnLst/>
              <a:rect l="0" t="0" r="0" b="0"/>
              <a:pathLst>
                <a:path w="22422" h="28687">
                  <a:moveTo>
                    <a:pt x="22422" y="0"/>
                  </a:moveTo>
                  <a:lnTo>
                    <a:pt x="0" y="2868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0" name="Output_receptor__5249">
              <a:extLst>
                <a:ext uri="{FF2B5EF4-FFF2-40B4-BE49-F238E27FC236}">
                  <a16:creationId xmlns:a16="http://schemas.microsoft.com/office/drawing/2014/main" id="{93F02E2C-9882-37FC-0DDC-DD4A1180AAF5}"/>
                </a:ext>
              </a:extLst>
            </p:cNvPr>
            <p:cNvSpPr>
              <a:spLocks noGrp="1"/>
            </p:cNvSpPr>
            <p:nvPr/>
          </p:nvSpPr>
          <p:spPr>
            <a:xfrm>
              <a:off x="15461763" y="3736699"/>
              <a:ext cx="39019" cy="18174"/>
            </a:xfrm>
            <a:custGeom>
              <a:avLst/>
              <a:gdLst/>
              <a:ahLst/>
              <a:cxnLst/>
              <a:rect l="0" t="0" r="0" b="0"/>
              <a:pathLst>
                <a:path w="39019" h="18174">
                  <a:moveTo>
                    <a:pt x="0" y="18174"/>
                  </a:moveTo>
                  <a:lnTo>
                    <a:pt x="390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1" name="Output_receptor__5250">
              <a:extLst>
                <a:ext uri="{FF2B5EF4-FFF2-40B4-BE49-F238E27FC236}">
                  <a16:creationId xmlns:a16="http://schemas.microsoft.com/office/drawing/2014/main" id="{64FEE8E1-714B-41CF-105C-5D8B396D16B1}"/>
                </a:ext>
              </a:extLst>
            </p:cNvPr>
            <p:cNvSpPr>
              <a:spLocks noGrp="1"/>
            </p:cNvSpPr>
            <p:nvPr/>
          </p:nvSpPr>
          <p:spPr>
            <a:xfrm>
              <a:off x="16361565" y="4018014"/>
              <a:ext cx="5925" cy="66198"/>
            </a:xfrm>
            <a:custGeom>
              <a:avLst/>
              <a:gdLst/>
              <a:ahLst/>
              <a:cxnLst/>
              <a:rect l="0" t="0" r="0" b="0"/>
              <a:pathLst>
                <a:path w="5925" h="66198">
                  <a:moveTo>
                    <a:pt x="5925" y="0"/>
                  </a:moveTo>
                  <a:lnTo>
                    <a:pt x="0" y="6619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2" name="Output_receptor__5251">
              <a:extLst>
                <a:ext uri="{FF2B5EF4-FFF2-40B4-BE49-F238E27FC236}">
                  <a16:creationId xmlns:a16="http://schemas.microsoft.com/office/drawing/2014/main" id="{558AC128-8EB3-F412-13FA-D2DF44956223}"/>
                </a:ext>
              </a:extLst>
            </p:cNvPr>
            <p:cNvSpPr>
              <a:spLocks noGrp="1"/>
            </p:cNvSpPr>
            <p:nvPr/>
          </p:nvSpPr>
          <p:spPr>
            <a:xfrm>
              <a:off x="16118807" y="3082716"/>
              <a:ext cx="49194" cy="18593"/>
            </a:xfrm>
            <a:custGeom>
              <a:avLst/>
              <a:gdLst/>
              <a:ahLst/>
              <a:cxnLst/>
              <a:rect l="0" t="0" r="0" b="0"/>
              <a:pathLst>
                <a:path w="49194" h="18593">
                  <a:moveTo>
                    <a:pt x="0" y="18593"/>
                  </a:moveTo>
                  <a:lnTo>
                    <a:pt x="4919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3" name="Output_receptor__5252">
              <a:extLst>
                <a:ext uri="{FF2B5EF4-FFF2-40B4-BE49-F238E27FC236}">
                  <a16:creationId xmlns:a16="http://schemas.microsoft.com/office/drawing/2014/main" id="{5B83C822-2C0E-C577-F82A-444C6E44FFDE}"/>
                </a:ext>
              </a:extLst>
            </p:cNvPr>
            <p:cNvSpPr>
              <a:spLocks noGrp="1"/>
            </p:cNvSpPr>
            <p:nvPr/>
          </p:nvSpPr>
          <p:spPr>
            <a:xfrm>
              <a:off x="15680203" y="3249765"/>
              <a:ext cx="58059" cy="25650"/>
            </a:xfrm>
            <a:custGeom>
              <a:avLst/>
              <a:gdLst/>
              <a:ahLst/>
              <a:cxnLst/>
              <a:rect l="0" t="0" r="0" b="0"/>
              <a:pathLst>
                <a:path w="58059" h="25650">
                  <a:moveTo>
                    <a:pt x="58059" y="0"/>
                  </a:moveTo>
                  <a:lnTo>
                    <a:pt x="0" y="2565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4" name="Output_receptor__5253">
              <a:extLst>
                <a:ext uri="{FF2B5EF4-FFF2-40B4-BE49-F238E27FC236}">
                  <a16:creationId xmlns:a16="http://schemas.microsoft.com/office/drawing/2014/main" id="{BB6D5302-9E5A-9479-7434-820EFDC25C07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60517"/>
              <a:ext cx="30052" cy="36137"/>
            </a:xfrm>
            <a:custGeom>
              <a:avLst/>
              <a:gdLst/>
              <a:ahLst/>
              <a:cxnLst/>
              <a:rect l="0" t="0" r="0" b="0"/>
              <a:pathLst>
                <a:path w="30052" h="36137">
                  <a:moveTo>
                    <a:pt x="0" y="36137"/>
                  </a:moveTo>
                  <a:lnTo>
                    <a:pt x="30052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5" name="Output_receptor__5254">
              <a:extLst>
                <a:ext uri="{FF2B5EF4-FFF2-40B4-BE49-F238E27FC236}">
                  <a16:creationId xmlns:a16="http://schemas.microsoft.com/office/drawing/2014/main" id="{C6E472F8-EADE-3EDC-AAC9-812D5A6F2B39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383495"/>
              <a:ext cx="11407" cy="61662"/>
            </a:xfrm>
            <a:custGeom>
              <a:avLst/>
              <a:gdLst/>
              <a:ahLst/>
              <a:cxnLst/>
              <a:rect l="0" t="0" r="0" b="0"/>
              <a:pathLst>
                <a:path w="11407" h="61662">
                  <a:moveTo>
                    <a:pt x="0" y="61662"/>
                  </a:moveTo>
                  <a:lnTo>
                    <a:pt x="1140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6" name="Output_receptor__5255">
              <a:extLst>
                <a:ext uri="{FF2B5EF4-FFF2-40B4-BE49-F238E27FC236}">
                  <a16:creationId xmlns:a16="http://schemas.microsoft.com/office/drawing/2014/main" id="{B9243E55-D093-BC72-C306-7C71277A5F72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14292" cy="7777"/>
            </a:xfrm>
            <a:custGeom>
              <a:avLst/>
              <a:gdLst/>
              <a:ahLst/>
              <a:cxnLst/>
              <a:rect l="0" t="0" r="0" b="0"/>
              <a:pathLst>
                <a:path w="14292" h="7777">
                  <a:moveTo>
                    <a:pt x="14292" y="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7" name="Output_receptor__5256">
              <a:extLst>
                <a:ext uri="{FF2B5EF4-FFF2-40B4-BE49-F238E27FC236}">
                  <a16:creationId xmlns:a16="http://schemas.microsoft.com/office/drawing/2014/main" id="{F562E848-E504-478C-51CC-611F62C571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4003060"/>
              <a:ext cx="16110" cy="17313"/>
            </a:xfrm>
            <a:custGeom>
              <a:avLst/>
              <a:gdLst/>
              <a:ahLst/>
              <a:cxnLst/>
              <a:rect l="0" t="0" r="0" b="0"/>
              <a:pathLst>
                <a:path w="16110" h="17313">
                  <a:moveTo>
                    <a:pt x="0" y="0"/>
                  </a:moveTo>
                  <a:lnTo>
                    <a:pt x="16110" y="1731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8" name="Output_receptor__5257">
              <a:extLst>
                <a:ext uri="{FF2B5EF4-FFF2-40B4-BE49-F238E27FC236}">
                  <a16:creationId xmlns:a16="http://schemas.microsoft.com/office/drawing/2014/main" id="{566D5093-027B-3536-8D4B-70FC87F7CEBF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65989"/>
              <a:ext cx="20725" cy="54659"/>
            </a:xfrm>
            <a:custGeom>
              <a:avLst/>
              <a:gdLst/>
              <a:ahLst/>
              <a:cxnLst/>
              <a:rect l="0" t="0" r="0" b="0"/>
              <a:pathLst>
                <a:path w="20725" h="54659">
                  <a:moveTo>
                    <a:pt x="20725" y="546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9" name="Output_receptor__5258">
              <a:extLst>
                <a:ext uri="{FF2B5EF4-FFF2-40B4-BE49-F238E27FC236}">
                  <a16:creationId xmlns:a16="http://schemas.microsoft.com/office/drawing/2014/main" id="{4BFC76A1-CA7F-98FB-D8DB-DE155B4832B9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31827"/>
              <a:ext cx="40495" cy="27105"/>
            </a:xfrm>
            <a:custGeom>
              <a:avLst/>
              <a:gdLst/>
              <a:ahLst/>
              <a:cxnLst/>
              <a:rect l="0" t="0" r="0" b="0"/>
              <a:pathLst>
                <a:path w="40495" h="27105">
                  <a:moveTo>
                    <a:pt x="0" y="27105"/>
                  </a:moveTo>
                  <a:lnTo>
                    <a:pt x="4049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0" name="Output_receptor__5259">
              <a:extLst>
                <a:ext uri="{FF2B5EF4-FFF2-40B4-BE49-F238E27FC236}">
                  <a16:creationId xmlns:a16="http://schemas.microsoft.com/office/drawing/2014/main" id="{C93F7249-75E2-8346-2978-0C6748FCF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2206" y="3790162"/>
              <a:ext cx="68031" cy="9872"/>
            </a:xfrm>
            <a:custGeom>
              <a:avLst/>
              <a:gdLst/>
              <a:ahLst/>
              <a:cxnLst/>
              <a:rect l="0" t="0" r="0" b="0"/>
              <a:pathLst>
                <a:path w="68031" h="9872">
                  <a:moveTo>
                    <a:pt x="0" y="9872"/>
                  </a:moveTo>
                  <a:lnTo>
                    <a:pt x="6803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1" name="Output_receptor__5260">
              <a:extLst>
                <a:ext uri="{FF2B5EF4-FFF2-40B4-BE49-F238E27FC236}">
                  <a16:creationId xmlns:a16="http://schemas.microsoft.com/office/drawing/2014/main" id="{3797CE6E-5A89-B769-8E1F-1B919FAEED8E}"/>
                </a:ext>
              </a:extLst>
            </p:cNvPr>
            <p:cNvSpPr>
              <a:spLocks noGrp="1"/>
            </p:cNvSpPr>
            <p:nvPr/>
          </p:nvSpPr>
          <p:spPr>
            <a:xfrm>
              <a:off x="16344975" y="3155853"/>
              <a:ext cx="64323" cy="30901"/>
            </a:xfrm>
            <a:custGeom>
              <a:avLst/>
              <a:gdLst/>
              <a:ahLst/>
              <a:cxnLst/>
              <a:rect l="0" t="0" r="0" b="0"/>
              <a:pathLst>
                <a:path w="64323" h="30901">
                  <a:moveTo>
                    <a:pt x="0" y="30901"/>
                  </a:moveTo>
                  <a:lnTo>
                    <a:pt x="6432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2" name="Output_receptor__5261">
              <a:extLst>
                <a:ext uri="{FF2B5EF4-FFF2-40B4-BE49-F238E27FC236}">
                  <a16:creationId xmlns:a16="http://schemas.microsoft.com/office/drawing/2014/main" id="{069BF4FE-0CD5-F4EF-FFF1-181933FEC9CF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58034"/>
              <a:ext cx="27847" cy="12417"/>
            </a:xfrm>
            <a:custGeom>
              <a:avLst/>
              <a:gdLst/>
              <a:ahLst/>
              <a:cxnLst/>
              <a:rect l="0" t="0" r="0" b="0"/>
              <a:pathLst>
                <a:path w="27847" h="12417">
                  <a:moveTo>
                    <a:pt x="27847" y="0"/>
                  </a:moveTo>
                  <a:lnTo>
                    <a:pt x="0" y="1241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3" name="Output_receptor__5262">
              <a:extLst>
                <a:ext uri="{FF2B5EF4-FFF2-40B4-BE49-F238E27FC236}">
                  <a16:creationId xmlns:a16="http://schemas.microsoft.com/office/drawing/2014/main" id="{4E28B9EB-2889-2FE1-1DB1-EA6F59855FDD}"/>
                </a:ext>
              </a:extLst>
            </p:cNvPr>
            <p:cNvSpPr>
              <a:spLocks noGrp="1"/>
            </p:cNvSpPr>
            <p:nvPr/>
          </p:nvSpPr>
          <p:spPr>
            <a:xfrm>
              <a:off x="15518235" y="3658329"/>
              <a:ext cx="67777" cy="4739"/>
            </a:xfrm>
            <a:custGeom>
              <a:avLst/>
              <a:gdLst/>
              <a:ahLst/>
              <a:cxnLst/>
              <a:rect l="0" t="0" r="0" b="0"/>
              <a:pathLst>
                <a:path w="67777" h="4739">
                  <a:moveTo>
                    <a:pt x="0" y="0"/>
                  </a:moveTo>
                  <a:lnTo>
                    <a:pt x="67777" y="47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4" name="Output_receptor__5263">
              <a:extLst>
                <a:ext uri="{FF2B5EF4-FFF2-40B4-BE49-F238E27FC236}">
                  <a16:creationId xmlns:a16="http://schemas.microsoft.com/office/drawing/2014/main" id="{A587E494-941D-D1C7-7C82-6A6446306C20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68169"/>
              <a:ext cx="13915" cy="26386"/>
            </a:xfrm>
            <a:custGeom>
              <a:avLst/>
              <a:gdLst/>
              <a:ahLst/>
              <a:cxnLst/>
              <a:rect l="0" t="0" r="0" b="0"/>
              <a:pathLst>
                <a:path w="13915" h="26386">
                  <a:moveTo>
                    <a:pt x="13915" y="0"/>
                  </a:moveTo>
                  <a:lnTo>
                    <a:pt x="0" y="2638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5" name="Output_receptor__5264">
              <a:extLst>
                <a:ext uri="{FF2B5EF4-FFF2-40B4-BE49-F238E27FC236}">
                  <a16:creationId xmlns:a16="http://schemas.microsoft.com/office/drawing/2014/main" id="{604CD333-3E7E-A3EC-8C3D-D143C50C93AD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900095"/>
              <a:ext cx="1876" cy="1368"/>
            </a:xfrm>
            <a:custGeom>
              <a:avLst/>
              <a:gdLst/>
              <a:ahLst/>
              <a:cxnLst/>
              <a:rect l="0" t="0" r="0" b="0"/>
              <a:pathLst>
                <a:path w="1876" h="1368">
                  <a:moveTo>
                    <a:pt x="1876" y="0"/>
                  </a:moveTo>
                  <a:lnTo>
                    <a:pt x="0" y="136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6" name="Output_receptor__5265">
              <a:extLst>
                <a:ext uri="{FF2B5EF4-FFF2-40B4-BE49-F238E27FC236}">
                  <a16:creationId xmlns:a16="http://schemas.microsoft.com/office/drawing/2014/main" id="{BAC31A5B-15B4-461C-6CDD-F3D993532FAA}"/>
                </a:ext>
              </a:extLst>
            </p:cNvPr>
            <p:cNvSpPr>
              <a:spLocks noGrp="1"/>
            </p:cNvSpPr>
            <p:nvPr/>
          </p:nvSpPr>
          <p:spPr>
            <a:xfrm>
              <a:off x="15373312" y="2771991"/>
              <a:ext cx="42971" cy="42128"/>
            </a:xfrm>
            <a:custGeom>
              <a:avLst/>
              <a:gdLst/>
              <a:ahLst/>
              <a:cxnLst/>
              <a:rect l="0" t="0" r="0" b="0"/>
              <a:pathLst>
                <a:path w="42971" h="42128">
                  <a:moveTo>
                    <a:pt x="42971" y="0"/>
                  </a:moveTo>
                  <a:lnTo>
                    <a:pt x="0" y="4212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7" name="Output_receptor__5266">
              <a:extLst>
                <a:ext uri="{FF2B5EF4-FFF2-40B4-BE49-F238E27FC236}">
                  <a16:creationId xmlns:a16="http://schemas.microsoft.com/office/drawing/2014/main" id="{4E1E1071-8533-11F9-F1D5-C7D40D368CB5}"/>
                </a:ext>
              </a:extLst>
            </p:cNvPr>
            <p:cNvSpPr>
              <a:spLocks noGrp="1"/>
            </p:cNvSpPr>
            <p:nvPr/>
          </p:nvSpPr>
          <p:spPr>
            <a:xfrm>
              <a:off x="15686195" y="2744687"/>
              <a:ext cx="71866" cy="5627"/>
            </a:xfrm>
            <a:custGeom>
              <a:avLst/>
              <a:gdLst/>
              <a:ahLst/>
              <a:cxnLst/>
              <a:rect l="0" t="0" r="0" b="0"/>
              <a:pathLst>
                <a:path w="71866" h="5627">
                  <a:moveTo>
                    <a:pt x="0" y="5627"/>
                  </a:moveTo>
                  <a:lnTo>
                    <a:pt x="71866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8" name="Output_receptor__5267">
              <a:extLst>
                <a:ext uri="{FF2B5EF4-FFF2-40B4-BE49-F238E27FC236}">
                  <a16:creationId xmlns:a16="http://schemas.microsoft.com/office/drawing/2014/main" id="{69265099-1ECF-A77A-5506-2037312B9FB0}"/>
                </a:ext>
              </a:extLst>
            </p:cNvPr>
            <p:cNvSpPr>
              <a:spLocks noGrp="1"/>
            </p:cNvSpPr>
            <p:nvPr/>
          </p:nvSpPr>
          <p:spPr>
            <a:xfrm>
              <a:off x="15719831" y="4183411"/>
              <a:ext cx="11637" cy="61766"/>
            </a:xfrm>
            <a:custGeom>
              <a:avLst/>
              <a:gdLst/>
              <a:ahLst/>
              <a:cxnLst/>
              <a:rect l="0" t="0" r="0" b="0"/>
              <a:pathLst>
                <a:path w="11637" h="61766">
                  <a:moveTo>
                    <a:pt x="11637" y="0"/>
                  </a:moveTo>
                  <a:lnTo>
                    <a:pt x="0" y="6176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9" name="Output_receptor__5268">
              <a:extLst>
                <a:ext uri="{FF2B5EF4-FFF2-40B4-BE49-F238E27FC236}">
                  <a16:creationId xmlns:a16="http://schemas.microsoft.com/office/drawing/2014/main" id="{868EA664-0BAE-D915-B4C3-36DB515FFC83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552337"/>
              <a:ext cx="29609" cy="57530"/>
            </a:xfrm>
            <a:custGeom>
              <a:avLst/>
              <a:gdLst/>
              <a:ahLst/>
              <a:cxnLst/>
              <a:rect l="0" t="0" r="0" b="0"/>
              <a:pathLst>
                <a:path w="29609" h="57530">
                  <a:moveTo>
                    <a:pt x="0" y="57530"/>
                  </a:moveTo>
                  <a:lnTo>
                    <a:pt x="2960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0" name="Output_receptor__5269">
              <a:extLst>
                <a:ext uri="{FF2B5EF4-FFF2-40B4-BE49-F238E27FC236}">
                  <a16:creationId xmlns:a16="http://schemas.microsoft.com/office/drawing/2014/main" id="{94820F0F-1CC7-925E-ECE9-B3641E0834D8}"/>
                </a:ext>
              </a:extLst>
            </p:cNvPr>
            <p:cNvSpPr>
              <a:spLocks noGrp="1"/>
            </p:cNvSpPr>
            <p:nvPr/>
          </p:nvSpPr>
          <p:spPr>
            <a:xfrm>
              <a:off x="15656951" y="2580541"/>
              <a:ext cx="16350" cy="49040"/>
            </a:xfrm>
            <a:custGeom>
              <a:avLst/>
              <a:gdLst/>
              <a:ahLst/>
              <a:cxnLst/>
              <a:rect l="0" t="0" r="0" b="0"/>
              <a:pathLst>
                <a:path w="16350" h="49040">
                  <a:moveTo>
                    <a:pt x="16350" y="0"/>
                  </a:moveTo>
                  <a:lnTo>
                    <a:pt x="0" y="4904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1" name="Output_receptor__5270">
              <a:extLst>
                <a:ext uri="{FF2B5EF4-FFF2-40B4-BE49-F238E27FC236}">
                  <a16:creationId xmlns:a16="http://schemas.microsoft.com/office/drawing/2014/main" id="{37D335C0-20B4-61DA-5359-16F18D8096FC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89811"/>
              <a:ext cx="57838" cy="13112"/>
            </a:xfrm>
            <a:custGeom>
              <a:avLst/>
              <a:gdLst/>
              <a:ahLst/>
              <a:cxnLst/>
              <a:rect l="0" t="0" r="0" b="0"/>
              <a:pathLst>
                <a:path w="57838" h="13112">
                  <a:moveTo>
                    <a:pt x="57838" y="0"/>
                  </a:moveTo>
                  <a:lnTo>
                    <a:pt x="0" y="131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2" name="Output_receptor__5271">
              <a:extLst>
                <a:ext uri="{FF2B5EF4-FFF2-40B4-BE49-F238E27FC236}">
                  <a16:creationId xmlns:a16="http://schemas.microsoft.com/office/drawing/2014/main" id="{6E880C5D-5749-34AC-086F-7C4E2C5346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266" y="2932068"/>
              <a:ext cx="53967" cy="47134"/>
            </a:xfrm>
            <a:custGeom>
              <a:avLst/>
              <a:gdLst/>
              <a:ahLst/>
              <a:cxnLst/>
              <a:rect l="0" t="0" r="0" b="0"/>
              <a:pathLst>
                <a:path w="53967" h="47134">
                  <a:moveTo>
                    <a:pt x="0" y="47134"/>
                  </a:moveTo>
                  <a:lnTo>
                    <a:pt x="5396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3" name="Output_receptor__5272">
              <a:extLst>
                <a:ext uri="{FF2B5EF4-FFF2-40B4-BE49-F238E27FC236}">
                  <a16:creationId xmlns:a16="http://schemas.microsoft.com/office/drawing/2014/main" id="{8CA37627-320A-E325-CFE0-5D45839D113E}"/>
                </a:ext>
              </a:extLst>
            </p:cNvPr>
            <p:cNvSpPr>
              <a:spLocks noGrp="1"/>
            </p:cNvSpPr>
            <p:nvPr/>
          </p:nvSpPr>
          <p:spPr>
            <a:xfrm>
              <a:off x="15549041" y="2563673"/>
              <a:ext cx="39097" cy="59873"/>
            </a:xfrm>
            <a:custGeom>
              <a:avLst/>
              <a:gdLst/>
              <a:ahLst/>
              <a:cxnLst/>
              <a:rect l="0" t="0" r="0" b="0"/>
              <a:pathLst>
                <a:path w="39097" h="59873">
                  <a:moveTo>
                    <a:pt x="39097" y="598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4" name="Output_receptor__5273">
              <a:extLst>
                <a:ext uri="{FF2B5EF4-FFF2-40B4-BE49-F238E27FC236}">
                  <a16:creationId xmlns:a16="http://schemas.microsoft.com/office/drawing/2014/main" id="{2419830D-7E2D-0828-2062-12B3DDC65A58}"/>
                </a:ext>
              </a:extLst>
            </p:cNvPr>
            <p:cNvSpPr>
              <a:spLocks noGrp="1"/>
            </p:cNvSpPr>
            <p:nvPr/>
          </p:nvSpPr>
          <p:spPr>
            <a:xfrm>
              <a:off x="16395513" y="3393417"/>
              <a:ext cx="59190" cy="37778"/>
            </a:xfrm>
            <a:custGeom>
              <a:avLst/>
              <a:gdLst/>
              <a:ahLst/>
              <a:cxnLst/>
              <a:rect l="0" t="0" r="0" b="0"/>
              <a:pathLst>
                <a:path w="59190" h="37778">
                  <a:moveTo>
                    <a:pt x="0" y="37778"/>
                  </a:moveTo>
                  <a:lnTo>
                    <a:pt x="5919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5" name="Output_receptor__5274">
              <a:extLst>
                <a:ext uri="{FF2B5EF4-FFF2-40B4-BE49-F238E27FC236}">
                  <a16:creationId xmlns:a16="http://schemas.microsoft.com/office/drawing/2014/main" id="{522421F0-0FC4-382D-E56C-335E556FA1DE}"/>
                </a:ext>
              </a:extLst>
            </p:cNvPr>
            <p:cNvSpPr>
              <a:spLocks noGrp="1"/>
            </p:cNvSpPr>
            <p:nvPr/>
          </p:nvSpPr>
          <p:spPr>
            <a:xfrm>
              <a:off x="16201322" y="3273763"/>
              <a:ext cx="67603" cy="21551"/>
            </a:xfrm>
            <a:custGeom>
              <a:avLst/>
              <a:gdLst/>
              <a:ahLst/>
              <a:cxnLst/>
              <a:rect l="0" t="0" r="0" b="0"/>
              <a:pathLst>
                <a:path w="67603" h="21551">
                  <a:moveTo>
                    <a:pt x="0" y="0"/>
                  </a:moveTo>
                  <a:lnTo>
                    <a:pt x="67603" y="2155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6" name="Output_receptor__5275">
              <a:extLst>
                <a:ext uri="{FF2B5EF4-FFF2-40B4-BE49-F238E27FC236}">
                  <a16:creationId xmlns:a16="http://schemas.microsoft.com/office/drawing/2014/main" id="{E5BA90C4-B50D-9BEB-6AB8-86C2D735FDA8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19941"/>
              <a:ext cx="29183" cy="61811"/>
            </a:xfrm>
            <a:custGeom>
              <a:avLst/>
              <a:gdLst/>
              <a:ahLst/>
              <a:cxnLst/>
              <a:rect l="0" t="0" r="0" b="0"/>
              <a:pathLst>
                <a:path w="29183" h="61811">
                  <a:moveTo>
                    <a:pt x="0" y="61811"/>
                  </a:moveTo>
                  <a:lnTo>
                    <a:pt x="29183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7" name="Output_receptor__5276">
              <a:extLst>
                <a:ext uri="{FF2B5EF4-FFF2-40B4-BE49-F238E27FC236}">
                  <a16:creationId xmlns:a16="http://schemas.microsoft.com/office/drawing/2014/main" id="{8A7A9C10-6FFA-972C-0E79-DE8AF35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848357" y="3561440"/>
              <a:ext cx="1359" cy="68512"/>
            </a:xfrm>
            <a:custGeom>
              <a:avLst/>
              <a:gdLst/>
              <a:ahLst/>
              <a:cxnLst/>
              <a:rect l="0" t="0" r="0" b="0"/>
              <a:pathLst>
                <a:path w="1359" h="68512">
                  <a:moveTo>
                    <a:pt x="0" y="0"/>
                  </a:moveTo>
                  <a:lnTo>
                    <a:pt x="1359" y="685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8" name="Output_receptor__5277">
              <a:extLst>
                <a:ext uri="{FF2B5EF4-FFF2-40B4-BE49-F238E27FC236}">
                  <a16:creationId xmlns:a16="http://schemas.microsoft.com/office/drawing/2014/main" id="{126D829C-C475-6CDF-3542-4E42E7693CED}"/>
                </a:ext>
              </a:extLst>
            </p:cNvPr>
            <p:cNvSpPr>
              <a:spLocks noGrp="1"/>
            </p:cNvSpPr>
            <p:nvPr/>
          </p:nvSpPr>
          <p:spPr>
            <a:xfrm>
              <a:off x="16641603" y="3872345"/>
              <a:ext cx="19651" cy="59482"/>
            </a:xfrm>
            <a:custGeom>
              <a:avLst/>
              <a:gdLst/>
              <a:ahLst/>
              <a:cxnLst/>
              <a:rect l="0" t="0" r="0" b="0"/>
              <a:pathLst>
                <a:path w="19651" h="59482">
                  <a:moveTo>
                    <a:pt x="0" y="59482"/>
                  </a:moveTo>
                  <a:lnTo>
                    <a:pt x="1965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9" name="Output_receptor__5278">
              <a:extLst>
                <a:ext uri="{FF2B5EF4-FFF2-40B4-BE49-F238E27FC236}">
                  <a16:creationId xmlns:a16="http://schemas.microsoft.com/office/drawing/2014/main" id="{3DC40275-6ED9-7817-0F07-CF55657F16AE}"/>
                </a:ext>
              </a:extLst>
            </p:cNvPr>
            <p:cNvSpPr>
              <a:spLocks noGrp="1"/>
            </p:cNvSpPr>
            <p:nvPr/>
          </p:nvSpPr>
          <p:spPr>
            <a:xfrm>
              <a:off x="15697060" y="4141998"/>
              <a:ext cx="34409" cy="41413"/>
            </a:xfrm>
            <a:custGeom>
              <a:avLst/>
              <a:gdLst/>
              <a:ahLst/>
              <a:cxnLst/>
              <a:rect l="0" t="0" r="0" b="0"/>
              <a:pathLst>
                <a:path w="34409" h="41413">
                  <a:moveTo>
                    <a:pt x="0" y="0"/>
                  </a:moveTo>
                  <a:lnTo>
                    <a:pt x="34409" y="4141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0" name="Output_receptor__5279">
              <a:extLst>
                <a:ext uri="{FF2B5EF4-FFF2-40B4-BE49-F238E27FC236}">
                  <a16:creationId xmlns:a16="http://schemas.microsoft.com/office/drawing/2014/main" id="{38F464DB-29D3-3636-B343-F6DC9D540BD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24278"/>
              <a:ext cx="53482" cy="43593"/>
            </a:xfrm>
            <a:custGeom>
              <a:avLst/>
              <a:gdLst/>
              <a:ahLst/>
              <a:cxnLst/>
              <a:rect l="0" t="0" r="0" b="0"/>
              <a:pathLst>
                <a:path w="53482" h="43593">
                  <a:moveTo>
                    <a:pt x="53482" y="0"/>
                  </a:moveTo>
                  <a:lnTo>
                    <a:pt x="0" y="4359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1" name="Output_receptor__5280">
              <a:extLst>
                <a:ext uri="{FF2B5EF4-FFF2-40B4-BE49-F238E27FC236}">
                  <a16:creationId xmlns:a16="http://schemas.microsoft.com/office/drawing/2014/main" id="{999B888D-EB98-21D9-6A51-C58EDA87362F}"/>
                </a:ext>
              </a:extLst>
            </p:cNvPr>
            <p:cNvSpPr>
              <a:spLocks noGrp="1"/>
            </p:cNvSpPr>
            <p:nvPr/>
          </p:nvSpPr>
          <p:spPr>
            <a:xfrm>
              <a:off x="15570452" y="4461036"/>
              <a:ext cx="67519" cy="16614"/>
            </a:xfrm>
            <a:custGeom>
              <a:avLst/>
              <a:gdLst/>
              <a:ahLst/>
              <a:cxnLst/>
              <a:rect l="0" t="0" r="0" b="0"/>
              <a:pathLst>
                <a:path w="67519" h="16614">
                  <a:moveTo>
                    <a:pt x="0" y="16614"/>
                  </a:moveTo>
                  <a:lnTo>
                    <a:pt x="675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2" name="Output_receptor__5281">
              <a:extLst>
                <a:ext uri="{FF2B5EF4-FFF2-40B4-BE49-F238E27FC236}">
                  <a16:creationId xmlns:a16="http://schemas.microsoft.com/office/drawing/2014/main" id="{26B92C9C-ADDD-07B0-A72B-51AE344F4F65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76317"/>
              <a:ext cx="54864" cy="40412"/>
            </a:xfrm>
            <a:custGeom>
              <a:avLst/>
              <a:gdLst/>
              <a:ahLst/>
              <a:cxnLst/>
              <a:rect l="0" t="0" r="0" b="0"/>
              <a:pathLst>
                <a:path w="54864" h="40412">
                  <a:moveTo>
                    <a:pt x="0" y="0"/>
                  </a:moveTo>
                  <a:lnTo>
                    <a:pt x="54864" y="404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3" name="Output_receptor__5282">
              <a:extLst>
                <a:ext uri="{FF2B5EF4-FFF2-40B4-BE49-F238E27FC236}">
                  <a16:creationId xmlns:a16="http://schemas.microsoft.com/office/drawing/2014/main" id="{AD43739B-CC87-C46C-9EB4-F123E5675E87}"/>
                </a:ext>
              </a:extLst>
            </p:cNvPr>
            <p:cNvSpPr>
              <a:spLocks noGrp="1"/>
            </p:cNvSpPr>
            <p:nvPr/>
          </p:nvSpPr>
          <p:spPr>
            <a:xfrm>
              <a:off x="16423430" y="3795575"/>
              <a:ext cx="20212" cy="64942"/>
            </a:xfrm>
            <a:custGeom>
              <a:avLst/>
              <a:gdLst/>
              <a:ahLst/>
              <a:cxnLst/>
              <a:rect l="0" t="0" r="0" b="0"/>
              <a:pathLst>
                <a:path w="20212" h="64942">
                  <a:moveTo>
                    <a:pt x="20212" y="64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4" name="Output_receptor__5283">
              <a:extLst>
                <a:ext uri="{FF2B5EF4-FFF2-40B4-BE49-F238E27FC236}">
                  <a16:creationId xmlns:a16="http://schemas.microsoft.com/office/drawing/2014/main" id="{041715E0-2077-4AE3-48BA-CBCA2B21068E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5470"/>
              <a:ext cx="41179" cy="21744"/>
            </a:xfrm>
            <a:custGeom>
              <a:avLst/>
              <a:gdLst/>
              <a:ahLst/>
              <a:cxnLst/>
              <a:rect l="0" t="0" r="0" b="0"/>
              <a:pathLst>
                <a:path w="41179" h="21744">
                  <a:moveTo>
                    <a:pt x="41179" y="21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5" name="Output_receptor__5284">
              <a:extLst>
                <a:ext uri="{FF2B5EF4-FFF2-40B4-BE49-F238E27FC236}">
                  <a16:creationId xmlns:a16="http://schemas.microsoft.com/office/drawing/2014/main" id="{FB94288D-27AD-D758-CCDA-BC8549ED4E9C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3975" cy="13039"/>
            </a:xfrm>
            <a:custGeom>
              <a:avLst/>
              <a:gdLst/>
              <a:ahLst/>
              <a:cxnLst/>
              <a:rect l="0" t="0" r="0" b="0"/>
              <a:pathLst>
                <a:path w="3975" h="13039">
                  <a:moveTo>
                    <a:pt x="3975" y="13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6" name="Output_receptor__5285">
              <a:extLst>
                <a:ext uri="{FF2B5EF4-FFF2-40B4-BE49-F238E27FC236}">
                  <a16:creationId xmlns:a16="http://schemas.microsoft.com/office/drawing/2014/main" id="{F9BEDED3-BFFB-FEC6-D6E6-26F88F6848F1}"/>
                </a:ext>
              </a:extLst>
            </p:cNvPr>
            <p:cNvSpPr>
              <a:spLocks noGrp="1"/>
            </p:cNvSpPr>
            <p:nvPr/>
          </p:nvSpPr>
          <p:spPr>
            <a:xfrm>
              <a:off x="16279014" y="3943287"/>
              <a:ext cx="23532" cy="41339"/>
            </a:xfrm>
            <a:custGeom>
              <a:avLst/>
              <a:gdLst/>
              <a:ahLst/>
              <a:cxnLst/>
              <a:rect l="0" t="0" r="0" b="0"/>
              <a:pathLst>
                <a:path w="23532" h="41339">
                  <a:moveTo>
                    <a:pt x="0" y="0"/>
                  </a:moveTo>
                  <a:lnTo>
                    <a:pt x="23532" y="413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7" name="Output_receptor__5286">
              <a:extLst>
                <a:ext uri="{FF2B5EF4-FFF2-40B4-BE49-F238E27FC236}">
                  <a16:creationId xmlns:a16="http://schemas.microsoft.com/office/drawing/2014/main" id="{531E6E82-E5F1-8D51-96CC-7B01173E852B}"/>
                </a:ext>
              </a:extLst>
            </p:cNvPr>
            <p:cNvSpPr>
              <a:spLocks noGrp="1"/>
            </p:cNvSpPr>
            <p:nvPr/>
          </p:nvSpPr>
          <p:spPr>
            <a:xfrm>
              <a:off x="16287607" y="3186755"/>
              <a:ext cx="57368" cy="12713"/>
            </a:xfrm>
            <a:custGeom>
              <a:avLst/>
              <a:gdLst/>
              <a:ahLst/>
              <a:cxnLst/>
              <a:rect l="0" t="0" r="0" b="0"/>
              <a:pathLst>
                <a:path w="57368" h="12713">
                  <a:moveTo>
                    <a:pt x="0" y="12713"/>
                  </a:moveTo>
                  <a:lnTo>
                    <a:pt x="57368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8" name="Output_receptor__5287">
              <a:extLst>
                <a:ext uri="{FF2B5EF4-FFF2-40B4-BE49-F238E27FC236}">
                  <a16:creationId xmlns:a16="http://schemas.microsoft.com/office/drawing/2014/main" id="{D62402E3-3C48-4D99-BABC-1BD2742DCB4E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596098"/>
              <a:ext cx="49887" cy="14340"/>
            </a:xfrm>
            <a:custGeom>
              <a:avLst/>
              <a:gdLst/>
              <a:ahLst/>
              <a:cxnLst/>
              <a:rect l="0" t="0" r="0" b="0"/>
              <a:pathLst>
                <a:path w="49887" h="14340">
                  <a:moveTo>
                    <a:pt x="0" y="14340"/>
                  </a:moveTo>
                  <a:lnTo>
                    <a:pt x="49887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9" name="Output_receptor__5288">
              <a:extLst>
                <a:ext uri="{FF2B5EF4-FFF2-40B4-BE49-F238E27FC236}">
                  <a16:creationId xmlns:a16="http://schemas.microsoft.com/office/drawing/2014/main" id="{A69476F6-ECD3-26A8-6AD2-713ABDE3CB55}"/>
                </a:ext>
              </a:extLst>
            </p:cNvPr>
            <p:cNvSpPr>
              <a:spLocks noGrp="1"/>
            </p:cNvSpPr>
            <p:nvPr/>
          </p:nvSpPr>
          <p:spPr>
            <a:xfrm>
              <a:off x="15658026" y="2750314"/>
              <a:ext cx="28169" cy="56323"/>
            </a:xfrm>
            <a:custGeom>
              <a:avLst/>
              <a:gdLst/>
              <a:ahLst/>
              <a:cxnLst/>
              <a:rect l="0" t="0" r="0" b="0"/>
              <a:pathLst>
                <a:path w="28169" h="56323">
                  <a:moveTo>
                    <a:pt x="0" y="56323"/>
                  </a:moveTo>
                  <a:lnTo>
                    <a:pt x="2816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0" name="Output_receptor__5289">
              <a:extLst>
                <a:ext uri="{FF2B5EF4-FFF2-40B4-BE49-F238E27FC236}">
                  <a16:creationId xmlns:a16="http://schemas.microsoft.com/office/drawing/2014/main" id="{D9E1C6E7-97B7-AB9E-A100-346D61E06CB9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22788"/>
              <a:ext cx="46624" cy="25516"/>
            </a:xfrm>
            <a:custGeom>
              <a:avLst/>
              <a:gdLst/>
              <a:ahLst/>
              <a:cxnLst/>
              <a:rect l="0" t="0" r="0" b="0"/>
              <a:pathLst>
                <a:path w="46624" h="25516">
                  <a:moveTo>
                    <a:pt x="46624" y="0"/>
                  </a:moveTo>
                  <a:lnTo>
                    <a:pt x="0" y="2551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1" name="Output_receptor__5290">
              <a:extLst>
                <a:ext uri="{FF2B5EF4-FFF2-40B4-BE49-F238E27FC236}">
                  <a16:creationId xmlns:a16="http://schemas.microsoft.com/office/drawing/2014/main" id="{AEF517AC-0699-88E1-E18B-861CC946600F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813135"/>
              <a:ext cx="6148" cy="35991"/>
            </a:xfrm>
            <a:custGeom>
              <a:avLst/>
              <a:gdLst/>
              <a:ahLst/>
              <a:cxnLst/>
              <a:rect l="0" t="0" r="0" b="0"/>
              <a:pathLst>
                <a:path w="6148" h="35991">
                  <a:moveTo>
                    <a:pt x="6148" y="0"/>
                  </a:moveTo>
                  <a:lnTo>
                    <a:pt x="0" y="3599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2" name="Output_receptor__5291">
              <a:extLst>
                <a:ext uri="{FF2B5EF4-FFF2-40B4-BE49-F238E27FC236}">
                  <a16:creationId xmlns:a16="http://schemas.microsoft.com/office/drawing/2014/main" id="{E7860687-B95B-3F68-7E0C-C9343ACD3D08}"/>
                </a:ext>
              </a:extLst>
            </p:cNvPr>
            <p:cNvSpPr>
              <a:spLocks noGrp="1"/>
            </p:cNvSpPr>
            <p:nvPr/>
          </p:nvSpPr>
          <p:spPr>
            <a:xfrm>
              <a:off x="15419819" y="3312598"/>
              <a:ext cx="45626" cy="10312"/>
            </a:xfrm>
            <a:custGeom>
              <a:avLst/>
              <a:gdLst/>
              <a:ahLst/>
              <a:cxnLst/>
              <a:rect l="0" t="0" r="0" b="0"/>
              <a:pathLst>
                <a:path w="45626" h="10312">
                  <a:moveTo>
                    <a:pt x="45626" y="0"/>
                  </a:moveTo>
                  <a:lnTo>
                    <a:pt x="0" y="103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3" name="Output_receptor__5292">
              <a:extLst>
                <a:ext uri="{FF2B5EF4-FFF2-40B4-BE49-F238E27FC236}">
                  <a16:creationId xmlns:a16="http://schemas.microsoft.com/office/drawing/2014/main" id="{3D72F3AC-840F-63C2-0A0C-2F22F483B227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70552"/>
              <a:ext cx="36850" cy="60643"/>
            </a:xfrm>
            <a:custGeom>
              <a:avLst/>
              <a:gdLst/>
              <a:ahLst/>
              <a:cxnLst/>
              <a:rect l="0" t="0" r="0" b="0"/>
              <a:pathLst>
                <a:path w="36850" h="60643">
                  <a:moveTo>
                    <a:pt x="0" y="0"/>
                  </a:moveTo>
                  <a:lnTo>
                    <a:pt x="36850" y="6064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4" name="Output_receptor__5293">
              <a:extLst>
                <a:ext uri="{FF2B5EF4-FFF2-40B4-BE49-F238E27FC236}">
                  <a16:creationId xmlns:a16="http://schemas.microsoft.com/office/drawing/2014/main" id="{D8A9C53A-6C75-55AB-F78C-F95CD3C9B1A2}"/>
                </a:ext>
              </a:extLst>
            </p:cNvPr>
            <p:cNvSpPr>
              <a:spLocks noGrp="1"/>
            </p:cNvSpPr>
            <p:nvPr/>
          </p:nvSpPr>
          <p:spPr>
            <a:xfrm>
              <a:off x="15843790" y="2822788"/>
              <a:ext cx="56243" cy="15109"/>
            </a:xfrm>
            <a:custGeom>
              <a:avLst/>
              <a:gdLst/>
              <a:ahLst/>
              <a:cxnLst/>
              <a:rect l="0" t="0" r="0" b="0"/>
              <a:pathLst>
                <a:path w="56243" h="15109">
                  <a:moveTo>
                    <a:pt x="5624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5" name="Output_receptor__5294">
              <a:extLst>
                <a:ext uri="{FF2B5EF4-FFF2-40B4-BE49-F238E27FC236}">
                  <a16:creationId xmlns:a16="http://schemas.microsoft.com/office/drawing/2014/main" id="{F12E7235-4694-149D-6093-BC14A1C84046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3045684"/>
              <a:ext cx="9832" cy="1139"/>
            </a:xfrm>
            <a:custGeom>
              <a:avLst/>
              <a:gdLst/>
              <a:ahLst/>
              <a:cxnLst/>
              <a:rect l="0" t="0" r="0" b="0"/>
              <a:pathLst>
                <a:path w="9832" h="1139">
                  <a:moveTo>
                    <a:pt x="9832" y="1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6" name="Output_receptor__5295">
              <a:extLst>
                <a:ext uri="{FF2B5EF4-FFF2-40B4-BE49-F238E27FC236}">
                  <a16:creationId xmlns:a16="http://schemas.microsoft.com/office/drawing/2014/main" id="{4DD1C995-3A08-6B6D-B716-E84B7D8E5D92}"/>
                </a:ext>
              </a:extLst>
            </p:cNvPr>
            <p:cNvSpPr>
              <a:spLocks noGrp="1"/>
            </p:cNvSpPr>
            <p:nvPr/>
          </p:nvSpPr>
          <p:spPr>
            <a:xfrm>
              <a:off x="16168001" y="3082716"/>
              <a:ext cx="70715" cy="12777"/>
            </a:xfrm>
            <a:custGeom>
              <a:avLst/>
              <a:gdLst/>
              <a:ahLst/>
              <a:cxnLst/>
              <a:rect l="0" t="0" r="0" b="0"/>
              <a:pathLst>
                <a:path w="70715" h="12777">
                  <a:moveTo>
                    <a:pt x="0" y="0"/>
                  </a:moveTo>
                  <a:lnTo>
                    <a:pt x="70715" y="1277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7" name="Output_receptor__5296">
              <a:extLst>
                <a:ext uri="{FF2B5EF4-FFF2-40B4-BE49-F238E27FC236}">
                  <a16:creationId xmlns:a16="http://schemas.microsoft.com/office/drawing/2014/main" id="{27D5CD23-D73F-D044-9536-29B6868ED4CC}"/>
                </a:ext>
              </a:extLst>
            </p:cNvPr>
            <p:cNvSpPr>
              <a:spLocks noGrp="1"/>
            </p:cNvSpPr>
            <p:nvPr/>
          </p:nvSpPr>
          <p:spPr>
            <a:xfrm>
              <a:off x="16224700" y="3187292"/>
              <a:ext cx="62907" cy="12176"/>
            </a:xfrm>
            <a:custGeom>
              <a:avLst/>
              <a:gdLst/>
              <a:ahLst/>
              <a:cxnLst/>
              <a:rect l="0" t="0" r="0" b="0"/>
              <a:pathLst>
                <a:path w="62907" h="12176">
                  <a:moveTo>
                    <a:pt x="0" y="0"/>
                  </a:moveTo>
                  <a:lnTo>
                    <a:pt x="62907" y="1217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8" name="Output_receptor__5297">
              <a:extLst>
                <a:ext uri="{FF2B5EF4-FFF2-40B4-BE49-F238E27FC236}">
                  <a16:creationId xmlns:a16="http://schemas.microsoft.com/office/drawing/2014/main" id="{E5221730-7211-D30B-C563-FADAB673686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5622"/>
              <a:ext cx="72046" cy="4742"/>
            </a:xfrm>
            <a:custGeom>
              <a:avLst/>
              <a:gdLst/>
              <a:ahLst/>
              <a:cxnLst/>
              <a:rect l="0" t="0" r="0" b="0"/>
              <a:pathLst>
                <a:path w="72046" h="4742">
                  <a:moveTo>
                    <a:pt x="72046" y="0"/>
                  </a:moveTo>
                  <a:lnTo>
                    <a:pt x="0" y="474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9" name="Output_receptor__5298">
              <a:extLst>
                <a:ext uri="{FF2B5EF4-FFF2-40B4-BE49-F238E27FC236}">
                  <a16:creationId xmlns:a16="http://schemas.microsoft.com/office/drawing/2014/main" id="{850037CD-58AD-325B-DCB9-72DAD929B391}"/>
                </a:ext>
              </a:extLst>
            </p:cNvPr>
            <p:cNvSpPr>
              <a:spLocks noGrp="1"/>
            </p:cNvSpPr>
            <p:nvPr/>
          </p:nvSpPr>
          <p:spPr>
            <a:xfrm>
              <a:off x="15637972" y="4461036"/>
              <a:ext cx="16854" cy="70052"/>
            </a:xfrm>
            <a:custGeom>
              <a:avLst/>
              <a:gdLst/>
              <a:ahLst/>
              <a:cxnLst/>
              <a:rect l="0" t="0" r="0" b="0"/>
              <a:pathLst>
                <a:path w="16854" h="70052">
                  <a:moveTo>
                    <a:pt x="0" y="0"/>
                  </a:moveTo>
                  <a:lnTo>
                    <a:pt x="16854" y="7005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0" name="Output_receptor__5299">
              <a:extLst>
                <a:ext uri="{FF2B5EF4-FFF2-40B4-BE49-F238E27FC236}">
                  <a16:creationId xmlns:a16="http://schemas.microsoft.com/office/drawing/2014/main" id="{FAAF0D55-E615-BE91-909B-810228A75241}"/>
                </a:ext>
              </a:extLst>
            </p:cNvPr>
            <p:cNvSpPr>
              <a:spLocks noGrp="1"/>
            </p:cNvSpPr>
            <p:nvPr/>
          </p:nvSpPr>
          <p:spPr>
            <a:xfrm>
              <a:off x="15390647" y="3569076"/>
              <a:ext cx="25475" cy="67519"/>
            </a:xfrm>
            <a:custGeom>
              <a:avLst/>
              <a:gdLst/>
              <a:ahLst/>
              <a:cxnLst/>
              <a:rect l="0" t="0" r="0" b="0"/>
              <a:pathLst>
                <a:path w="25475" h="67519">
                  <a:moveTo>
                    <a:pt x="25475" y="0"/>
                  </a:moveTo>
                  <a:lnTo>
                    <a:pt x="0" y="67519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1" name="Output_receptor__5300">
              <a:extLst>
                <a:ext uri="{FF2B5EF4-FFF2-40B4-BE49-F238E27FC236}">
                  <a16:creationId xmlns:a16="http://schemas.microsoft.com/office/drawing/2014/main" id="{D30CAFDF-DE2D-F69C-C424-A36AA0E45206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445158"/>
              <a:ext cx="70658" cy="5768"/>
            </a:xfrm>
            <a:custGeom>
              <a:avLst/>
              <a:gdLst/>
              <a:ahLst/>
              <a:cxnLst/>
              <a:rect l="0" t="0" r="0" b="0"/>
              <a:pathLst>
                <a:path w="70658" h="5768">
                  <a:moveTo>
                    <a:pt x="70658" y="5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2" name="Output_receptor__5301">
              <a:extLst>
                <a:ext uri="{FF2B5EF4-FFF2-40B4-BE49-F238E27FC236}">
                  <a16:creationId xmlns:a16="http://schemas.microsoft.com/office/drawing/2014/main" id="{DB6F58A5-FC98-B9D8-81F0-FAFD534147CB}"/>
                </a:ext>
              </a:extLst>
            </p:cNvPr>
            <p:cNvSpPr>
              <a:spLocks noGrp="1"/>
            </p:cNvSpPr>
            <p:nvPr/>
          </p:nvSpPr>
          <p:spPr>
            <a:xfrm>
              <a:off x="15831982" y="2910968"/>
              <a:ext cx="5949" cy="6700"/>
            </a:xfrm>
            <a:custGeom>
              <a:avLst/>
              <a:gdLst/>
              <a:ahLst/>
              <a:cxnLst/>
              <a:rect l="0" t="0" r="0" b="0"/>
              <a:pathLst>
                <a:path w="5949" h="6700">
                  <a:moveTo>
                    <a:pt x="0" y="0"/>
                  </a:moveTo>
                  <a:lnTo>
                    <a:pt x="5949" y="67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3" name="Output_receptor__5302">
              <a:extLst>
                <a:ext uri="{FF2B5EF4-FFF2-40B4-BE49-F238E27FC236}">
                  <a16:creationId xmlns:a16="http://schemas.microsoft.com/office/drawing/2014/main" id="{7DB81249-2260-14DC-51F6-979834FC88D3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6641" cy="65036"/>
            </a:xfrm>
            <a:custGeom>
              <a:avLst/>
              <a:gdLst/>
              <a:ahLst/>
              <a:cxnLst/>
              <a:rect l="0" t="0" r="0" b="0"/>
              <a:pathLst>
                <a:path w="6641" h="65036">
                  <a:moveTo>
                    <a:pt x="6641" y="6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4" name="Output_receptor__5303">
              <a:extLst>
                <a:ext uri="{FF2B5EF4-FFF2-40B4-BE49-F238E27FC236}">
                  <a16:creationId xmlns:a16="http://schemas.microsoft.com/office/drawing/2014/main" id="{AAF7E478-A411-8D91-B82B-292471FC55C9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832814"/>
              <a:ext cx="21728" cy="19383"/>
            </a:xfrm>
            <a:custGeom>
              <a:avLst/>
              <a:gdLst/>
              <a:ahLst/>
              <a:cxnLst/>
              <a:rect l="0" t="0" r="0" b="0"/>
              <a:pathLst>
                <a:path w="21728" h="19383">
                  <a:moveTo>
                    <a:pt x="0" y="0"/>
                  </a:moveTo>
                  <a:lnTo>
                    <a:pt x="21728" y="1938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5" name="Output_receptor__5304">
              <a:extLst>
                <a:ext uri="{FF2B5EF4-FFF2-40B4-BE49-F238E27FC236}">
                  <a16:creationId xmlns:a16="http://schemas.microsoft.com/office/drawing/2014/main" id="{FF14E94C-83BE-6A58-F72C-2404245AA286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48492" cy="17965"/>
            </a:xfrm>
            <a:custGeom>
              <a:avLst/>
              <a:gdLst/>
              <a:ahLst/>
              <a:cxnLst/>
              <a:rect l="0" t="0" r="0" b="0"/>
              <a:pathLst>
                <a:path w="48492" h="17965">
                  <a:moveTo>
                    <a:pt x="0" y="0"/>
                  </a:moveTo>
                  <a:lnTo>
                    <a:pt x="48492" y="17965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6" name="Output_receptor__5305">
              <a:extLst>
                <a:ext uri="{FF2B5EF4-FFF2-40B4-BE49-F238E27FC236}">
                  <a16:creationId xmlns:a16="http://schemas.microsoft.com/office/drawing/2014/main" id="{46802005-7812-ABF0-6706-56697654BE78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70099"/>
              <a:ext cx="50512" cy="49842"/>
            </a:xfrm>
            <a:custGeom>
              <a:avLst/>
              <a:gdLst/>
              <a:ahLst/>
              <a:cxnLst/>
              <a:rect l="0" t="0" r="0" b="0"/>
              <a:pathLst>
                <a:path w="50512" h="49842">
                  <a:moveTo>
                    <a:pt x="50512" y="49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7" name="Output_receptor__5306">
              <a:extLst>
                <a:ext uri="{FF2B5EF4-FFF2-40B4-BE49-F238E27FC236}">
                  <a16:creationId xmlns:a16="http://schemas.microsoft.com/office/drawing/2014/main" id="{F3413806-7311-015B-8969-752AC191C6D1}"/>
                </a:ext>
              </a:extLst>
            </p:cNvPr>
            <p:cNvSpPr>
              <a:spLocks noGrp="1"/>
            </p:cNvSpPr>
            <p:nvPr/>
          </p:nvSpPr>
          <p:spPr>
            <a:xfrm>
              <a:off x="15500782" y="3736699"/>
              <a:ext cx="69011" cy="20167"/>
            </a:xfrm>
            <a:custGeom>
              <a:avLst/>
              <a:gdLst/>
              <a:ahLst/>
              <a:cxnLst/>
              <a:rect l="0" t="0" r="0" b="0"/>
              <a:pathLst>
                <a:path w="69011" h="20167">
                  <a:moveTo>
                    <a:pt x="0" y="0"/>
                  </a:moveTo>
                  <a:lnTo>
                    <a:pt x="69011" y="2016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8" name="Output_receptor__5307">
              <a:extLst>
                <a:ext uri="{FF2B5EF4-FFF2-40B4-BE49-F238E27FC236}">
                  <a16:creationId xmlns:a16="http://schemas.microsoft.com/office/drawing/2014/main" id="{A8561A03-0FAB-74AC-F893-A87E374DAC45}"/>
                </a:ext>
              </a:extLst>
            </p:cNvPr>
            <p:cNvSpPr>
              <a:spLocks noGrp="1"/>
            </p:cNvSpPr>
            <p:nvPr/>
          </p:nvSpPr>
          <p:spPr>
            <a:xfrm>
              <a:off x="15559295" y="4477650"/>
              <a:ext cx="11157" cy="48273"/>
            </a:xfrm>
            <a:custGeom>
              <a:avLst/>
              <a:gdLst/>
              <a:ahLst/>
              <a:cxnLst/>
              <a:rect l="0" t="0" r="0" b="0"/>
              <a:pathLst>
                <a:path w="11157" h="48273">
                  <a:moveTo>
                    <a:pt x="0" y="48273"/>
                  </a:moveTo>
                  <a:lnTo>
                    <a:pt x="1115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9" name="Output_receptor__5308">
              <a:extLst>
                <a:ext uri="{FF2B5EF4-FFF2-40B4-BE49-F238E27FC236}">
                  <a16:creationId xmlns:a16="http://schemas.microsoft.com/office/drawing/2014/main" id="{D51B6128-679B-92BC-AF7C-AF2508471E85}"/>
                </a:ext>
              </a:extLst>
            </p:cNvPr>
            <p:cNvSpPr>
              <a:spLocks noGrp="1"/>
            </p:cNvSpPr>
            <p:nvPr/>
          </p:nvSpPr>
          <p:spPr>
            <a:xfrm>
              <a:off x="16167722" y="3173534"/>
              <a:ext cx="56979" cy="13758"/>
            </a:xfrm>
            <a:custGeom>
              <a:avLst/>
              <a:gdLst/>
              <a:ahLst/>
              <a:cxnLst/>
              <a:rect l="0" t="0" r="0" b="0"/>
              <a:pathLst>
                <a:path w="56979" h="13758">
                  <a:moveTo>
                    <a:pt x="0" y="0"/>
                  </a:moveTo>
                  <a:lnTo>
                    <a:pt x="56979" y="1375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0" name="Output_receptor__5309">
              <a:extLst>
                <a:ext uri="{FF2B5EF4-FFF2-40B4-BE49-F238E27FC236}">
                  <a16:creationId xmlns:a16="http://schemas.microsoft.com/office/drawing/2014/main" id="{9AEF3D9B-ED42-C44A-1247-F44025CD9A4D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1440"/>
              <a:ext cx="71180" cy="3026"/>
            </a:xfrm>
            <a:custGeom>
              <a:avLst/>
              <a:gdLst/>
              <a:ahLst/>
              <a:cxnLst/>
              <a:rect l="0" t="0" r="0" b="0"/>
              <a:pathLst>
                <a:path w="71180" h="3026">
                  <a:moveTo>
                    <a:pt x="0" y="3026"/>
                  </a:moveTo>
                  <a:lnTo>
                    <a:pt x="7118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1" name="Output_receptor__5310">
              <a:extLst>
                <a:ext uri="{FF2B5EF4-FFF2-40B4-BE49-F238E27FC236}">
                  <a16:creationId xmlns:a16="http://schemas.microsoft.com/office/drawing/2014/main" id="{95A3ED92-1D93-12B3-829D-B5C06B41038C}"/>
                </a:ext>
              </a:extLst>
            </p:cNvPr>
            <p:cNvSpPr>
              <a:spLocks noGrp="1"/>
            </p:cNvSpPr>
            <p:nvPr/>
          </p:nvSpPr>
          <p:spPr>
            <a:xfrm>
              <a:off x="15648321" y="4090398"/>
              <a:ext cx="48739" cy="51600"/>
            </a:xfrm>
            <a:custGeom>
              <a:avLst/>
              <a:gdLst/>
              <a:ahLst/>
              <a:cxnLst/>
              <a:rect l="0" t="0" r="0" b="0"/>
              <a:pathLst>
                <a:path w="48739" h="51600">
                  <a:moveTo>
                    <a:pt x="0" y="0"/>
                  </a:moveTo>
                  <a:lnTo>
                    <a:pt x="48739" y="516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2" name="Output_receptor__5311">
              <a:extLst>
                <a:ext uri="{FF2B5EF4-FFF2-40B4-BE49-F238E27FC236}">
                  <a16:creationId xmlns:a16="http://schemas.microsoft.com/office/drawing/2014/main" id="{59BD1D43-6318-D10B-E4D7-7605922E598D}"/>
                </a:ext>
              </a:extLst>
            </p:cNvPr>
            <p:cNvSpPr>
              <a:spLocks noGrp="1"/>
            </p:cNvSpPr>
            <p:nvPr/>
          </p:nvSpPr>
          <p:spPr>
            <a:xfrm>
              <a:off x="16149388" y="3356297"/>
              <a:ext cx="27963" cy="725"/>
            </a:xfrm>
            <a:custGeom>
              <a:avLst/>
              <a:gdLst/>
              <a:ahLst/>
              <a:cxnLst/>
              <a:rect l="0" t="0" r="0" b="0"/>
              <a:pathLst>
                <a:path w="27963" h="725">
                  <a:moveTo>
                    <a:pt x="0" y="0"/>
                  </a:moveTo>
                  <a:lnTo>
                    <a:pt x="27963" y="72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3" name="Output_receptor__5312">
              <a:extLst>
                <a:ext uri="{FF2B5EF4-FFF2-40B4-BE49-F238E27FC236}">
                  <a16:creationId xmlns:a16="http://schemas.microsoft.com/office/drawing/2014/main" id="{57994C3A-891A-64C0-D062-0F6FF6396486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81177"/>
              <a:ext cx="33211" cy="3028"/>
            </a:xfrm>
            <a:custGeom>
              <a:avLst/>
              <a:gdLst/>
              <a:ahLst/>
              <a:cxnLst/>
              <a:rect l="0" t="0" r="0" b="0"/>
              <a:pathLst>
                <a:path w="33211" h="3028">
                  <a:moveTo>
                    <a:pt x="33211" y="0"/>
                  </a:moveTo>
                  <a:lnTo>
                    <a:pt x="0" y="302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4" name="Output_receptor__5313">
              <a:extLst>
                <a:ext uri="{FF2B5EF4-FFF2-40B4-BE49-F238E27FC236}">
                  <a16:creationId xmlns:a16="http://schemas.microsoft.com/office/drawing/2014/main" id="{947CD0C0-3BB6-8717-8545-C225C86BA51C}"/>
                </a:ext>
              </a:extLst>
            </p:cNvPr>
            <p:cNvSpPr>
              <a:spLocks noGrp="1"/>
            </p:cNvSpPr>
            <p:nvPr/>
          </p:nvSpPr>
          <p:spPr>
            <a:xfrm>
              <a:off x="15589273" y="2806637"/>
              <a:ext cx="68753" cy="14201"/>
            </a:xfrm>
            <a:custGeom>
              <a:avLst/>
              <a:gdLst/>
              <a:ahLst/>
              <a:cxnLst/>
              <a:rect l="0" t="0" r="0" b="0"/>
              <a:pathLst>
                <a:path w="68753" h="14201">
                  <a:moveTo>
                    <a:pt x="0" y="14201"/>
                  </a:moveTo>
                  <a:lnTo>
                    <a:pt x="6875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5" name="Output_receptor__5314">
              <a:extLst>
                <a:ext uri="{FF2B5EF4-FFF2-40B4-BE49-F238E27FC236}">
                  <a16:creationId xmlns:a16="http://schemas.microsoft.com/office/drawing/2014/main" id="{C36114D0-56D8-4BFE-BB65-DDF6985747DB}"/>
                </a:ext>
              </a:extLst>
            </p:cNvPr>
            <p:cNvSpPr>
              <a:spLocks noGrp="1"/>
            </p:cNvSpPr>
            <p:nvPr/>
          </p:nvSpPr>
          <p:spPr>
            <a:xfrm>
              <a:off x="15637585" y="4020373"/>
              <a:ext cx="10736" cy="70025"/>
            </a:xfrm>
            <a:custGeom>
              <a:avLst/>
              <a:gdLst/>
              <a:ahLst/>
              <a:cxnLst/>
              <a:rect l="0" t="0" r="0" b="0"/>
              <a:pathLst>
                <a:path w="10736" h="70025">
                  <a:moveTo>
                    <a:pt x="0" y="0"/>
                  </a:moveTo>
                  <a:lnTo>
                    <a:pt x="10736" y="7002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6" name="Output_receptor__5315">
              <a:extLst>
                <a:ext uri="{FF2B5EF4-FFF2-40B4-BE49-F238E27FC236}">
                  <a16:creationId xmlns:a16="http://schemas.microsoft.com/office/drawing/2014/main" id="{46D90CB6-AF89-5E7D-C37B-49811BE2EC5B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779120"/>
              <a:ext cx="46545" cy="27456"/>
            </a:xfrm>
            <a:custGeom>
              <a:avLst/>
              <a:gdLst/>
              <a:ahLst/>
              <a:cxnLst/>
              <a:rect l="0" t="0" r="0" b="0"/>
              <a:pathLst>
                <a:path w="46545" h="27456">
                  <a:moveTo>
                    <a:pt x="0" y="27456"/>
                  </a:moveTo>
                  <a:lnTo>
                    <a:pt x="4654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7" name="Output_receptor__5316">
              <a:extLst>
                <a:ext uri="{FF2B5EF4-FFF2-40B4-BE49-F238E27FC236}">
                  <a16:creationId xmlns:a16="http://schemas.microsoft.com/office/drawing/2014/main" id="{405FB632-1136-72FA-1292-C9ECBF78E951}"/>
                </a:ext>
              </a:extLst>
            </p:cNvPr>
            <p:cNvSpPr>
              <a:spLocks noGrp="1"/>
            </p:cNvSpPr>
            <p:nvPr/>
          </p:nvSpPr>
          <p:spPr>
            <a:xfrm>
              <a:off x="15561934" y="4292922"/>
              <a:ext cx="15478" cy="31859"/>
            </a:xfrm>
            <a:custGeom>
              <a:avLst/>
              <a:gdLst/>
              <a:ahLst/>
              <a:cxnLst/>
              <a:rect l="0" t="0" r="0" b="0"/>
              <a:pathLst>
                <a:path w="15478" h="31859">
                  <a:moveTo>
                    <a:pt x="15478" y="0"/>
                  </a:moveTo>
                  <a:lnTo>
                    <a:pt x="0" y="3185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8" name="Output_receptor__5317">
              <a:extLst>
                <a:ext uri="{FF2B5EF4-FFF2-40B4-BE49-F238E27FC236}">
                  <a16:creationId xmlns:a16="http://schemas.microsoft.com/office/drawing/2014/main" id="{7E04E4BB-F75D-A16C-11C6-6359EA1F38A0}"/>
                </a:ext>
              </a:extLst>
            </p:cNvPr>
            <p:cNvSpPr>
              <a:spLocks noGrp="1"/>
            </p:cNvSpPr>
            <p:nvPr/>
          </p:nvSpPr>
          <p:spPr>
            <a:xfrm>
              <a:off x="15650658" y="4229123"/>
              <a:ext cx="69173" cy="16055"/>
            </a:xfrm>
            <a:custGeom>
              <a:avLst/>
              <a:gdLst/>
              <a:ahLst/>
              <a:cxnLst/>
              <a:rect l="0" t="0" r="0" b="0"/>
              <a:pathLst>
                <a:path w="69173" h="16055">
                  <a:moveTo>
                    <a:pt x="69173" y="1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9" name="Output_receptor__5318">
              <a:extLst>
                <a:ext uri="{FF2B5EF4-FFF2-40B4-BE49-F238E27FC236}">
                  <a16:creationId xmlns:a16="http://schemas.microsoft.com/office/drawing/2014/main" id="{90C437D2-240A-BFB7-05F7-53A45694A1D4}"/>
                </a:ext>
              </a:extLst>
            </p:cNvPr>
            <p:cNvSpPr>
              <a:spLocks noGrp="1"/>
            </p:cNvSpPr>
            <p:nvPr/>
          </p:nvSpPr>
          <p:spPr>
            <a:xfrm>
              <a:off x="16041444" y="3153685"/>
              <a:ext cx="62290" cy="24414"/>
            </a:xfrm>
            <a:custGeom>
              <a:avLst/>
              <a:gdLst/>
              <a:ahLst/>
              <a:cxnLst/>
              <a:rect l="0" t="0" r="0" b="0"/>
              <a:pathLst>
                <a:path w="62290" h="24414">
                  <a:moveTo>
                    <a:pt x="0" y="0"/>
                  </a:moveTo>
                  <a:lnTo>
                    <a:pt x="62290" y="2441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0" name="Output_receptor__5319">
              <a:extLst>
                <a:ext uri="{FF2B5EF4-FFF2-40B4-BE49-F238E27FC236}">
                  <a16:creationId xmlns:a16="http://schemas.microsoft.com/office/drawing/2014/main" id="{74082412-C1CF-52A1-1666-0B1613DBA10D}"/>
                </a:ext>
              </a:extLst>
            </p:cNvPr>
            <p:cNvSpPr>
              <a:spLocks noGrp="1"/>
            </p:cNvSpPr>
            <p:nvPr/>
          </p:nvSpPr>
          <p:spPr>
            <a:xfrm>
              <a:off x="16450060" y="3353403"/>
              <a:ext cx="4643" cy="40014"/>
            </a:xfrm>
            <a:custGeom>
              <a:avLst/>
              <a:gdLst/>
              <a:ahLst/>
              <a:cxnLst/>
              <a:rect l="0" t="0" r="0" b="0"/>
              <a:pathLst>
                <a:path w="4643" h="40014">
                  <a:moveTo>
                    <a:pt x="4643" y="4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1" name="Output_receptor__5320">
              <a:extLst>
                <a:ext uri="{FF2B5EF4-FFF2-40B4-BE49-F238E27FC236}">
                  <a16:creationId xmlns:a16="http://schemas.microsoft.com/office/drawing/2014/main" id="{491156AB-4E78-91EA-1F4F-047673798167}"/>
                </a:ext>
              </a:extLst>
            </p:cNvPr>
            <p:cNvSpPr>
              <a:spLocks noGrp="1"/>
            </p:cNvSpPr>
            <p:nvPr/>
          </p:nvSpPr>
          <p:spPr>
            <a:xfrm>
              <a:off x="16159119" y="3262683"/>
              <a:ext cx="42203" cy="11080"/>
            </a:xfrm>
            <a:custGeom>
              <a:avLst/>
              <a:gdLst/>
              <a:ahLst/>
              <a:cxnLst/>
              <a:rect l="0" t="0" r="0" b="0"/>
              <a:pathLst>
                <a:path w="42203" h="11080">
                  <a:moveTo>
                    <a:pt x="0" y="0"/>
                  </a:moveTo>
                  <a:lnTo>
                    <a:pt x="42203" y="1108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2" name="Output_receptor__5321">
              <a:extLst>
                <a:ext uri="{FF2B5EF4-FFF2-40B4-BE49-F238E27FC236}">
                  <a16:creationId xmlns:a16="http://schemas.microsoft.com/office/drawing/2014/main" id="{88553D0C-9F29-5FEF-C45F-0D76B1312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3984626"/>
              <a:ext cx="30160" cy="57831"/>
            </a:xfrm>
            <a:custGeom>
              <a:avLst/>
              <a:gdLst/>
              <a:ahLst/>
              <a:cxnLst/>
              <a:rect l="0" t="0" r="0" b="0"/>
              <a:pathLst>
                <a:path w="30160" h="57831">
                  <a:moveTo>
                    <a:pt x="30160" y="0"/>
                  </a:moveTo>
                  <a:lnTo>
                    <a:pt x="0" y="5783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3" name="Output_receptor__5322">
              <a:extLst>
                <a:ext uri="{FF2B5EF4-FFF2-40B4-BE49-F238E27FC236}">
                  <a16:creationId xmlns:a16="http://schemas.microsoft.com/office/drawing/2014/main" id="{4AD379A1-40F1-9667-15E6-D09DF7518E15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538815"/>
              <a:ext cx="64717" cy="30261"/>
            </a:xfrm>
            <a:custGeom>
              <a:avLst/>
              <a:gdLst/>
              <a:ahLst/>
              <a:cxnLst/>
              <a:rect l="0" t="0" r="0" b="0"/>
              <a:pathLst>
                <a:path w="64717" h="30261">
                  <a:moveTo>
                    <a:pt x="0" y="0"/>
                  </a:moveTo>
                  <a:lnTo>
                    <a:pt x="64717" y="3026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4" name="Output_receptor__5323">
              <a:extLst>
                <a:ext uri="{FF2B5EF4-FFF2-40B4-BE49-F238E27FC236}">
                  <a16:creationId xmlns:a16="http://schemas.microsoft.com/office/drawing/2014/main" id="{CF7ED30E-1B45-FB13-3461-E01F30D51BD6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15303" cy="24436"/>
            </a:xfrm>
            <a:custGeom>
              <a:avLst/>
              <a:gdLst/>
              <a:ahLst/>
              <a:cxnLst/>
              <a:rect l="0" t="0" r="0" b="0"/>
              <a:pathLst>
                <a:path w="15303" h="24436">
                  <a:moveTo>
                    <a:pt x="0" y="0"/>
                  </a:moveTo>
                  <a:lnTo>
                    <a:pt x="15303" y="2443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5" name="Output_receptor__5324">
              <a:extLst>
                <a:ext uri="{FF2B5EF4-FFF2-40B4-BE49-F238E27FC236}">
                  <a16:creationId xmlns:a16="http://schemas.microsoft.com/office/drawing/2014/main" id="{54A8C33D-38A7-5710-C2C3-BD8BC4EE0FFA}"/>
                </a:ext>
              </a:extLst>
            </p:cNvPr>
            <p:cNvSpPr>
              <a:spLocks noGrp="1"/>
            </p:cNvSpPr>
            <p:nvPr/>
          </p:nvSpPr>
          <p:spPr>
            <a:xfrm>
              <a:off x="16103734" y="3173534"/>
              <a:ext cx="63988" cy="4565"/>
            </a:xfrm>
            <a:custGeom>
              <a:avLst/>
              <a:gdLst/>
              <a:ahLst/>
              <a:cxnLst/>
              <a:rect l="0" t="0" r="0" b="0"/>
              <a:pathLst>
                <a:path w="63988" h="4565">
                  <a:moveTo>
                    <a:pt x="0" y="4565"/>
                  </a:moveTo>
                  <a:lnTo>
                    <a:pt x="6398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6" name="Output_receptor__5325">
              <a:extLst>
                <a:ext uri="{FF2B5EF4-FFF2-40B4-BE49-F238E27FC236}">
                  <a16:creationId xmlns:a16="http://schemas.microsoft.com/office/drawing/2014/main" id="{53676FE7-40E0-D6CB-0418-3EA3F3F221F3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53685"/>
              <a:ext cx="68246" cy="12305"/>
            </a:xfrm>
            <a:custGeom>
              <a:avLst/>
              <a:gdLst/>
              <a:ahLst/>
              <a:cxnLst/>
              <a:rect l="0" t="0" r="0" b="0"/>
              <a:pathLst>
                <a:path w="68246" h="12305">
                  <a:moveTo>
                    <a:pt x="0" y="12305"/>
                  </a:moveTo>
                  <a:lnTo>
                    <a:pt x="6824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7" name="Output_receptor__5326">
              <a:extLst>
                <a:ext uri="{FF2B5EF4-FFF2-40B4-BE49-F238E27FC236}">
                  <a16:creationId xmlns:a16="http://schemas.microsoft.com/office/drawing/2014/main" id="{A152EE0B-DDA9-DBCD-150C-B15013E0C480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2979202"/>
              <a:ext cx="25056" cy="29284"/>
            </a:xfrm>
            <a:custGeom>
              <a:avLst/>
              <a:gdLst/>
              <a:ahLst/>
              <a:cxnLst/>
              <a:rect l="0" t="0" r="0" b="0"/>
              <a:pathLst>
                <a:path w="25056" h="29284">
                  <a:moveTo>
                    <a:pt x="0" y="29284"/>
                  </a:moveTo>
                  <a:lnTo>
                    <a:pt x="250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8" name="Output_receptor__5327">
              <a:extLst>
                <a:ext uri="{FF2B5EF4-FFF2-40B4-BE49-F238E27FC236}">
                  <a16:creationId xmlns:a16="http://schemas.microsoft.com/office/drawing/2014/main" id="{0028CC15-5FE4-242D-58EC-B5A352E4ADFA}"/>
                </a:ext>
              </a:extLst>
            </p:cNvPr>
            <p:cNvSpPr>
              <a:spLocks noGrp="1"/>
            </p:cNvSpPr>
            <p:nvPr/>
          </p:nvSpPr>
          <p:spPr>
            <a:xfrm>
              <a:off x="15458883" y="4474251"/>
              <a:ext cx="30693" cy="35492"/>
            </a:xfrm>
            <a:custGeom>
              <a:avLst/>
              <a:gdLst/>
              <a:ahLst/>
              <a:cxnLst/>
              <a:rect l="0" t="0" r="0" b="0"/>
              <a:pathLst>
                <a:path w="30693" h="35492">
                  <a:moveTo>
                    <a:pt x="0" y="0"/>
                  </a:moveTo>
                  <a:lnTo>
                    <a:pt x="30693" y="3549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9" name="Output_receptor__5328">
              <a:extLst>
                <a:ext uri="{FF2B5EF4-FFF2-40B4-BE49-F238E27FC236}">
                  <a16:creationId xmlns:a16="http://schemas.microsoft.com/office/drawing/2014/main" id="{CF2E04D3-B58D-D59A-7648-6C7C9EF8B62D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57490"/>
              <a:ext cx="154" cy="12934"/>
            </a:xfrm>
            <a:custGeom>
              <a:avLst/>
              <a:gdLst/>
              <a:ahLst/>
              <a:cxnLst/>
              <a:rect l="0" t="0" r="0" b="0"/>
              <a:pathLst>
                <a:path w="154" h="12934">
                  <a:moveTo>
                    <a:pt x="154" y="0"/>
                  </a:moveTo>
                  <a:lnTo>
                    <a:pt x="0" y="1293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0" name="Output_receptor__5329">
              <a:extLst>
                <a:ext uri="{FF2B5EF4-FFF2-40B4-BE49-F238E27FC236}">
                  <a16:creationId xmlns:a16="http://schemas.microsoft.com/office/drawing/2014/main" id="{9315D549-5F43-4CCC-AB3E-2900DAFA86A8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55876"/>
              <a:ext cx="42713" cy="47030"/>
            </a:xfrm>
            <a:custGeom>
              <a:avLst/>
              <a:gdLst/>
              <a:ahLst/>
              <a:cxnLst/>
              <a:rect l="0" t="0" r="0" b="0"/>
              <a:pathLst>
                <a:path w="42713" h="47030">
                  <a:moveTo>
                    <a:pt x="0" y="0"/>
                  </a:moveTo>
                  <a:lnTo>
                    <a:pt x="42713" y="4703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1" name="Output_receptor__5330">
              <a:extLst>
                <a:ext uri="{FF2B5EF4-FFF2-40B4-BE49-F238E27FC236}">
                  <a16:creationId xmlns:a16="http://schemas.microsoft.com/office/drawing/2014/main" id="{59B47D8A-584E-D23D-F5E1-DFBDB727172F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69714"/>
              <a:ext cx="14182" cy="4353"/>
            </a:xfrm>
            <a:custGeom>
              <a:avLst/>
              <a:gdLst/>
              <a:ahLst/>
              <a:cxnLst/>
              <a:rect l="0" t="0" r="0" b="0"/>
              <a:pathLst>
                <a:path w="14182" h="4353">
                  <a:moveTo>
                    <a:pt x="14182" y="4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2" name="Output_receptor__5331">
              <a:extLst>
                <a:ext uri="{FF2B5EF4-FFF2-40B4-BE49-F238E27FC236}">
                  <a16:creationId xmlns:a16="http://schemas.microsoft.com/office/drawing/2014/main" id="{A0234A14-B1CF-BA64-AACB-8F05D2C82505}"/>
                </a:ext>
              </a:extLst>
            </p:cNvPr>
            <p:cNvSpPr>
              <a:spLocks noGrp="1"/>
            </p:cNvSpPr>
            <p:nvPr/>
          </p:nvSpPr>
          <p:spPr>
            <a:xfrm>
              <a:off x="16286974" y="3557004"/>
              <a:ext cx="34772" cy="59724"/>
            </a:xfrm>
            <a:custGeom>
              <a:avLst/>
              <a:gdLst/>
              <a:ahLst/>
              <a:cxnLst/>
              <a:rect l="0" t="0" r="0" b="0"/>
              <a:pathLst>
                <a:path w="34772" h="59724">
                  <a:moveTo>
                    <a:pt x="0" y="59724"/>
                  </a:moveTo>
                  <a:lnTo>
                    <a:pt x="347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3" name="Output_receptor__5332">
              <a:extLst>
                <a:ext uri="{FF2B5EF4-FFF2-40B4-BE49-F238E27FC236}">
                  <a16:creationId xmlns:a16="http://schemas.microsoft.com/office/drawing/2014/main" id="{75974C4E-4F06-7B14-5074-81F887A758A1}"/>
                </a:ext>
              </a:extLst>
            </p:cNvPr>
            <p:cNvSpPr>
              <a:spLocks noGrp="1"/>
            </p:cNvSpPr>
            <p:nvPr/>
          </p:nvSpPr>
          <p:spPr>
            <a:xfrm>
              <a:off x="15673301" y="2522984"/>
              <a:ext cx="40866" cy="57557"/>
            </a:xfrm>
            <a:custGeom>
              <a:avLst/>
              <a:gdLst/>
              <a:ahLst/>
              <a:cxnLst/>
              <a:rect l="0" t="0" r="0" b="0"/>
              <a:pathLst>
                <a:path w="40866" h="57557">
                  <a:moveTo>
                    <a:pt x="40866" y="0"/>
                  </a:moveTo>
                  <a:lnTo>
                    <a:pt x="0" y="575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4" name="Output_receptor__5333">
              <a:extLst>
                <a:ext uri="{FF2B5EF4-FFF2-40B4-BE49-F238E27FC236}">
                  <a16:creationId xmlns:a16="http://schemas.microsoft.com/office/drawing/2014/main" id="{6ED82913-42BF-C80A-BB1E-62C7DE83B1E4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609867"/>
              <a:ext cx="61442" cy="16361"/>
            </a:xfrm>
            <a:custGeom>
              <a:avLst/>
              <a:gdLst/>
              <a:ahLst/>
              <a:cxnLst/>
              <a:rect l="0" t="0" r="0" b="0"/>
              <a:pathLst>
                <a:path w="61442" h="16361">
                  <a:moveTo>
                    <a:pt x="61442" y="163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5" name="Output_receptor__5334">
              <a:extLst>
                <a:ext uri="{FF2B5EF4-FFF2-40B4-BE49-F238E27FC236}">
                  <a16:creationId xmlns:a16="http://schemas.microsoft.com/office/drawing/2014/main" id="{5A06CC5E-7858-3FBA-0B2C-BF42BE7BD12E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18994"/>
              <a:ext cx="48717" cy="51106"/>
            </a:xfrm>
            <a:custGeom>
              <a:avLst/>
              <a:gdLst/>
              <a:ahLst/>
              <a:cxnLst/>
              <a:rect l="0" t="0" r="0" b="0"/>
              <a:pathLst>
                <a:path w="48717" h="51106">
                  <a:moveTo>
                    <a:pt x="0" y="51106"/>
                  </a:moveTo>
                  <a:lnTo>
                    <a:pt x="4871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6" name="Output_receptor__5335">
              <a:extLst>
                <a:ext uri="{FF2B5EF4-FFF2-40B4-BE49-F238E27FC236}">
                  <a16:creationId xmlns:a16="http://schemas.microsoft.com/office/drawing/2014/main" id="{081ADB27-0559-399F-66DC-EC80FFE6E323}"/>
                </a:ext>
              </a:extLst>
            </p:cNvPr>
            <p:cNvSpPr>
              <a:spLocks noGrp="1"/>
            </p:cNvSpPr>
            <p:nvPr/>
          </p:nvSpPr>
          <p:spPr>
            <a:xfrm>
              <a:off x="15557012" y="2820838"/>
              <a:ext cx="32261" cy="51426"/>
            </a:xfrm>
            <a:custGeom>
              <a:avLst/>
              <a:gdLst/>
              <a:ahLst/>
              <a:cxnLst/>
              <a:rect l="0" t="0" r="0" b="0"/>
              <a:pathLst>
                <a:path w="32261" h="51426">
                  <a:moveTo>
                    <a:pt x="0" y="51426"/>
                  </a:moveTo>
                  <a:lnTo>
                    <a:pt x="322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7" name="Output_receptor__5336">
              <a:extLst>
                <a:ext uri="{FF2B5EF4-FFF2-40B4-BE49-F238E27FC236}">
                  <a16:creationId xmlns:a16="http://schemas.microsoft.com/office/drawing/2014/main" id="{92B2C65B-3EE9-28A6-A82F-FC9613735858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49623"/>
              <a:ext cx="60342" cy="33075"/>
            </a:xfrm>
            <a:custGeom>
              <a:avLst/>
              <a:gdLst/>
              <a:ahLst/>
              <a:cxnLst/>
              <a:rect l="0" t="0" r="0" b="0"/>
              <a:pathLst>
                <a:path w="60342" h="33075">
                  <a:moveTo>
                    <a:pt x="60342" y="33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8" name="Output_receptor__5337">
              <a:extLst>
                <a:ext uri="{FF2B5EF4-FFF2-40B4-BE49-F238E27FC236}">
                  <a16:creationId xmlns:a16="http://schemas.microsoft.com/office/drawing/2014/main" id="{89199834-BFFC-854A-082C-22B134A1FA6B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05213"/>
              <a:ext cx="11317" cy="50663"/>
            </a:xfrm>
            <a:custGeom>
              <a:avLst/>
              <a:gdLst/>
              <a:ahLst/>
              <a:cxnLst/>
              <a:rect l="0" t="0" r="0" b="0"/>
              <a:pathLst>
                <a:path w="11317" h="50663">
                  <a:moveTo>
                    <a:pt x="11317" y="0"/>
                  </a:moveTo>
                  <a:lnTo>
                    <a:pt x="0" y="5066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9" name="Output_receptor__5338">
              <a:extLst>
                <a:ext uri="{FF2B5EF4-FFF2-40B4-BE49-F238E27FC236}">
                  <a16:creationId xmlns:a16="http://schemas.microsoft.com/office/drawing/2014/main" id="{F8550FB4-E09B-8DBE-85F0-787BA907FF92}"/>
                </a:ext>
              </a:extLst>
            </p:cNvPr>
            <p:cNvSpPr>
              <a:spLocks noGrp="1"/>
            </p:cNvSpPr>
            <p:nvPr/>
          </p:nvSpPr>
          <p:spPr>
            <a:xfrm>
              <a:off x="15738262" y="3249765"/>
              <a:ext cx="16207" cy="47055"/>
            </a:xfrm>
            <a:custGeom>
              <a:avLst/>
              <a:gdLst/>
              <a:ahLst/>
              <a:cxnLst/>
              <a:rect l="0" t="0" r="0" b="0"/>
              <a:pathLst>
                <a:path w="16207" h="47055">
                  <a:moveTo>
                    <a:pt x="16207" y="47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0" name="Output_receptor__5339">
              <a:extLst>
                <a:ext uri="{FF2B5EF4-FFF2-40B4-BE49-F238E27FC236}">
                  <a16:creationId xmlns:a16="http://schemas.microsoft.com/office/drawing/2014/main" id="{2DEDEBE6-70DC-B348-58E9-790B7FE0DFA7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63673"/>
              <a:ext cx="23602" cy="22685"/>
            </a:xfrm>
            <a:custGeom>
              <a:avLst/>
              <a:gdLst/>
              <a:ahLst/>
              <a:cxnLst/>
              <a:rect l="0" t="0" r="0" b="0"/>
              <a:pathLst>
                <a:path w="23602" h="22685">
                  <a:moveTo>
                    <a:pt x="23602" y="0"/>
                  </a:moveTo>
                  <a:lnTo>
                    <a:pt x="0" y="2268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1" name="Output_receptor__5340">
              <a:extLst>
                <a:ext uri="{FF2B5EF4-FFF2-40B4-BE49-F238E27FC236}">
                  <a16:creationId xmlns:a16="http://schemas.microsoft.com/office/drawing/2014/main" id="{BDD67714-980F-E093-48DA-A137407CE8AF}"/>
                </a:ext>
              </a:extLst>
            </p:cNvPr>
            <p:cNvSpPr>
              <a:spLocks noGrp="1"/>
            </p:cNvSpPr>
            <p:nvPr/>
          </p:nvSpPr>
          <p:spPr>
            <a:xfrm>
              <a:off x="15655707" y="3800034"/>
              <a:ext cx="16499" cy="27358"/>
            </a:xfrm>
            <a:custGeom>
              <a:avLst/>
              <a:gdLst/>
              <a:ahLst/>
              <a:cxnLst/>
              <a:rect l="0" t="0" r="0" b="0"/>
              <a:pathLst>
                <a:path w="16499" h="27358">
                  <a:moveTo>
                    <a:pt x="0" y="27358"/>
                  </a:moveTo>
                  <a:lnTo>
                    <a:pt x="1649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2" name="Output_receptor__5341">
              <a:extLst>
                <a:ext uri="{FF2B5EF4-FFF2-40B4-BE49-F238E27FC236}">
                  <a16:creationId xmlns:a16="http://schemas.microsoft.com/office/drawing/2014/main" id="{39A65540-360F-5C77-0C60-3BE67B643AC9}"/>
                </a:ext>
              </a:extLst>
            </p:cNvPr>
            <p:cNvSpPr>
              <a:spLocks noGrp="1"/>
            </p:cNvSpPr>
            <p:nvPr/>
          </p:nvSpPr>
          <p:spPr>
            <a:xfrm>
              <a:off x="16607871" y="3775622"/>
              <a:ext cx="6958" cy="53822"/>
            </a:xfrm>
            <a:custGeom>
              <a:avLst/>
              <a:gdLst/>
              <a:ahLst/>
              <a:cxnLst/>
              <a:rect l="0" t="0" r="0" b="0"/>
              <a:pathLst>
                <a:path w="6958" h="53822">
                  <a:moveTo>
                    <a:pt x="6958" y="538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3" name="Output_receptor__5342">
              <a:extLst>
                <a:ext uri="{FF2B5EF4-FFF2-40B4-BE49-F238E27FC236}">
                  <a16:creationId xmlns:a16="http://schemas.microsoft.com/office/drawing/2014/main" id="{85B959CE-C37E-5EC9-A8D8-1B24B0811DB9}"/>
                </a:ext>
              </a:extLst>
            </p:cNvPr>
            <p:cNvSpPr>
              <a:spLocks noGrp="1"/>
            </p:cNvSpPr>
            <p:nvPr/>
          </p:nvSpPr>
          <p:spPr>
            <a:xfrm>
              <a:off x="15795949" y="3384400"/>
              <a:ext cx="2380" cy="66526"/>
            </a:xfrm>
            <a:custGeom>
              <a:avLst/>
              <a:gdLst/>
              <a:ahLst/>
              <a:cxnLst/>
              <a:rect l="0" t="0" r="0" b="0"/>
              <a:pathLst>
                <a:path w="2380" h="66526">
                  <a:moveTo>
                    <a:pt x="0" y="0"/>
                  </a:moveTo>
                  <a:lnTo>
                    <a:pt x="2380" y="6652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4" name="Output_receptor__5343">
              <a:extLst>
                <a:ext uri="{FF2B5EF4-FFF2-40B4-BE49-F238E27FC236}">
                  <a16:creationId xmlns:a16="http://schemas.microsoft.com/office/drawing/2014/main" id="{72618C0F-1CE8-903C-5A5C-E9789CAC7FD9}"/>
                </a:ext>
              </a:extLst>
            </p:cNvPr>
            <p:cNvSpPr>
              <a:spLocks noGrp="1"/>
            </p:cNvSpPr>
            <p:nvPr/>
          </p:nvSpPr>
          <p:spPr>
            <a:xfrm>
              <a:off x="16177519" y="3864549"/>
              <a:ext cx="57080" cy="24075"/>
            </a:xfrm>
            <a:custGeom>
              <a:avLst/>
              <a:gdLst/>
              <a:ahLst/>
              <a:cxnLst/>
              <a:rect l="0" t="0" r="0" b="0"/>
              <a:pathLst>
                <a:path w="57080" h="24075">
                  <a:moveTo>
                    <a:pt x="0" y="0"/>
                  </a:moveTo>
                  <a:lnTo>
                    <a:pt x="57080" y="2407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5" name="Output_receptor__5344">
              <a:extLst>
                <a:ext uri="{FF2B5EF4-FFF2-40B4-BE49-F238E27FC236}">
                  <a16:creationId xmlns:a16="http://schemas.microsoft.com/office/drawing/2014/main" id="{66E67E88-917E-93D8-6BB7-4C21EF2CBF0E}"/>
                </a:ext>
              </a:extLst>
            </p:cNvPr>
            <p:cNvSpPr>
              <a:spLocks noGrp="1"/>
            </p:cNvSpPr>
            <p:nvPr/>
          </p:nvSpPr>
          <p:spPr>
            <a:xfrm>
              <a:off x="16120271" y="3864549"/>
              <a:ext cx="57248" cy="22476"/>
            </a:xfrm>
            <a:custGeom>
              <a:avLst/>
              <a:gdLst/>
              <a:ahLst/>
              <a:cxnLst/>
              <a:rect l="0" t="0" r="0" b="0"/>
              <a:pathLst>
                <a:path w="57248" h="22476">
                  <a:moveTo>
                    <a:pt x="0" y="22476"/>
                  </a:moveTo>
                  <a:lnTo>
                    <a:pt x="5724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6" name="Output_receptor__5345">
              <a:extLst>
                <a:ext uri="{FF2B5EF4-FFF2-40B4-BE49-F238E27FC236}">
                  <a16:creationId xmlns:a16="http://schemas.microsoft.com/office/drawing/2014/main" id="{2C3E6B60-F3DF-E044-A74D-71F603B535A7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87135"/>
              <a:ext cx="68651" cy="7421"/>
            </a:xfrm>
            <a:custGeom>
              <a:avLst/>
              <a:gdLst/>
              <a:ahLst/>
              <a:cxnLst/>
              <a:rect l="0" t="0" r="0" b="0"/>
              <a:pathLst>
                <a:path w="68651" h="7421">
                  <a:moveTo>
                    <a:pt x="0" y="7421"/>
                  </a:moveTo>
                  <a:lnTo>
                    <a:pt x="686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7" name="Output_receptor__5346">
              <a:extLst>
                <a:ext uri="{FF2B5EF4-FFF2-40B4-BE49-F238E27FC236}">
                  <a16:creationId xmlns:a16="http://schemas.microsoft.com/office/drawing/2014/main" id="{D04B5D39-7FD2-735E-6AF1-BCA695C2718F}"/>
                </a:ext>
              </a:extLst>
            </p:cNvPr>
            <p:cNvSpPr>
              <a:spLocks noGrp="1"/>
            </p:cNvSpPr>
            <p:nvPr/>
          </p:nvSpPr>
          <p:spPr>
            <a:xfrm>
              <a:off x="16238716" y="3095493"/>
              <a:ext cx="45651" cy="21381"/>
            </a:xfrm>
            <a:custGeom>
              <a:avLst/>
              <a:gdLst/>
              <a:ahLst/>
              <a:cxnLst/>
              <a:rect l="0" t="0" r="0" b="0"/>
              <a:pathLst>
                <a:path w="45651" h="21381">
                  <a:moveTo>
                    <a:pt x="0" y="0"/>
                  </a:moveTo>
                  <a:lnTo>
                    <a:pt x="45651" y="213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" name="Output_receptor__5347">
              <a:extLst>
                <a:ext uri="{FF2B5EF4-FFF2-40B4-BE49-F238E27FC236}">
                  <a16:creationId xmlns:a16="http://schemas.microsoft.com/office/drawing/2014/main" id="{CFEB4FB6-4343-465C-7238-C99FE215DE3C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872264"/>
              <a:ext cx="63309" cy="29199"/>
            </a:xfrm>
            <a:custGeom>
              <a:avLst/>
              <a:gdLst/>
              <a:ahLst/>
              <a:cxnLst/>
              <a:rect l="0" t="0" r="0" b="0"/>
              <a:pathLst>
                <a:path w="63309" h="29199">
                  <a:moveTo>
                    <a:pt x="0" y="29199"/>
                  </a:moveTo>
                  <a:lnTo>
                    <a:pt x="6330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" name="Output_receptor__5348">
              <a:extLst>
                <a:ext uri="{FF2B5EF4-FFF2-40B4-BE49-F238E27FC236}">
                  <a16:creationId xmlns:a16="http://schemas.microsoft.com/office/drawing/2014/main" id="{A3D85813-C172-023A-FAF1-FC30885AFB18}"/>
                </a:ext>
              </a:extLst>
            </p:cNvPr>
            <p:cNvSpPr>
              <a:spLocks noGrp="1"/>
            </p:cNvSpPr>
            <p:nvPr/>
          </p:nvSpPr>
          <p:spPr>
            <a:xfrm>
              <a:off x="15586011" y="3653958"/>
              <a:ext cx="3778" cy="9110"/>
            </a:xfrm>
            <a:custGeom>
              <a:avLst/>
              <a:gdLst/>
              <a:ahLst/>
              <a:cxnLst/>
              <a:rect l="0" t="0" r="0" b="0"/>
              <a:pathLst>
                <a:path w="3778" h="9110">
                  <a:moveTo>
                    <a:pt x="0" y="9110"/>
                  </a:moveTo>
                  <a:lnTo>
                    <a:pt x="377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" name="Output_receptor__5349">
              <a:extLst>
                <a:ext uri="{FF2B5EF4-FFF2-40B4-BE49-F238E27FC236}">
                  <a16:creationId xmlns:a16="http://schemas.microsoft.com/office/drawing/2014/main" id="{C0CFC59A-2B0C-BC7B-FE85-878E7CBB41A5}"/>
                </a:ext>
              </a:extLst>
            </p:cNvPr>
            <p:cNvSpPr>
              <a:spLocks noGrp="1"/>
            </p:cNvSpPr>
            <p:nvPr/>
          </p:nvSpPr>
          <p:spPr>
            <a:xfrm>
              <a:off x="15380205" y="3322910"/>
              <a:ext cx="39614" cy="59787"/>
            </a:xfrm>
            <a:custGeom>
              <a:avLst/>
              <a:gdLst/>
              <a:ahLst/>
              <a:cxnLst/>
              <a:rect l="0" t="0" r="0" b="0"/>
              <a:pathLst>
                <a:path w="39614" h="59787">
                  <a:moveTo>
                    <a:pt x="39614" y="0"/>
                  </a:moveTo>
                  <a:lnTo>
                    <a:pt x="0" y="5978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" name="Output_receptor__5350">
              <a:extLst>
                <a:ext uri="{FF2B5EF4-FFF2-40B4-BE49-F238E27FC236}">
                  <a16:creationId xmlns:a16="http://schemas.microsoft.com/office/drawing/2014/main" id="{B9CF1B54-71EA-83C9-2C18-A95CD9379B34}"/>
                </a:ext>
              </a:extLst>
            </p:cNvPr>
            <p:cNvSpPr>
              <a:spLocks noGrp="1"/>
            </p:cNvSpPr>
            <p:nvPr/>
          </p:nvSpPr>
          <p:spPr>
            <a:xfrm>
              <a:off x="16483207" y="3626229"/>
              <a:ext cx="47047" cy="53780"/>
            </a:xfrm>
            <a:custGeom>
              <a:avLst/>
              <a:gdLst/>
              <a:ahLst/>
              <a:cxnLst/>
              <a:rect l="0" t="0" r="0" b="0"/>
              <a:pathLst>
                <a:path w="47047" h="53780">
                  <a:moveTo>
                    <a:pt x="47047" y="5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" name="Output_receptor__5351">
              <a:extLst>
                <a:ext uri="{FF2B5EF4-FFF2-40B4-BE49-F238E27FC236}">
                  <a16:creationId xmlns:a16="http://schemas.microsoft.com/office/drawing/2014/main" id="{A1584922-3940-FF23-D7C8-7DE1E176C4A1}"/>
                </a:ext>
              </a:extLst>
            </p:cNvPr>
            <p:cNvSpPr>
              <a:spLocks noGrp="1"/>
            </p:cNvSpPr>
            <p:nvPr/>
          </p:nvSpPr>
          <p:spPr>
            <a:xfrm>
              <a:off x="16195176" y="2409681"/>
              <a:ext cx="70618" cy="9312"/>
            </a:xfrm>
            <a:custGeom>
              <a:avLst/>
              <a:gdLst/>
              <a:ahLst/>
              <a:cxnLst/>
              <a:rect l="0" t="0" r="0" b="0"/>
              <a:pathLst>
                <a:path w="70618" h="9312">
                  <a:moveTo>
                    <a:pt x="0" y="9312"/>
                  </a:moveTo>
                  <a:lnTo>
                    <a:pt x="7061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" name="Output_receptor__5352">
              <a:extLst>
                <a:ext uri="{FF2B5EF4-FFF2-40B4-BE49-F238E27FC236}">
                  <a16:creationId xmlns:a16="http://schemas.microsoft.com/office/drawing/2014/main" id="{02B519DA-BE37-A045-8BED-5B709396B31C}"/>
                </a:ext>
              </a:extLst>
            </p:cNvPr>
            <p:cNvSpPr>
              <a:spLocks noGrp="1"/>
            </p:cNvSpPr>
            <p:nvPr/>
          </p:nvSpPr>
          <p:spPr>
            <a:xfrm>
              <a:off x="16088433" y="3262683"/>
              <a:ext cx="70686" cy="376"/>
            </a:xfrm>
            <a:custGeom>
              <a:avLst/>
              <a:gdLst/>
              <a:ahLst/>
              <a:cxnLst/>
              <a:rect l="0" t="0" r="0" b="0"/>
              <a:pathLst>
                <a:path w="70686" h="376">
                  <a:moveTo>
                    <a:pt x="0" y="376"/>
                  </a:moveTo>
                  <a:lnTo>
                    <a:pt x="7068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4" name="Output_receptor__5353">
              <a:extLst>
                <a:ext uri="{FF2B5EF4-FFF2-40B4-BE49-F238E27FC236}">
                  <a16:creationId xmlns:a16="http://schemas.microsoft.com/office/drawing/2014/main" id="{9BF84CB0-EE88-3319-1866-33FC6CEC5080}"/>
                </a:ext>
              </a:extLst>
            </p:cNvPr>
            <p:cNvSpPr>
              <a:spLocks noGrp="1"/>
            </p:cNvSpPr>
            <p:nvPr/>
          </p:nvSpPr>
          <p:spPr>
            <a:xfrm>
              <a:off x="15714167" y="2522984"/>
              <a:ext cx="68657" cy="15737"/>
            </a:xfrm>
            <a:custGeom>
              <a:avLst/>
              <a:gdLst/>
              <a:ahLst/>
              <a:cxnLst/>
              <a:rect l="0" t="0" r="0" b="0"/>
              <a:pathLst>
                <a:path w="68657" h="15737">
                  <a:moveTo>
                    <a:pt x="68657" y="15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5" name="Output_receptor__5354">
              <a:extLst>
                <a:ext uri="{FF2B5EF4-FFF2-40B4-BE49-F238E27FC236}">
                  <a16:creationId xmlns:a16="http://schemas.microsoft.com/office/drawing/2014/main" id="{840C297C-B0AD-76D8-1B16-DB2D2BA13B0D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29444"/>
              <a:ext cx="48836" cy="41007"/>
            </a:xfrm>
            <a:custGeom>
              <a:avLst/>
              <a:gdLst/>
              <a:ahLst/>
              <a:cxnLst/>
              <a:rect l="0" t="0" r="0" b="0"/>
              <a:pathLst>
                <a:path w="48836" h="41007">
                  <a:moveTo>
                    <a:pt x="0" y="41007"/>
                  </a:moveTo>
                  <a:lnTo>
                    <a:pt x="4883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6" name="Output_receptor__5355">
              <a:extLst>
                <a:ext uri="{FF2B5EF4-FFF2-40B4-BE49-F238E27FC236}">
                  <a16:creationId xmlns:a16="http://schemas.microsoft.com/office/drawing/2014/main" id="{68A592FB-6594-05E1-FE21-49B9B94350BA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4466"/>
              <a:ext cx="10338" cy="60299"/>
            </a:xfrm>
            <a:custGeom>
              <a:avLst/>
              <a:gdLst/>
              <a:ahLst/>
              <a:cxnLst/>
              <a:rect l="0" t="0" r="0" b="0"/>
              <a:pathLst>
                <a:path w="10338" h="60299">
                  <a:moveTo>
                    <a:pt x="10338" y="60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7" name="Output_receptor__5356">
              <a:extLst>
                <a:ext uri="{FF2B5EF4-FFF2-40B4-BE49-F238E27FC236}">
                  <a16:creationId xmlns:a16="http://schemas.microsoft.com/office/drawing/2014/main" id="{7EDC9FC2-44F5-27C8-D7DC-06EFE2E40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48415"/>
              <a:ext cx="57984" cy="40279"/>
            </a:xfrm>
            <a:custGeom>
              <a:avLst/>
              <a:gdLst/>
              <a:ahLst/>
              <a:cxnLst/>
              <a:rect l="0" t="0" r="0" b="0"/>
              <a:pathLst>
                <a:path w="57984" h="40279">
                  <a:moveTo>
                    <a:pt x="57984" y="0"/>
                  </a:moveTo>
                  <a:lnTo>
                    <a:pt x="0" y="4027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8" name="Output_receptor__5357">
              <a:extLst>
                <a:ext uri="{FF2B5EF4-FFF2-40B4-BE49-F238E27FC236}">
                  <a16:creationId xmlns:a16="http://schemas.microsoft.com/office/drawing/2014/main" id="{DB07127F-675C-CBD5-6A9D-9A07E5F70B94}"/>
                </a:ext>
              </a:extLst>
            </p:cNvPr>
            <p:cNvSpPr>
              <a:spLocks noGrp="1"/>
            </p:cNvSpPr>
            <p:nvPr/>
          </p:nvSpPr>
          <p:spPr>
            <a:xfrm>
              <a:off x="15569792" y="3747620"/>
              <a:ext cx="40237" cy="9245"/>
            </a:xfrm>
            <a:custGeom>
              <a:avLst/>
              <a:gdLst/>
              <a:ahLst/>
              <a:cxnLst/>
              <a:rect l="0" t="0" r="0" b="0"/>
              <a:pathLst>
                <a:path w="40237" h="9245">
                  <a:moveTo>
                    <a:pt x="0" y="9245"/>
                  </a:moveTo>
                  <a:lnTo>
                    <a:pt x="4023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9" name="Output_receptor__5358">
              <a:extLst>
                <a:ext uri="{FF2B5EF4-FFF2-40B4-BE49-F238E27FC236}">
                  <a16:creationId xmlns:a16="http://schemas.microsoft.com/office/drawing/2014/main" id="{EA754337-03DE-791F-F87C-FD8CD9A3CE88}"/>
                </a:ext>
              </a:extLst>
            </p:cNvPr>
            <p:cNvSpPr>
              <a:spLocks noGrp="1"/>
            </p:cNvSpPr>
            <p:nvPr/>
          </p:nvSpPr>
          <p:spPr>
            <a:xfrm>
              <a:off x="16214527" y="2324278"/>
              <a:ext cx="5634" cy="3383"/>
            </a:xfrm>
            <a:custGeom>
              <a:avLst/>
              <a:gdLst/>
              <a:ahLst/>
              <a:cxnLst/>
              <a:rect l="0" t="0" r="0" b="0"/>
              <a:pathLst>
                <a:path w="5634" h="3383">
                  <a:moveTo>
                    <a:pt x="5634" y="3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0" name="Output_receptor__5359">
              <a:extLst>
                <a:ext uri="{FF2B5EF4-FFF2-40B4-BE49-F238E27FC236}">
                  <a16:creationId xmlns:a16="http://schemas.microsoft.com/office/drawing/2014/main" id="{5BECD1F3-E336-D8FE-C0EB-578BA53BE2D9}"/>
                </a:ext>
              </a:extLst>
            </p:cNvPr>
            <p:cNvSpPr>
              <a:spLocks noGrp="1"/>
            </p:cNvSpPr>
            <p:nvPr/>
          </p:nvSpPr>
          <p:spPr>
            <a:xfrm>
              <a:off x="15489576" y="4509743"/>
              <a:ext cx="69719" cy="16181"/>
            </a:xfrm>
            <a:custGeom>
              <a:avLst/>
              <a:gdLst/>
              <a:ahLst/>
              <a:cxnLst/>
              <a:rect l="0" t="0" r="0" b="0"/>
              <a:pathLst>
                <a:path w="69719" h="16181">
                  <a:moveTo>
                    <a:pt x="0" y="0"/>
                  </a:moveTo>
                  <a:lnTo>
                    <a:pt x="69719" y="161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1" name="Output_receptor__5360">
              <a:extLst>
                <a:ext uri="{FF2B5EF4-FFF2-40B4-BE49-F238E27FC236}">
                  <a16:creationId xmlns:a16="http://schemas.microsoft.com/office/drawing/2014/main" id="{CEBBF55E-6808-FA37-43C7-787CECDA7821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12594" cy="14249"/>
            </a:xfrm>
            <a:custGeom>
              <a:avLst/>
              <a:gdLst/>
              <a:ahLst/>
              <a:cxnLst/>
              <a:rect l="0" t="0" r="0" b="0"/>
              <a:pathLst>
                <a:path w="12594" h="14249">
                  <a:moveTo>
                    <a:pt x="12594" y="142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2" name="Output_receptor__5361">
              <a:extLst>
                <a:ext uri="{FF2B5EF4-FFF2-40B4-BE49-F238E27FC236}">
                  <a16:creationId xmlns:a16="http://schemas.microsoft.com/office/drawing/2014/main" id="{002F9F97-18A9-576D-DF52-35AFF277658A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68810"/>
              <a:ext cx="6640" cy="34113"/>
            </a:xfrm>
            <a:custGeom>
              <a:avLst/>
              <a:gdLst/>
              <a:ahLst/>
              <a:cxnLst/>
              <a:rect l="0" t="0" r="0" b="0"/>
              <a:pathLst>
                <a:path w="6640" h="34113">
                  <a:moveTo>
                    <a:pt x="0" y="34113"/>
                  </a:moveTo>
                  <a:lnTo>
                    <a:pt x="664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3" name="Output_receptor__5362">
              <a:extLst>
                <a:ext uri="{FF2B5EF4-FFF2-40B4-BE49-F238E27FC236}">
                  <a16:creationId xmlns:a16="http://schemas.microsoft.com/office/drawing/2014/main" id="{FFD75808-4503-E4C0-D60A-0C5A96118528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495968"/>
              <a:ext cx="22312" cy="42847"/>
            </a:xfrm>
            <a:custGeom>
              <a:avLst/>
              <a:gdLst/>
              <a:ahLst/>
              <a:cxnLst/>
              <a:rect l="0" t="0" r="0" b="0"/>
              <a:pathLst>
                <a:path w="22312" h="42847">
                  <a:moveTo>
                    <a:pt x="22312" y="0"/>
                  </a:moveTo>
                  <a:lnTo>
                    <a:pt x="0" y="4284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4" name="Output_receptor__5363">
              <a:extLst>
                <a:ext uri="{FF2B5EF4-FFF2-40B4-BE49-F238E27FC236}">
                  <a16:creationId xmlns:a16="http://schemas.microsoft.com/office/drawing/2014/main" id="{F4375CBB-544D-6A23-ADA6-FF202FAE047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6762"/>
              <a:ext cx="3841" cy="3603"/>
            </a:xfrm>
            <a:custGeom>
              <a:avLst/>
              <a:gdLst/>
              <a:ahLst/>
              <a:cxnLst/>
              <a:rect l="0" t="0" r="0" b="0"/>
              <a:pathLst>
                <a:path w="3841" h="3603">
                  <a:moveTo>
                    <a:pt x="0" y="3603"/>
                  </a:moveTo>
                  <a:lnTo>
                    <a:pt x="384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5" name="Output_receptor__5364">
              <a:extLst>
                <a:ext uri="{FF2B5EF4-FFF2-40B4-BE49-F238E27FC236}">
                  <a16:creationId xmlns:a16="http://schemas.microsoft.com/office/drawing/2014/main" id="{48B44760-6ECC-8DCE-410E-AF41E4179EB1}"/>
                </a:ext>
              </a:extLst>
            </p:cNvPr>
            <p:cNvSpPr>
              <a:spLocks noGrp="1"/>
            </p:cNvSpPr>
            <p:nvPr/>
          </p:nvSpPr>
          <p:spPr>
            <a:xfrm>
              <a:off x="15074745" y="2931032"/>
              <a:ext cx="17037" cy="60625"/>
            </a:xfrm>
            <a:custGeom>
              <a:avLst/>
              <a:gdLst/>
              <a:ahLst/>
              <a:cxnLst/>
              <a:rect l="0" t="0" r="0" b="0"/>
              <a:pathLst>
                <a:path w="17037" h="60625">
                  <a:moveTo>
                    <a:pt x="0" y="0"/>
                  </a:moveTo>
                  <a:lnTo>
                    <a:pt x="17037" y="606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6" name="Output_receptor__5365">
              <a:extLst>
                <a:ext uri="{FF2B5EF4-FFF2-40B4-BE49-F238E27FC236}">
                  <a16:creationId xmlns:a16="http://schemas.microsoft.com/office/drawing/2014/main" id="{4D3A34B9-2E73-5C09-A2C6-A318F297B406}"/>
                </a:ext>
              </a:extLst>
            </p:cNvPr>
            <p:cNvSpPr>
              <a:spLocks noGrp="1"/>
            </p:cNvSpPr>
            <p:nvPr/>
          </p:nvSpPr>
          <p:spPr>
            <a:xfrm>
              <a:off x="15767040" y="2905213"/>
              <a:ext cx="70891" cy="12455"/>
            </a:xfrm>
            <a:custGeom>
              <a:avLst/>
              <a:gdLst/>
              <a:ahLst/>
              <a:cxnLst/>
              <a:rect l="0" t="0" r="0" b="0"/>
              <a:pathLst>
                <a:path w="70891" h="12455">
                  <a:moveTo>
                    <a:pt x="70891" y="12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7" name="Output_receptor__5366">
              <a:extLst>
                <a:ext uri="{FF2B5EF4-FFF2-40B4-BE49-F238E27FC236}">
                  <a16:creationId xmlns:a16="http://schemas.microsoft.com/office/drawing/2014/main" id="{663357A1-C478-2D86-0965-406ED072C4F2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3008486"/>
              <a:ext cx="5158" cy="71430"/>
            </a:xfrm>
            <a:custGeom>
              <a:avLst/>
              <a:gdLst/>
              <a:ahLst/>
              <a:cxnLst/>
              <a:rect l="0" t="0" r="0" b="0"/>
              <a:pathLst>
                <a:path w="5158" h="71430">
                  <a:moveTo>
                    <a:pt x="5158" y="714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8" name="Output_receptor__5367">
              <a:extLst>
                <a:ext uri="{FF2B5EF4-FFF2-40B4-BE49-F238E27FC236}">
                  <a16:creationId xmlns:a16="http://schemas.microsoft.com/office/drawing/2014/main" id="{C05D141B-116E-2FBF-DAF0-9ACEEBF3CAB8}"/>
                </a:ext>
              </a:extLst>
            </p:cNvPr>
            <p:cNvSpPr>
              <a:spLocks noGrp="1"/>
            </p:cNvSpPr>
            <p:nvPr/>
          </p:nvSpPr>
          <p:spPr>
            <a:xfrm>
              <a:off x="16078109" y="3351415"/>
              <a:ext cx="71279" cy="4882"/>
            </a:xfrm>
            <a:custGeom>
              <a:avLst/>
              <a:gdLst/>
              <a:ahLst/>
              <a:cxnLst/>
              <a:rect l="0" t="0" r="0" b="0"/>
              <a:pathLst>
                <a:path w="71279" h="4882">
                  <a:moveTo>
                    <a:pt x="0" y="0"/>
                  </a:moveTo>
                  <a:lnTo>
                    <a:pt x="71279" y="48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9" name="Output_receptor__5368">
              <a:extLst>
                <a:ext uri="{FF2B5EF4-FFF2-40B4-BE49-F238E27FC236}">
                  <a16:creationId xmlns:a16="http://schemas.microsoft.com/office/drawing/2014/main" id="{1D74AE8A-C85E-0F62-B603-74764E4E1266}"/>
                </a:ext>
              </a:extLst>
            </p:cNvPr>
            <p:cNvSpPr>
              <a:spLocks noGrp="1"/>
            </p:cNvSpPr>
            <p:nvPr/>
          </p:nvSpPr>
          <p:spPr>
            <a:xfrm>
              <a:off x="16326874" y="3748415"/>
              <a:ext cx="43743" cy="41432"/>
            </a:xfrm>
            <a:custGeom>
              <a:avLst/>
              <a:gdLst/>
              <a:ahLst/>
              <a:cxnLst/>
              <a:rect l="0" t="0" r="0" b="0"/>
              <a:pathLst>
                <a:path w="43743" h="41432">
                  <a:moveTo>
                    <a:pt x="43743" y="41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0" name="Output_receptor__5369">
              <a:extLst>
                <a:ext uri="{FF2B5EF4-FFF2-40B4-BE49-F238E27FC236}">
                  <a16:creationId xmlns:a16="http://schemas.microsoft.com/office/drawing/2014/main" id="{0286FD05-01D1-700F-2C0C-C8EFF703D120}"/>
                </a:ext>
              </a:extLst>
            </p:cNvPr>
            <p:cNvSpPr>
              <a:spLocks noGrp="1"/>
            </p:cNvSpPr>
            <p:nvPr/>
          </p:nvSpPr>
          <p:spPr>
            <a:xfrm>
              <a:off x="16212783" y="3888624"/>
              <a:ext cx="21816" cy="68866"/>
            </a:xfrm>
            <a:custGeom>
              <a:avLst/>
              <a:gdLst/>
              <a:ahLst/>
              <a:cxnLst/>
              <a:rect l="0" t="0" r="0" b="0"/>
              <a:pathLst>
                <a:path w="21816" h="68866">
                  <a:moveTo>
                    <a:pt x="21816" y="0"/>
                  </a:moveTo>
                  <a:lnTo>
                    <a:pt x="0" y="6886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1" name="Output_receptor__5370">
              <a:extLst>
                <a:ext uri="{FF2B5EF4-FFF2-40B4-BE49-F238E27FC236}">
                  <a16:creationId xmlns:a16="http://schemas.microsoft.com/office/drawing/2014/main" id="{8F35087B-B19B-9A30-D5DB-B96D00584A17}"/>
                </a:ext>
              </a:extLst>
            </p:cNvPr>
            <p:cNvSpPr>
              <a:spLocks noGrp="1"/>
            </p:cNvSpPr>
            <p:nvPr/>
          </p:nvSpPr>
          <p:spPr>
            <a:xfrm>
              <a:off x="16267371" y="3535147"/>
              <a:ext cx="54374" cy="21857"/>
            </a:xfrm>
            <a:custGeom>
              <a:avLst/>
              <a:gdLst/>
              <a:ahLst/>
              <a:cxnLst/>
              <a:rect l="0" t="0" r="0" b="0"/>
              <a:pathLst>
                <a:path w="54374" h="21857">
                  <a:moveTo>
                    <a:pt x="54374" y="21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2" name="Output_receptor__5371">
              <a:extLst>
                <a:ext uri="{FF2B5EF4-FFF2-40B4-BE49-F238E27FC236}">
                  <a16:creationId xmlns:a16="http://schemas.microsoft.com/office/drawing/2014/main" id="{27681A56-1DF5-AD1C-D1AA-F16A536EC83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22208"/>
              <a:ext cx="5969" cy="69227"/>
            </a:xfrm>
            <a:custGeom>
              <a:avLst/>
              <a:gdLst/>
              <a:ahLst/>
              <a:cxnLst/>
              <a:rect l="0" t="0" r="0" b="0"/>
              <a:pathLst>
                <a:path w="5969" h="69227">
                  <a:moveTo>
                    <a:pt x="5969" y="0"/>
                  </a:moveTo>
                  <a:lnTo>
                    <a:pt x="0" y="6922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3" name="Output_receptor__5372">
              <a:extLst>
                <a:ext uri="{FF2B5EF4-FFF2-40B4-BE49-F238E27FC236}">
                  <a16:creationId xmlns:a16="http://schemas.microsoft.com/office/drawing/2014/main" id="{95E4293C-BBAC-98A9-D683-E8D6B1E5A695}"/>
                </a:ext>
              </a:extLst>
            </p:cNvPr>
            <p:cNvSpPr>
              <a:spLocks noGrp="1"/>
            </p:cNvSpPr>
            <p:nvPr/>
          </p:nvSpPr>
          <p:spPr>
            <a:xfrm>
              <a:off x="16051827" y="3224970"/>
              <a:ext cx="36605" cy="38089"/>
            </a:xfrm>
            <a:custGeom>
              <a:avLst/>
              <a:gdLst/>
              <a:ahLst/>
              <a:cxnLst/>
              <a:rect l="0" t="0" r="0" b="0"/>
              <a:pathLst>
                <a:path w="36605" h="38089">
                  <a:moveTo>
                    <a:pt x="0" y="0"/>
                  </a:moveTo>
                  <a:lnTo>
                    <a:pt x="36605" y="3808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4" name="Output_receptor__5373">
              <a:extLst>
                <a:ext uri="{FF2B5EF4-FFF2-40B4-BE49-F238E27FC236}">
                  <a16:creationId xmlns:a16="http://schemas.microsoft.com/office/drawing/2014/main" id="{180EA20E-4E94-9858-2ED4-406DE8A76710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789847"/>
              <a:ext cx="21979" cy="59279"/>
            </a:xfrm>
            <a:custGeom>
              <a:avLst/>
              <a:gdLst/>
              <a:ahLst/>
              <a:cxnLst/>
              <a:rect l="0" t="0" r="0" b="0"/>
              <a:pathLst>
                <a:path w="21979" h="59279">
                  <a:moveTo>
                    <a:pt x="0" y="59279"/>
                  </a:moveTo>
                  <a:lnTo>
                    <a:pt x="2197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5" name="Output_receptor__5374">
              <a:extLst>
                <a:ext uri="{FF2B5EF4-FFF2-40B4-BE49-F238E27FC236}">
                  <a16:creationId xmlns:a16="http://schemas.microsoft.com/office/drawing/2014/main" id="{6F3F4104-0BE8-693B-4586-F763103DE12E}"/>
                </a:ext>
              </a:extLst>
            </p:cNvPr>
            <p:cNvSpPr>
              <a:spLocks noGrp="1"/>
            </p:cNvSpPr>
            <p:nvPr/>
          </p:nvSpPr>
          <p:spPr>
            <a:xfrm>
              <a:off x="15465343" y="3079916"/>
              <a:ext cx="63025" cy="35400"/>
            </a:xfrm>
            <a:custGeom>
              <a:avLst/>
              <a:gdLst/>
              <a:ahLst/>
              <a:cxnLst/>
              <a:rect l="0" t="0" r="0" b="0"/>
              <a:pathLst>
                <a:path w="63025" h="35400">
                  <a:moveTo>
                    <a:pt x="0" y="35400"/>
                  </a:moveTo>
                  <a:lnTo>
                    <a:pt x="6302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6" name="Output_receptor__5375">
              <a:extLst>
                <a:ext uri="{FF2B5EF4-FFF2-40B4-BE49-F238E27FC236}">
                  <a16:creationId xmlns:a16="http://schemas.microsoft.com/office/drawing/2014/main" id="{CF76A9C8-5439-2D1A-27C5-3DC3A5ADBB53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610438"/>
              <a:ext cx="49058" cy="15353"/>
            </a:xfrm>
            <a:custGeom>
              <a:avLst/>
              <a:gdLst/>
              <a:ahLst/>
              <a:cxnLst/>
              <a:rect l="0" t="0" r="0" b="0"/>
              <a:pathLst>
                <a:path w="49058" h="15353">
                  <a:moveTo>
                    <a:pt x="49058" y="153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7" name="Output_receptor__5376">
              <a:extLst>
                <a:ext uri="{FF2B5EF4-FFF2-40B4-BE49-F238E27FC236}">
                  <a16:creationId xmlns:a16="http://schemas.microsoft.com/office/drawing/2014/main" id="{47835BFC-9AB1-F104-33E8-4A7A1F5A330D}"/>
                </a:ext>
              </a:extLst>
            </p:cNvPr>
            <p:cNvSpPr>
              <a:spLocks noGrp="1"/>
            </p:cNvSpPr>
            <p:nvPr/>
          </p:nvSpPr>
          <p:spPr>
            <a:xfrm>
              <a:off x="16284368" y="3111667"/>
              <a:ext cx="71624" cy="5206"/>
            </a:xfrm>
            <a:custGeom>
              <a:avLst/>
              <a:gdLst/>
              <a:ahLst/>
              <a:cxnLst/>
              <a:rect l="0" t="0" r="0" b="0"/>
              <a:pathLst>
                <a:path w="71624" h="5206">
                  <a:moveTo>
                    <a:pt x="0" y="5206"/>
                  </a:moveTo>
                  <a:lnTo>
                    <a:pt x="71624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8" name="Output_receptor__5377">
              <a:extLst>
                <a:ext uri="{FF2B5EF4-FFF2-40B4-BE49-F238E27FC236}">
                  <a16:creationId xmlns:a16="http://schemas.microsoft.com/office/drawing/2014/main" id="{A37566E4-969A-01BC-38D7-87F2D2E0A60F}"/>
                </a:ext>
              </a:extLst>
            </p:cNvPr>
            <p:cNvSpPr>
              <a:spLocks noGrp="1"/>
            </p:cNvSpPr>
            <p:nvPr/>
          </p:nvSpPr>
          <p:spPr>
            <a:xfrm>
              <a:off x="16530255" y="3680008"/>
              <a:ext cx="41754" cy="31910"/>
            </a:xfrm>
            <a:custGeom>
              <a:avLst/>
              <a:gdLst/>
              <a:ahLst/>
              <a:cxnLst/>
              <a:rect l="0" t="0" r="0" b="0"/>
              <a:pathLst>
                <a:path w="41754" h="31910">
                  <a:moveTo>
                    <a:pt x="41754" y="31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9" name="Output_receptor__5378">
              <a:extLst>
                <a:ext uri="{FF2B5EF4-FFF2-40B4-BE49-F238E27FC236}">
                  <a16:creationId xmlns:a16="http://schemas.microsoft.com/office/drawing/2014/main" id="{842D1FB0-3C6C-ED44-96DE-5784495D3BF0}"/>
                </a:ext>
              </a:extLst>
            </p:cNvPr>
            <p:cNvSpPr>
              <a:spLocks noGrp="1"/>
            </p:cNvSpPr>
            <p:nvPr/>
          </p:nvSpPr>
          <p:spPr>
            <a:xfrm>
              <a:off x="16146609" y="2784537"/>
              <a:ext cx="2937" cy="67660"/>
            </a:xfrm>
            <a:custGeom>
              <a:avLst/>
              <a:gdLst/>
              <a:ahLst/>
              <a:cxnLst/>
              <a:rect l="0" t="0" r="0" b="0"/>
              <a:pathLst>
                <a:path w="2937" h="67660">
                  <a:moveTo>
                    <a:pt x="0" y="67660"/>
                  </a:moveTo>
                  <a:lnTo>
                    <a:pt x="293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0" name="Output_receptor__5379">
              <a:extLst>
                <a:ext uri="{FF2B5EF4-FFF2-40B4-BE49-F238E27FC236}">
                  <a16:creationId xmlns:a16="http://schemas.microsoft.com/office/drawing/2014/main" id="{CC49CB98-2FCC-3375-F60E-20827095FDAA}"/>
                </a:ext>
              </a:extLst>
            </p:cNvPr>
            <p:cNvSpPr>
              <a:spLocks noGrp="1"/>
            </p:cNvSpPr>
            <p:nvPr/>
          </p:nvSpPr>
          <p:spPr>
            <a:xfrm>
              <a:off x="16085732" y="2761940"/>
              <a:ext cx="63814" cy="22597"/>
            </a:xfrm>
            <a:custGeom>
              <a:avLst/>
              <a:gdLst/>
              <a:ahLst/>
              <a:cxnLst/>
              <a:rect l="0" t="0" r="0" b="0"/>
              <a:pathLst>
                <a:path w="63814" h="22597">
                  <a:moveTo>
                    <a:pt x="63814" y="225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1" name="Output_receptor__5380">
              <a:extLst>
                <a:ext uri="{FF2B5EF4-FFF2-40B4-BE49-F238E27FC236}">
                  <a16:creationId xmlns:a16="http://schemas.microsoft.com/office/drawing/2014/main" id="{07481711-A42B-D5BE-A27C-F87CEDECE170}"/>
                </a:ext>
              </a:extLst>
            </p:cNvPr>
            <p:cNvSpPr>
              <a:spLocks noGrp="1"/>
            </p:cNvSpPr>
            <p:nvPr/>
          </p:nvSpPr>
          <p:spPr>
            <a:xfrm>
              <a:off x="15586872" y="3827392"/>
              <a:ext cx="68835" cy="20451"/>
            </a:xfrm>
            <a:custGeom>
              <a:avLst/>
              <a:gdLst/>
              <a:ahLst/>
              <a:cxnLst/>
              <a:rect l="0" t="0" r="0" b="0"/>
              <a:pathLst>
                <a:path w="68835" h="20451">
                  <a:moveTo>
                    <a:pt x="0" y="20451"/>
                  </a:moveTo>
                  <a:lnTo>
                    <a:pt x="6883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2" name="Output_receptor__5381">
              <a:extLst>
                <a:ext uri="{FF2B5EF4-FFF2-40B4-BE49-F238E27FC236}">
                  <a16:creationId xmlns:a16="http://schemas.microsoft.com/office/drawing/2014/main" id="{F01D8860-B1AF-226A-FCEE-F482D3D419C8}"/>
                </a:ext>
              </a:extLst>
            </p:cNvPr>
            <p:cNvSpPr>
              <a:spLocks noGrp="1"/>
            </p:cNvSpPr>
            <p:nvPr/>
          </p:nvSpPr>
          <p:spPr>
            <a:xfrm>
              <a:off x="15918752" y="2421493"/>
              <a:ext cx="68993" cy="9515"/>
            </a:xfrm>
            <a:custGeom>
              <a:avLst/>
              <a:gdLst/>
              <a:ahLst/>
              <a:cxnLst/>
              <a:rect l="0" t="0" r="0" b="0"/>
              <a:pathLst>
                <a:path w="68993" h="9515">
                  <a:moveTo>
                    <a:pt x="68993" y="9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3" name="Output_receptor__5382">
              <a:extLst>
                <a:ext uri="{FF2B5EF4-FFF2-40B4-BE49-F238E27FC236}">
                  <a16:creationId xmlns:a16="http://schemas.microsoft.com/office/drawing/2014/main" id="{A9F83148-41ED-C337-318A-D6536147FF0B}"/>
                </a:ext>
              </a:extLst>
            </p:cNvPr>
            <p:cNvSpPr>
              <a:spLocks noGrp="1"/>
            </p:cNvSpPr>
            <p:nvPr/>
          </p:nvSpPr>
          <p:spPr>
            <a:xfrm>
              <a:off x="15741769" y="2633438"/>
              <a:ext cx="2317" cy="65049"/>
            </a:xfrm>
            <a:custGeom>
              <a:avLst/>
              <a:gdLst/>
              <a:ahLst/>
              <a:cxnLst/>
              <a:rect l="0" t="0" r="0" b="0"/>
              <a:pathLst>
                <a:path w="2317" h="65049">
                  <a:moveTo>
                    <a:pt x="0" y="65049"/>
                  </a:moveTo>
                  <a:lnTo>
                    <a:pt x="231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4" name="Output_receptor__5383">
              <a:extLst>
                <a:ext uri="{FF2B5EF4-FFF2-40B4-BE49-F238E27FC236}">
                  <a16:creationId xmlns:a16="http://schemas.microsoft.com/office/drawing/2014/main" id="{4905A859-7EAF-87A1-79F7-D3ABE39E2912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4677"/>
              <a:ext cx="18696" cy="60698"/>
            </a:xfrm>
            <a:custGeom>
              <a:avLst/>
              <a:gdLst/>
              <a:ahLst/>
              <a:cxnLst/>
              <a:rect l="0" t="0" r="0" b="0"/>
              <a:pathLst>
                <a:path w="18696" h="60698">
                  <a:moveTo>
                    <a:pt x="0" y="0"/>
                  </a:moveTo>
                  <a:lnTo>
                    <a:pt x="18696" y="6069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5" name="Output_receptor__5384">
              <a:extLst>
                <a:ext uri="{FF2B5EF4-FFF2-40B4-BE49-F238E27FC236}">
                  <a16:creationId xmlns:a16="http://schemas.microsoft.com/office/drawing/2014/main" id="{589E934C-1496-D86C-DF3F-97D4F5A95393}"/>
                </a:ext>
              </a:extLst>
            </p:cNvPr>
            <p:cNvSpPr>
              <a:spLocks noGrp="1"/>
            </p:cNvSpPr>
            <p:nvPr/>
          </p:nvSpPr>
          <p:spPr>
            <a:xfrm>
              <a:off x="16380357" y="2617594"/>
              <a:ext cx="695" cy="22267"/>
            </a:xfrm>
            <a:custGeom>
              <a:avLst/>
              <a:gdLst/>
              <a:ahLst/>
              <a:cxnLst/>
              <a:rect l="0" t="0" r="0" b="0"/>
              <a:pathLst>
                <a:path w="695" h="22267">
                  <a:moveTo>
                    <a:pt x="695" y="0"/>
                  </a:moveTo>
                  <a:lnTo>
                    <a:pt x="0" y="2226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6" name="Output_receptor__5385">
              <a:extLst>
                <a:ext uri="{FF2B5EF4-FFF2-40B4-BE49-F238E27FC236}">
                  <a16:creationId xmlns:a16="http://schemas.microsoft.com/office/drawing/2014/main" id="{6C1A1F79-834A-2F78-19C2-21380AD902BD}"/>
                </a:ext>
              </a:extLst>
            </p:cNvPr>
            <p:cNvSpPr>
              <a:spLocks noGrp="1"/>
            </p:cNvSpPr>
            <p:nvPr/>
          </p:nvSpPr>
          <p:spPr>
            <a:xfrm>
              <a:off x="16083958" y="3532312"/>
              <a:ext cx="33099" cy="4903"/>
            </a:xfrm>
            <a:custGeom>
              <a:avLst/>
              <a:gdLst/>
              <a:ahLst/>
              <a:cxnLst/>
              <a:rect l="0" t="0" r="0" b="0"/>
              <a:pathLst>
                <a:path w="33099" h="4903">
                  <a:moveTo>
                    <a:pt x="0" y="0"/>
                  </a:moveTo>
                  <a:lnTo>
                    <a:pt x="33099" y="490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7" name="Output_receptor__5386">
              <a:extLst>
                <a:ext uri="{FF2B5EF4-FFF2-40B4-BE49-F238E27FC236}">
                  <a16:creationId xmlns:a16="http://schemas.microsoft.com/office/drawing/2014/main" id="{90CC3F1E-92B5-3899-B64B-5225F1ADE9BA}"/>
                </a:ext>
              </a:extLst>
            </p:cNvPr>
            <p:cNvSpPr>
              <a:spLocks noGrp="1"/>
            </p:cNvSpPr>
            <p:nvPr/>
          </p:nvSpPr>
          <p:spPr>
            <a:xfrm>
              <a:off x="16265794" y="2352052"/>
              <a:ext cx="22149" cy="57629"/>
            </a:xfrm>
            <a:custGeom>
              <a:avLst/>
              <a:gdLst/>
              <a:ahLst/>
              <a:cxnLst/>
              <a:rect l="0" t="0" r="0" b="0"/>
              <a:pathLst>
                <a:path w="22149" h="57629">
                  <a:moveTo>
                    <a:pt x="0" y="57629"/>
                  </a:moveTo>
                  <a:lnTo>
                    <a:pt x="2214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8" name="Output_receptor__5387">
              <a:extLst>
                <a:ext uri="{FF2B5EF4-FFF2-40B4-BE49-F238E27FC236}">
                  <a16:creationId xmlns:a16="http://schemas.microsoft.com/office/drawing/2014/main" id="{E5115A30-DA12-C802-2BCD-A6CA8A34EB56}"/>
                </a:ext>
              </a:extLst>
            </p:cNvPr>
            <p:cNvSpPr>
              <a:spLocks noGrp="1"/>
            </p:cNvSpPr>
            <p:nvPr/>
          </p:nvSpPr>
          <p:spPr>
            <a:xfrm>
              <a:off x="16067150" y="3435363"/>
              <a:ext cx="53731" cy="5082"/>
            </a:xfrm>
            <a:custGeom>
              <a:avLst/>
              <a:gdLst/>
              <a:ahLst/>
              <a:cxnLst/>
              <a:rect l="0" t="0" r="0" b="0"/>
              <a:pathLst>
                <a:path w="53731" h="5082">
                  <a:moveTo>
                    <a:pt x="0" y="0"/>
                  </a:moveTo>
                  <a:lnTo>
                    <a:pt x="53731" y="50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9" name="Output_receptor__5388">
              <a:extLst>
                <a:ext uri="{FF2B5EF4-FFF2-40B4-BE49-F238E27FC236}">
                  <a16:creationId xmlns:a16="http://schemas.microsoft.com/office/drawing/2014/main" id="{7AEC33CA-63D3-4411-D863-8E7FCFDBF138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20453" cy="29352"/>
            </a:xfrm>
            <a:custGeom>
              <a:avLst/>
              <a:gdLst/>
              <a:ahLst/>
              <a:cxnLst/>
              <a:rect l="0" t="0" r="0" b="0"/>
              <a:pathLst>
                <a:path w="20453" h="29352">
                  <a:moveTo>
                    <a:pt x="0" y="0"/>
                  </a:moveTo>
                  <a:lnTo>
                    <a:pt x="20453" y="2935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90" name="Output_receptor__5389">
              <a:extLst>
                <a:ext uri="{FF2B5EF4-FFF2-40B4-BE49-F238E27FC236}">
                  <a16:creationId xmlns:a16="http://schemas.microsoft.com/office/drawing/2014/main" id="{3B053B89-ED84-0F63-68AB-479539D23462}"/>
                </a:ext>
              </a:extLst>
            </p:cNvPr>
            <p:cNvSpPr>
              <a:spLocks noGrp="1"/>
            </p:cNvSpPr>
            <p:nvPr/>
          </p:nvSpPr>
          <p:spPr>
            <a:xfrm>
              <a:off x="15618532" y="3046823"/>
              <a:ext cx="30404" cy="53141"/>
            </a:xfrm>
            <a:custGeom>
              <a:avLst/>
              <a:gdLst/>
              <a:ahLst/>
              <a:cxnLst/>
              <a:rect l="0" t="0" r="0" b="0"/>
              <a:pathLst>
                <a:path w="30404" h="53141">
                  <a:moveTo>
                    <a:pt x="30404" y="531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91" name="Output_receptor__5390">
              <a:extLst>
                <a:ext uri="{FF2B5EF4-FFF2-40B4-BE49-F238E27FC236}">
                  <a16:creationId xmlns:a16="http://schemas.microsoft.com/office/drawing/2014/main" id="{0D469E72-75E4-890A-0C7D-DA4CA8154250}"/>
                </a:ext>
              </a:extLst>
            </p:cNvPr>
            <p:cNvSpPr>
              <a:spLocks noGrp="1"/>
            </p:cNvSpPr>
            <p:nvPr/>
          </p:nvSpPr>
          <p:spPr>
            <a:xfrm>
              <a:off x="16430724" y="3353403"/>
              <a:ext cx="19335" cy="59089"/>
            </a:xfrm>
            <a:custGeom>
              <a:avLst/>
              <a:gdLst/>
              <a:ahLst/>
              <a:cxnLst/>
              <a:rect l="0" t="0" r="0" b="0"/>
              <a:pathLst>
                <a:path w="19335" h="59089">
                  <a:moveTo>
                    <a:pt x="19335" y="0"/>
                  </a:moveTo>
                  <a:lnTo>
                    <a:pt x="0" y="5908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2" name="Output_receptor__5391">
              <a:extLst>
                <a:ext uri="{FF2B5EF4-FFF2-40B4-BE49-F238E27FC236}">
                  <a16:creationId xmlns:a16="http://schemas.microsoft.com/office/drawing/2014/main" id="{568D5C62-2A2F-C0B7-BEA4-62BF3DB82DD3}"/>
                </a:ext>
              </a:extLst>
            </p:cNvPr>
            <p:cNvSpPr>
              <a:spLocks noGrp="1"/>
            </p:cNvSpPr>
            <p:nvPr/>
          </p:nvSpPr>
          <p:spPr>
            <a:xfrm>
              <a:off x="15967507" y="3229457"/>
              <a:ext cx="12263" cy="57678"/>
            </a:xfrm>
            <a:custGeom>
              <a:avLst/>
              <a:gdLst/>
              <a:ahLst/>
              <a:cxnLst/>
              <a:rect l="0" t="0" r="0" b="0"/>
              <a:pathLst>
                <a:path w="12263" h="57678">
                  <a:moveTo>
                    <a:pt x="0" y="57678"/>
                  </a:moveTo>
                  <a:lnTo>
                    <a:pt x="12263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3" name="Output_receptor__5392">
              <a:extLst>
                <a:ext uri="{FF2B5EF4-FFF2-40B4-BE49-F238E27FC236}">
                  <a16:creationId xmlns:a16="http://schemas.microsoft.com/office/drawing/2014/main" id="{B613A85B-6C26-770A-498B-1555C112BCE1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779120"/>
              <a:ext cx="18148" cy="47365"/>
            </a:xfrm>
            <a:custGeom>
              <a:avLst/>
              <a:gdLst/>
              <a:ahLst/>
              <a:cxnLst/>
              <a:rect l="0" t="0" r="0" b="0"/>
              <a:pathLst>
                <a:path w="18148" h="47365">
                  <a:moveTo>
                    <a:pt x="18148" y="0"/>
                  </a:moveTo>
                  <a:lnTo>
                    <a:pt x="0" y="4736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4" name="Output_receptor__5393">
              <a:extLst>
                <a:ext uri="{FF2B5EF4-FFF2-40B4-BE49-F238E27FC236}">
                  <a16:creationId xmlns:a16="http://schemas.microsoft.com/office/drawing/2014/main" id="{0CA2C7F0-56C4-2BE5-9F23-B6602F69BE01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84400"/>
              <a:ext cx="59692" cy="12459"/>
            </a:xfrm>
            <a:custGeom>
              <a:avLst/>
              <a:gdLst/>
              <a:ahLst/>
              <a:cxnLst/>
              <a:rect l="0" t="0" r="0" b="0"/>
              <a:pathLst>
                <a:path w="59692" h="12459">
                  <a:moveTo>
                    <a:pt x="0" y="12459"/>
                  </a:moveTo>
                  <a:lnTo>
                    <a:pt x="5969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5" name="Output_receptor__5394">
              <a:extLst>
                <a:ext uri="{FF2B5EF4-FFF2-40B4-BE49-F238E27FC236}">
                  <a16:creationId xmlns:a16="http://schemas.microsoft.com/office/drawing/2014/main" id="{4A659CC9-0FCB-B3ED-2900-77E4769E07AB}"/>
                </a:ext>
              </a:extLst>
            </p:cNvPr>
            <p:cNvSpPr>
              <a:spLocks noGrp="1"/>
            </p:cNvSpPr>
            <p:nvPr/>
          </p:nvSpPr>
          <p:spPr>
            <a:xfrm>
              <a:off x="16355992" y="3111667"/>
              <a:ext cx="50145" cy="43579"/>
            </a:xfrm>
            <a:custGeom>
              <a:avLst/>
              <a:gdLst/>
              <a:ahLst/>
              <a:cxnLst/>
              <a:rect l="0" t="0" r="0" b="0"/>
              <a:pathLst>
                <a:path w="50145" h="43579">
                  <a:moveTo>
                    <a:pt x="0" y="0"/>
                  </a:moveTo>
                  <a:lnTo>
                    <a:pt x="50145" y="43579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6" name="Output_receptor__5395">
              <a:extLst>
                <a:ext uri="{FF2B5EF4-FFF2-40B4-BE49-F238E27FC236}">
                  <a16:creationId xmlns:a16="http://schemas.microsoft.com/office/drawing/2014/main" id="{815DF80D-2D07-D32F-7C8B-651864CF5F0C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12102"/>
              <a:ext cx="27576" cy="22624"/>
            </a:xfrm>
            <a:custGeom>
              <a:avLst/>
              <a:gdLst/>
              <a:ahLst/>
              <a:cxnLst/>
              <a:rect l="0" t="0" r="0" b="0"/>
              <a:pathLst>
                <a:path w="27576" h="22624">
                  <a:moveTo>
                    <a:pt x="27576" y="0"/>
                  </a:moveTo>
                  <a:lnTo>
                    <a:pt x="0" y="2262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7" name="Output_receptor__5396">
              <a:extLst>
                <a:ext uri="{FF2B5EF4-FFF2-40B4-BE49-F238E27FC236}">
                  <a16:creationId xmlns:a16="http://schemas.microsoft.com/office/drawing/2014/main" id="{811E39ED-3115-9C6E-F58F-64B3D7437145}"/>
                </a:ext>
              </a:extLst>
            </p:cNvPr>
            <p:cNvSpPr>
              <a:spLocks noGrp="1"/>
            </p:cNvSpPr>
            <p:nvPr/>
          </p:nvSpPr>
          <p:spPr>
            <a:xfrm>
              <a:off x="15768719" y="2991341"/>
              <a:ext cx="29717" cy="11565"/>
            </a:xfrm>
            <a:custGeom>
              <a:avLst/>
              <a:gdLst/>
              <a:ahLst/>
              <a:cxnLst/>
              <a:rect l="0" t="0" r="0" b="0"/>
              <a:pathLst>
                <a:path w="29717" h="11565">
                  <a:moveTo>
                    <a:pt x="29717" y="115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8" name="Output_receptor__5397">
              <a:extLst>
                <a:ext uri="{FF2B5EF4-FFF2-40B4-BE49-F238E27FC236}">
                  <a16:creationId xmlns:a16="http://schemas.microsoft.com/office/drawing/2014/main" id="{914E389C-1730-8590-24ED-D351AFD4120C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96860"/>
              <a:ext cx="30800" cy="36578"/>
            </a:xfrm>
            <a:custGeom>
              <a:avLst/>
              <a:gdLst/>
              <a:ahLst/>
              <a:cxnLst/>
              <a:rect l="0" t="0" r="0" b="0"/>
              <a:pathLst>
                <a:path w="30800" h="36578">
                  <a:moveTo>
                    <a:pt x="30800" y="365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9" name="Output_receptor__5398">
              <a:extLst>
                <a:ext uri="{FF2B5EF4-FFF2-40B4-BE49-F238E27FC236}">
                  <a16:creationId xmlns:a16="http://schemas.microsoft.com/office/drawing/2014/main" id="{120C8EF3-A629-B08A-CDE4-9C45353F62E4}"/>
                </a:ext>
              </a:extLst>
            </p:cNvPr>
            <p:cNvSpPr>
              <a:spLocks noGrp="1"/>
            </p:cNvSpPr>
            <p:nvPr/>
          </p:nvSpPr>
          <p:spPr>
            <a:xfrm>
              <a:off x="15610029" y="3718918"/>
              <a:ext cx="65827" cy="28702"/>
            </a:xfrm>
            <a:custGeom>
              <a:avLst/>
              <a:gdLst/>
              <a:ahLst/>
              <a:cxnLst/>
              <a:rect l="0" t="0" r="0" b="0"/>
              <a:pathLst>
                <a:path w="65827" h="28702">
                  <a:moveTo>
                    <a:pt x="0" y="28702"/>
                  </a:moveTo>
                  <a:lnTo>
                    <a:pt x="6582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0" name="Output_receptor__5399">
              <a:extLst>
                <a:ext uri="{FF2B5EF4-FFF2-40B4-BE49-F238E27FC236}">
                  <a16:creationId xmlns:a16="http://schemas.microsoft.com/office/drawing/2014/main" id="{4321A8FA-9FD5-9C63-E32B-225E6669719F}"/>
                </a:ext>
              </a:extLst>
            </p:cNvPr>
            <p:cNvSpPr>
              <a:spLocks noGrp="1"/>
            </p:cNvSpPr>
            <p:nvPr/>
          </p:nvSpPr>
          <p:spPr>
            <a:xfrm>
              <a:off x="16043643" y="2927230"/>
              <a:ext cx="59024" cy="32929"/>
            </a:xfrm>
            <a:custGeom>
              <a:avLst/>
              <a:gdLst/>
              <a:ahLst/>
              <a:cxnLst/>
              <a:rect l="0" t="0" r="0" b="0"/>
              <a:pathLst>
                <a:path w="59024" h="32929">
                  <a:moveTo>
                    <a:pt x="0" y="32929"/>
                  </a:moveTo>
                  <a:lnTo>
                    <a:pt x="59024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1" name="Output_receptor__5400">
              <a:extLst>
                <a:ext uri="{FF2B5EF4-FFF2-40B4-BE49-F238E27FC236}">
                  <a16:creationId xmlns:a16="http://schemas.microsoft.com/office/drawing/2014/main" id="{FDBC5162-3BCC-1486-96C4-93C4E5DE00D8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826485"/>
              <a:ext cx="7282" cy="60540"/>
            </a:xfrm>
            <a:custGeom>
              <a:avLst/>
              <a:gdLst/>
              <a:ahLst/>
              <a:cxnLst/>
              <a:rect l="0" t="0" r="0" b="0"/>
              <a:pathLst>
                <a:path w="7282" h="60540">
                  <a:moveTo>
                    <a:pt x="0" y="0"/>
                  </a:moveTo>
                  <a:lnTo>
                    <a:pt x="7282" y="6054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2" name="Output_receptor__5401">
              <a:extLst>
                <a:ext uri="{FF2B5EF4-FFF2-40B4-BE49-F238E27FC236}">
                  <a16:creationId xmlns:a16="http://schemas.microsoft.com/office/drawing/2014/main" id="{02FF00BB-83BF-6DA1-E28B-7177D5F0F8F9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233441"/>
              <a:ext cx="12052" cy="71016"/>
            </a:xfrm>
            <a:custGeom>
              <a:avLst/>
              <a:gdLst/>
              <a:ahLst/>
              <a:cxnLst/>
              <a:rect l="0" t="0" r="0" b="0"/>
              <a:pathLst>
                <a:path w="12052" h="71016">
                  <a:moveTo>
                    <a:pt x="0" y="71016"/>
                  </a:moveTo>
                  <a:lnTo>
                    <a:pt x="1205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3" name="Output_receptor__5402">
              <a:extLst>
                <a:ext uri="{FF2B5EF4-FFF2-40B4-BE49-F238E27FC236}">
                  <a16:creationId xmlns:a16="http://schemas.microsoft.com/office/drawing/2014/main" id="{075CEF9A-67BA-8FBE-3C0E-B69499F34BBE}"/>
                </a:ext>
              </a:extLst>
            </p:cNvPr>
            <p:cNvSpPr>
              <a:spLocks noGrp="1"/>
            </p:cNvSpPr>
            <p:nvPr/>
          </p:nvSpPr>
          <p:spPr>
            <a:xfrm>
              <a:off x="15669941" y="2698487"/>
              <a:ext cx="71828" cy="2293"/>
            </a:xfrm>
            <a:custGeom>
              <a:avLst/>
              <a:gdLst/>
              <a:ahLst/>
              <a:cxnLst/>
              <a:rect l="0" t="0" r="0" b="0"/>
              <a:pathLst>
                <a:path w="71828" h="2293">
                  <a:moveTo>
                    <a:pt x="0" y="2293"/>
                  </a:moveTo>
                  <a:lnTo>
                    <a:pt x="71828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4" name="Output_receptor__5403">
              <a:extLst>
                <a:ext uri="{FF2B5EF4-FFF2-40B4-BE49-F238E27FC236}">
                  <a16:creationId xmlns:a16="http://schemas.microsoft.com/office/drawing/2014/main" id="{FF08BFFA-6FD0-9DD0-8A5A-97092B5A5C22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65322"/>
              <a:ext cx="45015" cy="18883"/>
            </a:xfrm>
            <a:custGeom>
              <a:avLst/>
              <a:gdLst/>
              <a:ahLst/>
              <a:cxnLst/>
              <a:rect l="0" t="0" r="0" b="0"/>
              <a:pathLst>
                <a:path w="45015" h="18883">
                  <a:moveTo>
                    <a:pt x="0" y="18883"/>
                  </a:moveTo>
                  <a:lnTo>
                    <a:pt x="45015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5" name="Output_receptor__5404">
              <a:extLst>
                <a:ext uri="{FF2B5EF4-FFF2-40B4-BE49-F238E27FC236}">
                  <a16:creationId xmlns:a16="http://schemas.microsoft.com/office/drawing/2014/main" id="{F8397B21-5458-E79A-46A5-94845D03898F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3644"/>
              <a:ext cx="38332" cy="61501"/>
            </a:xfrm>
            <a:custGeom>
              <a:avLst/>
              <a:gdLst/>
              <a:ahLst/>
              <a:cxnLst/>
              <a:rect l="0" t="0" r="0" b="0"/>
              <a:pathLst>
                <a:path w="38332" h="61501">
                  <a:moveTo>
                    <a:pt x="0" y="0"/>
                  </a:moveTo>
                  <a:lnTo>
                    <a:pt x="38332" y="6150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6" name="Output_receptor__5405">
              <a:extLst>
                <a:ext uri="{FF2B5EF4-FFF2-40B4-BE49-F238E27FC236}">
                  <a16:creationId xmlns:a16="http://schemas.microsoft.com/office/drawing/2014/main" id="{D067F18F-8C3C-AF12-A5E9-427DE9A7F5AB}"/>
                </a:ext>
              </a:extLst>
            </p:cNvPr>
            <p:cNvSpPr>
              <a:spLocks noGrp="1"/>
            </p:cNvSpPr>
            <p:nvPr/>
          </p:nvSpPr>
          <p:spPr>
            <a:xfrm>
              <a:off x="15719778" y="3055375"/>
              <a:ext cx="25786" cy="26246"/>
            </a:xfrm>
            <a:custGeom>
              <a:avLst/>
              <a:gdLst/>
              <a:ahLst/>
              <a:cxnLst/>
              <a:rect l="0" t="0" r="0" b="0"/>
              <a:pathLst>
                <a:path w="25786" h="26246">
                  <a:moveTo>
                    <a:pt x="0" y="0"/>
                  </a:moveTo>
                  <a:lnTo>
                    <a:pt x="25786" y="2624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7" name="Output_receptor__5406">
              <a:extLst>
                <a:ext uri="{FF2B5EF4-FFF2-40B4-BE49-F238E27FC236}">
                  <a16:creationId xmlns:a16="http://schemas.microsoft.com/office/drawing/2014/main" id="{4E3C5997-02B9-B4D4-8F8E-1270A666A79B}"/>
                </a:ext>
              </a:extLst>
            </p:cNvPr>
            <p:cNvSpPr>
              <a:spLocks noGrp="1"/>
            </p:cNvSpPr>
            <p:nvPr/>
          </p:nvSpPr>
          <p:spPr>
            <a:xfrm>
              <a:off x="16050648" y="2740344"/>
              <a:ext cx="35083" cy="21596"/>
            </a:xfrm>
            <a:custGeom>
              <a:avLst/>
              <a:gdLst/>
              <a:ahLst/>
              <a:cxnLst/>
              <a:rect l="0" t="0" r="0" b="0"/>
              <a:pathLst>
                <a:path w="35083" h="21596">
                  <a:moveTo>
                    <a:pt x="35083" y="215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8" name="Output_receptor__5407">
              <a:extLst>
                <a:ext uri="{FF2B5EF4-FFF2-40B4-BE49-F238E27FC236}">
                  <a16:creationId xmlns:a16="http://schemas.microsoft.com/office/drawing/2014/main" id="{BF468BFC-2855-6407-FC1B-444867D770E8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48418"/>
              <a:ext cx="58606" cy="21296"/>
            </a:xfrm>
            <a:custGeom>
              <a:avLst/>
              <a:gdLst/>
              <a:ahLst/>
              <a:cxnLst/>
              <a:rect l="0" t="0" r="0" b="0"/>
              <a:pathLst>
                <a:path w="58606" h="21296">
                  <a:moveTo>
                    <a:pt x="0" y="21296"/>
                  </a:moveTo>
                  <a:lnTo>
                    <a:pt x="5860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9" name="Output_receptor__5408">
              <a:extLst>
                <a:ext uri="{FF2B5EF4-FFF2-40B4-BE49-F238E27FC236}">
                  <a16:creationId xmlns:a16="http://schemas.microsoft.com/office/drawing/2014/main" id="{C2FAA2C7-6205-E5C8-A458-BAECA528557C}"/>
                </a:ext>
              </a:extLst>
            </p:cNvPr>
            <p:cNvSpPr>
              <a:spLocks noGrp="1"/>
            </p:cNvSpPr>
            <p:nvPr/>
          </p:nvSpPr>
          <p:spPr>
            <a:xfrm>
              <a:off x="15787515" y="3592154"/>
              <a:ext cx="54718" cy="32611"/>
            </a:xfrm>
            <a:custGeom>
              <a:avLst/>
              <a:gdLst/>
              <a:ahLst/>
              <a:cxnLst/>
              <a:rect l="0" t="0" r="0" b="0"/>
              <a:pathLst>
                <a:path w="54718" h="32611">
                  <a:moveTo>
                    <a:pt x="54718" y="0"/>
                  </a:moveTo>
                  <a:lnTo>
                    <a:pt x="0" y="3261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0" name="Output_receptor__5409">
              <a:extLst>
                <a:ext uri="{FF2B5EF4-FFF2-40B4-BE49-F238E27FC236}">
                  <a16:creationId xmlns:a16="http://schemas.microsoft.com/office/drawing/2014/main" id="{0AC8D0DC-7188-9F97-AA56-FFECE1568F12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86357"/>
              <a:ext cx="64640" cy="7484"/>
            </a:xfrm>
            <a:custGeom>
              <a:avLst/>
              <a:gdLst/>
              <a:ahLst/>
              <a:cxnLst/>
              <a:rect l="0" t="0" r="0" b="0"/>
              <a:pathLst>
                <a:path w="64640" h="7484">
                  <a:moveTo>
                    <a:pt x="0" y="0"/>
                  </a:moveTo>
                  <a:lnTo>
                    <a:pt x="64640" y="748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1" name="Output_receptor__5410">
              <a:extLst>
                <a:ext uri="{FF2B5EF4-FFF2-40B4-BE49-F238E27FC236}">
                  <a16:creationId xmlns:a16="http://schemas.microsoft.com/office/drawing/2014/main" id="{B26E86AA-CAE5-ADF4-DD45-E42FC9E4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91435"/>
              <a:ext cx="2581" cy="24326"/>
            </a:xfrm>
            <a:custGeom>
              <a:avLst/>
              <a:gdLst/>
              <a:ahLst/>
              <a:cxnLst/>
              <a:rect l="0" t="0" r="0" b="0"/>
              <a:pathLst>
                <a:path w="2581" h="24326">
                  <a:moveTo>
                    <a:pt x="0" y="0"/>
                  </a:moveTo>
                  <a:lnTo>
                    <a:pt x="2581" y="2432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2" name="Output_receptor__5411">
              <a:extLst>
                <a:ext uri="{FF2B5EF4-FFF2-40B4-BE49-F238E27FC236}">
                  <a16:creationId xmlns:a16="http://schemas.microsoft.com/office/drawing/2014/main" id="{D93DE641-6AA2-3466-F93B-BC4BAA3D7CC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91658"/>
              <a:ext cx="67883" cy="6320"/>
            </a:xfrm>
            <a:custGeom>
              <a:avLst/>
              <a:gdLst/>
              <a:ahLst/>
              <a:cxnLst/>
              <a:rect l="0" t="0" r="0" b="0"/>
              <a:pathLst>
                <a:path w="67883" h="6320">
                  <a:moveTo>
                    <a:pt x="67883" y="0"/>
                  </a:moveTo>
                  <a:lnTo>
                    <a:pt x="0" y="632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3" name="Output_receptor__5412">
              <a:extLst>
                <a:ext uri="{FF2B5EF4-FFF2-40B4-BE49-F238E27FC236}">
                  <a16:creationId xmlns:a16="http://schemas.microsoft.com/office/drawing/2014/main" id="{5D1C990A-9876-2416-C157-6283AEF57C19}"/>
                </a:ext>
              </a:extLst>
            </p:cNvPr>
            <p:cNvSpPr>
              <a:spLocks noGrp="1"/>
            </p:cNvSpPr>
            <p:nvPr/>
          </p:nvSpPr>
          <p:spPr>
            <a:xfrm>
              <a:off x="15775580" y="2538722"/>
              <a:ext cx="7245" cy="25080"/>
            </a:xfrm>
            <a:custGeom>
              <a:avLst/>
              <a:gdLst/>
              <a:ahLst/>
              <a:cxnLst/>
              <a:rect l="0" t="0" r="0" b="0"/>
              <a:pathLst>
                <a:path w="7245" h="25080">
                  <a:moveTo>
                    <a:pt x="0" y="25080"/>
                  </a:moveTo>
                  <a:lnTo>
                    <a:pt x="7245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4" name="Output_receptor__5413">
              <a:extLst>
                <a:ext uri="{FF2B5EF4-FFF2-40B4-BE49-F238E27FC236}">
                  <a16:creationId xmlns:a16="http://schemas.microsoft.com/office/drawing/2014/main" id="{68ACF2F7-61DB-963B-6732-62AF9268ACEC}"/>
                </a:ext>
              </a:extLst>
            </p:cNvPr>
            <p:cNvSpPr>
              <a:spLocks noGrp="1"/>
            </p:cNvSpPr>
            <p:nvPr/>
          </p:nvSpPr>
          <p:spPr>
            <a:xfrm>
              <a:off x="15741409" y="3245963"/>
              <a:ext cx="13060" cy="50857"/>
            </a:xfrm>
            <a:custGeom>
              <a:avLst/>
              <a:gdLst/>
              <a:ahLst/>
              <a:cxnLst/>
              <a:rect l="0" t="0" r="0" b="0"/>
              <a:pathLst>
                <a:path w="13060" h="50857">
                  <a:moveTo>
                    <a:pt x="0" y="0"/>
                  </a:moveTo>
                  <a:lnTo>
                    <a:pt x="13060" y="5085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5" name="Output_receptor__5414">
              <a:extLst>
                <a:ext uri="{FF2B5EF4-FFF2-40B4-BE49-F238E27FC236}">
                  <a16:creationId xmlns:a16="http://schemas.microsoft.com/office/drawing/2014/main" id="{2E1DC288-462A-1649-4E35-438FB44ECED9}"/>
                </a:ext>
              </a:extLst>
            </p:cNvPr>
            <p:cNvSpPr>
              <a:spLocks noGrp="1"/>
            </p:cNvSpPr>
            <p:nvPr/>
          </p:nvSpPr>
          <p:spPr>
            <a:xfrm>
              <a:off x="16406137" y="3155246"/>
              <a:ext cx="20925" cy="68704"/>
            </a:xfrm>
            <a:custGeom>
              <a:avLst/>
              <a:gdLst/>
              <a:ahLst/>
              <a:cxnLst/>
              <a:rect l="0" t="0" r="0" b="0"/>
              <a:pathLst>
                <a:path w="20925" h="68704">
                  <a:moveTo>
                    <a:pt x="0" y="0"/>
                  </a:moveTo>
                  <a:lnTo>
                    <a:pt x="20925" y="6870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6" name="Output_receptor__5415">
              <a:extLst>
                <a:ext uri="{FF2B5EF4-FFF2-40B4-BE49-F238E27FC236}">
                  <a16:creationId xmlns:a16="http://schemas.microsoft.com/office/drawing/2014/main" id="{3960AA3E-26E4-BB18-9A85-6FE623B32E7E}"/>
                </a:ext>
              </a:extLst>
            </p:cNvPr>
            <p:cNvSpPr>
              <a:spLocks noGrp="1"/>
            </p:cNvSpPr>
            <p:nvPr/>
          </p:nvSpPr>
          <p:spPr>
            <a:xfrm>
              <a:off x="16220160" y="2327661"/>
              <a:ext cx="67782" cy="24391"/>
            </a:xfrm>
            <a:custGeom>
              <a:avLst/>
              <a:gdLst/>
              <a:ahLst/>
              <a:cxnLst/>
              <a:rect l="0" t="0" r="0" b="0"/>
              <a:pathLst>
                <a:path w="67782" h="24391">
                  <a:moveTo>
                    <a:pt x="67782" y="243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7" name="Output_receptor__5416">
              <a:extLst>
                <a:ext uri="{FF2B5EF4-FFF2-40B4-BE49-F238E27FC236}">
                  <a16:creationId xmlns:a16="http://schemas.microsoft.com/office/drawing/2014/main" id="{952F04EA-426D-3CF8-F78A-0B22E39D1074}"/>
                </a:ext>
              </a:extLst>
            </p:cNvPr>
            <p:cNvSpPr>
              <a:spLocks noGrp="1"/>
            </p:cNvSpPr>
            <p:nvPr/>
          </p:nvSpPr>
          <p:spPr>
            <a:xfrm>
              <a:off x="16084521" y="2558449"/>
              <a:ext cx="24493" cy="67343"/>
            </a:xfrm>
            <a:custGeom>
              <a:avLst/>
              <a:gdLst/>
              <a:ahLst/>
              <a:cxnLst/>
              <a:rect l="0" t="0" r="0" b="0"/>
              <a:pathLst>
                <a:path w="24493" h="67343">
                  <a:moveTo>
                    <a:pt x="24493" y="0"/>
                  </a:moveTo>
                  <a:lnTo>
                    <a:pt x="0" y="67343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8" name="Output_receptor__5417">
              <a:extLst>
                <a:ext uri="{FF2B5EF4-FFF2-40B4-BE49-F238E27FC236}">
                  <a16:creationId xmlns:a16="http://schemas.microsoft.com/office/drawing/2014/main" id="{68D928D2-5A18-AA83-B37B-30A90C638B6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88695"/>
              <a:ext cx="20604" cy="1994"/>
            </a:xfrm>
            <a:custGeom>
              <a:avLst/>
              <a:gdLst/>
              <a:ahLst/>
              <a:cxnLst/>
              <a:rect l="0" t="0" r="0" b="0"/>
              <a:pathLst>
                <a:path w="20604" h="1994">
                  <a:moveTo>
                    <a:pt x="0" y="0"/>
                  </a:moveTo>
                  <a:lnTo>
                    <a:pt x="20604" y="199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9" name="Output_receptor__5418">
              <a:extLst>
                <a:ext uri="{FF2B5EF4-FFF2-40B4-BE49-F238E27FC236}">
                  <a16:creationId xmlns:a16="http://schemas.microsoft.com/office/drawing/2014/main" id="{59B6C591-6DA8-4D6E-DF0F-629353673F80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23951"/>
              <a:ext cx="51879" cy="49650"/>
            </a:xfrm>
            <a:custGeom>
              <a:avLst/>
              <a:gdLst/>
              <a:ahLst/>
              <a:cxnLst/>
              <a:rect l="0" t="0" r="0" b="0"/>
              <a:pathLst>
                <a:path w="51879" h="49650">
                  <a:moveTo>
                    <a:pt x="51879" y="0"/>
                  </a:moveTo>
                  <a:lnTo>
                    <a:pt x="0" y="4965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0" name="Output_receptor__5419">
              <a:extLst>
                <a:ext uri="{FF2B5EF4-FFF2-40B4-BE49-F238E27FC236}">
                  <a16:creationId xmlns:a16="http://schemas.microsoft.com/office/drawing/2014/main" id="{6CAC8589-D2AA-51C9-57AB-6EC92DDC2EAF}"/>
                </a:ext>
              </a:extLst>
            </p:cNvPr>
            <p:cNvSpPr>
              <a:spLocks noGrp="1"/>
            </p:cNvSpPr>
            <p:nvPr/>
          </p:nvSpPr>
          <p:spPr>
            <a:xfrm>
              <a:off x="15979770" y="3224970"/>
              <a:ext cx="72057" cy="4487"/>
            </a:xfrm>
            <a:custGeom>
              <a:avLst/>
              <a:gdLst/>
              <a:ahLst/>
              <a:cxnLst/>
              <a:rect l="0" t="0" r="0" b="0"/>
              <a:pathLst>
                <a:path w="72057" h="4487">
                  <a:moveTo>
                    <a:pt x="0" y="4487"/>
                  </a:moveTo>
                  <a:lnTo>
                    <a:pt x="7205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1" name="Output_receptor__5420">
              <a:extLst>
                <a:ext uri="{FF2B5EF4-FFF2-40B4-BE49-F238E27FC236}">
                  <a16:creationId xmlns:a16="http://schemas.microsoft.com/office/drawing/2014/main" id="{E3596E93-B7F9-609A-16DA-E13BF358038D}"/>
                </a:ext>
              </a:extLst>
            </p:cNvPr>
            <p:cNvSpPr>
              <a:spLocks noGrp="1"/>
            </p:cNvSpPr>
            <p:nvPr/>
          </p:nvSpPr>
          <p:spPr>
            <a:xfrm>
              <a:off x="16539666" y="3711918"/>
              <a:ext cx="32344" cy="64843"/>
            </a:xfrm>
            <a:custGeom>
              <a:avLst/>
              <a:gdLst/>
              <a:ahLst/>
              <a:cxnLst/>
              <a:rect l="0" t="0" r="0" b="0"/>
              <a:pathLst>
                <a:path w="32344" h="64843">
                  <a:moveTo>
                    <a:pt x="0" y="64843"/>
                  </a:moveTo>
                  <a:lnTo>
                    <a:pt x="323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2" name="Output_receptor__5421">
              <a:extLst>
                <a:ext uri="{FF2B5EF4-FFF2-40B4-BE49-F238E27FC236}">
                  <a16:creationId xmlns:a16="http://schemas.microsoft.com/office/drawing/2014/main" id="{1F43D96E-62F7-EC39-EAFB-2FD8DE60FE88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419252"/>
              <a:ext cx="21151" cy="2240"/>
            </a:xfrm>
            <a:custGeom>
              <a:avLst/>
              <a:gdLst/>
              <a:ahLst/>
              <a:cxnLst/>
              <a:rect l="0" t="0" r="0" b="0"/>
              <a:pathLst>
                <a:path w="21151" h="2240">
                  <a:moveTo>
                    <a:pt x="21151" y="22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3" name="Output_receptor__5422">
              <a:extLst>
                <a:ext uri="{FF2B5EF4-FFF2-40B4-BE49-F238E27FC236}">
                  <a16:creationId xmlns:a16="http://schemas.microsoft.com/office/drawing/2014/main" id="{D800A3C4-F3D4-9EA7-ECE1-A84F0815A898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22484" cy="15875"/>
            </a:xfrm>
            <a:custGeom>
              <a:avLst/>
              <a:gdLst/>
              <a:ahLst/>
              <a:cxnLst/>
              <a:rect l="0" t="0" r="0" b="0"/>
              <a:pathLst>
                <a:path w="22484" h="15875">
                  <a:moveTo>
                    <a:pt x="22484" y="15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4" name="Output_receptor__5423">
              <a:extLst>
                <a:ext uri="{FF2B5EF4-FFF2-40B4-BE49-F238E27FC236}">
                  <a16:creationId xmlns:a16="http://schemas.microsoft.com/office/drawing/2014/main" id="{054DA8A0-F692-F9CC-4B6B-375D370F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1" y="2700780"/>
              <a:ext cx="33579" cy="56740"/>
            </a:xfrm>
            <a:custGeom>
              <a:avLst/>
              <a:gdLst/>
              <a:ahLst/>
              <a:cxnLst/>
              <a:rect l="0" t="0" r="0" b="0"/>
              <a:pathLst>
                <a:path w="33579" h="56740">
                  <a:moveTo>
                    <a:pt x="0" y="56740"/>
                  </a:moveTo>
                  <a:lnTo>
                    <a:pt x="33579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5" name="Output_receptor__5424">
              <a:extLst>
                <a:ext uri="{FF2B5EF4-FFF2-40B4-BE49-F238E27FC236}">
                  <a16:creationId xmlns:a16="http://schemas.microsoft.com/office/drawing/2014/main" id="{B246037D-4AF0-ED7E-714C-15362730CB14}"/>
                </a:ext>
              </a:extLst>
            </p:cNvPr>
            <p:cNvSpPr>
              <a:spLocks noGrp="1"/>
            </p:cNvSpPr>
            <p:nvPr/>
          </p:nvSpPr>
          <p:spPr>
            <a:xfrm>
              <a:off x="15992929" y="2722208"/>
              <a:ext cx="57720" cy="18136"/>
            </a:xfrm>
            <a:custGeom>
              <a:avLst/>
              <a:gdLst/>
              <a:ahLst/>
              <a:cxnLst/>
              <a:rect l="0" t="0" r="0" b="0"/>
              <a:pathLst>
                <a:path w="57720" h="18136">
                  <a:moveTo>
                    <a:pt x="57720" y="181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6" name="Output_receptor__5425">
              <a:extLst>
                <a:ext uri="{FF2B5EF4-FFF2-40B4-BE49-F238E27FC236}">
                  <a16:creationId xmlns:a16="http://schemas.microsoft.com/office/drawing/2014/main" id="{1C512F9B-5E9A-06DF-3166-5C0F16D83CC0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535147"/>
              <a:ext cx="12157" cy="67580"/>
            </a:xfrm>
            <a:custGeom>
              <a:avLst/>
              <a:gdLst/>
              <a:ahLst/>
              <a:cxnLst/>
              <a:rect l="0" t="0" r="0" b="0"/>
              <a:pathLst>
                <a:path w="12157" h="67580">
                  <a:moveTo>
                    <a:pt x="12157" y="0"/>
                  </a:moveTo>
                  <a:lnTo>
                    <a:pt x="0" y="6758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7" name="Output_receptor__5426">
              <a:extLst>
                <a:ext uri="{FF2B5EF4-FFF2-40B4-BE49-F238E27FC236}">
                  <a16:creationId xmlns:a16="http://schemas.microsoft.com/office/drawing/2014/main" id="{D5F3AFBF-C5BF-17E8-69A9-C690F32C4008}"/>
                </a:ext>
              </a:extLst>
            </p:cNvPr>
            <p:cNvSpPr>
              <a:spLocks noGrp="1"/>
            </p:cNvSpPr>
            <p:nvPr/>
          </p:nvSpPr>
          <p:spPr>
            <a:xfrm>
              <a:off x="15568841" y="2757520"/>
              <a:ext cx="67520" cy="2751"/>
            </a:xfrm>
            <a:custGeom>
              <a:avLst/>
              <a:gdLst/>
              <a:ahLst/>
              <a:cxnLst/>
              <a:rect l="0" t="0" r="0" b="0"/>
              <a:pathLst>
                <a:path w="67520" h="2751">
                  <a:moveTo>
                    <a:pt x="0" y="2751"/>
                  </a:moveTo>
                  <a:lnTo>
                    <a:pt x="6752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8" name="Output_receptor__5427">
              <a:extLst>
                <a:ext uri="{FF2B5EF4-FFF2-40B4-BE49-F238E27FC236}">
                  <a16:creationId xmlns:a16="http://schemas.microsoft.com/office/drawing/2014/main" id="{AA778DAC-5341-FC8C-11BA-3D15B4683EB0}"/>
                </a:ext>
              </a:extLst>
            </p:cNvPr>
            <p:cNvSpPr>
              <a:spLocks noGrp="1"/>
            </p:cNvSpPr>
            <p:nvPr/>
          </p:nvSpPr>
          <p:spPr>
            <a:xfrm>
              <a:off x="16052566" y="3318434"/>
              <a:ext cx="25543" cy="32982"/>
            </a:xfrm>
            <a:custGeom>
              <a:avLst/>
              <a:gdLst/>
              <a:ahLst/>
              <a:cxnLst/>
              <a:rect l="0" t="0" r="0" b="0"/>
              <a:pathLst>
                <a:path w="25543" h="32982">
                  <a:moveTo>
                    <a:pt x="0" y="0"/>
                  </a:moveTo>
                  <a:lnTo>
                    <a:pt x="25543" y="3298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9" name="Output_receptor__5428">
              <a:extLst>
                <a:ext uri="{FF2B5EF4-FFF2-40B4-BE49-F238E27FC236}">
                  <a16:creationId xmlns:a16="http://schemas.microsoft.com/office/drawing/2014/main" id="{D528D7B4-31AF-8023-BA48-33F1FD1334A2}"/>
                </a:ext>
              </a:extLst>
            </p:cNvPr>
            <p:cNvSpPr>
              <a:spLocks noGrp="1"/>
            </p:cNvSpPr>
            <p:nvPr/>
          </p:nvSpPr>
          <p:spPr>
            <a:xfrm>
              <a:off x="15553162" y="3846075"/>
              <a:ext cx="33710" cy="1767"/>
            </a:xfrm>
            <a:custGeom>
              <a:avLst/>
              <a:gdLst/>
              <a:ahLst/>
              <a:cxnLst/>
              <a:rect l="0" t="0" r="0" b="0"/>
              <a:pathLst>
                <a:path w="33710" h="1767">
                  <a:moveTo>
                    <a:pt x="0" y="0"/>
                  </a:moveTo>
                  <a:lnTo>
                    <a:pt x="33710" y="176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0" name="Output_receptor__5429">
              <a:extLst>
                <a:ext uri="{FF2B5EF4-FFF2-40B4-BE49-F238E27FC236}">
                  <a16:creationId xmlns:a16="http://schemas.microsoft.com/office/drawing/2014/main" id="{6911B985-6A0F-9B05-C53E-725376CB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89789" y="3636536"/>
              <a:ext cx="63833" cy="17422"/>
            </a:xfrm>
            <a:custGeom>
              <a:avLst/>
              <a:gdLst/>
              <a:ahLst/>
              <a:cxnLst/>
              <a:rect l="0" t="0" r="0" b="0"/>
              <a:pathLst>
                <a:path w="63833" h="17422">
                  <a:moveTo>
                    <a:pt x="0" y="17422"/>
                  </a:moveTo>
                  <a:lnTo>
                    <a:pt x="6383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1" name="Output_receptor__5430">
              <a:extLst>
                <a:ext uri="{FF2B5EF4-FFF2-40B4-BE49-F238E27FC236}">
                  <a16:creationId xmlns:a16="http://schemas.microsoft.com/office/drawing/2014/main" id="{A0C4D539-DE7D-73AF-81F1-C52E1FB8732A}"/>
                </a:ext>
              </a:extLst>
            </p:cNvPr>
            <p:cNvSpPr>
              <a:spLocks noGrp="1"/>
            </p:cNvSpPr>
            <p:nvPr/>
          </p:nvSpPr>
          <p:spPr>
            <a:xfrm>
              <a:off x="15679492" y="3233441"/>
              <a:ext cx="61916" cy="12522"/>
            </a:xfrm>
            <a:custGeom>
              <a:avLst/>
              <a:gdLst/>
              <a:ahLst/>
              <a:cxnLst/>
              <a:rect l="0" t="0" r="0" b="0"/>
              <a:pathLst>
                <a:path w="61916" h="12522">
                  <a:moveTo>
                    <a:pt x="0" y="0"/>
                  </a:moveTo>
                  <a:lnTo>
                    <a:pt x="61916" y="1252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2" name="Output_receptor__5431">
              <a:extLst>
                <a:ext uri="{FF2B5EF4-FFF2-40B4-BE49-F238E27FC236}">
                  <a16:creationId xmlns:a16="http://schemas.microsoft.com/office/drawing/2014/main" id="{9B6BC697-A62A-0BF9-5E21-59CD57452E34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31008"/>
              <a:ext cx="15899" cy="60857"/>
            </a:xfrm>
            <a:custGeom>
              <a:avLst/>
              <a:gdLst/>
              <a:ahLst/>
              <a:cxnLst/>
              <a:rect l="0" t="0" r="0" b="0"/>
              <a:pathLst>
                <a:path w="15899" h="60857">
                  <a:moveTo>
                    <a:pt x="0" y="60857"/>
                  </a:moveTo>
                  <a:lnTo>
                    <a:pt x="15899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3" name="Output_receptor__5432">
              <a:extLst>
                <a:ext uri="{FF2B5EF4-FFF2-40B4-BE49-F238E27FC236}">
                  <a16:creationId xmlns:a16="http://schemas.microsoft.com/office/drawing/2014/main" id="{E97F545F-DFD5-6CC3-5C7C-36C62EEB575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600774"/>
              <a:ext cx="69294" cy="19349"/>
            </a:xfrm>
            <a:custGeom>
              <a:avLst/>
              <a:gdLst/>
              <a:ahLst/>
              <a:cxnLst/>
              <a:rect l="0" t="0" r="0" b="0"/>
              <a:pathLst>
                <a:path w="69294" h="19349">
                  <a:moveTo>
                    <a:pt x="69294" y="193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4" name="Output_receptor__5433">
              <a:extLst>
                <a:ext uri="{FF2B5EF4-FFF2-40B4-BE49-F238E27FC236}">
                  <a16:creationId xmlns:a16="http://schemas.microsoft.com/office/drawing/2014/main" id="{FE5D11FD-FD97-DEAD-3D8E-520619BBD731}"/>
                </a:ext>
              </a:extLst>
            </p:cNvPr>
            <p:cNvSpPr>
              <a:spLocks noGrp="1"/>
            </p:cNvSpPr>
            <p:nvPr/>
          </p:nvSpPr>
          <p:spPr>
            <a:xfrm>
              <a:off x="16109014" y="2542599"/>
              <a:ext cx="68658" cy="15851"/>
            </a:xfrm>
            <a:custGeom>
              <a:avLst/>
              <a:gdLst/>
              <a:ahLst/>
              <a:cxnLst/>
              <a:rect l="0" t="0" r="0" b="0"/>
              <a:pathLst>
                <a:path w="68658" h="15851">
                  <a:moveTo>
                    <a:pt x="68658" y="0"/>
                  </a:moveTo>
                  <a:lnTo>
                    <a:pt x="0" y="1585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5" name="Output_receptor__5434">
              <a:extLst>
                <a:ext uri="{FF2B5EF4-FFF2-40B4-BE49-F238E27FC236}">
                  <a16:creationId xmlns:a16="http://schemas.microsoft.com/office/drawing/2014/main" id="{95048997-E30F-6050-B662-E52C76E8FFEA}"/>
                </a:ext>
              </a:extLst>
            </p:cNvPr>
            <p:cNvSpPr>
              <a:spLocks noGrp="1"/>
            </p:cNvSpPr>
            <p:nvPr/>
          </p:nvSpPr>
          <p:spPr>
            <a:xfrm>
              <a:off x="15440047" y="3115316"/>
              <a:ext cx="25296" cy="25610"/>
            </a:xfrm>
            <a:custGeom>
              <a:avLst/>
              <a:gdLst/>
              <a:ahLst/>
              <a:cxnLst/>
              <a:rect l="0" t="0" r="0" b="0"/>
              <a:pathLst>
                <a:path w="25296" h="25610">
                  <a:moveTo>
                    <a:pt x="0" y="25610"/>
                  </a:moveTo>
                  <a:lnTo>
                    <a:pt x="25296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6" name="Output_receptor__5435">
              <a:extLst>
                <a:ext uri="{FF2B5EF4-FFF2-40B4-BE49-F238E27FC236}">
                  <a16:creationId xmlns:a16="http://schemas.microsoft.com/office/drawing/2014/main" id="{121E155A-B704-96F9-56EC-FEDF9B1BC11E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1341"/>
              <a:ext cx="67638" cy="3336"/>
            </a:xfrm>
            <a:custGeom>
              <a:avLst/>
              <a:gdLst/>
              <a:ahLst/>
              <a:cxnLst/>
              <a:rect l="0" t="0" r="0" b="0"/>
              <a:pathLst>
                <a:path w="67638" h="3336">
                  <a:moveTo>
                    <a:pt x="67638" y="0"/>
                  </a:moveTo>
                  <a:lnTo>
                    <a:pt x="0" y="333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7" name="Output_receptor__5436">
              <a:extLst>
                <a:ext uri="{FF2B5EF4-FFF2-40B4-BE49-F238E27FC236}">
                  <a16:creationId xmlns:a16="http://schemas.microsoft.com/office/drawing/2014/main" id="{0F73B2A5-55F9-18AB-8F6D-6A4682CA7890}"/>
                </a:ext>
              </a:extLst>
            </p:cNvPr>
            <p:cNvSpPr>
              <a:spLocks noGrp="1"/>
            </p:cNvSpPr>
            <p:nvPr/>
          </p:nvSpPr>
          <p:spPr>
            <a:xfrm>
              <a:off x="15525345" y="2760271"/>
              <a:ext cx="43496" cy="47861"/>
            </a:xfrm>
            <a:custGeom>
              <a:avLst/>
              <a:gdLst/>
              <a:ahLst/>
              <a:cxnLst/>
              <a:rect l="0" t="0" r="0" b="0"/>
              <a:pathLst>
                <a:path w="43496" h="47861">
                  <a:moveTo>
                    <a:pt x="0" y="47861"/>
                  </a:moveTo>
                  <a:lnTo>
                    <a:pt x="4349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8" name="Output_receptor__5437">
              <a:extLst>
                <a:ext uri="{FF2B5EF4-FFF2-40B4-BE49-F238E27FC236}">
                  <a16:creationId xmlns:a16="http://schemas.microsoft.com/office/drawing/2014/main" id="{3D708EC8-273F-2F7B-253B-A76B5AB9A562}"/>
                </a:ext>
              </a:extLst>
            </p:cNvPr>
            <p:cNvSpPr>
              <a:spLocks noGrp="1"/>
            </p:cNvSpPr>
            <p:nvPr/>
          </p:nvSpPr>
          <p:spPr>
            <a:xfrm>
              <a:off x="15462347" y="2808132"/>
              <a:ext cx="62998" cy="16462"/>
            </a:xfrm>
            <a:custGeom>
              <a:avLst/>
              <a:gdLst/>
              <a:ahLst/>
              <a:cxnLst/>
              <a:rect l="0" t="0" r="0" b="0"/>
              <a:pathLst>
                <a:path w="62998" h="16462">
                  <a:moveTo>
                    <a:pt x="0" y="16462"/>
                  </a:moveTo>
                  <a:lnTo>
                    <a:pt x="62998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9" name="Output_receptor__5438">
              <a:extLst>
                <a:ext uri="{FF2B5EF4-FFF2-40B4-BE49-F238E27FC236}">
                  <a16:creationId xmlns:a16="http://schemas.microsoft.com/office/drawing/2014/main" id="{FBC7E4D3-DCCA-19F7-3055-8C7457DAC63A}"/>
                </a:ext>
              </a:extLst>
            </p:cNvPr>
            <p:cNvSpPr>
              <a:spLocks noGrp="1"/>
            </p:cNvSpPr>
            <p:nvPr/>
          </p:nvSpPr>
          <p:spPr>
            <a:xfrm>
              <a:off x="16102667" y="2898206"/>
              <a:ext cx="14912" cy="29024"/>
            </a:xfrm>
            <a:custGeom>
              <a:avLst/>
              <a:gdLst/>
              <a:ahLst/>
              <a:cxnLst/>
              <a:rect l="0" t="0" r="0" b="0"/>
              <a:pathLst>
                <a:path w="14912" h="29024">
                  <a:moveTo>
                    <a:pt x="0" y="29024"/>
                  </a:moveTo>
                  <a:lnTo>
                    <a:pt x="1491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0" name="Output_receptor__5439">
              <a:extLst>
                <a:ext uri="{FF2B5EF4-FFF2-40B4-BE49-F238E27FC236}">
                  <a16:creationId xmlns:a16="http://schemas.microsoft.com/office/drawing/2014/main" id="{B74E7145-61BE-7E9D-2840-F35EA8B5E52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532312"/>
              <a:ext cx="23791" cy="68462"/>
            </a:xfrm>
            <a:custGeom>
              <a:avLst/>
              <a:gdLst/>
              <a:ahLst/>
              <a:cxnLst/>
              <a:rect l="0" t="0" r="0" b="0"/>
              <a:pathLst>
                <a:path w="23791" h="68462">
                  <a:moveTo>
                    <a:pt x="0" y="68462"/>
                  </a:moveTo>
                  <a:lnTo>
                    <a:pt x="23791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1" name="Output_receptor__5440">
              <a:extLst>
                <a:ext uri="{FF2B5EF4-FFF2-40B4-BE49-F238E27FC236}">
                  <a16:creationId xmlns:a16="http://schemas.microsoft.com/office/drawing/2014/main" id="{263CB6A2-4231-1C67-3DF8-9301E3753F4A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80038"/>
              <a:ext cx="3221" cy="70324"/>
            </a:xfrm>
            <a:custGeom>
              <a:avLst/>
              <a:gdLst/>
              <a:ahLst/>
              <a:cxnLst/>
              <a:rect l="0" t="0" r="0" b="0"/>
              <a:pathLst>
                <a:path w="3221" h="70324">
                  <a:moveTo>
                    <a:pt x="0" y="0"/>
                  </a:moveTo>
                  <a:lnTo>
                    <a:pt x="3221" y="70324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2" name="Output_receptor__5441">
              <a:extLst>
                <a:ext uri="{FF2B5EF4-FFF2-40B4-BE49-F238E27FC236}">
                  <a16:creationId xmlns:a16="http://schemas.microsoft.com/office/drawing/2014/main" id="{F81A65E5-2A5E-604F-6873-3A3F2AE932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622" y="2824594"/>
              <a:ext cx="54725" cy="10200"/>
            </a:xfrm>
            <a:custGeom>
              <a:avLst/>
              <a:gdLst/>
              <a:ahLst/>
              <a:cxnLst/>
              <a:rect l="0" t="0" r="0" b="0"/>
              <a:pathLst>
                <a:path w="54725" h="10200">
                  <a:moveTo>
                    <a:pt x="0" y="10200"/>
                  </a:moveTo>
                  <a:lnTo>
                    <a:pt x="54725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3" name="Output_receptor__5442">
              <a:extLst>
                <a:ext uri="{FF2B5EF4-FFF2-40B4-BE49-F238E27FC236}">
                  <a16:creationId xmlns:a16="http://schemas.microsoft.com/office/drawing/2014/main" id="{D0767D2E-203C-54EA-3EAA-9AE7E9BD368A}"/>
                </a:ext>
              </a:extLst>
            </p:cNvPr>
            <p:cNvSpPr>
              <a:spLocks noGrp="1"/>
            </p:cNvSpPr>
            <p:nvPr/>
          </p:nvSpPr>
          <p:spPr>
            <a:xfrm>
              <a:off x="16372423" y="3384025"/>
              <a:ext cx="58301" cy="28466"/>
            </a:xfrm>
            <a:custGeom>
              <a:avLst/>
              <a:gdLst/>
              <a:ahLst/>
              <a:cxnLst/>
              <a:rect l="0" t="0" r="0" b="0"/>
              <a:pathLst>
                <a:path w="58301" h="28466">
                  <a:moveTo>
                    <a:pt x="58301" y="28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4" name="Output_receptor__5443">
              <a:extLst>
                <a:ext uri="{FF2B5EF4-FFF2-40B4-BE49-F238E27FC236}">
                  <a16:creationId xmlns:a16="http://schemas.microsoft.com/office/drawing/2014/main" id="{AB774643-EE01-41F4-F4FC-F37C3B2DEA19}"/>
                </a:ext>
              </a:extLst>
            </p:cNvPr>
            <p:cNvSpPr>
              <a:spLocks noGrp="1"/>
            </p:cNvSpPr>
            <p:nvPr/>
          </p:nvSpPr>
          <p:spPr>
            <a:xfrm>
              <a:off x="15675856" y="3718918"/>
              <a:ext cx="35682" cy="6926"/>
            </a:xfrm>
            <a:custGeom>
              <a:avLst/>
              <a:gdLst/>
              <a:ahLst/>
              <a:cxnLst/>
              <a:rect l="0" t="0" r="0" b="0"/>
              <a:pathLst>
                <a:path w="35682" h="6926">
                  <a:moveTo>
                    <a:pt x="0" y="0"/>
                  </a:moveTo>
                  <a:lnTo>
                    <a:pt x="35682" y="692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5" name="Output_receptor__5444">
              <a:extLst>
                <a:ext uri="{FF2B5EF4-FFF2-40B4-BE49-F238E27FC236}">
                  <a16:creationId xmlns:a16="http://schemas.microsoft.com/office/drawing/2014/main" id="{8F2F8BF0-3803-9B0D-0316-3BCB0404B9AF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46904" cy="34924"/>
            </a:xfrm>
            <a:custGeom>
              <a:avLst/>
              <a:gdLst/>
              <a:ahLst/>
              <a:cxnLst/>
              <a:rect l="0" t="0" r="0" b="0"/>
              <a:pathLst>
                <a:path w="46904" h="34924">
                  <a:moveTo>
                    <a:pt x="0" y="0"/>
                  </a:moveTo>
                  <a:lnTo>
                    <a:pt x="46904" y="3492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6" name="Output_receptor__5445">
              <a:extLst>
                <a:ext uri="{FF2B5EF4-FFF2-40B4-BE49-F238E27FC236}">
                  <a16:creationId xmlns:a16="http://schemas.microsoft.com/office/drawing/2014/main" id="{3696ACFE-FE6B-AE2F-2E22-20301E591927}"/>
                </a:ext>
              </a:extLst>
            </p:cNvPr>
            <p:cNvSpPr>
              <a:spLocks noGrp="1"/>
            </p:cNvSpPr>
            <p:nvPr/>
          </p:nvSpPr>
          <p:spPr>
            <a:xfrm>
              <a:off x="15115338" y="2895145"/>
              <a:ext cx="39171" cy="27958"/>
            </a:xfrm>
            <a:custGeom>
              <a:avLst/>
              <a:gdLst/>
              <a:ahLst/>
              <a:cxnLst/>
              <a:rect l="0" t="0" r="0" b="0"/>
              <a:pathLst>
                <a:path w="39171" h="27958">
                  <a:moveTo>
                    <a:pt x="39171" y="0"/>
                  </a:moveTo>
                  <a:lnTo>
                    <a:pt x="0" y="2795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7" name="Output_receptor__5446">
              <a:extLst>
                <a:ext uri="{FF2B5EF4-FFF2-40B4-BE49-F238E27FC236}">
                  <a16:creationId xmlns:a16="http://schemas.microsoft.com/office/drawing/2014/main" id="{81739C81-8AF5-AD5B-F543-937BB44732CA}"/>
                </a:ext>
              </a:extLst>
            </p:cNvPr>
            <p:cNvSpPr>
              <a:spLocks noGrp="1"/>
            </p:cNvSpPr>
            <p:nvPr/>
          </p:nvSpPr>
          <p:spPr>
            <a:xfrm>
              <a:off x="15013138" y="3158318"/>
              <a:ext cx="8920" cy="51462"/>
            </a:xfrm>
            <a:custGeom>
              <a:avLst/>
              <a:gdLst/>
              <a:ahLst/>
              <a:cxnLst/>
              <a:rect l="0" t="0" r="0" b="0"/>
              <a:pathLst>
                <a:path w="8920" h="51462">
                  <a:moveTo>
                    <a:pt x="8920" y="0"/>
                  </a:moveTo>
                  <a:lnTo>
                    <a:pt x="0" y="514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8" name="Output_receptor__5447">
              <a:extLst>
                <a:ext uri="{FF2B5EF4-FFF2-40B4-BE49-F238E27FC236}">
                  <a16:creationId xmlns:a16="http://schemas.microsoft.com/office/drawing/2014/main" id="{BD1DA60C-F8E6-1B33-B793-1901EE0BF8E6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76903"/>
              <a:ext cx="10578" cy="70479"/>
            </a:xfrm>
            <a:custGeom>
              <a:avLst/>
              <a:gdLst/>
              <a:ahLst/>
              <a:cxnLst/>
              <a:rect l="0" t="0" r="0" b="0"/>
              <a:pathLst>
                <a:path w="10578" h="70479">
                  <a:moveTo>
                    <a:pt x="0" y="0"/>
                  </a:moveTo>
                  <a:lnTo>
                    <a:pt x="10578" y="704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9" name="Output_receptor__5448">
              <a:extLst>
                <a:ext uri="{FF2B5EF4-FFF2-40B4-BE49-F238E27FC236}">
                  <a16:creationId xmlns:a16="http://schemas.microsoft.com/office/drawing/2014/main" id="{5D39E421-CD8B-F9F8-4B85-61B7DBFCD46D}"/>
                </a:ext>
              </a:extLst>
            </p:cNvPr>
            <p:cNvSpPr>
              <a:spLocks noGrp="1"/>
            </p:cNvSpPr>
            <p:nvPr/>
          </p:nvSpPr>
          <p:spPr>
            <a:xfrm>
              <a:off x="15801693" y="3534492"/>
              <a:ext cx="40540" cy="57662"/>
            </a:xfrm>
            <a:custGeom>
              <a:avLst/>
              <a:gdLst/>
              <a:ahLst/>
              <a:cxnLst/>
              <a:rect l="0" t="0" r="0" b="0"/>
              <a:pathLst>
                <a:path w="40540" h="57662">
                  <a:moveTo>
                    <a:pt x="0" y="0"/>
                  </a:moveTo>
                  <a:lnTo>
                    <a:pt x="40540" y="576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0" name="Output_receptor__5449">
              <a:extLst>
                <a:ext uri="{FF2B5EF4-FFF2-40B4-BE49-F238E27FC236}">
                  <a16:creationId xmlns:a16="http://schemas.microsoft.com/office/drawing/2014/main" id="{189671E2-0E06-507F-CCDA-605C0CE0FF6F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96859"/>
              <a:ext cx="24358" cy="59324"/>
            </a:xfrm>
            <a:custGeom>
              <a:avLst/>
              <a:gdLst/>
              <a:ahLst/>
              <a:cxnLst/>
              <a:rect l="0" t="0" r="0" b="0"/>
              <a:pathLst>
                <a:path w="24358" h="59324">
                  <a:moveTo>
                    <a:pt x="24358" y="593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1" name="Output_receptor__5450">
              <a:extLst>
                <a:ext uri="{FF2B5EF4-FFF2-40B4-BE49-F238E27FC236}">
                  <a16:creationId xmlns:a16="http://schemas.microsoft.com/office/drawing/2014/main" id="{1DD21861-EF8F-B674-0A00-0C2D6A81E1CA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760" cy="48666"/>
            </a:xfrm>
            <a:custGeom>
              <a:avLst/>
              <a:gdLst/>
              <a:ahLst/>
              <a:cxnLst/>
              <a:rect l="0" t="0" r="0" b="0"/>
              <a:pathLst>
                <a:path w="5760" h="48666">
                  <a:moveTo>
                    <a:pt x="0" y="0"/>
                  </a:moveTo>
                  <a:lnTo>
                    <a:pt x="5760" y="4866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2" name="Output_receptor__5451">
              <a:extLst>
                <a:ext uri="{FF2B5EF4-FFF2-40B4-BE49-F238E27FC236}">
                  <a16:creationId xmlns:a16="http://schemas.microsoft.com/office/drawing/2014/main" id="{53B61CDE-687E-788E-3C46-70038F54B5DA}"/>
                </a:ext>
              </a:extLst>
            </p:cNvPr>
            <p:cNvSpPr>
              <a:spLocks noGrp="1"/>
            </p:cNvSpPr>
            <p:nvPr/>
          </p:nvSpPr>
          <p:spPr>
            <a:xfrm>
              <a:off x="16025592" y="2960159"/>
              <a:ext cx="18052" cy="58288"/>
            </a:xfrm>
            <a:custGeom>
              <a:avLst/>
              <a:gdLst/>
              <a:ahLst/>
              <a:cxnLst/>
              <a:rect l="0" t="0" r="0" b="0"/>
              <a:pathLst>
                <a:path w="18052" h="58288">
                  <a:moveTo>
                    <a:pt x="0" y="58288"/>
                  </a:moveTo>
                  <a:lnTo>
                    <a:pt x="18052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3" name="Output_receptor__5452">
              <a:extLst>
                <a:ext uri="{FF2B5EF4-FFF2-40B4-BE49-F238E27FC236}">
                  <a16:creationId xmlns:a16="http://schemas.microsoft.com/office/drawing/2014/main" id="{659284D6-6795-FED9-2925-75BDB903892D}"/>
                </a:ext>
              </a:extLst>
            </p:cNvPr>
            <p:cNvSpPr>
              <a:spLocks noGrp="1"/>
            </p:cNvSpPr>
            <p:nvPr/>
          </p:nvSpPr>
          <p:spPr>
            <a:xfrm>
              <a:off x="15327399" y="3495968"/>
              <a:ext cx="46318" cy="786"/>
            </a:xfrm>
            <a:custGeom>
              <a:avLst/>
              <a:gdLst/>
              <a:ahLst/>
              <a:cxnLst/>
              <a:rect l="0" t="0" r="0" b="0"/>
              <a:pathLst>
                <a:path w="46318" h="786">
                  <a:moveTo>
                    <a:pt x="0" y="786"/>
                  </a:moveTo>
                  <a:lnTo>
                    <a:pt x="4631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4" name="Output_receptor__5453">
              <a:extLst>
                <a:ext uri="{FF2B5EF4-FFF2-40B4-BE49-F238E27FC236}">
                  <a16:creationId xmlns:a16="http://schemas.microsoft.com/office/drawing/2014/main" id="{A834B517-F12F-F3B1-869D-6D5B328101F5}"/>
                </a:ext>
              </a:extLst>
            </p:cNvPr>
            <p:cNvSpPr>
              <a:spLocks noGrp="1"/>
            </p:cNvSpPr>
            <p:nvPr/>
          </p:nvSpPr>
          <p:spPr>
            <a:xfrm>
              <a:off x="15454263" y="3368810"/>
              <a:ext cx="42428" cy="24314"/>
            </a:xfrm>
            <a:custGeom>
              <a:avLst/>
              <a:gdLst/>
              <a:ahLst/>
              <a:cxnLst/>
              <a:rect l="0" t="0" r="0" b="0"/>
              <a:pathLst>
                <a:path w="42428" h="24314">
                  <a:moveTo>
                    <a:pt x="42428" y="0"/>
                  </a:moveTo>
                  <a:lnTo>
                    <a:pt x="0" y="24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5" name="Output_receptor__5454">
              <a:extLst>
                <a:ext uri="{FF2B5EF4-FFF2-40B4-BE49-F238E27FC236}">
                  <a16:creationId xmlns:a16="http://schemas.microsoft.com/office/drawing/2014/main" id="{FC34D4D4-BDCD-0FC9-06D0-7116B7DACCA9}"/>
                </a:ext>
              </a:extLst>
            </p:cNvPr>
            <p:cNvSpPr>
              <a:spLocks noGrp="1"/>
            </p:cNvSpPr>
            <p:nvPr/>
          </p:nvSpPr>
          <p:spPr>
            <a:xfrm>
              <a:off x="16323682" y="2666965"/>
              <a:ext cx="15300" cy="50272"/>
            </a:xfrm>
            <a:custGeom>
              <a:avLst/>
              <a:gdLst/>
              <a:ahLst/>
              <a:cxnLst/>
              <a:rect l="0" t="0" r="0" b="0"/>
              <a:pathLst>
                <a:path w="15300" h="50272">
                  <a:moveTo>
                    <a:pt x="0" y="50272"/>
                  </a:moveTo>
                  <a:lnTo>
                    <a:pt x="1530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6" name="Output_receptor__5455">
              <a:extLst>
                <a:ext uri="{FF2B5EF4-FFF2-40B4-BE49-F238E27FC236}">
                  <a16:creationId xmlns:a16="http://schemas.microsoft.com/office/drawing/2014/main" id="{B4A290C5-CE1F-AFD6-3143-9059D1E501EA}"/>
                </a:ext>
              </a:extLst>
            </p:cNvPr>
            <p:cNvSpPr>
              <a:spLocks noGrp="1"/>
            </p:cNvSpPr>
            <p:nvPr/>
          </p:nvSpPr>
          <p:spPr>
            <a:xfrm>
              <a:off x="16319676" y="2717238"/>
              <a:ext cx="4007" cy="51437"/>
            </a:xfrm>
            <a:custGeom>
              <a:avLst/>
              <a:gdLst/>
              <a:ahLst/>
              <a:cxnLst/>
              <a:rect l="0" t="0" r="0" b="0"/>
              <a:pathLst>
                <a:path w="4007" h="51437">
                  <a:moveTo>
                    <a:pt x="0" y="51437"/>
                  </a:moveTo>
                  <a:lnTo>
                    <a:pt x="400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7" name="Output_receptor__5456">
              <a:extLst>
                <a:ext uri="{FF2B5EF4-FFF2-40B4-BE49-F238E27FC236}">
                  <a16:creationId xmlns:a16="http://schemas.microsoft.com/office/drawing/2014/main" id="{31A668FE-15AE-48B4-3F93-D2CD2677D0D9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63802"/>
              <a:ext cx="62294" cy="33058"/>
            </a:xfrm>
            <a:custGeom>
              <a:avLst/>
              <a:gdLst/>
              <a:ahLst/>
              <a:cxnLst/>
              <a:rect l="0" t="0" r="0" b="0"/>
              <a:pathLst>
                <a:path w="62294" h="33058">
                  <a:moveTo>
                    <a:pt x="0" y="33058"/>
                  </a:moveTo>
                  <a:lnTo>
                    <a:pt x="6229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8" name="Output_receptor__5457">
              <a:extLst>
                <a:ext uri="{FF2B5EF4-FFF2-40B4-BE49-F238E27FC236}">
                  <a16:creationId xmlns:a16="http://schemas.microsoft.com/office/drawing/2014/main" id="{B7DEE00E-0693-31F5-3D85-51AE53EB2ACC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602728"/>
              <a:ext cx="69485" cy="4078"/>
            </a:xfrm>
            <a:custGeom>
              <a:avLst/>
              <a:gdLst/>
              <a:ahLst/>
              <a:cxnLst/>
              <a:rect l="0" t="0" r="0" b="0"/>
              <a:pathLst>
                <a:path w="69485" h="4078">
                  <a:moveTo>
                    <a:pt x="0" y="0"/>
                  </a:moveTo>
                  <a:lnTo>
                    <a:pt x="69485" y="407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9" name="Output_receptor__5458">
              <a:extLst>
                <a:ext uri="{FF2B5EF4-FFF2-40B4-BE49-F238E27FC236}">
                  <a16:creationId xmlns:a16="http://schemas.microsoft.com/office/drawing/2014/main" id="{890A7475-0D88-518D-E37B-534CAB3B77E5}"/>
                </a:ext>
              </a:extLst>
            </p:cNvPr>
            <p:cNvSpPr>
              <a:spLocks noGrp="1"/>
            </p:cNvSpPr>
            <p:nvPr/>
          </p:nvSpPr>
          <p:spPr>
            <a:xfrm>
              <a:off x="16177671" y="2475361"/>
              <a:ext cx="9004" cy="67237"/>
            </a:xfrm>
            <a:custGeom>
              <a:avLst/>
              <a:gdLst/>
              <a:ahLst/>
              <a:cxnLst/>
              <a:rect l="0" t="0" r="0" b="0"/>
              <a:pathLst>
                <a:path w="9004" h="67237">
                  <a:moveTo>
                    <a:pt x="9004" y="0"/>
                  </a:moveTo>
                  <a:lnTo>
                    <a:pt x="0" y="6723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0" name="Output_receptor__5459">
              <a:extLst>
                <a:ext uri="{FF2B5EF4-FFF2-40B4-BE49-F238E27FC236}">
                  <a16:creationId xmlns:a16="http://schemas.microsoft.com/office/drawing/2014/main" id="{BF4F34EB-64F1-160A-4826-760FA81A06DF}"/>
                </a:ext>
              </a:extLst>
            </p:cNvPr>
            <p:cNvSpPr>
              <a:spLocks noGrp="1"/>
            </p:cNvSpPr>
            <p:nvPr/>
          </p:nvSpPr>
          <p:spPr>
            <a:xfrm>
              <a:off x="15426170" y="3888170"/>
              <a:ext cx="69064" cy="3567"/>
            </a:xfrm>
            <a:custGeom>
              <a:avLst/>
              <a:gdLst/>
              <a:ahLst/>
              <a:cxnLst/>
              <a:rect l="0" t="0" r="0" b="0"/>
              <a:pathLst>
                <a:path w="69064" h="3567">
                  <a:moveTo>
                    <a:pt x="0" y="3567"/>
                  </a:moveTo>
                  <a:lnTo>
                    <a:pt x="6906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1" name="Output_receptor__5460">
              <a:extLst>
                <a:ext uri="{FF2B5EF4-FFF2-40B4-BE49-F238E27FC236}">
                  <a16:creationId xmlns:a16="http://schemas.microsoft.com/office/drawing/2014/main" id="{6E012194-2093-F75D-A5AA-69201B5FD6AC}"/>
                </a:ext>
              </a:extLst>
            </p:cNvPr>
            <p:cNvSpPr>
              <a:spLocks noGrp="1"/>
            </p:cNvSpPr>
            <p:nvPr/>
          </p:nvSpPr>
          <p:spPr>
            <a:xfrm>
              <a:off x="15648936" y="3065641"/>
              <a:ext cx="33812" cy="34323"/>
            </a:xfrm>
            <a:custGeom>
              <a:avLst/>
              <a:gdLst/>
              <a:ahLst/>
              <a:cxnLst/>
              <a:rect l="0" t="0" r="0" b="0"/>
              <a:pathLst>
                <a:path w="33812" h="34323">
                  <a:moveTo>
                    <a:pt x="33812" y="0"/>
                  </a:moveTo>
                  <a:lnTo>
                    <a:pt x="0" y="3432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2" name="Output_receptor__5461">
              <a:extLst>
                <a:ext uri="{FF2B5EF4-FFF2-40B4-BE49-F238E27FC236}">
                  <a16:creationId xmlns:a16="http://schemas.microsoft.com/office/drawing/2014/main" id="{7C13954E-2F5E-811F-BE7D-5DF9CF53D401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304457"/>
              <a:ext cx="12143" cy="317"/>
            </a:xfrm>
            <a:custGeom>
              <a:avLst/>
              <a:gdLst/>
              <a:ahLst/>
              <a:cxnLst/>
              <a:rect l="0" t="0" r="0" b="0"/>
              <a:pathLst>
                <a:path w="12143" h="317">
                  <a:moveTo>
                    <a:pt x="12143" y="3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3" name="Output_receptor__5462">
              <a:extLst>
                <a:ext uri="{FF2B5EF4-FFF2-40B4-BE49-F238E27FC236}">
                  <a16:creationId xmlns:a16="http://schemas.microsoft.com/office/drawing/2014/main" id="{A063E64D-1519-B9C4-FDC5-C5649032606E}"/>
                </a:ext>
              </a:extLst>
            </p:cNvPr>
            <p:cNvSpPr>
              <a:spLocks noGrp="1"/>
            </p:cNvSpPr>
            <p:nvPr/>
          </p:nvSpPr>
          <p:spPr>
            <a:xfrm>
              <a:off x="16216818" y="3716092"/>
              <a:ext cx="69933" cy="2278"/>
            </a:xfrm>
            <a:custGeom>
              <a:avLst/>
              <a:gdLst/>
              <a:ahLst/>
              <a:cxnLst/>
              <a:rect l="0" t="0" r="0" b="0"/>
              <a:pathLst>
                <a:path w="69933" h="2278">
                  <a:moveTo>
                    <a:pt x="69933" y="2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4" name="Output_receptor__5463">
              <a:extLst>
                <a:ext uri="{FF2B5EF4-FFF2-40B4-BE49-F238E27FC236}">
                  <a16:creationId xmlns:a16="http://schemas.microsoft.com/office/drawing/2014/main" id="{5663688C-0CE2-99AE-C0FE-3D29469855A3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0173"/>
              <a:ext cx="11124" cy="3471"/>
            </a:xfrm>
            <a:custGeom>
              <a:avLst/>
              <a:gdLst/>
              <a:ahLst/>
              <a:cxnLst/>
              <a:rect l="0" t="0" r="0" b="0"/>
              <a:pathLst>
                <a:path w="11124" h="3471">
                  <a:moveTo>
                    <a:pt x="11124" y="0"/>
                  </a:moveTo>
                  <a:lnTo>
                    <a:pt x="0" y="347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5" name="Output_receptor__5464">
              <a:extLst>
                <a:ext uri="{FF2B5EF4-FFF2-40B4-BE49-F238E27FC236}">
                  <a16:creationId xmlns:a16="http://schemas.microsoft.com/office/drawing/2014/main" id="{6E915B44-7681-E17F-F7DE-0C7DEAC19317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61046" cy="21423"/>
            </a:xfrm>
            <a:custGeom>
              <a:avLst/>
              <a:gdLst/>
              <a:ahLst/>
              <a:cxnLst/>
              <a:rect l="0" t="0" r="0" b="0"/>
              <a:pathLst>
                <a:path w="61046" h="21423">
                  <a:moveTo>
                    <a:pt x="61046" y="21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6" name="Output_receptor__5465">
              <a:extLst>
                <a:ext uri="{FF2B5EF4-FFF2-40B4-BE49-F238E27FC236}">
                  <a16:creationId xmlns:a16="http://schemas.microsoft.com/office/drawing/2014/main" id="{88E99538-462B-6D49-2E88-87327D8F36EA}"/>
                </a:ext>
              </a:extLst>
            </p:cNvPr>
            <p:cNvSpPr>
              <a:spLocks noGrp="1"/>
            </p:cNvSpPr>
            <p:nvPr/>
          </p:nvSpPr>
          <p:spPr>
            <a:xfrm>
              <a:off x="15537055" y="3110200"/>
              <a:ext cx="46815" cy="48093"/>
            </a:xfrm>
            <a:custGeom>
              <a:avLst/>
              <a:gdLst/>
              <a:ahLst/>
              <a:cxnLst/>
              <a:rect l="0" t="0" r="0" b="0"/>
              <a:pathLst>
                <a:path w="46815" h="48093">
                  <a:moveTo>
                    <a:pt x="46815" y="0"/>
                  </a:moveTo>
                  <a:lnTo>
                    <a:pt x="0" y="4809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7" name="Output_receptor__5466">
              <a:extLst>
                <a:ext uri="{FF2B5EF4-FFF2-40B4-BE49-F238E27FC236}">
                  <a16:creationId xmlns:a16="http://schemas.microsoft.com/office/drawing/2014/main" id="{6CD4C9DF-1A4D-EEB7-BDF2-7E33BB523C42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66746"/>
              <a:ext cx="43108" cy="13292"/>
            </a:xfrm>
            <a:custGeom>
              <a:avLst/>
              <a:gdLst/>
              <a:ahLst/>
              <a:cxnLst/>
              <a:rect l="0" t="0" r="0" b="0"/>
              <a:pathLst>
                <a:path w="43108" h="13292">
                  <a:moveTo>
                    <a:pt x="43108" y="0"/>
                  </a:moveTo>
                  <a:lnTo>
                    <a:pt x="0" y="13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8" name="Output_receptor__5467">
              <a:extLst>
                <a:ext uri="{FF2B5EF4-FFF2-40B4-BE49-F238E27FC236}">
                  <a16:creationId xmlns:a16="http://schemas.microsoft.com/office/drawing/2014/main" id="{30CA590C-CBD0-8BEB-ABE1-EA9B09E6FCC5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82792"/>
              <a:ext cx="21891" cy="61655"/>
            </a:xfrm>
            <a:custGeom>
              <a:avLst/>
              <a:gdLst/>
              <a:ahLst/>
              <a:cxnLst/>
              <a:rect l="0" t="0" r="0" b="0"/>
              <a:pathLst>
                <a:path w="21891" h="61655">
                  <a:moveTo>
                    <a:pt x="0" y="0"/>
                  </a:moveTo>
                  <a:lnTo>
                    <a:pt x="21891" y="6165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9" name="Output_receptor__5468">
              <a:extLst>
                <a:ext uri="{FF2B5EF4-FFF2-40B4-BE49-F238E27FC236}">
                  <a16:creationId xmlns:a16="http://schemas.microsoft.com/office/drawing/2014/main" id="{D492CB65-596B-FB05-45FC-9B941C3D57C2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48076"/>
              <a:ext cx="55221" cy="34716"/>
            </a:xfrm>
            <a:custGeom>
              <a:avLst/>
              <a:gdLst/>
              <a:ahLst/>
              <a:cxnLst/>
              <a:rect l="0" t="0" r="0" b="0"/>
              <a:pathLst>
                <a:path w="55221" h="34716">
                  <a:moveTo>
                    <a:pt x="55221" y="0"/>
                  </a:moveTo>
                  <a:lnTo>
                    <a:pt x="0" y="347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0" name="Output_receptor__5469">
              <a:extLst>
                <a:ext uri="{FF2B5EF4-FFF2-40B4-BE49-F238E27FC236}">
                  <a16:creationId xmlns:a16="http://schemas.microsoft.com/office/drawing/2014/main" id="{D2A06BBB-D872-ECB3-8DBC-8C7136BD4C16}"/>
                </a:ext>
              </a:extLst>
            </p:cNvPr>
            <p:cNvSpPr>
              <a:spLocks noGrp="1"/>
            </p:cNvSpPr>
            <p:nvPr/>
          </p:nvSpPr>
          <p:spPr>
            <a:xfrm>
              <a:off x="15370803" y="2737802"/>
              <a:ext cx="67069" cy="6646"/>
            </a:xfrm>
            <a:custGeom>
              <a:avLst/>
              <a:gdLst/>
              <a:ahLst/>
              <a:cxnLst/>
              <a:rect l="0" t="0" r="0" b="0"/>
              <a:pathLst>
                <a:path w="67069" h="6646">
                  <a:moveTo>
                    <a:pt x="0" y="6646"/>
                  </a:moveTo>
                  <a:lnTo>
                    <a:pt x="6706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1" name="Output_receptor__5470">
              <a:extLst>
                <a:ext uri="{FF2B5EF4-FFF2-40B4-BE49-F238E27FC236}">
                  <a16:creationId xmlns:a16="http://schemas.microsoft.com/office/drawing/2014/main" id="{E524AF55-32D2-CEB1-DCCB-026E8453239D}"/>
                </a:ext>
              </a:extLst>
            </p:cNvPr>
            <p:cNvSpPr>
              <a:spLocks noGrp="1"/>
            </p:cNvSpPr>
            <p:nvPr/>
          </p:nvSpPr>
          <p:spPr>
            <a:xfrm>
              <a:off x="16381052" y="2617024"/>
              <a:ext cx="59503" cy="570"/>
            </a:xfrm>
            <a:custGeom>
              <a:avLst/>
              <a:gdLst/>
              <a:ahLst/>
              <a:cxnLst/>
              <a:rect l="0" t="0" r="0" b="0"/>
              <a:pathLst>
                <a:path w="59503" h="570">
                  <a:moveTo>
                    <a:pt x="59503" y="0"/>
                  </a:moveTo>
                  <a:lnTo>
                    <a:pt x="0" y="57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2" name="Output_receptor__5471">
              <a:extLst>
                <a:ext uri="{FF2B5EF4-FFF2-40B4-BE49-F238E27FC236}">
                  <a16:creationId xmlns:a16="http://schemas.microsoft.com/office/drawing/2014/main" id="{7577AB75-0A2A-DCB0-DA54-F217E210EA0A}"/>
                </a:ext>
              </a:extLst>
            </p:cNvPr>
            <p:cNvSpPr>
              <a:spLocks noGrp="1"/>
            </p:cNvSpPr>
            <p:nvPr/>
          </p:nvSpPr>
          <p:spPr>
            <a:xfrm>
              <a:off x="15407831" y="3140925"/>
              <a:ext cx="32216" cy="63984"/>
            </a:xfrm>
            <a:custGeom>
              <a:avLst/>
              <a:gdLst/>
              <a:ahLst/>
              <a:cxnLst/>
              <a:rect l="0" t="0" r="0" b="0"/>
              <a:pathLst>
                <a:path w="32216" h="63984">
                  <a:moveTo>
                    <a:pt x="0" y="63984"/>
                  </a:moveTo>
                  <a:lnTo>
                    <a:pt x="32216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3" name="Output_receptor__5472">
              <a:extLst>
                <a:ext uri="{FF2B5EF4-FFF2-40B4-BE49-F238E27FC236}">
                  <a16:creationId xmlns:a16="http://schemas.microsoft.com/office/drawing/2014/main" id="{C1602806-90BE-6A2B-B740-8C2B24E47B85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73601"/>
              <a:ext cx="19046" cy="33056"/>
            </a:xfrm>
            <a:custGeom>
              <a:avLst/>
              <a:gdLst/>
              <a:ahLst/>
              <a:cxnLst/>
              <a:rect l="0" t="0" r="0" b="0"/>
              <a:pathLst>
                <a:path w="19046" h="33056">
                  <a:moveTo>
                    <a:pt x="0" y="0"/>
                  </a:moveTo>
                  <a:lnTo>
                    <a:pt x="19046" y="330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4" name="Output_receptor__5473">
              <a:extLst>
                <a:ext uri="{FF2B5EF4-FFF2-40B4-BE49-F238E27FC236}">
                  <a16:creationId xmlns:a16="http://schemas.microsoft.com/office/drawing/2014/main" id="{AFEA99D0-CE17-D509-5F38-395DA5E6F462}"/>
                </a:ext>
              </a:extLst>
            </p:cNvPr>
            <p:cNvSpPr>
              <a:spLocks noGrp="1"/>
            </p:cNvSpPr>
            <p:nvPr/>
          </p:nvSpPr>
          <p:spPr>
            <a:xfrm>
              <a:off x="15364124" y="3888471"/>
              <a:ext cx="62046" cy="3266"/>
            </a:xfrm>
            <a:custGeom>
              <a:avLst/>
              <a:gdLst/>
              <a:ahLst/>
              <a:cxnLst/>
              <a:rect l="0" t="0" r="0" b="0"/>
              <a:pathLst>
                <a:path w="62046" h="3266">
                  <a:moveTo>
                    <a:pt x="0" y="0"/>
                  </a:moveTo>
                  <a:lnTo>
                    <a:pt x="62046" y="326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5" name="Output_receptor__5474">
              <a:extLst>
                <a:ext uri="{FF2B5EF4-FFF2-40B4-BE49-F238E27FC236}">
                  <a16:creationId xmlns:a16="http://schemas.microsoft.com/office/drawing/2014/main" id="{4B316DB0-4CE0-E3C1-6523-982B04FC6941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384025"/>
              <a:ext cx="43883" cy="57389"/>
            </a:xfrm>
            <a:custGeom>
              <a:avLst/>
              <a:gdLst/>
              <a:ahLst/>
              <a:cxnLst/>
              <a:rect l="0" t="0" r="0" b="0"/>
              <a:pathLst>
                <a:path w="43883" h="57389">
                  <a:moveTo>
                    <a:pt x="43883" y="0"/>
                  </a:moveTo>
                  <a:lnTo>
                    <a:pt x="0" y="5738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6" name="Output_receptor__5475">
              <a:extLst>
                <a:ext uri="{FF2B5EF4-FFF2-40B4-BE49-F238E27FC236}">
                  <a16:creationId xmlns:a16="http://schemas.microsoft.com/office/drawing/2014/main" id="{862C5B08-84AC-C4AD-AF3F-BA2FCCDEA312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18544" cy="61863"/>
            </a:xfrm>
            <a:custGeom>
              <a:avLst/>
              <a:gdLst/>
              <a:ahLst/>
              <a:cxnLst/>
              <a:rect l="0" t="0" r="0" b="0"/>
              <a:pathLst>
                <a:path w="18544" h="61863">
                  <a:moveTo>
                    <a:pt x="0" y="0"/>
                  </a:moveTo>
                  <a:lnTo>
                    <a:pt x="18544" y="6186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7" name="Output_receptor__5476">
              <a:extLst>
                <a:ext uri="{FF2B5EF4-FFF2-40B4-BE49-F238E27FC236}">
                  <a16:creationId xmlns:a16="http://schemas.microsoft.com/office/drawing/2014/main" id="{81902A39-2C74-CA99-70EC-61BDB77582A5}"/>
                </a:ext>
              </a:extLst>
            </p:cNvPr>
            <p:cNvSpPr>
              <a:spLocks noGrp="1"/>
            </p:cNvSpPr>
            <p:nvPr/>
          </p:nvSpPr>
          <p:spPr>
            <a:xfrm>
              <a:off x="16286751" y="3718370"/>
              <a:ext cx="2743" cy="72320"/>
            </a:xfrm>
            <a:custGeom>
              <a:avLst/>
              <a:gdLst/>
              <a:ahLst/>
              <a:cxnLst/>
              <a:rect l="0" t="0" r="0" b="0"/>
              <a:pathLst>
                <a:path w="2743" h="72320">
                  <a:moveTo>
                    <a:pt x="2743" y="72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8" name="Output_receptor__5477">
              <a:extLst>
                <a:ext uri="{FF2B5EF4-FFF2-40B4-BE49-F238E27FC236}">
                  <a16:creationId xmlns:a16="http://schemas.microsoft.com/office/drawing/2014/main" id="{D96EF7B9-FCFC-CAEE-7E2B-2D8FD21624D7}"/>
                </a:ext>
              </a:extLst>
            </p:cNvPr>
            <p:cNvSpPr>
              <a:spLocks noGrp="1"/>
            </p:cNvSpPr>
            <p:nvPr/>
          </p:nvSpPr>
          <p:spPr>
            <a:xfrm>
              <a:off x="15495234" y="3846075"/>
              <a:ext cx="57928" cy="42095"/>
            </a:xfrm>
            <a:custGeom>
              <a:avLst/>
              <a:gdLst/>
              <a:ahLst/>
              <a:cxnLst/>
              <a:rect l="0" t="0" r="0" b="0"/>
              <a:pathLst>
                <a:path w="57928" h="42095">
                  <a:moveTo>
                    <a:pt x="0" y="42095"/>
                  </a:moveTo>
                  <a:lnTo>
                    <a:pt x="5792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9" name="Output_receptor__5478">
              <a:extLst>
                <a:ext uri="{FF2B5EF4-FFF2-40B4-BE49-F238E27FC236}">
                  <a16:creationId xmlns:a16="http://schemas.microsoft.com/office/drawing/2014/main" id="{6F02D9BA-C1B0-2F19-00AF-D8FBD5D06C51}"/>
                </a:ext>
              </a:extLst>
            </p:cNvPr>
            <p:cNvSpPr>
              <a:spLocks noGrp="1"/>
            </p:cNvSpPr>
            <p:nvPr/>
          </p:nvSpPr>
          <p:spPr>
            <a:xfrm>
              <a:off x="16060639" y="3404567"/>
              <a:ext cx="6511" cy="30797"/>
            </a:xfrm>
            <a:custGeom>
              <a:avLst/>
              <a:gdLst/>
              <a:ahLst/>
              <a:cxnLst/>
              <a:rect l="0" t="0" r="0" b="0"/>
              <a:pathLst>
                <a:path w="6511" h="30797">
                  <a:moveTo>
                    <a:pt x="0" y="0"/>
                  </a:moveTo>
                  <a:lnTo>
                    <a:pt x="6511" y="3079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0" name="Output_receptor__5479">
              <a:extLst>
                <a:ext uri="{FF2B5EF4-FFF2-40B4-BE49-F238E27FC236}">
                  <a16:creationId xmlns:a16="http://schemas.microsoft.com/office/drawing/2014/main" id="{970A7A82-3FF0-DFFC-AA99-4B10858799F5}"/>
                </a:ext>
              </a:extLst>
            </p:cNvPr>
            <p:cNvSpPr>
              <a:spLocks noGrp="1"/>
            </p:cNvSpPr>
            <p:nvPr/>
          </p:nvSpPr>
          <p:spPr>
            <a:xfrm>
              <a:off x="16129461" y="3599144"/>
              <a:ext cx="15375" cy="20979"/>
            </a:xfrm>
            <a:custGeom>
              <a:avLst/>
              <a:gdLst/>
              <a:ahLst/>
              <a:cxnLst/>
              <a:rect l="0" t="0" r="0" b="0"/>
              <a:pathLst>
                <a:path w="15375" h="20979">
                  <a:moveTo>
                    <a:pt x="15375" y="0"/>
                  </a:moveTo>
                  <a:lnTo>
                    <a:pt x="0" y="209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1" name="Output_receptor__5480">
              <a:extLst>
                <a:ext uri="{FF2B5EF4-FFF2-40B4-BE49-F238E27FC236}">
                  <a16:creationId xmlns:a16="http://schemas.microsoft.com/office/drawing/2014/main" id="{1010D764-3D33-8688-230D-7FE81F410ABF}"/>
                </a:ext>
              </a:extLst>
            </p:cNvPr>
            <p:cNvSpPr>
              <a:spLocks noGrp="1"/>
            </p:cNvSpPr>
            <p:nvPr/>
          </p:nvSpPr>
          <p:spPr>
            <a:xfrm>
              <a:off x="15442789" y="3748398"/>
              <a:ext cx="42883" cy="58450"/>
            </a:xfrm>
            <a:custGeom>
              <a:avLst/>
              <a:gdLst/>
              <a:ahLst/>
              <a:cxnLst/>
              <a:rect l="0" t="0" r="0" b="0"/>
              <a:pathLst>
                <a:path w="42883" h="58450">
                  <a:moveTo>
                    <a:pt x="42883" y="0"/>
                  </a:moveTo>
                  <a:lnTo>
                    <a:pt x="0" y="5845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2" name="Output_receptor__5481">
              <a:extLst>
                <a:ext uri="{FF2B5EF4-FFF2-40B4-BE49-F238E27FC236}">
                  <a16:creationId xmlns:a16="http://schemas.microsoft.com/office/drawing/2014/main" id="{A5E58F3D-DA6C-03C9-F305-C6C4488BA50E}"/>
                </a:ext>
              </a:extLst>
            </p:cNvPr>
            <p:cNvSpPr>
              <a:spLocks noGrp="1"/>
            </p:cNvSpPr>
            <p:nvPr/>
          </p:nvSpPr>
          <p:spPr>
            <a:xfrm>
              <a:off x="15429519" y="3703530"/>
              <a:ext cx="56153" cy="44868"/>
            </a:xfrm>
            <a:custGeom>
              <a:avLst/>
              <a:gdLst/>
              <a:ahLst/>
              <a:cxnLst/>
              <a:rect l="0" t="0" r="0" b="0"/>
              <a:pathLst>
                <a:path w="56153" h="44868">
                  <a:moveTo>
                    <a:pt x="0" y="0"/>
                  </a:moveTo>
                  <a:lnTo>
                    <a:pt x="56153" y="44868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3" name="Output_receptor__5482">
              <a:extLst>
                <a:ext uri="{FF2B5EF4-FFF2-40B4-BE49-F238E27FC236}">
                  <a16:creationId xmlns:a16="http://schemas.microsoft.com/office/drawing/2014/main" id="{4F02878B-1D4D-304B-2CFF-F1F7DCCDE761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34492"/>
              <a:ext cx="57972" cy="37350"/>
            </a:xfrm>
            <a:custGeom>
              <a:avLst/>
              <a:gdLst/>
              <a:ahLst/>
              <a:cxnLst/>
              <a:rect l="0" t="0" r="0" b="0"/>
              <a:pathLst>
                <a:path w="57972" h="37350">
                  <a:moveTo>
                    <a:pt x="0" y="37350"/>
                  </a:moveTo>
                  <a:lnTo>
                    <a:pt x="5797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4" name="Output_receptor__5483">
              <a:extLst>
                <a:ext uri="{FF2B5EF4-FFF2-40B4-BE49-F238E27FC236}">
                  <a16:creationId xmlns:a16="http://schemas.microsoft.com/office/drawing/2014/main" id="{D4CF2D4B-4F73-F19D-2C22-77150775A620}"/>
                </a:ext>
              </a:extLst>
            </p:cNvPr>
            <p:cNvSpPr>
              <a:spLocks noGrp="1"/>
            </p:cNvSpPr>
            <p:nvPr/>
          </p:nvSpPr>
          <p:spPr>
            <a:xfrm>
              <a:off x="15682747" y="3065641"/>
              <a:ext cx="62816" cy="15979"/>
            </a:xfrm>
            <a:custGeom>
              <a:avLst/>
              <a:gdLst/>
              <a:ahLst/>
              <a:cxnLst/>
              <a:rect l="0" t="0" r="0" b="0"/>
              <a:pathLst>
                <a:path w="62816" h="15979">
                  <a:moveTo>
                    <a:pt x="62816" y="159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5" name="Output_receptor__5484">
              <a:extLst>
                <a:ext uri="{FF2B5EF4-FFF2-40B4-BE49-F238E27FC236}">
                  <a16:creationId xmlns:a16="http://schemas.microsoft.com/office/drawing/2014/main" id="{BE32E92B-59FF-D7DE-931A-12FD307056F1}"/>
                </a:ext>
              </a:extLst>
            </p:cNvPr>
            <p:cNvSpPr>
              <a:spLocks noGrp="1"/>
            </p:cNvSpPr>
            <p:nvPr/>
          </p:nvSpPr>
          <p:spPr>
            <a:xfrm>
              <a:off x="16186676" y="2436826"/>
              <a:ext cx="60877" cy="38535"/>
            </a:xfrm>
            <a:custGeom>
              <a:avLst/>
              <a:gdLst/>
              <a:ahLst/>
              <a:cxnLst/>
              <a:rect l="0" t="0" r="0" b="0"/>
              <a:pathLst>
                <a:path w="60877" h="38535">
                  <a:moveTo>
                    <a:pt x="60877" y="0"/>
                  </a:moveTo>
                  <a:lnTo>
                    <a:pt x="0" y="3853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6" name="Output_receptor__5485">
              <a:extLst>
                <a:ext uri="{FF2B5EF4-FFF2-40B4-BE49-F238E27FC236}">
                  <a16:creationId xmlns:a16="http://schemas.microsoft.com/office/drawing/2014/main" id="{D9EC042B-71F1-C7F0-112E-9D8FADE9F803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791263"/>
              <a:ext cx="25247" cy="49948"/>
            </a:xfrm>
            <a:custGeom>
              <a:avLst/>
              <a:gdLst/>
              <a:ahLst/>
              <a:cxnLst/>
              <a:rect l="0" t="0" r="0" b="0"/>
              <a:pathLst>
                <a:path w="25247" h="49948">
                  <a:moveTo>
                    <a:pt x="25247" y="0"/>
                  </a:moveTo>
                  <a:lnTo>
                    <a:pt x="0" y="4994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7" name="Output_receptor__5486">
              <a:extLst>
                <a:ext uri="{FF2B5EF4-FFF2-40B4-BE49-F238E27FC236}">
                  <a16:creationId xmlns:a16="http://schemas.microsoft.com/office/drawing/2014/main" id="{1B85BCAA-4D14-1606-061B-B9F8C9F793B7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91865"/>
              <a:ext cx="63606" cy="10796"/>
            </a:xfrm>
            <a:custGeom>
              <a:avLst/>
              <a:gdLst/>
              <a:ahLst/>
              <a:cxnLst/>
              <a:rect l="0" t="0" r="0" b="0"/>
              <a:pathLst>
                <a:path w="63606" h="10796">
                  <a:moveTo>
                    <a:pt x="63606" y="107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8" name="Output_receptor__5487">
              <a:extLst>
                <a:ext uri="{FF2B5EF4-FFF2-40B4-BE49-F238E27FC236}">
                  <a16:creationId xmlns:a16="http://schemas.microsoft.com/office/drawing/2014/main" id="{6BD6110D-8C34-9FCA-B579-55FCA329A526}"/>
                </a:ext>
              </a:extLst>
            </p:cNvPr>
            <p:cNvSpPr>
              <a:spLocks noGrp="1"/>
            </p:cNvSpPr>
            <p:nvPr/>
          </p:nvSpPr>
          <p:spPr>
            <a:xfrm>
              <a:off x="16226428" y="2730939"/>
              <a:ext cx="2641" cy="70325"/>
            </a:xfrm>
            <a:custGeom>
              <a:avLst/>
              <a:gdLst/>
              <a:ahLst/>
              <a:cxnLst/>
              <a:rect l="0" t="0" r="0" b="0"/>
              <a:pathLst>
                <a:path w="2641" h="70325">
                  <a:moveTo>
                    <a:pt x="0" y="70325"/>
                  </a:moveTo>
                  <a:lnTo>
                    <a:pt x="2641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9" name="Output_receptor__5488">
              <a:extLst>
                <a:ext uri="{FF2B5EF4-FFF2-40B4-BE49-F238E27FC236}">
                  <a16:creationId xmlns:a16="http://schemas.microsoft.com/office/drawing/2014/main" id="{A4F129F4-B55D-CB81-0ED8-CBC269036A3E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841211"/>
              <a:ext cx="95" cy="52407"/>
            </a:xfrm>
            <a:custGeom>
              <a:avLst/>
              <a:gdLst/>
              <a:ahLst/>
              <a:cxnLst/>
              <a:rect l="0" t="0" r="0" b="0"/>
              <a:pathLst>
                <a:path w="95" h="52407">
                  <a:moveTo>
                    <a:pt x="0" y="0"/>
                  </a:moveTo>
                  <a:lnTo>
                    <a:pt x="32" y="5240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0" name="Output_receptor__5489">
              <a:extLst>
                <a:ext uri="{FF2B5EF4-FFF2-40B4-BE49-F238E27FC236}">
                  <a16:creationId xmlns:a16="http://schemas.microsoft.com/office/drawing/2014/main" id="{4883F9BB-0FBC-07AA-C933-3E3A0F43E26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70051"/>
              <a:ext cx="1683" cy="27926"/>
            </a:xfrm>
            <a:custGeom>
              <a:avLst/>
              <a:gdLst/>
              <a:ahLst/>
              <a:cxnLst/>
              <a:rect l="0" t="0" r="0" b="0"/>
              <a:pathLst>
                <a:path w="1683" h="27926">
                  <a:moveTo>
                    <a:pt x="0" y="27926"/>
                  </a:moveTo>
                  <a:lnTo>
                    <a:pt x="168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1" name="Output_receptor__5490">
              <a:extLst>
                <a:ext uri="{FF2B5EF4-FFF2-40B4-BE49-F238E27FC236}">
                  <a16:creationId xmlns:a16="http://schemas.microsoft.com/office/drawing/2014/main" id="{168DB961-1ADD-FFEE-2929-07D0FEB9A199}"/>
                </a:ext>
              </a:extLst>
            </p:cNvPr>
            <p:cNvSpPr>
              <a:spLocks noGrp="1"/>
            </p:cNvSpPr>
            <p:nvPr/>
          </p:nvSpPr>
          <p:spPr>
            <a:xfrm>
              <a:off x="15507889" y="3158293"/>
              <a:ext cx="29166" cy="40429"/>
            </a:xfrm>
            <a:custGeom>
              <a:avLst/>
              <a:gdLst/>
              <a:ahLst/>
              <a:cxnLst/>
              <a:rect l="0" t="0" r="0" b="0"/>
              <a:pathLst>
                <a:path w="29166" h="40429">
                  <a:moveTo>
                    <a:pt x="29166" y="0"/>
                  </a:moveTo>
                  <a:lnTo>
                    <a:pt x="0" y="404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2" name="Output_receptor__5491">
              <a:extLst>
                <a:ext uri="{FF2B5EF4-FFF2-40B4-BE49-F238E27FC236}">
                  <a16:creationId xmlns:a16="http://schemas.microsoft.com/office/drawing/2014/main" id="{23E53EE6-3A19-069B-2EF6-A9E1588B19F1}"/>
                </a:ext>
              </a:extLst>
            </p:cNvPr>
            <p:cNvSpPr>
              <a:spLocks noGrp="1"/>
            </p:cNvSpPr>
            <p:nvPr/>
          </p:nvSpPr>
          <p:spPr>
            <a:xfrm>
              <a:off x="15590080" y="2558233"/>
              <a:ext cx="10556" cy="35607"/>
            </a:xfrm>
            <a:custGeom>
              <a:avLst/>
              <a:gdLst/>
              <a:ahLst/>
              <a:cxnLst/>
              <a:rect l="0" t="0" r="0" b="0"/>
              <a:pathLst>
                <a:path w="10556" h="35607">
                  <a:moveTo>
                    <a:pt x="0" y="35607"/>
                  </a:moveTo>
                  <a:lnTo>
                    <a:pt x="1055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3" name="Output_receptor__5492">
              <a:extLst>
                <a:ext uri="{FF2B5EF4-FFF2-40B4-BE49-F238E27FC236}">
                  <a16:creationId xmlns:a16="http://schemas.microsoft.com/office/drawing/2014/main" id="{84EA54AF-F8E9-07D3-DC3C-17272157747E}"/>
                </a:ext>
              </a:extLst>
            </p:cNvPr>
            <p:cNvSpPr>
              <a:spLocks noGrp="1"/>
            </p:cNvSpPr>
            <p:nvPr/>
          </p:nvSpPr>
          <p:spPr>
            <a:xfrm>
              <a:off x="15437872" y="2734462"/>
              <a:ext cx="53808" cy="3340"/>
            </a:xfrm>
            <a:custGeom>
              <a:avLst/>
              <a:gdLst/>
              <a:ahLst/>
              <a:cxnLst/>
              <a:rect l="0" t="0" r="0" b="0"/>
              <a:pathLst>
                <a:path w="53808" h="3340">
                  <a:moveTo>
                    <a:pt x="0" y="3340"/>
                  </a:moveTo>
                  <a:lnTo>
                    <a:pt x="5380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4" name="Output_receptor__5493">
              <a:extLst>
                <a:ext uri="{FF2B5EF4-FFF2-40B4-BE49-F238E27FC236}">
                  <a16:creationId xmlns:a16="http://schemas.microsoft.com/office/drawing/2014/main" id="{7E3E3394-C203-E4F5-2C16-A98D9018AF79}"/>
                </a:ext>
              </a:extLst>
            </p:cNvPr>
            <p:cNvSpPr>
              <a:spLocks noGrp="1"/>
            </p:cNvSpPr>
            <p:nvPr/>
          </p:nvSpPr>
          <p:spPr>
            <a:xfrm>
              <a:off x="16062065" y="2277473"/>
              <a:ext cx="12282" cy="71141"/>
            </a:xfrm>
            <a:custGeom>
              <a:avLst/>
              <a:gdLst/>
              <a:ahLst/>
              <a:cxnLst/>
              <a:rect l="0" t="0" r="0" b="0"/>
              <a:pathLst>
                <a:path w="12282" h="71141">
                  <a:moveTo>
                    <a:pt x="0" y="71141"/>
                  </a:moveTo>
                  <a:lnTo>
                    <a:pt x="1228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5" name="Output_receptor__5494">
              <a:extLst>
                <a:ext uri="{FF2B5EF4-FFF2-40B4-BE49-F238E27FC236}">
                  <a16:creationId xmlns:a16="http://schemas.microsoft.com/office/drawing/2014/main" id="{B8BE0720-8DD6-B7E3-6744-F14FDB5E4F85}"/>
                </a:ext>
              </a:extLst>
            </p:cNvPr>
            <p:cNvSpPr>
              <a:spLocks noGrp="1"/>
            </p:cNvSpPr>
            <p:nvPr/>
          </p:nvSpPr>
          <p:spPr>
            <a:xfrm>
              <a:off x="15983519" y="3318434"/>
              <a:ext cx="69047" cy="3260"/>
            </a:xfrm>
            <a:custGeom>
              <a:avLst/>
              <a:gdLst/>
              <a:ahLst/>
              <a:cxnLst/>
              <a:rect l="0" t="0" r="0" b="0"/>
              <a:pathLst>
                <a:path w="69047" h="3260">
                  <a:moveTo>
                    <a:pt x="0" y="3260"/>
                  </a:moveTo>
                  <a:lnTo>
                    <a:pt x="6904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6" name="Output_receptor__5495">
              <a:extLst>
                <a:ext uri="{FF2B5EF4-FFF2-40B4-BE49-F238E27FC236}">
                  <a16:creationId xmlns:a16="http://schemas.microsoft.com/office/drawing/2014/main" id="{B0F378F4-5DA5-2B8A-43CE-846008954EA4}"/>
                </a:ext>
              </a:extLst>
            </p:cNvPr>
            <p:cNvSpPr>
              <a:spLocks noGrp="1"/>
            </p:cNvSpPr>
            <p:nvPr/>
          </p:nvSpPr>
          <p:spPr>
            <a:xfrm>
              <a:off x="15944035" y="2766746"/>
              <a:ext cx="45505" cy="49015"/>
            </a:xfrm>
            <a:custGeom>
              <a:avLst/>
              <a:gdLst/>
              <a:ahLst/>
              <a:cxnLst/>
              <a:rect l="0" t="0" r="0" b="0"/>
              <a:pathLst>
                <a:path w="45505" h="49015">
                  <a:moveTo>
                    <a:pt x="45505" y="49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7" name="Output_receptor__5496">
              <a:extLst>
                <a:ext uri="{FF2B5EF4-FFF2-40B4-BE49-F238E27FC236}">
                  <a16:creationId xmlns:a16="http://schemas.microsoft.com/office/drawing/2014/main" id="{894E1D2C-3C1B-FD2B-C234-79FD8F24D907}"/>
                </a:ext>
              </a:extLst>
            </p:cNvPr>
            <p:cNvSpPr>
              <a:spLocks noGrp="1"/>
            </p:cNvSpPr>
            <p:nvPr/>
          </p:nvSpPr>
          <p:spPr>
            <a:xfrm>
              <a:off x="15575014" y="3037746"/>
              <a:ext cx="8856" cy="72454"/>
            </a:xfrm>
            <a:custGeom>
              <a:avLst/>
              <a:gdLst/>
              <a:ahLst/>
              <a:cxnLst/>
              <a:rect l="0" t="0" r="0" b="0"/>
              <a:pathLst>
                <a:path w="8856" h="72454">
                  <a:moveTo>
                    <a:pt x="0" y="0"/>
                  </a:moveTo>
                  <a:lnTo>
                    <a:pt x="8856" y="7245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8" name="Output_receptor__5497">
              <a:extLst>
                <a:ext uri="{FF2B5EF4-FFF2-40B4-BE49-F238E27FC236}">
                  <a16:creationId xmlns:a16="http://schemas.microsoft.com/office/drawing/2014/main" id="{ABCB8672-70A6-BFD2-1193-14F4FD3E6017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60502"/>
              <a:ext cx="17037" cy="16401"/>
            </a:xfrm>
            <a:custGeom>
              <a:avLst/>
              <a:gdLst/>
              <a:ahLst/>
              <a:cxnLst/>
              <a:rect l="0" t="0" r="0" b="0"/>
              <a:pathLst>
                <a:path w="17037" h="16401">
                  <a:moveTo>
                    <a:pt x="17037" y="0"/>
                  </a:moveTo>
                  <a:lnTo>
                    <a:pt x="0" y="1640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9" name="Output_receptor__5498">
              <a:extLst>
                <a:ext uri="{FF2B5EF4-FFF2-40B4-BE49-F238E27FC236}">
                  <a16:creationId xmlns:a16="http://schemas.microsoft.com/office/drawing/2014/main" id="{2E3B4D7C-CC65-6D81-5CA8-3AA0831E1CEB}"/>
                </a:ext>
              </a:extLst>
            </p:cNvPr>
            <p:cNvSpPr>
              <a:spLocks noGrp="1"/>
            </p:cNvSpPr>
            <p:nvPr/>
          </p:nvSpPr>
          <p:spPr>
            <a:xfrm>
              <a:off x="16195508" y="3716092"/>
              <a:ext cx="21311" cy="40445"/>
            </a:xfrm>
            <a:custGeom>
              <a:avLst/>
              <a:gdLst/>
              <a:ahLst/>
              <a:cxnLst/>
              <a:rect l="0" t="0" r="0" b="0"/>
              <a:pathLst>
                <a:path w="21311" h="40445">
                  <a:moveTo>
                    <a:pt x="21311" y="0"/>
                  </a:moveTo>
                  <a:lnTo>
                    <a:pt x="0" y="4044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0" name="Output_receptor__5499">
              <a:extLst>
                <a:ext uri="{FF2B5EF4-FFF2-40B4-BE49-F238E27FC236}">
                  <a16:creationId xmlns:a16="http://schemas.microsoft.com/office/drawing/2014/main" id="{E3242DE8-8BD8-BA51-28C6-C2EB7BFFDEE2}"/>
                </a:ext>
              </a:extLst>
            </p:cNvPr>
            <p:cNvSpPr>
              <a:spLocks noGrp="1"/>
            </p:cNvSpPr>
            <p:nvPr/>
          </p:nvSpPr>
          <p:spPr>
            <a:xfrm>
              <a:off x="15623582" y="3548418"/>
              <a:ext cx="1601" cy="9016"/>
            </a:xfrm>
            <a:custGeom>
              <a:avLst/>
              <a:gdLst/>
              <a:ahLst/>
              <a:cxnLst/>
              <a:rect l="0" t="0" r="0" b="0"/>
              <a:pathLst>
                <a:path w="1601" h="9016">
                  <a:moveTo>
                    <a:pt x="1601" y="0"/>
                  </a:moveTo>
                  <a:lnTo>
                    <a:pt x="0" y="90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1" name="Output_receptor__5500">
              <a:extLst>
                <a:ext uri="{FF2B5EF4-FFF2-40B4-BE49-F238E27FC236}">
                  <a16:creationId xmlns:a16="http://schemas.microsoft.com/office/drawing/2014/main" id="{BA02BD07-E9A8-85C2-F187-B010BACFD567}"/>
                </a:ext>
              </a:extLst>
            </p:cNvPr>
            <p:cNvSpPr>
              <a:spLocks noGrp="1"/>
            </p:cNvSpPr>
            <p:nvPr/>
          </p:nvSpPr>
          <p:spPr>
            <a:xfrm>
              <a:off x="15954015" y="2332827"/>
              <a:ext cx="20042" cy="54829"/>
            </a:xfrm>
            <a:custGeom>
              <a:avLst/>
              <a:gdLst/>
              <a:ahLst/>
              <a:cxnLst/>
              <a:rect l="0" t="0" r="0" b="0"/>
              <a:pathLst>
                <a:path w="20042" h="54829">
                  <a:moveTo>
                    <a:pt x="0" y="54829"/>
                  </a:moveTo>
                  <a:lnTo>
                    <a:pt x="2004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2" name="Output_receptor__5501">
              <a:extLst>
                <a:ext uri="{FF2B5EF4-FFF2-40B4-BE49-F238E27FC236}">
                  <a16:creationId xmlns:a16="http://schemas.microsoft.com/office/drawing/2014/main" id="{C2094675-33AE-CC66-1ACA-06A59479917E}"/>
                </a:ext>
              </a:extLst>
            </p:cNvPr>
            <p:cNvSpPr>
              <a:spLocks noGrp="1"/>
            </p:cNvSpPr>
            <p:nvPr/>
          </p:nvSpPr>
          <p:spPr>
            <a:xfrm>
              <a:off x="15173716" y="3065990"/>
              <a:ext cx="20557" cy="38292"/>
            </a:xfrm>
            <a:custGeom>
              <a:avLst/>
              <a:gdLst/>
              <a:ahLst/>
              <a:cxnLst/>
              <a:rect l="0" t="0" r="0" b="0"/>
              <a:pathLst>
                <a:path w="20557" h="38292">
                  <a:moveTo>
                    <a:pt x="20557" y="0"/>
                  </a:moveTo>
                  <a:lnTo>
                    <a:pt x="0" y="38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3" name="Output_receptor__5502">
              <a:extLst>
                <a:ext uri="{FF2B5EF4-FFF2-40B4-BE49-F238E27FC236}">
                  <a16:creationId xmlns:a16="http://schemas.microsoft.com/office/drawing/2014/main" id="{8B454A51-46D4-1C8B-62CF-DB6F010BE89E}"/>
                </a:ext>
              </a:extLst>
            </p:cNvPr>
            <p:cNvSpPr>
              <a:spLocks noGrp="1"/>
            </p:cNvSpPr>
            <p:nvPr/>
          </p:nvSpPr>
          <p:spPr>
            <a:xfrm>
              <a:off x="16314596" y="3544665"/>
              <a:ext cx="10104" cy="62141"/>
            </a:xfrm>
            <a:custGeom>
              <a:avLst/>
              <a:gdLst/>
              <a:ahLst/>
              <a:cxnLst/>
              <a:rect l="0" t="0" r="0" b="0"/>
              <a:pathLst>
                <a:path w="10104" h="62141">
                  <a:moveTo>
                    <a:pt x="10104" y="621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4" name="Output_receptor__5503">
              <a:extLst>
                <a:ext uri="{FF2B5EF4-FFF2-40B4-BE49-F238E27FC236}">
                  <a16:creationId xmlns:a16="http://schemas.microsoft.com/office/drawing/2014/main" id="{F8A9668B-C3E1-6C5D-3D71-208BA54246C6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79168"/>
              <a:ext cx="62756" cy="30613"/>
            </a:xfrm>
            <a:custGeom>
              <a:avLst/>
              <a:gdLst/>
              <a:ahLst/>
              <a:cxnLst/>
              <a:rect l="0" t="0" r="0" b="0"/>
              <a:pathLst>
                <a:path w="62756" h="30613">
                  <a:moveTo>
                    <a:pt x="62756" y="306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5" name="Output_receptor__5504">
              <a:extLst>
                <a:ext uri="{FF2B5EF4-FFF2-40B4-BE49-F238E27FC236}">
                  <a16:creationId xmlns:a16="http://schemas.microsoft.com/office/drawing/2014/main" id="{EB936C70-B901-06F1-16EC-B8B8E97F8337}"/>
                </a:ext>
              </a:extLst>
            </p:cNvPr>
            <p:cNvSpPr>
              <a:spLocks noGrp="1"/>
            </p:cNvSpPr>
            <p:nvPr/>
          </p:nvSpPr>
          <p:spPr>
            <a:xfrm>
              <a:off x="15356526" y="3204909"/>
              <a:ext cx="51305" cy="20302"/>
            </a:xfrm>
            <a:custGeom>
              <a:avLst/>
              <a:gdLst/>
              <a:ahLst/>
              <a:cxnLst/>
              <a:rect l="0" t="0" r="0" b="0"/>
              <a:pathLst>
                <a:path w="51305" h="20302">
                  <a:moveTo>
                    <a:pt x="0" y="20302"/>
                  </a:moveTo>
                  <a:lnTo>
                    <a:pt x="51305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6" name="Output_receptor__5505">
              <a:extLst>
                <a:ext uri="{FF2B5EF4-FFF2-40B4-BE49-F238E27FC236}">
                  <a16:creationId xmlns:a16="http://schemas.microsoft.com/office/drawing/2014/main" id="{485DA756-6A76-46C5-BDF9-817DFDBEE5E6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34725"/>
              <a:ext cx="21912" cy="7087"/>
            </a:xfrm>
            <a:custGeom>
              <a:avLst/>
              <a:gdLst/>
              <a:ahLst/>
              <a:cxnLst/>
              <a:rect l="0" t="0" r="0" b="0"/>
              <a:pathLst>
                <a:path w="21912" h="7087">
                  <a:moveTo>
                    <a:pt x="0" y="0"/>
                  </a:moveTo>
                  <a:lnTo>
                    <a:pt x="21912" y="708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7" name="Output_receptor__5506">
              <a:extLst>
                <a:ext uri="{FF2B5EF4-FFF2-40B4-BE49-F238E27FC236}">
                  <a16:creationId xmlns:a16="http://schemas.microsoft.com/office/drawing/2014/main" id="{350AF979-E885-E35F-CC64-64DAAC273693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387656"/>
              <a:ext cx="56414" cy="31597"/>
            </a:xfrm>
            <a:custGeom>
              <a:avLst/>
              <a:gdLst/>
              <a:ahLst/>
              <a:cxnLst/>
              <a:rect l="0" t="0" r="0" b="0"/>
              <a:pathLst>
                <a:path w="56414" h="31597">
                  <a:moveTo>
                    <a:pt x="0" y="31597"/>
                  </a:moveTo>
                  <a:lnTo>
                    <a:pt x="5641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8" name="Output_receptor__5507">
              <a:extLst>
                <a:ext uri="{FF2B5EF4-FFF2-40B4-BE49-F238E27FC236}">
                  <a16:creationId xmlns:a16="http://schemas.microsoft.com/office/drawing/2014/main" id="{F8DD5BC4-27FB-0451-F635-7BF5DC8B7F8C}"/>
                </a:ext>
              </a:extLst>
            </p:cNvPr>
            <p:cNvSpPr>
              <a:spLocks noGrp="1"/>
            </p:cNvSpPr>
            <p:nvPr/>
          </p:nvSpPr>
          <p:spPr>
            <a:xfrm>
              <a:off x="15884620" y="2835375"/>
              <a:ext cx="19529" cy="14988"/>
            </a:xfrm>
            <a:custGeom>
              <a:avLst/>
              <a:gdLst/>
              <a:ahLst/>
              <a:cxnLst/>
              <a:rect l="0" t="0" r="0" b="0"/>
              <a:pathLst>
                <a:path w="19529" h="14988">
                  <a:moveTo>
                    <a:pt x="19529" y="149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9" name="Output_receptor__5508">
              <a:extLst>
                <a:ext uri="{FF2B5EF4-FFF2-40B4-BE49-F238E27FC236}">
                  <a16:creationId xmlns:a16="http://schemas.microsoft.com/office/drawing/2014/main" id="{714F1084-63C9-A834-DFAC-571A3F69E030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72480"/>
              <a:ext cx="6885" cy="65516"/>
            </a:xfrm>
            <a:custGeom>
              <a:avLst/>
              <a:gdLst/>
              <a:ahLst/>
              <a:cxnLst/>
              <a:rect l="0" t="0" r="0" b="0"/>
              <a:pathLst>
                <a:path w="6885" h="65516">
                  <a:moveTo>
                    <a:pt x="6885" y="65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0" name="Output_receptor__5509">
              <a:extLst>
                <a:ext uri="{FF2B5EF4-FFF2-40B4-BE49-F238E27FC236}">
                  <a16:creationId xmlns:a16="http://schemas.microsoft.com/office/drawing/2014/main" id="{3E42E2A8-59CD-6A83-3A00-06CD3940A326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65322"/>
              <a:ext cx="10964" cy="8285"/>
            </a:xfrm>
            <a:custGeom>
              <a:avLst/>
              <a:gdLst/>
              <a:ahLst/>
              <a:cxnLst/>
              <a:rect l="0" t="0" r="0" b="0"/>
              <a:pathLst>
                <a:path w="10964" h="8285">
                  <a:moveTo>
                    <a:pt x="10964" y="0"/>
                  </a:moveTo>
                  <a:lnTo>
                    <a:pt x="0" y="82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1" name="Output_receptor__5510">
              <a:extLst>
                <a:ext uri="{FF2B5EF4-FFF2-40B4-BE49-F238E27FC236}">
                  <a16:creationId xmlns:a16="http://schemas.microsoft.com/office/drawing/2014/main" id="{FE179FC7-1797-9DA4-5C30-6931540B9E37}"/>
                </a:ext>
              </a:extLst>
            </p:cNvPr>
            <p:cNvSpPr>
              <a:spLocks noGrp="1"/>
            </p:cNvSpPr>
            <p:nvPr/>
          </p:nvSpPr>
          <p:spPr>
            <a:xfrm>
              <a:off x="15067692" y="3144444"/>
              <a:ext cx="41971" cy="2938"/>
            </a:xfrm>
            <a:custGeom>
              <a:avLst/>
              <a:gdLst/>
              <a:ahLst/>
              <a:cxnLst/>
              <a:rect l="0" t="0" r="0" b="0"/>
              <a:pathLst>
                <a:path w="41971" h="2938">
                  <a:moveTo>
                    <a:pt x="41971" y="2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2" name="Output_receptor__5511">
              <a:extLst>
                <a:ext uri="{FF2B5EF4-FFF2-40B4-BE49-F238E27FC236}">
                  <a16:creationId xmlns:a16="http://schemas.microsoft.com/office/drawing/2014/main" id="{A7561912-D4D5-042B-6D47-C114D0D0272E}"/>
                </a:ext>
              </a:extLst>
            </p:cNvPr>
            <p:cNvSpPr>
              <a:spLocks noGrp="1"/>
            </p:cNvSpPr>
            <p:nvPr/>
          </p:nvSpPr>
          <p:spPr>
            <a:xfrm>
              <a:off x="15653622" y="3636536"/>
              <a:ext cx="6921" cy="10695"/>
            </a:xfrm>
            <a:custGeom>
              <a:avLst/>
              <a:gdLst/>
              <a:ahLst/>
              <a:cxnLst/>
              <a:rect l="0" t="0" r="0" b="0"/>
              <a:pathLst>
                <a:path w="6921" h="10695">
                  <a:moveTo>
                    <a:pt x="0" y="0"/>
                  </a:moveTo>
                  <a:lnTo>
                    <a:pt x="6921" y="1069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3" name="Output_receptor__5512">
              <a:extLst>
                <a:ext uri="{FF2B5EF4-FFF2-40B4-BE49-F238E27FC236}">
                  <a16:creationId xmlns:a16="http://schemas.microsoft.com/office/drawing/2014/main" id="{A4BF9288-E0FC-D578-B027-93C512C93A5C}"/>
                </a:ext>
              </a:extLst>
            </p:cNvPr>
            <p:cNvSpPr>
              <a:spLocks noGrp="1"/>
            </p:cNvSpPr>
            <p:nvPr/>
          </p:nvSpPr>
          <p:spPr>
            <a:xfrm>
              <a:off x="15974057" y="2292016"/>
              <a:ext cx="13790" cy="40811"/>
            </a:xfrm>
            <a:custGeom>
              <a:avLst/>
              <a:gdLst/>
              <a:ahLst/>
              <a:cxnLst/>
              <a:rect l="0" t="0" r="0" b="0"/>
              <a:pathLst>
                <a:path w="13790" h="40811">
                  <a:moveTo>
                    <a:pt x="0" y="40811"/>
                  </a:moveTo>
                  <a:lnTo>
                    <a:pt x="1379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4" name="Output_receptor__5513">
              <a:extLst>
                <a:ext uri="{FF2B5EF4-FFF2-40B4-BE49-F238E27FC236}">
                  <a16:creationId xmlns:a16="http://schemas.microsoft.com/office/drawing/2014/main" id="{F2642BFD-E870-6753-188F-7FE95EAE7A55}"/>
                </a:ext>
              </a:extLst>
            </p:cNvPr>
            <p:cNvSpPr>
              <a:spLocks noGrp="1"/>
            </p:cNvSpPr>
            <p:nvPr/>
          </p:nvSpPr>
          <p:spPr>
            <a:xfrm>
              <a:off x="15491680" y="2693072"/>
              <a:ext cx="53904" cy="41390"/>
            </a:xfrm>
            <a:custGeom>
              <a:avLst/>
              <a:gdLst/>
              <a:ahLst/>
              <a:cxnLst/>
              <a:rect l="0" t="0" r="0" b="0"/>
              <a:pathLst>
                <a:path w="53904" h="41390">
                  <a:moveTo>
                    <a:pt x="0" y="41390"/>
                  </a:moveTo>
                  <a:lnTo>
                    <a:pt x="5390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5" name="Output_receptor__5514">
              <a:extLst>
                <a:ext uri="{FF2B5EF4-FFF2-40B4-BE49-F238E27FC236}">
                  <a16:creationId xmlns:a16="http://schemas.microsoft.com/office/drawing/2014/main" id="{442F592E-A643-F5F1-4741-34FB6919F751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44818"/>
              <a:ext cx="55717" cy="27661"/>
            </a:xfrm>
            <a:custGeom>
              <a:avLst/>
              <a:gdLst/>
              <a:ahLst/>
              <a:cxnLst/>
              <a:rect l="0" t="0" r="0" b="0"/>
              <a:pathLst>
                <a:path w="55717" h="27661">
                  <a:moveTo>
                    <a:pt x="0" y="27661"/>
                  </a:moveTo>
                  <a:lnTo>
                    <a:pt x="5571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6" name="Output_receptor__5515">
              <a:extLst>
                <a:ext uri="{FF2B5EF4-FFF2-40B4-BE49-F238E27FC236}">
                  <a16:creationId xmlns:a16="http://schemas.microsoft.com/office/drawing/2014/main" id="{592C4616-B5BD-6637-2751-27F246FC7053}"/>
                </a:ext>
              </a:extLst>
            </p:cNvPr>
            <p:cNvSpPr>
              <a:spLocks noGrp="1"/>
            </p:cNvSpPr>
            <p:nvPr/>
          </p:nvSpPr>
          <p:spPr>
            <a:xfrm>
              <a:off x="15707489" y="2828750"/>
              <a:ext cx="21320" cy="67827"/>
            </a:xfrm>
            <a:custGeom>
              <a:avLst/>
              <a:gdLst/>
              <a:ahLst/>
              <a:cxnLst/>
              <a:rect l="0" t="0" r="0" b="0"/>
              <a:pathLst>
                <a:path w="21320" h="67827">
                  <a:moveTo>
                    <a:pt x="21320" y="0"/>
                  </a:moveTo>
                  <a:lnTo>
                    <a:pt x="0" y="678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7" name="Output_receptor__5516">
              <a:extLst>
                <a:ext uri="{FF2B5EF4-FFF2-40B4-BE49-F238E27FC236}">
                  <a16:creationId xmlns:a16="http://schemas.microsoft.com/office/drawing/2014/main" id="{D7D4C4F8-76FA-824B-138B-141F5338D8B8}"/>
                </a:ext>
              </a:extLst>
            </p:cNvPr>
            <p:cNvSpPr>
              <a:spLocks noGrp="1"/>
            </p:cNvSpPr>
            <p:nvPr/>
          </p:nvSpPr>
          <p:spPr>
            <a:xfrm>
              <a:off x="16229069" y="2717596"/>
              <a:ext cx="52793" cy="13343"/>
            </a:xfrm>
            <a:custGeom>
              <a:avLst/>
              <a:gdLst/>
              <a:ahLst/>
              <a:cxnLst/>
              <a:rect l="0" t="0" r="0" b="0"/>
              <a:pathLst>
                <a:path w="52793" h="13343">
                  <a:moveTo>
                    <a:pt x="0" y="13343"/>
                  </a:moveTo>
                  <a:lnTo>
                    <a:pt x="5279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8" name="Output_receptor__5517">
              <a:extLst>
                <a:ext uri="{FF2B5EF4-FFF2-40B4-BE49-F238E27FC236}">
                  <a16:creationId xmlns:a16="http://schemas.microsoft.com/office/drawing/2014/main" id="{3B199DB1-7830-214E-6EC1-E26CCBA8EAD8}"/>
                </a:ext>
              </a:extLst>
            </p:cNvPr>
            <p:cNvSpPr>
              <a:spLocks noGrp="1"/>
            </p:cNvSpPr>
            <p:nvPr/>
          </p:nvSpPr>
          <p:spPr>
            <a:xfrm>
              <a:off x="15127301" y="2827857"/>
              <a:ext cx="70757" cy="2315"/>
            </a:xfrm>
            <a:custGeom>
              <a:avLst/>
              <a:gdLst/>
              <a:ahLst/>
              <a:cxnLst/>
              <a:rect l="0" t="0" r="0" b="0"/>
              <a:pathLst>
                <a:path w="70757" h="2315">
                  <a:moveTo>
                    <a:pt x="70757" y="0"/>
                  </a:moveTo>
                  <a:lnTo>
                    <a:pt x="0" y="231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9" name="Output_receptor__5518">
              <a:extLst>
                <a:ext uri="{FF2B5EF4-FFF2-40B4-BE49-F238E27FC236}">
                  <a16:creationId xmlns:a16="http://schemas.microsoft.com/office/drawing/2014/main" id="{BAE17733-C063-5DEE-E8AC-F83467DBD680}"/>
                </a:ext>
              </a:extLst>
            </p:cNvPr>
            <p:cNvSpPr>
              <a:spLocks noGrp="1"/>
            </p:cNvSpPr>
            <p:nvPr/>
          </p:nvSpPr>
          <p:spPr>
            <a:xfrm>
              <a:off x="16167459" y="2242089"/>
              <a:ext cx="8253" cy="57417"/>
            </a:xfrm>
            <a:custGeom>
              <a:avLst/>
              <a:gdLst/>
              <a:ahLst/>
              <a:cxnLst/>
              <a:rect l="0" t="0" r="0" b="0"/>
              <a:pathLst>
                <a:path w="8253" h="57417">
                  <a:moveTo>
                    <a:pt x="0" y="57417"/>
                  </a:moveTo>
                  <a:lnTo>
                    <a:pt x="825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0" name="Output_receptor__5519">
              <a:extLst>
                <a:ext uri="{FF2B5EF4-FFF2-40B4-BE49-F238E27FC236}">
                  <a16:creationId xmlns:a16="http://schemas.microsoft.com/office/drawing/2014/main" id="{04607B7A-4F60-81CD-3E23-1D7A9AD820D2}"/>
                </a:ext>
              </a:extLst>
            </p:cNvPr>
            <p:cNvSpPr>
              <a:spLocks noGrp="1"/>
            </p:cNvSpPr>
            <p:nvPr/>
          </p:nvSpPr>
          <p:spPr>
            <a:xfrm>
              <a:off x="15198057" y="2827857"/>
              <a:ext cx="46242" cy="54117"/>
            </a:xfrm>
            <a:custGeom>
              <a:avLst/>
              <a:gdLst/>
              <a:ahLst/>
              <a:cxnLst/>
              <a:rect l="0" t="0" r="0" b="0"/>
              <a:pathLst>
                <a:path w="46242" h="54117">
                  <a:moveTo>
                    <a:pt x="46242" y="54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1" name="Output_receptor__5520">
              <a:extLst>
                <a:ext uri="{FF2B5EF4-FFF2-40B4-BE49-F238E27FC236}">
                  <a16:creationId xmlns:a16="http://schemas.microsoft.com/office/drawing/2014/main" id="{58FA8A13-58C8-B950-30C1-ED3169D1E9A6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78140"/>
              <a:ext cx="6736" cy="58686"/>
            </a:xfrm>
            <a:custGeom>
              <a:avLst/>
              <a:gdLst/>
              <a:ahLst/>
              <a:cxnLst/>
              <a:rect l="0" t="0" r="0" b="0"/>
              <a:pathLst>
                <a:path w="6736" h="58686">
                  <a:moveTo>
                    <a:pt x="0" y="0"/>
                  </a:moveTo>
                  <a:lnTo>
                    <a:pt x="6736" y="5868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2" name="Output_receptor__5521">
              <a:extLst>
                <a:ext uri="{FF2B5EF4-FFF2-40B4-BE49-F238E27FC236}">
                  <a16:creationId xmlns:a16="http://schemas.microsoft.com/office/drawing/2014/main" id="{7BC3FDDB-0248-A40D-CD90-2FFD72C5678E}"/>
                </a:ext>
              </a:extLst>
            </p:cNvPr>
            <p:cNvSpPr>
              <a:spLocks noGrp="1"/>
            </p:cNvSpPr>
            <p:nvPr/>
          </p:nvSpPr>
          <p:spPr>
            <a:xfrm>
              <a:off x="15968321" y="3008945"/>
              <a:ext cx="57271" cy="9503"/>
            </a:xfrm>
            <a:custGeom>
              <a:avLst/>
              <a:gdLst/>
              <a:ahLst/>
              <a:cxnLst/>
              <a:rect l="0" t="0" r="0" b="0"/>
              <a:pathLst>
                <a:path w="57271" h="9503">
                  <a:moveTo>
                    <a:pt x="0" y="0"/>
                  </a:moveTo>
                  <a:lnTo>
                    <a:pt x="57271" y="95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3" name="Output_receptor__5522">
              <a:extLst>
                <a:ext uri="{FF2B5EF4-FFF2-40B4-BE49-F238E27FC236}">
                  <a16:creationId xmlns:a16="http://schemas.microsoft.com/office/drawing/2014/main" id="{6A5FD7AF-2404-A6B4-0840-C26708F078A3}"/>
                </a:ext>
              </a:extLst>
            </p:cNvPr>
            <p:cNvSpPr>
              <a:spLocks noGrp="1"/>
            </p:cNvSpPr>
            <p:nvPr/>
          </p:nvSpPr>
          <p:spPr>
            <a:xfrm>
              <a:off x="16114138" y="2898206"/>
              <a:ext cx="3442" cy="58807"/>
            </a:xfrm>
            <a:custGeom>
              <a:avLst/>
              <a:gdLst/>
              <a:ahLst/>
              <a:cxnLst/>
              <a:rect l="0" t="0" r="0" b="0"/>
              <a:pathLst>
                <a:path w="3442" h="58807">
                  <a:moveTo>
                    <a:pt x="3442" y="0"/>
                  </a:moveTo>
                  <a:lnTo>
                    <a:pt x="0" y="5880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4" name="Output_receptor__5523">
              <a:extLst>
                <a:ext uri="{FF2B5EF4-FFF2-40B4-BE49-F238E27FC236}">
                  <a16:creationId xmlns:a16="http://schemas.microsoft.com/office/drawing/2014/main" id="{89D809C5-B5B9-4FFC-9488-AEC9F818969D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02660"/>
              <a:ext cx="550" cy="71403"/>
            </a:xfrm>
            <a:custGeom>
              <a:avLst/>
              <a:gdLst/>
              <a:ahLst/>
              <a:cxnLst/>
              <a:rect l="0" t="0" r="0" b="0"/>
              <a:pathLst>
                <a:path w="550" h="71403">
                  <a:moveTo>
                    <a:pt x="0" y="71403"/>
                  </a:moveTo>
                  <a:lnTo>
                    <a:pt x="55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5" name="Output_receptor__5524">
              <a:extLst>
                <a:ext uri="{FF2B5EF4-FFF2-40B4-BE49-F238E27FC236}">
                  <a16:creationId xmlns:a16="http://schemas.microsoft.com/office/drawing/2014/main" id="{D2E324BC-6FB9-968B-BC71-82146A53799A}"/>
                </a:ext>
              </a:extLst>
            </p:cNvPr>
            <p:cNvSpPr>
              <a:spLocks noGrp="1"/>
            </p:cNvSpPr>
            <p:nvPr/>
          </p:nvSpPr>
          <p:spPr>
            <a:xfrm>
              <a:off x="15711538" y="3683759"/>
              <a:ext cx="51089" cy="42085"/>
            </a:xfrm>
            <a:custGeom>
              <a:avLst/>
              <a:gdLst/>
              <a:ahLst/>
              <a:cxnLst/>
              <a:rect l="0" t="0" r="0" b="0"/>
              <a:pathLst>
                <a:path w="51089" h="42085">
                  <a:moveTo>
                    <a:pt x="0" y="42085"/>
                  </a:moveTo>
                  <a:lnTo>
                    <a:pt x="51089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6" name="Output_receptor__5525">
              <a:extLst>
                <a:ext uri="{FF2B5EF4-FFF2-40B4-BE49-F238E27FC236}">
                  <a16:creationId xmlns:a16="http://schemas.microsoft.com/office/drawing/2014/main" id="{FEC52104-2EA7-53ED-017A-E54B7611032C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3530"/>
              <a:ext cx="30747" cy="35436"/>
            </a:xfrm>
            <a:custGeom>
              <a:avLst/>
              <a:gdLst/>
              <a:ahLst/>
              <a:cxnLst/>
              <a:rect l="0" t="0" r="0" b="0"/>
              <a:pathLst>
                <a:path w="30747" h="35436">
                  <a:moveTo>
                    <a:pt x="0" y="35436"/>
                  </a:moveTo>
                  <a:lnTo>
                    <a:pt x="3074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7" name="Output_receptor__5526">
              <a:extLst>
                <a:ext uri="{FF2B5EF4-FFF2-40B4-BE49-F238E27FC236}">
                  <a16:creationId xmlns:a16="http://schemas.microsoft.com/office/drawing/2014/main" id="{247D30B1-E4FC-C351-3443-DEDFE105207B}"/>
                </a:ext>
              </a:extLst>
            </p:cNvPr>
            <p:cNvSpPr>
              <a:spLocks noGrp="1"/>
            </p:cNvSpPr>
            <p:nvPr/>
          </p:nvSpPr>
          <p:spPr>
            <a:xfrm>
              <a:off x="15462984" y="3198721"/>
              <a:ext cx="44905" cy="55793"/>
            </a:xfrm>
            <a:custGeom>
              <a:avLst/>
              <a:gdLst/>
              <a:ahLst/>
              <a:cxnLst/>
              <a:rect l="0" t="0" r="0" b="0"/>
              <a:pathLst>
                <a:path w="44905" h="55793">
                  <a:moveTo>
                    <a:pt x="44905" y="0"/>
                  </a:moveTo>
                  <a:lnTo>
                    <a:pt x="0" y="557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8" name="Output_receptor__5527">
              <a:extLst>
                <a:ext uri="{FF2B5EF4-FFF2-40B4-BE49-F238E27FC236}">
                  <a16:creationId xmlns:a16="http://schemas.microsoft.com/office/drawing/2014/main" id="{2C03EE3B-9D44-15CA-32D7-329A9E068D99}"/>
                </a:ext>
              </a:extLst>
            </p:cNvPr>
            <p:cNvSpPr>
              <a:spLocks noGrp="1"/>
            </p:cNvSpPr>
            <p:nvPr/>
          </p:nvSpPr>
          <p:spPr>
            <a:xfrm>
              <a:off x="16281861" y="2717596"/>
              <a:ext cx="37815" cy="51079"/>
            </a:xfrm>
            <a:custGeom>
              <a:avLst/>
              <a:gdLst/>
              <a:ahLst/>
              <a:cxnLst/>
              <a:rect l="0" t="0" r="0" b="0"/>
              <a:pathLst>
                <a:path w="37815" h="51079">
                  <a:moveTo>
                    <a:pt x="0" y="0"/>
                  </a:moveTo>
                  <a:lnTo>
                    <a:pt x="37815" y="510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9" name="Output_receptor__5528">
              <a:extLst>
                <a:ext uri="{FF2B5EF4-FFF2-40B4-BE49-F238E27FC236}">
                  <a16:creationId xmlns:a16="http://schemas.microsoft.com/office/drawing/2014/main" id="{2BFCB2A4-FCBD-0169-DDA1-1DF6BFB86B18}"/>
                </a:ext>
              </a:extLst>
            </p:cNvPr>
            <p:cNvSpPr>
              <a:spLocks noGrp="1"/>
            </p:cNvSpPr>
            <p:nvPr/>
          </p:nvSpPr>
          <p:spPr>
            <a:xfrm>
              <a:off x="15545584" y="2693072"/>
              <a:ext cx="57681" cy="5393"/>
            </a:xfrm>
            <a:custGeom>
              <a:avLst/>
              <a:gdLst/>
              <a:ahLst/>
              <a:cxnLst/>
              <a:rect l="0" t="0" r="0" b="0"/>
              <a:pathLst>
                <a:path w="57681" h="5393">
                  <a:moveTo>
                    <a:pt x="0" y="0"/>
                  </a:moveTo>
                  <a:lnTo>
                    <a:pt x="57681" y="53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0" name="Output_receptor__5529">
              <a:extLst>
                <a:ext uri="{FF2B5EF4-FFF2-40B4-BE49-F238E27FC236}">
                  <a16:creationId xmlns:a16="http://schemas.microsoft.com/office/drawing/2014/main" id="{171FEA04-DF69-0EA5-A933-634AE6CD5444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1393" cy="34792"/>
            </a:xfrm>
            <a:custGeom>
              <a:avLst/>
              <a:gdLst/>
              <a:ahLst/>
              <a:cxnLst/>
              <a:rect l="0" t="0" r="0" b="0"/>
              <a:pathLst>
                <a:path w="51393" h="34792">
                  <a:moveTo>
                    <a:pt x="51393" y="347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1" name="Output_receptor__5530">
              <a:extLst>
                <a:ext uri="{FF2B5EF4-FFF2-40B4-BE49-F238E27FC236}">
                  <a16:creationId xmlns:a16="http://schemas.microsoft.com/office/drawing/2014/main" id="{E20C799B-3E90-06F3-8F39-9A732089E41D}"/>
                </a:ext>
              </a:extLst>
            </p:cNvPr>
            <p:cNvSpPr>
              <a:spLocks noGrp="1"/>
            </p:cNvSpPr>
            <p:nvPr/>
          </p:nvSpPr>
          <p:spPr>
            <a:xfrm>
              <a:off x="16143162" y="2299506"/>
              <a:ext cx="24298" cy="37459"/>
            </a:xfrm>
            <a:custGeom>
              <a:avLst/>
              <a:gdLst/>
              <a:ahLst/>
              <a:cxnLst/>
              <a:rect l="0" t="0" r="0" b="0"/>
              <a:pathLst>
                <a:path w="24298" h="37459">
                  <a:moveTo>
                    <a:pt x="0" y="37459"/>
                  </a:moveTo>
                  <a:lnTo>
                    <a:pt x="2429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2" name="Output_receptor__5531">
              <a:extLst>
                <a:ext uri="{FF2B5EF4-FFF2-40B4-BE49-F238E27FC236}">
                  <a16:creationId xmlns:a16="http://schemas.microsoft.com/office/drawing/2014/main" id="{34A22B4F-71FC-84A4-E7F4-4CA830F7C10C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21372" cy="56046"/>
            </a:xfrm>
            <a:custGeom>
              <a:avLst/>
              <a:gdLst/>
              <a:ahLst/>
              <a:cxnLst/>
              <a:rect l="0" t="0" r="0" b="0"/>
              <a:pathLst>
                <a:path w="21372" h="56046">
                  <a:moveTo>
                    <a:pt x="0" y="0"/>
                  </a:moveTo>
                  <a:lnTo>
                    <a:pt x="21372" y="5604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3" name="Output_receptor__5532">
              <a:extLst>
                <a:ext uri="{FF2B5EF4-FFF2-40B4-BE49-F238E27FC236}">
                  <a16:creationId xmlns:a16="http://schemas.microsoft.com/office/drawing/2014/main" id="{4C36F165-0CB7-61D7-7BE8-D0176992EABE}"/>
                </a:ext>
              </a:extLst>
            </p:cNvPr>
            <p:cNvSpPr>
              <a:spLocks noGrp="1"/>
            </p:cNvSpPr>
            <p:nvPr/>
          </p:nvSpPr>
          <p:spPr>
            <a:xfrm>
              <a:off x="15760615" y="3429056"/>
              <a:ext cx="16207" cy="27127"/>
            </a:xfrm>
            <a:custGeom>
              <a:avLst/>
              <a:gdLst/>
              <a:ahLst/>
              <a:cxnLst/>
              <a:rect l="0" t="0" r="0" b="0"/>
              <a:pathLst>
                <a:path w="16207" h="27127">
                  <a:moveTo>
                    <a:pt x="16207" y="0"/>
                  </a:moveTo>
                  <a:lnTo>
                    <a:pt x="0" y="271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4" name="Output_receptor__5533">
              <a:extLst>
                <a:ext uri="{FF2B5EF4-FFF2-40B4-BE49-F238E27FC236}">
                  <a16:creationId xmlns:a16="http://schemas.microsoft.com/office/drawing/2014/main" id="{FB192937-4843-CE53-D9BE-912CCDB7A9CB}"/>
                </a:ext>
              </a:extLst>
            </p:cNvPr>
            <p:cNvSpPr>
              <a:spLocks noGrp="1"/>
            </p:cNvSpPr>
            <p:nvPr/>
          </p:nvSpPr>
          <p:spPr>
            <a:xfrm>
              <a:off x="15640716" y="3244818"/>
              <a:ext cx="38867" cy="59956"/>
            </a:xfrm>
            <a:custGeom>
              <a:avLst/>
              <a:gdLst/>
              <a:ahLst/>
              <a:cxnLst/>
              <a:rect l="0" t="0" r="0" b="0"/>
              <a:pathLst>
                <a:path w="38867" h="59956">
                  <a:moveTo>
                    <a:pt x="0" y="0"/>
                  </a:moveTo>
                  <a:lnTo>
                    <a:pt x="38867" y="599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5" name="Output_receptor__5534">
              <a:extLst>
                <a:ext uri="{FF2B5EF4-FFF2-40B4-BE49-F238E27FC236}">
                  <a16:creationId xmlns:a16="http://schemas.microsoft.com/office/drawing/2014/main" id="{282391CF-1FAF-93FB-4ECF-80CF51BD78B5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24532" cy="49664"/>
            </a:xfrm>
            <a:custGeom>
              <a:avLst/>
              <a:gdLst/>
              <a:ahLst/>
              <a:cxnLst/>
              <a:rect l="0" t="0" r="0" b="0"/>
              <a:pathLst>
                <a:path w="24532" h="49664">
                  <a:moveTo>
                    <a:pt x="24532" y="496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6" name="Output_receptor__5535">
              <a:extLst>
                <a:ext uri="{FF2B5EF4-FFF2-40B4-BE49-F238E27FC236}">
                  <a16:creationId xmlns:a16="http://schemas.microsoft.com/office/drawing/2014/main" id="{8D9C42BB-B393-C61A-1104-EA34C2581138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441414"/>
              <a:ext cx="12352" cy="14075"/>
            </a:xfrm>
            <a:custGeom>
              <a:avLst/>
              <a:gdLst/>
              <a:ahLst/>
              <a:cxnLst/>
              <a:rect l="0" t="0" r="0" b="0"/>
              <a:pathLst>
                <a:path w="12352" h="14075">
                  <a:moveTo>
                    <a:pt x="0" y="0"/>
                  </a:moveTo>
                  <a:lnTo>
                    <a:pt x="12352" y="1407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7" name="Output_receptor__5536">
              <a:extLst>
                <a:ext uri="{FF2B5EF4-FFF2-40B4-BE49-F238E27FC236}">
                  <a16:creationId xmlns:a16="http://schemas.microsoft.com/office/drawing/2014/main" id="{6BEC470D-315F-6335-4F8F-87BE715FF85B}"/>
                </a:ext>
              </a:extLst>
            </p:cNvPr>
            <p:cNvSpPr>
              <a:spLocks noGrp="1"/>
            </p:cNvSpPr>
            <p:nvPr/>
          </p:nvSpPr>
          <p:spPr>
            <a:xfrm>
              <a:off x="16338982" y="2666965"/>
              <a:ext cx="44639" cy="30029"/>
            </a:xfrm>
            <a:custGeom>
              <a:avLst/>
              <a:gdLst/>
              <a:ahLst/>
              <a:cxnLst/>
              <a:rect l="0" t="0" r="0" b="0"/>
              <a:pathLst>
                <a:path w="44639" h="30029">
                  <a:moveTo>
                    <a:pt x="0" y="0"/>
                  </a:moveTo>
                  <a:lnTo>
                    <a:pt x="44639" y="300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8" name="Output_receptor__5537">
              <a:extLst>
                <a:ext uri="{FF2B5EF4-FFF2-40B4-BE49-F238E27FC236}">
                  <a16:creationId xmlns:a16="http://schemas.microsoft.com/office/drawing/2014/main" id="{AA8FFFDC-5F0F-5451-4405-CDB075DD6D02}"/>
                </a:ext>
              </a:extLst>
            </p:cNvPr>
            <p:cNvSpPr>
              <a:spLocks noGrp="1"/>
            </p:cNvSpPr>
            <p:nvPr/>
          </p:nvSpPr>
          <p:spPr>
            <a:xfrm>
              <a:off x="16144835" y="3552554"/>
              <a:ext cx="54896" cy="46591"/>
            </a:xfrm>
            <a:custGeom>
              <a:avLst/>
              <a:gdLst/>
              <a:ahLst/>
              <a:cxnLst/>
              <a:rect l="0" t="0" r="0" b="0"/>
              <a:pathLst>
                <a:path w="54896" h="46591">
                  <a:moveTo>
                    <a:pt x="54896" y="0"/>
                  </a:moveTo>
                  <a:lnTo>
                    <a:pt x="0" y="4659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9" name="Output_receptor__5538">
              <a:extLst>
                <a:ext uri="{FF2B5EF4-FFF2-40B4-BE49-F238E27FC236}">
                  <a16:creationId xmlns:a16="http://schemas.microsoft.com/office/drawing/2014/main" id="{AE3F62DD-8592-6D25-7115-A49DBE0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518711" y="3037746"/>
              <a:ext cx="56303" cy="1067"/>
            </a:xfrm>
            <a:custGeom>
              <a:avLst/>
              <a:gdLst/>
              <a:ahLst/>
              <a:cxnLst/>
              <a:rect l="0" t="0" r="0" b="0"/>
              <a:pathLst>
                <a:path w="56303" h="1067">
                  <a:moveTo>
                    <a:pt x="0" y="1067"/>
                  </a:moveTo>
                  <a:lnTo>
                    <a:pt x="5630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0" name="Output_receptor__5539">
              <a:extLst>
                <a:ext uri="{FF2B5EF4-FFF2-40B4-BE49-F238E27FC236}">
                  <a16:creationId xmlns:a16="http://schemas.microsoft.com/office/drawing/2014/main" id="{C7594540-5B29-DCD0-0506-551CB300ED6B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09276"/>
              <a:ext cx="6603" cy="68864"/>
            </a:xfrm>
            <a:custGeom>
              <a:avLst/>
              <a:gdLst/>
              <a:ahLst/>
              <a:cxnLst/>
              <a:rect l="0" t="0" r="0" b="0"/>
              <a:pathLst>
                <a:path w="6603" h="68864">
                  <a:moveTo>
                    <a:pt x="6603" y="0"/>
                  </a:moveTo>
                  <a:lnTo>
                    <a:pt x="0" y="6886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1" name="Output_receptor__5540">
              <a:extLst>
                <a:ext uri="{FF2B5EF4-FFF2-40B4-BE49-F238E27FC236}">
                  <a16:creationId xmlns:a16="http://schemas.microsoft.com/office/drawing/2014/main" id="{229DDBCF-6BB5-DB00-6AE8-8278A01B76B7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71842"/>
              <a:ext cx="33565" cy="44449"/>
            </a:xfrm>
            <a:custGeom>
              <a:avLst/>
              <a:gdLst/>
              <a:ahLst/>
              <a:cxnLst/>
              <a:rect l="0" t="0" r="0" b="0"/>
              <a:pathLst>
                <a:path w="33565" h="44449">
                  <a:moveTo>
                    <a:pt x="33565" y="444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2" name="Output_receptor__5541">
              <a:extLst>
                <a:ext uri="{FF2B5EF4-FFF2-40B4-BE49-F238E27FC236}">
                  <a16:creationId xmlns:a16="http://schemas.microsoft.com/office/drawing/2014/main" id="{415DA3F9-CB14-5082-4BEB-68DB35783410}"/>
                </a:ext>
              </a:extLst>
            </p:cNvPr>
            <p:cNvSpPr>
              <a:spLocks noGrp="1"/>
            </p:cNvSpPr>
            <p:nvPr/>
          </p:nvSpPr>
          <p:spPr>
            <a:xfrm>
              <a:off x="15832571" y="2791263"/>
              <a:ext cx="52049" cy="44111"/>
            </a:xfrm>
            <a:custGeom>
              <a:avLst/>
              <a:gdLst/>
              <a:ahLst/>
              <a:cxnLst/>
              <a:rect l="0" t="0" r="0" b="0"/>
              <a:pathLst>
                <a:path w="52049" h="44111">
                  <a:moveTo>
                    <a:pt x="52049" y="44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3" name="Output_receptor__5542">
              <a:extLst>
                <a:ext uri="{FF2B5EF4-FFF2-40B4-BE49-F238E27FC236}">
                  <a16:creationId xmlns:a16="http://schemas.microsoft.com/office/drawing/2014/main" id="{4E4FF8B1-512B-4460-1D77-E454D5198E2E}"/>
                </a:ext>
              </a:extLst>
            </p:cNvPr>
            <p:cNvSpPr>
              <a:spLocks noGrp="1"/>
            </p:cNvSpPr>
            <p:nvPr/>
          </p:nvSpPr>
          <p:spPr>
            <a:xfrm>
              <a:off x="16030068" y="2345512"/>
              <a:ext cx="31997" cy="3102"/>
            </a:xfrm>
            <a:custGeom>
              <a:avLst/>
              <a:gdLst/>
              <a:ahLst/>
              <a:cxnLst/>
              <a:rect l="0" t="0" r="0" b="0"/>
              <a:pathLst>
                <a:path w="31997" h="3102">
                  <a:moveTo>
                    <a:pt x="0" y="0"/>
                  </a:moveTo>
                  <a:lnTo>
                    <a:pt x="31997" y="310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4" name="Output_receptor__5543">
              <a:extLst>
                <a:ext uri="{FF2B5EF4-FFF2-40B4-BE49-F238E27FC236}">
                  <a16:creationId xmlns:a16="http://schemas.microsoft.com/office/drawing/2014/main" id="{C57541B2-6791-ABB0-F3C1-245B097C1C88}"/>
                </a:ext>
              </a:extLst>
            </p:cNvPr>
            <p:cNvSpPr>
              <a:spLocks noGrp="1"/>
            </p:cNvSpPr>
            <p:nvPr/>
          </p:nvSpPr>
          <p:spPr>
            <a:xfrm>
              <a:off x="15404133" y="2648076"/>
              <a:ext cx="36866" cy="29831"/>
            </a:xfrm>
            <a:custGeom>
              <a:avLst/>
              <a:gdLst/>
              <a:ahLst/>
              <a:cxnLst/>
              <a:rect l="0" t="0" r="0" b="0"/>
              <a:pathLst>
                <a:path w="36866" h="29831">
                  <a:moveTo>
                    <a:pt x="36866" y="2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5" name="Output_receptor__5544">
              <a:extLst>
                <a:ext uri="{FF2B5EF4-FFF2-40B4-BE49-F238E27FC236}">
                  <a16:creationId xmlns:a16="http://schemas.microsoft.com/office/drawing/2014/main" id="{1E2385D6-97ED-AE8F-A4A0-7387BF30E0F1}"/>
                </a:ext>
              </a:extLst>
            </p:cNvPr>
            <p:cNvSpPr>
              <a:spLocks noGrp="1"/>
            </p:cNvSpPr>
            <p:nvPr/>
          </p:nvSpPr>
          <p:spPr>
            <a:xfrm>
              <a:off x="15244299" y="2856661"/>
              <a:ext cx="63874" cy="25314"/>
            </a:xfrm>
            <a:custGeom>
              <a:avLst/>
              <a:gdLst/>
              <a:ahLst/>
              <a:cxnLst/>
              <a:rect l="0" t="0" r="0" b="0"/>
              <a:pathLst>
                <a:path w="63874" h="25314">
                  <a:moveTo>
                    <a:pt x="63874" y="0"/>
                  </a:moveTo>
                  <a:lnTo>
                    <a:pt x="0" y="25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6" name="Output_receptor__5545">
              <a:extLst>
                <a:ext uri="{FF2B5EF4-FFF2-40B4-BE49-F238E27FC236}">
                  <a16:creationId xmlns:a16="http://schemas.microsoft.com/office/drawing/2014/main" id="{36539DA4-6F9A-165E-2DC1-C84DCF164053}"/>
                </a:ext>
              </a:extLst>
            </p:cNvPr>
            <p:cNvSpPr>
              <a:spLocks noGrp="1"/>
            </p:cNvSpPr>
            <p:nvPr/>
          </p:nvSpPr>
          <p:spPr>
            <a:xfrm>
              <a:off x="15399632" y="3564516"/>
              <a:ext cx="36354" cy="45042"/>
            </a:xfrm>
            <a:custGeom>
              <a:avLst/>
              <a:gdLst/>
              <a:ahLst/>
              <a:cxnLst/>
              <a:rect l="0" t="0" r="0" b="0"/>
              <a:pathLst>
                <a:path w="36354" h="45042">
                  <a:moveTo>
                    <a:pt x="36354" y="0"/>
                  </a:moveTo>
                  <a:lnTo>
                    <a:pt x="0" y="4504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7" name="Output_receptor__5546">
              <a:extLst>
                <a:ext uri="{FF2B5EF4-FFF2-40B4-BE49-F238E27FC236}">
                  <a16:creationId xmlns:a16="http://schemas.microsoft.com/office/drawing/2014/main" id="{B5BBF443-286B-9287-95A0-6657AE4531E5}"/>
                </a:ext>
              </a:extLst>
            </p:cNvPr>
            <p:cNvSpPr>
              <a:spLocks noGrp="1"/>
            </p:cNvSpPr>
            <p:nvPr/>
          </p:nvSpPr>
          <p:spPr>
            <a:xfrm>
              <a:off x="15603265" y="2659256"/>
              <a:ext cx="56806" cy="39209"/>
            </a:xfrm>
            <a:custGeom>
              <a:avLst/>
              <a:gdLst/>
              <a:ahLst/>
              <a:cxnLst/>
              <a:rect l="0" t="0" r="0" b="0"/>
              <a:pathLst>
                <a:path w="56806" h="39209">
                  <a:moveTo>
                    <a:pt x="0" y="39209"/>
                  </a:moveTo>
                  <a:lnTo>
                    <a:pt x="5680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8" name="Output_receptor__5547">
              <a:extLst>
                <a:ext uri="{FF2B5EF4-FFF2-40B4-BE49-F238E27FC236}">
                  <a16:creationId xmlns:a16="http://schemas.microsoft.com/office/drawing/2014/main" id="{AD3B45CA-6F30-24ED-9FE0-2EB9E4E385D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22" y="3060502"/>
              <a:ext cx="57595" cy="43780"/>
            </a:xfrm>
            <a:custGeom>
              <a:avLst/>
              <a:gdLst/>
              <a:ahLst/>
              <a:cxnLst/>
              <a:rect l="0" t="0" r="0" b="0"/>
              <a:pathLst>
                <a:path w="57595" h="43780">
                  <a:moveTo>
                    <a:pt x="57595" y="4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9" name="Output_receptor__5548">
              <a:extLst>
                <a:ext uri="{FF2B5EF4-FFF2-40B4-BE49-F238E27FC236}">
                  <a16:creationId xmlns:a16="http://schemas.microsoft.com/office/drawing/2014/main" id="{6928D298-ECAA-784A-93D6-54A3364B7CFB}"/>
                </a:ext>
              </a:extLst>
            </p:cNvPr>
            <p:cNvSpPr>
              <a:spLocks noGrp="1"/>
            </p:cNvSpPr>
            <p:nvPr/>
          </p:nvSpPr>
          <p:spPr>
            <a:xfrm>
              <a:off x="16074346" y="2277473"/>
              <a:ext cx="24366" cy="5728"/>
            </a:xfrm>
            <a:custGeom>
              <a:avLst/>
              <a:gdLst/>
              <a:ahLst/>
              <a:cxnLst/>
              <a:rect l="0" t="0" r="0" b="0"/>
              <a:pathLst>
                <a:path w="24366" h="5728">
                  <a:moveTo>
                    <a:pt x="0" y="0"/>
                  </a:moveTo>
                  <a:lnTo>
                    <a:pt x="24366" y="572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0" name="Output_receptor__5549">
              <a:extLst>
                <a:ext uri="{FF2B5EF4-FFF2-40B4-BE49-F238E27FC236}">
                  <a16:creationId xmlns:a16="http://schemas.microsoft.com/office/drawing/2014/main" id="{D95E7C8F-4497-315F-387F-08F7EDC4B57E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44254" cy="11089"/>
            </a:xfrm>
            <a:custGeom>
              <a:avLst/>
              <a:gdLst/>
              <a:ahLst/>
              <a:cxnLst/>
              <a:rect l="0" t="0" r="0" b="0"/>
              <a:pathLst>
                <a:path w="44254" h="11089">
                  <a:moveTo>
                    <a:pt x="44254" y="110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1" name="Output_receptor__5550">
              <a:extLst>
                <a:ext uri="{FF2B5EF4-FFF2-40B4-BE49-F238E27FC236}">
                  <a16:creationId xmlns:a16="http://schemas.microsoft.com/office/drawing/2014/main" id="{93CF8CB7-A9E5-3D21-773B-57DC6D96E7F5}"/>
                </a:ext>
              </a:extLst>
            </p:cNvPr>
            <p:cNvSpPr>
              <a:spLocks noGrp="1"/>
            </p:cNvSpPr>
            <p:nvPr/>
          </p:nvSpPr>
          <p:spPr>
            <a:xfrm>
              <a:off x="15435985" y="3512129"/>
              <a:ext cx="3219" cy="52387"/>
            </a:xfrm>
            <a:custGeom>
              <a:avLst/>
              <a:gdLst/>
              <a:ahLst/>
              <a:cxnLst/>
              <a:rect l="0" t="0" r="0" b="0"/>
              <a:pathLst>
                <a:path w="3219" h="52387">
                  <a:moveTo>
                    <a:pt x="3219" y="0"/>
                  </a:moveTo>
                  <a:lnTo>
                    <a:pt x="0" y="5238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2" name="Output_receptor__5551">
              <a:extLst>
                <a:ext uri="{FF2B5EF4-FFF2-40B4-BE49-F238E27FC236}">
                  <a16:creationId xmlns:a16="http://schemas.microsoft.com/office/drawing/2014/main" id="{1CC13165-5DA8-A59F-014D-A5D88949DF32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74063"/>
              <a:ext cx="63803" cy="17883"/>
            </a:xfrm>
            <a:custGeom>
              <a:avLst/>
              <a:gdLst/>
              <a:ahLst/>
              <a:cxnLst/>
              <a:rect l="0" t="0" r="0" b="0"/>
              <a:pathLst>
                <a:path w="63803" h="17883">
                  <a:moveTo>
                    <a:pt x="63803" y="1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3" name="Output_receptor__5552">
              <a:extLst>
                <a:ext uri="{FF2B5EF4-FFF2-40B4-BE49-F238E27FC236}">
                  <a16:creationId xmlns:a16="http://schemas.microsoft.com/office/drawing/2014/main" id="{ADA3947B-6437-5662-2F90-A73975FCD224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9" y="3244689"/>
              <a:ext cx="19643" cy="61969"/>
            </a:xfrm>
            <a:custGeom>
              <a:avLst/>
              <a:gdLst/>
              <a:ahLst/>
              <a:cxnLst/>
              <a:rect l="0" t="0" r="0" b="0"/>
              <a:pathLst>
                <a:path w="19643" h="61969">
                  <a:moveTo>
                    <a:pt x="0" y="61969"/>
                  </a:moveTo>
                  <a:lnTo>
                    <a:pt x="1964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4" name="Output_receptor__5553">
              <a:extLst>
                <a:ext uri="{FF2B5EF4-FFF2-40B4-BE49-F238E27FC236}">
                  <a16:creationId xmlns:a16="http://schemas.microsoft.com/office/drawing/2014/main" id="{DF01D468-9B23-91BD-C9CA-90947BC32FDD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86234"/>
              <a:ext cx="29930" cy="35460"/>
            </a:xfrm>
            <a:custGeom>
              <a:avLst/>
              <a:gdLst/>
              <a:ahLst/>
              <a:cxnLst/>
              <a:rect l="0" t="0" r="0" b="0"/>
              <a:pathLst>
                <a:path w="29930" h="35460">
                  <a:moveTo>
                    <a:pt x="0" y="0"/>
                  </a:moveTo>
                  <a:lnTo>
                    <a:pt x="29930" y="3546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5" name="Output_receptor__5554">
              <a:extLst>
                <a:ext uri="{FF2B5EF4-FFF2-40B4-BE49-F238E27FC236}">
                  <a16:creationId xmlns:a16="http://schemas.microsoft.com/office/drawing/2014/main" id="{CC9405FC-E9BE-606E-C3CE-253BEB695219}"/>
                </a:ext>
              </a:extLst>
            </p:cNvPr>
            <p:cNvSpPr>
              <a:spLocks noGrp="1"/>
            </p:cNvSpPr>
            <p:nvPr/>
          </p:nvSpPr>
          <p:spPr>
            <a:xfrm>
              <a:off x="16225507" y="2785311"/>
              <a:ext cx="921" cy="15953"/>
            </a:xfrm>
            <a:custGeom>
              <a:avLst/>
              <a:gdLst/>
              <a:ahLst/>
              <a:cxnLst/>
              <a:rect l="0" t="0" r="0" b="0"/>
              <a:pathLst>
                <a:path w="921" h="15953">
                  <a:moveTo>
                    <a:pt x="0" y="0"/>
                  </a:moveTo>
                  <a:lnTo>
                    <a:pt x="921" y="1595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6" name="Output_receptor__5555">
              <a:extLst>
                <a:ext uri="{FF2B5EF4-FFF2-40B4-BE49-F238E27FC236}">
                  <a16:creationId xmlns:a16="http://schemas.microsoft.com/office/drawing/2014/main" id="{5E140F1A-DD32-138D-C83F-9985E8852132}"/>
                </a:ext>
              </a:extLst>
            </p:cNvPr>
            <p:cNvSpPr>
              <a:spLocks noGrp="1"/>
            </p:cNvSpPr>
            <p:nvPr/>
          </p:nvSpPr>
          <p:spPr>
            <a:xfrm>
              <a:off x="15335949" y="3609559"/>
              <a:ext cx="63683" cy="21790"/>
            </a:xfrm>
            <a:custGeom>
              <a:avLst/>
              <a:gdLst/>
              <a:ahLst/>
              <a:cxnLst/>
              <a:rect l="0" t="0" r="0" b="0"/>
              <a:pathLst>
                <a:path w="63683" h="21790">
                  <a:moveTo>
                    <a:pt x="63683" y="0"/>
                  </a:moveTo>
                  <a:lnTo>
                    <a:pt x="0" y="2179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7" name="Output_receptor__5556">
              <a:extLst>
                <a:ext uri="{FF2B5EF4-FFF2-40B4-BE49-F238E27FC236}">
                  <a16:creationId xmlns:a16="http://schemas.microsoft.com/office/drawing/2014/main" id="{B28CC2C2-3609-837F-3B62-986C592C4929}"/>
                </a:ext>
              </a:extLst>
            </p:cNvPr>
            <p:cNvSpPr>
              <a:spLocks noGrp="1"/>
            </p:cNvSpPr>
            <p:nvPr/>
          </p:nvSpPr>
          <p:spPr>
            <a:xfrm>
              <a:off x="15600635" y="2558233"/>
              <a:ext cx="68161" cy="12959"/>
            </a:xfrm>
            <a:custGeom>
              <a:avLst/>
              <a:gdLst/>
              <a:ahLst/>
              <a:cxnLst/>
              <a:rect l="0" t="0" r="0" b="0"/>
              <a:pathLst>
                <a:path w="68161" h="12959">
                  <a:moveTo>
                    <a:pt x="0" y="0"/>
                  </a:moveTo>
                  <a:lnTo>
                    <a:pt x="68161" y="12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8" name="Output_receptor__5557">
              <a:extLst>
                <a:ext uri="{FF2B5EF4-FFF2-40B4-BE49-F238E27FC236}">
                  <a16:creationId xmlns:a16="http://schemas.microsoft.com/office/drawing/2014/main" id="{2981C3C0-68BC-B697-CBFB-A8CC14064EB7}"/>
                </a:ext>
              </a:extLst>
            </p:cNvPr>
            <p:cNvSpPr>
              <a:spLocks noGrp="1"/>
            </p:cNvSpPr>
            <p:nvPr/>
          </p:nvSpPr>
          <p:spPr>
            <a:xfrm>
              <a:off x="15762627" y="3616291"/>
              <a:ext cx="14659" cy="67468"/>
            </a:xfrm>
            <a:custGeom>
              <a:avLst/>
              <a:gdLst/>
              <a:ahLst/>
              <a:cxnLst/>
              <a:rect l="0" t="0" r="0" b="0"/>
              <a:pathLst>
                <a:path w="14659" h="67468">
                  <a:moveTo>
                    <a:pt x="0" y="67468"/>
                  </a:moveTo>
                  <a:lnTo>
                    <a:pt x="1465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9" name="Output_receptor__5558">
              <a:extLst>
                <a:ext uri="{FF2B5EF4-FFF2-40B4-BE49-F238E27FC236}">
                  <a16:creationId xmlns:a16="http://schemas.microsoft.com/office/drawing/2014/main" id="{CAB90886-FEF2-2CC6-3D6A-2C46D42CE7CD}"/>
                </a:ext>
              </a:extLst>
            </p:cNvPr>
            <p:cNvSpPr>
              <a:spLocks noGrp="1"/>
            </p:cNvSpPr>
            <p:nvPr/>
          </p:nvSpPr>
          <p:spPr>
            <a:xfrm>
              <a:off x="15552479" y="3547158"/>
              <a:ext cx="71104" cy="10276"/>
            </a:xfrm>
            <a:custGeom>
              <a:avLst/>
              <a:gdLst/>
              <a:ahLst/>
              <a:cxnLst/>
              <a:rect l="0" t="0" r="0" b="0"/>
              <a:pathLst>
                <a:path w="71104" h="10276">
                  <a:moveTo>
                    <a:pt x="71104" y="10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0" name="Output_receptor__5559">
              <a:extLst>
                <a:ext uri="{FF2B5EF4-FFF2-40B4-BE49-F238E27FC236}">
                  <a16:creationId xmlns:a16="http://schemas.microsoft.com/office/drawing/2014/main" id="{08E2CA0D-0CD9-3F92-8A0F-C6FD606E37E3}"/>
                </a:ext>
              </a:extLst>
            </p:cNvPr>
            <p:cNvSpPr>
              <a:spLocks noGrp="1"/>
            </p:cNvSpPr>
            <p:nvPr/>
          </p:nvSpPr>
          <p:spPr>
            <a:xfrm>
              <a:off x="16259524" y="3544665"/>
              <a:ext cx="55072" cy="31785"/>
            </a:xfrm>
            <a:custGeom>
              <a:avLst/>
              <a:gdLst/>
              <a:ahLst/>
              <a:cxnLst/>
              <a:rect l="0" t="0" r="0" b="0"/>
              <a:pathLst>
                <a:path w="55072" h="31785">
                  <a:moveTo>
                    <a:pt x="55072" y="0"/>
                  </a:moveTo>
                  <a:lnTo>
                    <a:pt x="0" y="317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1" name="Output_receptor__5560">
              <a:extLst>
                <a:ext uri="{FF2B5EF4-FFF2-40B4-BE49-F238E27FC236}">
                  <a16:creationId xmlns:a16="http://schemas.microsoft.com/office/drawing/2014/main" id="{974570C7-D61F-6D4C-521C-3F1039276577}"/>
                </a:ext>
              </a:extLst>
            </p:cNvPr>
            <p:cNvSpPr>
              <a:spLocks noGrp="1"/>
            </p:cNvSpPr>
            <p:nvPr/>
          </p:nvSpPr>
          <p:spPr>
            <a:xfrm>
              <a:off x="15704544" y="2896577"/>
              <a:ext cx="2945" cy="11367"/>
            </a:xfrm>
            <a:custGeom>
              <a:avLst/>
              <a:gdLst/>
              <a:ahLst/>
              <a:cxnLst/>
              <a:rect l="0" t="0" r="0" b="0"/>
              <a:pathLst>
                <a:path w="2945" h="11367">
                  <a:moveTo>
                    <a:pt x="2945" y="0"/>
                  </a:moveTo>
                  <a:lnTo>
                    <a:pt x="0" y="1136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2" name="Output_receptor__5561">
              <a:extLst>
                <a:ext uri="{FF2B5EF4-FFF2-40B4-BE49-F238E27FC236}">
                  <a16:creationId xmlns:a16="http://schemas.microsoft.com/office/drawing/2014/main" id="{31DD30B5-F058-66BB-5969-2A7D628C9574}"/>
                </a:ext>
              </a:extLst>
            </p:cNvPr>
            <p:cNvSpPr>
              <a:spLocks noGrp="1"/>
            </p:cNvSpPr>
            <p:nvPr/>
          </p:nvSpPr>
          <p:spPr>
            <a:xfrm>
              <a:off x="16199731" y="3552554"/>
              <a:ext cx="59793" cy="23896"/>
            </a:xfrm>
            <a:custGeom>
              <a:avLst/>
              <a:gdLst/>
              <a:ahLst/>
              <a:cxnLst/>
              <a:rect l="0" t="0" r="0" b="0"/>
              <a:pathLst>
                <a:path w="59793" h="23896">
                  <a:moveTo>
                    <a:pt x="59793" y="238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3" name="Output_receptor__5562">
              <a:extLst>
                <a:ext uri="{FF2B5EF4-FFF2-40B4-BE49-F238E27FC236}">
                  <a16:creationId xmlns:a16="http://schemas.microsoft.com/office/drawing/2014/main" id="{A6162BEC-F6AA-6AA5-082C-11E1C019DC8A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95164"/>
              <a:ext cx="61233" cy="9403"/>
            </a:xfrm>
            <a:custGeom>
              <a:avLst/>
              <a:gdLst/>
              <a:ahLst/>
              <a:cxnLst/>
              <a:rect l="0" t="0" r="0" b="0"/>
              <a:pathLst>
                <a:path w="61233" h="9403">
                  <a:moveTo>
                    <a:pt x="0" y="0"/>
                  </a:moveTo>
                  <a:lnTo>
                    <a:pt x="61233" y="94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4" name="Output_receptor__5563">
              <a:extLst>
                <a:ext uri="{FF2B5EF4-FFF2-40B4-BE49-F238E27FC236}">
                  <a16:creationId xmlns:a16="http://schemas.microsoft.com/office/drawing/2014/main" id="{2732A77E-07AE-CFD0-D0A3-82616216017D}"/>
                </a:ext>
              </a:extLst>
            </p:cNvPr>
            <p:cNvSpPr>
              <a:spLocks noGrp="1"/>
            </p:cNvSpPr>
            <p:nvPr/>
          </p:nvSpPr>
          <p:spPr>
            <a:xfrm>
              <a:off x="16350522" y="3213500"/>
              <a:ext cx="63351" cy="31189"/>
            </a:xfrm>
            <a:custGeom>
              <a:avLst/>
              <a:gdLst/>
              <a:ahLst/>
              <a:cxnLst/>
              <a:rect l="0" t="0" r="0" b="0"/>
              <a:pathLst>
                <a:path w="63351" h="31189">
                  <a:moveTo>
                    <a:pt x="63351" y="311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5" name="Output_receptor__5564">
              <a:extLst>
                <a:ext uri="{FF2B5EF4-FFF2-40B4-BE49-F238E27FC236}">
                  <a16:creationId xmlns:a16="http://schemas.microsoft.com/office/drawing/2014/main" id="{C4FA5811-D8CC-AA8B-1060-DAFBFDA8CBE7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35817"/>
              <a:ext cx="14648" cy="43350"/>
            </a:xfrm>
            <a:custGeom>
              <a:avLst/>
              <a:gdLst/>
              <a:ahLst/>
              <a:cxnLst/>
              <a:rect l="0" t="0" r="0" b="0"/>
              <a:pathLst>
                <a:path w="14648" h="43350">
                  <a:moveTo>
                    <a:pt x="0" y="43350"/>
                  </a:moveTo>
                  <a:lnTo>
                    <a:pt x="1464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6" name="Output_receptor__5565">
              <a:extLst>
                <a:ext uri="{FF2B5EF4-FFF2-40B4-BE49-F238E27FC236}">
                  <a16:creationId xmlns:a16="http://schemas.microsoft.com/office/drawing/2014/main" id="{15E1BFD2-4A75-8EAB-4491-84A53F9FD6BB}"/>
                </a:ext>
              </a:extLst>
            </p:cNvPr>
            <p:cNvSpPr>
              <a:spLocks noGrp="1"/>
            </p:cNvSpPr>
            <p:nvPr/>
          </p:nvSpPr>
          <p:spPr>
            <a:xfrm>
              <a:off x="15728809" y="2828750"/>
              <a:ext cx="45148" cy="23018"/>
            </a:xfrm>
            <a:custGeom>
              <a:avLst/>
              <a:gdLst/>
              <a:ahLst/>
              <a:cxnLst/>
              <a:rect l="0" t="0" r="0" b="0"/>
              <a:pathLst>
                <a:path w="45148" h="23018">
                  <a:moveTo>
                    <a:pt x="45148" y="2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7" name="Output_receptor__5566">
              <a:extLst>
                <a:ext uri="{FF2B5EF4-FFF2-40B4-BE49-F238E27FC236}">
                  <a16:creationId xmlns:a16="http://schemas.microsoft.com/office/drawing/2014/main" id="{3A45EE29-8188-FCC5-E0A0-26AC22EF1E32}"/>
                </a:ext>
              </a:extLst>
            </p:cNvPr>
            <p:cNvSpPr>
              <a:spLocks noGrp="1"/>
            </p:cNvSpPr>
            <p:nvPr/>
          </p:nvSpPr>
          <p:spPr>
            <a:xfrm>
              <a:off x="16383621" y="2696994"/>
              <a:ext cx="62671" cy="33857"/>
            </a:xfrm>
            <a:custGeom>
              <a:avLst/>
              <a:gdLst/>
              <a:ahLst/>
              <a:cxnLst/>
              <a:rect l="0" t="0" r="0" b="0"/>
              <a:pathLst>
                <a:path w="62671" h="33857">
                  <a:moveTo>
                    <a:pt x="0" y="0"/>
                  </a:moveTo>
                  <a:lnTo>
                    <a:pt x="62671" y="3385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8" name="Output_receptor__5567">
              <a:extLst>
                <a:ext uri="{FF2B5EF4-FFF2-40B4-BE49-F238E27FC236}">
                  <a16:creationId xmlns:a16="http://schemas.microsoft.com/office/drawing/2014/main" id="{300CA83F-C681-4C7C-75CC-B771BE9FB06B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10836" cy="13959"/>
            </a:xfrm>
            <a:custGeom>
              <a:avLst/>
              <a:gdLst/>
              <a:ahLst/>
              <a:cxnLst/>
              <a:rect l="0" t="0" r="0" b="0"/>
              <a:pathLst>
                <a:path w="10836" h="13959">
                  <a:moveTo>
                    <a:pt x="0" y="0"/>
                  </a:moveTo>
                  <a:lnTo>
                    <a:pt x="10836" y="13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9" name="Output_receptor__5568">
              <a:extLst>
                <a:ext uri="{FF2B5EF4-FFF2-40B4-BE49-F238E27FC236}">
                  <a16:creationId xmlns:a16="http://schemas.microsoft.com/office/drawing/2014/main" id="{F0A0112D-B97C-AA6F-1411-194B168E267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917556"/>
              <a:ext cx="40444" cy="52495"/>
            </a:xfrm>
            <a:custGeom>
              <a:avLst/>
              <a:gdLst/>
              <a:ahLst/>
              <a:cxnLst/>
              <a:rect l="0" t="0" r="0" b="0"/>
              <a:pathLst>
                <a:path w="40444" h="52495">
                  <a:moveTo>
                    <a:pt x="40444" y="5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70" name="Output_receptor__5569">
              <a:extLst>
                <a:ext uri="{FF2B5EF4-FFF2-40B4-BE49-F238E27FC236}">
                  <a16:creationId xmlns:a16="http://schemas.microsoft.com/office/drawing/2014/main" id="{29AD891D-3D5E-3413-9912-FD254886E41E}"/>
                </a:ext>
              </a:extLst>
            </p:cNvPr>
            <p:cNvSpPr>
              <a:spLocks noGrp="1"/>
            </p:cNvSpPr>
            <p:nvPr/>
          </p:nvSpPr>
          <p:spPr>
            <a:xfrm>
              <a:off x="15473750" y="2983181"/>
              <a:ext cx="44961" cy="55632"/>
            </a:xfrm>
            <a:custGeom>
              <a:avLst/>
              <a:gdLst/>
              <a:ahLst/>
              <a:cxnLst/>
              <a:rect l="0" t="0" r="0" b="0"/>
              <a:pathLst>
                <a:path w="44961" h="55632">
                  <a:moveTo>
                    <a:pt x="0" y="0"/>
                  </a:moveTo>
                  <a:lnTo>
                    <a:pt x="44961" y="55632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1" name="Output_receptor__5570">
              <a:extLst>
                <a:ext uri="{FF2B5EF4-FFF2-40B4-BE49-F238E27FC236}">
                  <a16:creationId xmlns:a16="http://schemas.microsoft.com/office/drawing/2014/main" id="{BBFFA220-B56E-25BF-A8E4-B1E81B014494}"/>
                </a:ext>
              </a:extLst>
            </p:cNvPr>
            <p:cNvSpPr>
              <a:spLocks noGrp="1"/>
            </p:cNvSpPr>
            <p:nvPr/>
          </p:nvSpPr>
          <p:spPr>
            <a:xfrm>
              <a:off x="15773957" y="2851769"/>
              <a:ext cx="33399" cy="41850"/>
            </a:xfrm>
            <a:custGeom>
              <a:avLst/>
              <a:gdLst/>
              <a:ahLst/>
              <a:cxnLst/>
              <a:rect l="0" t="0" r="0" b="0"/>
              <a:pathLst>
                <a:path w="33399" h="41850">
                  <a:moveTo>
                    <a:pt x="33399" y="418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2" name="Output_receptor__5571">
              <a:extLst>
                <a:ext uri="{FF2B5EF4-FFF2-40B4-BE49-F238E27FC236}">
                  <a16:creationId xmlns:a16="http://schemas.microsoft.com/office/drawing/2014/main" id="{A6BEA5C1-7C04-4348-804D-C60559D23DF1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13500"/>
              <a:ext cx="34923" cy="59771"/>
            </a:xfrm>
            <a:custGeom>
              <a:avLst/>
              <a:gdLst/>
              <a:ahLst/>
              <a:cxnLst/>
              <a:rect l="0" t="0" r="0" b="0"/>
              <a:pathLst>
                <a:path w="34923" h="59771">
                  <a:moveTo>
                    <a:pt x="34923" y="0"/>
                  </a:moveTo>
                  <a:lnTo>
                    <a:pt x="0" y="59771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3" name="Output_receptor__5572">
              <a:extLst>
                <a:ext uri="{FF2B5EF4-FFF2-40B4-BE49-F238E27FC236}">
                  <a16:creationId xmlns:a16="http://schemas.microsoft.com/office/drawing/2014/main" id="{56E918A4-BE46-14E1-39C5-E00CBE758BB0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35686"/>
              <a:ext cx="39141" cy="50405"/>
            </a:xfrm>
            <a:custGeom>
              <a:avLst/>
              <a:gdLst/>
              <a:ahLst/>
              <a:cxnLst/>
              <a:rect l="0" t="0" r="0" b="0"/>
              <a:pathLst>
                <a:path w="39141" h="50405">
                  <a:moveTo>
                    <a:pt x="0" y="50405"/>
                  </a:moveTo>
                  <a:lnTo>
                    <a:pt x="3914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4" name="Output_receptor__5573">
              <a:extLst>
                <a:ext uri="{FF2B5EF4-FFF2-40B4-BE49-F238E27FC236}">
                  <a16:creationId xmlns:a16="http://schemas.microsoft.com/office/drawing/2014/main" id="{E68F6E2F-A76F-3DA5-84D7-5E7037A356C8}"/>
                </a:ext>
              </a:extLst>
            </p:cNvPr>
            <p:cNvSpPr>
              <a:spLocks noGrp="1"/>
            </p:cNvSpPr>
            <p:nvPr/>
          </p:nvSpPr>
          <p:spPr>
            <a:xfrm>
              <a:off x="16215579" y="2285003"/>
              <a:ext cx="31841" cy="24272"/>
            </a:xfrm>
            <a:custGeom>
              <a:avLst/>
              <a:gdLst/>
              <a:ahLst/>
              <a:cxnLst/>
              <a:rect l="0" t="0" r="0" b="0"/>
              <a:pathLst>
                <a:path w="31841" h="24272">
                  <a:moveTo>
                    <a:pt x="0" y="0"/>
                  </a:moveTo>
                  <a:lnTo>
                    <a:pt x="31841" y="2427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5" name="Output_receptor__5574">
              <a:extLst>
                <a:ext uri="{FF2B5EF4-FFF2-40B4-BE49-F238E27FC236}">
                  <a16:creationId xmlns:a16="http://schemas.microsoft.com/office/drawing/2014/main" id="{6C0A7655-CACA-7555-2114-76550E38814B}"/>
                </a:ext>
              </a:extLst>
            </p:cNvPr>
            <p:cNvSpPr>
              <a:spLocks noGrp="1"/>
            </p:cNvSpPr>
            <p:nvPr/>
          </p:nvSpPr>
          <p:spPr>
            <a:xfrm>
              <a:off x="15660071" y="2659256"/>
              <a:ext cx="49991" cy="13625"/>
            </a:xfrm>
            <a:custGeom>
              <a:avLst/>
              <a:gdLst/>
              <a:ahLst/>
              <a:cxnLst/>
              <a:rect l="0" t="0" r="0" b="0"/>
              <a:pathLst>
                <a:path w="49991" h="13625">
                  <a:moveTo>
                    <a:pt x="0" y="0"/>
                  </a:moveTo>
                  <a:lnTo>
                    <a:pt x="49991" y="1362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6" name="Output_receptor__5575">
              <a:extLst>
                <a:ext uri="{FF2B5EF4-FFF2-40B4-BE49-F238E27FC236}">
                  <a16:creationId xmlns:a16="http://schemas.microsoft.com/office/drawing/2014/main" id="{AEBE1803-C300-6841-20AA-D7A70CBC0F54}"/>
                </a:ext>
              </a:extLst>
            </p:cNvPr>
            <p:cNvSpPr>
              <a:spLocks noGrp="1"/>
            </p:cNvSpPr>
            <p:nvPr/>
          </p:nvSpPr>
          <p:spPr>
            <a:xfrm>
              <a:off x="15610569" y="2867006"/>
              <a:ext cx="13382" cy="64095"/>
            </a:xfrm>
            <a:custGeom>
              <a:avLst/>
              <a:gdLst/>
              <a:ahLst/>
              <a:cxnLst/>
              <a:rect l="0" t="0" r="0" b="0"/>
              <a:pathLst>
                <a:path w="13382" h="64095">
                  <a:moveTo>
                    <a:pt x="13382" y="0"/>
                  </a:moveTo>
                  <a:lnTo>
                    <a:pt x="0" y="6409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7" name="Output_receptor__5576">
              <a:extLst>
                <a:ext uri="{FF2B5EF4-FFF2-40B4-BE49-F238E27FC236}">
                  <a16:creationId xmlns:a16="http://schemas.microsoft.com/office/drawing/2014/main" id="{883C9410-D83B-6332-DC70-E7566EDDF6B5}"/>
                </a:ext>
              </a:extLst>
            </p:cNvPr>
            <p:cNvSpPr>
              <a:spLocks noGrp="1"/>
            </p:cNvSpPr>
            <p:nvPr/>
          </p:nvSpPr>
          <p:spPr>
            <a:xfrm>
              <a:off x="16098706" y="2575220"/>
              <a:ext cx="69516" cy="16726"/>
            </a:xfrm>
            <a:custGeom>
              <a:avLst/>
              <a:gdLst/>
              <a:ahLst/>
              <a:cxnLst/>
              <a:rect l="0" t="0" r="0" b="0"/>
              <a:pathLst>
                <a:path w="69516" h="16726">
                  <a:moveTo>
                    <a:pt x="69516" y="0"/>
                  </a:moveTo>
                  <a:lnTo>
                    <a:pt x="0" y="1672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8" name="Output_receptor__5577">
              <a:extLst>
                <a:ext uri="{FF2B5EF4-FFF2-40B4-BE49-F238E27FC236}">
                  <a16:creationId xmlns:a16="http://schemas.microsoft.com/office/drawing/2014/main" id="{DC30103C-FACE-C0C6-BE5F-20468C1BC529}"/>
                </a:ext>
              </a:extLst>
            </p:cNvPr>
            <p:cNvSpPr>
              <a:spLocks noGrp="1"/>
            </p:cNvSpPr>
            <p:nvPr/>
          </p:nvSpPr>
          <p:spPr>
            <a:xfrm>
              <a:off x="15437561" y="3253228"/>
              <a:ext cx="25423" cy="1287"/>
            </a:xfrm>
            <a:custGeom>
              <a:avLst/>
              <a:gdLst/>
              <a:ahLst/>
              <a:cxnLst/>
              <a:rect l="0" t="0" r="0" b="0"/>
              <a:pathLst>
                <a:path w="25423" h="1287">
                  <a:moveTo>
                    <a:pt x="25423" y="1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9" name="Output_receptor__5578">
              <a:extLst>
                <a:ext uri="{FF2B5EF4-FFF2-40B4-BE49-F238E27FC236}">
                  <a16:creationId xmlns:a16="http://schemas.microsoft.com/office/drawing/2014/main" id="{93E4FF72-612A-8AC2-369B-7937710FDF46}"/>
                </a:ext>
              </a:extLst>
            </p:cNvPr>
            <p:cNvSpPr>
              <a:spLocks noGrp="1"/>
            </p:cNvSpPr>
            <p:nvPr/>
          </p:nvSpPr>
          <p:spPr>
            <a:xfrm>
              <a:off x="16076061" y="2957013"/>
              <a:ext cx="38076" cy="55300"/>
            </a:xfrm>
            <a:custGeom>
              <a:avLst/>
              <a:gdLst/>
              <a:ahLst/>
              <a:cxnLst/>
              <a:rect l="0" t="0" r="0" b="0"/>
              <a:pathLst>
                <a:path w="38076" h="55300">
                  <a:moveTo>
                    <a:pt x="38076" y="0"/>
                  </a:moveTo>
                  <a:lnTo>
                    <a:pt x="0" y="5530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0" name="Output_receptor__5579">
              <a:extLst>
                <a:ext uri="{FF2B5EF4-FFF2-40B4-BE49-F238E27FC236}">
                  <a16:creationId xmlns:a16="http://schemas.microsoft.com/office/drawing/2014/main" id="{6548E2B5-0907-F0C8-DB64-4EF152CB02FA}"/>
                </a:ext>
              </a:extLst>
            </p:cNvPr>
            <p:cNvSpPr>
              <a:spLocks noGrp="1"/>
            </p:cNvSpPr>
            <p:nvPr/>
          </p:nvSpPr>
          <p:spPr>
            <a:xfrm>
              <a:off x="15987846" y="2292016"/>
              <a:ext cx="42221" cy="53496"/>
            </a:xfrm>
            <a:custGeom>
              <a:avLst/>
              <a:gdLst/>
              <a:ahLst/>
              <a:cxnLst/>
              <a:rect l="0" t="0" r="0" b="0"/>
              <a:pathLst>
                <a:path w="42221" h="53496">
                  <a:moveTo>
                    <a:pt x="0" y="0"/>
                  </a:moveTo>
                  <a:lnTo>
                    <a:pt x="42221" y="534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1" name="Output_receptor__5580">
              <a:extLst>
                <a:ext uri="{FF2B5EF4-FFF2-40B4-BE49-F238E27FC236}">
                  <a16:creationId xmlns:a16="http://schemas.microsoft.com/office/drawing/2014/main" id="{09091C28-B653-D232-81BC-DC6967258DF8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391620"/>
              <a:ext cx="21860" cy="60334"/>
            </a:xfrm>
            <a:custGeom>
              <a:avLst/>
              <a:gdLst/>
              <a:ahLst/>
              <a:cxnLst/>
              <a:rect l="0" t="0" r="0" b="0"/>
              <a:pathLst>
                <a:path w="21860" h="60334">
                  <a:moveTo>
                    <a:pt x="21860" y="0"/>
                  </a:moveTo>
                  <a:lnTo>
                    <a:pt x="0" y="6033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2" name="Output_receptor__5581">
              <a:extLst>
                <a:ext uri="{FF2B5EF4-FFF2-40B4-BE49-F238E27FC236}">
                  <a16:creationId xmlns:a16="http://schemas.microsoft.com/office/drawing/2014/main" id="{92898749-ACDD-9CBB-8693-D0975892C382}"/>
                </a:ext>
              </a:extLst>
            </p:cNvPr>
            <p:cNvSpPr>
              <a:spLocks noGrp="1"/>
            </p:cNvSpPr>
            <p:nvPr/>
          </p:nvSpPr>
          <p:spPr>
            <a:xfrm>
              <a:off x="16175713" y="2242089"/>
              <a:ext cx="39866" cy="42915"/>
            </a:xfrm>
            <a:custGeom>
              <a:avLst/>
              <a:gdLst/>
              <a:ahLst/>
              <a:cxnLst/>
              <a:rect l="0" t="0" r="0" b="0"/>
              <a:pathLst>
                <a:path w="39866" h="42915">
                  <a:moveTo>
                    <a:pt x="0" y="0"/>
                  </a:moveTo>
                  <a:lnTo>
                    <a:pt x="39866" y="429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3" name="Output_receptor__5582">
              <a:extLst>
                <a:ext uri="{FF2B5EF4-FFF2-40B4-BE49-F238E27FC236}">
                  <a16:creationId xmlns:a16="http://schemas.microsoft.com/office/drawing/2014/main" id="{DC3B774A-39D7-74A9-6619-F67547E1A7EB}"/>
                </a:ext>
              </a:extLst>
            </p:cNvPr>
            <p:cNvSpPr>
              <a:spLocks noGrp="1"/>
            </p:cNvSpPr>
            <p:nvPr/>
          </p:nvSpPr>
          <p:spPr>
            <a:xfrm>
              <a:off x="15584768" y="3311090"/>
              <a:ext cx="7116" cy="26905"/>
            </a:xfrm>
            <a:custGeom>
              <a:avLst/>
              <a:gdLst/>
              <a:ahLst/>
              <a:cxnLst/>
              <a:rect l="0" t="0" r="0" b="0"/>
              <a:pathLst>
                <a:path w="7116" h="26905">
                  <a:moveTo>
                    <a:pt x="0" y="0"/>
                  </a:moveTo>
                  <a:lnTo>
                    <a:pt x="7116" y="2690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4" name="Output_receptor__5583">
              <a:extLst>
                <a:ext uri="{FF2B5EF4-FFF2-40B4-BE49-F238E27FC236}">
                  <a16:creationId xmlns:a16="http://schemas.microsoft.com/office/drawing/2014/main" id="{E9B454EE-B93E-2F78-4F3B-7D2670BE60C9}"/>
                </a:ext>
              </a:extLst>
            </p:cNvPr>
            <p:cNvSpPr>
              <a:spLocks noGrp="1"/>
            </p:cNvSpPr>
            <p:nvPr/>
          </p:nvSpPr>
          <p:spPr>
            <a:xfrm>
              <a:off x="15946194" y="3008945"/>
              <a:ext cx="22127" cy="56123"/>
            </a:xfrm>
            <a:custGeom>
              <a:avLst/>
              <a:gdLst/>
              <a:ahLst/>
              <a:cxnLst/>
              <a:rect l="0" t="0" r="0" b="0"/>
              <a:pathLst>
                <a:path w="22127" h="56123">
                  <a:moveTo>
                    <a:pt x="0" y="56123"/>
                  </a:moveTo>
                  <a:lnTo>
                    <a:pt x="22127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5" name="Output_receptor__5584">
              <a:extLst>
                <a:ext uri="{FF2B5EF4-FFF2-40B4-BE49-F238E27FC236}">
                  <a16:creationId xmlns:a16="http://schemas.microsoft.com/office/drawing/2014/main" id="{EA923FCD-7445-B639-CF31-486293EAEF57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86091"/>
              <a:ext cx="12013" cy="45287"/>
            </a:xfrm>
            <a:custGeom>
              <a:avLst/>
              <a:gdLst/>
              <a:ahLst/>
              <a:cxnLst/>
              <a:rect l="0" t="0" r="0" b="0"/>
              <a:pathLst>
                <a:path w="12013" h="45287">
                  <a:moveTo>
                    <a:pt x="12013" y="45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6" name="Output_receptor__5585">
              <a:extLst>
                <a:ext uri="{FF2B5EF4-FFF2-40B4-BE49-F238E27FC236}">
                  <a16:creationId xmlns:a16="http://schemas.microsoft.com/office/drawing/2014/main" id="{F7C25944-90C6-4C39-B3D0-46EE109E5571}"/>
                </a:ext>
              </a:extLst>
            </p:cNvPr>
            <p:cNvSpPr>
              <a:spLocks noGrp="1"/>
            </p:cNvSpPr>
            <p:nvPr/>
          </p:nvSpPr>
          <p:spPr>
            <a:xfrm>
              <a:off x="16249409" y="3041812"/>
              <a:ext cx="9513" cy="63028"/>
            </a:xfrm>
            <a:custGeom>
              <a:avLst/>
              <a:gdLst/>
              <a:ahLst/>
              <a:cxnLst/>
              <a:rect l="0" t="0" r="0" b="0"/>
              <a:pathLst>
                <a:path w="9513" h="63028">
                  <a:moveTo>
                    <a:pt x="0" y="0"/>
                  </a:moveTo>
                  <a:lnTo>
                    <a:pt x="9513" y="6302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7" name="Output_receptor__5586">
              <a:extLst>
                <a:ext uri="{FF2B5EF4-FFF2-40B4-BE49-F238E27FC236}">
                  <a16:creationId xmlns:a16="http://schemas.microsoft.com/office/drawing/2014/main" id="{5428625B-9417-A247-FE53-3DA21F2E76D4}"/>
                </a:ext>
              </a:extLst>
            </p:cNvPr>
            <p:cNvSpPr>
              <a:spLocks noGrp="1"/>
            </p:cNvSpPr>
            <p:nvPr/>
          </p:nvSpPr>
          <p:spPr>
            <a:xfrm>
              <a:off x="16098712" y="2283201"/>
              <a:ext cx="44449" cy="53764"/>
            </a:xfrm>
            <a:custGeom>
              <a:avLst/>
              <a:gdLst/>
              <a:ahLst/>
              <a:cxnLst/>
              <a:rect l="0" t="0" r="0" b="0"/>
              <a:pathLst>
                <a:path w="44449" h="53764">
                  <a:moveTo>
                    <a:pt x="0" y="0"/>
                  </a:moveTo>
                  <a:lnTo>
                    <a:pt x="44449" y="5376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8" name="Output_receptor__5587">
              <a:extLst>
                <a:ext uri="{FF2B5EF4-FFF2-40B4-BE49-F238E27FC236}">
                  <a16:creationId xmlns:a16="http://schemas.microsoft.com/office/drawing/2014/main" id="{ED111F7B-97F9-052E-EBD1-64050A8B98FC}"/>
                </a:ext>
              </a:extLst>
            </p:cNvPr>
            <p:cNvSpPr>
              <a:spLocks noGrp="1"/>
            </p:cNvSpPr>
            <p:nvPr/>
          </p:nvSpPr>
          <p:spPr>
            <a:xfrm>
              <a:off x="15311473" y="3631348"/>
              <a:ext cx="24475" cy="9833"/>
            </a:xfrm>
            <a:custGeom>
              <a:avLst/>
              <a:gdLst/>
              <a:ahLst/>
              <a:cxnLst/>
              <a:rect l="0" t="0" r="0" b="0"/>
              <a:pathLst>
                <a:path w="24475" h="9833">
                  <a:moveTo>
                    <a:pt x="24475" y="0"/>
                  </a:moveTo>
                  <a:lnTo>
                    <a:pt x="0" y="9833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9" name="Output_receptor__5588">
              <a:extLst>
                <a:ext uri="{FF2B5EF4-FFF2-40B4-BE49-F238E27FC236}">
                  <a16:creationId xmlns:a16="http://schemas.microsoft.com/office/drawing/2014/main" id="{9310D6CF-0481-699B-B1CC-DACBAFF39D02}"/>
                </a:ext>
              </a:extLst>
            </p:cNvPr>
            <p:cNvSpPr>
              <a:spLocks noGrp="1"/>
            </p:cNvSpPr>
            <p:nvPr/>
          </p:nvSpPr>
          <p:spPr>
            <a:xfrm>
              <a:off x="16266885" y="3389136"/>
              <a:ext cx="56064" cy="2484"/>
            </a:xfrm>
            <a:custGeom>
              <a:avLst/>
              <a:gdLst/>
              <a:ahLst/>
              <a:cxnLst/>
              <a:rect l="0" t="0" r="0" b="0"/>
              <a:pathLst>
                <a:path w="56064" h="2484">
                  <a:moveTo>
                    <a:pt x="56064" y="0"/>
                  </a:moveTo>
                  <a:lnTo>
                    <a:pt x="0" y="248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0" name="Output_receptor__5589">
              <a:extLst>
                <a:ext uri="{FF2B5EF4-FFF2-40B4-BE49-F238E27FC236}">
                  <a16:creationId xmlns:a16="http://schemas.microsoft.com/office/drawing/2014/main" id="{0D86F9DB-E65F-8BD5-0DC0-049A0E6865D9}"/>
                </a:ext>
              </a:extLst>
            </p:cNvPr>
            <p:cNvSpPr>
              <a:spLocks noGrp="1"/>
            </p:cNvSpPr>
            <p:nvPr/>
          </p:nvSpPr>
          <p:spPr>
            <a:xfrm>
              <a:off x="15623951" y="2849055"/>
              <a:ext cx="40048" cy="17952"/>
            </a:xfrm>
            <a:custGeom>
              <a:avLst/>
              <a:gdLst/>
              <a:ahLst/>
              <a:cxnLst/>
              <a:rect l="0" t="0" r="0" b="0"/>
              <a:pathLst>
                <a:path w="40048" h="17952">
                  <a:moveTo>
                    <a:pt x="40048" y="0"/>
                  </a:moveTo>
                  <a:lnTo>
                    <a:pt x="0" y="1795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1" name="Output_receptor__5590">
              <a:extLst>
                <a:ext uri="{FF2B5EF4-FFF2-40B4-BE49-F238E27FC236}">
                  <a16:creationId xmlns:a16="http://schemas.microsoft.com/office/drawing/2014/main" id="{AD5779AD-2236-3A04-699A-537815156A6A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925118"/>
              <a:ext cx="16066" cy="58063"/>
            </a:xfrm>
            <a:custGeom>
              <a:avLst/>
              <a:gdLst/>
              <a:ahLst/>
              <a:cxnLst/>
              <a:rect l="0" t="0" r="0" b="0"/>
              <a:pathLst>
                <a:path w="16066" h="58063">
                  <a:moveTo>
                    <a:pt x="0" y="0"/>
                  </a:moveTo>
                  <a:lnTo>
                    <a:pt x="16066" y="58063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2" name="Output_receptor__5591">
              <a:extLst>
                <a:ext uri="{FF2B5EF4-FFF2-40B4-BE49-F238E27FC236}">
                  <a16:creationId xmlns:a16="http://schemas.microsoft.com/office/drawing/2014/main" id="{D26B41EB-93A5-33E2-F331-2B17DC01AF49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2" y="2511605"/>
              <a:ext cx="19295" cy="63615"/>
            </a:xfrm>
            <a:custGeom>
              <a:avLst/>
              <a:gdLst/>
              <a:ahLst/>
              <a:cxnLst/>
              <a:rect l="0" t="0" r="0" b="0"/>
              <a:pathLst>
                <a:path w="19295" h="63615">
                  <a:moveTo>
                    <a:pt x="19295" y="0"/>
                  </a:moveTo>
                  <a:lnTo>
                    <a:pt x="0" y="636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3" name="Output_receptor__5592">
              <a:extLst>
                <a:ext uri="{FF2B5EF4-FFF2-40B4-BE49-F238E27FC236}">
                  <a16:creationId xmlns:a16="http://schemas.microsoft.com/office/drawing/2014/main" id="{F2BC56C1-5E30-C6CC-6AA8-C63509AD8DFE}"/>
                </a:ext>
              </a:extLst>
            </p:cNvPr>
            <p:cNvSpPr>
              <a:spLocks noGrp="1"/>
            </p:cNvSpPr>
            <p:nvPr/>
          </p:nvSpPr>
          <p:spPr>
            <a:xfrm>
              <a:off x="15440999" y="2639863"/>
              <a:ext cx="60279" cy="38045"/>
            </a:xfrm>
            <a:custGeom>
              <a:avLst/>
              <a:gdLst/>
              <a:ahLst/>
              <a:cxnLst/>
              <a:rect l="0" t="0" r="0" b="0"/>
              <a:pathLst>
                <a:path w="60279" h="38045">
                  <a:moveTo>
                    <a:pt x="60279" y="0"/>
                  </a:moveTo>
                  <a:lnTo>
                    <a:pt x="0" y="3804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4" name="Output_receptor__5593">
              <a:extLst>
                <a:ext uri="{FF2B5EF4-FFF2-40B4-BE49-F238E27FC236}">
                  <a16:creationId xmlns:a16="http://schemas.microsoft.com/office/drawing/2014/main" id="{7A799E79-85AD-FE58-F43A-239BED81FA49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9" y="3737346"/>
              <a:ext cx="18149" cy="19190"/>
            </a:xfrm>
            <a:custGeom>
              <a:avLst/>
              <a:gdLst/>
              <a:ahLst/>
              <a:cxnLst/>
              <a:rect l="0" t="0" r="0" b="0"/>
              <a:pathLst>
                <a:path w="18149" h="19190">
                  <a:moveTo>
                    <a:pt x="18149" y="1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5" name="Output_receptor__5594">
              <a:extLst>
                <a:ext uri="{FF2B5EF4-FFF2-40B4-BE49-F238E27FC236}">
                  <a16:creationId xmlns:a16="http://schemas.microsoft.com/office/drawing/2014/main" id="{D6E1CA6A-F001-72FF-D29D-170A2CC3F4C2}"/>
                </a:ext>
              </a:extLst>
            </p:cNvPr>
            <p:cNvSpPr>
              <a:spLocks noGrp="1"/>
            </p:cNvSpPr>
            <p:nvPr/>
          </p:nvSpPr>
          <p:spPr>
            <a:xfrm>
              <a:off x="15510992" y="3547158"/>
              <a:ext cx="41487" cy="44366"/>
            </a:xfrm>
            <a:custGeom>
              <a:avLst/>
              <a:gdLst/>
              <a:ahLst/>
              <a:cxnLst/>
              <a:rect l="0" t="0" r="0" b="0"/>
              <a:pathLst>
                <a:path w="41487" h="44366">
                  <a:moveTo>
                    <a:pt x="41487" y="0"/>
                  </a:moveTo>
                  <a:lnTo>
                    <a:pt x="0" y="4436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6" name="Output_receptor__5595">
              <a:extLst>
                <a:ext uri="{FF2B5EF4-FFF2-40B4-BE49-F238E27FC236}">
                  <a16:creationId xmlns:a16="http://schemas.microsoft.com/office/drawing/2014/main" id="{3F2886C2-B15B-029E-F44E-205A5826A370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25211"/>
              <a:ext cx="15021" cy="5371"/>
            </a:xfrm>
            <a:custGeom>
              <a:avLst/>
              <a:gdLst/>
              <a:ahLst/>
              <a:cxnLst/>
              <a:rect l="0" t="0" r="0" b="0"/>
              <a:pathLst>
                <a:path w="15021" h="5371">
                  <a:moveTo>
                    <a:pt x="0" y="5371"/>
                  </a:moveTo>
                  <a:lnTo>
                    <a:pt x="1502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7" name="Output_receptor__5596">
              <a:extLst>
                <a:ext uri="{FF2B5EF4-FFF2-40B4-BE49-F238E27FC236}">
                  <a16:creationId xmlns:a16="http://schemas.microsoft.com/office/drawing/2014/main" id="{0C590F8B-35E4-5732-AA76-4A2454744C21}"/>
                </a:ext>
              </a:extLst>
            </p:cNvPr>
            <p:cNvSpPr>
              <a:spLocks noGrp="1"/>
            </p:cNvSpPr>
            <p:nvPr/>
          </p:nvSpPr>
          <p:spPr>
            <a:xfrm>
              <a:off x="15654188" y="3477776"/>
              <a:ext cx="30915" cy="43091"/>
            </a:xfrm>
            <a:custGeom>
              <a:avLst/>
              <a:gdLst/>
              <a:ahLst/>
              <a:cxnLst/>
              <a:rect l="0" t="0" r="0" b="0"/>
              <a:pathLst>
                <a:path w="30915" h="43091">
                  <a:moveTo>
                    <a:pt x="0" y="43091"/>
                  </a:moveTo>
                  <a:lnTo>
                    <a:pt x="3091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8" name="Output_receptor__5597">
              <a:extLst>
                <a:ext uri="{FF2B5EF4-FFF2-40B4-BE49-F238E27FC236}">
                  <a16:creationId xmlns:a16="http://schemas.microsoft.com/office/drawing/2014/main" id="{95CE9DD2-89F2-BD96-5150-44AA79217BA6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9661" cy="63622"/>
            </a:xfrm>
            <a:custGeom>
              <a:avLst/>
              <a:gdLst/>
              <a:ahLst/>
              <a:cxnLst/>
              <a:rect l="0" t="0" r="0" b="0"/>
              <a:pathLst>
                <a:path w="9661" h="63622">
                  <a:moveTo>
                    <a:pt x="0" y="0"/>
                  </a:moveTo>
                  <a:lnTo>
                    <a:pt x="9661" y="6362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9" name="Output_receptor__5598">
              <a:extLst>
                <a:ext uri="{FF2B5EF4-FFF2-40B4-BE49-F238E27FC236}">
                  <a16:creationId xmlns:a16="http://schemas.microsoft.com/office/drawing/2014/main" id="{534501DC-FC31-BE68-0795-1B3EEB808D95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28276"/>
              <a:ext cx="42076" cy="57958"/>
            </a:xfrm>
            <a:custGeom>
              <a:avLst/>
              <a:gdLst/>
              <a:ahLst/>
              <a:cxnLst/>
              <a:rect l="0" t="0" r="0" b="0"/>
              <a:pathLst>
                <a:path w="42076" h="57958">
                  <a:moveTo>
                    <a:pt x="42076" y="0"/>
                  </a:moveTo>
                  <a:lnTo>
                    <a:pt x="0" y="57958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0" name="Output_receptor__5599">
              <a:extLst>
                <a:ext uri="{FF2B5EF4-FFF2-40B4-BE49-F238E27FC236}">
                  <a16:creationId xmlns:a16="http://schemas.microsoft.com/office/drawing/2014/main" id="{537ED413-5CAA-8028-28A6-D7E236D8CD6E}"/>
                </a:ext>
              </a:extLst>
            </p:cNvPr>
            <p:cNvSpPr>
              <a:spLocks noGrp="1"/>
            </p:cNvSpPr>
            <p:nvPr/>
          </p:nvSpPr>
          <p:spPr>
            <a:xfrm>
              <a:off x="16446292" y="2730851"/>
              <a:ext cx="25835" cy="34056"/>
            </a:xfrm>
            <a:custGeom>
              <a:avLst/>
              <a:gdLst/>
              <a:ahLst/>
              <a:cxnLst/>
              <a:rect l="0" t="0" r="0" b="0"/>
              <a:pathLst>
                <a:path w="25835" h="34056">
                  <a:moveTo>
                    <a:pt x="0" y="0"/>
                  </a:moveTo>
                  <a:lnTo>
                    <a:pt x="25835" y="3405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1" name="Output_receptor__5600">
              <a:extLst>
                <a:ext uri="{FF2B5EF4-FFF2-40B4-BE49-F238E27FC236}">
                  <a16:creationId xmlns:a16="http://schemas.microsoft.com/office/drawing/2014/main" id="{CEC6E9FF-71E8-A8D4-3C20-F5F4B9E9B025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1219" cy="51246"/>
            </a:xfrm>
            <a:custGeom>
              <a:avLst/>
              <a:gdLst/>
              <a:ahLst/>
              <a:cxnLst/>
              <a:rect l="0" t="0" r="0" b="0"/>
              <a:pathLst>
                <a:path w="1219" h="51246">
                  <a:moveTo>
                    <a:pt x="1219" y="51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2" name="Output_receptor__5601">
              <a:extLst>
                <a:ext uri="{FF2B5EF4-FFF2-40B4-BE49-F238E27FC236}">
                  <a16:creationId xmlns:a16="http://schemas.microsoft.com/office/drawing/2014/main" id="{8E6D22AD-33BE-7197-97FE-EB4E7DE11E53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48316"/>
              <a:ext cx="17688" cy="69418"/>
            </a:xfrm>
            <a:custGeom>
              <a:avLst/>
              <a:gdLst/>
              <a:ahLst/>
              <a:cxnLst/>
              <a:rect l="0" t="0" r="0" b="0"/>
              <a:pathLst>
                <a:path w="17688" h="69418">
                  <a:moveTo>
                    <a:pt x="0" y="0"/>
                  </a:moveTo>
                  <a:lnTo>
                    <a:pt x="17688" y="6941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3" name="Output_receptor__5602">
              <a:extLst>
                <a:ext uri="{FF2B5EF4-FFF2-40B4-BE49-F238E27FC236}">
                  <a16:creationId xmlns:a16="http://schemas.microsoft.com/office/drawing/2014/main" id="{118E9522-BE72-C6EE-451B-2BC5AF7319DC}"/>
                </a:ext>
              </a:extLst>
            </p:cNvPr>
            <p:cNvSpPr>
              <a:spLocks noGrp="1"/>
            </p:cNvSpPr>
            <p:nvPr/>
          </p:nvSpPr>
          <p:spPr>
            <a:xfrm>
              <a:off x="15660543" y="3647231"/>
              <a:ext cx="47004" cy="29904"/>
            </a:xfrm>
            <a:custGeom>
              <a:avLst/>
              <a:gdLst/>
              <a:ahLst/>
              <a:cxnLst/>
              <a:rect l="0" t="0" r="0" b="0"/>
              <a:pathLst>
                <a:path w="47004" h="29904">
                  <a:moveTo>
                    <a:pt x="0" y="0"/>
                  </a:moveTo>
                  <a:lnTo>
                    <a:pt x="47004" y="29904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4" name="Output_receptor__5603">
              <a:extLst>
                <a:ext uri="{FF2B5EF4-FFF2-40B4-BE49-F238E27FC236}">
                  <a16:creationId xmlns:a16="http://schemas.microsoft.com/office/drawing/2014/main" id="{F80C24FC-A62E-F5FF-2255-CC9ECB7AB767}"/>
                </a:ext>
              </a:extLst>
            </p:cNvPr>
            <p:cNvSpPr>
              <a:spLocks noGrp="1"/>
            </p:cNvSpPr>
            <p:nvPr/>
          </p:nvSpPr>
          <p:spPr>
            <a:xfrm>
              <a:off x="16187517" y="2499588"/>
              <a:ext cx="69267" cy="12017"/>
            </a:xfrm>
            <a:custGeom>
              <a:avLst/>
              <a:gdLst/>
              <a:ahLst/>
              <a:cxnLst/>
              <a:rect l="0" t="0" r="0" b="0"/>
              <a:pathLst>
                <a:path w="69267" h="12017">
                  <a:moveTo>
                    <a:pt x="69267" y="0"/>
                  </a:moveTo>
                  <a:lnTo>
                    <a:pt x="0" y="12017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5" name="Output_receptor__5604">
              <a:extLst>
                <a:ext uri="{FF2B5EF4-FFF2-40B4-BE49-F238E27FC236}">
                  <a16:creationId xmlns:a16="http://schemas.microsoft.com/office/drawing/2014/main" id="{62B8A79D-6355-1680-6A0B-86273F11A9AB}"/>
                </a:ext>
              </a:extLst>
            </p:cNvPr>
            <p:cNvSpPr>
              <a:spLocks noGrp="1"/>
            </p:cNvSpPr>
            <p:nvPr/>
          </p:nvSpPr>
          <p:spPr>
            <a:xfrm>
              <a:off x="16174127" y="2735686"/>
              <a:ext cx="51380" cy="49625"/>
            </a:xfrm>
            <a:custGeom>
              <a:avLst/>
              <a:gdLst/>
              <a:ahLst/>
              <a:cxnLst/>
              <a:rect l="0" t="0" r="0" b="0"/>
              <a:pathLst>
                <a:path w="51380" h="49625">
                  <a:moveTo>
                    <a:pt x="0" y="0"/>
                  </a:moveTo>
                  <a:lnTo>
                    <a:pt x="51380" y="4962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6" name="Output_receptor__5605">
              <a:extLst>
                <a:ext uri="{FF2B5EF4-FFF2-40B4-BE49-F238E27FC236}">
                  <a16:creationId xmlns:a16="http://schemas.microsoft.com/office/drawing/2014/main" id="{1F5ADF3C-8904-0798-173D-5CB9AAA7C921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893067"/>
              <a:ext cx="59872" cy="32051"/>
            </a:xfrm>
            <a:custGeom>
              <a:avLst/>
              <a:gdLst/>
              <a:ahLst/>
              <a:cxnLst/>
              <a:rect l="0" t="0" r="0" b="0"/>
              <a:pathLst>
                <a:path w="59872" h="32051">
                  <a:moveTo>
                    <a:pt x="59872" y="0"/>
                  </a:moveTo>
                  <a:lnTo>
                    <a:pt x="0" y="3205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7" name="Output_receptor__5606">
              <a:extLst>
                <a:ext uri="{FF2B5EF4-FFF2-40B4-BE49-F238E27FC236}">
                  <a16:creationId xmlns:a16="http://schemas.microsoft.com/office/drawing/2014/main" id="{356E0D69-52BD-C609-9E57-D724B77720E9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1699"/>
              <a:ext cx="37094" cy="37267"/>
            </a:xfrm>
            <a:custGeom>
              <a:avLst/>
              <a:gdLst/>
              <a:ahLst/>
              <a:cxnLst/>
              <a:rect l="0" t="0" r="0" b="0"/>
              <a:pathLst>
                <a:path w="37094" h="37267">
                  <a:moveTo>
                    <a:pt x="37094" y="0"/>
                  </a:moveTo>
                  <a:lnTo>
                    <a:pt x="0" y="3726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8" name="Output_receptor__5607">
              <a:extLst>
                <a:ext uri="{FF2B5EF4-FFF2-40B4-BE49-F238E27FC236}">
                  <a16:creationId xmlns:a16="http://schemas.microsoft.com/office/drawing/2014/main" id="{AE5E5402-D4FD-5E24-8679-075C25A63B96}"/>
                </a:ext>
              </a:extLst>
            </p:cNvPr>
            <p:cNvSpPr>
              <a:spLocks noGrp="1"/>
            </p:cNvSpPr>
            <p:nvPr/>
          </p:nvSpPr>
          <p:spPr>
            <a:xfrm>
              <a:off x="15308173" y="2856661"/>
              <a:ext cx="3178" cy="45024"/>
            </a:xfrm>
            <a:custGeom>
              <a:avLst/>
              <a:gdLst/>
              <a:ahLst/>
              <a:cxnLst/>
              <a:rect l="0" t="0" r="0" b="0"/>
              <a:pathLst>
                <a:path w="3178" h="45024">
                  <a:moveTo>
                    <a:pt x="3178" y="45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9" name="Output_receptor__5608">
              <a:extLst>
                <a:ext uri="{FF2B5EF4-FFF2-40B4-BE49-F238E27FC236}">
                  <a16:creationId xmlns:a16="http://schemas.microsoft.com/office/drawing/2014/main" id="{A95B5ECF-7BD6-A9C2-D0C8-D6E9E81CCDE6}"/>
                </a:ext>
              </a:extLst>
            </p:cNvPr>
            <p:cNvSpPr>
              <a:spLocks noGrp="1"/>
            </p:cNvSpPr>
            <p:nvPr/>
          </p:nvSpPr>
          <p:spPr>
            <a:xfrm>
              <a:off x="16322949" y="3389136"/>
              <a:ext cx="17943" cy="66353"/>
            </a:xfrm>
            <a:custGeom>
              <a:avLst/>
              <a:gdLst/>
              <a:ahLst/>
              <a:cxnLst/>
              <a:rect l="0" t="0" r="0" b="0"/>
              <a:pathLst>
                <a:path w="17943" h="66353">
                  <a:moveTo>
                    <a:pt x="17943" y="66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10" name="Output_receptor__5609">
              <a:extLst>
                <a:ext uri="{FF2B5EF4-FFF2-40B4-BE49-F238E27FC236}">
                  <a16:creationId xmlns:a16="http://schemas.microsoft.com/office/drawing/2014/main" id="{71615F4C-4083-1AC9-C440-A376E7CEEB2C}"/>
                </a:ext>
              </a:extLst>
            </p:cNvPr>
            <p:cNvSpPr>
              <a:spLocks noGrp="1"/>
            </p:cNvSpPr>
            <p:nvPr/>
          </p:nvSpPr>
          <p:spPr>
            <a:xfrm>
              <a:off x="15766144" y="3429056"/>
              <a:ext cx="10677" cy="64338"/>
            </a:xfrm>
            <a:custGeom>
              <a:avLst/>
              <a:gdLst/>
              <a:ahLst/>
              <a:cxnLst/>
              <a:rect l="0" t="0" r="0" b="0"/>
              <a:pathLst>
                <a:path w="10677" h="64338">
                  <a:moveTo>
                    <a:pt x="0" y="64338"/>
                  </a:moveTo>
                  <a:lnTo>
                    <a:pt x="1067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1" name="Output_receptor__5610">
              <a:extLst>
                <a:ext uri="{FF2B5EF4-FFF2-40B4-BE49-F238E27FC236}">
                  <a16:creationId xmlns:a16="http://schemas.microsoft.com/office/drawing/2014/main" id="{3335F226-B6B8-1CCC-D8DD-3189E25A7B0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864275"/>
              <a:ext cx="39157" cy="53281"/>
            </a:xfrm>
            <a:custGeom>
              <a:avLst/>
              <a:gdLst/>
              <a:ahLst/>
              <a:cxnLst/>
              <a:rect l="0" t="0" r="0" b="0"/>
              <a:pathLst>
                <a:path w="39157" h="53281">
                  <a:moveTo>
                    <a:pt x="0" y="53281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2" name="Output_receptor__5611">
              <a:extLst>
                <a:ext uri="{FF2B5EF4-FFF2-40B4-BE49-F238E27FC236}">
                  <a16:creationId xmlns:a16="http://schemas.microsoft.com/office/drawing/2014/main" id="{05D7DB7F-FD34-D70C-FE42-9B146999D938}"/>
                </a:ext>
              </a:extLst>
            </p:cNvPr>
            <p:cNvSpPr>
              <a:spLocks noGrp="1"/>
            </p:cNvSpPr>
            <p:nvPr/>
          </p:nvSpPr>
          <p:spPr>
            <a:xfrm>
              <a:off x="15241305" y="3569730"/>
              <a:ext cx="58452" cy="17269"/>
            </a:xfrm>
            <a:custGeom>
              <a:avLst/>
              <a:gdLst/>
              <a:ahLst/>
              <a:cxnLst/>
              <a:rect l="0" t="0" r="0" b="0"/>
              <a:pathLst>
                <a:path w="58452" h="17269">
                  <a:moveTo>
                    <a:pt x="58452" y="0"/>
                  </a:moveTo>
                  <a:lnTo>
                    <a:pt x="0" y="17269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3" name="Output_receptor__5612">
              <a:extLst>
                <a:ext uri="{FF2B5EF4-FFF2-40B4-BE49-F238E27FC236}">
                  <a16:creationId xmlns:a16="http://schemas.microsoft.com/office/drawing/2014/main" id="{F1B58C07-BACF-B57F-482F-04334166B231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71025"/>
              <a:ext cx="30333" cy="2582"/>
            </a:xfrm>
            <a:custGeom>
              <a:avLst/>
              <a:gdLst/>
              <a:ahLst/>
              <a:cxnLst/>
              <a:rect l="0" t="0" r="0" b="0"/>
              <a:pathLst>
                <a:path w="30333" h="2582">
                  <a:moveTo>
                    <a:pt x="0" y="2582"/>
                  </a:moveTo>
                  <a:lnTo>
                    <a:pt x="30333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4" name="Output_receptor__5613">
              <a:extLst>
                <a:ext uri="{FF2B5EF4-FFF2-40B4-BE49-F238E27FC236}">
                  <a16:creationId xmlns:a16="http://schemas.microsoft.com/office/drawing/2014/main" id="{932FCC7B-588C-69F8-8C3B-30DCED0918F9}"/>
                </a:ext>
              </a:extLst>
            </p:cNvPr>
            <p:cNvSpPr>
              <a:spLocks noGrp="1"/>
            </p:cNvSpPr>
            <p:nvPr/>
          </p:nvSpPr>
          <p:spPr>
            <a:xfrm>
              <a:off x="14930425" y="3219068"/>
              <a:ext cx="14800" cy="62394"/>
            </a:xfrm>
            <a:custGeom>
              <a:avLst/>
              <a:gdLst/>
              <a:ahLst/>
              <a:cxnLst/>
              <a:rect l="0" t="0" r="0" b="0"/>
              <a:pathLst>
                <a:path w="14800" h="62394">
                  <a:moveTo>
                    <a:pt x="14800" y="623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5" name="Output_receptor__5614">
              <a:extLst>
                <a:ext uri="{FF2B5EF4-FFF2-40B4-BE49-F238E27FC236}">
                  <a16:creationId xmlns:a16="http://schemas.microsoft.com/office/drawing/2014/main" id="{3EB36407-5708-429E-59F2-B5E44B6E797A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6713" cy="14737"/>
            </a:xfrm>
            <a:custGeom>
              <a:avLst/>
              <a:gdLst/>
              <a:ahLst/>
              <a:cxnLst/>
              <a:rect l="0" t="0" r="0" b="0"/>
              <a:pathLst>
                <a:path w="6713" h="14737">
                  <a:moveTo>
                    <a:pt x="6713" y="14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6" name="Output_receptor__5615">
              <a:extLst>
                <a:ext uri="{FF2B5EF4-FFF2-40B4-BE49-F238E27FC236}">
                  <a16:creationId xmlns:a16="http://schemas.microsoft.com/office/drawing/2014/main" id="{153FC7E3-A0F3-96E7-B11D-09F98511D3C2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65726"/>
              <a:ext cx="8433" cy="70092"/>
            </a:xfrm>
            <a:custGeom>
              <a:avLst/>
              <a:gdLst/>
              <a:ahLst/>
              <a:cxnLst/>
              <a:rect l="0" t="0" r="0" b="0"/>
              <a:pathLst>
                <a:path w="8433" h="70092">
                  <a:moveTo>
                    <a:pt x="8433" y="70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7" name="Output_receptor__5616">
              <a:extLst>
                <a:ext uri="{FF2B5EF4-FFF2-40B4-BE49-F238E27FC236}">
                  <a16:creationId xmlns:a16="http://schemas.microsoft.com/office/drawing/2014/main" id="{27370674-0138-80DF-B27A-FEFCF5D8037E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14885" cy="36072"/>
            </a:xfrm>
            <a:custGeom>
              <a:avLst/>
              <a:gdLst/>
              <a:ahLst/>
              <a:cxnLst/>
              <a:rect l="0" t="0" r="0" b="0"/>
              <a:pathLst>
                <a:path w="14885" h="36072">
                  <a:moveTo>
                    <a:pt x="0" y="0"/>
                  </a:moveTo>
                  <a:lnTo>
                    <a:pt x="14885" y="36072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8" name="Output_receptor__5617">
              <a:extLst>
                <a:ext uri="{FF2B5EF4-FFF2-40B4-BE49-F238E27FC236}">
                  <a16:creationId xmlns:a16="http://schemas.microsoft.com/office/drawing/2014/main" id="{16C37E7C-B831-B8CE-D52A-F68B7163AF06}"/>
                </a:ext>
              </a:extLst>
            </p:cNvPr>
            <p:cNvSpPr>
              <a:spLocks noGrp="1"/>
            </p:cNvSpPr>
            <p:nvPr/>
          </p:nvSpPr>
          <p:spPr>
            <a:xfrm>
              <a:off x="15517555" y="2848661"/>
              <a:ext cx="36229" cy="44406"/>
            </a:xfrm>
            <a:custGeom>
              <a:avLst/>
              <a:gdLst/>
              <a:ahLst/>
              <a:cxnLst/>
              <a:rect l="0" t="0" r="0" b="0"/>
              <a:pathLst>
                <a:path w="36229" h="44406">
                  <a:moveTo>
                    <a:pt x="36229" y="0"/>
                  </a:moveTo>
                  <a:lnTo>
                    <a:pt x="0" y="44406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9" name="Output_receptor__5618">
              <a:extLst>
                <a:ext uri="{FF2B5EF4-FFF2-40B4-BE49-F238E27FC236}">
                  <a16:creationId xmlns:a16="http://schemas.microsoft.com/office/drawing/2014/main" id="{41035E00-C647-3253-481D-024264006B43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71923"/>
              <a:ext cx="27234" cy="66568"/>
            </a:xfrm>
            <a:custGeom>
              <a:avLst/>
              <a:gdLst/>
              <a:ahLst/>
              <a:cxnLst/>
              <a:rect l="0" t="0" r="0" b="0"/>
              <a:pathLst>
                <a:path w="27234" h="66568">
                  <a:moveTo>
                    <a:pt x="0" y="0"/>
                  </a:moveTo>
                  <a:lnTo>
                    <a:pt x="27234" y="66568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0" name="Output_receptor__5619">
              <a:extLst>
                <a:ext uri="{FF2B5EF4-FFF2-40B4-BE49-F238E27FC236}">
                  <a16:creationId xmlns:a16="http://schemas.microsoft.com/office/drawing/2014/main" id="{48E42CA9-9D53-0C0A-1A72-6DB19A172839}"/>
                </a:ext>
              </a:extLst>
            </p:cNvPr>
            <p:cNvSpPr>
              <a:spLocks noGrp="1"/>
            </p:cNvSpPr>
            <p:nvPr/>
          </p:nvSpPr>
          <p:spPr>
            <a:xfrm>
              <a:off x="15215807" y="3587000"/>
              <a:ext cx="25499" cy="43788"/>
            </a:xfrm>
            <a:custGeom>
              <a:avLst/>
              <a:gdLst/>
              <a:ahLst/>
              <a:cxnLst/>
              <a:rect l="0" t="0" r="0" b="0"/>
              <a:pathLst>
                <a:path w="25499" h="43788">
                  <a:moveTo>
                    <a:pt x="25499" y="0"/>
                  </a:moveTo>
                  <a:lnTo>
                    <a:pt x="0" y="43788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21" name="Output_receptor__5620">
              <a:extLst>
                <a:ext uri="{FF2B5EF4-FFF2-40B4-BE49-F238E27FC236}">
                  <a16:creationId xmlns:a16="http://schemas.microsoft.com/office/drawing/2014/main" id="{22254B12-025B-8CEF-8C2E-8BCF2EBB2C02}"/>
                </a:ext>
              </a:extLst>
            </p:cNvPr>
            <p:cNvSpPr>
              <a:spLocks noGrp="1"/>
            </p:cNvSpPr>
            <p:nvPr/>
          </p:nvSpPr>
          <p:spPr>
            <a:xfrm>
              <a:off x="16256784" y="2456834"/>
              <a:ext cx="41175" cy="42754"/>
            </a:xfrm>
            <a:custGeom>
              <a:avLst/>
              <a:gdLst/>
              <a:ahLst/>
              <a:cxnLst/>
              <a:rect l="0" t="0" r="0" b="0"/>
              <a:pathLst>
                <a:path w="41175" h="42754">
                  <a:moveTo>
                    <a:pt x="41175" y="0"/>
                  </a:moveTo>
                  <a:lnTo>
                    <a:pt x="0" y="42754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2" name="Output_receptor__5621">
              <a:extLst>
                <a:ext uri="{FF2B5EF4-FFF2-40B4-BE49-F238E27FC236}">
                  <a16:creationId xmlns:a16="http://schemas.microsoft.com/office/drawing/2014/main" id="{010DF012-4153-34F7-2F18-FC1C68C7181E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084384"/>
              <a:ext cx="31319" cy="63639"/>
            </a:xfrm>
            <a:custGeom>
              <a:avLst/>
              <a:gdLst/>
              <a:ahLst/>
              <a:cxnLst/>
              <a:rect l="0" t="0" r="0" b="0"/>
              <a:pathLst>
                <a:path w="31319" h="63639">
                  <a:moveTo>
                    <a:pt x="0" y="63639"/>
                  </a:moveTo>
                  <a:lnTo>
                    <a:pt x="3131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3" name="Output_receptor__5622">
              <a:extLst>
                <a:ext uri="{FF2B5EF4-FFF2-40B4-BE49-F238E27FC236}">
                  <a16:creationId xmlns:a16="http://schemas.microsoft.com/office/drawing/2014/main" id="{60AE6DE0-0356-B961-05F6-7704BB891E22}"/>
                </a:ext>
              </a:extLst>
            </p:cNvPr>
            <p:cNvSpPr>
              <a:spLocks noGrp="1"/>
            </p:cNvSpPr>
            <p:nvPr/>
          </p:nvSpPr>
          <p:spPr>
            <a:xfrm>
              <a:off x="16167953" y="3132291"/>
              <a:ext cx="3551" cy="31637"/>
            </a:xfrm>
            <a:custGeom>
              <a:avLst/>
              <a:gdLst/>
              <a:ahLst/>
              <a:cxnLst/>
              <a:rect l="0" t="0" r="0" b="0"/>
              <a:pathLst>
                <a:path w="3551" h="31637">
                  <a:moveTo>
                    <a:pt x="3551" y="0"/>
                  </a:moveTo>
                  <a:lnTo>
                    <a:pt x="0" y="3163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4" name="Output_receptor__5623">
              <a:extLst>
                <a:ext uri="{FF2B5EF4-FFF2-40B4-BE49-F238E27FC236}">
                  <a16:creationId xmlns:a16="http://schemas.microsoft.com/office/drawing/2014/main" id="{E418920D-11AD-E805-5A66-47787D2EA321}"/>
                </a:ext>
              </a:extLst>
            </p:cNvPr>
            <p:cNvSpPr>
              <a:spLocks noGrp="1"/>
            </p:cNvSpPr>
            <p:nvPr/>
          </p:nvSpPr>
          <p:spPr>
            <a:xfrm>
              <a:off x="15710061" y="2628758"/>
              <a:ext cx="52121" cy="44123"/>
            </a:xfrm>
            <a:custGeom>
              <a:avLst/>
              <a:gdLst/>
              <a:ahLst/>
              <a:cxnLst/>
              <a:rect l="0" t="0" r="0" b="0"/>
              <a:pathLst>
                <a:path w="52121" h="44123">
                  <a:moveTo>
                    <a:pt x="0" y="44123"/>
                  </a:moveTo>
                  <a:lnTo>
                    <a:pt x="52121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5" name="Output_receptor__5624">
              <a:extLst>
                <a:ext uri="{FF2B5EF4-FFF2-40B4-BE49-F238E27FC236}">
                  <a16:creationId xmlns:a16="http://schemas.microsoft.com/office/drawing/2014/main" id="{AC74F31F-D5D3-4C7F-D8AF-972F8C9DA3BC}"/>
                </a:ext>
              </a:extLst>
            </p:cNvPr>
            <p:cNvSpPr>
              <a:spLocks noGrp="1"/>
            </p:cNvSpPr>
            <p:nvPr/>
          </p:nvSpPr>
          <p:spPr>
            <a:xfrm>
              <a:off x="15668796" y="2571192"/>
              <a:ext cx="4202" cy="32108"/>
            </a:xfrm>
            <a:custGeom>
              <a:avLst/>
              <a:gdLst/>
              <a:ahLst/>
              <a:cxnLst/>
              <a:rect l="0" t="0" r="0" b="0"/>
              <a:pathLst>
                <a:path w="4202" h="32108">
                  <a:moveTo>
                    <a:pt x="0" y="0"/>
                  </a:moveTo>
                  <a:lnTo>
                    <a:pt x="4202" y="321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6" name="Output_receptor__5625">
              <a:extLst>
                <a:ext uri="{FF2B5EF4-FFF2-40B4-BE49-F238E27FC236}">
                  <a16:creationId xmlns:a16="http://schemas.microsoft.com/office/drawing/2014/main" id="{FF0CBD70-14E2-44BE-1A22-0E8E97CD721F}"/>
                </a:ext>
              </a:extLst>
            </p:cNvPr>
            <p:cNvSpPr>
              <a:spLocks noGrp="1"/>
            </p:cNvSpPr>
            <p:nvPr/>
          </p:nvSpPr>
          <p:spPr>
            <a:xfrm>
              <a:off x="15876517" y="3056359"/>
              <a:ext cx="69677" cy="8708"/>
            </a:xfrm>
            <a:custGeom>
              <a:avLst/>
              <a:gdLst/>
              <a:ahLst/>
              <a:cxnLst/>
              <a:rect l="0" t="0" r="0" b="0"/>
              <a:pathLst>
                <a:path w="69677" h="8708">
                  <a:moveTo>
                    <a:pt x="0" y="0"/>
                  </a:moveTo>
                  <a:lnTo>
                    <a:pt x="69677" y="87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7" name="Output_receptor__5626">
              <a:extLst>
                <a:ext uri="{FF2B5EF4-FFF2-40B4-BE49-F238E27FC236}">
                  <a16:creationId xmlns:a16="http://schemas.microsoft.com/office/drawing/2014/main" id="{C5D3651A-B6B4-0B2A-6A44-EA295BF3374F}"/>
                </a:ext>
              </a:extLst>
            </p:cNvPr>
            <p:cNvSpPr>
              <a:spLocks noGrp="1"/>
            </p:cNvSpPr>
            <p:nvPr/>
          </p:nvSpPr>
          <p:spPr>
            <a:xfrm>
              <a:off x="15663999" y="2849055"/>
              <a:ext cx="40545" cy="58890"/>
            </a:xfrm>
            <a:custGeom>
              <a:avLst/>
              <a:gdLst/>
              <a:ahLst/>
              <a:cxnLst/>
              <a:rect l="0" t="0" r="0" b="0"/>
              <a:pathLst>
                <a:path w="40545" h="58890">
                  <a:moveTo>
                    <a:pt x="40545" y="588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8" name="Output_receptor__5627">
              <a:extLst>
                <a:ext uri="{FF2B5EF4-FFF2-40B4-BE49-F238E27FC236}">
                  <a16:creationId xmlns:a16="http://schemas.microsoft.com/office/drawing/2014/main" id="{A9ACEFA7-0100-6917-850A-5401526D30D9}"/>
                </a:ext>
              </a:extLst>
            </p:cNvPr>
            <p:cNvSpPr>
              <a:spLocks noGrp="1"/>
            </p:cNvSpPr>
            <p:nvPr/>
          </p:nvSpPr>
          <p:spPr>
            <a:xfrm>
              <a:off x="15534213" y="3260682"/>
              <a:ext cx="50555" cy="50408"/>
            </a:xfrm>
            <a:custGeom>
              <a:avLst/>
              <a:gdLst/>
              <a:ahLst/>
              <a:cxnLst/>
              <a:rect l="0" t="0" r="0" b="0"/>
              <a:pathLst>
                <a:path w="50555" h="50408">
                  <a:moveTo>
                    <a:pt x="0" y="0"/>
                  </a:moveTo>
                  <a:lnTo>
                    <a:pt x="50555" y="5040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9" name="Output_receptor__5628">
              <a:extLst>
                <a:ext uri="{FF2B5EF4-FFF2-40B4-BE49-F238E27FC236}">
                  <a16:creationId xmlns:a16="http://schemas.microsoft.com/office/drawing/2014/main" id="{705EAED2-E9FB-E437-7F61-0C61EC3C91E4}"/>
                </a:ext>
              </a:extLst>
            </p:cNvPr>
            <p:cNvSpPr>
              <a:spLocks noGrp="1"/>
            </p:cNvSpPr>
            <p:nvPr/>
          </p:nvSpPr>
          <p:spPr>
            <a:xfrm>
              <a:off x="16297959" y="2409559"/>
              <a:ext cx="42571" cy="47275"/>
            </a:xfrm>
            <a:custGeom>
              <a:avLst/>
              <a:gdLst/>
              <a:ahLst/>
              <a:cxnLst/>
              <a:rect l="0" t="0" r="0" b="0"/>
              <a:pathLst>
                <a:path w="42571" h="47275">
                  <a:moveTo>
                    <a:pt x="42571" y="0"/>
                  </a:moveTo>
                  <a:lnTo>
                    <a:pt x="0" y="47275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0" name="Output_receptor__5629">
              <a:extLst>
                <a:ext uri="{FF2B5EF4-FFF2-40B4-BE49-F238E27FC236}">
                  <a16:creationId xmlns:a16="http://schemas.microsoft.com/office/drawing/2014/main" id="{B8640AF0-1280-2C2A-2B54-0F0F2CC335B5}"/>
                </a:ext>
              </a:extLst>
            </p:cNvPr>
            <p:cNvSpPr>
              <a:spLocks noGrp="1"/>
            </p:cNvSpPr>
            <p:nvPr/>
          </p:nvSpPr>
          <p:spPr>
            <a:xfrm>
              <a:off x="15439205" y="3512129"/>
              <a:ext cx="11949" cy="49514"/>
            </a:xfrm>
            <a:custGeom>
              <a:avLst/>
              <a:gdLst/>
              <a:ahLst/>
              <a:cxnLst/>
              <a:rect l="0" t="0" r="0" b="0"/>
              <a:pathLst>
                <a:path w="11949" h="49514">
                  <a:moveTo>
                    <a:pt x="11949" y="495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1" name="Output_receptor__5630">
              <a:extLst>
                <a:ext uri="{FF2B5EF4-FFF2-40B4-BE49-F238E27FC236}">
                  <a16:creationId xmlns:a16="http://schemas.microsoft.com/office/drawing/2014/main" id="{42297C3B-154B-BC6D-A809-E10406FD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01278" y="2639863"/>
              <a:ext cx="54465" cy="30692"/>
            </a:xfrm>
            <a:custGeom>
              <a:avLst/>
              <a:gdLst/>
              <a:ahLst/>
              <a:cxnLst/>
              <a:rect l="0" t="0" r="0" b="0"/>
              <a:pathLst>
                <a:path w="54465" h="30692">
                  <a:moveTo>
                    <a:pt x="54465" y="306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2" name="Output_receptor__5631">
              <a:extLst>
                <a:ext uri="{FF2B5EF4-FFF2-40B4-BE49-F238E27FC236}">
                  <a16:creationId xmlns:a16="http://schemas.microsoft.com/office/drawing/2014/main" id="{954EC90F-0C1A-692D-9650-B5095658415D}"/>
                </a:ext>
              </a:extLst>
            </p:cNvPr>
            <p:cNvSpPr>
              <a:spLocks noGrp="1"/>
            </p:cNvSpPr>
            <p:nvPr/>
          </p:nvSpPr>
          <p:spPr>
            <a:xfrm>
              <a:off x="16024040" y="3006190"/>
              <a:ext cx="52022" cy="6123"/>
            </a:xfrm>
            <a:custGeom>
              <a:avLst/>
              <a:gdLst/>
              <a:ahLst/>
              <a:cxnLst/>
              <a:rect l="0" t="0" r="0" b="0"/>
              <a:pathLst>
                <a:path w="52022" h="6123">
                  <a:moveTo>
                    <a:pt x="52022" y="61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3" name="Output_receptor__5632">
              <a:extLst>
                <a:ext uri="{FF2B5EF4-FFF2-40B4-BE49-F238E27FC236}">
                  <a16:creationId xmlns:a16="http://schemas.microsoft.com/office/drawing/2014/main" id="{04132669-7ED4-28DF-00DF-D37E27534F6F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47349"/>
              <a:ext cx="11957" cy="47815"/>
            </a:xfrm>
            <a:custGeom>
              <a:avLst/>
              <a:gdLst/>
              <a:ahLst/>
              <a:cxnLst/>
              <a:rect l="0" t="0" r="0" b="0"/>
              <a:pathLst>
                <a:path w="11957" h="47815">
                  <a:moveTo>
                    <a:pt x="11957" y="0"/>
                  </a:moveTo>
                  <a:lnTo>
                    <a:pt x="0" y="4781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4" name="Output_receptor__5633">
              <a:extLst>
                <a:ext uri="{FF2B5EF4-FFF2-40B4-BE49-F238E27FC236}">
                  <a16:creationId xmlns:a16="http://schemas.microsoft.com/office/drawing/2014/main" id="{6BE40DD5-B929-62CE-6ACF-1EFDF63483CC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73271"/>
              <a:ext cx="32548" cy="1984"/>
            </a:xfrm>
            <a:custGeom>
              <a:avLst/>
              <a:gdLst/>
              <a:ahLst/>
              <a:cxnLst/>
              <a:rect l="0" t="0" r="0" b="0"/>
              <a:pathLst>
                <a:path w="32548" h="1984">
                  <a:moveTo>
                    <a:pt x="0" y="0"/>
                  </a:moveTo>
                  <a:lnTo>
                    <a:pt x="32548" y="19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5" name="Output_receptor__5634">
              <a:extLst>
                <a:ext uri="{FF2B5EF4-FFF2-40B4-BE49-F238E27FC236}">
                  <a16:creationId xmlns:a16="http://schemas.microsoft.com/office/drawing/2014/main" id="{DB15F569-6E0F-D320-181F-8031D7D3A4C4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769121"/>
              <a:ext cx="14480" cy="70806"/>
            </a:xfrm>
            <a:custGeom>
              <a:avLst/>
              <a:gdLst/>
              <a:ahLst/>
              <a:cxnLst/>
              <a:rect l="0" t="0" r="0" b="0"/>
              <a:pathLst>
                <a:path w="14480" h="70806">
                  <a:moveTo>
                    <a:pt x="0" y="70806"/>
                  </a:moveTo>
                  <a:lnTo>
                    <a:pt x="1448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6" name="Output_receptor__5635">
              <a:extLst>
                <a:ext uri="{FF2B5EF4-FFF2-40B4-BE49-F238E27FC236}">
                  <a16:creationId xmlns:a16="http://schemas.microsoft.com/office/drawing/2014/main" id="{0F6AE291-B8C3-E4E1-A3ED-E81110E4E36E}"/>
                </a:ext>
              </a:extLst>
            </p:cNvPr>
            <p:cNvSpPr>
              <a:spLocks noGrp="1"/>
            </p:cNvSpPr>
            <p:nvPr/>
          </p:nvSpPr>
          <p:spPr>
            <a:xfrm>
              <a:off x="14945225" y="3281462"/>
              <a:ext cx="32236" cy="26387"/>
            </a:xfrm>
            <a:custGeom>
              <a:avLst/>
              <a:gdLst/>
              <a:ahLst/>
              <a:cxnLst/>
              <a:rect l="0" t="0" r="0" b="0"/>
              <a:pathLst>
                <a:path w="32236" h="26387">
                  <a:moveTo>
                    <a:pt x="32236" y="263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7" name="Output_receptor__5636">
              <a:extLst>
                <a:ext uri="{FF2B5EF4-FFF2-40B4-BE49-F238E27FC236}">
                  <a16:creationId xmlns:a16="http://schemas.microsoft.com/office/drawing/2014/main" id="{676BDDC3-D174-A0B7-30EB-FB64F039E42F}"/>
                </a:ext>
              </a:extLst>
            </p:cNvPr>
            <p:cNvSpPr>
              <a:spLocks noGrp="1"/>
            </p:cNvSpPr>
            <p:nvPr/>
          </p:nvSpPr>
          <p:spPr>
            <a:xfrm>
              <a:off x="16328063" y="2357156"/>
              <a:ext cx="12467" cy="52403"/>
            </a:xfrm>
            <a:custGeom>
              <a:avLst/>
              <a:gdLst/>
              <a:ahLst/>
              <a:cxnLst/>
              <a:rect l="0" t="0" r="0" b="0"/>
              <a:pathLst>
                <a:path w="12467" h="52403">
                  <a:moveTo>
                    <a:pt x="0" y="0"/>
                  </a:moveTo>
                  <a:lnTo>
                    <a:pt x="12467" y="524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8" name="Output_receptor__5637">
              <a:extLst>
                <a:ext uri="{FF2B5EF4-FFF2-40B4-BE49-F238E27FC236}">
                  <a16:creationId xmlns:a16="http://schemas.microsoft.com/office/drawing/2014/main" id="{C71C31B8-AF70-1138-C924-E7B277525B76}"/>
                </a:ext>
              </a:extLst>
            </p:cNvPr>
            <p:cNvSpPr>
              <a:spLocks noGrp="1"/>
            </p:cNvSpPr>
            <p:nvPr/>
          </p:nvSpPr>
          <p:spPr>
            <a:xfrm>
              <a:off x="15772034" y="3084384"/>
              <a:ext cx="62563" cy="35119"/>
            </a:xfrm>
            <a:custGeom>
              <a:avLst/>
              <a:gdLst/>
              <a:ahLst/>
              <a:cxnLst/>
              <a:rect l="0" t="0" r="0" b="0"/>
              <a:pathLst>
                <a:path w="62563" h="35119">
                  <a:moveTo>
                    <a:pt x="0" y="0"/>
                  </a:moveTo>
                  <a:lnTo>
                    <a:pt x="62563" y="35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9" name="Output_receptor__5638">
              <a:extLst>
                <a:ext uri="{FF2B5EF4-FFF2-40B4-BE49-F238E27FC236}">
                  <a16:creationId xmlns:a16="http://schemas.microsoft.com/office/drawing/2014/main" id="{9B77F21C-34C5-B70D-F918-58E2467E9445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39549" cy="52612"/>
            </a:xfrm>
            <a:custGeom>
              <a:avLst/>
              <a:gdLst/>
              <a:ahLst/>
              <a:cxnLst/>
              <a:rect l="0" t="0" r="0" b="0"/>
              <a:pathLst>
                <a:path w="39549" h="52612">
                  <a:moveTo>
                    <a:pt x="39549" y="52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0" name="Output_receptor__5639">
              <a:extLst>
                <a:ext uri="{FF2B5EF4-FFF2-40B4-BE49-F238E27FC236}">
                  <a16:creationId xmlns:a16="http://schemas.microsoft.com/office/drawing/2014/main" id="{DFF7981F-9523-8B18-3BBC-6A88F5A5A5A8}"/>
                </a:ext>
              </a:extLst>
            </p:cNvPr>
            <p:cNvSpPr>
              <a:spLocks noGrp="1"/>
            </p:cNvSpPr>
            <p:nvPr/>
          </p:nvSpPr>
          <p:spPr>
            <a:xfrm>
              <a:off x="15299757" y="3569730"/>
              <a:ext cx="11717" cy="71451"/>
            </a:xfrm>
            <a:custGeom>
              <a:avLst/>
              <a:gdLst/>
              <a:ahLst/>
              <a:cxnLst/>
              <a:rect l="0" t="0" r="0" b="0"/>
              <a:pathLst>
                <a:path w="11717" h="71451">
                  <a:moveTo>
                    <a:pt x="11717" y="71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1" name="Output_receptor__5640">
              <a:extLst>
                <a:ext uri="{FF2B5EF4-FFF2-40B4-BE49-F238E27FC236}">
                  <a16:creationId xmlns:a16="http://schemas.microsoft.com/office/drawing/2014/main" id="{6E3A0E9B-9FC5-241F-8DA2-13B6A42E906C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15215"/>
              <a:ext cx="31657" cy="20534"/>
            </a:xfrm>
            <a:custGeom>
              <a:avLst/>
              <a:gdLst/>
              <a:ahLst/>
              <a:cxnLst/>
              <a:rect l="0" t="0" r="0" b="0"/>
              <a:pathLst>
                <a:path w="31657" h="20534">
                  <a:moveTo>
                    <a:pt x="0" y="20534"/>
                  </a:moveTo>
                  <a:lnTo>
                    <a:pt x="3165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2" name="Output_receptor__5641">
              <a:extLst>
                <a:ext uri="{FF2B5EF4-FFF2-40B4-BE49-F238E27FC236}">
                  <a16:creationId xmlns:a16="http://schemas.microsoft.com/office/drawing/2014/main" id="{17815E2C-6A9A-8BC6-B1C8-81C9F1184DA6}"/>
                </a:ext>
              </a:extLst>
            </p:cNvPr>
            <p:cNvSpPr>
              <a:spLocks noGrp="1"/>
            </p:cNvSpPr>
            <p:nvPr/>
          </p:nvSpPr>
          <p:spPr>
            <a:xfrm>
              <a:off x="15598385" y="2899865"/>
              <a:ext cx="12184" cy="31236"/>
            </a:xfrm>
            <a:custGeom>
              <a:avLst/>
              <a:gdLst/>
              <a:ahLst/>
              <a:cxnLst/>
              <a:rect l="0" t="0" r="0" b="0"/>
              <a:pathLst>
                <a:path w="12184" h="31236">
                  <a:moveTo>
                    <a:pt x="12184" y="312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3" name="Output_receptor__5642">
              <a:extLst>
                <a:ext uri="{FF2B5EF4-FFF2-40B4-BE49-F238E27FC236}">
                  <a16:creationId xmlns:a16="http://schemas.microsoft.com/office/drawing/2014/main" id="{95AA5B23-60AE-5B79-36B9-52DEF963579E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26556"/>
              <a:ext cx="57498" cy="39170"/>
            </a:xfrm>
            <a:custGeom>
              <a:avLst/>
              <a:gdLst/>
              <a:ahLst/>
              <a:cxnLst/>
              <a:rect l="0" t="0" r="0" b="0"/>
              <a:pathLst>
                <a:path w="57498" h="39170">
                  <a:moveTo>
                    <a:pt x="0" y="39170"/>
                  </a:moveTo>
                  <a:lnTo>
                    <a:pt x="5749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4" name="Output_receptor__5643">
              <a:extLst>
                <a:ext uri="{FF2B5EF4-FFF2-40B4-BE49-F238E27FC236}">
                  <a16:creationId xmlns:a16="http://schemas.microsoft.com/office/drawing/2014/main" id="{2CA8AE61-EC94-4D7B-DB64-CA5826DFB52E}"/>
                </a:ext>
              </a:extLst>
            </p:cNvPr>
            <p:cNvSpPr>
              <a:spLocks noGrp="1"/>
            </p:cNvSpPr>
            <p:nvPr/>
          </p:nvSpPr>
          <p:spPr>
            <a:xfrm>
              <a:off x="15381934" y="3253228"/>
              <a:ext cx="55627" cy="36860"/>
            </a:xfrm>
            <a:custGeom>
              <a:avLst/>
              <a:gdLst/>
              <a:ahLst/>
              <a:cxnLst/>
              <a:rect l="0" t="0" r="0" b="0"/>
              <a:pathLst>
                <a:path w="55627" h="36860">
                  <a:moveTo>
                    <a:pt x="55627" y="0"/>
                  </a:moveTo>
                  <a:lnTo>
                    <a:pt x="0" y="368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5" name="Output_receptor__5644">
              <a:extLst>
                <a:ext uri="{FF2B5EF4-FFF2-40B4-BE49-F238E27FC236}">
                  <a16:creationId xmlns:a16="http://schemas.microsoft.com/office/drawing/2014/main" id="{666E97E0-4436-5254-3E33-5BEC25D2BD24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31073"/>
              <a:ext cx="25162" cy="17243"/>
            </a:xfrm>
            <a:custGeom>
              <a:avLst/>
              <a:gdLst/>
              <a:ahLst/>
              <a:cxnLst/>
              <a:rect l="0" t="0" r="0" b="0"/>
              <a:pathLst>
                <a:path w="25162" h="17243">
                  <a:moveTo>
                    <a:pt x="25162" y="0"/>
                  </a:moveTo>
                  <a:lnTo>
                    <a:pt x="0" y="172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6" name="Output_receptor__5645">
              <a:extLst>
                <a:ext uri="{FF2B5EF4-FFF2-40B4-BE49-F238E27FC236}">
                  <a16:creationId xmlns:a16="http://schemas.microsoft.com/office/drawing/2014/main" id="{40DC1774-B347-B9DD-DDF6-0C28DC9BE4AD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3379531"/>
              <a:ext cx="58880" cy="33101"/>
            </a:xfrm>
            <a:custGeom>
              <a:avLst/>
              <a:gdLst/>
              <a:ahLst/>
              <a:cxnLst/>
              <a:rect l="0" t="0" r="0" b="0"/>
              <a:pathLst>
                <a:path w="58880" h="33101">
                  <a:moveTo>
                    <a:pt x="0" y="0"/>
                  </a:moveTo>
                  <a:lnTo>
                    <a:pt x="58880" y="3310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7" name="Output_receptor__5646">
              <a:extLst>
                <a:ext uri="{FF2B5EF4-FFF2-40B4-BE49-F238E27FC236}">
                  <a16:creationId xmlns:a16="http://schemas.microsoft.com/office/drawing/2014/main" id="{3D64F19D-9880-34D8-541E-21F800AC9312}"/>
                </a:ext>
              </a:extLst>
            </p:cNvPr>
            <p:cNvSpPr>
              <a:spLocks noGrp="1"/>
            </p:cNvSpPr>
            <p:nvPr/>
          </p:nvSpPr>
          <p:spPr>
            <a:xfrm>
              <a:off x="15451154" y="3561643"/>
              <a:ext cx="59838" cy="29881"/>
            </a:xfrm>
            <a:custGeom>
              <a:avLst/>
              <a:gdLst/>
              <a:ahLst/>
              <a:cxnLst/>
              <a:rect l="0" t="0" r="0" b="0"/>
              <a:pathLst>
                <a:path w="59838" h="29881">
                  <a:moveTo>
                    <a:pt x="59838" y="298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8" name="Output_receptor__5647">
              <a:extLst>
                <a:ext uri="{FF2B5EF4-FFF2-40B4-BE49-F238E27FC236}">
                  <a16:creationId xmlns:a16="http://schemas.microsoft.com/office/drawing/2014/main" id="{B57F3467-D6CB-4E50-EFA3-77F1978F87BE}"/>
                </a:ext>
              </a:extLst>
            </p:cNvPr>
            <p:cNvSpPr>
              <a:spLocks noGrp="1"/>
            </p:cNvSpPr>
            <p:nvPr/>
          </p:nvSpPr>
          <p:spPr>
            <a:xfrm>
              <a:off x="16163060" y="3362295"/>
              <a:ext cx="51763" cy="44333"/>
            </a:xfrm>
            <a:custGeom>
              <a:avLst/>
              <a:gdLst/>
              <a:ahLst/>
              <a:cxnLst/>
              <a:rect l="0" t="0" r="0" b="0"/>
              <a:pathLst>
                <a:path w="51763" h="44333">
                  <a:moveTo>
                    <a:pt x="51763" y="0"/>
                  </a:moveTo>
                  <a:lnTo>
                    <a:pt x="0" y="4433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9" name="Output_receptor__5648">
              <a:extLst>
                <a:ext uri="{FF2B5EF4-FFF2-40B4-BE49-F238E27FC236}">
                  <a16:creationId xmlns:a16="http://schemas.microsoft.com/office/drawing/2014/main" id="{75C868B0-29CF-E954-93E0-CC4DCB8640CB}"/>
                </a:ext>
              </a:extLst>
            </p:cNvPr>
            <p:cNvSpPr>
              <a:spLocks noGrp="1"/>
            </p:cNvSpPr>
            <p:nvPr/>
          </p:nvSpPr>
          <p:spPr>
            <a:xfrm>
              <a:off x="15605115" y="3471025"/>
              <a:ext cx="49073" cy="49841"/>
            </a:xfrm>
            <a:custGeom>
              <a:avLst/>
              <a:gdLst/>
              <a:ahLst/>
              <a:cxnLst/>
              <a:rect l="0" t="0" r="0" b="0"/>
              <a:pathLst>
                <a:path w="49073" h="49841">
                  <a:moveTo>
                    <a:pt x="0" y="0"/>
                  </a:moveTo>
                  <a:lnTo>
                    <a:pt x="49073" y="4984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0" name="Output_receptor__5649">
              <a:extLst>
                <a:ext uri="{FF2B5EF4-FFF2-40B4-BE49-F238E27FC236}">
                  <a16:creationId xmlns:a16="http://schemas.microsoft.com/office/drawing/2014/main" id="{08857AF1-C0BF-BE7C-877F-5AD0CD73E025}"/>
                </a:ext>
              </a:extLst>
            </p:cNvPr>
            <p:cNvSpPr>
              <a:spLocks noGrp="1"/>
            </p:cNvSpPr>
            <p:nvPr/>
          </p:nvSpPr>
          <p:spPr>
            <a:xfrm>
              <a:off x="15995665" y="3195756"/>
              <a:ext cx="12012" cy="32520"/>
            </a:xfrm>
            <a:custGeom>
              <a:avLst/>
              <a:gdLst/>
              <a:ahLst/>
              <a:cxnLst/>
              <a:rect l="0" t="0" r="0" b="0"/>
              <a:pathLst>
                <a:path w="12012" h="32520">
                  <a:moveTo>
                    <a:pt x="12012" y="0"/>
                  </a:moveTo>
                  <a:lnTo>
                    <a:pt x="0" y="325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1" name="Output_receptor__5650">
              <a:extLst>
                <a:ext uri="{FF2B5EF4-FFF2-40B4-BE49-F238E27FC236}">
                  <a16:creationId xmlns:a16="http://schemas.microsoft.com/office/drawing/2014/main" id="{FA0D276D-A0FC-85BA-F203-544B69B17527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724254"/>
              <a:ext cx="68790" cy="23038"/>
            </a:xfrm>
            <a:custGeom>
              <a:avLst/>
              <a:gdLst/>
              <a:ahLst/>
              <a:cxnLst/>
              <a:rect l="0" t="0" r="0" b="0"/>
              <a:pathLst>
                <a:path w="68790" h="23038">
                  <a:moveTo>
                    <a:pt x="0" y="0"/>
                  </a:moveTo>
                  <a:lnTo>
                    <a:pt x="68790" y="230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2" name="Output_receptor__5651">
              <a:extLst>
                <a:ext uri="{FF2B5EF4-FFF2-40B4-BE49-F238E27FC236}">
                  <a16:creationId xmlns:a16="http://schemas.microsoft.com/office/drawing/2014/main" id="{32E6C9F2-66C9-199B-9B66-9501212B51E3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418888"/>
              <a:ext cx="8647" cy="33066"/>
            </a:xfrm>
            <a:custGeom>
              <a:avLst/>
              <a:gdLst/>
              <a:ahLst/>
              <a:cxnLst/>
              <a:rect l="0" t="0" r="0" b="0"/>
              <a:pathLst>
                <a:path w="8647" h="33066">
                  <a:moveTo>
                    <a:pt x="0" y="33066"/>
                  </a:moveTo>
                  <a:lnTo>
                    <a:pt x="864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3" name="Output_receptor__5652">
              <a:extLst>
                <a:ext uri="{FF2B5EF4-FFF2-40B4-BE49-F238E27FC236}">
                  <a16:creationId xmlns:a16="http://schemas.microsoft.com/office/drawing/2014/main" id="{E3B3FADF-8FF9-A207-2332-FF848CCAB81F}"/>
                </a:ext>
              </a:extLst>
            </p:cNvPr>
            <p:cNvSpPr>
              <a:spLocks noGrp="1"/>
            </p:cNvSpPr>
            <p:nvPr/>
          </p:nvSpPr>
          <p:spPr>
            <a:xfrm>
              <a:off x="15762182" y="2628758"/>
              <a:ext cx="64321" cy="28490"/>
            </a:xfrm>
            <a:custGeom>
              <a:avLst/>
              <a:gdLst/>
              <a:ahLst/>
              <a:cxnLst/>
              <a:rect l="0" t="0" r="0" b="0"/>
              <a:pathLst>
                <a:path w="64321" h="28490">
                  <a:moveTo>
                    <a:pt x="0" y="0"/>
                  </a:moveTo>
                  <a:lnTo>
                    <a:pt x="64321" y="2849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4" name="Output_receptor__5653">
              <a:extLst>
                <a:ext uri="{FF2B5EF4-FFF2-40B4-BE49-F238E27FC236}">
                  <a16:creationId xmlns:a16="http://schemas.microsoft.com/office/drawing/2014/main" id="{EC285622-F745-D90D-7371-5B161FA9F844}"/>
                </a:ext>
              </a:extLst>
            </p:cNvPr>
            <p:cNvSpPr>
              <a:spLocks noGrp="1"/>
            </p:cNvSpPr>
            <p:nvPr/>
          </p:nvSpPr>
          <p:spPr>
            <a:xfrm>
              <a:off x="16213719" y="3087832"/>
              <a:ext cx="45203" cy="17008"/>
            </a:xfrm>
            <a:custGeom>
              <a:avLst/>
              <a:gdLst/>
              <a:ahLst/>
              <a:cxnLst/>
              <a:rect l="0" t="0" r="0" b="0"/>
              <a:pathLst>
                <a:path w="45203" h="17008">
                  <a:moveTo>
                    <a:pt x="45203" y="170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5" name="Output_receptor__5654">
              <a:extLst>
                <a:ext uri="{FF2B5EF4-FFF2-40B4-BE49-F238E27FC236}">
                  <a16:creationId xmlns:a16="http://schemas.microsoft.com/office/drawing/2014/main" id="{D859C943-5F58-FDE5-46DE-A9065780DAA6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657249"/>
              <a:ext cx="20678" cy="67005"/>
            </a:xfrm>
            <a:custGeom>
              <a:avLst/>
              <a:gdLst/>
              <a:ahLst/>
              <a:cxnLst/>
              <a:rect l="0" t="0" r="0" b="0"/>
              <a:pathLst>
                <a:path w="20678" h="67005">
                  <a:moveTo>
                    <a:pt x="20678" y="0"/>
                  </a:moveTo>
                  <a:lnTo>
                    <a:pt x="0" y="670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6" name="Output_receptor__5655">
              <a:extLst>
                <a:ext uri="{FF2B5EF4-FFF2-40B4-BE49-F238E27FC236}">
                  <a16:creationId xmlns:a16="http://schemas.microsoft.com/office/drawing/2014/main" id="{70FB895F-7826-0676-49C3-1D0EC0D59D8E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30582"/>
              <a:ext cx="40429" cy="59506"/>
            </a:xfrm>
            <a:custGeom>
              <a:avLst/>
              <a:gdLst/>
              <a:ahLst/>
              <a:cxnLst/>
              <a:rect l="0" t="0" r="0" b="0"/>
              <a:pathLst>
                <a:path w="40429" h="59506">
                  <a:moveTo>
                    <a:pt x="40429" y="59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7" name="Output_receptor__5656">
              <a:extLst>
                <a:ext uri="{FF2B5EF4-FFF2-40B4-BE49-F238E27FC236}">
                  <a16:creationId xmlns:a16="http://schemas.microsoft.com/office/drawing/2014/main" id="{542F7712-BE28-66F6-9D1C-A9F247231B76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75299"/>
              <a:ext cx="27142" cy="54127"/>
            </a:xfrm>
            <a:custGeom>
              <a:avLst/>
              <a:gdLst/>
              <a:ahLst/>
              <a:cxnLst/>
              <a:rect l="0" t="0" r="0" b="0"/>
              <a:pathLst>
                <a:path w="27142" h="54127">
                  <a:moveTo>
                    <a:pt x="0" y="0"/>
                  </a:moveTo>
                  <a:lnTo>
                    <a:pt x="27142" y="5412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8" name="Output_receptor__5657">
              <a:extLst>
                <a:ext uri="{FF2B5EF4-FFF2-40B4-BE49-F238E27FC236}">
                  <a16:creationId xmlns:a16="http://schemas.microsoft.com/office/drawing/2014/main" id="{49664913-E4CA-0A49-CD6E-3FEC039156B6}"/>
                </a:ext>
              </a:extLst>
            </p:cNvPr>
            <p:cNvSpPr>
              <a:spLocks noGrp="1"/>
            </p:cNvSpPr>
            <p:nvPr/>
          </p:nvSpPr>
          <p:spPr>
            <a:xfrm>
              <a:off x="15224891" y="2817032"/>
              <a:ext cx="34356" cy="63199"/>
            </a:xfrm>
            <a:custGeom>
              <a:avLst/>
              <a:gdLst/>
              <a:ahLst/>
              <a:cxnLst/>
              <a:rect l="0" t="0" r="0" b="0"/>
              <a:pathLst>
                <a:path w="34356" h="63199">
                  <a:moveTo>
                    <a:pt x="0" y="63199"/>
                  </a:moveTo>
                  <a:lnTo>
                    <a:pt x="3435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9" name="Output_receptor__5658">
              <a:extLst>
                <a:ext uri="{FF2B5EF4-FFF2-40B4-BE49-F238E27FC236}">
                  <a16:creationId xmlns:a16="http://schemas.microsoft.com/office/drawing/2014/main" id="{58E20D19-0EA8-57F8-09CF-92F66D1B610A}"/>
                </a:ext>
              </a:extLst>
            </p:cNvPr>
            <p:cNvSpPr>
              <a:spLocks noGrp="1"/>
            </p:cNvSpPr>
            <p:nvPr/>
          </p:nvSpPr>
          <p:spPr>
            <a:xfrm>
              <a:off x="15676432" y="3677135"/>
              <a:ext cx="31115" cy="57163"/>
            </a:xfrm>
            <a:custGeom>
              <a:avLst/>
              <a:gdLst/>
              <a:ahLst/>
              <a:cxnLst/>
              <a:rect l="0" t="0" r="0" b="0"/>
              <a:pathLst>
                <a:path w="31115" h="57163">
                  <a:moveTo>
                    <a:pt x="31115" y="0"/>
                  </a:moveTo>
                  <a:lnTo>
                    <a:pt x="0" y="5716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0" name="Output_receptor__5659">
              <a:extLst>
                <a:ext uri="{FF2B5EF4-FFF2-40B4-BE49-F238E27FC236}">
                  <a16:creationId xmlns:a16="http://schemas.microsoft.com/office/drawing/2014/main" id="{3FCC74B3-E77E-F07B-721C-46A8EA026D96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148023"/>
              <a:ext cx="29678" cy="27252"/>
            </a:xfrm>
            <a:custGeom>
              <a:avLst/>
              <a:gdLst/>
              <a:ahLst/>
              <a:cxnLst/>
              <a:rect l="0" t="0" r="0" b="0"/>
              <a:pathLst>
                <a:path w="29678" h="27252">
                  <a:moveTo>
                    <a:pt x="29678" y="272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1" name="Output_receptor__5660">
              <a:extLst>
                <a:ext uri="{FF2B5EF4-FFF2-40B4-BE49-F238E27FC236}">
                  <a16:creationId xmlns:a16="http://schemas.microsoft.com/office/drawing/2014/main" id="{A17781A1-DCDD-D45A-6468-78A64D5A0EF7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51876" cy="19163"/>
            </a:xfrm>
            <a:custGeom>
              <a:avLst/>
              <a:gdLst/>
              <a:ahLst/>
              <a:cxnLst/>
              <a:rect l="0" t="0" r="0" b="0"/>
              <a:pathLst>
                <a:path w="51876" h="19163">
                  <a:moveTo>
                    <a:pt x="51876" y="191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2" name="Output_receptor__5661">
              <a:extLst>
                <a:ext uri="{FF2B5EF4-FFF2-40B4-BE49-F238E27FC236}">
                  <a16:creationId xmlns:a16="http://schemas.microsoft.com/office/drawing/2014/main" id="{8855F812-315E-DCF7-DAA1-C448EB9F3BD6}"/>
                </a:ext>
              </a:extLst>
            </p:cNvPr>
            <p:cNvSpPr>
              <a:spLocks noGrp="1"/>
            </p:cNvSpPr>
            <p:nvPr/>
          </p:nvSpPr>
          <p:spPr>
            <a:xfrm>
              <a:off x="16075412" y="3217734"/>
              <a:ext cx="21936" cy="95"/>
            </a:xfrm>
            <a:custGeom>
              <a:avLst/>
              <a:gdLst/>
              <a:ahLst/>
              <a:cxnLst/>
              <a:rect l="0" t="0" r="0" b="0"/>
              <a:pathLst>
                <a:path w="21936" h="95">
                  <a:moveTo>
                    <a:pt x="21936" y="0"/>
                  </a:moveTo>
                  <a:lnTo>
                    <a:pt x="0" y="5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3" name="Output_receptor__5662">
              <a:extLst>
                <a:ext uri="{FF2B5EF4-FFF2-40B4-BE49-F238E27FC236}">
                  <a16:creationId xmlns:a16="http://schemas.microsoft.com/office/drawing/2014/main" id="{7AA37C1F-B2AA-47D0-D08D-3C9B4EBD2F34}"/>
                </a:ext>
              </a:extLst>
            </p:cNvPr>
            <p:cNvSpPr>
              <a:spLocks noGrp="1"/>
            </p:cNvSpPr>
            <p:nvPr/>
          </p:nvSpPr>
          <p:spPr>
            <a:xfrm>
              <a:off x="16122454" y="2780558"/>
              <a:ext cx="24545" cy="50820"/>
            </a:xfrm>
            <a:custGeom>
              <a:avLst/>
              <a:gdLst/>
              <a:ahLst/>
              <a:cxnLst/>
              <a:rect l="0" t="0" r="0" b="0"/>
              <a:pathLst>
                <a:path w="24545" h="50820">
                  <a:moveTo>
                    <a:pt x="0" y="0"/>
                  </a:moveTo>
                  <a:lnTo>
                    <a:pt x="24545" y="5082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4" name="Output_receptor__5663">
              <a:extLst>
                <a:ext uri="{FF2B5EF4-FFF2-40B4-BE49-F238E27FC236}">
                  <a16:creationId xmlns:a16="http://schemas.microsoft.com/office/drawing/2014/main" id="{A0C2DE05-5270-FB1D-0F6E-373CFCFA9595}"/>
                </a:ext>
              </a:extLst>
            </p:cNvPr>
            <p:cNvSpPr>
              <a:spLocks noGrp="1"/>
            </p:cNvSpPr>
            <p:nvPr/>
          </p:nvSpPr>
          <p:spPr>
            <a:xfrm>
              <a:off x="16064346" y="2769121"/>
              <a:ext cx="58108" cy="11438"/>
            </a:xfrm>
            <a:custGeom>
              <a:avLst/>
              <a:gdLst/>
              <a:ahLst/>
              <a:cxnLst/>
              <a:rect l="0" t="0" r="0" b="0"/>
              <a:pathLst>
                <a:path w="58108" h="11438">
                  <a:moveTo>
                    <a:pt x="0" y="0"/>
                  </a:moveTo>
                  <a:lnTo>
                    <a:pt x="58108" y="114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5" name="Output_receptor__5664">
              <a:extLst>
                <a:ext uri="{FF2B5EF4-FFF2-40B4-BE49-F238E27FC236}">
                  <a16:creationId xmlns:a16="http://schemas.microsoft.com/office/drawing/2014/main" id="{808B0CAA-21FD-8833-63C2-88760A2C63D5}"/>
                </a:ext>
              </a:extLst>
            </p:cNvPr>
            <p:cNvSpPr>
              <a:spLocks noGrp="1"/>
            </p:cNvSpPr>
            <p:nvPr/>
          </p:nvSpPr>
          <p:spPr>
            <a:xfrm>
              <a:off x="15503496" y="3408190"/>
              <a:ext cx="53356" cy="4442"/>
            </a:xfrm>
            <a:custGeom>
              <a:avLst/>
              <a:gdLst/>
              <a:ahLst/>
              <a:cxnLst/>
              <a:rect l="0" t="0" r="0" b="0"/>
              <a:pathLst>
                <a:path w="53356" h="4442">
                  <a:moveTo>
                    <a:pt x="0" y="4442"/>
                  </a:moveTo>
                  <a:lnTo>
                    <a:pt x="53356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6" name="Output_receptor__5665">
              <a:extLst>
                <a:ext uri="{FF2B5EF4-FFF2-40B4-BE49-F238E27FC236}">
                  <a16:creationId xmlns:a16="http://schemas.microsoft.com/office/drawing/2014/main" id="{6F2813B1-FE7F-B531-8306-0CD9E7DDE9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60682"/>
              <a:ext cx="36334" cy="9997"/>
            </a:xfrm>
            <a:custGeom>
              <a:avLst/>
              <a:gdLst/>
              <a:ahLst/>
              <a:cxnLst/>
              <a:rect l="0" t="0" r="0" b="0"/>
              <a:pathLst>
                <a:path w="36334" h="9997">
                  <a:moveTo>
                    <a:pt x="0" y="9997"/>
                  </a:moveTo>
                  <a:lnTo>
                    <a:pt x="36334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7" name="Output_receptor__5666">
              <a:extLst>
                <a:ext uri="{FF2B5EF4-FFF2-40B4-BE49-F238E27FC236}">
                  <a16:creationId xmlns:a16="http://schemas.microsoft.com/office/drawing/2014/main" id="{27D5459C-7846-4EF1-9540-210B6A325A73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496616"/>
              <a:ext cx="30519" cy="62379"/>
            </a:xfrm>
            <a:custGeom>
              <a:avLst/>
              <a:gdLst/>
              <a:ahLst/>
              <a:cxnLst/>
              <a:rect l="0" t="0" r="0" b="0"/>
              <a:pathLst>
                <a:path w="30519" h="62379">
                  <a:moveTo>
                    <a:pt x="0" y="62379"/>
                  </a:moveTo>
                  <a:lnTo>
                    <a:pt x="3051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8" name="Output_receptor__5667">
              <a:extLst>
                <a:ext uri="{FF2B5EF4-FFF2-40B4-BE49-F238E27FC236}">
                  <a16:creationId xmlns:a16="http://schemas.microsoft.com/office/drawing/2014/main" id="{8E14A272-4088-0879-1495-7F491581F9AC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29078"/>
              <a:ext cx="2475" cy="46221"/>
            </a:xfrm>
            <a:custGeom>
              <a:avLst/>
              <a:gdLst/>
              <a:ahLst/>
              <a:cxnLst/>
              <a:rect l="0" t="0" r="0" b="0"/>
              <a:pathLst>
                <a:path w="2475" h="46221">
                  <a:moveTo>
                    <a:pt x="2475" y="0"/>
                  </a:moveTo>
                  <a:lnTo>
                    <a:pt x="0" y="462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9" name="Output_receptor__5668">
              <a:extLst>
                <a:ext uri="{FF2B5EF4-FFF2-40B4-BE49-F238E27FC236}">
                  <a16:creationId xmlns:a16="http://schemas.microsoft.com/office/drawing/2014/main" id="{64AD30C8-F95D-0FA9-074B-FEE78FFAE40B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50005"/>
              <a:ext cx="16234" cy="21918"/>
            </a:xfrm>
            <a:custGeom>
              <a:avLst/>
              <a:gdLst/>
              <a:ahLst/>
              <a:cxnLst/>
              <a:rect l="0" t="0" r="0" b="0"/>
              <a:pathLst>
                <a:path w="16234" h="21918">
                  <a:moveTo>
                    <a:pt x="16234" y="0"/>
                  </a:moveTo>
                  <a:lnTo>
                    <a:pt x="0" y="2191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0" name="Output_receptor__5669">
              <a:extLst>
                <a:ext uri="{FF2B5EF4-FFF2-40B4-BE49-F238E27FC236}">
                  <a16:creationId xmlns:a16="http://schemas.microsoft.com/office/drawing/2014/main" id="{9D9532BC-D157-71AD-1009-E646DA573B3D}"/>
                </a:ext>
              </a:extLst>
            </p:cNvPr>
            <p:cNvSpPr>
              <a:spLocks noGrp="1"/>
            </p:cNvSpPr>
            <p:nvPr/>
          </p:nvSpPr>
          <p:spPr>
            <a:xfrm>
              <a:off x="15719505" y="3469648"/>
              <a:ext cx="46639" cy="23745"/>
            </a:xfrm>
            <a:custGeom>
              <a:avLst/>
              <a:gdLst/>
              <a:ahLst/>
              <a:cxnLst/>
              <a:rect l="0" t="0" r="0" b="0"/>
              <a:pathLst>
                <a:path w="46639" h="23745">
                  <a:moveTo>
                    <a:pt x="0" y="0"/>
                  </a:moveTo>
                  <a:lnTo>
                    <a:pt x="46639" y="2374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1" name="Output_receptor__5670">
              <a:extLst>
                <a:ext uri="{FF2B5EF4-FFF2-40B4-BE49-F238E27FC236}">
                  <a16:creationId xmlns:a16="http://schemas.microsoft.com/office/drawing/2014/main" id="{2806445B-CF41-48F6-3B32-FBE56161740A}"/>
                </a:ext>
              </a:extLst>
            </p:cNvPr>
            <p:cNvSpPr>
              <a:spLocks noGrp="1"/>
            </p:cNvSpPr>
            <p:nvPr/>
          </p:nvSpPr>
          <p:spPr>
            <a:xfrm>
              <a:off x="15553785" y="2848661"/>
              <a:ext cx="44600" cy="51204"/>
            </a:xfrm>
            <a:custGeom>
              <a:avLst/>
              <a:gdLst/>
              <a:ahLst/>
              <a:cxnLst/>
              <a:rect l="0" t="0" r="0" b="0"/>
              <a:pathLst>
                <a:path w="44600" h="51204">
                  <a:moveTo>
                    <a:pt x="44600" y="51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2" name="Output_receptor__5671">
              <a:extLst>
                <a:ext uri="{FF2B5EF4-FFF2-40B4-BE49-F238E27FC236}">
                  <a16:creationId xmlns:a16="http://schemas.microsoft.com/office/drawing/2014/main" id="{C8FF6471-AF08-3144-20FC-FB90B447659F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35621" cy="43119"/>
            </a:xfrm>
            <a:custGeom>
              <a:avLst/>
              <a:gdLst/>
              <a:ahLst/>
              <a:cxnLst/>
              <a:rect l="0" t="0" r="0" b="0"/>
              <a:pathLst>
                <a:path w="35621" h="43119">
                  <a:moveTo>
                    <a:pt x="0" y="0"/>
                  </a:moveTo>
                  <a:lnTo>
                    <a:pt x="35621" y="43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3" name="Output_receptor__5672">
              <a:extLst>
                <a:ext uri="{FF2B5EF4-FFF2-40B4-BE49-F238E27FC236}">
                  <a16:creationId xmlns:a16="http://schemas.microsoft.com/office/drawing/2014/main" id="{9B92EE71-AEAA-B736-5E13-6AB9BD556323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836237"/>
              <a:ext cx="33863" cy="28039"/>
            </a:xfrm>
            <a:custGeom>
              <a:avLst/>
              <a:gdLst/>
              <a:ahLst/>
              <a:cxnLst/>
              <a:rect l="0" t="0" r="0" b="0"/>
              <a:pathLst>
                <a:path w="33863" h="28039">
                  <a:moveTo>
                    <a:pt x="33863" y="2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4" name="Output_receptor__5673">
              <a:extLst>
                <a:ext uri="{FF2B5EF4-FFF2-40B4-BE49-F238E27FC236}">
                  <a16:creationId xmlns:a16="http://schemas.microsoft.com/office/drawing/2014/main" id="{C8BC6605-D9F3-1DAD-B4F7-169EDFCD74FC}"/>
                </a:ext>
              </a:extLst>
            </p:cNvPr>
            <p:cNvSpPr>
              <a:spLocks noGrp="1"/>
            </p:cNvSpPr>
            <p:nvPr/>
          </p:nvSpPr>
          <p:spPr>
            <a:xfrm>
              <a:off x="15555743" y="2623960"/>
              <a:ext cx="49474" cy="46595"/>
            </a:xfrm>
            <a:custGeom>
              <a:avLst/>
              <a:gdLst/>
              <a:ahLst/>
              <a:cxnLst/>
              <a:rect l="0" t="0" r="0" b="0"/>
              <a:pathLst>
                <a:path w="49474" h="46595">
                  <a:moveTo>
                    <a:pt x="49474" y="0"/>
                  </a:moveTo>
                  <a:lnTo>
                    <a:pt x="0" y="4659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5" name="Output_receptor__5674">
              <a:extLst>
                <a:ext uri="{FF2B5EF4-FFF2-40B4-BE49-F238E27FC236}">
                  <a16:creationId xmlns:a16="http://schemas.microsoft.com/office/drawing/2014/main" id="{8EDAD799-7BFD-AED4-51A5-7E0651BA79C0}"/>
                </a:ext>
              </a:extLst>
            </p:cNvPr>
            <p:cNvSpPr>
              <a:spLocks noGrp="1"/>
            </p:cNvSpPr>
            <p:nvPr/>
          </p:nvSpPr>
          <p:spPr>
            <a:xfrm>
              <a:off x="15381263" y="3038490"/>
              <a:ext cx="11904" cy="7158"/>
            </a:xfrm>
            <a:custGeom>
              <a:avLst/>
              <a:gdLst/>
              <a:ahLst/>
              <a:cxnLst/>
              <a:rect l="0" t="0" r="0" b="0"/>
              <a:pathLst>
                <a:path w="11904" h="7158">
                  <a:moveTo>
                    <a:pt x="11904" y="0"/>
                  </a:moveTo>
                  <a:lnTo>
                    <a:pt x="0" y="715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6" name="Output_receptor__5675">
              <a:extLst>
                <a:ext uri="{FF2B5EF4-FFF2-40B4-BE49-F238E27FC236}">
                  <a16:creationId xmlns:a16="http://schemas.microsoft.com/office/drawing/2014/main" id="{8ECC40B4-2ED4-E558-6D96-AD25C0246F1B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3025029"/>
              <a:ext cx="30309" cy="31330"/>
            </a:xfrm>
            <a:custGeom>
              <a:avLst/>
              <a:gdLst/>
              <a:ahLst/>
              <a:cxnLst/>
              <a:rect l="0" t="0" r="0" b="0"/>
              <a:pathLst>
                <a:path w="30309" h="31330">
                  <a:moveTo>
                    <a:pt x="0" y="0"/>
                  </a:moveTo>
                  <a:lnTo>
                    <a:pt x="30309" y="3133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7" name="Output_receptor__5676">
              <a:extLst>
                <a:ext uri="{FF2B5EF4-FFF2-40B4-BE49-F238E27FC236}">
                  <a16:creationId xmlns:a16="http://schemas.microsoft.com/office/drawing/2014/main" id="{C156FA69-7123-A381-6957-D307BC584B00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714924"/>
              <a:ext cx="27260" cy="49983"/>
            </a:xfrm>
            <a:custGeom>
              <a:avLst/>
              <a:gdLst/>
              <a:ahLst/>
              <a:cxnLst/>
              <a:rect l="0" t="0" r="0" b="0"/>
              <a:pathLst>
                <a:path w="27260" h="49983">
                  <a:moveTo>
                    <a:pt x="27260" y="49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8" name="Output_receptor__5677">
              <a:extLst>
                <a:ext uri="{FF2B5EF4-FFF2-40B4-BE49-F238E27FC236}">
                  <a16:creationId xmlns:a16="http://schemas.microsoft.com/office/drawing/2014/main" id="{516BAE09-85A1-6351-9966-92428ECD27D9}"/>
                </a:ext>
              </a:extLst>
            </p:cNvPr>
            <p:cNvSpPr>
              <a:spLocks noGrp="1"/>
            </p:cNvSpPr>
            <p:nvPr/>
          </p:nvSpPr>
          <p:spPr>
            <a:xfrm>
              <a:off x="16162655" y="3406628"/>
              <a:ext cx="405" cy="32084"/>
            </a:xfrm>
            <a:custGeom>
              <a:avLst/>
              <a:gdLst/>
              <a:ahLst/>
              <a:cxnLst/>
              <a:rect l="0" t="0" r="0" b="0"/>
              <a:pathLst>
                <a:path w="405" h="32084">
                  <a:moveTo>
                    <a:pt x="405" y="0"/>
                  </a:moveTo>
                  <a:lnTo>
                    <a:pt x="0" y="320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9" name="Output_receptor__5678">
              <a:extLst>
                <a:ext uri="{FF2B5EF4-FFF2-40B4-BE49-F238E27FC236}">
                  <a16:creationId xmlns:a16="http://schemas.microsoft.com/office/drawing/2014/main" id="{E0BD491A-0F35-D3BA-35FA-5BC59F562090}"/>
                </a:ext>
              </a:extLst>
            </p:cNvPr>
            <p:cNvSpPr>
              <a:spLocks noGrp="1"/>
            </p:cNvSpPr>
            <p:nvPr/>
          </p:nvSpPr>
          <p:spPr>
            <a:xfrm>
              <a:off x="15311351" y="2844272"/>
              <a:ext cx="859" cy="57413"/>
            </a:xfrm>
            <a:custGeom>
              <a:avLst/>
              <a:gdLst/>
              <a:ahLst/>
              <a:cxnLst/>
              <a:rect l="0" t="0" r="0" b="0"/>
              <a:pathLst>
                <a:path w="859" h="57413">
                  <a:moveTo>
                    <a:pt x="859" y="0"/>
                  </a:moveTo>
                  <a:lnTo>
                    <a:pt x="0" y="5741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0" name="Output_receptor__5679">
              <a:extLst>
                <a:ext uri="{FF2B5EF4-FFF2-40B4-BE49-F238E27FC236}">
                  <a16:creationId xmlns:a16="http://schemas.microsoft.com/office/drawing/2014/main" id="{AC16112F-9188-5AD3-178D-7C092B0BA543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19068"/>
              <a:ext cx="35752" cy="26769"/>
            </a:xfrm>
            <a:custGeom>
              <a:avLst/>
              <a:gdLst/>
              <a:ahLst/>
              <a:cxnLst/>
              <a:rect l="0" t="0" r="0" b="0"/>
              <a:pathLst>
                <a:path w="35752" h="26769">
                  <a:moveTo>
                    <a:pt x="35752" y="0"/>
                  </a:moveTo>
                  <a:lnTo>
                    <a:pt x="0" y="26769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1" name="Output_receptor__5680">
              <a:extLst>
                <a:ext uri="{FF2B5EF4-FFF2-40B4-BE49-F238E27FC236}">
                  <a16:creationId xmlns:a16="http://schemas.microsoft.com/office/drawing/2014/main" id="{AD7F58E0-CB59-3CB8-128D-5E9E2389E968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03845"/>
              <a:ext cx="69914" cy="13073"/>
            </a:xfrm>
            <a:custGeom>
              <a:avLst/>
              <a:gdLst/>
              <a:ahLst/>
              <a:cxnLst/>
              <a:rect l="0" t="0" r="0" b="0"/>
              <a:pathLst>
                <a:path w="69914" h="13073">
                  <a:moveTo>
                    <a:pt x="69914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2" name="Output_receptor__5681">
              <a:extLst>
                <a:ext uri="{FF2B5EF4-FFF2-40B4-BE49-F238E27FC236}">
                  <a16:creationId xmlns:a16="http://schemas.microsoft.com/office/drawing/2014/main" id="{6ACB600A-541A-39FE-CB91-57277F20E704}"/>
                </a:ext>
              </a:extLst>
            </p:cNvPr>
            <p:cNvSpPr>
              <a:spLocks noGrp="1"/>
            </p:cNvSpPr>
            <p:nvPr/>
          </p:nvSpPr>
          <p:spPr>
            <a:xfrm>
              <a:off x="16104822" y="3131073"/>
              <a:ext cx="63131" cy="32856"/>
            </a:xfrm>
            <a:custGeom>
              <a:avLst/>
              <a:gdLst/>
              <a:ahLst/>
              <a:cxnLst/>
              <a:rect l="0" t="0" r="0" b="0"/>
              <a:pathLst>
                <a:path w="63131" h="32856">
                  <a:moveTo>
                    <a:pt x="63131" y="328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3" name="Output_receptor__5682">
              <a:extLst>
                <a:ext uri="{FF2B5EF4-FFF2-40B4-BE49-F238E27FC236}">
                  <a16:creationId xmlns:a16="http://schemas.microsoft.com/office/drawing/2014/main" id="{6043D0B3-761A-F80A-3D7F-986156B0A8D2}"/>
                </a:ext>
              </a:extLst>
            </p:cNvPr>
            <p:cNvSpPr>
              <a:spLocks noGrp="1"/>
            </p:cNvSpPr>
            <p:nvPr/>
          </p:nvSpPr>
          <p:spPr>
            <a:xfrm>
              <a:off x="15605216" y="2603300"/>
              <a:ext cx="67781" cy="20660"/>
            </a:xfrm>
            <a:custGeom>
              <a:avLst/>
              <a:gdLst/>
              <a:ahLst/>
              <a:cxnLst/>
              <a:rect l="0" t="0" r="0" b="0"/>
              <a:pathLst>
                <a:path w="67781" h="20660">
                  <a:moveTo>
                    <a:pt x="67781" y="0"/>
                  </a:moveTo>
                  <a:lnTo>
                    <a:pt x="0" y="206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4" name="Output_receptor__5683">
              <a:extLst>
                <a:ext uri="{FF2B5EF4-FFF2-40B4-BE49-F238E27FC236}">
                  <a16:creationId xmlns:a16="http://schemas.microsoft.com/office/drawing/2014/main" id="{CA233A78-6F1B-2966-142A-F544A7F852CD}"/>
                </a:ext>
              </a:extLst>
            </p:cNvPr>
            <p:cNvSpPr>
              <a:spLocks noGrp="1"/>
            </p:cNvSpPr>
            <p:nvPr/>
          </p:nvSpPr>
          <p:spPr>
            <a:xfrm>
              <a:off x="16214822" y="3362295"/>
              <a:ext cx="38849" cy="56593"/>
            </a:xfrm>
            <a:custGeom>
              <a:avLst/>
              <a:gdLst/>
              <a:ahLst/>
              <a:cxnLst/>
              <a:rect l="0" t="0" r="0" b="0"/>
              <a:pathLst>
                <a:path w="38849" h="56593">
                  <a:moveTo>
                    <a:pt x="38849" y="565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5" name="Output_receptor__5684">
              <a:extLst>
                <a:ext uri="{FF2B5EF4-FFF2-40B4-BE49-F238E27FC236}">
                  <a16:creationId xmlns:a16="http://schemas.microsoft.com/office/drawing/2014/main" id="{459DE4BD-E6B5-2997-47B5-AF3CD0F57E41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558995"/>
              <a:ext cx="40715" cy="59013"/>
            </a:xfrm>
            <a:custGeom>
              <a:avLst/>
              <a:gdLst/>
              <a:ahLst/>
              <a:cxnLst/>
              <a:rect l="0" t="0" r="0" b="0"/>
              <a:pathLst>
                <a:path w="40715" h="59013">
                  <a:moveTo>
                    <a:pt x="40715" y="59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6" name="Output_receptor__5685">
              <a:extLst>
                <a:ext uri="{FF2B5EF4-FFF2-40B4-BE49-F238E27FC236}">
                  <a16:creationId xmlns:a16="http://schemas.microsoft.com/office/drawing/2014/main" id="{1C3D2419-0F66-25E6-26E5-DC8C1871CF42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64079"/>
              <a:ext cx="7691" cy="62476"/>
            </a:xfrm>
            <a:custGeom>
              <a:avLst/>
              <a:gdLst/>
              <a:ahLst/>
              <a:cxnLst/>
              <a:rect l="0" t="0" r="0" b="0"/>
              <a:pathLst>
                <a:path w="7691" h="62476">
                  <a:moveTo>
                    <a:pt x="7691" y="62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7" name="Output_receptor__5686">
              <a:extLst>
                <a:ext uri="{FF2B5EF4-FFF2-40B4-BE49-F238E27FC236}">
                  <a16:creationId xmlns:a16="http://schemas.microsoft.com/office/drawing/2014/main" id="{F9DDB10B-15AF-DD7E-2ECD-C2E78CE0B35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15243" cy="64705"/>
            </a:xfrm>
            <a:custGeom>
              <a:avLst/>
              <a:gdLst/>
              <a:ahLst/>
              <a:cxnLst/>
              <a:rect l="0" t="0" r="0" b="0"/>
              <a:pathLst>
                <a:path w="15243" h="64705">
                  <a:moveTo>
                    <a:pt x="0" y="0"/>
                  </a:moveTo>
                  <a:lnTo>
                    <a:pt x="15243" y="647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8" name="Output_receptor__5687">
              <a:extLst>
                <a:ext uri="{FF2B5EF4-FFF2-40B4-BE49-F238E27FC236}">
                  <a16:creationId xmlns:a16="http://schemas.microsoft.com/office/drawing/2014/main" id="{F6ACB6CB-40F2-F842-ADB1-A47C97034E56}"/>
                </a:ext>
              </a:extLst>
            </p:cNvPr>
            <p:cNvSpPr>
              <a:spLocks noGrp="1"/>
            </p:cNvSpPr>
            <p:nvPr/>
          </p:nvSpPr>
          <p:spPr>
            <a:xfrm>
              <a:off x="15259247" y="2817032"/>
              <a:ext cx="52962" cy="27240"/>
            </a:xfrm>
            <a:custGeom>
              <a:avLst/>
              <a:gdLst/>
              <a:ahLst/>
              <a:cxnLst/>
              <a:rect l="0" t="0" r="0" b="0"/>
              <a:pathLst>
                <a:path w="52962" h="27240">
                  <a:moveTo>
                    <a:pt x="0" y="0"/>
                  </a:moveTo>
                  <a:lnTo>
                    <a:pt x="52962" y="2724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9" name="Output_receptor__5688">
              <a:extLst>
                <a:ext uri="{FF2B5EF4-FFF2-40B4-BE49-F238E27FC236}">
                  <a16:creationId xmlns:a16="http://schemas.microsoft.com/office/drawing/2014/main" id="{8AC93F7C-C6D9-B858-F936-EB98E45EC7F2}"/>
                </a:ext>
              </a:extLst>
            </p:cNvPr>
            <p:cNvSpPr>
              <a:spLocks noGrp="1"/>
            </p:cNvSpPr>
            <p:nvPr/>
          </p:nvSpPr>
          <p:spPr>
            <a:xfrm>
              <a:off x="16337652" y="3203845"/>
              <a:ext cx="10495" cy="71410"/>
            </a:xfrm>
            <a:custGeom>
              <a:avLst/>
              <a:gdLst/>
              <a:ahLst/>
              <a:cxnLst/>
              <a:rect l="0" t="0" r="0" b="0"/>
              <a:pathLst>
                <a:path w="10495" h="71410">
                  <a:moveTo>
                    <a:pt x="10495" y="714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0" name="Output_receptor__5689">
              <a:extLst>
                <a:ext uri="{FF2B5EF4-FFF2-40B4-BE49-F238E27FC236}">
                  <a16:creationId xmlns:a16="http://schemas.microsoft.com/office/drawing/2014/main" id="{1B07F0CC-31CE-666B-65FA-279C8A576291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655677"/>
              <a:ext cx="24401" cy="59247"/>
            </a:xfrm>
            <a:custGeom>
              <a:avLst/>
              <a:gdLst/>
              <a:ahLst/>
              <a:cxnLst/>
              <a:rect l="0" t="0" r="0" b="0"/>
              <a:pathLst>
                <a:path w="24401" h="59247">
                  <a:moveTo>
                    <a:pt x="0" y="59247"/>
                  </a:moveTo>
                  <a:lnTo>
                    <a:pt x="24401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1" name="Output_receptor__5690">
              <a:extLst>
                <a:ext uri="{FF2B5EF4-FFF2-40B4-BE49-F238E27FC236}">
                  <a16:creationId xmlns:a16="http://schemas.microsoft.com/office/drawing/2014/main" id="{4A307684-D497-0983-B4AC-0AC8CE2497BF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839927"/>
              <a:ext cx="8641" cy="3018"/>
            </a:xfrm>
            <a:custGeom>
              <a:avLst/>
              <a:gdLst/>
              <a:ahLst/>
              <a:cxnLst/>
              <a:rect l="0" t="0" r="0" b="0"/>
              <a:pathLst>
                <a:path w="8641" h="3018">
                  <a:moveTo>
                    <a:pt x="8641" y="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2" name="Output_receptor__5691">
              <a:extLst>
                <a:ext uri="{FF2B5EF4-FFF2-40B4-BE49-F238E27FC236}">
                  <a16:creationId xmlns:a16="http://schemas.microsoft.com/office/drawing/2014/main" id="{48CE14F1-45D2-9731-9B24-3587A851F301}"/>
                </a:ext>
              </a:extLst>
            </p:cNvPr>
            <p:cNvSpPr>
              <a:spLocks noGrp="1"/>
            </p:cNvSpPr>
            <p:nvPr/>
          </p:nvSpPr>
          <p:spPr>
            <a:xfrm>
              <a:off x="15435866" y="3701699"/>
              <a:ext cx="4479" cy="27959"/>
            </a:xfrm>
            <a:custGeom>
              <a:avLst/>
              <a:gdLst/>
              <a:ahLst/>
              <a:cxnLst/>
              <a:rect l="0" t="0" r="0" b="0"/>
              <a:pathLst>
                <a:path w="4479" h="27959">
                  <a:moveTo>
                    <a:pt x="4479" y="279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3" name="Output_receptor__5692">
              <a:extLst>
                <a:ext uri="{FF2B5EF4-FFF2-40B4-BE49-F238E27FC236}">
                  <a16:creationId xmlns:a16="http://schemas.microsoft.com/office/drawing/2014/main" id="{7EA687D4-02EC-3E04-F470-1A77B1119A8A}"/>
                </a:ext>
              </a:extLst>
            </p:cNvPr>
            <p:cNvSpPr>
              <a:spLocks noGrp="1"/>
            </p:cNvSpPr>
            <p:nvPr/>
          </p:nvSpPr>
          <p:spPr>
            <a:xfrm>
              <a:off x="16020447" y="2466015"/>
              <a:ext cx="31318" cy="30601"/>
            </a:xfrm>
            <a:custGeom>
              <a:avLst/>
              <a:gdLst/>
              <a:ahLst/>
              <a:cxnLst/>
              <a:rect l="0" t="0" r="0" b="0"/>
              <a:pathLst>
                <a:path w="31318" h="30601">
                  <a:moveTo>
                    <a:pt x="0" y="30601"/>
                  </a:moveTo>
                  <a:lnTo>
                    <a:pt x="3131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4" name="Output_receptor__5693">
              <a:extLst>
                <a:ext uri="{FF2B5EF4-FFF2-40B4-BE49-F238E27FC236}">
                  <a16:creationId xmlns:a16="http://schemas.microsoft.com/office/drawing/2014/main" id="{B3291071-9C96-14EB-B59F-95BE67E7AA68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55446"/>
              <a:ext cx="62982" cy="6037"/>
            </a:xfrm>
            <a:custGeom>
              <a:avLst/>
              <a:gdLst/>
              <a:ahLst/>
              <a:cxnLst/>
              <a:rect l="0" t="0" r="0" b="0"/>
              <a:pathLst>
                <a:path w="62982" h="6037">
                  <a:moveTo>
                    <a:pt x="0" y="6037"/>
                  </a:moveTo>
                  <a:lnTo>
                    <a:pt x="629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5" name="Output_receptor__5694">
              <a:extLst>
                <a:ext uri="{FF2B5EF4-FFF2-40B4-BE49-F238E27FC236}">
                  <a16:creationId xmlns:a16="http://schemas.microsoft.com/office/drawing/2014/main" id="{FF330CE2-4BAE-B29D-246E-10BCC847420C}"/>
                </a:ext>
              </a:extLst>
            </p:cNvPr>
            <p:cNvSpPr>
              <a:spLocks noGrp="1"/>
            </p:cNvSpPr>
            <p:nvPr/>
          </p:nvSpPr>
          <p:spPr>
            <a:xfrm>
              <a:off x="16002963" y="3006190"/>
              <a:ext cx="21077" cy="56620"/>
            </a:xfrm>
            <a:custGeom>
              <a:avLst/>
              <a:gdLst/>
              <a:ahLst/>
              <a:cxnLst/>
              <a:rect l="0" t="0" r="0" b="0"/>
              <a:pathLst>
                <a:path w="21077" h="56620">
                  <a:moveTo>
                    <a:pt x="21077" y="0"/>
                  </a:moveTo>
                  <a:lnTo>
                    <a:pt x="0" y="566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6" name="Output_receptor__5695">
              <a:extLst>
                <a:ext uri="{FF2B5EF4-FFF2-40B4-BE49-F238E27FC236}">
                  <a16:creationId xmlns:a16="http://schemas.microsoft.com/office/drawing/2014/main" id="{1499CE60-E029-5CCF-3745-2AE9196B79CB}"/>
                </a:ext>
              </a:extLst>
            </p:cNvPr>
            <p:cNvSpPr>
              <a:spLocks noGrp="1"/>
            </p:cNvSpPr>
            <p:nvPr/>
          </p:nvSpPr>
          <p:spPr>
            <a:xfrm>
              <a:off x="15834597" y="3118617"/>
              <a:ext cx="12468" cy="887"/>
            </a:xfrm>
            <a:custGeom>
              <a:avLst/>
              <a:gdLst/>
              <a:ahLst/>
              <a:cxnLst/>
              <a:rect l="0" t="0" r="0" b="0"/>
              <a:pathLst>
                <a:path w="12468" h="887">
                  <a:moveTo>
                    <a:pt x="0" y="887"/>
                  </a:moveTo>
                  <a:lnTo>
                    <a:pt x="1246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7" name="Output_receptor__5696">
              <a:extLst>
                <a:ext uri="{FF2B5EF4-FFF2-40B4-BE49-F238E27FC236}">
                  <a16:creationId xmlns:a16="http://schemas.microsoft.com/office/drawing/2014/main" id="{5319C912-C603-678D-A189-23AA8B397560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37305" cy="32783"/>
            </a:xfrm>
            <a:custGeom>
              <a:avLst/>
              <a:gdLst/>
              <a:ahLst/>
              <a:cxnLst/>
              <a:rect l="0" t="0" r="0" b="0"/>
              <a:pathLst>
                <a:path w="37305" h="32783">
                  <a:moveTo>
                    <a:pt x="37305" y="327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8" name="Output_receptor__5697">
              <a:extLst>
                <a:ext uri="{FF2B5EF4-FFF2-40B4-BE49-F238E27FC236}">
                  <a16:creationId xmlns:a16="http://schemas.microsoft.com/office/drawing/2014/main" id="{697AC925-9E59-24BC-707A-69C49491D2B3}"/>
                </a:ext>
              </a:extLst>
            </p:cNvPr>
            <p:cNvSpPr>
              <a:spLocks noGrp="1"/>
            </p:cNvSpPr>
            <p:nvPr/>
          </p:nvSpPr>
          <p:spPr>
            <a:xfrm>
              <a:off x="16030642" y="2591018"/>
              <a:ext cx="63905" cy="26991"/>
            </a:xfrm>
            <a:custGeom>
              <a:avLst/>
              <a:gdLst/>
              <a:ahLst/>
              <a:cxnLst/>
              <a:rect l="0" t="0" r="0" b="0"/>
              <a:pathLst>
                <a:path w="63905" h="26991">
                  <a:moveTo>
                    <a:pt x="63905" y="0"/>
                  </a:moveTo>
                  <a:lnTo>
                    <a:pt x="0" y="2699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9" name="Output_receptor__5698">
              <a:extLst>
                <a:ext uri="{FF2B5EF4-FFF2-40B4-BE49-F238E27FC236}">
                  <a16:creationId xmlns:a16="http://schemas.microsoft.com/office/drawing/2014/main" id="{526B43BC-6F2A-3E68-F4C9-81D0DF0909BD}"/>
                </a:ext>
              </a:extLst>
            </p:cNvPr>
            <p:cNvSpPr>
              <a:spLocks noGrp="1"/>
            </p:cNvSpPr>
            <p:nvPr/>
          </p:nvSpPr>
          <p:spPr>
            <a:xfrm>
              <a:off x="15181784" y="2863610"/>
              <a:ext cx="43107" cy="16621"/>
            </a:xfrm>
            <a:custGeom>
              <a:avLst/>
              <a:gdLst/>
              <a:ahLst/>
              <a:cxnLst/>
              <a:rect l="0" t="0" r="0" b="0"/>
              <a:pathLst>
                <a:path w="43107" h="16621">
                  <a:moveTo>
                    <a:pt x="0" y="0"/>
                  </a:moveTo>
                  <a:lnTo>
                    <a:pt x="43107" y="166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0" name="Output_receptor__5699">
              <a:extLst>
                <a:ext uri="{FF2B5EF4-FFF2-40B4-BE49-F238E27FC236}">
                  <a16:creationId xmlns:a16="http://schemas.microsoft.com/office/drawing/2014/main" id="{7191DE2A-7836-2BEF-94CB-2F529EC56BE1}"/>
                </a:ext>
              </a:extLst>
            </p:cNvPr>
            <p:cNvSpPr>
              <a:spLocks noGrp="1"/>
            </p:cNvSpPr>
            <p:nvPr/>
          </p:nvSpPr>
          <p:spPr>
            <a:xfrm>
              <a:off x="16007677" y="3195756"/>
              <a:ext cx="67735" cy="22034"/>
            </a:xfrm>
            <a:custGeom>
              <a:avLst/>
              <a:gdLst/>
              <a:ahLst/>
              <a:cxnLst/>
              <a:rect l="0" t="0" r="0" b="0"/>
              <a:pathLst>
                <a:path w="67735" h="22034">
                  <a:moveTo>
                    <a:pt x="67735" y="22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1" name="Output_receptor__5700">
              <a:extLst>
                <a:ext uri="{FF2B5EF4-FFF2-40B4-BE49-F238E27FC236}">
                  <a16:creationId xmlns:a16="http://schemas.microsoft.com/office/drawing/2014/main" id="{5CFFC47B-E331-1161-53B6-0FEFE5299D84}"/>
                </a:ext>
              </a:extLst>
            </p:cNvPr>
            <p:cNvSpPr>
              <a:spLocks noGrp="1"/>
            </p:cNvSpPr>
            <p:nvPr/>
          </p:nvSpPr>
          <p:spPr>
            <a:xfrm>
              <a:off x="15615909" y="3734298"/>
              <a:ext cx="60522" cy="19707"/>
            </a:xfrm>
            <a:custGeom>
              <a:avLst/>
              <a:gdLst/>
              <a:ahLst/>
              <a:cxnLst/>
              <a:rect l="0" t="0" r="0" b="0"/>
              <a:pathLst>
                <a:path w="60522" h="19707">
                  <a:moveTo>
                    <a:pt x="60522" y="0"/>
                  </a:moveTo>
                  <a:lnTo>
                    <a:pt x="0" y="1970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2" name="Output_receptor__5701">
              <a:extLst>
                <a:ext uri="{FF2B5EF4-FFF2-40B4-BE49-F238E27FC236}">
                  <a16:creationId xmlns:a16="http://schemas.microsoft.com/office/drawing/2014/main" id="{04194103-7AEA-9A18-02E2-9398FDBFC5F0}"/>
                </a:ext>
              </a:extLst>
            </p:cNvPr>
            <p:cNvSpPr>
              <a:spLocks noGrp="1"/>
            </p:cNvSpPr>
            <p:nvPr/>
          </p:nvSpPr>
          <p:spPr>
            <a:xfrm>
              <a:off x="15871365" y="2721071"/>
              <a:ext cx="3251" cy="26222"/>
            </a:xfrm>
            <a:custGeom>
              <a:avLst/>
              <a:gdLst/>
              <a:ahLst/>
              <a:cxnLst/>
              <a:rect l="0" t="0" r="0" b="0"/>
              <a:pathLst>
                <a:path w="3251" h="26222">
                  <a:moveTo>
                    <a:pt x="3251" y="26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3" name="Output_receptor__5702">
              <a:extLst>
                <a:ext uri="{FF2B5EF4-FFF2-40B4-BE49-F238E27FC236}">
                  <a16:creationId xmlns:a16="http://schemas.microsoft.com/office/drawing/2014/main" id="{15ECC2B7-7BC6-8DEA-4623-3CA22AB26256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202749"/>
              <a:ext cx="25909" cy="65426"/>
            </a:xfrm>
            <a:custGeom>
              <a:avLst/>
              <a:gdLst/>
              <a:ahLst/>
              <a:cxnLst/>
              <a:rect l="0" t="0" r="0" b="0"/>
              <a:pathLst>
                <a:path w="25909" h="65426">
                  <a:moveTo>
                    <a:pt x="0" y="0"/>
                  </a:moveTo>
                  <a:lnTo>
                    <a:pt x="25909" y="6542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4" name="Output_receptor__5703">
              <a:extLst>
                <a:ext uri="{FF2B5EF4-FFF2-40B4-BE49-F238E27FC236}">
                  <a16:creationId xmlns:a16="http://schemas.microsoft.com/office/drawing/2014/main" id="{99E1DE83-75E9-E7F7-8001-2859EB2846DB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16918"/>
              <a:ext cx="3284" cy="52883"/>
            </a:xfrm>
            <a:custGeom>
              <a:avLst/>
              <a:gdLst/>
              <a:ahLst/>
              <a:cxnLst/>
              <a:rect l="0" t="0" r="0" b="0"/>
              <a:pathLst>
                <a:path w="3284" h="52883">
                  <a:moveTo>
                    <a:pt x="0" y="0"/>
                  </a:moveTo>
                  <a:lnTo>
                    <a:pt x="3284" y="5288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5" name="Output_receptor__5704">
              <a:extLst>
                <a:ext uri="{FF2B5EF4-FFF2-40B4-BE49-F238E27FC236}">
                  <a16:creationId xmlns:a16="http://schemas.microsoft.com/office/drawing/2014/main" id="{D7F6FCDD-1620-C10B-9BA4-EB10CA9EF00F}"/>
                </a:ext>
              </a:extLst>
            </p:cNvPr>
            <p:cNvSpPr>
              <a:spLocks noGrp="1"/>
            </p:cNvSpPr>
            <p:nvPr/>
          </p:nvSpPr>
          <p:spPr>
            <a:xfrm>
              <a:off x="16094548" y="2591018"/>
              <a:ext cx="69266" cy="19628"/>
            </a:xfrm>
            <a:custGeom>
              <a:avLst/>
              <a:gdLst/>
              <a:ahLst/>
              <a:cxnLst/>
              <a:rect l="0" t="0" r="0" b="0"/>
              <a:pathLst>
                <a:path w="69266" h="19628">
                  <a:moveTo>
                    <a:pt x="69266" y="1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6" name="Output_receptor__5705">
              <a:extLst>
                <a:ext uri="{FF2B5EF4-FFF2-40B4-BE49-F238E27FC236}">
                  <a16:creationId xmlns:a16="http://schemas.microsoft.com/office/drawing/2014/main" id="{7E859C00-A15B-3B72-CBA0-A47329E6B7BC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25652"/>
              <a:ext cx="61039" cy="38428"/>
            </a:xfrm>
            <a:custGeom>
              <a:avLst/>
              <a:gdLst/>
              <a:ahLst/>
              <a:cxnLst/>
              <a:rect l="0" t="0" r="0" b="0"/>
              <a:pathLst>
                <a:path w="61039" h="38428">
                  <a:moveTo>
                    <a:pt x="0" y="38428"/>
                  </a:moveTo>
                  <a:lnTo>
                    <a:pt x="6103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7" name="Output_receptor__5706">
              <a:extLst>
                <a:ext uri="{FF2B5EF4-FFF2-40B4-BE49-F238E27FC236}">
                  <a16:creationId xmlns:a16="http://schemas.microsoft.com/office/drawing/2014/main" id="{DB389C21-C556-86B5-2759-EBEF9540D8E9}"/>
                </a:ext>
              </a:extLst>
            </p:cNvPr>
            <p:cNvSpPr>
              <a:spLocks noGrp="1"/>
            </p:cNvSpPr>
            <p:nvPr/>
          </p:nvSpPr>
          <p:spPr>
            <a:xfrm>
              <a:off x="15251391" y="3175283"/>
              <a:ext cx="7589" cy="24974"/>
            </a:xfrm>
            <a:custGeom>
              <a:avLst/>
              <a:gdLst/>
              <a:ahLst/>
              <a:cxnLst/>
              <a:rect l="0" t="0" r="0" b="0"/>
              <a:pathLst>
                <a:path w="7589" h="24974">
                  <a:moveTo>
                    <a:pt x="0" y="0"/>
                  </a:moveTo>
                  <a:lnTo>
                    <a:pt x="7589" y="2497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8" name="Output_receptor__5707">
              <a:extLst>
                <a:ext uri="{FF2B5EF4-FFF2-40B4-BE49-F238E27FC236}">
                  <a16:creationId xmlns:a16="http://schemas.microsoft.com/office/drawing/2014/main" id="{404F7DFB-86F1-9C74-E24C-EE5599749717}"/>
                </a:ext>
              </a:extLst>
            </p:cNvPr>
            <p:cNvSpPr>
              <a:spLocks noGrp="1"/>
            </p:cNvSpPr>
            <p:nvPr/>
          </p:nvSpPr>
          <p:spPr>
            <a:xfrm>
              <a:off x="15095274" y="2797805"/>
              <a:ext cx="70758" cy="7856"/>
            </a:xfrm>
            <a:custGeom>
              <a:avLst/>
              <a:gdLst/>
              <a:ahLst/>
              <a:cxnLst/>
              <a:rect l="0" t="0" r="0" b="0"/>
              <a:pathLst>
                <a:path w="70758" h="7856">
                  <a:moveTo>
                    <a:pt x="0" y="7856"/>
                  </a:moveTo>
                  <a:lnTo>
                    <a:pt x="7075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9" name="Output_receptor__5708">
              <a:extLst>
                <a:ext uri="{FF2B5EF4-FFF2-40B4-BE49-F238E27FC236}">
                  <a16:creationId xmlns:a16="http://schemas.microsoft.com/office/drawing/2014/main" id="{CEA0C7D5-239C-05CA-B826-6DBB767D2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9904" y="2524363"/>
              <a:ext cx="58687" cy="37848"/>
            </a:xfrm>
            <a:custGeom>
              <a:avLst/>
              <a:gdLst/>
              <a:ahLst/>
              <a:cxnLst/>
              <a:rect l="0" t="0" r="0" b="0"/>
              <a:pathLst>
                <a:path w="58687" h="37848">
                  <a:moveTo>
                    <a:pt x="58687" y="0"/>
                  </a:moveTo>
                  <a:lnTo>
                    <a:pt x="0" y="3784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0" name="Output_receptor__5709">
              <a:extLst>
                <a:ext uri="{FF2B5EF4-FFF2-40B4-BE49-F238E27FC236}">
                  <a16:creationId xmlns:a16="http://schemas.microsoft.com/office/drawing/2014/main" id="{51C863C9-D3E8-3C73-2EF9-229963FD35AF}"/>
                </a:ext>
              </a:extLst>
            </p:cNvPr>
            <p:cNvSpPr>
              <a:spLocks noGrp="1"/>
            </p:cNvSpPr>
            <p:nvPr/>
          </p:nvSpPr>
          <p:spPr>
            <a:xfrm>
              <a:off x="16298708" y="2357156"/>
              <a:ext cx="29355" cy="31293"/>
            </a:xfrm>
            <a:custGeom>
              <a:avLst/>
              <a:gdLst/>
              <a:ahLst/>
              <a:cxnLst/>
              <a:rect l="0" t="0" r="0" b="0"/>
              <a:pathLst>
                <a:path w="29355" h="31293">
                  <a:moveTo>
                    <a:pt x="0" y="31293"/>
                  </a:moveTo>
                  <a:lnTo>
                    <a:pt x="2935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1" name="Output_receptor__5710">
              <a:extLst>
                <a:ext uri="{FF2B5EF4-FFF2-40B4-BE49-F238E27FC236}">
                  <a16:creationId xmlns:a16="http://schemas.microsoft.com/office/drawing/2014/main" id="{264F1472-1994-B8E3-09E9-FA72ABCDD61F}"/>
                </a:ext>
              </a:extLst>
            </p:cNvPr>
            <p:cNvSpPr>
              <a:spLocks noGrp="1"/>
            </p:cNvSpPr>
            <p:nvPr/>
          </p:nvSpPr>
          <p:spPr>
            <a:xfrm>
              <a:off x="16202010" y="2551716"/>
              <a:ext cx="67894" cy="10495"/>
            </a:xfrm>
            <a:custGeom>
              <a:avLst/>
              <a:gdLst/>
              <a:ahLst/>
              <a:cxnLst/>
              <a:rect l="0" t="0" r="0" b="0"/>
              <a:pathLst>
                <a:path w="67894" h="10495">
                  <a:moveTo>
                    <a:pt x="67894" y="10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2" name="Output_receptor__5711">
              <a:extLst>
                <a:ext uri="{FF2B5EF4-FFF2-40B4-BE49-F238E27FC236}">
                  <a16:creationId xmlns:a16="http://schemas.microsoft.com/office/drawing/2014/main" id="{D7D9BEA2-EB9A-3556-6273-D9F6F5B90D61}"/>
                </a:ext>
              </a:extLst>
            </p:cNvPr>
            <p:cNvSpPr>
              <a:spLocks noGrp="1"/>
            </p:cNvSpPr>
            <p:nvPr/>
          </p:nvSpPr>
          <p:spPr>
            <a:xfrm>
              <a:off x="14845986" y="3146492"/>
              <a:ext cx="59033" cy="18873"/>
            </a:xfrm>
            <a:custGeom>
              <a:avLst/>
              <a:gdLst/>
              <a:ahLst/>
              <a:cxnLst/>
              <a:rect l="0" t="0" r="0" b="0"/>
              <a:pathLst>
                <a:path w="59033" h="18873">
                  <a:moveTo>
                    <a:pt x="0" y="18873"/>
                  </a:moveTo>
                  <a:lnTo>
                    <a:pt x="59033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3" name="Output_receptor__5712">
              <a:extLst>
                <a:ext uri="{FF2B5EF4-FFF2-40B4-BE49-F238E27FC236}">
                  <a16:creationId xmlns:a16="http://schemas.microsoft.com/office/drawing/2014/main" id="{FD0A3686-CBAA-A54D-B8A8-87FEBB3D0AFF}"/>
                </a:ext>
              </a:extLst>
            </p:cNvPr>
            <p:cNvSpPr>
              <a:spLocks noGrp="1"/>
            </p:cNvSpPr>
            <p:nvPr/>
          </p:nvSpPr>
          <p:spPr>
            <a:xfrm>
              <a:off x="14977461" y="3263879"/>
              <a:ext cx="20536" cy="43970"/>
            </a:xfrm>
            <a:custGeom>
              <a:avLst/>
              <a:gdLst/>
              <a:ahLst/>
              <a:cxnLst/>
              <a:rect l="0" t="0" r="0" b="0"/>
              <a:pathLst>
                <a:path w="20536" h="43970">
                  <a:moveTo>
                    <a:pt x="20536" y="0"/>
                  </a:moveTo>
                  <a:lnTo>
                    <a:pt x="0" y="4397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4" name="Output_receptor__5713">
              <a:extLst>
                <a:ext uri="{FF2B5EF4-FFF2-40B4-BE49-F238E27FC236}">
                  <a16:creationId xmlns:a16="http://schemas.microsoft.com/office/drawing/2014/main" id="{78C93E94-F11B-A1FA-3781-FD4F8613D51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2963576"/>
              <a:ext cx="36187" cy="61453"/>
            </a:xfrm>
            <a:custGeom>
              <a:avLst/>
              <a:gdLst/>
              <a:ahLst/>
              <a:cxnLst/>
              <a:rect l="0" t="0" r="0" b="0"/>
              <a:pathLst>
                <a:path w="36187" h="61453">
                  <a:moveTo>
                    <a:pt x="36187" y="0"/>
                  </a:moveTo>
                  <a:lnTo>
                    <a:pt x="0" y="6145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5" name="Output_receptor__5714">
              <a:extLst>
                <a:ext uri="{FF2B5EF4-FFF2-40B4-BE49-F238E27FC236}">
                  <a16:creationId xmlns:a16="http://schemas.microsoft.com/office/drawing/2014/main" id="{1679C1CE-085B-7B12-6EC7-1D723D829D16}"/>
                </a:ext>
              </a:extLst>
            </p:cNvPr>
            <p:cNvSpPr>
              <a:spLocks noGrp="1"/>
            </p:cNvSpPr>
            <p:nvPr/>
          </p:nvSpPr>
          <p:spPr>
            <a:xfrm>
              <a:off x="15312165" y="3029078"/>
              <a:ext cx="69099" cy="16571"/>
            </a:xfrm>
            <a:custGeom>
              <a:avLst/>
              <a:gdLst/>
              <a:ahLst/>
              <a:cxnLst/>
              <a:rect l="0" t="0" r="0" b="0"/>
              <a:pathLst>
                <a:path w="69099" h="16571">
                  <a:moveTo>
                    <a:pt x="69099" y="16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6" name="Output_receptor__5715">
              <a:extLst>
                <a:ext uri="{FF2B5EF4-FFF2-40B4-BE49-F238E27FC236}">
                  <a16:creationId xmlns:a16="http://schemas.microsoft.com/office/drawing/2014/main" id="{1A2F42C7-9FEA-6D97-34AE-0CDF302F1BC6}"/>
                </a:ext>
              </a:extLst>
            </p:cNvPr>
            <p:cNvSpPr>
              <a:spLocks noGrp="1"/>
            </p:cNvSpPr>
            <p:nvPr/>
          </p:nvSpPr>
          <p:spPr>
            <a:xfrm>
              <a:off x="15382167" y="2950005"/>
              <a:ext cx="70628" cy="12305"/>
            </a:xfrm>
            <a:custGeom>
              <a:avLst/>
              <a:gdLst/>
              <a:ahLst/>
              <a:cxnLst/>
              <a:rect l="0" t="0" r="0" b="0"/>
              <a:pathLst>
                <a:path w="70628" h="12305">
                  <a:moveTo>
                    <a:pt x="70628" y="123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7" name="Output_receptor__5716">
              <a:extLst>
                <a:ext uri="{FF2B5EF4-FFF2-40B4-BE49-F238E27FC236}">
                  <a16:creationId xmlns:a16="http://schemas.microsoft.com/office/drawing/2014/main" id="{CCC09BF7-91DC-E8AF-EA81-2C944EA27F01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352197"/>
              <a:ext cx="35530" cy="61942"/>
            </a:xfrm>
            <a:custGeom>
              <a:avLst/>
              <a:gdLst/>
              <a:ahLst/>
              <a:cxnLst/>
              <a:rect l="0" t="0" r="0" b="0"/>
              <a:pathLst>
                <a:path w="35530" h="61942">
                  <a:moveTo>
                    <a:pt x="35530" y="0"/>
                  </a:moveTo>
                  <a:lnTo>
                    <a:pt x="0" y="6194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8" name="Output_receptor__5717">
              <a:extLst>
                <a:ext uri="{FF2B5EF4-FFF2-40B4-BE49-F238E27FC236}">
                  <a16:creationId xmlns:a16="http://schemas.microsoft.com/office/drawing/2014/main" id="{2B0C78A7-624F-744C-1139-D6C887425EAC}"/>
                </a:ext>
              </a:extLst>
            </p:cNvPr>
            <p:cNvSpPr>
              <a:spLocks noGrp="1"/>
            </p:cNvSpPr>
            <p:nvPr/>
          </p:nvSpPr>
          <p:spPr>
            <a:xfrm>
              <a:off x="16163814" y="2551716"/>
              <a:ext cx="38196" cy="58929"/>
            </a:xfrm>
            <a:custGeom>
              <a:avLst/>
              <a:gdLst/>
              <a:ahLst/>
              <a:cxnLst/>
              <a:rect l="0" t="0" r="0" b="0"/>
              <a:pathLst>
                <a:path w="38196" h="58929">
                  <a:moveTo>
                    <a:pt x="38196" y="0"/>
                  </a:moveTo>
                  <a:lnTo>
                    <a:pt x="0" y="5892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9" name="Output_receptor__5718">
              <a:extLst>
                <a:ext uri="{FF2B5EF4-FFF2-40B4-BE49-F238E27FC236}">
                  <a16:creationId xmlns:a16="http://schemas.microsoft.com/office/drawing/2014/main" id="{77A9B75A-A1D7-A376-7477-FB8A52E27C19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812560"/>
              <a:ext cx="7312" cy="60931"/>
            </a:xfrm>
            <a:custGeom>
              <a:avLst/>
              <a:gdLst/>
              <a:ahLst/>
              <a:cxnLst/>
              <a:rect l="0" t="0" r="0" b="0"/>
              <a:pathLst>
                <a:path w="7312" h="60931">
                  <a:moveTo>
                    <a:pt x="7312" y="60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0" name="Output_receptor__5719">
              <a:extLst>
                <a:ext uri="{FF2B5EF4-FFF2-40B4-BE49-F238E27FC236}">
                  <a16:creationId xmlns:a16="http://schemas.microsoft.com/office/drawing/2014/main" id="{07E8BF2A-9511-D1F7-0FF8-492EC40747E1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32499"/>
              <a:ext cx="1282" cy="70908"/>
            </a:xfrm>
            <a:custGeom>
              <a:avLst/>
              <a:gdLst/>
              <a:ahLst/>
              <a:cxnLst/>
              <a:rect l="0" t="0" r="0" b="0"/>
              <a:pathLst>
                <a:path w="1282" h="70908">
                  <a:moveTo>
                    <a:pt x="1282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1" name="Output_receptor__5720">
              <a:extLst>
                <a:ext uri="{FF2B5EF4-FFF2-40B4-BE49-F238E27FC236}">
                  <a16:creationId xmlns:a16="http://schemas.microsoft.com/office/drawing/2014/main" id="{8C4D6275-68E2-B9C2-3775-3E83D21A3731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47349"/>
              <a:ext cx="17162" cy="13156"/>
            </a:xfrm>
            <a:custGeom>
              <a:avLst/>
              <a:gdLst/>
              <a:ahLst/>
              <a:cxnLst/>
              <a:rect l="0" t="0" r="0" b="0"/>
              <a:pathLst>
                <a:path w="17162" h="13156">
                  <a:moveTo>
                    <a:pt x="0" y="13156"/>
                  </a:moveTo>
                  <a:lnTo>
                    <a:pt x="1716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2" name="Output_receptor__5721">
              <a:extLst>
                <a:ext uri="{FF2B5EF4-FFF2-40B4-BE49-F238E27FC236}">
                  <a16:creationId xmlns:a16="http://schemas.microsoft.com/office/drawing/2014/main" id="{81447F62-CBBF-ADA8-FBDB-1AD6364D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784343"/>
              <a:ext cx="51585" cy="28217"/>
            </a:xfrm>
            <a:custGeom>
              <a:avLst/>
              <a:gdLst/>
              <a:ahLst/>
              <a:cxnLst/>
              <a:rect l="0" t="0" r="0" b="0"/>
              <a:pathLst>
                <a:path w="51585" h="28217">
                  <a:moveTo>
                    <a:pt x="0" y="28217"/>
                  </a:moveTo>
                  <a:lnTo>
                    <a:pt x="5158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3" name="Output_receptor__5722">
              <a:extLst>
                <a:ext uri="{FF2B5EF4-FFF2-40B4-BE49-F238E27FC236}">
                  <a16:creationId xmlns:a16="http://schemas.microsoft.com/office/drawing/2014/main" id="{875176C2-AE9B-5034-D752-3BBFD8CA95FD}"/>
                </a:ext>
              </a:extLst>
            </p:cNvPr>
            <p:cNvSpPr>
              <a:spLocks noGrp="1"/>
            </p:cNvSpPr>
            <p:nvPr/>
          </p:nvSpPr>
          <p:spPr>
            <a:xfrm>
              <a:off x="15166032" y="2797805"/>
              <a:ext cx="15752" cy="65805"/>
            </a:xfrm>
            <a:custGeom>
              <a:avLst/>
              <a:gdLst/>
              <a:ahLst/>
              <a:cxnLst/>
              <a:rect l="0" t="0" r="0" b="0"/>
              <a:pathLst>
                <a:path w="15752" h="65805">
                  <a:moveTo>
                    <a:pt x="0" y="0"/>
                  </a:moveTo>
                  <a:lnTo>
                    <a:pt x="15752" y="658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4" name="Output_receptor__5723">
              <a:extLst>
                <a:ext uri="{FF2B5EF4-FFF2-40B4-BE49-F238E27FC236}">
                  <a16:creationId xmlns:a16="http://schemas.microsoft.com/office/drawing/2014/main" id="{5C4158A2-73EF-9226-F8DE-F9EF16C36D92}"/>
                </a:ext>
              </a:extLst>
            </p:cNvPr>
            <p:cNvSpPr>
              <a:spLocks noGrp="1"/>
            </p:cNvSpPr>
            <p:nvPr/>
          </p:nvSpPr>
          <p:spPr>
            <a:xfrm>
              <a:off x="15293479" y="3113856"/>
              <a:ext cx="43353" cy="15570"/>
            </a:xfrm>
            <a:custGeom>
              <a:avLst/>
              <a:gdLst/>
              <a:ahLst/>
              <a:cxnLst/>
              <a:rect l="0" t="0" r="0" b="0"/>
              <a:pathLst>
                <a:path w="43353" h="15570">
                  <a:moveTo>
                    <a:pt x="43353" y="15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5" name="Output_receptor__5724">
              <a:extLst>
                <a:ext uri="{FF2B5EF4-FFF2-40B4-BE49-F238E27FC236}">
                  <a16:creationId xmlns:a16="http://schemas.microsoft.com/office/drawing/2014/main" id="{0F29AFE5-AF2D-D47F-695C-65027B50B730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61483"/>
              <a:ext cx="9506" cy="70073"/>
            </a:xfrm>
            <a:custGeom>
              <a:avLst/>
              <a:gdLst/>
              <a:ahLst/>
              <a:cxnLst/>
              <a:rect l="0" t="0" r="0" b="0"/>
              <a:pathLst>
                <a:path w="9506" h="70073">
                  <a:moveTo>
                    <a:pt x="9506" y="700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6" name="Output_receptor__5725">
              <a:extLst>
                <a:ext uri="{FF2B5EF4-FFF2-40B4-BE49-F238E27FC236}">
                  <a16:creationId xmlns:a16="http://schemas.microsoft.com/office/drawing/2014/main" id="{421F4C51-4EEF-00C1-D00A-3436F5DEA57C}"/>
                </a:ext>
              </a:extLst>
            </p:cNvPr>
            <p:cNvSpPr>
              <a:spLocks noGrp="1"/>
            </p:cNvSpPr>
            <p:nvPr/>
          </p:nvSpPr>
          <p:spPr>
            <a:xfrm>
              <a:off x="15742748" y="3119922"/>
              <a:ext cx="27645" cy="55353"/>
            </a:xfrm>
            <a:custGeom>
              <a:avLst/>
              <a:gdLst/>
              <a:ahLst/>
              <a:cxnLst/>
              <a:rect l="0" t="0" r="0" b="0"/>
              <a:pathLst>
                <a:path w="27645" h="55353">
                  <a:moveTo>
                    <a:pt x="0" y="0"/>
                  </a:moveTo>
                  <a:lnTo>
                    <a:pt x="27645" y="5535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7" name="Output_receptor__5726">
              <a:extLst>
                <a:ext uri="{FF2B5EF4-FFF2-40B4-BE49-F238E27FC236}">
                  <a16:creationId xmlns:a16="http://schemas.microsoft.com/office/drawing/2014/main" id="{43A71C90-A501-F4D9-BF8B-0BB665946D9A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19922"/>
              <a:ext cx="63716" cy="12578"/>
            </a:xfrm>
            <a:custGeom>
              <a:avLst/>
              <a:gdLst/>
              <a:ahLst/>
              <a:cxnLst/>
              <a:rect l="0" t="0" r="0" b="0"/>
              <a:pathLst>
                <a:path w="63716" h="12578">
                  <a:moveTo>
                    <a:pt x="0" y="12578"/>
                  </a:moveTo>
                  <a:lnTo>
                    <a:pt x="6371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8" name="Output_receptor__5727">
              <a:extLst>
                <a:ext uri="{FF2B5EF4-FFF2-40B4-BE49-F238E27FC236}">
                  <a16:creationId xmlns:a16="http://schemas.microsoft.com/office/drawing/2014/main" id="{4DC80DED-E115-ADA1-953B-2BF43FCF1EC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57331" cy="3278"/>
            </a:xfrm>
            <a:custGeom>
              <a:avLst/>
              <a:gdLst/>
              <a:ahLst/>
              <a:cxnLst/>
              <a:rect l="0" t="0" r="0" b="0"/>
              <a:pathLst>
                <a:path w="57331" h="3278">
                  <a:moveTo>
                    <a:pt x="57331" y="3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9" name="Output_receptor__5728">
              <a:extLst>
                <a:ext uri="{FF2B5EF4-FFF2-40B4-BE49-F238E27FC236}">
                  <a16:creationId xmlns:a16="http://schemas.microsoft.com/office/drawing/2014/main" id="{F77B5E4D-4774-1CBA-2BD4-68762B880FA0}"/>
                </a:ext>
              </a:extLst>
            </p:cNvPr>
            <p:cNvSpPr>
              <a:spLocks noGrp="1"/>
            </p:cNvSpPr>
            <p:nvPr/>
          </p:nvSpPr>
          <p:spPr>
            <a:xfrm>
              <a:off x="15932796" y="3062810"/>
              <a:ext cx="70166" cy="12848"/>
            </a:xfrm>
            <a:custGeom>
              <a:avLst/>
              <a:gdLst/>
              <a:ahLst/>
              <a:cxnLst/>
              <a:rect l="0" t="0" r="0" b="0"/>
              <a:pathLst>
                <a:path w="70166" h="12848">
                  <a:moveTo>
                    <a:pt x="70166" y="0"/>
                  </a:moveTo>
                  <a:lnTo>
                    <a:pt x="0" y="1284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0" name="Output_receptor__5729">
              <a:extLst>
                <a:ext uri="{FF2B5EF4-FFF2-40B4-BE49-F238E27FC236}">
                  <a16:creationId xmlns:a16="http://schemas.microsoft.com/office/drawing/2014/main" id="{4390ECD7-DBAD-F181-7D78-6C3D628EE342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26804"/>
              <a:ext cx="19818" cy="8946"/>
            </a:xfrm>
            <a:custGeom>
              <a:avLst/>
              <a:gdLst/>
              <a:ahLst/>
              <a:cxnLst/>
              <a:rect l="0" t="0" r="0" b="0"/>
              <a:pathLst>
                <a:path w="19818" h="8946">
                  <a:moveTo>
                    <a:pt x="19818" y="0"/>
                  </a:moveTo>
                  <a:lnTo>
                    <a:pt x="0" y="8946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1" name="Output_receptor__5730">
              <a:extLst>
                <a:ext uri="{FF2B5EF4-FFF2-40B4-BE49-F238E27FC236}">
                  <a16:creationId xmlns:a16="http://schemas.microsoft.com/office/drawing/2014/main" id="{B7689D3E-5BA8-2A3F-9194-A2BB0FBB7237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173676"/>
              <a:ext cx="26933" cy="29073"/>
            </a:xfrm>
            <a:custGeom>
              <a:avLst/>
              <a:gdLst/>
              <a:ahLst/>
              <a:cxnLst/>
              <a:rect l="0" t="0" r="0" b="0"/>
              <a:pathLst>
                <a:path w="26933" h="29073">
                  <a:moveTo>
                    <a:pt x="26933" y="0"/>
                  </a:moveTo>
                  <a:lnTo>
                    <a:pt x="0" y="29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2" name="Output_receptor__5731">
              <a:extLst>
                <a:ext uri="{FF2B5EF4-FFF2-40B4-BE49-F238E27FC236}">
                  <a16:creationId xmlns:a16="http://schemas.microsoft.com/office/drawing/2014/main" id="{3EF148E3-D9BC-ED37-D0A0-F4CBFF3E97D9}"/>
                </a:ext>
              </a:extLst>
            </p:cNvPr>
            <p:cNvSpPr>
              <a:spLocks noGrp="1"/>
            </p:cNvSpPr>
            <p:nvPr/>
          </p:nvSpPr>
          <p:spPr>
            <a:xfrm>
              <a:off x="15067443" y="2865899"/>
              <a:ext cx="8762" cy="59753"/>
            </a:xfrm>
            <a:custGeom>
              <a:avLst/>
              <a:gdLst/>
              <a:ahLst/>
              <a:cxnLst/>
              <a:rect l="0" t="0" r="0" b="0"/>
              <a:pathLst>
                <a:path w="8762" h="59753">
                  <a:moveTo>
                    <a:pt x="0" y="59753"/>
                  </a:moveTo>
                  <a:lnTo>
                    <a:pt x="8762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3" name="Output_receptor__5732">
              <a:extLst>
                <a:ext uri="{FF2B5EF4-FFF2-40B4-BE49-F238E27FC236}">
                  <a16:creationId xmlns:a16="http://schemas.microsoft.com/office/drawing/2014/main" id="{17A0FF17-4DC3-99C2-76FF-465B30BB6587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70679"/>
              <a:ext cx="39890" cy="38413"/>
            </a:xfrm>
            <a:custGeom>
              <a:avLst/>
              <a:gdLst/>
              <a:ahLst/>
              <a:cxnLst/>
              <a:rect l="0" t="0" r="0" b="0"/>
              <a:pathLst>
                <a:path w="39890" h="38413">
                  <a:moveTo>
                    <a:pt x="39890" y="384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4" name="Output_receptor__5733">
              <a:extLst>
                <a:ext uri="{FF2B5EF4-FFF2-40B4-BE49-F238E27FC236}">
                  <a16:creationId xmlns:a16="http://schemas.microsoft.com/office/drawing/2014/main" id="{B54EA7A4-1A0F-2C32-FE7F-F148657A8FE5}"/>
                </a:ext>
              </a:extLst>
            </p:cNvPr>
            <p:cNvSpPr>
              <a:spLocks noGrp="1"/>
            </p:cNvSpPr>
            <p:nvPr/>
          </p:nvSpPr>
          <p:spPr>
            <a:xfrm>
              <a:off x="16104865" y="3352197"/>
              <a:ext cx="53818" cy="22413"/>
            </a:xfrm>
            <a:custGeom>
              <a:avLst/>
              <a:gdLst/>
              <a:ahLst/>
              <a:cxnLst/>
              <a:rect l="0" t="0" r="0" b="0"/>
              <a:pathLst>
                <a:path w="53818" h="22413">
                  <a:moveTo>
                    <a:pt x="53818" y="22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5" name="Output_receptor__5734">
              <a:extLst>
                <a:ext uri="{FF2B5EF4-FFF2-40B4-BE49-F238E27FC236}">
                  <a16:creationId xmlns:a16="http://schemas.microsoft.com/office/drawing/2014/main" id="{C539F99F-1E14-6456-B001-DA26E96929EA}"/>
                </a:ext>
              </a:extLst>
            </p:cNvPr>
            <p:cNvSpPr>
              <a:spLocks noGrp="1"/>
            </p:cNvSpPr>
            <p:nvPr/>
          </p:nvSpPr>
          <p:spPr>
            <a:xfrm>
              <a:off x="15076205" y="2805661"/>
              <a:ext cx="19069" cy="60237"/>
            </a:xfrm>
            <a:custGeom>
              <a:avLst/>
              <a:gdLst/>
              <a:ahLst/>
              <a:cxnLst/>
              <a:rect l="0" t="0" r="0" b="0"/>
              <a:pathLst>
                <a:path w="19069" h="60237">
                  <a:moveTo>
                    <a:pt x="0" y="60237"/>
                  </a:moveTo>
                  <a:lnTo>
                    <a:pt x="1906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6" name="Output_receptor__5735">
              <a:extLst>
                <a:ext uri="{FF2B5EF4-FFF2-40B4-BE49-F238E27FC236}">
                  <a16:creationId xmlns:a16="http://schemas.microsoft.com/office/drawing/2014/main" id="{5BBEA1F9-1EFF-D269-7958-B36BD3304FF0}"/>
                </a:ext>
              </a:extLst>
            </p:cNvPr>
            <p:cNvSpPr>
              <a:spLocks noGrp="1"/>
            </p:cNvSpPr>
            <p:nvPr/>
          </p:nvSpPr>
          <p:spPr>
            <a:xfrm>
              <a:off x="15548703" y="3379549"/>
              <a:ext cx="8150" cy="28642"/>
            </a:xfrm>
            <a:custGeom>
              <a:avLst/>
              <a:gdLst/>
              <a:ahLst/>
              <a:cxnLst/>
              <a:rect l="0" t="0" r="0" b="0"/>
              <a:pathLst>
                <a:path w="8150" h="28642">
                  <a:moveTo>
                    <a:pt x="8150" y="2864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7" name="Output_receptor__5736">
              <a:extLst>
                <a:ext uri="{FF2B5EF4-FFF2-40B4-BE49-F238E27FC236}">
                  <a16:creationId xmlns:a16="http://schemas.microsoft.com/office/drawing/2014/main" id="{E22C4258-40FA-E0FA-20D7-0916AC8DC4F6}"/>
                </a:ext>
              </a:extLst>
            </p:cNvPr>
            <p:cNvSpPr>
              <a:spLocks noGrp="1"/>
            </p:cNvSpPr>
            <p:nvPr/>
          </p:nvSpPr>
          <p:spPr>
            <a:xfrm>
              <a:off x="14905019" y="3084860"/>
              <a:ext cx="37235" cy="61631"/>
            </a:xfrm>
            <a:custGeom>
              <a:avLst/>
              <a:gdLst/>
              <a:ahLst/>
              <a:cxnLst/>
              <a:rect l="0" t="0" r="0" b="0"/>
              <a:pathLst>
                <a:path w="37235" h="61631">
                  <a:moveTo>
                    <a:pt x="0" y="61631"/>
                  </a:moveTo>
                  <a:lnTo>
                    <a:pt x="3723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8" name="Output_receptor__5737">
              <a:extLst>
                <a:ext uri="{FF2B5EF4-FFF2-40B4-BE49-F238E27FC236}">
                  <a16:creationId xmlns:a16="http://schemas.microsoft.com/office/drawing/2014/main" id="{30EC9683-C360-F01C-6309-9207B235673B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08807"/>
              <a:ext cx="71399" cy="12114"/>
            </a:xfrm>
            <a:custGeom>
              <a:avLst/>
              <a:gdLst/>
              <a:ahLst/>
              <a:cxnLst/>
              <a:rect l="0" t="0" r="0" b="0"/>
              <a:pathLst>
                <a:path w="71399" h="12114">
                  <a:moveTo>
                    <a:pt x="0" y="12114"/>
                  </a:moveTo>
                  <a:lnTo>
                    <a:pt x="7139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9" name="Output_receptor__5738">
              <a:extLst>
                <a:ext uri="{FF2B5EF4-FFF2-40B4-BE49-F238E27FC236}">
                  <a16:creationId xmlns:a16="http://schemas.microsoft.com/office/drawing/2014/main" id="{85784391-3FD0-13B1-87AF-F69113929EE1}"/>
                </a:ext>
              </a:extLst>
            </p:cNvPr>
            <p:cNvSpPr>
              <a:spLocks noGrp="1"/>
            </p:cNvSpPr>
            <p:nvPr/>
          </p:nvSpPr>
          <p:spPr>
            <a:xfrm>
              <a:off x="16017231" y="2784343"/>
              <a:ext cx="41275" cy="58602"/>
            </a:xfrm>
            <a:custGeom>
              <a:avLst/>
              <a:gdLst/>
              <a:ahLst/>
              <a:cxnLst/>
              <a:rect l="0" t="0" r="0" b="0"/>
              <a:pathLst>
                <a:path w="41275" h="58602">
                  <a:moveTo>
                    <a:pt x="0" y="0"/>
                  </a:moveTo>
                  <a:lnTo>
                    <a:pt x="41275" y="5860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0" name="Output_receptor__5739">
              <a:extLst>
                <a:ext uri="{FF2B5EF4-FFF2-40B4-BE49-F238E27FC236}">
                  <a16:creationId xmlns:a16="http://schemas.microsoft.com/office/drawing/2014/main" id="{6453042F-1EB5-DBBF-27D9-B92032D6412B}"/>
                </a:ext>
              </a:extLst>
            </p:cNvPr>
            <p:cNvSpPr>
              <a:spLocks noGrp="1"/>
            </p:cNvSpPr>
            <p:nvPr/>
          </p:nvSpPr>
          <p:spPr>
            <a:xfrm>
              <a:off x="16158683" y="3374610"/>
              <a:ext cx="3972" cy="64102"/>
            </a:xfrm>
            <a:custGeom>
              <a:avLst/>
              <a:gdLst/>
              <a:ahLst/>
              <a:cxnLst/>
              <a:rect l="0" t="0" r="0" b="0"/>
              <a:pathLst>
                <a:path w="3972" h="64102">
                  <a:moveTo>
                    <a:pt x="3972" y="6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1" name="Output_receptor__5740">
              <a:extLst>
                <a:ext uri="{FF2B5EF4-FFF2-40B4-BE49-F238E27FC236}">
                  <a16:creationId xmlns:a16="http://schemas.microsoft.com/office/drawing/2014/main" id="{9C4F8BC7-8094-FD92-2EFE-B24D2134A9B8}"/>
                </a:ext>
              </a:extLst>
            </p:cNvPr>
            <p:cNvSpPr>
              <a:spLocks noGrp="1"/>
            </p:cNvSpPr>
            <p:nvPr/>
          </p:nvSpPr>
          <p:spPr>
            <a:xfrm>
              <a:off x="15259264" y="3531556"/>
              <a:ext cx="66261" cy="21093"/>
            </a:xfrm>
            <a:custGeom>
              <a:avLst/>
              <a:gdLst/>
              <a:ahLst/>
              <a:cxnLst/>
              <a:rect l="0" t="0" r="0" b="0"/>
              <a:pathLst>
                <a:path w="66261" h="21093">
                  <a:moveTo>
                    <a:pt x="66261" y="21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2" name="Output_receptor__5741">
              <a:extLst>
                <a:ext uri="{FF2B5EF4-FFF2-40B4-BE49-F238E27FC236}">
                  <a16:creationId xmlns:a16="http://schemas.microsoft.com/office/drawing/2014/main" id="{648B8E77-FCFF-3DE0-4FE6-CEDE0071AF3E}"/>
                </a:ext>
              </a:extLst>
            </p:cNvPr>
            <p:cNvSpPr>
              <a:spLocks noGrp="1"/>
            </p:cNvSpPr>
            <p:nvPr/>
          </p:nvSpPr>
          <p:spPr>
            <a:xfrm>
              <a:off x="15100445" y="3238991"/>
              <a:ext cx="2485" cy="61859"/>
            </a:xfrm>
            <a:custGeom>
              <a:avLst/>
              <a:gdLst/>
              <a:ahLst/>
              <a:cxnLst/>
              <a:rect l="0" t="0" r="0" b="0"/>
              <a:pathLst>
                <a:path w="2485" h="61859">
                  <a:moveTo>
                    <a:pt x="2485" y="0"/>
                  </a:moveTo>
                  <a:lnTo>
                    <a:pt x="0" y="618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3" name="Output_receptor__5742">
              <a:extLst>
                <a:ext uri="{FF2B5EF4-FFF2-40B4-BE49-F238E27FC236}">
                  <a16:creationId xmlns:a16="http://schemas.microsoft.com/office/drawing/2014/main" id="{8C1B9772-ED11-5A89-1906-160371DF41D6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20920"/>
              <a:ext cx="8384" cy="70662"/>
            </a:xfrm>
            <a:custGeom>
              <a:avLst/>
              <a:gdLst/>
              <a:ahLst/>
              <a:cxnLst/>
              <a:rect l="0" t="0" r="0" b="0"/>
              <a:pathLst>
                <a:path w="8384" h="70662">
                  <a:moveTo>
                    <a:pt x="8384" y="706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4" name="Output_receptor__5743">
              <a:extLst>
                <a:ext uri="{FF2B5EF4-FFF2-40B4-BE49-F238E27FC236}">
                  <a16:creationId xmlns:a16="http://schemas.microsoft.com/office/drawing/2014/main" id="{D4BBD24D-8D5A-4D51-746D-432FB00F99F6}"/>
                </a:ext>
              </a:extLst>
            </p:cNvPr>
            <p:cNvSpPr>
              <a:spLocks noGrp="1"/>
            </p:cNvSpPr>
            <p:nvPr/>
          </p:nvSpPr>
          <p:spPr>
            <a:xfrm>
              <a:off x="15452795" y="2913480"/>
              <a:ext cx="12003" cy="48830"/>
            </a:xfrm>
            <a:custGeom>
              <a:avLst/>
              <a:gdLst/>
              <a:ahLst/>
              <a:cxnLst/>
              <a:rect l="0" t="0" r="0" b="0"/>
              <a:pathLst>
                <a:path w="12003" h="48830">
                  <a:moveTo>
                    <a:pt x="12003" y="0"/>
                  </a:moveTo>
                  <a:lnTo>
                    <a:pt x="0" y="4883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5" name="Output_receptor__5744">
              <a:extLst>
                <a:ext uri="{FF2B5EF4-FFF2-40B4-BE49-F238E27FC236}">
                  <a16:creationId xmlns:a16="http://schemas.microsoft.com/office/drawing/2014/main" id="{BA4BBFDF-6568-5FA0-F8F2-22E728F7A379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794637"/>
              <a:ext cx="15382" cy="41600"/>
            </a:xfrm>
            <a:custGeom>
              <a:avLst/>
              <a:gdLst/>
              <a:ahLst/>
              <a:cxnLst/>
              <a:rect l="0" t="0" r="0" b="0"/>
              <a:pathLst>
                <a:path w="15382" h="41600">
                  <a:moveTo>
                    <a:pt x="0" y="41600"/>
                  </a:moveTo>
                  <a:lnTo>
                    <a:pt x="153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6" name="Output_receptor__5745">
              <a:extLst>
                <a:ext uri="{FF2B5EF4-FFF2-40B4-BE49-F238E27FC236}">
                  <a16:creationId xmlns:a16="http://schemas.microsoft.com/office/drawing/2014/main" id="{E8297F3A-3B11-A4C2-E918-08A71E794D95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410225"/>
              <a:ext cx="32068" cy="55790"/>
            </a:xfrm>
            <a:custGeom>
              <a:avLst/>
              <a:gdLst/>
              <a:ahLst/>
              <a:cxnLst/>
              <a:rect l="0" t="0" r="0" b="0"/>
              <a:pathLst>
                <a:path w="32068" h="55790">
                  <a:moveTo>
                    <a:pt x="32068" y="557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7" name="Output_receptor__5746">
              <a:extLst>
                <a:ext uri="{FF2B5EF4-FFF2-40B4-BE49-F238E27FC236}">
                  <a16:creationId xmlns:a16="http://schemas.microsoft.com/office/drawing/2014/main" id="{EAB30B2D-21A7-C674-6252-30520E03B308}"/>
                </a:ext>
              </a:extLst>
            </p:cNvPr>
            <p:cNvSpPr>
              <a:spLocks noGrp="1"/>
            </p:cNvSpPr>
            <p:nvPr/>
          </p:nvSpPr>
          <p:spPr>
            <a:xfrm>
              <a:off x="14942254" y="3069947"/>
              <a:ext cx="68689" cy="14913"/>
            </a:xfrm>
            <a:custGeom>
              <a:avLst/>
              <a:gdLst/>
              <a:ahLst/>
              <a:cxnLst/>
              <a:rect l="0" t="0" r="0" b="0"/>
              <a:pathLst>
                <a:path w="68689" h="14913">
                  <a:moveTo>
                    <a:pt x="0" y="14913"/>
                  </a:moveTo>
                  <a:lnTo>
                    <a:pt x="6868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8" name="Output_receptor__5747">
              <a:extLst>
                <a:ext uri="{FF2B5EF4-FFF2-40B4-BE49-F238E27FC236}">
                  <a16:creationId xmlns:a16="http://schemas.microsoft.com/office/drawing/2014/main" id="{AEBAD2E4-AE77-8C42-3713-1DE1D932A34C}"/>
                </a:ext>
              </a:extLst>
            </p:cNvPr>
            <p:cNvSpPr>
              <a:spLocks noGrp="1"/>
            </p:cNvSpPr>
            <p:nvPr/>
          </p:nvSpPr>
          <p:spPr>
            <a:xfrm>
              <a:off x="15882395" y="2929242"/>
              <a:ext cx="9560" cy="34334"/>
            </a:xfrm>
            <a:custGeom>
              <a:avLst/>
              <a:gdLst/>
              <a:ahLst/>
              <a:cxnLst/>
              <a:rect l="0" t="0" r="0" b="0"/>
              <a:pathLst>
                <a:path w="9560" h="34334">
                  <a:moveTo>
                    <a:pt x="9560" y="0"/>
                  </a:moveTo>
                  <a:lnTo>
                    <a:pt x="0" y="34334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9" name="Output_receptor__5748">
              <a:extLst>
                <a:ext uri="{FF2B5EF4-FFF2-40B4-BE49-F238E27FC236}">
                  <a16:creationId xmlns:a16="http://schemas.microsoft.com/office/drawing/2014/main" id="{0C7B3AFF-FA07-D1B1-A07B-3F0525AF94A6}"/>
                </a:ext>
              </a:extLst>
            </p:cNvPr>
            <p:cNvSpPr>
              <a:spLocks noGrp="1"/>
            </p:cNvSpPr>
            <p:nvPr/>
          </p:nvSpPr>
          <p:spPr>
            <a:xfrm>
              <a:off x="15610947" y="3697089"/>
              <a:ext cx="4962" cy="56917"/>
            </a:xfrm>
            <a:custGeom>
              <a:avLst/>
              <a:gdLst/>
              <a:ahLst/>
              <a:cxnLst/>
              <a:rect l="0" t="0" r="0" b="0"/>
              <a:pathLst>
                <a:path w="4962" h="56917">
                  <a:moveTo>
                    <a:pt x="4962" y="569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0" name="Output_receptor__5749">
              <a:extLst>
                <a:ext uri="{FF2B5EF4-FFF2-40B4-BE49-F238E27FC236}">
                  <a16:creationId xmlns:a16="http://schemas.microsoft.com/office/drawing/2014/main" id="{DE5D9796-7A23-1EFD-73D2-B30FB19438F7}"/>
                </a:ext>
              </a:extLst>
            </p:cNvPr>
            <p:cNvSpPr>
              <a:spLocks noGrp="1"/>
            </p:cNvSpPr>
            <p:nvPr/>
          </p:nvSpPr>
          <p:spPr>
            <a:xfrm>
              <a:off x="16228231" y="2388449"/>
              <a:ext cx="70476" cy="3771"/>
            </a:xfrm>
            <a:custGeom>
              <a:avLst/>
              <a:gdLst/>
              <a:ahLst/>
              <a:cxnLst/>
              <a:rect l="0" t="0" r="0" b="0"/>
              <a:pathLst>
                <a:path w="70476" h="3771">
                  <a:moveTo>
                    <a:pt x="0" y="3771"/>
                  </a:moveTo>
                  <a:lnTo>
                    <a:pt x="7047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1" name="Output_receptor__5750">
              <a:extLst>
                <a:ext uri="{FF2B5EF4-FFF2-40B4-BE49-F238E27FC236}">
                  <a16:creationId xmlns:a16="http://schemas.microsoft.com/office/drawing/2014/main" id="{5523B555-71C3-56F6-7034-60E7ED58D2E8}"/>
                </a:ext>
              </a:extLst>
            </p:cNvPr>
            <p:cNvSpPr>
              <a:spLocks noGrp="1"/>
            </p:cNvSpPr>
            <p:nvPr/>
          </p:nvSpPr>
          <p:spPr>
            <a:xfrm>
              <a:off x="15167326" y="3260831"/>
              <a:ext cx="25499" cy="7344"/>
            </a:xfrm>
            <a:custGeom>
              <a:avLst/>
              <a:gdLst/>
              <a:ahLst/>
              <a:cxnLst/>
              <a:rect l="0" t="0" r="0" b="0"/>
              <a:pathLst>
                <a:path w="25499" h="7344">
                  <a:moveTo>
                    <a:pt x="25499" y="73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2" name="Output_receptor__5751">
              <a:extLst>
                <a:ext uri="{FF2B5EF4-FFF2-40B4-BE49-F238E27FC236}">
                  <a16:creationId xmlns:a16="http://schemas.microsoft.com/office/drawing/2014/main" id="{3F2C8DDD-F4E2-7A5D-2F98-FC4FF0481188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21071"/>
              <a:ext cx="50846" cy="47415"/>
            </a:xfrm>
            <a:custGeom>
              <a:avLst/>
              <a:gdLst/>
              <a:ahLst/>
              <a:cxnLst/>
              <a:rect l="0" t="0" r="0" b="0"/>
              <a:pathLst>
                <a:path w="50846" h="47415">
                  <a:moveTo>
                    <a:pt x="50846" y="0"/>
                  </a:moveTo>
                  <a:lnTo>
                    <a:pt x="0" y="47415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3" name="Output_receptor__5752">
              <a:extLst>
                <a:ext uri="{FF2B5EF4-FFF2-40B4-BE49-F238E27FC236}">
                  <a16:creationId xmlns:a16="http://schemas.microsoft.com/office/drawing/2014/main" id="{FA76654C-91A7-A887-DE44-1CC338FC125F}"/>
                </a:ext>
              </a:extLst>
            </p:cNvPr>
            <p:cNvSpPr>
              <a:spLocks noGrp="1"/>
            </p:cNvSpPr>
            <p:nvPr/>
          </p:nvSpPr>
          <p:spPr>
            <a:xfrm>
              <a:off x="15193848" y="3173676"/>
              <a:ext cx="65132" cy="26581"/>
            </a:xfrm>
            <a:custGeom>
              <a:avLst/>
              <a:gdLst/>
              <a:ahLst/>
              <a:cxnLst/>
              <a:rect l="0" t="0" r="0" b="0"/>
              <a:pathLst>
                <a:path w="65132" h="26581">
                  <a:moveTo>
                    <a:pt x="65132" y="265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4" name="Output_receptor__5753">
              <a:extLst>
                <a:ext uri="{FF2B5EF4-FFF2-40B4-BE49-F238E27FC236}">
                  <a16:creationId xmlns:a16="http://schemas.microsoft.com/office/drawing/2014/main" id="{1E46C0D0-91B0-7117-4DC1-C58BDCB74810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37475"/>
              <a:ext cx="17890" cy="8361"/>
            </a:xfrm>
            <a:custGeom>
              <a:avLst/>
              <a:gdLst/>
              <a:ahLst/>
              <a:cxnLst/>
              <a:rect l="0" t="0" r="0" b="0"/>
              <a:pathLst>
                <a:path w="17890" h="8361">
                  <a:moveTo>
                    <a:pt x="0" y="8361"/>
                  </a:moveTo>
                  <a:lnTo>
                    <a:pt x="1789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5" name="Output_receptor__5754">
              <a:extLst>
                <a:ext uri="{FF2B5EF4-FFF2-40B4-BE49-F238E27FC236}">
                  <a16:creationId xmlns:a16="http://schemas.microsoft.com/office/drawing/2014/main" id="{8496F4EA-8432-1CA5-30A8-D180D6DCEA8B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20711" cy="46731"/>
            </a:xfrm>
            <a:custGeom>
              <a:avLst/>
              <a:gdLst/>
              <a:ahLst/>
              <a:cxnLst/>
              <a:rect l="0" t="0" r="0" b="0"/>
              <a:pathLst>
                <a:path w="20711" h="46731">
                  <a:moveTo>
                    <a:pt x="0" y="0"/>
                  </a:moveTo>
                  <a:lnTo>
                    <a:pt x="20711" y="46731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6" name="Output_receptor__5755">
              <a:extLst>
                <a:ext uri="{FF2B5EF4-FFF2-40B4-BE49-F238E27FC236}">
                  <a16:creationId xmlns:a16="http://schemas.microsoft.com/office/drawing/2014/main" id="{9D574C65-5C11-E3FD-4A0C-00FCC51C532B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68485"/>
              <a:ext cx="43826" cy="56030"/>
            </a:xfrm>
            <a:custGeom>
              <a:avLst/>
              <a:gdLst/>
              <a:ahLst/>
              <a:cxnLst/>
              <a:rect l="0" t="0" r="0" b="0"/>
              <a:pathLst>
                <a:path w="43826" h="56030">
                  <a:moveTo>
                    <a:pt x="0" y="0"/>
                  </a:moveTo>
                  <a:lnTo>
                    <a:pt x="43826" y="5603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7" name="Output_receptor__5756">
              <a:extLst>
                <a:ext uri="{FF2B5EF4-FFF2-40B4-BE49-F238E27FC236}">
                  <a16:creationId xmlns:a16="http://schemas.microsoft.com/office/drawing/2014/main" id="{A65548F6-A83D-1CD3-39DC-3EE6EB74143B}"/>
                </a:ext>
              </a:extLst>
            </p:cNvPr>
            <p:cNvSpPr>
              <a:spLocks noGrp="1"/>
            </p:cNvSpPr>
            <p:nvPr/>
          </p:nvSpPr>
          <p:spPr>
            <a:xfrm>
              <a:off x="15085621" y="3300851"/>
              <a:ext cx="14825" cy="26679"/>
            </a:xfrm>
            <a:custGeom>
              <a:avLst/>
              <a:gdLst/>
              <a:ahLst/>
              <a:cxnLst/>
              <a:rect l="0" t="0" r="0" b="0"/>
              <a:pathLst>
                <a:path w="14825" h="26679">
                  <a:moveTo>
                    <a:pt x="14825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8" name="Output_receptor__5757">
              <a:extLst>
                <a:ext uri="{FF2B5EF4-FFF2-40B4-BE49-F238E27FC236}">
                  <a16:creationId xmlns:a16="http://schemas.microsoft.com/office/drawing/2014/main" id="{E7D60040-A42E-6FC9-8897-F2E5A8766667}"/>
                </a:ext>
              </a:extLst>
            </p:cNvPr>
            <p:cNvSpPr>
              <a:spLocks noGrp="1"/>
            </p:cNvSpPr>
            <p:nvPr/>
          </p:nvSpPr>
          <p:spPr>
            <a:xfrm>
              <a:off x="15847065" y="3118617"/>
              <a:ext cx="30769" cy="53458"/>
            </a:xfrm>
            <a:custGeom>
              <a:avLst/>
              <a:gdLst/>
              <a:ahLst/>
              <a:cxnLst/>
              <a:rect l="0" t="0" r="0" b="0"/>
              <a:pathLst>
                <a:path w="30769" h="53458">
                  <a:moveTo>
                    <a:pt x="0" y="0"/>
                  </a:moveTo>
                  <a:lnTo>
                    <a:pt x="30769" y="53458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9" name="Output_receptor__5758">
              <a:extLst>
                <a:ext uri="{FF2B5EF4-FFF2-40B4-BE49-F238E27FC236}">
                  <a16:creationId xmlns:a16="http://schemas.microsoft.com/office/drawing/2014/main" id="{1F4D5A38-65F5-CED0-1378-258998C94BBD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83829"/>
              <a:ext cx="9989" cy="45829"/>
            </a:xfrm>
            <a:custGeom>
              <a:avLst/>
              <a:gdLst/>
              <a:ahLst/>
              <a:cxnLst/>
              <a:rect l="0" t="0" r="0" b="0"/>
              <a:pathLst>
                <a:path w="9989" h="45829">
                  <a:moveTo>
                    <a:pt x="0" y="0"/>
                  </a:moveTo>
                  <a:lnTo>
                    <a:pt x="9989" y="4582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0" name="Output_receptor__5759">
              <a:extLst>
                <a:ext uri="{FF2B5EF4-FFF2-40B4-BE49-F238E27FC236}">
                  <a16:creationId xmlns:a16="http://schemas.microsoft.com/office/drawing/2014/main" id="{12DEC223-009C-BDC7-28E0-0964096FA470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517836"/>
              <a:ext cx="8445" cy="6527"/>
            </a:xfrm>
            <a:custGeom>
              <a:avLst/>
              <a:gdLst/>
              <a:ahLst/>
              <a:cxnLst/>
              <a:rect l="0" t="0" r="0" b="0"/>
              <a:pathLst>
                <a:path w="8445" h="6527">
                  <a:moveTo>
                    <a:pt x="0" y="0"/>
                  </a:moveTo>
                  <a:lnTo>
                    <a:pt x="8445" y="6527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1" name="Output_receptor__5760">
              <a:extLst>
                <a:ext uri="{FF2B5EF4-FFF2-40B4-BE49-F238E27FC236}">
                  <a16:creationId xmlns:a16="http://schemas.microsoft.com/office/drawing/2014/main" id="{2C62D1D0-6F4A-A334-B674-B99DAA34DB48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405931"/>
              <a:ext cx="8760" cy="8208"/>
            </a:xfrm>
            <a:custGeom>
              <a:avLst/>
              <a:gdLst/>
              <a:ahLst/>
              <a:cxnLst/>
              <a:rect l="0" t="0" r="0" b="0"/>
              <a:pathLst>
                <a:path w="8760" h="8208">
                  <a:moveTo>
                    <a:pt x="0" y="8208"/>
                  </a:moveTo>
                  <a:lnTo>
                    <a:pt x="87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2" name="Output_receptor__5761">
              <a:extLst>
                <a:ext uri="{FF2B5EF4-FFF2-40B4-BE49-F238E27FC236}">
                  <a16:creationId xmlns:a16="http://schemas.microsoft.com/office/drawing/2014/main" id="{F67D47A7-CFC3-135D-EBA2-BB11C59A3798}"/>
                </a:ext>
              </a:extLst>
            </p:cNvPr>
            <p:cNvSpPr>
              <a:spLocks noGrp="1"/>
            </p:cNvSpPr>
            <p:nvPr/>
          </p:nvSpPr>
          <p:spPr>
            <a:xfrm>
              <a:off x="16271022" y="3223894"/>
              <a:ext cx="28255" cy="45907"/>
            </a:xfrm>
            <a:custGeom>
              <a:avLst/>
              <a:gdLst/>
              <a:ahLst/>
              <a:cxnLst/>
              <a:rect l="0" t="0" r="0" b="0"/>
              <a:pathLst>
                <a:path w="28255" h="45907">
                  <a:moveTo>
                    <a:pt x="0" y="45907"/>
                  </a:moveTo>
                  <a:lnTo>
                    <a:pt x="28255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3" name="Output_receptor__5762">
              <a:extLst>
                <a:ext uri="{FF2B5EF4-FFF2-40B4-BE49-F238E27FC236}">
                  <a16:creationId xmlns:a16="http://schemas.microsoft.com/office/drawing/2014/main" id="{5987D9A0-A072-6B08-CF9E-8C4E560E1711}"/>
                </a:ext>
              </a:extLst>
            </p:cNvPr>
            <p:cNvSpPr>
              <a:spLocks noGrp="1"/>
            </p:cNvSpPr>
            <p:nvPr/>
          </p:nvSpPr>
          <p:spPr>
            <a:xfrm>
              <a:off x="15208145" y="2964641"/>
              <a:ext cx="34727" cy="62163"/>
            </a:xfrm>
            <a:custGeom>
              <a:avLst/>
              <a:gdLst/>
              <a:ahLst/>
              <a:cxnLst/>
              <a:rect l="0" t="0" r="0" b="0"/>
              <a:pathLst>
                <a:path w="34727" h="62163">
                  <a:moveTo>
                    <a:pt x="34727" y="0"/>
                  </a:moveTo>
                  <a:lnTo>
                    <a:pt x="0" y="6216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4" name="Output_receptor__5763">
              <a:extLst>
                <a:ext uri="{FF2B5EF4-FFF2-40B4-BE49-F238E27FC236}">
                  <a16:creationId xmlns:a16="http://schemas.microsoft.com/office/drawing/2014/main" id="{FD17433B-66C6-D6BD-7BED-4FFCF2695CDB}"/>
                </a:ext>
              </a:extLst>
            </p:cNvPr>
            <p:cNvSpPr>
              <a:spLocks noGrp="1"/>
            </p:cNvSpPr>
            <p:nvPr/>
          </p:nvSpPr>
          <p:spPr>
            <a:xfrm>
              <a:off x="15311305" y="3310153"/>
              <a:ext cx="25217" cy="47405"/>
            </a:xfrm>
            <a:custGeom>
              <a:avLst/>
              <a:gdLst/>
              <a:ahLst/>
              <a:cxnLst/>
              <a:rect l="0" t="0" r="0" b="0"/>
              <a:pathLst>
                <a:path w="25217" h="47405">
                  <a:moveTo>
                    <a:pt x="25217" y="474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5" name="Output_receptor__5764">
              <a:extLst>
                <a:ext uri="{FF2B5EF4-FFF2-40B4-BE49-F238E27FC236}">
                  <a16:creationId xmlns:a16="http://schemas.microsoft.com/office/drawing/2014/main" id="{4B13AB77-696D-327F-C151-A0565C81DA34}"/>
                </a:ext>
              </a:extLst>
            </p:cNvPr>
            <p:cNvSpPr>
              <a:spLocks noGrp="1"/>
            </p:cNvSpPr>
            <p:nvPr/>
          </p:nvSpPr>
          <p:spPr>
            <a:xfrm>
              <a:off x="16135559" y="2318748"/>
              <a:ext cx="22262" cy="54252"/>
            </a:xfrm>
            <a:custGeom>
              <a:avLst/>
              <a:gdLst/>
              <a:ahLst/>
              <a:cxnLst/>
              <a:rect l="0" t="0" r="0" b="0"/>
              <a:pathLst>
                <a:path w="22262" h="54252">
                  <a:moveTo>
                    <a:pt x="0" y="54252"/>
                  </a:moveTo>
                  <a:lnTo>
                    <a:pt x="2226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6" name="Output_receptor__5765">
              <a:extLst>
                <a:ext uri="{FF2B5EF4-FFF2-40B4-BE49-F238E27FC236}">
                  <a16:creationId xmlns:a16="http://schemas.microsoft.com/office/drawing/2014/main" id="{3C8D8FD1-6E9C-2DE0-517A-BB1BF5B265FB}"/>
                </a:ext>
              </a:extLst>
            </p:cNvPr>
            <p:cNvSpPr>
              <a:spLocks noGrp="1"/>
            </p:cNvSpPr>
            <p:nvPr/>
          </p:nvSpPr>
          <p:spPr>
            <a:xfrm>
              <a:off x="15680315" y="3195702"/>
              <a:ext cx="21883" cy="7706"/>
            </a:xfrm>
            <a:custGeom>
              <a:avLst/>
              <a:gdLst/>
              <a:ahLst/>
              <a:cxnLst/>
              <a:rect l="0" t="0" r="0" b="0"/>
              <a:pathLst>
                <a:path w="21883" h="7706">
                  <a:moveTo>
                    <a:pt x="21883" y="0"/>
                  </a:moveTo>
                  <a:lnTo>
                    <a:pt x="0" y="770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7" name="Output_receptor__5766">
              <a:extLst>
                <a:ext uri="{FF2B5EF4-FFF2-40B4-BE49-F238E27FC236}">
                  <a16:creationId xmlns:a16="http://schemas.microsoft.com/office/drawing/2014/main" id="{F6FE58C8-2720-AE79-5D7F-729B2FBB22EA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77927"/>
              <a:ext cx="41297" cy="32226"/>
            </a:xfrm>
            <a:custGeom>
              <a:avLst/>
              <a:gdLst/>
              <a:ahLst/>
              <a:cxnLst/>
              <a:rect l="0" t="0" r="0" b="0"/>
              <a:pathLst>
                <a:path w="41297" h="32226">
                  <a:moveTo>
                    <a:pt x="41297" y="322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8" name="Output_receptor__5767">
              <a:extLst>
                <a:ext uri="{FF2B5EF4-FFF2-40B4-BE49-F238E27FC236}">
                  <a16:creationId xmlns:a16="http://schemas.microsoft.com/office/drawing/2014/main" id="{489B2BE4-5AA1-C04C-0760-71AD049F0B81}"/>
                </a:ext>
              </a:extLst>
            </p:cNvPr>
            <p:cNvSpPr>
              <a:spLocks noGrp="1"/>
            </p:cNvSpPr>
            <p:nvPr/>
          </p:nvSpPr>
          <p:spPr>
            <a:xfrm>
              <a:off x="16406285" y="2619507"/>
              <a:ext cx="69543" cy="12716"/>
            </a:xfrm>
            <a:custGeom>
              <a:avLst/>
              <a:gdLst/>
              <a:ahLst/>
              <a:cxnLst/>
              <a:rect l="0" t="0" r="0" b="0"/>
              <a:pathLst>
                <a:path w="69543" h="12716">
                  <a:moveTo>
                    <a:pt x="69543" y="1271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9" name="Output_receptor__5768">
              <a:extLst>
                <a:ext uri="{FF2B5EF4-FFF2-40B4-BE49-F238E27FC236}">
                  <a16:creationId xmlns:a16="http://schemas.microsoft.com/office/drawing/2014/main" id="{21B48C2A-36DE-5322-AF19-E7E8858DF2BE}"/>
                </a:ext>
              </a:extLst>
            </p:cNvPr>
            <p:cNvSpPr>
              <a:spLocks noGrp="1"/>
            </p:cNvSpPr>
            <p:nvPr/>
          </p:nvSpPr>
          <p:spPr>
            <a:xfrm>
              <a:off x="15537769" y="3309093"/>
              <a:ext cx="10934" cy="70456"/>
            </a:xfrm>
            <a:custGeom>
              <a:avLst/>
              <a:gdLst/>
              <a:ahLst/>
              <a:cxnLst/>
              <a:rect l="0" t="0" r="0" b="0"/>
              <a:pathLst>
                <a:path w="10934" h="70456">
                  <a:moveTo>
                    <a:pt x="10934" y="704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0" name="Output_receptor__5769">
              <a:extLst>
                <a:ext uri="{FF2B5EF4-FFF2-40B4-BE49-F238E27FC236}">
                  <a16:creationId xmlns:a16="http://schemas.microsoft.com/office/drawing/2014/main" id="{73699362-43F5-836E-7A4D-25A41BCB713A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344151"/>
              <a:ext cx="27602" cy="66073"/>
            </a:xfrm>
            <a:custGeom>
              <a:avLst/>
              <a:gdLst/>
              <a:ahLst/>
              <a:cxnLst/>
              <a:rect l="0" t="0" r="0" b="0"/>
              <a:pathLst>
                <a:path w="27602" h="66073">
                  <a:moveTo>
                    <a:pt x="0" y="66073"/>
                  </a:moveTo>
                  <a:lnTo>
                    <a:pt x="2760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1" name="Output_receptor__5770">
              <a:extLst>
                <a:ext uri="{FF2B5EF4-FFF2-40B4-BE49-F238E27FC236}">
                  <a16:creationId xmlns:a16="http://schemas.microsoft.com/office/drawing/2014/main" id="{A7A331E7-4A7F-A73D-BC67-D5ABCF2696B1}"/>
                </a:ext>
              </a:extLst>
            </p:cNvPr>
            <p:cNvSpPr>
              <a:spLocks noGrp="1"/>
            </p:cNvSpPr>
            <p:nvPr/>
          </p:nvSpPr>
          <p:spPr>
            <a:xfrm>
              <a:off x="16087254" y="2693945"/>
              <a:ext cx="44445" cy="49443"/>
            </a:xfrm>
            <a:custGeom>
              <a:avLst/>
              <a:gdLst/>
              <a:ahLst/>
              <a:cxnLst/>
              <a:rect l="0" t="0" r="0" b="0"/>
              <a:pathLst>
                <a:path w="44445" h="49443">
                  <a:moveTo>
                    <a:pt x="0" y="0"/>
                  </a:moveTo>
                  <a:lnTo>
                    <a:pt x="44445" y="4944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2" name="Output_receptor__5771">
              <a:extLst>
                <a:ext uri="{FF2B5EF4-FFF2-40B4-BE49-F238E27FC236}">
                  <a16:creationId xmlns:a16="http://schemas.microsoft.com/office/drawing/2014/main" id="{AB6CD7BF-EFFE-D75C-0F1A-9ECFE03B5373}"/>
                </a:ext>
              </a:extLst>
            </p:cNvPr>
            <p:cNvSpPr>
              <a:spLocks noGrp="1"/>
            </p:cNvSpPr>
            <p:nvPr/>
          </p:nvSpPr>
          <p:spPr>
            <a:xfrm>
              <a:off x="15242872" y="2943653"/>
              <a:ext cx="65328" cy="20988"/>
            </a:xfrm>
            <a:custGeom>
              <a:avLst/>
              <a:gdLst/>
              <a:ahLst/>
              <a:cxnLst/>
              <a:rect l="0" t="0" r="0" b="0"/>
              <a:pathLst>
                <a:path w="65328" h="20988">
                  <a:moveTo>
                    <a:pt x="65328" y="0"/>
                  </a:moveTo>
                  <a:lnTo>
                    <a:pt x="0" y="20988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3" name="Output_receptor__5772">
              <a:extLst>
                <a:ext uri="{FF2B5EF4-FFF2-40B4-BE49-F238E27FC236}">
                  <a16:creationId xmlns:a16="http://schemas.microsoft.com/office/drawing/2014/main" id="{3ED2B0C9-1097-E216-E162-1454EC9BE736}"/>
                </a:ext>
              </a:extLst>
            </p:cNvPr>
            <p:cNvSpPr>
              <a:spLocks noGrp="1"/>
            </p:cNvSpPr>
            <p:nvPr/>
          </p:nvSpPr>
          <p:spPr>
            <a:xfrm>
              <a:off x="15904512" y="3055588"/>
              <a:ext cx="28284" cy="20070"/>
            </a:xfrm>
            <a:custGeom>
              <a:avLst/>
              <a:gdLst/>
              <a:ahLst/>
              <a:cxnLst/>
              <a:rect l="0" t="0" r="0" b="0"/>
              <a:pathLst>
                <a:path w="28284" h="20070">
                  <a:moveTo>
                    <a:pt x="28284" y="200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4" name="Output_receptor__5773">
              <a:extLst>
                <a:ext uri="{FF2B5EF4-FFF2-40B4-BE49-F238E27FC236}">
                  <a16:creationId xmlns:a16="http://schemas.microsoft.com/office/drawing/2014/main" id="{B0ECFA30-7B72-141A-79C7-9997F65DC32A}"/>
                </a:ext>
              </a:extLst>
            </p:cNvPr>
            <p:cNvSpPr>
              <a:spLocks noGrp="1"/>
            </p:cNvSpPr>
            <p:nvPr/>
          </p:nvSpPr>
          <p:spPr>
            <a:xfrm>
              <a:off x="15864344" y="2789739"/>
              <a:ext cx="52053" cy="34776"/>
            </a:xfrm>
            <a:custGeom>
              <a:avLst/>
              <a:gdLst/>
              <a:ahLst/>
              <a:cxnLst/>
              <a:rect l="0" t="0" r="0" b="0"/>
              <a:pathLst>
                <a:path w="52053" h="34776">
                  <a:moveTo>
                    <a:pt x="0" y="34776"/>
                  </a:moveTo>
                  <a:lnTo>
                    <a:pt x="52053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5" name="Output_receptor__5774">
              <a:extLst>
                <a:ext uri="{FF2B5EF4-FFF2-40B4-BE49-F238E27FC236}">
                  <a16:creationId xmlns:a16="http://schemas.microsoft.com/office/drawing/2014/main" id="{DC8D6694-B3DF-7027-3F35-DE29978E750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7639" cy="67573"/>
            </a:xfrm>
            <a:custGeom>
              <a:avLst/>
              <a:gdLst/>
              <a:ahLst/>
              <a:cxnLst/>
              <a:rect l="0" t="0" r="0" b="0"/>
              <a:pathLst>
                <a:path w="7639" h="67573">
                  <a:moveTo>
                    <a:pt x="7639" y="675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6" name="Output_receptor__5775">
              <a:extLst>
                <a:ext uri="{FF2B5EF4-FFF2-40B4-BE49-F238E27FC236}">
                  <a16:creationId xmlns:a16="http://schemas.microsoft.com/office/drawing/2014/main" id="{3724E495-A0E5-3E7D-0B0A-5D93CFA1DB7C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96425"/>
              <a:ext cx="25956" cy="67391"/>
            </a:xfrm>
            <a:custGeom>
              <a:avLst/>
              <a:gdLst/>
              <a:ahLst/>
              <a:cxnLst/>
              <a:rect l="0" t="0" r="0" b="0"/>
              <a:pathLst>
                <a:path w="25956" h="67391">
                  <a:moveTo>
                    <a:pt x="25956" y="673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7" name="Output_receptor__5776">
              <a:extLst>
                <a:ext uri="{FF2B5EF4-FFF2-40B4-BE49-F238E27FC236}">
                  <a16:creationId xmlns:a16="http://schemas.microsoft.com/office/drawing/2014/main" id="{C5754642-9FB1-4C35-6C29-DCBBBC1CF042}"/>
                </a:ext>
              </a:extLst>
            </p:cNvPr>
            <p:cNvSpPr>
              <a:spLocks noGrp="1"/>
            </p:cNvSpPr>
            <p:nvPr/>
          </p:nvSpPr>
          <p:spPr>
            <a:xfrm>
              <a:off x="15534531" y="3590994"/>
              <a:ext cx="13966" cy="70566"/>
            </a:xfrm>
            <a:custGeom>
              <a:avLst/>
              <a:gdLst/>
              <a:ahLst/>
              <a:cxnLst/>
              <a:rect l="0" t="0" r="0" b="0"/>
              <a:pathLst>
                <a:path w="13966" h="70566">
                  <a:moveTo>
                    <a:pt x="13966" y="705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8" name="Output_receptor__5777">
              <a:extLst>
                <a:ext uri="{FF2B5EF4-FFF2-40B4-BE49-F238E27FC236}">
                  <a16:creationId xmlns:a16="http://schemas.microsoft.com/office/drawing/2014/main" id="{56178D96-A2B3-3995-8E15-D01CB43969CF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173390"/>
              <a:ext cx="53960" cy="47984"/>
            </a:xfrm>
            <a:custGeom>
              <a:avLst/>
              <a:gdLst/>
              <a:ahLst/>
              <a:cxnLst/>
              <a:rect l="0" t="0" r="0" b="0"/>
              <a:pathLst>
                <a:path w="53960" h="47984">
                  <a:moveTo>
                    <a:pt x="53960" y="0"/>
                  </a:moveTo>
                  <a:lnTo>
                    <a:pt x="0" y="4798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9" name="Output_receptor__5778">
              <a:extLst>
                <a:ext uri="{FF2B5EF4-FFF2-40B4-BE49-F238E27FC236}">
                  <a16:creationId xmlns:a16="http://schemas.microsoft.com/office/drawing/2014/main" id="{3C95C05E-8BDB-65C8-DE83-7688B602FB9C}"/>
                </a:ext>
              </a:extLst>
            </p:cNvPr>
            <p:cNvSpPr>
              <a:spLocks noGrp="1"/>
            </p:cNvSpPr>
            <p:nvPr/>
          </p:nvSpPr>
          <p:spPr>
            <a:xfrm>
              <a:off x="15010943" y="3008333"/>
              <a:ext cx="21388" cy="61614"/>
            </a:xfrm>
            <a:custGeom>
              <a:avLst/>
              <a:gdLst/>
              <a:ahLst/>
              <a:cxnLst/>
              <a:rect l="0" t="0" r="0" b="0"/>
              <a:pathLst>
                <a:path w="21388" h="61614">
                  <a:moveTo>
                    <a:pt x="0" y="61614"/>
                  </a:moveTo>
                  <a:lnTo>
                    <a:pt x="21388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0" name="Output_receptor__5779">
              <a:extLst>
                <a:ext uri="{FF2B5EF4-FFF2-40B4-BE49-F238E27FC236}">
                  <a16:creationId xmlns:a16="http://schemas.microsoft.com/office/drawing/2014/main" id="{E7DD2FD7-B587-54BF-FCFD-7CE74A59DB76}"/>
                </a:ext>
              </a:extLst>
            </p:cNvPr>
            <p:cNvSpPr>
              <a:spLocks noGrp="1"/>
            </p:cNvSpPr>
            <p:nvPr/>
          </p:nvSpPr>
          <p:spPr>
            <a:xfrm>
              <a:off x="16120613" y="2373000"/>
              <a:ext cx="14946" cy="38220"/>
            </a:xfrm>
            <a:custGeom>
              <a:avLst/>
              <a:gdLst/>
              <a:ahLst/>
              <a:cxnLst/>
              <a:rect l="0" t="0" r="0" b="0"/>
              <a:pathLst>
                <a:path w="14946" h="38220">
                  <a:moveTo>
                    <a:pt x="0" y="38220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1" name="Output_receptor__5780">
              <a:extLst>
                <a:ext uri="{FF2B5EF4-FFF2-40B4-BE49-F238E27FC236}">
                  <a16:creationId xmlns:a16="http://schemas.microsoft.com/office/drawing/2014/main" id="{D7F86E22-3AD0-B133-D89F-58646338580F}"/>
                </a:ext>
              </a:extLst>
            </p:cNvPr>
            <p:cNvSpPr>
              <a:spLocks noGrp="1"/>
            </p:cNvSpPr>
            <p:nvPr/>
          </p:nvSpPr>
          <p:spPr>
            <a:xfrm>
              <a:off x="15548497" y="3661560"/>
              <a:ext cx="62450" cy="35529"/>
            </a:xfrm>
            <a:custGeom>
              <a:avLst/>
              <a:gdLst/>
              <a:ahLst/>
              <a:cxnLst/>
              <a:rect l="0" t="0" r="0" b="0"/>
              <a:pathLst>
                <a:path w="62450" h="35529">
                  <a:moveTo>
                    <a:pt x="62450" y="355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2" name="Output_receptor__5781">
              <a:extLst>
                <a:ext uri="{FF2B5EF4-FFF2-40B4-BE49-F238E27FC236}">
                  <a16:creationId xmlns:a16="http://schemas.microsoft.com/office/drawing/2014/main" id="{1215A96F-CE2B-0C94-5641-16B65D3813E2}"/>
                </a:ext>
              </a:extLst>
            </p:cNvPr>
            <p:cNvSpPr>
              <a:spLocks noGrp="1"/>
            </p:cNvSpPr>
            <p:nvPr/>
          </p:nvSpPr>
          <p:spPr>
            <a:xfrm>
              <a:off x="16402731" y="2771448"/>
              <a:ext cx="28230" cy="56792"/>
            </a:xfrm>
            <a:custGeom>
              <a:avLst/>
              <a:gdLst/>
              <a:ahLst/>
              <a:cxnLst/>
              <a:rect l="0" t="0" r="0" b="0"/>
              <a:pathLst>
                <a:path w="28230" h="56792">
                  <a:moveTo>
                    <a:pt x="0" y="56792"/>
                  </a:moveTo>
                  <a:lnTo>
                    <a:pt x="2823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3" name="Output_receptor__5782">
              <a:extLst>
                <a:ext uri="{FF2B5EF4-FFF2-40B4-BE49-F238E27FC236}">
                  <a16:creationId xmlns:a16="http://schemas.microsoft.com/office/drawing/2014/main" id="{D7AF4A63-B4FF-FF94-BCB2-BBB8FC0AB70E}"/>
                </a:ext>
              </a:extLst>
            </p:cNvPr>
            <p:cNvSpPr>
              <a:spLocks noGrp="1"/>
            </p:cNvSpPr>
            <p:nvPr/>
          </p:nvSpPr>
          <p:spPr>
            <a:xfrm>
              <a:off x="15963625" y="2842205"/>
              <a:ext cx="9333" cy="31286"/>
            </a:xfrm>
            <a:custGeom>
              <a:avLst/>
              <a:gdLst/>
              <a:ahLst/>
              <a:cxnLst/>
              <a:rect l="0" t="0" r="0" b="0"/>
              <a:pathLst>
                <a:path w="9333" h="31286">
                  <a:moveTo>
                    <a:pt x="0" y="0"/>
                  </a:moveTo>
                  <a:lnTo>
                    <a:pt x="9333" y="3128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4" name="Output_receptor__5783">
              <a:extLst>
                <a:ext uri="{FF2B5EF4-FFF2-40B4-BE49-F238E27FC236}">
                  <a16:creationId xmlns:a16="http://schemas.microsoft.com/office/drawing/2014/main" id="{BBD86BB5-7B98-B6C7-A721-6235E65BF5E8}"/>
                </a:ext>
              </a:extLst>
            </p:cNvPr>
            <p:cNvSpPr>
              <a:spLocks noGrp="1"/>
            </p:cNvSpPr>
            <p:nvPr/>
          </p:nvSpPr>
          <p:spPr>
            <a:xfrm>
              <a:off x="15785768" y="3286380"/>
              <a:ext cx="12336" cy="22427"/>
            </a:xfrm>
            <a:custGeom>
              <a:avLst/>
              <a:gdLst/>
              <a:ahLst/>
              <a:cxnLst/>
              <a:rect l="0" t="0" r="0" b="0"/>
              <a:pathLst>
                <a:path w="12336" h="22427">
                  <a:moveTo>
                    <a:pt x="0" y="22427"/>
                  </a:moveTo>
                  <a:lnTo>
                    <a:pt x="1233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5" name="Output_receptor__5784">
              <a:extLst>
                <a:ext uri="{FF2B5EF4-FFF2-40B4-BE49-F238E27FC236}">
                  <a16:creationId xmlns:a16="http://schemas.microsoft.com/office/drawing/2014/main" id="{D0240823-38EE-AAB1-BB20-618150CCCFBA}"/>
                </a:ext>
              </a:extLst>
            </p:cNvPr>
            <p:cNvSpPr>
              <a:spLocks noGrp="1"/>
            </p:cNvSpPr>
            <p:nvPr/>
          </p:nvSpPr>
          <p:spPr>
            <a:xfrm>
              <a:off x="16289214" y="2794755"/>
              <a:ext cx="19706" cy="69386"/>
            </a:xfrm>
            <a:custGeom>
              <a:avLst/>
              <a:gdLst/>
              <a:ahLst/>
              <a:cxnLst/>
              <a:rect l="0" t="0" r="0" b="0"/>
              <a:pathLst>
                <a:path w="19706" h="69386">
                  <a:moveTo>
                    <a:pt x="0" y="69386"/>
                  </a:moveTo>
                  <a:lnTo>
                    <a:pt x="1970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6" name="Output_receptor__5785">
              <a:extLst>
                <a:ext uri="{FF2B5EF4-FFF2-40B4-BE49-F238E27FC236}">
                  <a16:creationId xmlns:a16="http://schemas.microsoft.com/office/drawing/2014/main" id="{842A7C95-02F4-0D88-BE87-0D3F0C03C852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38199"/>
              <a:ext cx="59066" cy="22306"/>
            </a:xfrm>
            <a:custGeom>
              <a:avLst/>
              <a:gdLst/>
              <a:ahLst/>
              <a:cxnLst/>
              <a:rect l="0" t="0" r="0" b="0"/>
              <a:pathLst>
                <a:path w="59066" h="22306">
                  <a:moveTo>
                    <a:pt x="59066" y="0"/>
                  </a:moveTo>
                  <a:lnTo>
                    <a:pt x="0" y="22306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7" name="Output_receptor__5786">
              <a:extLst>
                <a:ext uri="{FF2B5EF4-FFF2-40B4-BE49-F238E27FC236}">
                  <a16:creationId xmlns:a16="http://schemas.microsoft.com/office/drawing/2014/main" id="{2644678C-2CC1-5557-5FB5-AB99D04B390D}"/>
                </a:ext>
              </a:extLst>
            </p:cNvPr>
            <p:cNvSpPr>
              <a:spLocks noGrp="1"/>
            </p:cNvSpPr>
            <p:nvPr/>
          </p:nvSpPr>
          <p:spPr>
            <a:xfrm>
              <a:off x="15660143" y="2991311"/>
              <a:ext cx="14555" cy="57283"/>
            </a:xfrm>
            <a:custGeom>
              <a:avLst/>
              <a:gdLst/>
              <a:ahLst/>
              <a:cxnLst/>
              <a:rect l="0" t="0" r="0" b="0"/>
              <a:pathLst>
                <a:path w="14555" h="57283">
                  <a:moveTo>
                    <a:pt x="14555" y="57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8" name="Output_receptor__5787">
              <a:extLst>
                <a:ext uri="{FF2B5EF4-FFF2-40B4-BE49-F238E27FC236}">
                  <a16:creationId xmlns:a16="http://schemas.microsoft.com/office/drawing/2014/main" id="{27271740-51C5-5087-0D36-29DFA2DE19DF}"/>
                </a:ext>
              </a:extLst>
            </p:cNvPr>
            <p:cNvSpPr>
              <a:spLocks noGrp="1"/>
            </p:cNvSpPr>
            <p:nvPr/>
          </p:nvSpPr>
          <p:spPr>
            <a:xfrm>
              <a:off x="14997997" y="3263879"/>
              <a:ext cx="37453" cy="13183"/>
            </a:xfrm>
            <a:custGeom>
              <a:avLst/>
              <a:gdLst/>
              <a:ahLst/>
              <a:cxnLst/>
              <a:rect l="0" t="0" r="0" b="0"/>
              <a:pathLst>
                <a:path w="37453" h="13183">
                  <a:moveTo>
                    <a:pt x="37453" y="131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89" name="Output_receptor__5788">
              <a:extLst>
                <a:ext uri="{FF2B5EF4-FFF2-40B4-BE49-F238E27FC236}">
                  <a16:creationId xmlns:a16="http://schemas.microsoft.com/office/drawing/2014/main" id="{B0B2B953-8B2B-7AC4-4BF8-4DD564B48FD2}"/>
                </a:ext>
              </a:extLst>
            </p:cNvPr>
            <p:cNvSpPr>
              <a:spLocks noGrp="1"/>
            </p:cNvSpPr>
            <p:nvPr/>
          </p:nvSpPr>
          <p:spPr>
            <a:xfrm>
              <a:off x="15102930" y="3238991"/>
              <a:ext cx="64395" cy="21839"/>
            </a:xfrm>
            <a:custGeom>
              <a:avLst/>
              <a:gdLst/>
              <a:ahLst/>
              <a:cxnLst/>
              <a:rect l="0" t="0" r="0" b="0"/>
              <a:pathLst>
                <a:path w="64395" h="21839">
                  <a:moveTo>
                    <a:pt x="64395" y="2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0" name="Output_receptor__5789">
              <a:extLst>
                <a:ext uri="{FF2B5EF4-FFF2-40B4-BE49-F238E27FC236}">
                  <a16:creationId xmlns:a16="http://schemas.microsoft.com/office/drawing/2014/main" id="{D4489E24-9419-B9B0-3F52-BA08A33611B2}"/>
                </a:ext>
              </a:extLst>
            </p:cNvPr>
            <p:cNvSpPr>
              <a:spLocks noGrp="1"/>
            </p:cNvSpPr>
            <p:nvPr/>
          </p:nvSpPr>
          <p:spPr>
            <a:xfrm>
              <a:off x="16346875" y="2604465"/>
              <a:ext cx="59410" cy="15043"/>
            </a:xfrm>
            <a:custGeom>
              <a:avLst/>
              <a:gdLst/>
              <a:ahLst/>
              <a:cxnLst/>
              <a:rect l="0" t="0" r="0" b="0"/>
              <a:pathLst>
                <a:path w="59410" h="15043">
                  <a:moveTo>
                    <a:pt x="59410" y="150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1" name="Output_receptor__5790">
              <a:extLst>
                <a:ext uri="{FF2B5EF4-FFF2-40B4-BE49-F238E27FC236}">
                  <a16:creationId xmlns:a16="http://schemas.microsoft.com/office/drawing/2014/main" id="{07907C02-1718-6C7D-424A-8CC964DE26E5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87286"/>
              <a:ext cx="11492" cy="70375"/>
            </a:xfrm>
            <a:custGeom>
              <a:avLst/>
              <a:gdLst/>
              <a:ahLst/>
              <a:cxnLst/>
              <a:rect l="0" t="0" r="0" b="0"/>
              <a:pathLst>
                <a:path w="11492" h="70375">
                  <a:moveTo>
                    <a:pt x="11492" y="70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2" name="Output_receptor__5791">
              <a:extLst>
                <a:ext uri="{FF2B5EF4-FFF2-40B4-BE49-F238E27FC236}">
                  <a16:creationId xmlns:a16="http://schemas.microsoft.com/office/drawing/2014/main" id="{9FB7FE3A-4220-3384-8B66-FCFD91B22091}"/>
                </a:ext>
              </a:extLst>
            </p:cNvPr>
            <p:cNvSpPr>
              <a:spLocks noGrp="1"/>
            </p:cNvSpPr>
            <p:nvPr/>
          </p:nvSpPr>
          <p:spPr>
            <a:xfrm>
              <a:off x="16250121" y="3173390"/>
              <a:ext cx="49156" cy="50504"/>
            </a:xfrm>
            <a:custGeom>
              <a:avLst/>
              <a:gdLst/>
              <a:ahLst/>
              <a:cxnLst/>
              <a:rect l="0" t="0" r="0" b="0"/>
              <a:pathLst>
                <a:path w="49156" h="50504">
                  <a:moveTo>
                    <a:pt x="49156" y="50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3" name="Output_receptor__5792">
              <a:extLst>
                <a:ext uri="{FF2B5EF4-FFF2-40B4-BE49-F238E27FC236}">
                  <a16:creationId xmlns:a16="http://schemas.microsoft.com/office/drawing/2014/main" id="{6AD0A380-C70C-FB37-43AD-9F0EBE419C28}"/>
                </a:ext>
              </a:extLst>
            </p:cNvPr>
            <p:cNvSpPr>
              <a:spLocks noGrp="1"/>
            </p:cNvSpPr>
            <p:nvPr/>
          </p:nvSpPr>
          <p:spPr>
            <a:xfrm>
              <a:off x="16036263" y="2693945"/>
              <a:ext cx="50991" cy="8619"/>
            </a:xfrm>
            <a:custGeom>
              <a:avLst/>
              <a:gdLst/>
              <a:ahLst/>
              <a:cxnLst/>
              <a:rect l="0" t="0" r="0" b="0"/>
              <a:pathLst>
                <a:path w="50991" h="8619">
                  <a:moveTo>
                    <a:pt x="0" y="8619"/>
                  </a:moveTo>
                  <a:lnTo>
                    <a:pt x="5099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4" name="Output_receptor__5793">
              <a:extLst>
                <a:ext uri="{FF2B5EF4-FFF2-40B4-BE49-F238E27FC236}">
                  <a16:creationId xmlns:a16="http://schemas.microsoft.com/office/drawing/2014/main" id="{FBA8126E-A6B1-0CFD-F380-C4625A3F518C}"/>
                </a:ext>
              </a:extLst>
            </p:cNvPr>
            <p:cNvSpPr>
              <a:spLocks noGrp="1"/>
            </p:cNvSpPr>
            <p:nvPr/>
          </p:nvSpPr>
          <p:spPr>
            <a:xfrm>
              <a:off x="15722752" y="3375039"/>
              <a:ext cx="45446" cy="16543"/>
            </a:xfrm>
            <a:custGeom>
              <a:avLst/>
              <a:gdLst/>
              <a:ahLst/>
              <a:cxnLst/>
              <a:rect l="0" t="0" r="0" b="0"/>
              <a:pathLst>
                <a:path w="45446" h="16543">
                  <a:moveTo>
                    <a:pt x="45446" y="0"/>
                  </a:moveTo>
                  <a:lnTo>
                    <a:pt x="0" y="1654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5" name="Output_receptor__5794">
              <a:extLst>
                <a:ext uri="{FF2B5EF4-FFF2-40B4-BE49-F238E27FC236}">
                  <a16:creationId xmlns:a16="http://schemas.microsoft.com/office/drawing/2014/main" id="{C98F7313-2C3C-E915-8714-9D0324FA8877}"/>
                </a:ext>
              </a:extLst>
            </p:cNvPr>
            <p:cNvSpPr>
              <a:spLocks noGrp="1"/>
            </p:cNvSpPr>
            <p:nvPr/>
          </p:nvSpPr>
          <p:spPr>
            <a:xfrm>
              <a:off x="15199212" y="3636862"/>
              <a:ext cx="71197" cy="7873"/>
            </a:xfrm>
            <a:custGeom>
              <a:avLst/>
              <a:gdLst/>
              <a:ahLst/>
              <a:cxnLst/>
              <a:rect l="0" t="0" r="0" b="0"/>
              <a:pathLst>
                <a:path w="71197" h="7873">
                  <a:moveTo>
                    <a:pt x="0" y="7873"/>
                  </a:moveTo>
                  <a:lnTo>
                    <a:pt x="71197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6" name="Output_receptor__5795">
              <a:extLst>
                <a:ext uri="{FF2B5EF4-FFF2-40B4-BE49-F238E27FC236}">
                  <a16:creationId xmlns:a16="http://schemas.microsoft.com/office/drawing/2014/main" id="{C1C876FC-E992-0872-C014-71AA8CB6E842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95" cy="45820"/>
            </a:xfrm>
            <a:custGeom>
              <a:avLst/>
              <a:gdLst/>
              <a:ahLst/>
              <a:cxnLst/>
              <a:rect l="0" t="0" r="0" b="0"/>
              <a:pathLst>
                <a:path w="95" h="45820">
                  <a:moveTo>
                    <a:pt x="46" y="458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7" name="Output_receptor__5796">
              <a:extLst>
                <a:ext uri="{FF2B5EF4-FFF2-40B4-BE49-F238E27FC236}">
                  <a16:creationId xmlns:a16="http://schemas.microsoft.com/office/drawing/2014/main" id="{F01D47DB-16CB-0BF6-0968-BF6CCA543C40}"/>
                </a:ext>
              </a:extLst>
            </p:cNvPr>
            <p:cNvSpPr>
              <a:spLocks noGrp="1"/>
            </p:cNvSpPr>
            <p:nvPr/>
          </p:nvSpPr>
          <p:spPr>
            <a:xfrm>
              <a:off x="15310351" y="3552649"/>
              <a:ext cx="15175" cy="36718"/>
            </a:xfrm>
            <a:custGeom>
              <a:avLst/>
              <a:gdLst/>
              <a:ahLst/>
              <a:cxnLst/>
              <a:rect l="0" t="0" r="0" b="0"/>
              <a:pathLst>
                <a:path w="15175" h="36718">
                  <a:moveTo>
                    <a:pt x="0" y="36718"/>
                  </a:moveTo>
                  <a:lnTo>
                    <a:pt x="15175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8" name="Output_receptor__5797">
              <a:extLst>
                <a:ext uri="{FF2B5EF4-FFF2-40B4-BE49-F238E27FC236}">
                  <a16:creationId xmlns:a16="http://schemas.microsoft.com/office/drawing/2014/main" id="{58BFF063-8594-261F-A7F2-BC96C128FAA6}"/>
                </a:ext>
              </a:extLst>
            </p:cNvPr>
            <p:cNvSpPr>
              <a:spLocks noGrp="1"/>
            </p:cNvSpPr>
            <p:nvPr/>
          </p:nvSpPr>
          <p:spPr>
            <a:xfrm>
              <a:off x="15308200" y="2877086"/>
              <a:ext cx="24741" cy="66566"/>
            </a:xfrm>
            <a:custGeom>
              <a:avLst/>
              <a:gdLst/>
              <a:ahLst/>
              <a:cxnLst/>
              <a:rect l="0" t="0" r="0" b="0"/>
              <a:pathLst>
                <a:path w="24741" h="66566">
                  <a:moveTo>
                    <a:pt x="24741" y="0"/>
                  </a:moveTo>
                  <a:lnTo>
                    <a:pt x="0" y="6656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9" name="Output_receptor__5798">
              <a:extLst>
                <a:ext uri="{FF2B5EF4-FFF2-40B4-BE49-F238E27FC236}">
                  <a16:creationId xmlns:a16="http://schemas.microsoft.com/office/drawing/2014/main" id="{ED3A4056-E303-FF8F-4D86-8EC23950C3C2}"/>
                </a:ext>
              </a:extLst>
            </p:cNvPr>
            <p:cNvSpPr>
              <a:spLocks noGrp="1"/>
            </p:cNvSpPr>
            <p:nvPr/>
          </p:nvSpPr>
          <p:spPr>
            <a:xfrm>
              <a:off x="16378771" y="2828240"/>
              <a:ext cx="23961" cy="28834"/>
            </a:xfrm>
            <a:custGeom>
              <a:avLst/>
              <a:gdLst/>
              <a:ahLst/>
              <a:cxnLst/>
              <a:rect l="0" t="0" r="0" b="0"/>
              <a:pathLst>
                <a:path w="23961" h="28834">
                  <a:moveTo>
                    <a:pt x="0" y="28834"/>
                  </a:moveTo>
                  <a:lnTo>
                    <a:pt x="2396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0" name="Output_receptor__5799">
              <a:extLst>
                <a:ext uri="{FF2B5EF4-FFF2-40B4-BE49-F238E27FC236}">
                  <a16:creationId xmlns:a16="http://schemas.microsoft.com/office/drawing/2014/main" id="{CE4910D8-C4BF-008E-E8E8-653E8630FF48}"/>
                </a:ext>
              </a:extLst>
            </p:cNvPr>
            <p:cNvSpPr>
              <a:spLocks noGrp="1"/>
            </p:cNvSpPr>
            <p:nvPr/>
          </p:nvSpPr>
          <p:spPr>
            <a:xfrm>
              <a:off x="15032332" y="2981072"/>
              <a:ext cx="66555" cy="27262"/>
            </a:xfrm>
            <a:custGeom>
              <a:avLst/>
              <a:gdLst/>
              <a:ahLst/>
              <a:cxnLst/>
              <a:rect l="0" t="0" r="0" b="0"/>
              <a:pathLst>
                <a:path w="66555" h="27262">
                  <a:moveTo>
                    <a:pt x="0" y="27262"/>
                  </a:moveTo>
                  <a:lnTo>
                    <a:pt x="665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1" name="Output_receptor__5800">
              <a:extLst>
                <a:ext uri="{FF2B5EF4-FFF2-40B4-BE49-F238E27FC236}">
                  <a16:creationId xmlns:a16="http://schemas.microsoft.com/office/drawing/2014/main" id="{596D318E-A863-CFF0-70BD-4B443D54CA45}"/>
                </a:ext>
              </a:extLst>
            </p:cNvPr>
            <p:cNvSpPr>
              <a:spLocks noGrp="1"/>
            </p:cNvSpPr>
            <p:nvPr/>
          </p:nvSpPr>
          <p:spPr>
            <a:xfrm>
              <a:off x="16278772" y="2604465"/>
              <a:ext cx="68102" cy="18090"/>
            </a:xfrm>
            <a:custGeom>
              <a:avLst/>
              <a:gdLst/>
              <a:ahLst/>
              <a:cxnLst/>
              <a:rect l="0" t="0" r="0" b="0"/>
              <a:pathLst>
                <a:path w="68102" h="18090">
                  <a:moveTo>
                    <a:pt x="68102" y="0"/>
                  </a:moveTo>
                  <a:lnTo>
                    <a:pt x="0" y="1809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2" name="Output_receptor__5801">
              <a:extLst>
                <a:ext uri="{FF2B5EF4-FFF2-40B4-BE49-F238E27FC236}">
                  <a16:creationId xmlns:a16="http://schemas.microsoft.com/office/drawing/2014/main" id="{276E7689-31C0-1FC2-C081-E9EF15259A2E}"/>
                </a:ext>
              </a:extLst>
            </p:cNvPr>
            <p:cNvSpPr>
              <a:spLocks noGrp="1"/>
            </p:cNvSpPr>
            <p:nvPr/>
          </p:nvSpPr>
          <p:spPr>
            <a:xfrm>
              <a:off x="16378498" y="2721535"/>
              <a:ext cx="52464" cy="49913"/>
            </a:xfrm>
            <a:custGeom>
              <a:avLst/>
              <a:gdLst/>
              <a:ahLst/>
              <a:cxnLst/>
              <a:rect l="0" t="0" r="0" b="0"/>
              <a:pathLst>
                <a:path w="52464" h="49913">
                  <a:moveTo>
                    <a:pt x="52464" y="499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3" name="Output_receptor__5802">
              <a:extLst>
                <a:ext uri="{FF2B5EF4-FFF2-40B4-BE49-F238E27FC236}">
                  <a16:creationId xmlns:a16="http://schemas.microsoft.com/office/drawing/2014/main" id="{05CB4681-5567-A6A6-C75A-95B4C71D3D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13480"/>
              <a:ext cx="57740" cy="21469"/>
            </a:xfrm>
            <a:custGeom>
              <a:avLst/>
              <a:gdLst/>
              <a:ahLst/>
              <a:cxnLst/>
              <a:rect l="0" t="0" r="0" b="0"/>
              <a:pathLst>
                <a:path w="57740" h="21469">
                  <a:moveTo>
                    <a:pt x="0" y="21469"/>
                  </a:moveTo>
                  <a:lnTo>
                    <a:pt x="5774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4" name="Output_receptor__5803">
              <a:extLst>
                <a:ext uri="{FF2B5EF4-FFF2-40B4-BE49-F238E27FC236}">
                  <a16:creationId xmlns:a16="http://schemas.microsoft.com/office/drawing/2014/main" id="{917E8D4F-8229-7B56-999F-05F5C05858E8}"/>
                </a:ext>
              </a:extLst>
            </p:cNvPr>
            <p:cNvSpPr>
              <a:spLocks noGrp="1"/>
            </p:cNvSpPr>
            <p:nvPr/>
          </p:nvSpPr>
          <p:spPr>
            <a:xfrm>
              <a:off x="15505581" y="3542805"/>
              <a:ext cx="28950" cy="48189"/>
            </a:xfrm>
            <a:custGeom>
              <a:avLst/>
              <a:gdLst/>
              <a:ahLst/>
              <a:cxnLst/>
              <a:rect l="0" t="0" r="0" b="0"/>
              <a:pathLst>
                <a:path w="28950" h="48189">
                  <a:moveTo>
                    <a:pt x="28950" y="481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5" name="Output_receptor__5804">
              <a:extLst>
                <a:ext uri="{FF2B5EF4-FFF2-40B4-BE49-F238E27FC236}">
                  <a16:creationId xmlns:a16="http://schemas.microsoft.com/office/drawing/2014/main" id="{C17D8A87-5ED2-68C0-B6FE-34276721199E}"/>
                </a:ext>
              </a:extLst>
            </p:cNvPr>
            <p:cNvSpPr>
              <a:spLocks noGrp="1"/>
            </p:cNvSpPr>
            <p:nvPr/>
          </p:nvSpPr>
          <p:spPr>
            <a:xfrm>
              <a:off x="15576666" y="3083634"/>
              <a:ext cx="10186" cy="26679"/>
            </a:xfrm>
            <a:custGeom>
              <a:avLst/>
              <a:gdLst/>
              <a:ahLst/>
              <a:cxnLst/>
              <a:rect l="0" t="0" r="0" b="0"/>
              <a:pathLst>
                <a:path w="10186" h="26679">
                  <a:moveTo>
                    <a:pt x="0" y="26679"/>
                  </a:moveTo>
                  <a:lnTo>
                    <a:pt x="10186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6" name="Output_receptor__5805">
              <a:extLst>
                <a:ext uri="{FF2B5EF4-FFF2-40B4-BE49-F238E27FC236}">
                  <a16:creationId xmlns:a16="http://schemas.microsoft.com/office/drawing/2014/main" id="{FF5D9E74-E4EC-A430-8E23-3CCC4034B936}"/>
                </a:ext>
              </a:extLst>
            </p:cNvPr>
            <p:cNvSpPr>
              <a:spLocks noGrp="1"/>
            </p:cNvSpPr>
            <p:nvPr/>
          </p:nvSpPr>
          <p:spPr>
            <a:xfrm>
              <a:off x="16195183" y="2368321"/>
              <a:ext cx="33048" cy="23899"/>
            </a:xfrm>
            <a:custGeom>
              <a:avLst/>
              <a:gdLst/>
              <a:ahLst/>
              <a:cxnLst/>
              <a:rect l="0" t="0" r="0" b="0"/>
              <a:pathLst>
                <a:path w="33048" h="23899">
                  <a:moveTo>
                    <a:pt x="0" y="0"/>
                  </a:moveTo>
                  <a:lnTo>
                    <a:pt x="33048" y="2389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7" name="Output_receptor__5806">
              <a:extLst>
                <a:ext uri="{FF2B5EF4-FFF2-40B4-BE49-F238E27FC236}">
                  <a16:creationId xmlns:a16="http://schemas.microsoft.com/office/drawing/2014/main" id="{63013521-8188-844E-02BC-84D32AF52FF0}"/>
                </a:ext>
              </a:extLst>
            </p:cNvPr>
            <p:cNvSpPr>
              <a:spLocks noGrp="1"/>
            </p:cNvSpPr>
            <p:nvPr/>
          </p:nvSpPr>
          <p:spPr>
            <a:xfrm>
              <a:off x="15967210" y="2702564"/>
              <a:ext cx="69053" cy="3761"/>
            </a:xfrm>
            <a:custGeom>
              <a:avLst/>
              <a:gdLst/>
              <a:ahLst/>
              <a:cxnLst/>
              <a:rect l="0" t="0" r="0" b="0"/>
              <a:pathLst>
                <a:path w="69053" h="3761">
                  <a:moveTo>
                    <a:pt x="0" y="3761"/>
                  </a:moveTo>
                  <a:lnTo>
                    <a:pt x="69053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8" name="Output_receptor__5807">
              <a:extLst>
                <a:ext uri="{FF2B5EF4-FFF2-40B4-BE49-F238E27FC236}">
                  <a16:creationId xmlns:a16="http://schemas.microsoft.com/office/drawing/2014/main" id="{2A4DC0CB-74A8-3455-745A-60D998FE4071}"/>
                </a:ext>
              </a:extLst>
            </p:cNvPr>
            <p:cNvSpPr>
              <a:spLocks noGrp="1"/>
            </p:cNvSpPr>
            <p:nvPr/>
          </p:nvSpPr>
          <p:spPr>
            <a:xfrm>
              <a:off x="15270409" y="3589367"/>
              <a:ext cx="39941" cy="47495"/>
            </a:xfrm>
            <a:custGeom>
              <a:avLst/>
              <a:gdLst/>
              <a:ahLst/>
              <a:cxnLst/>
              <a:rect l="0" t="0" r="0" b="0"/>
              <a:pathLst>
                <a:path w="39941" h="47495">
                  <a:moveTo>
                    <a:pt x="0" y="47495"/>
                  </a:moveTo>
                  <a:lnTo>
                    <a:pt x="3994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9" name="Output_receptor__5808">
              <a:extLst>
                <a:ext uri="{FF2B5EF4-FFF2-40B4-BE49-F238E27FC236}">
                  <a16:creationId xmlns:a16="http://schemas.microsoft.com/office/drawing/2014/main" id="{7C3A7289-6704-E49A-F981-2EB0EDCC947E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44309"/>
              <a:ext cx="49291" cy="44534"/>
            </a:xfrm>
            <a:custGeom>
              <a:avLst/>
              <a:gdLst/>
              <a:ahLst/>
              <a:cxnLst/>
              <a:rect l="0" t="0" r="0" b="0"/>
              <a:pathLst>
                <a:path w="49291" h="44534">
                  <a:moveTo>
                    <a:pt x="0" y="44534"/>
                  </a:moveTo>
                  <a:lnTo>
                    <a:pt x="4929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0" name="Output_receptor__5809">
              <a:extLst>
                <a:ext uri="{FF2B5EF4-FFF2-40B4-BE49-F238E27FC236}">
                  <a16:creationId xmlns:a16="http://schemas.microsoft.com/office/drawing/2014/main" id="{4F533536-4BE1-4D9C-504D-D2EBCEC7435C}"/>
                </a:ext>
              </a:extLst>
            </p:cNvPr>
            <p:cNvSpPr>
              <a:spLocks noGrp="1"/>
            </p:cNvSpPr>
            <p:nvPr/>
          </p:nvSpPr>
          <p:spPr>
            <a:xfrm>
              <a:off x="16053267" y="3338199"/>
              <a:ext cx="24828" cy="67732"/>
            </a:xfrm>
            <a:custGeom>
              <a:avLst/>
              <a:gdLst/>
              <a:ahLst/>
              <a:cxnLst/>
              <a:rect l="0" t="0" r="0" b="0"/>
              <a:pathLst>
                <a:path w="24828" h="67732">
                  <a:moveTo>
                    <a:pt x="24828" y="677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1" name="Output_receptor__5810">
              <a:extLst>
                <a:ext uri="{FF2B5EF4-FFF2-40B4-BE49-F238E27FC236}">
                  <a16:creationId xmlns:a16="http://schemas.microsoft.com/office/drawing/2014/main" id="{CD75F560-1A32-4FD7-86EB-61CF863685E5}"/>
                </a:ext>
              </a:extLst>
            </p:cNvPr>
            <p:cNvSpPr>
              <a:spLocks noGrp="1"/>
            </p:cNvSpPr>
            <p:nvPr/>
          </p:nvSpPr>
          <p:spPr>
            <a:xfrm>
              <a:off x="16223040" y="2590370"/>
              <a:ext cx="55732" cy="32185"/>
            </a:xfrm>
            <a:custGeom>
              <a:avLst/>
              <a:gdLst/>
              <a:ahLst/>
              <a:cxnLst/>
              <a:rect l="0" t="0" r="0" b="0"/>
              <a:pathLst>
                <a:path w="55732" h="32185">
                  <a:moveTo>
                    <a:pt x="55732" y="32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2" name="Output_receptor__5811">
              <a:extLst>
                <a:ext uri="{FF2B5EF4-FFF2-40B4-BE49-F238E27FC236}">
                  <a16:creationId xmlns:a16="http://schemas.microsoft.com/office/drawing/2014/main" id="{FACF9F4B-A753-DB4A-2F35-F03163CB2A14}"/>
                </a:ext>
              </a:extLst>
            </p:cNvPr>
            <p:cNvSpPr>
              <a:spLocks noGrp="1"/>
            </p:cNvSpPr>
            <p:nvPr/>
          </p:nvSpPr>
          <p:spPr>
            <a:xfrm>
              <a:off x="15866343" y="2869740"/>
              <a:ext cx="25611" cy="59502"/>
            </a:xfrm>
            <a:custGeom>
              <a:avLst/>
              <a:gdLst/>
              <a:ahLst/>
              <a:cxnLst/>
              <a:rect l="0" t="0" r="0" b="0"/>
              <a:pathLst>
                <a:path w="25611" h="59502">
                  <a:moveTo>
                    <a:pt x="0" y="0"/>
                  </a:moveTo>
                  <a:lnTo>
                    <a:pt x="25611" y="59502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3" name="Output_receptor__5812">
              <a:extLst>
                <a:ext uri="{FF2B5EF4-FFF2-40B4-BE49-F238E27FC236}">
                  <a16:creationId xmlns:a16="http://schemas.microsoft.com/office/drawing/2014/main" id="{26D42CE6-23C1-4E08-88F0-A7FBED3F8E3D}"/>
                </a:ext>
              </a:extLst>
            </p:cNvPr>
            <p:cNvSpPr>
              <a:spLocks noGrp="1"/>
            </p:cNvSpPr>
            <p:nvPr/>
          </p:nvSpPr>
          <p:spPr>
            <a:xfrm>
              <a:off x="15916396" y="2789739"/>
              <a:ext cx="47229" cy="52466"/>
            </a:xfrm>
            <a:custGeom>
              <a:avLst/>
              <a:gdLst/>
              <a:ahLst/>
              <a:cxnLst/>
              <a:rect l="0" t="0" r="0" b="0"/>
              <a:pathLst>
                <a:path w="47229" h="52466">
                  <a:moveTo>
                    <a:pt x="0" y="0"/>
                  </a:moveTo>
                  <a:lnTo>
                    <a:pt x="47229" y="5246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4" name="Output_receptor__5813">
              <a:extLst>
                <a:ext uri="{FF2B5EF4-FFF2-40B4-BE49-F238E27FC236}">
                  <a16:creationId xmlns:a16="http://schemas.microsoft.com/office/drawing/2014/main" id="{A989A222-F121-6922-CA11-9D1250C29647}"/>
                </a:ext>
              </a:extLst>
            </p:cNvPr>
            <p:cNvSpPr>
              <a:spLocks noGrp="1"/>
            </p:cNvSpPr>
            <p:nvPr/>
          </p:nvSpPr>
          <p:spPr>
            <a:xfrm>
              <a:off x="16200621" y="2796685"/>
              <a:ext cx="28044" cy="42806"/>
            </a:xfrm>
            <a:custGeom>
              <a:avLst/>
              <a:gdLst/>
              <a:ahLst/>
              <a:cxnLst/>
              <a:rect l="0" t="0" r="0" b="0"/>
              <a:pathLst>
                <a:path w="28044" h="42806">
                  <a:moveTo>
                    <a:pt x="0" y="42806"/>
                  </a:moveTo>
                  <a:lnTo>
                    <a:pt x="2804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5" name="Output_receptor__5814">
              <a:extLst>
                <a:ext uri="{FF2B5EF4-FFF2-40B4-BE49-F238E27FC236}">
                  <a16:creationId xmlns:a16="http://schemas.microsoft.com/office/drawing/2014/main" id="{A8883571-2F88-5802-06A6-05DF8701F43A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72075"/>
              <a:ext cx="55256" cy="23657"/>
            </a:xfrm>
            <a:custGeom>
              <a:avLst/>
              <a:gdLst/>
              <a:ahLst/>
              <a:cxnLst/>
              <a:rect l="0" t="0" r="0" b="0"/>
              <a:pathLst>
                <a:path w="55256" h="23657">
                  <a:moveTo>
                    <a:pt x="55256" y="0"/>
                  </a:moveTo>
                  <a:lnTo>
                    <a:pt x="0" y="2365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6" name="Output_receptor__5815">
              <a:extLst>
                <a:ext uri="{FF2B5EF4-FFF2-40B4-BE49-F238E27FC236}">
                  <a16:creationId xmlns:a16="http://schemas.microsoft.com/office/drawing/2014/main" id="{20DA5CA3-8565-B74E-7BE8-FCA64ACADD02}"/>
                </a:ext>
              </a:extLst>
            </p:cNvPr>
            <p:cNvSpPr>
              <a:spLocks noGrp="1"/>
            </p:cNvSpPr>
            <p:nvPr/>
          </p:nvSpPr>
          <p:spPr>
            <a:xfrm>
              <a:off x="16181738" y="2839491"/>
              <a:ext cx="18883" cy="45569"/>
            </a:xfrm>
            <a:custGeom>
              <a:avLst/>
              <a:gdLst/>
              <a:ahLst/>
              <a:cxnLst/>
              <a:rect l="0" t="0" r="0" b="0"/>
              <a:pathLst>
                <a:path w="18883" h="45569">
                  <a:moveTo>
                    <a:pt x="0" y="45569"/>
                  </a:moveTo>
                  <a:lnTo>
                    <a:pt x="18883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7" name="Output_receptor__5816">
              <a:extLst>
                <a:ext uri="{FF2B5EF4-FFF2-40B4-BE49-F238E27FC236}">
                  <a16:creationId xmlns:a16="http://schemas.microsoft.com/office/drawing/2014/main" id="{7DB0909D-CFEC-38D4-D222-99AEFC9239EE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433387"/>
              <a:ext cx="69404" cy="16698"/>
            </a:xfrm>
            <a:custGeom>
              <a:avLst/>
              <a:gdLst/>
              <a:ahLst/>
              <a:cxnLst/>
              <a:rect l="0" t="0" r="0" b="0"/>
              <a:pathLst>
                <a:path w="69404" h="16698">
                  <a:moveTo>
                    <a:pt x="69404" y="16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8" name="Output_receptor__5817">
              <a:extLst>
                <a:ext uri="{FF2B5EF4-FFF2-40B4-BE49-F238E27FC236}">
                  <a16:creationId xmlns:a16="http://schemas.microsoft.com/office/drawing/2014/main" id="{0F3FFABE-8DD3-25F8-4950-9CA701FD5975}"/>
                </a:ext>
              </a:extLst>
            </p:cNvPr>
            <p:cNvSpPr>
              <a:spLocks noGrp="1"/>
            </p:cNvSpPr>
            <p:nvPr/>
          </p:nvSpPr>
          <p:spPr>
            <a:xfrm>
              <a:off x="15035450" y="3277062"/>
              <a:ext cx="50171" cy="50469"/>
            </a:xfrm>
            <a:custGeom>
              <a:avLst/>
              <a:gdLst/>
              <a:ahLst/>
              <a:cxnLst/>
              <a:rect l="0" t="0" r="0" b="0"/>
              <a:pathLst>
                <a:path w="50171" h="50469">
                  <a:moveTo>
                    <a:pt x="50171" y="504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9" name="Output_receptor__5818">
              <a:extLst>
                <a:ext uri="{FF2B5EF4-FFF2-40B4-BE49-F238E27FC236}">
                  <a16:creationId xmlns:a16="http://schemas.microsoft.com/office/drawing/2014/main" id="{273AE27C-7AC0-101B-8B05-F8EFEF795EC2}"/>
                </a:ext>
              </a:extLst>
            </p:cNvPr>
            <p:cNvSpPr>
              <a:spLocks noGrp="1"/>
            </p:cNvSpPr>
            <p:nvPr/>
          </p:nvSpPr>
          <p:spPr>
            <a:xfrm>
              <a:off x="16047299" y="2344151"/>
              <a:ext cx="36085" cy="12185"/>
            </a:xfrm>
            <a:custGeom>
              <a:avLst/>
              <a:gdLst/>
              <a:ahLst/>
              <a:cxnLst/>
              <a:rect l="0" t="0" r="0" b="0"/>
              <a:pathLst>
                <a:path w="36085" h="12185">
                  <a:moveTo>
                    <a:pt x="0" y="0"/>
                  </a:moveTo>
                  <a:lnTo>
                    <a:pt x="36085" y="1218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0" name="Output_receptor__5819">
              <a:extLst>
                <a:ext uri="{FF2B5EF4-FFF2-40B4-BE49-F238E27FC236}">
                  <a16:creationId xmlns:a16="http://schemas.microsoft.com/office/drawing/2014/main" id="{1F88AB03-9DC9-75FC-FD72-DD802D378AA6}"/>
                </a:ext>
              </a:extLst>
            </p:cNvPr>
            <p:cNvSpPr>
              <a:spLocks noGrp="1"/>
            </p:cNvSpPr>
            <p:nvPr/>
          </p:nvSpPr>
          <p:spPr>
            <a:xfrm>
              <a:off x="15832301" y="2524993"/>
              <a:ext cx="70771" cy="4268"/>
            </a:xfrm>
            <a:custGeom>
              <a:avLst/>
              <a:gdLst/>
              <a:ahLst/>
              <a:cxnLst/>
              <a:rect l="0" t="0" r="0" b="0"/>
              <a:pathLst>
                <a:path w="70771" h="4268">
                  <a:moveTo>
                    <a:pt x="70771" y="0"/>
                  </a:moveTo>
                  <a:lnTo>
                    <a:pt x="0" y="426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1" name="Output_receptor__5820">
              <a:extLst>
                <a:ext uri="{FF2B5EF4-FFF2-40B4-BE49-F238E27FC236}">
                  <a16:creationId xmlns:a16="http://schemas.microsoft.com/office/drawing/2014/main" id="{3E8645E9-30D7-A16E-AECA-E44CDF2A926A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743387"/>
              <a:ext cx="19529" cy="58976"/>
            </a:xfrm>
            <a:custGeom>
              <a:avLst/>
              <a:gdLst/>
              <a:ahLst/>
              <a:cxnLst/>
              <a:rect l="0" t="0" r="0" b="0"/>
              <a:pathLst>
                <a:path w="19529" h="58976">
                  <a:moveTo>
                    <a:pt x="19529" y="0"/>
                  </a:moveTo>
                  <a:lnTo>
                    <a:pt x="0" y="589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2" name="Output_receptor__5821">
              <a:extLst>
                <a:ext uri="{FF2B5EF4-FFF2-40B4-BE49-F238E27FC236}">
                  <a16:creationId xmlns:a16="http://schemas.microsoft.com/office/drawing/2014/main" id="{E6123F82-1E12-C065-A72A-4ADD60F377B7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600804"/>
              <a:ext cx="66002" cy="25636"/>
            </a:xfrm>
            <a:custGeom>
              <a:avLst/>
              <a:gdLst/>
              <a:ahLst/>
              <a:cxnLst/>
              <a:rect l="0" t="0" r="0" b="0"/>
              <a:pathLst>
                <a:path w="66002" h="25636">
                  <a:moveTo>
                    <a:pt x="0" y="0"/>
                  </a:moveTo>
                  <a:lnTo>
                    <a:pt x="66002" y="2563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3" name="Output_receptor__5822">
              <a:extLst>
                <a:ext uri="{FF2B5EF4-FFF2-40B4-BE49-F238E27FC236}">
                  <a16:creationId xmlns:a16="http://schemas.microsoft.com/office/drawing/2014/main" id="{84839EFE-26CB-F413-7427-8D1D80697D1B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88842"/>
              <a:ext cx="22297" cy="53433"/>
            </a:xfrm>
            <a:custGeom>
              <a:avLst/>
              <a:gdLst/>
              <a:ahLst/>
              <a:cxnLst/>
              <a:rect l="0" t="0" r="0" b="0"/>
              <a:pathLst>
                <a:path w="22297" h="53433">
                  <a:moveTo>
                    <a:pt x="22297" y="534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4" name="Output_receptor__5823">
              <a:extLst>
                <a:ext uri="{FF2B5EF4-FFF2-40B4-BE49-F238E27FC236}">
                  <a16:creationId xmlns:a16="http://schemas.microsoft.com/office/drawing/2014/main" id="{D32A161D-6D98-83D3-D16D-87A496950453}"/>
                </a:ext>
              </a:extLst>
            </p:cNvPr>
            <p:cNvSpPr>
              <a:spLocks noGrp="1"/>
            </p:cNvSpPr>
            <p:nvPr/>
          </p:nvSpPr>
          <p:spPr>
            <a:xfrm>
              <a:off x="16308920" y="2794755"/>
              <a:ext cx="35387" cy="850"/>
            </a:xfrm>
            <a:custGeom>
              <a:avLst/>
              <a:gdLst/>
              <a:ahLst/>
              <a:cxnLst/>
              <a:rect l="0" t="0" r="0" b="0"/>
              <a:pathLst>
                <a:path w="35387" h="850">
                  <a:moveTo>
                    <a:pt x="0" y="0"/>
                  </a:moveTo>
                  <a:lnTo>
                    <a:pt x="35387" y="85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5" name="Output_receptor__5824">
              <a:extLst>
                <a:ext uri="{FF2B5EF4-FFF2-40B4-BE49-F238E27FC236}">
                  <a16:creationId xmlns:a16="http://schemas.microsoft.com/office/drawing/2014/main" id="{720D8BC1-DCEC-97A3-DE4B-67C6961A4780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20096"/>
              <a:ext cx="7014" cy="57518"/>
            </a:xfrm>
            <a:custGeom>
              <a:avLst/>
              <a:gdLst/>
              <a:ahLst/>
              <a:cxnLst/>
              <a:rect l="0" t="0" r="0" b="0"/>
              <a:pathLst>
                <a:path w="7014" h="57518">
                  <a:moveTo>
                    <a:pt x="0" y="57518"/>
                  </a:moveTo>
                  <a:lnTo>
                    <a:pt x="701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6" name="Output_receptor__5825">
              <a:extLst>
                <a:ext uri="{FF2B5EF4-FFF2-40B4-BE49-F238E27FC236}">
                  <a16:creationId xmlns:a16="http://schemas.microsoft.com/office/drawing/2014/main" id="{E5478112-5ED5-50A0-BCA3-492FCECD4857}"/>
                </a:ext>
              </a:extLst>
            </p:cNvPr>
            <p:cNvSpPr>
              <a:spLocks noGrp="1"/>
            </p:cNvSpPr>
            <p:nvPr/>
          </p:nvSpPr>
          <p:spPr>
            <a:xfrm>
              <a:off x="15720039" y="2963816"/>
              <a:ext cx="31315" cy="12775"/>
            </a:xfrm>
            <a:custGeom>
              <a:avLst/>
              <a:gdLst/>
              <a:ahLst/>
              <a:cxnLst/>
              <a:rect l="0" t="0" r="0" b="0"/>
              <a:pathLst>
                <a:path w="31315" h="12775">
                  <a:moveTo>
                    <a:pt x="0" y="12775"/>
                  </a:moveTo>
                  <a:lnTo>
                    <a:pt x="3131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7" name="Output_receptor__5826">
              <a:extLst>
                <a:ext uri="{FF2B5EF4-FFF2-40B4-BE49-F238E27FC236}">
                  <a16:creationId xmlns:a16="http://schemas.microsoft.com/office/drawing/2014/main" id="{C8567CA5-D833-C7D2-1028-FEE5FA3F882B}"/>
                </a:ext>
              </a:extLst>
            </p:cNvPr>
            <p:cNvSpPr>
              <a:spLocks noGrp="1"/>
            </p:cNvSpPr>
            <p:nvPr/>
          </p:nvSpPr>
          <p:spPr>
            <a:xfrm>
              <a:off x="16157821" y="2318748"/>
              <a:ext cx="37363" cy="49573"/>
            </a:xfrm>
            <a:custGeom>
              <a:avLst/>
              <a:gdLst/>
              <a:ahLst/>
              <a:cxnLst/>
              <a:rect l="0" t="0" r="0" b="0"/>
              <a:pathLst>
                <a:path w="37363" h="49573">
                  <a:moveTo>
                    <a:pt x="0" y="0"/>
                  </a:moveTo>
                  <a:lnTo>
                    <a:pt x="37363" y="4957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8" name="Output_receptor__5827">
              <a:extLst>
                <a:ext uri="{FF2B5EF4-FFF2-40B4-BE49-F238E27FC236}">
                  <a16:creationId xmlns:a16="http://schemas.microsoft.com/office/drawing/2014/main" id="{A6E33E9C-FAAA-F38B-05FC-A3939D7CBD5F}"/>
                </a:ext>
              </a:extLst>
            </p:cNvPr>
            <p:cNvSpPr>
              <a:spLocks noGrp="1"/>
            </p:cNvSpPr>
            <p:nvPr/>
          </p:nvSpPr>
          <p:spPr>
            <a:xfrm>
              <a:off x="15652281" y="3144309"/>
              <a:ext cx="49917" cy="51393"/>
            </a:xfrm>
            <a:custGeom>
              <a:avLst/>
              <a:gdLst/>
              <a:ahLst/>
              <a:cxnLst/>
              <a:rect l="0" t="0" r="0" b="0"/>
              <a:pathLst>
                <a:path w="49917" h="51393">
                  <a:moveTo>
                    <a:pt x="0" y="0"/>
                  </a:moveTo>
                  <a:lnTo>
                    <a:pt x="49917" y="5139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9" name="Output_receptor__5828">
              <a:extLst>
                <a:ext uri="{FF2B5EF4-FFF2-40B4-BE49-F238E27FC236}">
                  <a16:creationId xmlns:a16="http://schemas.microsoft.com/office/drawing/2014/main" id="{476432B7-88BB-F096-D761-BF5183DACAE2}"/>
                </a:ext>
              </a:extLst>
            </p:cNvPr>
            <p:cNvSpPr>
              <a:spLocks noGrp="1"/>
            </p:cNvSpPr>
            <p:nvPr/>
          </p:nvSpPr>
          <p:spPr>
            <a:xfrm>
              <a:off x="15098886" y="2918549"/>
              <a:ext cx="15319" cy="62523"/>
            </a:xfrm>
            <a:custGeom>
              <a:avLst/>
              <a:gdLst/>
              <a:ahLst/>
              <a:cxnLst/>
              <a:rect l="0" t="0" r="0" b="0"/>
              <a:pathLst>
                <a:path w="15319" h="62523">
                  <a:moveTo>
                    <a:pt x="0" y="62523"/>
                  </a:moveTo>
                  <a:lnTo>
                    <a:pt x="153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0" name="Output_receptor__5829">
              <a:extLst>
                <a:ext uri="{FF2B5EF4-FFF2-40B4-BE49-F238E27FC236}">
                  <a16:creationId xmlns:a16="http://schemas.microsoft.com/office/drawing/2014/main" id="{075644C1-BE7D-E86A-5152-2CE6A90C1D2E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70834"/>
              <a:ext cx="28505" cy="16452"/>
            </a:xfrm>
            <a:custGeom>
              <a:avLst/>
              <a:gdLst/>
              <a:ahLst/>
              <a:cxnLst/>
              <a:rect l="0" t="0" r="0" b="0"/>
              <a:pathLst>
                <a:path w="28505" h="16452">
                  <a:moveTo>
                    <a:pt x="0" y="16452"/>
                  </a:moveTo>
                  <a:lnTo>
                    <a:pt x="2850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1" name="Output_receptor__5830">
              <a:extLst>
                <a:ext uri="{FF2B5EF4-FFF2-40B4-BE49-F238E27FC236}">
                  <a16:creationId xmlns:a16="http://schemas.microsoft.com/office/drawing/2014/main" id="{4586F017-EFCD-D4A8-DA19-F7CDECCBAF18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221374"/>
              <a:ext cx="18224" cy="27019"/>
            </a:xfrm>
            <a:custGeom>
              <a:avLst/>
              <a:gdLst/>
              <a:ahLst/>
              <a:cxnLst/>
              <a:rect l="0" t="0" r="0" b="0"/>
              <a:pathLst>
                <a:path w="18224" h="27019">
                  <a:moveTo>
                    <a:pt x="0" y="0"/>
                  </a:moveTo>
                  <a:lnTo>
                    <a:pt x="18224" y="2701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2" name="Output_receptor__5831">
              <a:extLst>
                <a:ext uri="{FF2B5EF4-FFF2-40B4-BE49-F238E27FC236}">
                  <a16:creationId xmlns:a16="http://schemas.microsoft.com/office/drawing/2014/main" id="{0A8A10F2-A551-028E-411A-95ADA382A4C2}"/>
                </a:ext>
              </a:extLst>
            </p:cNvPr>
            <p:cNvSpPr>
              <a:spLocks noGrp="1"/>
            </p:cNvSpPr>
            <p:nvPr/>
          </p:nvSpPr>
          <p:spPr>
            <a:xfrm>
              <a:off x="14912564" y="3237475"/>
              <a:ext cx="16408" cy="65544"/>
            </a:xfrm>
            <a:custGeom>
              <a:avLst/>
              <a:gdLst/>
              <a:ahLst/>
              <a:cxnLst/>
              <a:rect l="0" t="0" r="0" b="0"/>
              <a:pathLst>
                <a:path w="16408" h="65544">
                  <a:moveTo>
                    <a:pt x="0" y="0"/>
                  </a:moveTo>
                  <a:lnTo>
                    <a:pt x="16408" y="65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3" name="Output_receptor__5832">
              <a:extLst>
                <a:ext uri="{FF2B5EF4-FFF2-40B4-BE49-F238E27FC236}">
                  <a16:creationId xmlns:a16="http://schemas.microsoft.com/office/drawing/2014/main" id="{39B46B80-A015-16B0-D702-A5C4FA86F0B4}"/>
                </a:ext>
              </a:extLst>
            </p:cNvPr>
            <p:cNvSpPr>
              <a:spLocks noGrp="1"/>
            </p:cNvSpPr>
            <p:nvPr/>
          </p:nvSpPr>
          <p:spPr>
            <a:xfrm>
              <a:off x="15275118" y="3357558"/>
              <a:ext cx="61404" cy="11196"/>
            </a:xfrm>
            <a:custGeom>
              <a:avLst/>
              <a:gdLst/>
              <a:ahLst/>
              <a:cxnLst/>
              <a:rect l="0" t="0" r="0" b="0"/>
              <a:pathLst>
                <a:path w="61404" h="11196">
                  <a:moveTo>
                    <a:pt x="0" y="11196"/>
                  </a:moveTo>
                  <a:lnTo>
                    <a:pt x="6140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4" name="Output_receptor__5833">
              <a:extLst>
                <a:ext uri="{FF2B5EF4-FFF2-40B4-BE49-F238E27FC236}">
                  <a16:creationId xmlns:a16="http://schemas.microsoft.com/office/drawing/2014/main" id="{6E11A254-FE29-177F-6F18-C6F8FBBF1381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80131"/>
              <a:ext cx="19252" cy="16295"/>
            </a:xfrm>
            <a:custGeom>
              <a:avLst/>
              <a:gdLst/>
              <a:ahLst/>
              <a:cxnLst/>
              <a:rect l="0" t="0" r="0" b="0"/>
              <a:pathLst>
                <a:path w="19252" h="16295">
                  <a:moveTo>
                    <a:pt x="0" y="16295"/>
                  </a:moveTo>
                  <a:lnTo>
                    <a:pt x="1925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5" name="Output_receptor__5834">
              <a:extLst>
                <a:ext uri="{FF2B5EF4-FFF2-40B4-BE49-F238E27FC236}">
                  <a16:creationId xmlns:a16="http://schemas.microsoft.com/office/drawing/2014/main" id="{ADEBC8CF-14F1-E8F9-BA62-B522240DFF3D}"/>
                </a:ext>
              </a:extLst>
            </p:cNvPr>
            <p:cNvSpPr>
              <a:spLocks noGrp="1"/>
            </p:cNvSpPr>
            <p:nvPr/>
          </p:nvSpPr>
          <p:spPr>
            <a:xfrm>
              <a:off x="15914461" y="2685471"/>
              <a:ext cx="52748" cy="20854"/>
            </a:xfrm>
            <a:custGeom>
              <a:avLst/>
              <a:gdLst/>
              <a:ahLst/>
              <a:cxnLst/>
              <a:rect l="0" t="0" r="0" b="0"/>
              <a:pathLst>
                <a:path w="52748" h="20854">
                  <a:moveTo>
                    <a:pt x="0" y="0"/>
                  </a:moveTo>
                  <a:lnTo>
                    <a:pt x="52748" y="2085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6" name="Output_receptor__5835">
              <a:extLst>
                <a:ext uri="{FF2B5EF4-FFF2-40B4-BE49-F238E27FC236}">
                  <a16:creationId xmlns:a16="http://schemas.microsoft.com/office/drawing/2014/main" id="{38353348-2E1D-00B2-66D8-DFB761FB8609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77614"/>
              <a:ext cx="13072" cy="49168"/>
            </a:xfrm>
            <a:custGeom>
              <a:avLst/>
              <a:gdLst/>
              <a:ahLst/>
              <a:cxnLst/>
              <a:rect l="0" t="0" r="0" b="0"/>
              <a:pathLst>
                <a:path w="13072" h="49168">
                  <a:moveTo>
                    <a:pt x="13072" y="491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7" name="Output_receptor__5836">
              <a:extLst>
                <a:ext uri="{FF2B5EF4-FFF2-40B4-BE49-F238E27FC236}">
                  <a16:creationId xmlns:a16="http://schemas.microsoft.com/office/drawing/2014/main" id="{06F6BC20-BAAA-5DCD-9083-CB3EA726E28D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529261"/>
              <a:ext cx="6911" cy="71544"/>
            </a:xfrm>
            <a:custGeom>
              <a:avLst/>
              <a:gdLst/>
              <a:ahLst/>
              <a:cxnLst/>
              <a:rect l="0" t="0" r="0" b="0"/>
              <a:pathLst>
                <a:path w="6911" h="71544">
                  <a:moveTo>
                    <a:pt x="6911" y="0"/>
                  </a:moveTo>
                  <a:lnTo>
                    <a:pt x="0" y="71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8" name="Output_receptor__5837">
              <a:extLst>
                <a:ext uri="{FF2B5EF4-FFF2-40B4-BE49-F238E27FC236}">
                  <a16:creationId xmlns:a16="http://schemas.microsoft.com/office/drawing/2014/main" id="{5BCA4CC3-9D91-C0D0-50D7-15C6EF7C86F1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41995"/>
              <a:ext cx="42551" cy="41834"/>
            </a:xfrm>
            <a:custGeom>
              <a:avLst/>
              <a:gdLst/>
              <a:ahLst/>
              <a:cxnLst/>
              <a:rect l="0" t="0" r="0" b="0"/>
              <a:pathLst>
                <a:path w="42551" h="41834">
                  <a:moveTo>
                    <a:pt x="42551" y="0"/>
                  </a:moveTo>
                  <a:lnTo>
                    <a:pt x="0" y="4183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9" name="Output_receptor__5838">
              <a:extLst>
                <a:ext uri="{FF2B5EF4-FFF2-40B4-BE49-F238E27FC236}">
                  <a16:creationId xmlns:a16="http://schemas.microsoft.com/office/drawing/2014/main" id="{93B2E529-1EC4-3055-67A0-B88D5D9D3955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368754"/>
              <a:ext cx="14039" cy="64633"/>
            </a:xfrm>
            <a:custGeom>
              <a:avLst/>
              <a:gdLst/>
              <a:ahLst/>
              <a:cxnLst/>
              <a:rect l="0" t="0" r="0" b="0"/>
              <a:pathLst>
                <a:path w="14039" h="64633">
                  <a:moveTo>
                    <a:pt x="0" y="64633"/>
                  </a:moveTo>
                  <a:lnTo>
                    <a:pt x="14039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0" name="Output_receptor__5839">
              <a:extLst>
                <a:ext uri="{FF2B5EF4-FFF2-40B4-BE49-F238E27FC236}">
                  <a16:creationId xmlns:a16="http://schemas.microsoft.com/office/drawing/2014/main" id="{CE4344D7-353B-F6D0-222A-F0BC7670F1AA}"/>
                </a:ext>
              </a:extLst>
            </p:cNvPr>
            <p:cNvSpPr>
              <a:spLocks noGrp="1"/>
            </p:cNvSpPr>
            <p:nvPr/>
          </p:nvSpPr>
          <p:spPr>
            <a:xfrm>
              <a:off x="15005813" y="2794637"/>
              <a:ext cx="15825" cy="16458"/>
            </a:xfrm>
            <a:custGeom>
              <a:avLst/>
              <a:gdLst/>
              <a:ahLst/>
              <a:cxnLst/>
              <a:rect l="0" t="0" r="0" b="0"/>
              <a:pathLst>
                <a:path w="15825" h="16458">
                  <a:moveTo>
                    <a:pt x="0" y="0"/>
                  </a:moveTo>
                  <a:lnTo>
                    <a:pt x="15825" y="1645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1" name="Output_receptor__5840">
              <a:extLst>
                <a:ext uri="{FF2B5EF4-FFF2-40B4-BE49-F238E27FC236}">
                  <a16:creationId xmlns:a16="http://schemas.microsoft.com/office/drawing/2014/main" id="{D40F999C-F511-C8CB-2B8D-08A51A47D023}"/>
                </a:ext>
              </a:extLst>
            </p:cNvPr>
            <p:cNvSpPr>
              <a:spLocks noGrp="1"/>
            </p:cNvSpPr>
            <p:nvPr/>
          </p:nvSpPr>
          <p:spPr>
            <a:xfrm>
              <a:off x="16269541" y="2852565"/>
              <a:ext cx="19673" cy="11576"/>
            </a:xfrm>
            <a:custGeom>
              <a:avLst/>
              <a:gdLst/>
              <a:ahLst/>
              <a:cxnLst/>
              <a:rect l="0" t="0" r="0" b="0"/>
              <a:pathLst>
                <a:path w="19673" h="11576">
                  <a:moveTo>
                    <a:pt x="0" y="0"/>
                  </a:moveTo>
                  <a:lnTo>
                    <a:pt x="19673" y="115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2" name="Output_receptor__5841">
              <a:extLst>
                <a:ext uri="{FF2B5EF4-FFF2-40B4-BE49-F238E27FC236}">
                  <a16:creationId xmlns:a16="http://schemas.microsoft.com/office/drawing/2014/main" id="{5C3B1F6C-D462-F3D6-8A83-B54684632823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63670"/>
              <a:ext cx="55802" cy="14257"/>
            </a:xfrm>
            <a:custGeom>
              <a:avLst/>
              <a:gdLst/>
              <a:ahLst/>
              <a:cxnLst/>
              <a:rect l="0" t="0" r="0" b="0"/>
              <a:pathLst>
                <a:path w="55802" h="14257">
                  <a:moveTo>
                    <a:pt x="0" y="14257"/>
                  </a:moveTo>
                  <a:lnTo>
                    <a:pt x="5580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3" name="Output_receptor__5842">
              <a:extLst>
                <a:ext uri="{FF2B5EF4-FFF2-40B4-BE49-F238E27FC236}">
                  <a16:creationId xmlns:a16="http://schemas.microsoft.com/office/drawing/2014/main" id="{6645D8D0-BAD4-89C5-D06D-169A95BBC5E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41371" cy="14188"/>
            </a:xfrm>
            <a:custGeom>
              <a:avLst/>
              <a:gdLst/>
              <a:ahLst/>
              <a:cxnLst/>
              <a:rect l="0" t="0" r="0" b="0"/>
              <a:pathLst>
                <a:path w="41371" h="14188">
                  <a:moveTo>
                    <a:pt x="0" y="0"/>
                  </a:moveTo>
                  <a:lnTo>
                    <a:pt x="41371" y="141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4" name="Output_receptor__5843">
              <a:extLst>
                <a:ext uri="{FF2B5EF4-FFF2-40B4-BE49-F238E27FC236}">
                  <a16:creationId xmlns:a16="http://schemas.microsoft.com/office/drawing/2014/main" id="{50263C6A-62AF-C34D-6BBF-B875ABA885F3}"/>
                </a:ext>
              </a:extLst>
            </p:cNvPr>
            <p:cNvSpPr>
              <a:spLocks noGrp="1"/>
            </p:cNvSpPr>
            <p:nvPr/>
          </p:nvSpPr>
          <p:spPr>
            <a:xfrm>
              <a:off x="15891392" y="2626441"/>
              <a:ext cx="23069" cy="59031"/>
            </a:xfrm>
            <a:custGeom>
              <a:avLst/>
              <a:gdLst/>
              <a:ahLst/>
              <a:cxnLst/>
              <a:rect l="0" t="0" r="0" b="0"/>
              <a:pathLst>
                <a:path w="23069" h="59031">
                  <a:moveTo>
                    <a:pt x="0" y="0"/>
                  </a:moveTo>
                  <a:lnTo>
                    <a:pt x="23069" y="5903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5" name="Output_receptor__5844">
              <a:extLst>
                <a:ext uri="{FF2B5EF4-FFF2-40B4-BE49-F238E27FC236}">
                  <a16:creationId xmlns:a16="http://schemas.microsoft.com/office/drawing/2014/main" id="{26C389F5-A026-B2F6-4B30-5AB455D4B37A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34949"/>
              <a:ext cx="25499" cy="67464"/>
            </a:xfrm>
            <a:custGeom>
              <a:avLst/>
              <a:gdLst/>
              <a:ahLst/>
              <a:cxnLst/>
              <a:rect l="0" t="0" r="0" b="0"/>
              <a:pathLst>
                <a:path w="25499" h="67464">
                  <a:moveTo>
                    <a:pt x="25499" y="674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6" name="Output_receptor__5845">
              <a:extLst>
                <a:ext uri="{FF2B5EF4-FFF2-40B4-BE49-F238E27FC236}">
                  <a16:creationId xmlns:a16="http://schemas.microsoft.com/office/drawing/2014/main" id="{1872A6A5-5B49-8992-7413-75E14A5CB687}"/>
                </a:ext>
              </a:extLst>
            </p:cNvPr>
            <p:cNvSpPr>
              <a:spLocks noGrp="1"/>
            </p:cNvSpPr>
            <p:nvPr/>
          </p:nvSpPr>
          <p:spPr>
            <a:xfrm>
              <a:off x="16156782" y="2590370"/>
              <a:ext cx="66258" cy="28563"/>
            </a:xfrm>
            <a:custGeom>
              <a:avLst/>
              <a:gdLst/>
              <a:ahLst/>
              <a:cxnLst/>
              <a:rect l="0" t="0" r="0" b="0"/>
              <a:pathLst>
                <a:path w="66258" h="28563">
                  <a:moveTo>
                    <a:pt x="66258" y="0"/>
                  </a:moveTo>
                  <a:lnTo>
                    <a:pt x="0" y="2856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7" name="Output_receptor__5846">
              <a:extLst>
                <a:ext uri="{FF2B5EF4-FFF2-40B4-BE49-F238E27FC236}">
                  <a16:creationId xmlns:a16="http://schemas.microsoft.com/office/drawing/2014/main" id="{CA95347A-B9B5-D6B1-E61B-8812A2B40671}"/>
                </a:ext>
              </a:extLst>
            </p:cNvPr>
            <p:cNvSpPr>
              <a:spLocks noGrp="1"/>
            </p:cNvSpPr>
            <p:nvPr/>
          </p:nvSpPr>
          <p:spPr>
            <a:xfrm>
              <a:off x="16083383" y="2356337"/>
              <a:ext cx="37229" cy="54884"/>
            </a:xfrm>
            <a:custGeom>
              <a:avLst/>
              <a:gdLst/>
              <a:ahLst/>
              <a:cxnLst/>
              <a:rect l="0" t="0" r="0" b="0"/>
              <a:pathLst>
                <a:path w="37229" h="54884">
                  <a:moveTo>
                    <a:pt x="0" y="0"/>
                  </a:moveTo>
                  <a:lnTo>
                    <a:pt x="37229" y="5488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8" name="Output_receptor__5847">
              <a:extLst>
                <a:ext uri="{FF2B5EF4-FFF2-40B4-BE49-F238E27FC236}">
                  <a16:creationId xmlns:a16="http://schemas.microsoft.com/office/drawing/2014/main" id="{7CDB4B5C-F8F6-4496-4089-8F2DE117C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4205" y="2870868"/>
              <a:ext cx="52448" cy="47681"/>
            </a:xfrm>
            <a:custGeom>
              <a:avLst/>
              <a:gdLst/>
              <a:ahLst/>
              <a:cxnLst/>
              <a:rect l="0" t="0" r="0" b="0"/>
              <a:pathLst>
                <a:path w="52448" h="47681">
                  <a:moveTo>
                    <a:pt x="0" y="47681"/>
                  </a:moveTo>
                  <a:lnTo>
                    <a:pt x="5244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9" name="Output_receptor__5848">
              <a:extLst>
                <a:ext uri="{FF2B5EF4-FFF2-40B4-BE49-F238E27FC236}">
                  <a16:creationId xmlns:a16="http://schemas.microsoft.com/office/drawing/2014/main" id="{0039985D-C6F5-395B-8A88-EFBF0927D52B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481116"/>
              <a:ext cx="46767" cy="36719"/>
            </a:xfrm>
            <a:custGeom>
              <a:avLst/>
              <a:gdLst/>
              <a:ahLst/>
              <a:cxnLst/>
              <a:rect l="0" t="0" r="0" b="0"/>
              <a:pathLst>
                <a:path w="46767" h="36719">
                  <a:moveTo>
                    <a:pt x="46767" y="0"/>
                  </a:moveTo>
                  <a:lnTo>
                    <a:pt x="0" y="3671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0" name="Output_receptor__5849">
              <a:extLst>
                <a:ext uri="{FF2B5EF4-FFF2-40B4-BE49-F238E27FC236}">
                  <a16:creationId xmlns:a16="http://schemas.microsoft.com/office/drawing/2014/main" id="{2F077B3B-6D81-9792-DF36-783585F9DC5C}"/>
                </a:ext>
              </a:extLst>
            </p:cNvPr>
            <p:cNvSpPr>
              <a:spLocks noGrp="1"/>
            </p:cNvSpPr>
            <p:nvPr/>
          </p:nvSpPr>
          <p:spPr>
            <a:xfrm>
              <a:off x="15620583" y="3030249"/>
              <a:ext cx="54114" cy="18344"/>
            </a:xfrm>
            <a:custGeom>
              <a:avLst/>
              <a:gdLst/>
              <a:ahLst/>
              <a:cxnLst/>
              <a:rect l="0" t="0" r="0" b="0"/>
              <a:pathLst>
                <a:path w="54114" h="18344">
                  <a:moveTo>
                    <a:pt x="0" y="0"/>
                  </a:moveTo>
                  <a:lnTo>
                    <a:pt x="54114" y="1834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1" name="Output_receptor__5850">
              <a:extLst>
                <a:ext uri="{FF2B5EF4-FFF2-40B4-BE49-F238E27FC236}">
                  <a16:creationId xmlns:a16="http://schemas.microsoft.com/office/drawing/2014/main" id="{E0B61F1A-65ED-9811-0F24-8A2FB2CEE520}"/>
                </a:ext>
              </a:extLst>
            </p:cNvPr>
            <p:cNvSpPr>
              <a:spLocks noGrp="1"/>
            </p:cNvSpPr>
            <p:nvPr/>
          </p:nvSpPr>
          <p:spPr>
            <a:xfrm>
              <a:off x="15475501" y="3150256"/>
              <a:ext cx="24661" cy="7405"/>
            </a:xfrm>
            <a:custGeom>
              <a:avLst/>
              <a:gdLst/>
              <a:ahLst/>
              <a:cxnLst/>
              <a:rect l="0" t="0" r="0" b="0"/>
              <a:pathLst>
                <a:path w="24661" h="7405">
                  <a:moveTo>
                    <a:pt x="0" y="0"/>
                  </a:moveTo>
                  <a:lnTo>
                    <a:pt x="24661" y="74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2" name="Output_receptor__5851">
              <a:extLst>
                <a:ext uri="{FF2B5EF4-FFF2-40B4-BE49-F238E27FC236}">
                  <a16:creationId xmlns:a16="http://schemas.microsoft.com/office/drawing/2014/main" id="{2C69BF6B-DDF0-8B05-5C5B-5C9C80EF7FB1}"/>
                </a:ext>
              </a:extLst>
            </p:cNvPr>
            <p:cNvSpPr>
              <a:spLocks noGrp="1"/>
            </p:cNvSpPr>
            <p:nvPr/>
          </p:nvSpPr>
          <p:spPr>
            <a:xfrm>
              <a:off x="16348670" y="2682475"/>
              <a:ext cx="29828" cy="39060"/>
            </a:xfrm>
            <a:custGeom>
              <a:avLst/>
              <a:gdLst/>
              <a:ahLst/>
              <a:cxnLst/>
              <a:rect l="0" t="0" r="0" b="0"/>
              <a:pathLst>
                <a:path w="29828" h="39060">
                  <a:moveTo>
                    <a:pt x="29828" y="39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3" name="Output_receptor__5852">
              <a:extLst>
                <a:ext uri="{FF2B5EF4-FFF2-40B4-BE49-F238E27FC236}">
                  <a16:creationId xmlns:a16="http://schemas.microsoft.com/office/drawing/2014/main" id="{0100AF1C-0E7B-7C02-FEF5-4A2D86B0F186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42805"/>
              <a:ext cx="62975" cy="34109"/>
            </a:xfrm>
            <a:custGeom>
              <a:avLst/>
              <a:gdLst/>
              <a:ahLst/>
              <a:cxnLst/>
              <a:rect l="0" t="0" r="0" b="0"/>
              <a:pathLst>
                <a:path w="62975" h="34109">
                  <a:moveTo>
                    <a:pt x="62975" y="0"/>
                  </a:moveTo>
                  <a:lnTo>
                    <a:pt x="0" y="3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4" name="Output_receptor__5853">
              <a:extLst>
                <a:ext uri="{FF2B5EF4-FFF2-40B4-BE49-F238E27FC236}">
                  <a16:creationId xmlns:a16="http://schemas.microsoft.com/office/drawing/2014/main" id="{0109325E-A722-EA83-4EBB-3FD688EE7DE6}"/>
                </a:ext>
              </a:extLst>
            </p:cNvPr>
            <p:cNvSpPr>
              <a:spLocks noGrp="1"/>
            </p:cNvSpPr>
            <p:nvPr/>
          </p:nvSpPr>
          <p:spPr>
            <a:xfrm>
              <a:off x="15716627" y="3332351"/>
              <a:ext cx="51572" cy="42688"/>
            </a:xfrm>
            <a:custGeom>
              <a:avLst/>
              <a:gdLst/>
              <a:ahLst/>
              <a:cxnLst/>
              <a:rect l="0" t="0" r="0" b="0"/>
              <a:pathLst>
                <a:path w="51572" h="42688">
                  <a:moveTo>
                    <a:pt x="0" y="0"/>
                  </a:moveTo>
                  <a:lnTo>
                    <a:pt x="51572" y="426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5" name="Output_receptor__5854">
              <a:extLst>
                <a:ext uri="{FF2B5EF4-FFF2-40B4-BE49-F238E27FC236}">
                  <a16:creationId xmlns:a16="http://schemas.microsoft.com/office/drawing/2014/main" id="{630E3E2C-179C-6E25-522A-8AE9747C19DB}"/>
                </a:ext>
              </a:extLst>
            </p:cNvPr>
            <p:cNvSpPr>
              <a:spLocks noGrp="1"/>
            </p:cNvSpPr>
            <p:nvPr/>
          </p:nvSpPr>
          <p:spPr>
            <a:xfrm>
              <a:off x="15903072" y="2524993"/>
              <a:ext cx="43709" cy="504"/>
            </a:xfrm>
            <a:custGeom>
              <a:avLst/>
              <a:gdLst/>
              <a:ahLst/>
              <a:cxnLst/>
              <a:rect l="0" t="0" r="0" b="0"/>
              <a:pathLst>
                <a:path w="43709" h="504">
                  <a:moveTo>
                    <a:pt x="43709" y="5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6" name="Output_receptor__5855">
              <a:extLst>
                <a:ext uri="{FF2B5EF4-FFF2-40B4-BE49-F238E27FC236}">
                  <a16:creationId xmlns:a16="http://schemas.microsoft.com/office/drawing/2014/main" id="{00166076-449C-2C2D-B721-87D2995F0E47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59942" cy="31100"/>
            </a:xfrm>
            <a:custGeom>
              <a:avLst/>
              <a:gdLst/>
              <a:ahLst/>
              <a:cxnLst/>
              <a:rect l="0" t="0" r="0" b="0"/>
              <a:pathLst>
                <a:path w="59942" h="31100">
                  <a:moveTo>
                    <a:pt x="0" y="0"/>
                  </a:moveTo>
                  <a:lnTo>
                    <a:pt x="59942" y="3110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7" name="Output_receptor__5856">
              <a:extLst>
                <a:ext uri="{FF2B5EF4-FFF2-40B4-BE49-F238E27FC236}">
                  <a16:creationId xmlns:a16="http://schemas.microsoft.com/office/drawing/2014/main" id="{8D88F6F9-93D2-9255-159E-A6DC30758B02}"/>
                </a:ext>
              </a:extLst>
            </p:cNvPr>
            <p:cNvSpPr>
              <a:spLocks noGrp="1"/>
            </p:cNvSpPr>
            <p:nvPr/>
          </p:nvSpPr>
          <p:spPr>
            <a:xfrm>
              <a:off x="15810322" y="2869740"/>
              <a:ext cx="56021" cy="39419"/>
            </a:xfrm>
            <a:custGeom>
              <a:avLst/>
              <a:gdLst/>
              <a:ahLst/>
              <a:cxnLst/>
              <a:rect l="0" t="0" r="0" b="0"/>
              <a:pathLst>
                <a:path w="56021" h="39419">
                  <a:moveTo>
                    <a:pt x="0" y="39419"/>
                  </a:moveTo>
                  <a:lnTo>
                    <a:pt x="5602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8" name="Output_receptor__5857">
              <a:extLst>
                <a:ext uri="{FF2B5EF4-FFF2-40B4-BE49-F238E27FC236}">
                  <a16:creationId xmlns:a16="http://schemas.microsoft.com/office/drawing/2014/main" id="{EDD95C8B-E5FE-6CFE-C878-DE5A50902E7C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45337"/>
              <a:ext cx="50590" cy="47439"/>
            </a:xfrm>
            <a:custGeom>
              <a:avLst/>
              <a:gdLst/>
              <a:ahLst/>
              <a:cxnLst/>
              <a:rect l="0" t="0" r="0" b="0"/>
              <a:pathLst>
                <a:path w="50590" h="47439">
                  <a:moveTo>
                    <a:pt x="0" y="0"/>
                  </a:moveTo>
                  <a:lnTo>
                    <a:pt x="50590" y="4743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9" name="Output_receptor__5858">
              <a:extLst>
                <a:ext uri="{FF2B5EF4-FFF2-40B4-BE49-F238E27FC236}">
                  <a16:creationId xmlns:a16="http://schemas.microsoft.com/office/drawing/2014/main" id="{6B923788-C640-DBFE-0BFC-1504300B96C8}"/>
                </a:ext>
              </a:extLst>
            </p:cNvPr>
            <p:cNvSpPr>
              <a:spLocks noGrp="1"/>
            </p:cNvSpPr>
            <p:nvPr/>
          </p:nvSpPr>
          <p:spPr>
            <a:xfrm>
              <a:off x="15891608" y="3055588"/>
              <a:ext cx="12904" cy="52480"/>
            </a:xfrm>
            <a:custGeom>
              <a:avLst/>
              <a:gdLst/>
              <a:ahLst/>
              <a:cxnLst/>
              <a:rect l="0" t="0" r="0" b="0"/>
              <a:pathLst>
                <a:path w="12904" h="52480">
                  <a:moveTo>
                    <a:pt x="12904" y="0"/>
                  </a:moveTo>
                  <a:lnTo>
                    <a:pt x="0" y="524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0" name="Output_receptor__5859">
              <a:extLst>
                <a:ext uri="{FF2B5EF4-FFF2-40B4-BE49-F238E27FC236}">
                  <a16:creationId xmlns:a16="http://schemas.microsoft.com/office/drawing/2014/main" id="{A64C12AE-5E63-4B62-B202-CFB0C6FBFB19}"/>
                </a:ext>
              </a:extLst>
            </p:cNvPr>
            <p:cNvSpPr>
              <a:spLocks noGrp="1"/>
            </p:cNvSpPr>
            <p:nvPr/>
          </p:nvSpPr>
          <p:spPr>
            <a:xfrm>
              <a:off x="16344307" y="2795606"/>
              <a:ext cx="34464" cy="61468"/>
            </a:xfrm>
            <a:custGeom>
              <a:avLst/>
              <a:gdLst/>
              <a:ahLst/>
              <a:cxnLst/>
              <a:rect l="0" t="0" r="0" b="0"/>
              <a:pathLst>
                <a:path w="34464" h="61468">
                  <a:moveTo>
                    <a:pt x="0" y="0"/>
                  </a:moveTo>
                  <a:lnTo>
                    <a:pt x="34464" y="6146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1" name="Output_receptor__5860">
              <a:extLst>
                <a:ext uri="{FF2B5EF4-FFF2-40B4-BE49-F238E27FC236}">
                  <a16:creationId xmlns:a16="http://schemas.microsoft.com/office/drawing/2014/main" id="{8A0EB057-5B12-DA89-CE08-5B134E5F6409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76914"/>
              <a:ext cx="30301" cy="65081"/>
            </a:xfrm>
            <a:custGeom>
              <a:avLst/>
              <a:gdLst/>
              <a:ahLst/>
              <a:cxnLst/>
              <a:rect l="0" t="0" r="0" b="0"/>
              <a:pathLst>
                <a:path w="30301" h="65081">
                  <a:moveTo>
                    <a:pt x="0" y="0"/>
                  </a:moveTo>
                  <a:lnTo>
                    <a:pt x="30301" y="6508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2" name="Output_receptor__5861">
              <a:extLst>
                <a:ext uri="{FF2B5EF4-FFF2-40B4-BE49-F238E27FC236}">
                  <a16:creationId xmlns:a16="http://schemas.microsoft.com/office/drawing/2014/main" id="{4C9BB180-C76D-2227-AF65-4639312EC4A0}"/>
                </a:ext>
              </a:extLst>
            </p:cNvPr>
            <p:cNvSpPr>
              <a:spLocks noGrp="1"/>
            </p:cNvSpPr>
            <p:nvPr/>
          </p:nvSpPr>
          <p:spPr>
            <a:xfrm>
              <a:off x="15798104" y="3286380"/>
              <a:ext cx="50209" cy="29883"/>
            </a:xfrm>
            <a:custGeom>
              <a:avLst/>
              <a:gdLst/>
              <a:ahLst/>
              <a:cxnLst/>
              <a:rect l="0" t="0" r="0" b="0"/>
              <a:pathLst>
                <a:path w="50209" h="29883">
                  <a:moveTo>
                    <a:pt x="0" y="0"/>
                  </a:moveTo>
                  <a:lnTo>
                    <a:pt x="50209" y="2988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3" name="Output_receptor__5862">
              <a:extLst>
                <a:ext uri="{FF2B5EF4-FFF2-40B4-BE49-F238E27FC236}">
                  <a16:creationId xmlns:a16="http://schemas.microsoft.com/office/drawing/2014/main" id="{E1CDEFA0-DECB-0D41-3A9E-6C453776C1AB}"/>
                </a:ext>
              </a:extLst>
            </p:cNvPr>
            <p:cNvSpPr>
              <a:spLocks noGrp="1"/>
            </p:cNvSpPr>
            <p:nvPr/>
          </p:nvSpPr>
          <p:spPr>
            <a:xfrm>
              <a:off x="15332941" y="2877086"/>
              <a:ext cx="5494" cy="5645"/>
            </a:xfrm>
            <a:custGeom>
              <a:avLst/>
              <a:gdLst/>
              <a:ahLst/>
              <a:cxnLst/>
              <a:rect l="0" t="0" r="0" b="0"/>
              <a:pathLst>
                <a:path w="5494" h="5645">
                  <a:moveTo>
                    <a:pt x="5494" y="5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4" name="Output_receptor__5863">
              <a:extLst>
                <a:ext uri="{FF2B5EF4-FFF2-40B4-BE49-F238E27FC236}">
                  <a16:creationId xmlns:a16="http://schemas.microsoft.com/office/drawing/2014/main" id="{ADBF805F-B89F-70E3-EE34-14157B571D72}"/>
                </a:ext>
              </a:extLst>
            </p:cNvPr>
            <p:cNvSpPr>
              <a:spLocks noGrp="1"/>
            </p:cNvSpPr>
            <p:nvPr/>
          </p:nvSpPr>
          <p:spPr>
            <a:xfrm>
              <a:off x="16108386" y="2571297"/>
              <a:ext cx="48396" cy="47636"/>
            </a:xfrm>
            <a:custGeom>
              <a:avLst/>
              <a:gdLst/>
              <a:ahLst/>
              <a:cxnLst/>
              <a:rect l="0" t="0" r="0" b="0"/>
              <a:pathLst>
                <a:path w="48396" h="47636">
                  <a:moveTo>
                    <a:pt x="48396" y="476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5" name="Output_receptor__5864">
              <a:extLst>
                <a:ext uri="{FF2B5EF4-FFF2-40B4-BE49-F238E27FC236}">
                  <a16:creationId xmlns:a16="http://schemas.microsoft.com/office/drawing/2014/main" id="{5B40FA88-2B0E-1F07-E88B-296F0925B771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96228"/>
              <a:ext cx="62113" cy="36761"/>
            </a:xfrm>
            <a:custGeom>
              <a:avLst/>
              <a:gdLst/>
              <a:ahLst/>
              <a:cxnLst/>
              <a:rect l="0" t="0" r="0" b="0"/>
              <a:pathLst>
                <a:path w="62113" h="36761">
                  <a:moveTo>
                    <a:pt x="0" y="0"/>
                  </a:moveTo>
                  <a:lnTo>
                    <a:pt x="62113" y="3676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6" name="Output_receptor__5865">
              <a:extLst>
                <a:ext uri="{FF2B5EF4-FFF2-40B4-BE49-F238E27FC236}">
                  <a16:creationId xmlns:a16="http://schemas.microsoft.com/office/drawing/2014/main" id="{4B6CE904-E179-34C2-1285-0DEFCE40779F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32351"/>
              <a:ext cx="48135" cy="53387"/>
            </a:xfrm>
            <a:custGeom>
              <a:avLst/>
              <a:gdLst/>
              <a:ahLst/>
              <a:cxnLst/>
              <a:rect l="0" t="0" r="0" b="0"/>
              <a:pathLst>
                <a:path w="48135" h="53387">
                  <a:moveTo>
                    <a:pt x="0" y="53387"/>
                  </a:moveTo>
                  <a:lnTo>
                    <a:pt x="4813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7" name="Output_receptor__5866">
              <a:extLst>
                <a:ext uri="{FF2B5EF4-FFF2-40B4-BE49-F238E27FC236}">
                  <a16:creationId xmlns:a16="http://schemas.microsoft.com/office/drawing/2014/main" id="{7B6E3ED2-9F1C-A6DE-EB79-51A5F79F5307}"/>
                </a:ext>
              </a:extLst>
            </p:cNvPr>
            <p:cNvSpPr>
              <a:spLocks noGrp="1"/>
            </p:cNvSpPr>
            <p:nvPr/>
          </p:nvSpPr>
          <p:spPr>
            <a:xfrm>
              <a:off x="15517176" y="3070834"/>
              <a:ext cx="59490" cy="39479"/>
            </a:xfrm>
            <a:custGeom>
              <a:avLst/>
              <a:gdLst/>
              <a:ahLst/>
              <a:cxnLst/>
              <a:rect l="0" t="0" r="0" b="0"/>
              <a:pathLst>
                <a:path w="59490" h="39479">
                  <a:moveTo>
                    <a:pt x="0" y="0"/>
                  </a:moveTo>
                  <a:lnTo>
                    <a:pt x="59490" y="3947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8" name="Output_receptor__5867">
              <a:extLst>
                <a:ext uri="{FF2B5EF4-FFF2-40B4-BE49-F238E27FC236}">
                  <a16:creationId xmlns:a16="http://schemas.microsoft.com/office/drawing/2014/main" id="{34D9FA41-700A-B165-02D5-3E44C4D0F04A}"/>
                </a:ext>
              </a:extLst>
            </p:cNvPr>
            <p:cNvSpPr>
              <a:spLocks noGrp="1"/>
            </p:cNvSpPr>
            <p:nvPr/>
          </p:nvSpPr>
          <p:spPr>
            <a:xfrm>
              <a:off x="15325810" y="3191742"/>
              <a:ext cx="854" cy="71928"/>
            </a:xfrm>
            <a:custGeom>
              <a:avLst/>
              <a:gdLst/>
              <a:ahLst/>
              <a:cxnLst/>
              <a:rect l="0" t="0" r="0" b="0"/>
              <a:pathLst>
                <a:path w="854" h="71928">
                  <a:moveTo>
                    <a:pt x="0" y="71928"/>
                  </a:moveTo>
                  <a:lnTo>
                    <a:pt x="85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9" name="Output_receptor__5868">
              <a:extLst>
                <a:ext uri="{FF2B5EF4-FFF2-40B4-BE49-F238E27FC236}">
                  <a16:creationId xmlns:a16="http://schemas.microsoft.com/office/drawing/2014/main" id="{DD48E69D-5245-7348-785D-8477048DEDC6}"/>
                </a:ext>
              </a:extLst>
            </p:cNvPr>
            <p:cNvSpPr>
              <a:spLocks noGrp="1"/>
            </p:cNvSpPr>
            <p:nvPr/>
          </p:nvSpPr>
          <p:spPr>
            <a:xfrm>
              <a:off x="16228665" y="2796685"/>
              <a:ext cx="40876" cy="55880"/>
            </a:xfrm>
            <a:custGeom>
              <a:avLst/>
              <a:gdLst/>
              <a:ahLst/>
              <a:cxnLst/>
              <a:rect l="0" t="0" r="0" b="0"/>
              <a:pathLst>
                <a:path w="40876" h="55880">
                  <a:moveTo>
                    <a:pt x="0" y="0"/>
                  </a:moveTo>
                  <a:lnTo>
                    <a:pt x="40876" y="558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0" name="Output_receptor__5869">
              <a:extLst>
                <a:ext uri="{FF2B5EF4-FFF2-40B4-BE49-F238E27FC236}">
                  <a16:creationId xmlns:a16="http://schemas.microsoft.com/office/drawing/2014/main" id="{4159829F-1E9F-6F0F-13F5-38F6AD9387F5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1" y="2880131"/>
              <a:ext cx="65672" cy="29029"/>
            </a:xfrm>
            <a:custGeom>
              <a:avLst/>
              <a:gdLst/>
              <a:ahLst/>
              <a:cxnLst/>
              <a:rect l="0" t="0" r="0" b="0"/>
              <a:pathLst>
                <a:path w="65672" h="29029">
                  <a:moveTo>
                    <a:pt x="0" y="0"/>
                  </a:moveTo>
                  <a:lnTo>
                    <a:pt x="65672" y="2902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1" name="Output_receptor__5870">
              <a:extLst>
                <a:ext uri="{FF2B5EF4-FFF2-40B4-BE49-F238E27FC236}">
                  <a16:creationId xmlns:a16="http://schemas.microsoft.com/office/drawing/2014/main" id="{6B38AC9A-B54F-9313-EA02-5E2EAA11EFAE}"/>
                </a:ext>
              </a:extLst>
            </p:cNvPr>
            <p:cNvSpPr>
              <a:spLocks noGrp="1"/>
            </p:cNvSpPr>
            <p:nvPr/>
          </p:nvSpPr>
          <p:spPr>
            <a:xfrm>
              <a:off x="15946781" y="2525498"/>
              <a:ext cx="50415" cy="45003"/>
            </a:xfrm>
            <a:custGeom>
              <a:avLst/>
              <a:gdLst/>
              <a:ahLst/>
              <a:cxnLst/>
              <a:rect l="0" t="0" r="0" b="0"/>
              <a:pathLst>
                <a:path w="50415" h="45003">
                  <a:moveTo>
                    <a:pt x="50415" y="45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2" name="Output_receptor__5871">
              <a:extLst>
                <a:ext uri="{FF2B5EF4-FFF2-40B4-BE49-F238E27FC236}">
                  <a16:creationId xmlns:a16="http://schemas.microsoft.com/office/drawing/2014/main" id="{70626DFE-6196-3184-8853-2CCFCA070048}"/>
                </a:ext>
              </a:extLst>
            </p:cNvPr>
            <p:cNvSpPr>
              <a:spLocks noGrp="1"/>
            </p:cNvSpPr>
            <p:nvPr/>
          </p:nvSpPr>
          <p:spPr>
            <a:xfrm>
              <a:off x="15415753" y="3120096"/>
              <a:ext cx="59749" cy="30160"/>
            </a:xfrm>
            <a:custGeom>
              <a:avLst/>
              <a:gdLst/>
              <a:ahLst/>
              <a:cxnLst/>
              <a:rect l="0" t="0" r="0" b="0"/>
              <a:pathLst>
                <a:path w="59749" h="30160">
                  <a:moveTo>
                    <a:pt x="0" y="0"/>
                  </a:moveTo>
                  <a:lnTo>
                    <a:pt x="59749" y="3016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3" name="Output_receptor__5872">
              <a:extLst>
                <a:ext uri="{FF2B5EF4-FFF2-40B4-BE49-F238E27FC236}">
                  <a16:creationId xmlns:a16="http://schemas.microsoft.com/office/drawing/2014/main" id="{2CC8E8C4-9353-7882-1CA0-00EAA69BD81B}"/>
                </a:ext>
              </a:extLst>
            </p:cNvPr>
            <p:cNvSpPr>
              <a:spLocks noGrp="1"/>
            </p:cNvSpPr>
            <p:nvPr/>
          </p:nvSpPr>
          <p:spPr>
            <a:xfrm>
              <a:off x="14959828" y="2892777"/>
              <a:ext cx="13680" cy="50276"/>
            </a:xfrm>
            <a:custGeom>
              <a:avLst/>
              <a:gdLst/>
              <a:ahLst/>
              <a:cxnLst/>
              <a:rect l="0" t="0" r="0" b="0"/>
              <a:pathLst>
                <a:path w="13680" h="50276">
                  <a:moveTo>
                    <a:pt x="13680" y="0"/>
                  </a:moveTo>
                  <a:lnTo>
                    <a:pt x="0" y="5027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4" name="Output_receptor__5873">
              <a:extLst>
                <a:ext uri="{FF2B5EF4-FFF2-40B4-BE49-F238E27FC236}">
                  <a16:creationId xmlns:a16="http://schemas.microsoft.com/office/drawing/2014/main" id="{767BAF31-5569-2A1B-E25D-93136D8EB89E}"/>
                </a:ext>
              </a:extLst>
            </p:cNvPr>
            <p:cNvSpPr>
              <a:spLocks noGrp="1"/>
            </p:cNvSpPr>
            <p:nvPr/>
          </p:nvSpPr>
          <p:spPr>
            <a:xfrm>
              <a:off x="14923966" y="3032989"/>
              <a:ext cx="9791" cy="68338"/>
            </a:xfrm>
            <a:custGeom>
              <a:avLst/>
              <a:gdLst/>
              <a:ahLst/>
              <a:cxnLst/>
              <a:rect l="0" t="0" r="0" b="0"/>
              <a:pathLst>
                <a:path w="9791" h="68338">
                  <a:moveTo>
                    <a:pt x="0" y="0"/>
                  </a:moveTo>
                  <a:lnTo>
                    <a:pt x="9791" y="6833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5" name="Output_receptor__5874">
              <a:extLst>
                <a:ext uri="{FF2B5EF4-FFF2-40B4-BE49-F238E27FC236}">
                  <a16:creationId xmlns:a16="http://schemas.microsoft.com/office/drawing/2014/main" id="{37A14455-B0D4-556A-051C-26D74F79EAFB}"/>
                </a:ext>
              </a:extLst>
            </p:cNvPr>
            <p:cNvSpPr>
              <a:spLocks noGrp="1"/>
            </p:cNvSpPr>
            <p:nvPr/>
          </p:nvSpPr>
          <p:spPr>
            <a:xfrm>
              <a:off x="15432557" y="2975748"/>
              <a:ext cx="54219" cy="26665"/>
            </a:xfrm>
            <a:custGeom>
              <a:avLst/>
              <a:gdLst/>
              <a:ahLst/>
              <a:cxnLst/>
              <a:rect l="0" t="0" r="0" b="0"/>
              <a:pathLst>
                <a:path w="54219" h="26665">
                  <a:moveTo>
                    <a:pt x="54219" y="0"/>
                  </a:moveTo>
                  <a:lnTo>
                    <a:pt x="0" y="2666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6" name="Output_receptor__5875">
              <a:extLst>
                <a:ext uri="{FF2B5EF4-FFF2-40B4-BE49-F238E27FC236}">
                  <a16:creationId xmlns:a16="http://schemas.microsoft.com/office/drawing/2014/main" id="{1417096B-5AA7-EA9C-93C1-B242D9486E98}"/>
                </a:ext>
              </a:extLst>
            </p:cNvPr>
            <p:cNvSpPr>
              <a:spLocks noGrp="1"/>
            </p:cNvSpPr>
            <p:nvPr/>
          </p:nvSpPr>
          <p:spPr>
            <a:xfrm>
              <a:off x="15166654" y="2870868"/>
              <a:ext cx="47008" cy="13859"/>
            </a:xfrm>
            <a:custGeom>
              <a:avLst/>
              <a:gdLst/>
              <a:ahLst/>
              <a:cxnLst/>
              <a:rect l="0" t="0" r="0" b="0"/>
              <a:pathLst>
                <a:path w="47008" h="13859">
                  <a:moveTo>
                    <a:pt x="0" y="0"/>
                  </a:moveTo>
                  <a:lnTo>
                    <a:pt x="47008" y="1385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7" name="Output_receptor__5876">
              <a:extLst>
                <a:ext uri="{FF2B5EF4-FFF2-40B4-BE49-F238E27FC236}">
                  <a16:creationId xmlns:a16="http://schemas.microsoft.com/office/drawing/2014/main" id="{AD0E893E-89DB-2B01-39EB-D682EE527872}"/>
                </a:ext>
              </a:extLst>
            </p:cNvPr>
            <p:cNvSpPr>
              <a:spLocks noGrp="1"/>
            </p:cNvSpPr>
            <p:nvPr/>
          </p:nvSpPr>
          <p:spPr>
            <a:xfrm>
              <a:off x="14928971" y="3303020"/>
              <a:ext cx="59803" cy="3817"/>
            </a:xfrm>
            <a:custGeom>
              <a:avLst/>
              <a:gdLst/>
              <a:ahLst/>
              <a:cxnLst/>
              <a:rect l="0" t="0" r="0" b="0"/>
              <a:pathLst>
                <a:path w="59803" h="3817">
                  <a:moveTo>
                    <a:pt x="0" y="0"/>
                  </a:moveTo>
                  <a:lnTo>
                    <a:pt x="59803" y="381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8" name="Output_receptor__5877">
              <a:extLst>
                <a:ext uri="{FF2B5EF4-FFF2-40B4-BE49-F238E27FC236}">
                  <a16:creationId xmlns:a16="http://schemas.microsoft.com/office/drawing/2014/main" id="{E105CCBB-2208-C189-9437-407E7641850E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440253"/>
              <a:ext cx="4425" cy="9833"/>
            </a:xfrm>
            <a:custGeom>
              <a:avLst/>
              <a:gdLst/>
              <a:ahLst/>
              <a:cxnLst/>
              <a:rect l="0" t="0" r="0" b="0"/>
              <a:pathLst>
                <a:path w="4425" h="9833">
                  <a:moveTo>
                    <a:pt x="0" y="0"/>
                  </a:moveTo>
                  <a:lnTo>
                    <a:pt x="4425" y="983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9" name="Output_receptor__5878">
              <a:extLst>
                <a:ext uri="{FF2B5EF4-FFF2-40B4-BE49-F238E27FC236}">
                  <a16:creationId xmlns:a16="http://schemas.microsoft.com/office/drawing/2014/main" id="{C54AAF47-9BE2-D9B7-0A6C-7E1078C7E5E3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85737"/>
              <a:ext cx="44836" cy="46809"/>
            </a:xfrm>
            <a:custGeom>
              <a:avLst/>
              <a:gdLst/>
              <a:ahLst/>
              <a:cxnLst/>
              <a:rect l="0" t="0" r="0" b="0"/>
              <a:pathLst>
                <a:path w="44836" h="46809">
                  <a:moveTo>
                    <a:pt x="44836" y="468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0" name="Output_receptor__5879">
              <a:extLst>
                <a:ext uri="{FF2B5EF4-FFF2-40B4-BE49-F238E27FC236}">
                  <a16:creationId xmlns:a16="http://schemas.microsoft.com/office/drawing/2014/main" id="{0760C354-12B0-FC74-2C81-C3FBA36301BD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802363"/>
              <a:ext cx="46804" cy="28820"/>
            </a:xfrm>
            <a:custGeom>
              <a:avLst/>
              <a:gdLst/>
              <a:ahLst/>
              <a:cxnLst/>
              <a:rect l="0" t="0" r="0" b="0"/>
              <a:pathLst>
                <a:path w="46804" h="28820">
                  <a:moveTo>
                    <a:pt x="0" y="0"/>
                  </a:moveTo>
                  <a:lnTo>
                    <a:pt x="46804" y="2882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1" name="Output_receptor__5880">
              <a:extLst>
                <a:ext uri="{FF2B5EF4-FFF2-40B4-BE49-F238E27FC236}">
                  <a16:creationId xmlns:a16="http://schemas.microsoft.com/office/drawing/2014/main" id="{F16E9D49-CE4A-6182-DCC7-548677956E40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37231"/>
              <a:ext cx="25844" cy="58997"/>
            </a:xfrm>
            <a:custGeom>
              <a:avLst/>
              <a:gdLst/>
              <a:ahLst/>
              <a:cxnLst/>
              <a:rect l="0" t="0" r="0" b="0"/>
              <a:pathLst>
                <a:path w="25844" h="58997">
                  <a:moveTo>
                    <a:pt x="25844" y="0"/>
                  </a:moveTo>
                  <a:lnTo>
                    <a:pt x="0" y="5899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2" name="Output_receptor__5881">
              <a:extLst>
                <a:ext uri="{FF2B5EF4-FFF2-40B4-BE49-F238E27FC236}">
                  <a16:creationId xmlns:a16="http://schemas.microsoft.com/office/drawing/2014/main" id="{40801815-27E0-5E1B-7855-400351712D42}"/>
                </a:ext>
              </a:extLst>
            </p:cNvPr>
            <p:cNvSpPr>
              <a:spLocks noGrp="1"/>
            </p:cNvSpPr>
            <p:nvPr/>
          </p:nvSpPr>
          <p:spPr>
            <a:xfrm>
              <a:off x="16158974" y="2831184"/>
              <a:ext cx="22764" cy="53876"/>
            </a:xfrm>
            <a:custGeom>
              <a:avLst/>
              <a:gdLst/>
              <a:ahLst/>
              <a:cxnLst/>
              <a:rect l="0" t="0" r="0" b="0"/>
              <a:pathLst>
                <a:path w="22764" h="53876">
                  <a:moveTo>
                    <a:pt x="0" y="0"/>
                  </a:moveTo>
                  <a:lnTo>
                    <a:pt x="22764" y="538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3" name="Output_receptor__5882">
              <a:extLst>
                <a:ext uri="{FF2B5EF4-FFF2-40B4-BE49-F238E27FC236}">
                  <a16:creationId xmlns:a16="http://schemas.microsoft.com/office/drawing/2014/main" id="{1D0C8203-DB19-1A2A-4994-1E02312496B2}"/>
                </a:ext>
              </a:extLst>
            </p:cNvPr>
            <p:cNvSpPr>
              <a:spLocks noGrp="1"/>
            </p:cNvSpPr>
            <p:nvPr/>
          </p:nvSpPr>
          <p:spPr>
            <a:xfrm>
              <a:off x="16276653" y="2680424"/>
              <a:ext cx="72017" cy="2051"/>
            </a:xfrm>
            <a:custGeom>
              <a:avLst/>
              <a:gdLst/>
              <a:ahLst/>
              <a:cxnLst/>
              <a:rect l="0" t="0" r="0" b="0"/>
              <a:pathLst>
                <a:path w="72017" h="2051">
                  <a:moveTo>
                    <a:pt x="72017" y="2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4" name="Output_receptor__5883">
              <a:extLst>
                <a:ext uri="{FF2B5EF4-FFF2-40B4-BE49-F238E27FC236}">
                  <a16:creationId xmlns:a16="http://schemas.microsoft.com/office/drawing/2014/main" id="{88F39F34-D622-A2F4-471B-B1D2B5457CB9}"/>
                </a:ext>
              </a:extLst>
            </p:cNvPr>
            <p:cNvSpPr>
              <a:spLocks noGrp="1"/>
            </p:cNvSpPr>
            <p:nvPr/>
          </p:nvSpPr>
          <p:spPr>
            <a:xfrm>
              <a:off x="14933757" y="3101327"/>
              <a:ext cx="72407" cy="1839"/>
            </a:xfrm>
            <a:custGeom>
              <a:avLst/>
              <a:gdLst/>
              <a:ahLst/>
              <a:cxnLst/>
              <a:rect l="0" t="0" r="0" b="0"/>
              <a:pathLst>
                <a:path w="72407" h="1839">
                  <a:moveTo>
                    <a:pt x="0" y="0"/>
                  </a:moveTo>
                  <a:lnTo>
                    <a:pt x="72407" y="183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5" name="Output_receptor__5884">
              <a:extLst>
                <a:ext uri="{FF2B5EF4-FFF2-40B4-BE49-F238E27FC236}">
                  <a16:creationId xmlns:a16="http://schemas.microsoft.com/office/drawing/2014/main" id="{F70573D7-7409-609B-9C3D-4B69DBE200BF}"/>
                </a:ext>
              </a:extLst>
            </p:cNvPr>
            <p:cNvSpPr>
              <a:spLocks noGrp="1"/>
            </p:cNvSpPr>
            <p:nvPr/>
          </p:nvSpPr>
          <p:spPr>
            <a:xfrm>
              <a:off x="15057192" y="3055229"/>
              <a:ext cx="64194" cy="7098"/>
            </a:xfrm>
            <a:custGeom>
              <a:avLst/>
              <a:gdLst/>
              <a:ahLst/>
              <a:cxnLst/>
              <a:rect l="0" t="0" r="0" b="0"/>
              <a:pathLst>
                <a:path w="64194" h="7098">
                  <a:moveTo>
                    <a:pt x="0" y="0"/>
                  </a:moveTo>
                  <a:lnTo>
                    <a:pt x="64194" y="709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6" name="Output_receptor__5885">
              <a:extLst>
                <a:ext uri="{FF2B5EF4-FFF2-40B4-BE49-F238E27FC236}">
                  <a16:creationId xmlns:a16="http://schemas.microsoft.com/office/drawing/2014/main" id="{9BC08047-46E6-AF97-4C19-F33C94C3DF83}"/>
                </a:ext>
              </a:extLst>
            </p:cNvPr>
            <p:cNvSpPr>
              <a:spLocks noGrp="1"/>
            </p:cNvSpPr>
            <p:nvPr/>
          </p:nvSpPr>
          <p:spPr>
            <a:xfrm>
              <a:off x="15997196" y="2570500"/>
              <a:ext cx="49505" cy="17521"/>
            </a:xfrm>
            <a:custGeom>
              <a:avLst/>
              <a:gdLst/>
              <a:ahLst/>
              <a:cxnLst/>
              <a:rect l="0" t="0" r="0" b="0"/>
              <a:pathLst>
                <a:path w="49505" h="17521">
                  <a:moveTo>
                    <a:pt x="49505" y="175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7" name="Output_receptor__5886">
              <a:extLst>
                <a:ext uri="{FF2B5EF4-FFF2-40B4-BE49-F238E27FC236}">
                  <a16:creationId xmlns:a16="http://schemas.microsoft.com/office/drawing/2014/main" id="{62AF31B3-CB3E-6B86-4E49-BCBE7162A8EF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95732"/>
              <a:ext cx="8197" cy="34271"/>
            </a:xfrm>
            <a:custGeom>
              <a:avLst/>
              <a:gdLst/>
              <a:ahLst/>
              <a:cxnLst/>
              <a:rect l="0" t="0" r="0" b="0"/>
              <a:pathLst>
                <a:path w="8197" h="34271">
                  <a:moveTo>
                    <a:pt x="0" y="0"/>
                  </a:moveTo>
                  <a:lnTo>
                    <a:pt x="8197" y="34271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8" name="Output_receptor__5887">
              <a:extLst>
                <a:ext uri="{FF2B5EF4-FFF2-40B4-BE49-F238E27FC236}">
                  <a16:creationId xmlns:a16="http://schemas.microsoft.com/office/drawing/2014/main" id="{1A969FC0-8892-8CD1-759E-FBAA5C162E29}"/>
                </a:ext>
              </a:extLst>
            </p:cNvPr>
            <p:cNvSpPr>
              <a:spLocks noGrp="1"/>
            </p:cNvSpPr>
            <p:nvPr/>
          </p:nvSpPr>
          <p:spPr>
            <a:xfrm>
              <a:off x="15121386" y="3021091"/>
              <a:ext cx="48018" cy="41236"/>
            </a:xfrm>
            <a:custGeom>
              <a:avLst/>
              <a:gdLst/>
              <a:ahLst/>
              <a:cxnLst/>
              <a:rect l="0" t="0" r="0" b="0"/>
              <a:pathLst>
                <a:path w="48018" h="41236">
                  <a:moveTo>
                    <a:pt x="0" y="41236"/>
                  </a:moveTo>
                  <a:lnTo>
                    <a:pt x="4801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9" name="Output_receptor__5888">
              <a:extLst>
                <a:ext uri="{FF2B5EF4-FFF2-40B4-BE49-F238E27FC236}">
                  <a16:creationId xmlns:a16="http://schemas.microsoft.com/office/drawing/2014/main" id="{F3611808-DCD7-FB12-C284-5E35339F502E}"/>
                </a:ext>
              </a:extLst>
            </p:cNvPr>
            <p:cNvSpPr>
              <a:spLocks noGrp="1"/>
            </p:cNvSpPr>
            <p:nvPr/>
          </p:nvSpPr>
          <p:spPr>
            <a:xfrm>
              <a:off x="16209672" y="3180779"/>
              <a:ext cx="4712" cy="67614"/>
            </a:xfrm>
            <a:custGeom>
              <a:avLst/>
              <a:gdLst/>
              <a:ahLst/>
              <a:cxnLst/>
              <a:rect l="0" t="0" r="0" b="0"/>
              <a:pathLst>
                <a:path w="4712" h="67614">
                  <a:moveTo>
                    <a:pt x="4712" y="67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0" name="Output_receptor__5889">
              <a:extLst>
                <a:ext uri="{FF2B5EF4-FFF2-40B4-BE49-F238E27FC236}">
                  <a16:creationId xmlns:a16="http://schemas.microsoft.com/office/drawing/2014/main" id="{2B4391D9-6166-08BB-FDB6-BE03AC9AA155}"/>
                </a:ext>
              </a:extLst>
            </p:cNvPr>
            <p:cNvSpPr>
              <a:spLocks noGrp="1"/>
            </p:cNvSpPr>
            <p:nvPr/>
          </p:nvSpPr>
          <p:spPr>
            <a:xfrm>
              <a:off x="16141742" y="3167511"/>
              <a:ext cx="67930" cy="13268"/>
            </a:xfrm>
            <a:custGeom>
              <a:avLst/>
              <a:gdLst/>
              <a:ahLst/>
              <a:cxnLst/>
              <a:rect l="0" t="0" r="0" b="0"/>
              <a:pathLst>
                <a:path w="67930" h="13268">
                  <a:moveTo>
                    <a:pt x="67930" y="1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1" name="Output_receptor__5890">
              <a:extLst>
                <a:ext uri="{FF2B5EF4-FFF2-40B4-BE49-F238E27FC236}">
                  <a16:creationId xmlns:a16="http://schemas.microsoft.com/office/drawing/2014/main" id="{698A0960-DE53-9B1D-8DED-8B107970C5ED}"/>
                </a:ext>
              </a:extLst>
            </p:cNvPr>
            <p:cNvSpPr>
              <a:spLocks noGrp="1"/>
            </p:cNvSpPr>
            <p:nvPr/>
          </p:nvSpPr>
          <p:spPr>
            <a:xfrm>
              <a:off x="15623380" y="3199551"/>
              <a:ext cx="1906" cy="42725"/>
            </a:xfrm>
            <a:custGeom>
              <a:avLst/>
              <a:gdLst/>
              <a:ahLst/>
              <a:cxnLst/>
              <a:rect l="0" t="0" r="0" b="0"/>
              <a:pathLst>
                <a:path w="1906" h="42725">
                  <a:moveTo>
                    <a:pt x="0" y="0"/>
                  </a:moveTo>
                  <a:lnTo>
                    <a:pt x="1906" y="4272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2" name="Output_receptor__5891">
              <a:extLst>
                <a:ext uri="{FF2B5EF4-FFF2-40B4-BE49-F238E27FC236}">
                  <a16:creationId xmlns:a16="http://schemas.microsoft.com/office/drawing/2014/main" id="{993CF7D7-56F1-729F-A379-4FCB6871B04A}"/>
                </a:ext>
              </a:extLst>
            </p:cNvPr>
            <p:cNvSpPr>
              <a:spLocks noGrp="1"/>
            </p:cNvSpPr>
            <p:nvPr/>
          </p:nvSpPr>
          <p:spPr>
            <a:xfrm>
              <a:off x="15006165" y="3055229"/>
              <a:ext cx="51028" cy="47937"/>
            </a:xfrm>
            <a:custGeom>
              <a:avLst/>
              <a:gdLst/>
              <a:ahLst/>
              <a:cxnLst/>
              <a:rect l="0" t="0" r="0" b="0"/>
              <a:pathLst>
                <a:path w="51028" h="47937">
                  <a:moveTo>
                    <a:pt x="0" y="47937"/>
                  </a:moveTo>
                  <a:lnTo>
                    <a:pt x="51028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3" name="Output_receptor__5892">
              <a:extLst>
                <a:ext uri="{FF2B5EF4-FFF2-40B4-BE49-F238E27FC236}">
                  <a16:creationId xmlns:a16="http://schemas.microsoft.com/office/drawing/2014/main" id="{9D413387-DBF2-2555-F06B-C6C62B411901}"/>
                </a:ext>
              </a:extLst>
            </p:cNvPr>
            <p:cNvSpPr>
              <a:spLocks noGrp="1"/>
            </p:cNvSpPr>
            <p:nvPr/>
          </p:nvSpPr>
          <p:spPr>
            <a:xfrm>
              <a:off x="15821688" y="3108068"/>
              <a:ext cx="69921" cy="7070"/>
            </a:xfrm>
            <a:custGeom>
              <a:avLst/>
              <a:gdLst/>
              <a:ahLst/>
              <a:cxnLst/>
              <a:rect l="0" t="0" r="0" b="0"/>
              <a:pathLst>
                <a:path w="69921" h="7070">
                  <a:moveTo>
                    <a:pt x="69921" y="0"/>
                  </a:moveTo>
                  <a:lnTo>
                    <a:pt x="0" y="70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4" name="Output_receptor__5893">
              <a:extLst>
                <a:ext uri="{FF2B5EF4-FFF2-40B4-BE49-F238E27FC236}">
                  <a16:creationId xmlns:a16="http://schemas.microsoft.com/office/drawing/2014/main" id="{C330E4AD-4A87-135D-1B78-84649C9CDE91}"/>
                </a:ext>
              </a:extLst>
            </p:cNvPr>
            <p:cNvSpPr>
              <a:spLocks noGrp="1"/>
            </p:cNvSpPr>
            <p:nvPr/>
          </p:nvSpPr>
          <p:spPr>
            <a:xfrm>
              <a:off x="16046702" y="2571297"/>
              <a:ext cx="61685" cy="16724"/>
            </a:xfrm>
            <a:custGeom>
              <a:avLst/>
              <a:gdLst/>
              <a:ahLst/>
              <a:cxnLst/>
              <a:rect l="0" t="0" r="0" b="0"/>
              <a:pathLst>
                <a:path w="61685" h="16724">
                  <a:moveTo>
                    <a:pt x="61685" y="0"/>
                  </a:moveTo>
                  <a:lnTo>
                    <a:pt x="0" y="1672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5" name="Output_receptor__5894">
              <a:extLst>
                <a:ext uri="{FF2B5EF4-FFF2-40B4-BE49-F238E27FC236}">
                  <a16:creationId xmlns:a16="http://schemas.microsoft.com/office/drawing/2014/main" id="{88FB8F3A-89E2-E662-9F95-5B0B93D1C8F3}"/>
                </a:ext>
              </a:extLst>
            </p:cNvPr>
            <p:cNvSpPr>
              <a:spLocks noGrp="1"/>
            </p:cNvSpPr>
            <p:nvPr/>
          </p:nvSpPr>
          <p:spPr>
            <a:xfrm>
              <a:off x="15379733" y="3195248"/>
              <a:ext cx="42077" cy="31535"/>
            </a:xfrm>
            <a:custGeom>
              <a:avLst/>
              <a:gdLst/>
              <a:ahLst/>
              <a:cxnLst/>
              <a:rect l="0" t="0" r="0" b="0"/>
              <a:pathLst>
                <a:path w="42077" h="31535">
                  <a:moveTo>
                    <a:pt x="0" y="0"/>
                  </a:moveTo>
                  <a:lnTo>
                    <a:pt x="42077" y="3153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6" name="Output_receptor__5895">
              <a:extLst>
                <a:ext uri="{FF2B5EF4-FFF2-40B4-BE49-F238E27FC236}">
                  <a16:creationId xmlns:a16="http://schemas.microsoft.com/office/drawing/2014/main" id="{8C4B5BAC-8803-5CA2-CD28-7EFD04A30F1D}"/>
                </a:ext>
              </a:extLst>
            </p:cNvPr>
            <p:cNvSpPr>
              <a:spLocks noGrp="1"/>
            </p:cNvSpPr>
            <p:nvPr/>
          </p:nvSpPr>
          <p:spPr>
            <a:xfrm>
              <a:off x="15326665" y="3191742"/>
              <a:ext cx="53068" cy="3505"/>
            </a:xfrm>
            <a:custGeom>
              <a:avLst/>
              <a:gdLst/>
              <a:ahLst/>
              <a:cxnLst/>
              <a:rect l="0" t="0" r="0" b="0"/>
              <a:pathLst>
                <a:path w="53068" h="3505">
                  <a:moveTo>
                    <a:pt x="0" y="0"/>
                  </a:moveTo>
                  <a:lnTo>
                    <a:pt x="53068" y="35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7" name="Output_receptor__5896">
              <a:extLst>
                <a:ext uri="{FF2B5EF4-FFF2-40B4-BE49-F238E27FC236}">
                  <a16:creationId xmlns:a16="http://schemas.microsoft.com/office/drawing/2014/main" id="{F25C6B08-C0CA-61DA-3C33-553838C54A16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177083"/>
              <a:ext cx="25124" cy="67234"/>
            </a:xfrm>
            <a:custGeom>
              <a:avLst/>
              <a:gdLst/>
              <a:ahLst/>
              <a:cxnLst/>
              <a:rect l="0" t="0" r="0" b="0"/>
              <a:pathLst>
                <a:path w="25124" h="67234">
                  <a:moveTo>
                    <a:pt x="0" y="67234"/>
                  </a:moveTo>
                  <a:lnTo>
                    <a:pt x="2512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8" name="Output_receptor__5897">
              <a:extLst>
                <a:ext uri="{FF2B5EF4-FFF2-40B4-BE49-F238E27FC236}">
                  <a16:creationId xmlns:a16="http://schemas.microsoft.com/office/drawing/2014/main" id="{88AE4F79-5F1C-FFFC-9664-96234E8817C9}"/>
                </a:ext>
              </a:extLst>
            </p:cNvPr>
            <p:cNvSpPr>
              <a:spLocks noGrp="1"/>
            </p:cNvSpPr>
            <p:nvPr/>
          </p:nvSpPr>
          <p:spPr>
            <a:xfrm>
              <a:off x="16314953" y="2460146"/>
              <a:ext cx="51960" cy="20970"/>
            </a:xfrm>
            <a:custGeom>
              <a:avLst/>
              <a:gdLst/>
              <a:ahLst/>
              <a:cxnLst/>
              <a:rect l="0" t="0" r="0" b="0"/>
              <a:pathLst>
                <a:path w="51960" h="20970">
                  <a:moveTo>
                    <a:pt x="0" y="0"/>
                  </a:moveTo>
                  <a:lnTo>
                    <a:pt x="51960" y="2097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9" name="Output_receptor__5898">
              <a:extLst>
                <a:ext uri="{FF2B5EF4-FFF2-40B4-BE49-F238E27FC236}">
                  <a16:creationId xmlns:a16="http://schemas.microsoft.com/office/drawing/2014/main" id="{1F74E63A-FF55-772C-78BA-022A39546F38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25204"/>
              <a:ext cx="43688" cy="20133"/>
            </a:xfrm>
            <a:custGeom>
              <a:avLst/>
              <a:gdLst/>
              <a:ahLst/>
              <a:cxnLst/>
              <a:rect l="0" t="0" r="0" b="0"/>
              <a:pathLst>
                <a:path w="43688" h="20133">
                  <a:moveTo>
                    <a:pt x="43688" y="0"/>
                  </a:moveTo>
                  <a:lnTo>
                    <a:pt x="0" y="20133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0" name="Output_receptor__5899">
              <a:extLst>
                <a:ext uri="{FF2B5EF4-FFF2-40B4-BE49-F238E27FC236}">
                  <a16:creationId xmlns:a16="http://schemas.microsoft.com/office/drawing/2014/main" id="{C387372F-1DAA-CCE1-D2D3-D81563A48146}"/>
                </a:ext>
              </a:extLst>
            </p:cNvPr>
            <p:cNvSpPr>
              <a:spLocks noGrp="1"/>
            </p:cNvSpPr>
            <p:nvPr/>
          </p:nvSpPr>
          <p:spPr>
            <a:xfrm>
              <a:off x="14887697" y="2937231"/>
              <a:ext cx="72130" cy="5821"/>
            </a:xfrm>
            <a:custGeom>
              <a:avLst/>
              <a:gdLst/>
              <a:ahLst/>
              <a:cxnLst/>
              <a:rect l="0" t="0" r="0" b="0"/>
              <a:pathLst>
                <a:path w="72130" h="5821">
                  <a:moveTo>
                    <a:pt x="72130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1" name="Output_receptor__5900">
              <a:extLst>
                <a:ext uri="{FF2B5EF4-FFF2-40B4-BE49-F238E27FC236}">
                  <a16:creationId xmlns:a16="http://schemas.microsoft.com/office/drawing/2014/main" id="{2115C8C4-073E-672B-9E43-F9C87016B1B2}"/>
                </a:ext>
              </a:extLst>
            </p:cNvPr>
            <p:cNvSpPr>
              <a:spLocks noGrp="1"/>
            </p:cNvSpPr>
            <p:nvPr/>
          </p:nvSpPr>
          <p:spPr>
            <a:xfrm>
              <a:off x="14988774" y="3306837"/>
              <a:ext cx="25076" cy="66664"/>
            </a:xfrm>
            <a:custGeom>
              <a:avLst/>
              <a:gdLst/>
              <a:ahLst/>
              <a:cxnLst/>
              <a:rect l="0" t="0" r="0" b="0"/>
              <a:pathLst>
                <a:path w="25076" h="66664">
                  <a:moveTo>
                    <a:pt x="0" y="0"/>
                  </a:moveTo>
                  <a:lnTo>
                    <a:pt x="25076" y="6666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2" name="Output_receptor__5901">
              <a:extLst>
                <a:ext uri="{FF2B5EF4-FFF2-40B4-BE49-F238E27FC236}">
                  <a16:creationId xmlns:a16="http://schemas.microsoft.com/office/drawing/2014/main" id="{E91276CC-86F3-BA7B-7F8D-C2E386D2D483}"/>
                </a:ext>
              </a:extLst>
            </p:cNvPr>
            <p:cNvSpPr>
              <a:spLocks noGrp="1"/>
            </p:cNvSpPr>
            <p:nvPr/>
          </p:nvSpPr>
          <p:spPr>
            <a:xfrm>
              <a:off x="14966606" y="2811095"/>
              <a:ext cx="55033" cy="14109"/>
            </a:xfrm>
            <a:custGeom>
              <a:avLst/>
              <a:gdLst/>
              <a:ahLst/>
              <a:cxnLst/>
              <a:rect l="0" t="0" r="0" b="0"/>
              <a:pathLst>
                <a:path w="55033" h="14109">
                  <a:moveTo>
                    <a:pt x="55033" y="0"/>
                  </a:moveTo>
                  <a:lnTo>
                    <a:pt x="0" y="1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3" name="Output_receptor__5902">
              <a:extLst>
                <a:ext uri="{FF2B5EF4-FFF2-40B4-BE49-F238E27FC236}">
                  <a16:creationId xmlns:a16="http://schemas.microsoft.com/office/drawing/2014/main" id="{9BEA07FF-5E7D-13E7-D908-9B9A03F6678C}"/>
                </a:ext>
              </a:extLst>
            </p:cNvPr>
            <p:cNvSpPr>
              <a:spLocks noGrp="1"/>
            </p:cNvSpPr>
            <p:nvPr/>
          </p:nvSpPr>
          <p:spPr>
            <a:xfrm>
              <a:off x="16249334" y="2460146"/>
              <a:ext cx="65619" cy="10238"/>
            </a:xfrm>
            <a:custGeom>
              <a:avLst/>
              <a:gdLst/>
              <a:ahLst/>
              <a:cxnLst/>
              <a:rect l="0" t="0" r="0" b="0"/>
              <a:pathLst>
                <a:path w="65619" h="10238">
                  <a:moveTo>
                    <a:pt x="0" y="10238"/>
                  </a:moveTo>
                  <a:lnTo>
                    <a:pt x="656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4" name="Output_receptor__5903">
              <a:extLst>
                <a:ext uri="{FF2B5EF4-FFF2-40B4-BE49-F238E27FC236}">
                  <a16:creationId xmlns:a16="http://schemas.microsoft.com/office/drawing/2014/main" id="{4EF1FAC0-D542-8D33-EBEE-630FF49D98E7}"/>
                </a:ext>
              </a:extLst>
            </p:cNvPr>
            <p:cNvSpPr>
              <a:spLocks noGrp="1"/>
            </p:cNvSpPr>
            <p:nvPr/>
          </p:nvSpPr>
          <p:spPr>
            <a:xfrm>
              <a:off x="15169404" y="3017905"/>
              <a:ext cx="71509" cy="3186"/>
            </a:xfrm>
            <a:custGeom>
              <a:avLst/>
              <a:gdLst/>
              <a:ahLst/>
              <a:cxnLst/>
              <a:rect l="0" t="0" r="0" b="0"/>
              <a:pathLst>
                <a:path w="71509" h="3186">
                  <a:moveTo>
                    <a:pt x="0" y="3186"/>
                  </a:moveTo>
                  <a:lnTo>
                    <a:pt x="7150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5" name="Output_receptor__5904">
              <a:extLst>
                <a:ext uri="{FF2B5EF4-FFF2-40B4-BE49-F238E27FC236}">
                  <a16:creationId xmlns:a16="http://schemas.microsoft.com/office/drawing/2014/main" id="{95A87872-88B6-22F3-E557-B4E44A3D69C9}"/>
                </a:ext>
              </a:extLst>
            </p:cNvPr>
            <p:cNvSpPr>
              <a:spLocks noGrp="1"/>
            </p:cNvSpPr>
            <p:nvPr/>
          </p:nvSpPr>
          <p:spPr>
            <a:xfrm>
              <a:off x="16246094" y="2629571"/>
              <a:ext cx="30558" cy="50853"/>
            </a:xfrm>
            <a:custGeom>
              <a:avLst/>
              <a:gdLst/>
              <a:ahLst/>
              <a:cxnLst/>
              <a:rect l="0" t="0" r="0" b="0"/>
              <a:pathLst>
                <a:path w="30558" h="50853">
                  <a:moveTo>
                    <a:pt x="30558" y="508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6" name="Output_receptor__5905">
              <a:extLst>
                <a:ext uri="{FF2B5EF4-FFF2-40B4-BE49-F238E27FC236}">
                  <a16:creationId xmlns:a16="http://schemas.microsoft.com/office/drawing/2014/main" id="{35C7CDF5-ACCA-62D0-5471-22716596A144}"/>
                </a:ext>
              </a:extLst>
            </p:cNvPr>
            <p:cNvSpPr>
              <a:spLocks noGrp="1"/>
            </p:cNvSpPr>
            <p:nvPr/>
          </p:nvSpPr>
          <p:spPr>
            <a:xfrm>
              <a:off x="15557108" y="3177083"/>
              <a:ext cx="66273" cy="22467"/>
            </a:xfrm>
            <a:custGeom>
              <a:avLst/>
              <a:gdLst/>
              <a:ahLst/>
              <a:cxnLst/>
              <a:rect l="0" t="0" r="0" b="0"/>
              <a:pathLst>
                <a:path w="66273" h="22467">
                  <a:moveTo>
                    <a:pt x="0" y="0"/>
                  </a:moveTo>
                  <a:lnTo>
                    <a:pt x="66273" y="2246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7" name="Output_receptor__5906">
              <a:extLst>
                <a:ext uri="{FF2B5EF4-FFF2-40B4-BE49-F238E27FC236}">
                  <a16:creationId xmlns:a16="http://schemas.microsoft.com/office/drawing/2014/main" id="{CE3FFBDB-F7DB-46B4-E5AA-C63EAF5ACE53}"/>
                </a:ext>
              </a:extLst>
            </p:cNvPr>
            <p:cNvSpPr>
              <a:spLocks noGrp="1"/>
            </p:cNvSpPr>
            <p:nvPr/>
          </p:nvSpPr>
          <p:spPr>
            <a:xfrm>
              <a:off x="15338436" y="2832106"/>
              <a:ext cx="41269" cy="50625"/>
            </a:xfrm>
            <a:custGeom>
              <a:avLst/>
              <a:gdLst/>
              <a:ahLst/>
              <a:cxnLst/>
              <a:rect l="0" t="0" r="0" b="0"/>
              <a:pathLst>
                <a:path w="41269" h="50625">
                  <a:moveTo>
                    <a:pt x="41269" y="0"/>
                  </a:moveTo>
                  <a:lnTo>
                    <a:pt x="0" y="5062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8" name="Output_receptor__5907">
              <a:extLst>
                <a:ext uri="{FF2B5EF4-FFF2-40B4-BE49-F238E27FC236}">
                  <a16:creationId xmlns:a16="http://schemas.microsoft.com/office/drawing/2014/main" id="{385CA5F3-5F60-3B6D-566B-79545A76CBD0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6263"/>
              <a:ext cx="31189" cy="17380"/>
            </a:xfrm>
            <a:custGeom>
              <a:avLst/>
              <a:gdLst/>
              <a:ahLst/>
              <a:cxnLst/>
              <a:rect l="0" t="0" r="0" b="0"/>
              <a:pathLst>
                <a:path w="31189" h="17380">
                  <a:moveTo>
                    <a:pt x="31189" y="0"/>
                  </a:moveTo>
                  <a:lnTo>
                    <a:pt x="0" y="173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9" name="Output_receptor__5908">
              <a:extLst>
                <a:ext uri="{FF2B5EF4-FFF2-40B4-BE49-F238E27FC236}">
                  <a16:creationId xmlns:a16="http://schemas.microsoft.com/office/drawing/2014/main" id="{6BEE9E1A-F2D7-7ACE-65A8-DCD85B4E6EAC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70384"/>
              <a:ext cx="34962" cy="36493"/>
            </a:xfrm>
            <a:custGeom>
              <a:avLst/>
              <a:gdLst/>
              <a:ahLst/>
              <a:cxnLst/>
              <a:rect l="0" t="0" r="0" b="0"/>
              <a:pathLst>
                <a:path w="34962" h="36493">
                  <a:moveTo>
                    <a:pt x="0" y="36493"/>
                  </a:moveTo>
                  <a:lnTo>
                    <a:pt x="34962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10" name="Output_receptor__5909">
              <a:extLst>
                <a:ext uri="{FF2B5EF4-FFF2-40B4-BE49-F238E27FC236}">
                  <a16:creationId xmlns:a16="http://schemas.microsoft.com/office/drawing/2014/main" id="{E0566A58-923B-7714-C6F8-2B303D0B55D7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39050" cy="54410"/>
            </a:xfrm>
            <a:custGeom>
              <a:avLst/>
              <a:gdLst/>
              <a:ahLst/>
              <a:cxnLst/>
              <a:rect l="0" t="0" r="0" b="0"/>
              <a:pathLst>
                <a:path w="39050" h="54410">
                  <a:moveTo>
                    <a:pt x="0" y="0"/>
                  </a:moveTo>
                  <a:lnTo>
                    <a:pt x="39050" y="5441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1" name="Output_receptor__5910">
              <a:extLst>
                <a:ext uri="{FF2B5EF4-FFF2-40B4-BE49-F238E27FC236}">
                  <a16:creationId xmlns:a16="http://schemas.microsoft.com/office/drawing/2014/main" id="{768C4FD6-D3B0-B66C-5AE4-321F4A761368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45939"/>
              <a:ext cx="41609" cy="29809"/>
            </a:xfrm>
            <a:custGeom>
              <a:avLst/>
              <a:gdLst/>
              <a:ahLst/>
              <a:cxnLst/>
              <a:rect l="0" t="0" r="0" b="0"/>
              <a:pathLst>
                <a:path w="41609" h="29809">
                  <a:moveTo>
                    <a:pt x="0" y="0"/>
                  </a:moveTo>
                  <a:lnTo>
                    <a:pt x="41609" y="29809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2" name="Output_receptor__5911">
              <a:extLst>
                <a:ext uri="{FF2B5EF4-FFF2-40B4-BE49-F238E27FC236}">
                  <a16:creationId xmlns:a16="http://schemas.microsoft.com/office/drawing/2014/main" id="{5C62C11B-8F7B-DDE7-38A5-C94D2C92FA6D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244317"/>
              <a:ext cx="32034" cy="21546"/>
            </a:xfrm>
            <a:custGeom>
              <a:avLst/>
              <a:gdLst/>
              <a:ahLst/>
              <a:cxnLst/>
              <a:rect l="0" t="0" r="0" b="0"/>
              <a:pathLst>
                <a:path w="32034" h="21546">
                  <a:moveTo>
                    <a:pt x="32034" y="21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3" name="Output_receptor__5912">
              <a:extLst>
                <a:ext uri="{FF2B5EF4-FFF2-40B4-BE49-F238E27FC236}">
                  <a16:creationId xmlns:a16="http://schemas.microsoft.com/office/drawing/2014/main" id="{6EB481D0-9BF5-89B6-7318-85D1FFE289A4}"/>
                </a:ext>
              </a:extLst>
            </p:cNvPr>
            <p:cNvSpPr>
              <a:spLocks noGrp="1"/>
            </p:cNvSpPr>
            <p:nvPr/>
          </p:nvSpPr>
          <p:spPr>
            <a:xfrm>
              <a:off x="15713328" y="3384396"/>
              <a:ext cx="11178" cy="48151"/>
            </a:xfrm>
            <a:custGeom>
              <a:avLst/>
              <a:gdLst/>
              <a:ahLst/>
              <a:cxnLst/>
              <a:rect l="0" t="0" r="0" b="0"/>
              <a:pathLst>
                <a:path w="11178" h="48151">
                  <a:moveTo>
                    <a:pt x="11178" y="0"/>
                  </a:moveTo>
                  <a:lnTo>
                    <a:pt x="0" y="48151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4" name="Output_receptor__5913">
              <a:extLst>
                <a:ext uri="{FF2B5EF4-FFF2-40B4-BE49-F238E27FC236}">
                  <a16:creationId xmlns:a16="http://schemas.microsoft.com/office/drawing/2014/main" id="{4A99DD19-2B00-7FE6-AA47-4E14057BE318}"/>
                </a:ext>
              </a:extLst>
            </p:cNvPr>
            <p:cNvSpPr>
              <a:spLocks noGrp="1"/>
            </p:cNvSpPr>
            <p:nvPr/>
          </p:nvSpPr>
          <p:spPr>
            <a:xfrm>
              <a:off x="15213662" y="2832149"/>
              <a:ext cx="2192" cy="52578"/>
            </a:xfrm>
            <a:custGeom>
              <a:avLst/>
              <a:gdLst/>
              <a:ahLst/>
              <a:cxnLst/>
              <a:rect l="0" t="0" r="0" b="0"/>
              <a:pathLst>
                <a:path w="2192" h="52578">
                  <a:moveTo>
                    <a:pt x="0" y="52578"/>
                  </a:moveTo>
                  <a:lnTo>
                    <a:pt x="2192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5" name="Output_receptor__5914">
              <a:extLst>
                <a:ext uri="{FF2B5EF4-FFF2-40B4-BE49-F238E27FC236}">
                  <a16:creationId xmlns:a16="http://schemas.microsoft.com/office/drawing/2014/main" id="{4E07FD35-F0A3-26E7-230E-D4124E37042F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382659"/>
              <a:ext cx="32313" cy="57594"/>
            </a:xfrm>
            <a:custGeom>
              <a:avLst/>
              <a:gdLst/>
              <a:ahLst/>
              <a:cxnLst/>
              <a:rect l="0" t="0" r="0" b="0"/>
              <a:pathLst>
                <a:path w="32313" h="57594">
                  <a:moveTo>
                    <a:pt x="32313" y="0"/>
                  </a:moveTo>
                  <a:lnTo>
                    <a:pt x="0" y="5759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6" name="Output_receptor__5915">
              <a:extLst>
                <a:ext uri="{FF2B5EF4-FFF2-40B4-BE49-F238E27FC236}">
                  <a16:creationId xmlns:a16="http://schemas.microsoft.com/office/drawing/2014/main" id="{B29C1C84-7166-9BE2-BBF7-95F38E529493}"/>
                </a:ext>
              </a:extLst>
            </p:cNvPr>
            <p:cNvSpPr>
              <a:spLocks noGrp="1"/>
            </p:cNvSpPr>
            <p:nvPr/>
          </p:nvSpPr>
          <p:spPr>
            <a:xfrm>
              <a:off x="15800078" y="3115138"/>
              <a:ext cx="21610" cy="39629"/>
            </a:xfrm>
            <a:custGeom>
              <a:avLst/>
              <a:gdLst/>
              <a:ahLst/>
              <a:cxnLst/>
              <a:rect l="0" t="0" r="0" b="0"/>
              <a:pathLst>
                <a:path w="21610" h="39629">
                  <a:moveTo>
                    <a:pt x="21610" y="0"/>
                  </a:moveTo>
                  <a:lnTo>
                    <a:pt x="0" y="3962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7" name="Output_receptor__5916">
              <a:extLst>
                <a:ext uri="{FF2B5EF4-FFF2-40B4-BE49-F238E27FC236}">
                  <a16:creationId xmlns:a16="http://schemas.microsoft.com/office/drawing/2014/main" id="{77914215-8350-C497-D0F1-A09C41E065B1}"/>
                </a:ext>
              </a:extLst>
            </p:cNvPr>
            <p:cNvSpPr>
              <a:spLocks noGrp="1"/>
            </p:cNvSpPr>
            <p:nvPr/>
          </p:nvSpPr>
          <p:spPr>
            <a:xfrm>
              <a:off x="16176285" y="2629571"/>
              <a:ext cx="69809" cy="10078"/>
            </a:xfrm>
            <a:custGeom>
              <a:avLst/>
              <a:gdLst/>
              <a:ahLst/>
              <a:cxnLst/>
              <a:rect l="0" t="0" r="0" b="0"/>
              <a:pathLst>
                <a:path w="69809" h="10078">
                  <a:moveTo>
                    <a:pt x="69809" y="0"/>
                  </a:moveTo>
                  <a:lnTo>
                    <a:pt x="0" y="10078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8" name="Output_receptor__5917">
              <a:extLst>
                <a:ext uri="{FF2B5EF4-FFF2-40B4-BE49-F238E27FC236}">
                  <a16:creationId xmlns:a16="http://schemas.microsoft.com/office/drawing/2014/main" id="{E3C912C0-BFFB-B8D6-6C84-8A28C0F4A2C4}"/>
                </a:ext>
              </a:extLst>
            </p:cNvPr>
            <p:cNvSpPr>
              <a:spLocks noGrp="1"/>
            </p:cNvSpPr>
            <p:nvPr/>
          </p:nvSpPr>
          <p:spPr>
            <a:xfrm>
              <a:off x="15776122" y="3230003"/>
              <a:ext cx="54653" cy="29534"/>
            </a:xfrm>
            <a:custGeom>
              <a:avLst/>
              <a:gdLst/>
              <a:ahLst/>
              <a:cxnLst/>
              <a:rect l="0" t="0" r="0" b="0"/>
              <a:pathLst>
                <a:path w="54653" h="29534">
                  <a:moveTo>
                    <a:pt x="54653" y="0"/>
                  </a:moveTo>
                  <a:lnTo>
                    <a:pt x="0" y="2953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9" name="Output_receptor__5918">
              <a:extLst>
                <a:ext uri="{FF2B5EF4-FFF2-40B4-BE49-F238E27FC236}">
                  <a16:creationId xmlns:a16="http://schemas.microsoft.com/office/drawing/2014/main" id="{99EBD8F0-11B2-7268-74B8-EDA4AED7EB20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782896"/>
              <a:ext cx="3513" cy="33162"/>
            </a:xfrm>
            <a:custGeom>
              <a:avLst/>
              <a:gdLst/>
              <a:ahLst/>
              <a:cxnLst/>
              <a:rect l="0" t="0" r="0" b="0"/>
              <a:pathLst>
                <a:path w="3513" h="33162">
                  <a:moveTo>
                    <a:pt x="3513" y="0"/>
                  </a:moveTo>
                  <a:lnTo>
                    <a:pt x="0" y="33162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0" name="Output_receptor__5919">
              <a:extLst>
                <a:ext uri="{FF2B5EF4-FFF2-40B4-BE49-F238E27FC236}">
                  <a16:creationId xmlns:a16="http://schemas.microsoft.com/office/drawing/2014/main" id="{2D199068-141D-E62A-AE96-17C2C971033F}"/>
                </a:ext>
              </a:extLst>
            </p:cNvPr>
            <p:cNvSpPr>
              <a:spLocks noGrp="1"/>
            </p:cNvSpPr>
            <p:nvPr/>
          </p:nvSpPr>
          <p:spPr>
            <a:xfrm>
              <a:off x="15240912" y="2988373"/>
              <a:ext cx="7770" cy="29532"/>
            </a:xfrm>
            <a:custGeom>
              <a:avLst/>
              <a:gdLst/>
              <a:ahLst/>
              <a:cxnLst/>
              <a:rect l="0" t="0" r="0" b="0"/>
              <a:pathLst>
                <a:path w="7770" h="29532">
                  <a:moveTo>
                    <a:pt x="0" y="29532"/>
                  </a:moveTo>
                  <a:lnTo>
                    <a:pt x="7770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1" name="Output_receptor__5920">
              <a:extLst>
                <a:ext uri="{FF2B5EF4-FFF2-40B4-BE49-F238E27FC236}">
                  <a16:creationId xmlns:a16="http://schemas.microsoft.com/office/drawing/2014/main" id="{D1723338-6D2E-A845-F69E-ED9FD05A6AF0}"/>
                </a:ext>
              </a:extLst>
            </p:cNvPr>
            <p:cNvSpPr>
              <a:spLocks noGrp="1"/>
            </p:cNvSpPr>
            <p:nvPr/>
          </p:nvSpPr>
          <p:spPr>
            <a:xfrm>
              <a:off x="15129255" y="3101606"/>
              <a:ext cx="65921" cy="27536"/>
            </a:xfrm>
            <a:custGeom>
              <a:avLst/>
              <a:gdLst/>
              <a:ahLst/>
              <a:cxnLst/>
              <a:rect l="0" t="0" r="0" b="0"/>
              <a:pathLst>
                <a:path w="65921" h="27536">
                  <a:moveTo>
                    <a:pt x="0" y="27536"/>
                  </a:moveTo>
                  <a:lnTo>
                    <a:pt x="65921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2" name="Output_receptor__5921">
              <a:extLst>
                <a:ext uri="{FF2B5EF4-FFF2-40B4-BE49-F238E27FC236}">
                  <a16:creationId xmlns:a16="http://schemas.microsoft.com/office/drawing/2014/main" id="{9CB1064E-0A04-AE28-A79F-CAF19760B6A1}"/>
                </a:ext>
              </a:extLst>
            </p:cNvPr>
            <p:cNvSpPr>
              <a:spLocks noGrp="1"/>
            </p:cNvSpPr>
            <p:nvPr/>
          </p:nvSpPr>
          <p:spPr>
            <a:xfrm>
              <a:off x="15814680" y="3029647"/>
              <a:ext cx="71599" cy="6739"/>
            </a:xfrm>
            <a:custGeom>
              <a:avLst/>
              <a:gdLst/>
              <a:ahLst/>
              <a:cxnLst/>
              <a:rect l="0" t="0" r="0" b="0"/>
              <a:pathLst>
                <a:path w="71599" h="6739">
                  <a:moveTo>
                    <a:pt x="71599" y="0"/>
                  </a:moveTo>
                  <a:lnTo>
                    <a:pt x="0" y="673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3" name="Output_receptor__5922">
              <a:extLst>
                <a:ext uri="{FF2B5EF4-FFF2-40B4-BE49-F238E27FC236}">
                  <a16:creationId xmlns:a16="http://schemas.microsoft.com/office/drawing/2014/main" id="{C1430998-55DB-7C8F-FB2A-26DEA87868F5}"/>
                </a:ext>
              </a:extLst>
            </p:cNvPr>
            <p:cNvSpPr>
              <a:spLocks noGrp="1"/>
            </p:cNvSpPr>
            <p:nvPr/>
          </p:nvSpPr>
          <p:spPr>
            <a:xfrm>
              <a:off x="15013850" y="3373501"/>
              <a:ext cx="6976" cy="2555"/>
            </a:xfrm>
            <a:custGeom>
              <a:avLst/>
              <a:gdLst/>
              <a:ahLst/>
              <a:cxnLst/>
              <a:rect l="0" t="0" r="0" b="0"/>
              <a:pathLst>
                <a:path w="6976" h="2555">
                  <a:moveTo>
                    <a:pt x="0" y="0"/>
                  </a:moveTo>
                  <a:lnTo>
                    <a:pt x="6976" y="2555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4" name="Output_receptor__5923">
              <a:extLst>
                <a:ext uri="{FF2B5EF4-FFF2-40B4-BE49-F238E27FC236}">
                  <a16:creationId xmlns:a16="http://schemas.microsoft.com/office/drawing/2014/main" id="{D5285396-75FF-ECE8-88A0-4ADBB4C26B87}"/>
                </a:ext>
              </a:extLst>
            </p:cNvPr>
            <p:cNvSpPr>
              <a:spLocks noGrp="1"/>
            </p:cNvSpPr>
            <p:nvPr/>
          </p:nvSpPr>
          <p:spPr>
            <a:xfrm>
              <a:off x="16035485" y="2656884"/>
              <a:ext cx="12366" cy="70533"/>
            </a:xfrm>
            <a:custGeom>
              <a:avLst/>
              <a:gdLst/>
              <a:ahLst/>
              <a:cxnLst/>
              <a:rect l="0" t="0" r="0" b="0"/>
              <a:pathLst>
                <a:path w="12366" h="70533">
                  <a:moveTo>
                    <a:pt x="12366" y="0"/>
                  </a:moveTo>
                  <a:lnTo>
                    <a:pt x="0" y="70533"/>
                  </a:lnTo>
                </a:path>
              </a:pathLst>
            </a:custGeom>
            <a:noFill/>
            <a:ln w="8096">
              <a:solidFill>
                <a:srgbClr val="EEF0F3"/>
              </a:solidFill>
            </a:ln>
          </p:spPr>
        </p:sp>
        <p:sp>
          <p:nvSpPr>
            <p:cNvPr id="5925" name="Output_receptor__5924">
              <a:extLst>
                <a:ext uri="{FF2B5EF4-FFF2-40B4-BE49-F238E27FC236}">
                  <a16:creationId xmlns:a16="http://schemas.microsoft.com/office/drawing/2014/main" id="{5CC8C4B5-1869-6E71-6630-30B88F174798}"/>
                </a:ext>
              </a:extLst>
            </p:cNvPr>
            <p:cNvSpPr>
              <a:spLocks noGrp="1"/>
            </p:cNvSpPr>
            <p:nvPr/>
          </p:nvSpPr>
          <p:spPr>
            <a:xfrm>
              <a:off x="15652722" y="3377277"/>
              <a:ext cx="71783" cy="7119"/>
            </a:xfrm>
            <a:custGeom>
              <a:avLst/>
              <a:gdLst/>
              <a:ahLst/>
              <a:cxnLst/>
              <a:rect l="0" t="0" r="0" b="0"/>
              <a:pathLst>
                <a:path w="71783" h="7119">
                  <a:moveTo>
                    <a:pt x="0" y="0"/>
                  </a:moveTo>
                  <a:lnTo>
                    <a:pt x="71783" y="7119"/>
                  </a:lnTo>
                </a:path>
              </a:pathLst>
            </a:custGeom>
            <a:noFill/>
            <a:ln w="20003">
              <a:solidFill>
                <a:srgbClr val="EEF0F3"/>
              </a:solidFill>
            </a:ln>
          </p:spPr>
        </p:sp>
        <p:sp>
          <p:nvSpPr>
            <p:cNvPr id="5926" name="Output_receptor__5925">
              <a:extLst>
                <a:ext uri="{FF2B5EF4-FFF2-40B4-BE49-F238E27FC236}">
                  <a16:creationId xmlns:a16="http://schemas.microsoft.com/office/drawing/2014/main" id="{997DE8AD-9F93-BC25-859B-E15726D5086C}"/>
                </a:ext>
              </a:extLst>
            </p:cNvPr>
            <p:cNvSpPr>
              <a:spLocks noGrp="1"/>
            </p:cNvSpPr>
            <p:nvPr/>
          </p:nvSpPr>
          <p:spPr>
            <a:xfrm>
              <a:off x="15072409" y="3103293"/>
              <a:ext cx="56845" cy="25849"/>
            </a:xfrm>
            <a:custGeom>
              <a:avLst/>
              <a:gdLst/>
              <a:ahLst/>
              <a:cxnLst/>
              <a:rect l="0" t="0" r="0" b="0"/>
              <a:pathLst>
                <a:path w="56845" h="25849">
                  <a:moveTo>
                    <a:pt x="0" y="0"/>
                  </a:moveTo>
                  <a:lnTo>
                    <a:pt x="56845" y="25849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7" name="Output_receptor__5926">
              <a:extLst>
                <a:ext uri="{FF2B5EF4-FFF2-40B4-BE49-F238E27FC236}">
                  <a16:creationId xmlns:a16="http://schemas.microsoft.com/office/drawing/2014/main" id="{D822283F-D08C-2BAC-317E-13FF1717606E}"/>
                </a:ext>
              </a:extLst>
            </p:cNvPr>
            <p:cNvSpPr>
              <a:spLocks noGrp="1"/>
            </p:cNvSpPr>
            <p:nvPr/>
          </p:nvSpPr>
          <p:spPr>
            <a:xfrm>
              <a:off x="15331765" y="2810528"/>
              <a:ext cx="47940" cy="21578"/>
            </a:xfrm>
            <a:custGeom>
              <a:avLst/>
              <a:gdLst/>
              <a:ahLst/>
              <a:cxnLst/>
              <a:rect l="0" t="0" r="0" b="0"/>
              <a:pathLst>
                <a:path w="47940" h="21578">
                  <a:moveTo>
                    <a:pt x="0" y="0"/>
                  </a:moveTo>
                  <a:lnTo>
                    <a:pt x="47940" y="2157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28" name="Output_receptor__5927">
              <a:extLst>
                <a:ext uri="{FF2B5EF4-FFF2-40B4-BE49-F238E27FC236}">
                  <a16:creationId xmlns:a16="http://schemas.microsoft.com/office/drawing/2014/main" id="{859C2736-F08E-8911-DE82-8563F6CDF500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377277"/>
              <a:ext cx="7374" cy="71487"/>
            </a:xfrm>
            <a:custGeom>
              <a:avLst/>
              <a:gdLst/>
              <a:ahLst/>
              <a:cxnLst/>
              <a:rect l="0" t="0" r="0" b="0"/>
              <a:pathLst>
                <a:path w="7374" h="71487">
                  <a:moveTo>
                    <a:pt x="0" y="71487"/>
                  </a:moveTo>
                  <a:lnTo>
                    <a:pt x="737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9" name="Output_receptor__5928">
              <a:extLst>
                <a:ext uri="{FF2B5EF4-FFF2-40B4-BE49-F238E27FC236}">
                  <a16:creationId xmlns:a16="http://schemas.microsoft.com/office/drawing/2014/main" id="{CFB3C5B1-0EC4-EEB3-FA04-D4B61F78E8D0}"/>
                </a:ext>
              </a:extLst>
            </p:cNvPr>
            <p:cNvSpPr>
              <a:spLocks noGrp="1"/>
            </p:cNvSpPr>
            <p:nvPr/>
          </p:nvSpPr>
          <p:spPr>
            <a:xfrm>
              <a:off x="16130456" y="2593552"/>
              <a:ext cx="45829" cy="46097"/>
            </a:xfrm>
            <a:custGeom>
              <a:avLst/>
              <a:gdLst/>
              <a:ahLst/>
              <a:cxnLst/>
              <a:rect l="0" t="0" r="0" b="0"/>
              <a:pathLst>
                <a:path w="45829" h="46097">
                  <a:moveTo>
                    <a:pt x="45829" y="4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0" name="Output_receptor__5929">
              <a:extLst>
                <a:ext uri="{FF2B5EF4-FFF2-40B4-BE49-F238E27FC236}">
                  <a16:creationId xmlns:a16="http://schemas.microsoft.com/office/drawing/2014/main" id="{801C12C6-7261-FFE6-A5B9-2ED3F2209670}"/>
                </a:ext>
              </a:extLst>
            </p:cNvPr>
            <p:cNvSpPr>
              <a:spLocks noGrp="1"/>
            </p:cNvSpPr>
            <p:nvPr/>
          </p:nvSpPr>
          <p:spPr>
            <a:xfrm>
              <a:off x="15564018" y="3265472"/>
              <a:ext cx="70696" cy="391"/>
            </a:xfrm>
            <a:custGeom>
              <a:avLst/>
              <a:gdLst/>
              <a:ahLst/>
              <a:cxnLst/>
              <a:rect l="0" t="0" r="0" b="0"/>
              <a:pathLst>
                <a:path w="70696" h="391">
                  <a:moveTo>
                    <a:pt x="70696" y="0"/>
                  </a:moveTo>
                  <a:lnTo>
                    <a:pt x="0" y="3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1" name="Output_receptor__5930">
              <a:extLst>
                <a:ext uri="{FF2B5EF4-FFF2-40B4-BE49-F238E27FC236}">
                  <a16:creationId xmlns:a16="http://schemas.microsoft.com/office/drawing/2014/main" id="{5AD88612-2849-2360-742A-48452EE1B699}"/>
                </a:ext>
              </a:extLst>
            </p:cNvPr>
            <p:cNvSpPr>
              <a:spLocks noGrp="1"/>
            </p:cNvSpPr>
            <p:nvPr/>
          </p:nvSpPr>
          <p:spPr>
            <a:xfrm>
              <a:off x="15730373" y="3154767"/>
              <a:ext cx="69705" cy="17731"/>
            </a:xfrm>
            <a:custGeom>
              <a:avLst/>
              <a:gdLst/>
              <a:ahLst/>
              <a:cxnLst/>
              <a:rect l="0" t="0" r="0" b="0"/>
              <a:pathLst>
                <a:path w="69705" h="17731">
                  <a:moveTo>
                    <a:pt x="69705" y="0"/>
                  </a:moveTo>
                  <a:lnTo>
                    <a:pt x="0" y="1773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2" name="Output_receptor__5931">
              <a:extLst>
                <a:ext uri="{FF2B5EF4-FFF2-40B4-BE49-F238E27FC236}">
                  <a16:creationId xmlns:a16="http://schemas.microsoft.com/office/drawing/2014/main" id="{5583614A-E0FF-6B87-FB80-6943B67E11ED}"/>
                </a:ext>
              </a:extLst>
            </p:cNvPr>
            <p:cNvSpPr>
              <a:spLocks noGrp="1"/>
            </p:cNvSpPr>
            <p:nvPr/>
          </p:nvSpPr>
          <p:spPr>
            <a:xfrm>
              <a:off x="15040476" y="3433596"/>
              <a:ext cx="62314" cy="12104"/>
            </a:xfrm>
            <a:custGeom>
              <a:avLst/>
              <a:gdLst/>
              <a:ahLst/>
              <a:cxnLst/>
              <a:rect l="0" t="0" r="0" b="0"/>
              <a:pathLst>
                <a:path w="62314" h="12104">
                  <a:moveTo>
                    <a:pt x="0" y="12104"/>
                  </a:moveTo>
                  <a:lnTo>
                    <a:pt x="6231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3" name="Output_receptor__5932">
              <a:extLst>
                <a:ext uri="{FF2B5EF4-FFF2-40B4-BE49-F238E27FC236}">
                  <a16:creationId xmlns:a16="http://schemas.microsoft.com/office/drawing/2014/main" id="{02016D47-9299-D600-6255-1D50E28183F3}"/>
                </a:ext>
              </a:extLst>
            </p:cNvPr>
            <p:cNvSpPr>
              <a:spLocks noGrp="1"/>
            </p:cNvSpPr>
            <p:nvPr/>
          </p:nvSpPr>
          <p:spPr>
            <a:xfrm>
              <a:off x="15102790" y="3433596"/>
              <a:ext cx="62544" cy="4878"/>
            </a:xfrm>
            <a:custGeom>
              <a:avLst/>
              <a:gdLst/>
              <a:ahLst/>
              <a:cxnLst/>
              <a:rect l="0" t="0" r="0" b="0"/>
              <a:pathLst>
                <a:path w="62544" h="4878">
                  <a:moveTo>
                    <a:pt x="0" y="0"/>
                  </a:moveTo>
                  <a:lnTo>
                    <a:pt x="62544" y="487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4" name="Output_receptor__5933">
              <a:extLst>
                <a:ext uri="{FF2B5EF4-FFF2-40B4-BE49-F238E27FC236}">
                  <a16:creationId xmlns:a16="http://schemas.microsoft.com/office/drawing/2014/main" id="{257BC1B2-C7F3-20FE-9AA2-BA0677CEDFCF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44623" cy="3025"/>
            </a:xfrm>
            <a:custGeom>
              <a:avLst/>
              <a:gdLst/>
              <a:ahLst/>
              <a:cxnLst/>
              <a:rect l="0" t="0" r="0" b="0"/>
              <a:pathLst>
                <a:path w="44623" h="3025">
                  <a:moveTo>
                    <a:pt x="44623" y="30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5" name="Output_receptor__5934">
              <a:extLst>
                <a:ext uri="{FF2B5EF4-FFF2-40B4-BE49-F238E27FC236}">
                  <a16:creationId xmlns:a16="http://schemas.microsoft.com/office/drawing/2014/main" id="{098AD5EE-22E8-3D42-69AB-941860F6D4A0}"/>
                </a:ext>
              </a:extLst>
            </p:cNvPr>
            <p:cNvSpPr>
              <a:spLocks noGrp="1"/>
            </p:cNvSpPr>
            <p:nvPr/>
          </p:nvSpPr>
          <p:spPr>
            <a:xfrm>
              <a:off x="15302911" y="3361292"/>
              <a:ext cx="55460" cy="21367"/>
            </a:xfrm>
            <a:custGeom>
              <a:avLst/>
              <a:gdLst/>
              <a:ahLst/>
              <a:cxnLst/>
              <a:rect l="0" t="0" r="0" b="0"/>
              <a:pathLst>
                <a:path w="55460" h="21367">
                  <a:moveTo>
                    <a:pt x="0" y="0"/>
                  </a:moveTo>
                  <a:lnTo>
                    <a:pt x="55460" y="2136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6" name="Output_receptor__5935">
              <a:extLst>
                <a:ext uri="{FF2B5EF4-FFF2-40B4-BE49-F238E27FC236}">
                  <a16:creationId xmlns:a16="http://schemas.microsoft.com/office/drawing/2014/main" id="{7D537099-D111-A2EB-E804-4AD391AF57B7}"/>
                </a:ext>
              </a:extLst>
            </p:cNvPr>
            <p:cNvSpPr>
              <a:spLocks noGrp="1"/>
            </p:cNvSpPr>
            <p:nvPr/>
          </p:nvSpPr>
          <p:spPr>
            <a:xfrm>
              <a:off x="15886278" y="3029647"/>
              <a:ext cx="18608" cy="60598"/>
            </a:xfrm>
            <a:custGeom>
              <a:avLst/>
              <a:gdLst/>
              <a:ahLst/>
              <a:cxnLst/>
              <a:rect l="0" t="0" r="0" b="0"/>
              <a:pathLst>
                <a:path w="18608" h="60598">
                  <a:moveTo>
                    <a:pt x="18608" y="605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7" name="Output_receptor__5936">
              <a:extLst>
                <a:ext uri="{FF2B5EF4-FFF2-40B4-BE49-F238E27FC236}">
                  <a16:creationId xmlns:a16="http://schemas.microsoft.com/office/drawing/2014/main" id="{93CE6845-E914-679E-1637-FACF497DDD6A}"/>
                </a:ext>
              </a:extLst>
            </p:cNvPr>
            <p:cNvSpPr>
              <a:spLocks noGrp="1"/>
            </p:cNvSpPr>
            <p:nvPr/>
          </p:nvSpPr>
          <p:spPr>
            <a:xfrm>
              <a:off x="15128994" y="3341516"/>
              <a:ext cx="60879" cy="33434"/>
            </a:xfrm>
            <a:custGeom>
              <a:avLst/>
              <a:gdLst/>
              <a:ahLst/>
              <a:cxnLst/>
              <a:rect l="0" t="0" r="0" b="0"/>
              <a:pathLst>
                <a:path w="60879" h="33434">
                  <a:moveTo>
                    <a:pt x="60879" y="33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8" name="Output_receptor__5937">
              <a:extLst>
                <a:ext uri="{FF2B5EF4-FFF2-40B4-BE49-F238E27FC236}">
                  <a16:creationId xmlns:a16="http://schemas.microsoft.com/office/drawing/2014/main" id="{99BF4EB1-77A1-A2D5-E84D-F0B74AA02476}"/>
                </a:ext>
              </a:extLst>
            </p:cNvPr>
            <p:cNvSpPr>
              <a:spLocks noGrp="1"/>
            </p:cNvSpPr>
            <p:nvPr/>
          </p:nvSpPr>
          <p:spPr>
            <a:xfrm>
              <a:off x="15775804" y="3036386"/>
              <a:ext cx="38876" cy="32700"/>
            </a:xfrm>
            <a:custGeom>
              <a:avLst/>
              <a:gdLst/>
              <a:ahLst/>
              <a:cxnLst/>
              <a:rect l="0" t="0" r="0" b="0"/>
              <a:pathLst>
                <a:path w="38876" h="32700">
                  <a:moveTo>
                    <a:pt x="38876" y="0"/>
                  </a:moveTo>
                  <a:lnTo>
                    <a:pt x="0" y="3270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9" name="Output_receptor__5938">
              <a:extLst>
                <a:ext uri="{FF2B5EF4-FFF2-40B4-BE49-F238E27FC236}">
                  <a16:creationId xmlns:a16="http://schemas.microsoft.com/office/drawing/2014/main" id="{2BCBF695-DF7B-7FD3-875F-5622F9C5EB8D}"/>
                </a:ext>
              </a:extLst>
            </p:cNvPr>
            <p:cNvSpPr>
              <a:spLocks noGrp="1"/>
            </p:cNvSpPr>
            <p:nvPr/>
          </p:nvSpPr>
          <p:spPr>
            <a:xfrm>
              <a:off x="15165334" y="3374951"/>
              <a:ext cx="24539" cy="63523"/>
            </a:xfrm>
            <a:custGeom>
              <a:avLst/>
              <a:gdLst/>
              <a:ahLst/>
              <a:cxnLst/>
              <a:rect l="0" t="0" r="0" b="0"/>
              <a:pathLst>
                <a:path w="24539" h="63523">
                  <a:moveTo>
                    <a:pt x="0" y="63523"/>
                  </a:moveTo>
                  <a:lnTo>
                    <a:pt x="2453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0" name="Output_receptor__5939">
              <a:extLst>
                <a:ext uri="{FF2B5EF4-FFF2-40B4-BE49-F238E27FC236}">
                  <a16:creationId xmlns:a16="http://schemas.microsoft.com/office/drawing/2014/main" id="{277DF345-0311-D2C6-28B6-F9F21F543818}"/>
                </a:ext>
              </a:extLst>
            </p:cNvPr>
            <p:cNvSpPr>
              <a:spLocks noGrp="1"/>
            </p:cNvSpPr>
            <p:nvPr/>
          </p:nvSpPr>
          <p:spPr>
            <a:xfrm>
              <a:off x="15978261" y="2727417"/>
              <a:ext cx="57225" cy="4093"/>
            </a:xfrm>
            <a:custGeom>
              <a:avLst/>
              <a:gdLst/>
              <a:ahLst/>
              <a:cxnLst/>
              <a:rect l="0" t="0" r="0" b="0"/>
              <a:pathLst>
                <a:path w="57225" h="4093">
                  <a:moveTo>
                    <a:pt x="57225" y="0"/>
                  </a:moveTo>
                  <a:lnTo>
                    <a:pt x="0" y="409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1" name="Output_receptor__5940">
              <a:extLst>
                <a:ext uri="{FF2B5EF4-FFF2-40B4-BE49-F238E27FC236}">
                  <a16:creationId xmlns:a16="http://schemas.microsoft.com/office/drawing/2014/main" id="{C0203051-FC53-6CD0-4347-E5799C897215}"/>
                </a:ext>
              </a:extLst>
            </p:cNvPr>
            <p:cNvSpPr>
              <a:spLocks noGrp="1"/>
            </p:cNvSpPr>
            <p:nvPr/>
          </p:nvSpPr>
          <p:spPr>
            <a:xfrm>
              <a:off x="15215854" y="2832149"/>
              <a:ext cx="59520" cy="23949"/>
            </a:xfrm>
            <a:custGeom>
              <a:avLst/>
              <a:gdLst/>
              <a:ahLst/>
              <a:cxnLst/>
              <a:rect l="0" t="0" r="0" b="0"/>
              <a:pathLst>
                <a:path w="59520" h="23949">
                  <a:moveTo>
                    <a:pt x="0" y="0"/>
                  </a:moveTo>
                  <a:lnTo>
                    <a:pt x="59520" y="2394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2" name="Output_receptor__5941">
              <a:extLst>
                <a:ext uri="{FF2B5EF4-FFF2-40B4-BE49-F238E27FC236}">
                  <a16:creationId xmlns:a16="http://schemas.microsoft.com/office/drawing/2014/main" id="{258626D0-E03B-F182-4586-09CC3348169A}"/>
                </a:ext>
              </a:extLst>
            </p:cNvPr>
            <p:cNvSpPr>
              <a:spLocks noGrp="1"/>
            </p:cNvSpPr>
            <p:nvPr/>
          </p:nvSpPr>
          <p:spPr>
            <a:xfrm>
              <a:off x="15195175" y="3093513"/>
              <a:ext cx="54985" cy="8093"/>
            </a:xfrm>
            <a:custGeom>
              <a:avLst/>
              <a:gdLst/>
              <a:ahLst/>
              <a:cxnLst/>
              <a:rect l="0" t="0" r="0" b="0"/>
              <a:pathLst>
                <a:path w="54985" h="8093">
                  <a:moveTo>
                    <a:pt x="0" y="8093"/>
                  </a:moveTo>
                  <a:lnTo>
                    <a:pt x="5498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3" name="Output_receptor__5942">
              <a:extLst>
                <a:ext uri="{FF2B5EF4-FFF2-40B4-BE49-F238E27FC236}">
                  <a16:creationId xmlns:a16="http://schemas.microsoft.com/office/drawing/2014/main" id="{42B448D3-DED8-3761-2D8F-EB86A455D006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732012"/>
              <a:ext cx="37959" cy="60645"/>
            </a:xfrm>
            <a:custGeom>
              <a:avLst/>
              <a:gdLst/>
              <a:ahLst/>
              <a:cxnLst/>
              <a:rect l="0" t="0" r="0" b="0"/>
              <a:pathLst>
                <a:path w="37959" h="60645">
                  <a:moveTo>
                    <a:pt x="37959" y="60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4" name="Output_receptor__5943">
              <a:extLst>
                <a:ext uri="{FF2B5EF4-FFF2-40B4-BE49-F238E27FC236}">
                  <a16:creationId xmlns:a16="http://schemas.microsoft.com/office/drawing/2014/main" id="{6B712496-BDF5-B01A-7DA9-49D74C70E788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792657"/>
              <a:ext cx="50471" cy="51298"/>
            </a:xfrm>
            <a:custGeom>
              <a:avLst/>
              <a:gdLst/>
              <a:ahLst/>
              <a:cxnLst/>
              <a:rect l="0" t="0" r="0" b="0"/>
              <a:pathLst>
                <a:path w="50471" h="51298">
                  <a:moveTo>
                    <a:pt x="0" y="51298"/>
                  </a:moveTo>
                  <a:lnTo>
                    <a:pt x="5047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5" name="Output_receptor__5944">
              <a:extLst>
                <a:ext uri="{FF2B5EF4-FFF2-40B4-BE49-F238E27FC236}">
                  <a16:creationId xmlns:a16="http://schemas.microsoft.com/office/drawing/2014/main" id="{3A61E4E7-3C97-D61C-E53F-E0340FBA24EE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68013"/>
              <a:ext cx="18771" cy="38864"/>
            </a:xfrm>
            <a:custGeom>
              <a:avLst/>
              <a:gdLst/>
              <a:ahLst/>
              <a:cxnLst/>
              <a:rect l="0" t="0" r="0" b="0"/>
              <a:pathLst>
                <a:path w="18771" h="38864">
                  <a:moveTo>
                    <a:pt x="18771" y="0"/>
                  </a:moveTo>
                  <a:lnTo>
                    <a:pt x="0" y="38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6" name="Output_receptor__5945">
              <a:extLst>
                <a:ext uri="{FF2B5EF4-FFF2-40B4-BE49-F238E27FC236}">
                  <a16:creationId xmlns:a16="http://schemas.microsoft.com/office/drawing/2014/main" id="{88C3A96E-7056-1402-EA8C-5A85136E7A61}"/>
                </a:ext>
              </a:extLst>
            </p:cNvPr>
            <p:cNvSpPr>
              <a:spLocks noGrp="1"/>
            </p:cNvSpPr>
            <p:nvPr/>
          </p:nvSpPr>
          <p:spPr>
            <a:xfrm>
              <a:off x="15013348" y="3103293"/>
              <a:ext cx="59061" cy="41401"/>
            </a:xfrm>
            <a:custGeom>
              <a:avLst/>
              <a:gdLst/>
              <a:ahLst/>
              <a:cxnLst/>
              <a:rect l="0" t="0" r="0" b="0"/>
              <a:pathLst>
                <a:path w="59061" h="41401">
                  <a:moveTo>
                    <a:pt x="0" y="41401"/>
                  </a:moveTo>
                  <a:lnTo>
                    <a:pt x="5906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7" name="Output_receptor__5946">
              <a:extLst>
                <a:ext uri="{FF2B5EF4-FFF2-40B4-BE49-F238E27FC236}">
                  <a16:creationId xmlns:a16="http://schemas.microsoft.com/office/drawing/2014/main" id="{0C21C5F2-971A-6ACE-FD69-5DE06C679CD1}"/>
                </a:ext>
              </a:extLst>
            </p:cNvPr>
            <p:cNvSpPr>
              <a:spLocks noGrp="1"/>
            </p:cNvSpPr>
            <p:nvPr/>
          </p:nvSpPr>
          <p:spPr>
            <a:xfrm>
              <a:off x="14946141" y="3118831"/>
              <a:ext cx="67207" cy="25862"/>
            </a:xfrm>
            <a:custGeom>
              <a:avLst/>
              <a:gdLst/>
              <a:ahLst/>
              <a:cxnLst/>
              <a:rect l="0" t="0" r="0" b="0"/>
              <a:pathLst>
                <a:path w="67207" h="25862">
                  <a:moveTo>
                    <a:pt x="0" y="0"/>
                  </a:moveTo>
                  <a:lnTo>
                    <a:pt x="67207" y="258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8" name="Output_receptor__5947">
              <a:extLst>
                <a:ext uri="{FF2B5EF4-FFF2-40B4-BE49-F238E27FC236}">
                  <a16:creationId xmlns:a16="http://schemas.microsoft.com/office/drawing/2014/main" id="{3AE579ED-F251-E6FD-BEAB-F897C506327B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815524"/>
              <a:ext cx="71175" cy="534"/>
            </a:xfrm>
            <a:custGeom>
              <a:avLst/>
              <a:gdLst/>
              <a:ahLst/>
              <a:cxnLst/>
              <a:rect l="0" t="0" r="0" b="0"/>
              <a:pathLst>
                <a:path w="71175" h="534">
                  <a:moveTo>
                    <a:pt x="0" y="534"/>
                  </a:moveTo>
                  <a:lnTo>
                    <a:pt x="7117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9" name="Output_receptor__5948">
              <a:extLst>
                <a:ext uri="{FF2B5EF4-FFF2-40B4-BE49-F238E27FC236}">
                  <a16:creationId xmlns:a16="http://schemas.microsoft.com/office/drawing/2014/main" id="{A4E0E89C-4B70-384F-192D-F8E053087C3E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96896"/>
              <a:ext cx="32000" cy="64396"/>
            </a:xfrm>
            <a:custGeom>
              <a:avLst/>
              <a:gdLst/>
              <a:ahLst/>
              <a:cxnLst/>
              <a:rect l="0" t="0" r="0" b="0"/>
              <a:pathLst>
                <a:path w="32000" h="64396">
                  <a:moveTo>
                    <a:pt x="0" y="0"/>
                  </a:moveTo>
                  <a:lnTo>
                    <a:pt x="32000" y="643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0" name="Output_receptor__5949">
              <a:extLst>
                <a:ext uri="{FF2B5EF4-FFF2-40B4-BE49-F238E27FC236}">
                  <a16:creationId xmlns:a16="http://schemas.microsoft.com/office/drawing/2014/main" id="{064E4533-D7A3-3CA1-7530-4631E1714427}"/>
                </a:ext>
              </a:extLst>
            </p:cNvPr>
            <p:cNvSpPr>
              <a:spLocks noGrp="1"/>
            </p:cNvSpPr>
            <p:nvPr/>
          </p:nvSpPr>
          <p:spPr>
            <a:xfrm>
              <a:off x="15020827" y="3376056"/>
              <a:ext cx="19650" cy="69643"/>
            </a:xfrm>
            <a:custGeom>
              <a:avLst/>
              <a:gdLst/>
              <a:ahLst/>
              <a:cxnLst/>
              <a:rect l="0" t="0" r="0" b="0"/>
              <a:pathLst>
                <a:path w="19650" h="69643">
                  <a:moveTo>
                    <a:pt x="0" y="0"/>
                  </a:moveTo>
                  <a:lnTo>
                    <a:pt x="19650" y="696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1" name="Output_receptor__5950">
              <a:extLst>
                <a:ext uri="{FF2B5EF4-FFF2-40B4-BE49-F238E27FC236}">
                  <a16:creationId xmlns:a16="http://schemas.microsoft.com/office/drawing/2014/main" id="{44281ED4-0505-1B81-8217-350882D66D3A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24075"/>
              <a:ext cx="23137" cy="21864"/>
            </a:xfrm>
            <a:custGeom>
              <a:avLst/>
              <a:gdLst/>
              <a:ahLst/>
              <a:cxnLst/>
              <a:rect l="0" t="0" r="0" b="0"/>
              <a:pathLst>
                <a:path w="23137" h="21864">
                  <a:moveTo>
                    <a:pt x="23137" y="0"/>
                  </a:moveTo>
                  <a:lnTo>
                    <a:pt x="0" y="21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2" name="Output_receptor__5951">
              <a:extLst>
                <a:ext uri="{FF2B5EF4-FFF2-40B4-BE49-F238E27FC236}">
                  <a16:creationId xmlns:a16="http://schemas.microsoft.com/office/drawing/2014/main" id="{F1B93A77-1876-1888-51F5-9616269A17F5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8679"/>
              <a:ext cx="32827" cy="14964"/>
            </a:xfrm>
            <a:custGeom>
              <a:avLst/>
              <a:gdLst/>
              <a:ahLst/>
              <a:cxnLst/>
              <a:rect l="0" t="0" r="0" b="0"/>
              <a:pathLst>
                <a:path w="32827" h="14964">
                  <a:moveTo>
                    <a:pt x="0" y="14964"/>
                  </a:moveTo>
                  <a:lnTo>
                    <a:pt x="32827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3" name="Output_receptor__5952">
              <a:extLst>
                <a:ext uri="{FF2B5EF4-FFF2-40B4-BE49-F238E27FC236}">
                  <a16:creationId xmlns:a16="http://schemas.microsoft.com/office/drawing/2014/main" id="{87B09136-86F6-3E7F-99FF-F404E0EC686E}"/>
                </a:ext>
              </a:extLst>
            </p:cNvPr>
            <p:cNvSpPr>
              <a:spLocks noGrp="1"/>
            </p:cNvSpPr>
            <p:nvPr/>
          </p:nvSpPr>
          <p:spPr>
            <a:xfrm>
              <a:off x="15275374" y="2810528"/>
              <a:ext cx="56391" cy="45571"/>
            </a:xfrm>
            <a:custGeom>
              <a:avLst/>
              <a:gdLst/>
              <a:ahLst/>
              <a:cxnLst/>
              <a:rect l="0" t="0" r="0" b="0"/>
              <a:pathLst>
                <a:path w="56391" h="45571">
                  <a:moveTo>
                    <a:pt x="0" y="45571"/>
                  </a:moveTo>
                  <a:lnTo>
                    <a:pt x="5639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4" name="Output_receptor__5953">
              <a:extLst>
                <a:ext uri="{FF2B5EF4-FFF2-40B4-BE49-F238E27FC236}">
                  <a16:creationId xmlns:a16="http://schemas.microsoft.com/office/drawing/2014/main" id="{56987008-9A3D-1ABB-E7F7-ACAB63412B2B}"/>
                </a:ext>
              </a:extLst>
            </p:cNvPr>
            <p:cNvSpPr>
              <a:spLocks noGrp="1"/>
            </p:cNvSpPr>
            <p:nvPr/>
          </p:nvSpPr>
          <p:spPr>
            <a:xfrm>
              <a:off x="15787981" y="2952352"/>
              <a:ext cx="69671" cy="1407"/>
            </a:xfrm>
            <a:custGeom>
              <a:avLst/>
              <a:gdLst/>
              <a:ahLst/>
              <a:cxnLst/>
              <a:rect l="0" t="0" r="0" b="0"/>
              <a:pathLst>
                <a:path w="69671" h="1407">
                  <a:moveTo>
                    <a:pt x="69671" y="1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5" name="Output_receptor__5954">
              <a:extLst>
                <a:ext uri="{FF2B5EF4-FFF2-40B4-BE49-F238E27FC236}">
                  <a16:creationId xmlns:a16="http://schemas.microsoft.com/office/drawing/2014/main" id="{5C391FB1-8D72-4EFA-7EB8-1EF6618477F2}"/>
                </a:ext>
              </a:extLst>
            </p:cNvPr>
            <p:cNvSpPr>
              <a:spLocks noGrp="1"/>
            </p:cNvSpPr>
            <p:nvPr/>
          </p:nvSpPr>
          <p:spPr>
            <a:xfrm>
              <a:off x="15706681" y="3069085"/>
              <a:ext cx="69122" cy="15562"/>
            </a:xfrm>
            <a:custGeom>
              <a:avLst/>
              <a:gdLst/>
              <a:ahLst/>
              <a:cxnLst/>
              <a:rect l="0" t="0" r="0" b="0"/>
              <a:pathLst>
                <a:path w="69122" h="15562">
                  <a:moveTo>
                    <a:pt x="69122" y="0"/>
                  </a:moveTo>
                  <a:lnTo>
                    <a:pt x="0" y="155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6" name="Output_receptor__5955">
              <a:extLst>
                <a:ext uri="{FF2B5EF4-FFF2-40B4-BE49-F238E27FC236}">
                  <a16:creationId xmlns:a16="http://schemas.microsoft.com/office/drawing/2014/main" id="{9EDB2F43-9149-B991-611F-DE0CEFC1F153}"/>
                </a:ext>
              </a:extLst>
            </p:cNvPr>
            <p:cNvSpPr>
              <a:spLocks noGrp="1"/>
            </p:cNvSpPr>
            <p:nvPr/>
          </p:nvSpPr>
          <p:spPr>
            <a:xfrm>
              <a:off x="15857652" y="2889685"/>
              <a:ext cx="30348" cy="64074"/>
            </a:xfrm>
            <a:custGeom>
              <a:avLst/>
              <a:gdLst/>
              <a:ahLst/>
              <a:cxnLst/>
              <a:rect l="0" t="0" r="0" b="0"/>
              <a:pathLst>
                <a:path w="30348" h="64074">
                  <a:moveTo>
                    <a:pt x="30348" y="0"/>
                  </a:moveTo>
                  <a:lnTo>
                    <a:pt x="0" y="6407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7" name="Output_receptor__5956">
              <a:extLst>
                <a:ext uri="{FF2B5EF4-FFF2-40B4-BE49-F238E27FC236}">
                  <a16:creationId xmlns:a16="http://schemas.microsoft.com/office/drawing/2014/main" id="{95126951-FE8C-85D1-0F31-2A3009753B89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448763"/>
              <a:ext cx="49941" cy="1425"/>
            </a:xfrm>
            <a:custGeom>
              <a:avLst/>
              <a:gdLst/>
              <a:ahLst/>
              <a:cxnLst/>
              <a:rect l="0" t="0" r="0" b="0"/>
              <a:pathLst>
                <a:path w="49941" h="1425">
                  <a:moveTo>
                    <a:pt x="49941" y="1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8" name="Output_receptor__5957">
              <a:extLst>
                <a:ext uri="{FF2B5EF4-FFF2-40B4-BE49-F238E27FC236}">
                  <a16:creationId xmlns:a16="http://schemas.microsoft.com/office/drawing/2014/main" id="{A2F6C245-5487-7F44-6E55-F42E8BFD777E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672781"/>
              <a:ext cx="8403" cy="59231"/>
            </a:xfrm>
            <a:custGeom>
              <a:avLst/>
              <a:gdLst/>
              <a:ahLst/>
              <a:cxnLst/>
              <a:rect l="0" t="0" r="0" b="0"/>
              <a:pathLst>
                <a:path w="8403" h="59231">
                  <a:moveTo>
                    <a:pt x="0" y="59231"/>
                  </a:moveTo>
                  <a:lnTo>
                    <a:pt x="8403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9" name="Output_receptor__5958">
              <a:extLst>
                <a:ext uri="{FF2B5EF4-FFF2-40B4-BE49-F238E27FC236}">
                  <a16:creationId xmlns:a16="http://schemas.microsoft.com/office/drawing/2014/main" id="{B0D41344-30D6-8EB0-6013-55FC90F0F74E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53080"/>
              <a:ext cx="8735" cy="3804"/>
            </a:xfrm>
            <a:custGeom>
              <a:avLst/>
              <a:gdLst/>
              <a:ahLst/>
              <a:cxnLst/>
              <a:rect l="0" t="0" r="0" b="0"/>
              <a:pathLst>
                <a:path w="8735" h="3804">
                  <a:moveTo>
                    <a:pt x="0" y="0"/>
                  </a:moveTo>
                  <a:lnTo>
                    <a:pt x="8735" y="3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0" name="Output_receptor__5959">
              <a:extLst>
                <a:ext uri="{FF2B5EF4-FFF2-40B4-BE49-F238E27FC236}">
                  <a16:creationId xmlns:a16="http://schemas.microsoft.com/office/drawing/2014/main" id="{07DA4650-ED2C-1227-2D38-710912C13EFC}"/>
                </a:ext>
              </a:extLst>
            </p:cNvPr>
            <p:cNvSpPr>
              <a:spLocks noGrp="1"/>
            </p:cNvSpPr>
            <p:nvPr/>
          </p:nvSpPr>
          <p:spPr>
            <a:xfrm>
              <a:off x="15764166" y="3259537"/>
              <a:ext cx="11956" cy="13703"/>
            </a:xfrm>
            <a:custGeom>
              <a:avLst/>
              <a:gdLst/>
              <a:ahLst/>
              <a:cxnLst/>
              <a:rect l="0" t="0" r="0" b="0"/>
              <a:pathLst>
                <a:path w="11956" h="13703">
                  <a:moveTo>
                    <a:pt x="11956" y="0"/>
                  </a:moveTo>
                  <a:lnTo>
                    <a:pt x="0" y="137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1" name="Output_receptor__5960">
              <a:extLst>
                <a:ext uri="{FF2B5EF4-FFF2-40B4-BE49-F238E27FC236}">
                  <a16:creationId xmlns:a16="http://schemas.microsoft.com/office/drawing/2014/main" id="{D3FD06EF-171B-4218-7BF6-1C0BBA2C1FB5}"/>
                </a:ext>
              </a:extLst>
            </p:cNvPr>
            <p:cNvSpPr>
              <a:spLocks noGrp="1"/>
            </p:cNvSpPr>
            <p:nvPr/>
          </p:nvSpPr>
          <p:spPr>
            <a:xfrm>
              <a:off x="15247889" y="3190152"/>
              <a:ext cx="56457" cy="13051"/>
            </a:xfrm>
            <a:custGeom>
              <a:avLst/>
              <a:gdLst/>
              <a:ahLst/>
              <a:cxnLst/>
              <a:rect l="0" t="0" r="0" b="0"/>
              <a:pathLst>
                <a:path w="56457" h="13051">
                  <a:moveTo>
                    <a:pt x="0" y="0"/>
                  </a:moveTo>
                  <a:lnTo>
                    <a:pt x="56457" y="1305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2" name="Output_receptor__5961">
              <a:extLst>
                <a:ext uri="{FF2B5EF4-FFF2-40B4-BE49-F238E27FC236}">
                  <a16:creationId xmlns:a16="http://schemas.microsoft.com/office/drawing/2014/main" id="{3692C39D-0061-0360-5FA5-9F603C158DAA}"/>
                </a:ext>
              </a:extLst>
            </p:cNvPr>
            <p:cNvSpPr>
              <a:spLocks noGrp="1"/>
            </p:cNvSpPr>
            <p:nvPr/>
          </p:nvSpPr>
          <p:spPr>
            <a:xfrm>
              <a:off x="14891529" y="3118831"/>
              <a:ext cx="54612" cy="31989"/>
            </a:xfrm>
            <a:custGeom>
              <a:avLst/>
              <a:gdLst/>
              <a:ahLst/>
              <a:cxnLst/>
              <a:rect l="0" t="0" r="0" b="0"/>
              <a:pathLst>
                <a:path w="54612" h="31989">
                  <a:moveTo>
                    <a:pt x="0" y="31989"/>
                  </a:moveTo>
                  <a:lnTo>
                    <a:pt x="5461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3" name="Output_receptor__5962">
              <a:extLst>
                <a:ext uri="{FF2B5EF4-FFF2-40B4-BE49-F238E27FC236}">
                  <a16:creationId xmlns:a16="http://schemas.microsoft.com/office/drawing/2014/main" id="{6AC8DB13-76F7-C89F-9FCB-61F5ECAF2D0D}"/>
                </a:ext>
              </a:extLst>
            </p:cNvPr>
            <p:cNvSpPr>
              <a:spLocks noGrp="1"/>
            </p:cNvSpPr>
            <p:nvPr/>
          </p:nvSpPr>
          <p:spPr>
            <a:xfrm>
              <a:off x="15741739" y="2952352"/>
              <a:ext cx="46242" cy="38115"/>
            </a:xfrm>
            <a:custGeom>
              <a:avLst/>
              <a:gdLst/>
              <a:ahLst/>
              <a:cxnLst/>
              <a:rect l="0" t="0" r="0" b="0"/>
              <a:pathLst>
                <a:path w="46242" h="38115">
                  <a:moveTo>
                    <a:pt x="46242" y="0"/>
                  </a:moveTo>
                  <a:lnTo>
                    <a:pt x="0" y="3811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4" name="Output_receptor__5963">
              <a:extLst>
                <a:ext uri="{FF2B5EF4-FFF2-40B4-BE49-F238E27FC236}">
                  <a16:creationId xmlns:a16="http://schemas.microsoft.com/office/drawing/2014/main" id="{60F81F59-79F0-D82D-1361-DF46D060E0A4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27198"/>
              <a:ext cx="41402" cy="58417"/>
            </a:xfrm>
            <a:custGeom>
              <a:avLst/>
              <a:gdLst/>
              <a:ahLst/>
              <a:cxnLst/>
              <a:rect l="0" t="0" r="0" b="0"/>
              <a:pathLst>
                <a:path w="41402" h="58417">
                  <a:moveTo>
                    <a:pt x="0" y="58417"/>
                  </a:moveTo>
                  <a:lnTo>
                    <a:pt x="4140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5" name="Output_receptor__5964">
              <a:extLst>
                <a:ext uri="{FF2B5EF4-FFF2-40B4-BE49-F238E27FC236}">
                  <a16:creationId xmlns:a16="http://schemas.microsoft.com/office/drawing/2014/main" id="{B871173F-882D-6DD6-FF87-0EB5DA1BC4E8}"/>
                </a:ext>
              </a:extLst>
            </p:cNvPr>
            <p:cNvSpPr>
              <a:spLocks noGrp="1"/>
            </p:cNvSpPr>
            <p:nvPr/>
          </p:nvSpPr>
          <p:spPr>
            <a:xfrm>
              <a:off x="15709238" y="3172499"/>
              <a:ext cx="21135" cy="16298"/>
            </a:xfrm>
            <a:custGeom>
              <a:avLst/>
              <a:gdLst/>
              <a:ahLst/>
              <a:cxnLst/>
              <a:rect l="0" t="0" r="0" b="0"/>
              <a:pathLst>
                <a:path w="21135" h="16298">
                  <a:moveTo>
                    <a:pt x="21135" y="0"/>
                  </a:moveTo>
                  <a:lnTo>
                    <a:pt x="0" y="1629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6" name="Output_receptor__5965">
              <a:extLst>
                <a:ext uri="{FF2B5EF4-FFF2-40B4-BE49-F238E27FC236}">
                  <a16:creationId xmlns:a16="http://schemas.microsoft.com/office/drawing/2014/main" id="{AF3F5346-7E52-A40C-C04F-D8F5B2D207D4}"/>
                </a:ext>
              </a:extLst>
            </p:cNvPr>
            <p:cNvSpPr>
              <a:spLocks noGrp="1"/>
            </p:cNvSpPr>
            <p:nvPr/>
          </p:nvSpPr>
          <p:spPr>
            <a:xfrm>
              <a:off x="15202463" y="3178568"/>
              <a:ext cx="45425" cy="11584"/>
            </a:xfrm>
            <a:custGeom>
              <a:avLst/>
              <a:gdLst/>
              <a:ahLst/>
              <a:cxnLst/>
              <a:rect l="0" t="0" r="0" b="0"/>
              <a:pathLst>
                <a:path w="45425" h="11584">
                  <a:moveTo>
                    <a:pt x="0" y="0"/>
                  </a:moveTo>
                  <a:lnTo>
                    <a:pt x="45425" y="1158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7" name="Output_receptor__5966">
              <a:extLst>
                <a:ext uri="{FF2B5EF4-FFF2-40B4-BE49-F238E27FC236}">
                  <a16:creationId xmlns:a16="http://schemas.microsoft.com/office/drawing/2014/main" id="{27683432-E67A-6FBC-F523-CC4D5DA3E16B}"/>
                </a:ext>
              </a:extLst>
            </p:cNvPr>
            <p:cNvSpPr>
              <a:spLocks noGrp="1"/>
            </p:cNvSpPr>
            <p:nvPr/>
          </p:nvSpPr>
          <p:spPr>
            <a:xfrm>
              <a:off x="15634714" y="3230135"/>
              <a:ext cx="15798" cy="35337"/>
            </a:xfrm>
            <a:custGeom>
              <a:avLst/>
              <a:gdLst/>
              <a:ahLst/>
              <a:cxnLst/>
              <a:rect l="0" t="0" r="0" b="0"/>
              <a:pathLst>
                <a:path w="15798" h="35337">
                  <a:moveTo>
                    <a:pt x="15798" y="0"/>
                  </a:moveTo>
                  <a:lnTo>
                    <a:pt x="0" y="353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8" name="Output_receptor__5967">
              <a:extLst>
                <a:ext uri="{FF2B5EF4-FFF2-40B4-BE49-F238E27FC236}">
                  <a16:creationId xmlns:a16="http://schemas.microsoft.com/office/drawing/2014/main" id="{9D1D4420-8890-16A2-53B3-20D1823D2954}"/>
                </a:ext>
              </a:extLst>
            </p:cNvPr>
            <p:cNvSpPr>
              <a:spLocks noGrp="1"/>
            </p:cNvSpPr>
            <p:nvPr/>
          </p:nvSpPr>
          <p:spPr>
            <a:xfrm>
              <a:off x="15904887" y="3090244"/>
              <a:ext cx="59568" cy="18305"/>
            </a:xfrm>
            <a:custGeom>
              <a:avLst/>
              <a:gdLst/>
              <a:ahLst/>
              <a:cxnLst/>
              <a:rect l="0" t="0" r="0" b="0"/>
              <a:pathLst>
                <a:path w="59568" h="18305">
                  <a:moveTo>
                    <a:pt x="59568" y="183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9" name="Output_receptor__5968">
              <a:extLst>
                <a:ext uri="{FF2B5EF4-FFF2-40B4-BE49-F238E27FC236}">
                  <a16:creationId xmlns:a16="http://schemas.microsoft.com/office/drawing/2014/main" id="{EB031ED7-0530-C636-BE77-2C070741F057}"/>
                </a:ext>
              </a:extLst>
            </p:cNvPr>
            <p:cNvSpPr>
              <a:spLocks noGrp="1"/>
            </p:cNvSpPr>
            <p:nvPr/>
          </p:nvSpPr>
          <p:spPr>
            <a:xfrm>
              <a:off x="16173514" y="2427198"/>
              <a:ext cx="59629" cy="40815"/>
            </a:xfrm>
            <a:custGeom>
              <a:avLst/>
              <a:gdLst/>
              <a:ahLst/>
              <a:cxnLst/>
              <a:rect l="0" t="0" r="0" b="0"/>
              <a:pathLst>
                <a:path w="59629" h="40815">
                  <a:moveTo>
                    <a:pt x="0" y="0"/>
                  </a:moveTo>
                  <a:lnTo>
                    <a:pt x="59629" y="4081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0" name="Output_receptor__5969">
              <a:extLst>
                <a:ext uri="{FF2B5EF4-FFF2-40B4-BE49-F238E27FC236}">
                  <a16:creationId xmlns:a16="http://schemas.microsoft.com/office/drawing/2014/main" id="{BA6AE35A-A93A-FD65-DA61-7A2C29EE082C}"/>
                </a:ext>
              </a:extLst>
            </p:cNvPr>
            <p:cNvSpPr>
              <a:spLocks noGrp="1"/>
            </p:cNvSpPr>
            <p:nvPr/>
          </p:nvSpPr>
          <p:spPr>
            <a:xfrm>
              <a:off x="15468304" y="2924075"/>
              <a:ext cx="68006" cy="3480"/>
            </a:xfrm>
            <a:custGeom>
              <a:avLst/>
              <a:gdLst/>
              <a:ahLst/>
              <a:cxnLst/>
              <a:rect l="0" t="0" r="0" b="0"/>
              <a:pathLst>
                <a:path w="68006" h="3480">
                  <a:moveTo>
                    <a:pt x="68006" y="34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1" name="Output_receptor__5970">
              <a:extLst>
                <a:ext uri="{FF2B5EF4-FFF2-40B4-BE49-F238E27FC236}">
                  <a16:creationId xmlns:a16="http://schemas.microsoft.com/office/drawing/2014/main" id="{D779D580-A35A-CC28-718D-B57BB8192B60}"/>
                </a:ext>
              </a:extLst>
            </p:cNvPr>
            <p:cNvSpPr>
              <a:spLocks noGrp="1"/>
            </p:cNvSpPr>
            <p:nvPr/>
          </p:nvSpPr>
          <p:spPr>
            <a:xfrm>
              <a:off x="15674807" y="2990467"/>
              <a:ext cx="66933" cy="10052"/>
            </a:xfrm>
            <a:custGeom>
              <a:avLst/>
              <a:gdLst/>
              <a:ahLst/>
              <a:cxnLst/>
              <a:rect l="0" t="0" r="0" b="0"/>
              <a:pathLst>
                <a:path w="66933" h="10052">
                  <a:moveTo>
                    <a:pt x="66933" y="0"/>
                  </a:moveTo>
                  <a:lnTo>
                    <a:pt x="0" y="1005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2" name="Output_receptor__5971">
              <a:extLst>
                <a:ext uri="{FF2B5EF4-FFF2-40B4-BE49-F238E27FC236}">
                  <a16:creationId xmlns:a16="http://schemas.microsoft.com/office/drawing/2014/main" id="{C3F86971-CFF6-4D3B-A720-66ACA4939F6B}"/>
                </a:ext>
              </a:extLst>
            </p:cNvPr>
            <p:cNvSpPr>
              <a:spLocks noGrp="1"/>
            </p:cNvSpPr>
            <p:nvPr/>
          </p:nvSpPr>
          <p:spPr>
            <a:xfrm>
              <a:off x="15205192" y="2988373"/>
              <a:ext cx="43491" cy="13239"/>
            </a:xfrm>
            <a:custGeom>
              <a:avLst/>
              <a:gdLst/>
              <a:ahLst/>
              <a:cxnLst/>
              <a:rect l="0" t="0" r="0" b="0"/>
              <a:pathLst>
                <a:path w="43491" h="13239">
                  <a:moveTo>
                    <a:pt x="43491" y="0"/>
                  </a:moveTo>
                  <a:lnTo>
                    <a:pt x="0" y="1323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3" name="Output_receptor__5972">
              <a:extLst>
                <a:ext uri="{FF2B5EF4-FFF2-40B4-BE49-F238E27FC236}">
                  <a16:creationId xmlns:a16="http://schemas.microsoft.com/office/drawing/2014/main" id="{3C66D712-DF1D-153D-749F-364E98D82BA5}"/>
                </a:ext>
              </a:extLst>
            </p:cNvPr>
            <p:cNvSpPr>
              <a:spLocks noGrp="1"/>
            </p:cNvSpPr>
            <p:nvPr/>
          </p:nvSpPr>
          <p:spPr>
            <a:xfrm>
              <a:off x="15666531" y="3084647"/>
              <a:ext cx="40150" cy="26120"/>
            </a:xfrm>
            <a:custGeom>
              <a:avLst/>
              <a:gdLst/>
              <a:ahLst/>
              <a:cxnLst/>
              <a:rect l="0" t="0" r="0" b="0"/>
              <a:pathLst>
                <a:path w="40150" h="26120">
                  <a:moveTo>
                    <a:pt x="40150" y="0"/>
                  </a:moveTo>
                  <a:lnTo>
                    <a:pt x="0" y="2612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4" name="Output_receptor__5973">
              <a:extLst>
                <a:ext uri="{FF2B5EF4-FFF2-40B4-BE49-F238E27FC236}">
                  <a16:creationId xmlns:a16="http://schemas.microsoft.com/office/drawing/2014/main" id="{7A5E83FE-0893-9093-ED68-A5EDDEF73D7A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843954"/>
              <a:ext cx="1642" cy="5309"/>
            </a:xfrm>
            <a:custGeom>
              <a:avLst/>
              <a:gdLst/>
              <a:ahLst/>
              <a:cxnLst/>
              <a:rect l="0" t="0" r="0" b="0"/>
              <a:pathLst>
                <a:path w="1642" h="5309">
                  <a:moveTo>
                    <a:pt x="1642" y="53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5" name="Output_receptor__5974">
              <a:extLst>
                <a:ext uri="{FF2B5EF4-FFF2-40B4-BE49-F238E27FC236}">
                  <a16:creationId xmlns:a16="http://schemas.microsoft.com/office/drawing/2014/main" id="{4780336D-87E4-9F25-8A60-BD1A210DECCB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63806"/>
              <a:ext cx="2088" cy="33090"/>
            </a:xfrm>
            <a:custGeom>
              <a:avLst/>
              <a:gdLst/>
              <a:ahLst/>
              <a:cxnLst/>
              <a:rect l="0" t="0" r="0" b="0"/>
              <a:pathLst>
                <a:path w="2088" h="33090">
                  <a:moveTo>
                    <a:pt x="2088" y="0"/>
                  </a:moveTo>
                  <a:lnTo>
                    <a:pt x="0" y="330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6" name="Output_receptor__5975">
              <a:extLst>
                <a:ext uri="{FF2B5EF4-FFF2-40B4-BE49-F238E27FC236}">
                  <a16:creationId xmlns:a16="http://schemas.microsoft.com/office/drawing/2014/main" id="{23C0BB4D-C2FD-2B46-203D-52BC338C0688}"/>
                </a:ext>
              </a:extLst>
            </p:cNvPr>
            <p:cNvSpPr>
              <a:spLocks noGrp="1"/>
            </p:cNvSpPr>
            <p:nvPr/>
          </p:nvSpPr>
          <p:spPr>
            <a:xfrm>
              <a:off x="16098169" y="2593552"/>
              <a:ext cx="32288" cy="19725"/>
            </a:xfrm>
            <a:custGeom>
              <a:avLst/>
              <a:gdLst/>
              <a:ahLst/>
              <a:cxnLst/>
              <a:rect l="0" t="0" r="0" b="0"/>
              <a:pathLst>
                <a:path w="32288" h="19725">
                  <a:moveTo>
                    <a:pt x="32288" y="0"/>
                  </a:moveTo>
                  <a:lnTo>
                    <a:pt x="0" y="1972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7" name="Output_receptor__5976">
              <a:extLst>
                <a:ext uri="{FF2B5EF4-FFF2-40B4-BE49-F238E27FC236}">
                  <a16:creationId xmlns:a16="http://schemas.microsoft.com/office/drawing/2014/main" id="{D5682C5E-9CCF-6810-10CF-A1BA4FF8E650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41516"/>
              <a:ext cx="1311" cy="33966"/>
            </a:xfrm>
            <a:custGeom>
              <a:avLst/>
              <a:gdLst/>
              <a:ahLst/>
              <a:cxnLst/>
              <a:rect l="0" t="0" r="0" b="0"/>
              <a:pathLst>
                <a:path w="1311" h="33966">
                  <a:moveTo>
                    <a:pt x="1311" y="0"/>
                  </a:moveTo>
                  <a:lnTo>
                    <a:pt x="0" y="3396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8" name="Output_receptor__5977">
              <a:extLst>
                <a:ext uri="{FF2B5EF4-FFF2-40B4-BE49-F238E27FC236}">
                  <a16:creationId xmlns:a16="http://schemas.microsoft.com/office/drawing/2014/main" id="{983B2778-E95D-7EAB-4B65-377F4F5DD113}"/>
                </a:ext>
              </a:extLst>
            </p:cNvPr>
            <p:cNvSpPr>
              <a:spLocks noGrp="1"/>
            </p:cNvSpPr>
            <p:nvPr/>
          </p:nvSpPr>
          <p:spPr>
            <a:xfrm>
              <a:off x="15887999" y="2889685"/>
              <a:ext cx="39799" cy="1051"/>
            </a:xfrm>
            <a:custGeom>
              <a:avLst/>
              <a:gdLst/>
              <a:ahLst/>
              <a:cxnLst/>
              <a:rect l="0" t="0" r="0" b="0"/>
              <a:pathLst>
                <a:path w="39799" h="1051">
                  <a:moveTo>
                    <a:pt x="39799" y="10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9" name="Output_receptor__5978">
              <a:extLst>
                <a:ext uri="{FF2B5EF4-FFF2-40B4-BE49-F238E27FC236}">
                  <a16:creationId xmlns:a16="http://schemas.microsoft.com/office/drawing/2014/main" id="{E189556D-9CA7-DF63-3D0B-BA5A24C8399E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84955"/>
              <a:ext cx="31625" cy="52717"/>
            </a:xfrm>
            <a:custGeom>
              <a:avLst/>
              <a:gdLst/>
              <a:ahLst/>
              <a:cxnLst/>
              <a:rect l="0" t="0" r="0" b="0"/>
              <a:pathLst>
                <a:path w="31625" h="52717">
                  <a:moveTo>
                    <a:pt x="0" y="52717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0" name="Output_receptor__5979">
              <a:extLst>
                <a:ext uri="{FF2B5EF4-FFF2-40B4-BE49-F238E27FC236}">
                  <a16:creationId xmlns:a16="http://schemas.microsoft.com/office/drawing/2014/main" id="{703F7982-E2AB-9782-A203-08EB024A759F}"/>
                </a:ext>
              </a:extLst>
            </p:cNvPr>
            <p:cNvSpPr>
              <a:spLocks noGrp="1"/>
            </p:cNvSpPr>
            <p:nvPr/>
          </p:nvSpPr>
          <p:spPr>
            <a:xfrm>
              <a:off x="16040349" y="2786071"/>
              <a:ext cx="17465" cy="29453"/>
            </a:xfrm>
            <a:custGeom>
              <a:avLst/>
              <a:gdLst/>
              <a:ahLst/>
              <a:cxnLst/>
              <a:rect l="0" t="0" r="0" b="0"/>
              <a:pathLst>
                <a:path w="17465" h="29453">
                  <a:moveTo>
                    <a:pt x="0" y="29453"/>
                  </a:moveTo>
                  <a:lnTo>
                    <a:pt x="1746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1" name="Output_receptor__5980">
              <a:extLst>
                <a:ext uri="{FF2B5EF4-FFF2-40B4-BE49-F238E27FC236}">
                  <a16:creationId xmlns:a16="http://schemas.microsoft.com/office/drawing/2014/main" id="{CCF1877A-6410-EF86-B289-FC34E1D79323}"/>
                </a:ext>
              </a:extLst>
            </p:cNvPr>
            <p:cNvSpPr>
              <a:spLocks noGrp="1"/>
            </p:cNvSpPr>
            <p:nvPr/>
          </p:nvSpPr>
          <p:spPr>
            <a:xfrm>
              <a:off x="15536309" y="2927555"/>
              <a:ext cx="52848" cy="4392"/>
            </a:xfrm>
            <a:custGeom>
              <a:avLst/>
              <a:gdLst/>
              <a:ahLst/>
              <a:cxnLst/>
              <a:rect l="0" t="0" r="0" b="0"/>
              <a:pathLst>
                <a:path w="52848" h="4392">
                  <a:moveTo>
                    <a:pt x="52848" y="43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2" name="Output_receptor__5981">
              <a:extLst>
                <a:ext uri="{FF2B5EF4-FFF2-40B4-BE49-F238E27FC236}">
                  <a16:creationId xmlns:a16="http://schemas.microsoft.com/office/drawing/2014/main" id="{941ED2CE-D0D1-B906-75EA-E8D4F75C7052}"/>
                </a:ext>
              </a:extLst>
            </p:cNvPr>
            <p:cNvSpPr>
              <a:spLocks noGrp="1"/>
            </p:cNvSpPr>
            <p:nvPr/>
          </p:nvSpPr>
          <p:spPr>
            <a:xfrm>
              <a:off x="15628637" y="3000519"/>
              <a:ext cx="46169" cy="20890"/>
            </a:xfrm>
            <a:custGeom>
              <a:avLst/>
              <a:gdLst/>
              <a:ahLst/>
              <a:cxnLst/>
              <a:rect l="0" t="0" r="0" b="0"/>
              <a:pathLst>
                <a:path w="46169" h="20890">
                  <a:moveTo>
                    <a:pt x="46169" y="0"/>
                  </a:moveTo>
                  <a:lnTo>
                    <a:pt x="0" y="208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3" name="Output_receptor__5982">
              <a:extLst>
                <a:ext uri="{FF2B5EF4-FFF2-40B4-BE49-F238E27FC236}">
                  <a16:creationId xmlns:a16="http://schemas.microsoft.com/office/drawing/2014/main" id="{87DF3E2F-7FA1-8077-0059-82DE5B5DC079}"/>
                </a:ext>
              </a:extLst>
            </p:cNvPr>
            <p:cNvSpPr>
              <a:spLocks noGrp="1"/>
            </p:cNvSpPr>
            <p:nvPr/>
          </p:nvSpPr>
          <p:spPr>
            <a:xfrm>
              <a:off x="14887120" y="2995021"/>
              <a:ext cx="61961" cy="35326"/>
            </a:xfrm>
            <a:custGeom>
              <a:avLst/>
              <a:gdLst/>
              <a:ahLst/>
              <a:cxnLst/>
              <a:rect l="0" t="0" r="0" b="0"/>
              <a:pathLst>
                <a:path w="61961" h="35326">
                  <a:moveTo>
                    <a:pt x="61961" y="0"/>
                  </a:moveTo>
                  <a:lnTo>
                    <a:pt x="0" y="3532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4" name="Output_receptor__5983">
              <a:extLst>
                <a:ext uri="{FF2B5EF4-FFF2-40B4-BE49-F238E27FC236}">
                  <a16:creationId xmlns:a16="http://schemas.microsoft.com/office/drawing/2014/main" id="{8BD4B8EC-05BA-C929-11CC-7A8187603DC1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85615"/>
              <a:ext cx="28483" cy="37338"/>
            </a:xfrm>
            <a:custGeom>
              <a:avLst/>
              <a:gdLst/>
              <a:ahLst/>
              <a:cxnLst/>
              <a:rect l="0" t="0" r="0" b="0"/>
              <a:pathLst>
                <a:path w="28483" h="37338">
                  <a:moveTo>
                    <a:pt x="28483" y="373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5" name="Output_receptor__5984">
              <a:extLst>
                <a:ext uri="{FF2B5EF4-FFF2-40B4-BE49-F238E27FC236}">
                  <a16:creationId xmlns:a16="http://schemas.microsoft.com/office/drawing/2014/main" id="{080B9DE6-E479-EF9F-CE0C-BCE9F5A10997}"/>
                </a:ext>
              </a:extLst>
            </p:cNvPr>
            <p:cNvSpPr>
              <a:spLocks noGrp="1"/>
            </p:cNvSpPr>
            <p:nvPr/>
          </p:nvSpPr>
          <p:spPr>
            <a:xfrm>
              <a:off x="16175107" y="2779488"/>
              <a:ext cx="49236" cy="5467"/>
            </a:xfrm>
            <a:custGeom>
              <a:avLst/>
              <a:gdLst/>
              <a:ahLst/>
              <a:cxnLst/>
              <a:rect l="0" t="0" r="0" b="0"/>
              <a:pathLst>
                <a:path w="49236" h="5467">
                  <a:moveTo>
                    <a:pt x="0" y="5467"/>
                  </a:moveTo>
                  <a:lnTo>
                    <a:pt x="4923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6" name="Output_receptor__5985">
              <a:extLst>
                <a:ext uri="{FF2B5EF4-FFF2-40B4-BE49-F238E27FC236}">
                  <a16:creationId xmlns:a16="http://schemas.microsoft.com/office/drawing/2014/main" id="{E5E8E0C1-D452-586E-CC59-18A3F6C48302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725"/>
              <a:ext cx="388" cy="72296"/>
            </a:xfrm>
            <a:custGeom>
              <a:avLst/>
              <a:gdLst/>
              <a:ahLst/>
              <a:cxnLst/>
              <a:rect l="0" t="0" r="0" b="0"/>
              <a:pathLst>
                <a:path w="388" h="72296">
                  <a:moveTo>
                    <a:pt x="0" y="0"/>
                  </a:moveTo>
                  <a:lnTo>
                    <a:pt x="388" y="722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7" name="Output_receptor__5986">
              <a:extLst>
                <a:ext uri="{FF2B5EF4-FFF2-40B4-BE49-F238E27FC236}">
                  <a16:creationId xmlns:a16="http://schemas.microsoft.com/office/drawing/2014/main" id="{5D3162B5-9069-B4DD-17FC-64E5A19422AC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651244"/>
              <a:ext cx="64512" cy="21538"/>
            </a:xfrm>
            <a:custGeom>
              <a:avLst/>
              <a:gdLst/>
              <a:ahLst/>
              <a:cxnLst/>
              <a:rect l="0" t="0" r="0" b="0"/>
              <a:pathLst>
                <a:path w="64512" h="21538">
                  <a:moveTo>
                    <a:pt x="64512" y="21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8" name="Output_receptor__5987">
              <a:extLst>
                <a:ext uri="{FF2B5EF4-FFF2-40B4-BE49-F238E27FC236}">
                  <a16:creationId xmlns:a16="http://schemas.microsoft.com/office/drawing/2014/main" id="{BFCEAE1B-EB12-ECCE-2E3E-E77CDB566E75}"/>
                </a:ext>
              </a:extLst>
            </p:cNvPr>
            <p:cNvSpPr>
              <a:spLocks noGrp="1"/>
            </p:cNvSpPr>
            <p:nvPr/>
          </p:nvSpPr>
          <p:spPr>
            <a:xfrm>
              <a:off x="15133584" y="3178568"/>
              <a:ext cx="68879" cy="19185"/>
            </a:xfrm>
            <a:custGeom>
              <a:avLst/>
              <a:gdLst/>
              <a:ahLst/>
              <a:cxnLst/>
              <a:rect l="0" t="0" r="0" b="0"/>
              <a:pathLst>
                <a:path w="68879" h="19185">
                  <a:moveTo>
                    <a:pt x="0" y="19185"/>
                  </a:moveTo>
                  <a:lnTo>
                    <a:pt x="6887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9" name="Output_receptor__5988">
              <a:extLst>
                <a:ext uri="{FF2B5EF4-FFF2-40B4-BE49-F238E27FC236}">
                  <a16:creationId xmlns:a16="http://schemas.microsoft.com/office/drawing/2014/main" id="{3BFC2B3A-4C26-324B-2E12-FAE88DBDCD28}"/>
                </a:ext>
              </a:extLst>
            </p:cNvPr>
            <p:cNvSpPr>
              <a:spLocks noGrp="1"/>
            </p:cNvSpPr>
            <p:nvPr/>
          </p:nvSpPr>
          <p:spPr>
            <a:xfrm>
              <a:off x="15605270" y="3110768"/>
              <a:ext cx="61261" cy="32673"/>
            </a:xfrm>
            <a:custGeom>
              <a:avLst/>
              <a:gdLst/>
              <a:ahLst/>
              <a:cxnLst/>
              <a:rect l="0" t="0" r="0" b="0"/>
              <a:pathLst>
                <a:path w="61261" h="32673">
                  <a:moveTo>
                    <a:pt x="61261" y="0"/>
                  </a:moveTo>
                  <a:lnTo>
                    <a:pt x="0" y="3267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0" name="Output_receptor__5989">
              <a:extLst>
                <a:ext uri="{FF2B5EF4-FFF2-40B4-BE49-F238E27FC236}">
                  <a16:creationId xmlns:a16="http://schemas.microsoft.com/office/drawing/2014/main" id="{0EAC8738-7A7B-4B0E-42F9-0FA250B933B9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19492" cy="11714"/>
            </a:xfrm>
            <a:custGeom>
              <a:avLst/>
              <a:gdLst/>
              <a:ahLst/>
              <a:cxnLst/>
              <a:rect l="0" t="0" r="0" b="0"/>
              <a:pathLst>
                <a:path w="19492" h="11714">
                  <a:moveTo>
                    <a:pt x="19492" y="117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1" name="Output_receptor__5990">
              <a:extLst>
                <a:ext uri="{FF2B5EF4-FFF2-40B4-BE49-F238E27FC236}">
                  <a16:creationId xmlns:a16="http://schemas.microsoft.com/office/drawing/2014/main" id="{1795CE28-1F21-80BA-605B-961D256F9895}"/>
                </a:ext>
              </a:extLst>
            </p:cNvPr>
            <p:cNvSpPr>
              <a:spLocks noGrp="1"/>
            </p:cNvSpPr>
            <p:nvPr/>
          </p:nvSpPr>
          <p:spPr>
            <a:xfrm>
              <a:off x="15272999" y="3203203"/>
              <a:ext cx="31347" cy="60603"/>
            </a:xfrm>
            <a:custGeom>
              <a:avLst/>
              <a:gdLst/>
              <a:ahLst/>
              <a:cxnLst/>
              <a:rect l="0" t="0" r="0" b="0"/>
              <a:pathLst>
                <a:path w="31347" h="60603">
                  <a:moveTo>
                    <a:pt x="31347" y="0"/>
                  </a:moveTo>
                  <a:lnTo>
                    <a:pt x="0" y="606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2" name="Output_receptor__5991">
              <a:extLst>
                <a:ext uri="{FF2B5EF4-FFF2-40B4-BE49-F238E27FC236}">
                  <a16:creationId xmlns:a16="http://schemas.microsoft.com/office/drawing/2014/main" id="{080A392D-9B07-52B0-6280-7D61CE24F22C}"/>
                </a:ext>
              </a:extLst>
            </p:cNvPr>
            <p:cNvSpPr>
              <a:spLocks noGrp="1"/>
            </p:cNvSpPr>
            <p:nvPr/>
          </p:nvSpPr>
          <p:spPr>
            <a:xfrm>
              <a:off x="15589158" y="2911405"/>
              <a:ext cx="63853" cy="20542"/>
            </a:xfrm>
            <a:custGeom>
              <a:avLst/>
              <a:gdLst/>
              <a:ahLst/>
              <a:cxnLst/>
              <a:rect l="0" t="0" r="0" b="0"/>
              <a:pathLst>
                <a:path w="63853" h="20542">
                  <a:moveTo>
                    <a:pt x="63853" y="0"/>
                  </a:moveTo>
                  <a:lnTo>
                    <a:pt x="0" y="2054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3" name="Output_receptor__5992">
              <a:extLst>
                <a:ext uri="{FF2B5EF4-FFF2-40B4-BE49-F238E27FC236}">
                  <a16:creationId xmlns:a16="http://schemas.microsoft.com/office/drawing/2014/main" id="{436F36FB-4CA4-FAB9-ED2A-8D765E3538BB}"/>
                </a:ext>
              </a:extLst>
            </p:cNvPr>
            <p:cNvSpPr>
              <a:spLocks noGrp="1"/>
            </p:cNvSpPr>
            <p:nvPr/>
          </p:nvSpPr>
          <p:spPr>
            <a:xfrm>
              <a:off x="15147187" y="2959141"/>
              <a:ext cx="58005" cy="42470"/>
            </a:xfrm>
            <a:custGeom>
              <a:avLst/>
              <a:gdLst/>
              <a:ahLst/>
              <a:cxnLst/>
              <a:rect l="0" t="0" r="0" b="0"/>
              <a:pathLst>
                <a:path w="58005" h="42470">
                  <a:moveTo>
                    <a:pt x="58005" y="424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4" name="Output_receptor__5993">
              <a:extLst>
                <a:ext uri="{FF2B5EF4-FFF2-40B4-BE49-F238E27FC236}">
                  <a16:creationId xmlns:a16="http://schemas.microsoft.com/office/drawing/2014/main" id="{231DAF7F-8A04-710E-513C-3E3753478C51}"/>
                </a:ext>
              </a:extLst>
            </p:cNvPr>
            <p:cNvSpPr>
              <a:spLocks noGrp="1"/>
            </p:cNvSpPr>
            <p:nvPr/>
          </p:nvSpPr>
          <p:spPr>
            <a:xfrm>
              <a:off x="15570513" y="3021409"/>
              <a:ext cx="58125" cy="32861"/>
            </a:xfrm>
            <a:custGeom>
              <a:avLst/>
              <a:gdLst/>
              <a:ahLst/>
              <a:cxnLst/>
              <a:rect l="0" t="0" r="0" b="0"/>
              <a:pathLst>
                <a:path w="58125" h="32861">
                  <a:moveTo>
                    <a:pt x="58125" y="0"/>
                  </a:moveTo>
                  <a:lnTo>
                    <a:pt x="0" y="3286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5" name="Output_receptor__5994">
              <a:extLst>
                <a:ext uri="{FF2B5EF4-FFF2-40B4-BE49-F238E27FC236}">
                  <a16:creationId xmlns:a16="http://schemas.microsoft.com/office/drawing/2014/main" id="{16D20532-7CF1-121B-E737-95AC4A755564}"/>
                </a:ext>
              </a:extLst>
            </p:cNvPr>
            <p:cNvSpPr>
              <a:spLocks noGrp="1"/>
            </p:cNvSpPr>
            <p:nvPr/>
          </p:nvSpPr>
          <p:spPr>
            <a:xfrm>
              <a:off x="15650512" y="3188797"/>
              <a:ext cx="58726" cy="41338"/>
            </a:xfrm>
            <a:custGeom>
              <a:avLst/>
              <a:gdLst/>
              <a:ahLst/>
              <a:cxnLst/>
              <a:rect l="0" t="0" r="0" b="0"/>
              <a:pathLst>
                <a:path w="58726" h="41338">
                  <a:moveTo>
                    <a:pt x="58726" y="0"/>
                  </a:moveTo>
                  <a:lnTo>
                    <a:pt x="0" y="4133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6" name="Output_receptor__5995">
              <a:extLst>
                <a:ext uri="{FF2B5EF4-FFF2-40B4-BE49-F238E27FC236}">
                  <a16:creationId xmlns:a16="http://schemas.microsoft.com/office/drawing/2014/main" id="{F9DAD94C-31B0-EBAE-5E71-F36C8AA0247B}"/>
                </a:ext>
              </a:extLst>
            </p:cNvPr>
            <p:cNvSpPr>
              <a:spLocks noGrp="1"/>
            </p:cNvSpPr>
            <p:nvPr/>
          </p:nvSpPr>
          <p:spPr>
            <a:xfrm>
              <a:off x="15582345" y="2827205"/>
              <a:ext cx="68416" cy="6464"/>
            </a:xfrm>
            <a:custGeom>
              <a:avLst/>
              <a:gdLst/>
              <a:ahLst/>
              <a:cxnLst/>
              <a:rect l="0" t="0" r="0" b="0"/>
              <a:pathLst>
                <a:path w="68416" h="6464">
                  <a:moveTo>
                    <a:pt x="0" y="0"/>
                  </a:moveTo>
                  <a:lnTo>
                    <a:pt x="68416" y="6464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7" name="Output_receptor__5996">
              <a:extLst>
                <a:ext uri="{FF2B5EF4-FFF2-40B4-BE49-F238E27FC236}">
                  <a16:creationId xmlns:a16="http://schemas.microsoft.com/office/drawing/2014/main" id="{2F6D78CC-DC2A-61E4-28A5-A23DEEABAFC1}"/>
                </a:ext>
              </a:extLst>
            </p:cNvPr>
            <p:cNvSpPr>
              <a:spLocks noGrp="1"/>
            </p:cNvSpPr>
            <p:nvPr/>
          </p:nvSpPr>
          <p:spPr>
            <a:xfrm>
              <a:off x="15849951" y="3318679"/>
              <a:ext cx="6563" cy="61691"/>
            </a:xfrm>
            <a:custGeom>
              <a:avLst/>
              <a:gdLst/>
              <a:ahLst/>
              <a:cxnLst/>
              <a:rect l="0" t="0" r="0" b="0"/>
              <a:pathLst>
                <a:path w="6563" h="61691">
                  <a:moveTo>
                    <a:pt x="0" y="0"/>
                  </a:moveTo>
                  <a:lnTo>
                    <a:pt x="6563" y="616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8" name="Output_receptor__5997">
              <a:extLst>
                <a:ext uri="{FF2B5EF4-FFF2-40B4-BE49-F238E27FC236}">
                  <a16:creationId xmlns:a16="http://schemas.microsoft.com/office/drawing/2014/main" id="{2BBF8FDE-8283-9919-3967-4BE0FF4D61E3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92229"/>
              <a:ext cx="14475" cy="58591"/>
            </a:xfrm>
            <a:custGeom>
              <a:avLst/>
              <a:gdLst/>
              <a:ahLst/>
              <a:cxnLst/>
              <a:rect l="0" t="0" r="0" b="0"/>
              <a:pathLst>
                <a:path w="14475" h="58591">
                  <a:moveTo>
                    <a:pt x="0" y="0"/>
                  </a:moveTo>
                  <a:lnTo>
                    <a:pt x="14475" y="585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9" name="Output_receptor__5998">
              <a:extLst>
                <a:ext uri="{FF2B5EF4-FFF2-40B4-BE49-F238E27FC236}">
                  <a16:creationId xmlns:a16="http://schemas.microsoft.com/office/drawing/2014/main" id="{C6F1CE10-D89D-8A4B-A148-490276D122DC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13276"/>
              <a:ext cx="59052" cy="39804"/>
            </a:xfrm>
            <a:custGeom>
              <a:avLst/>
              <a:gdLst/>
              <a:ahLst/>
              <a:cxnLst/>
              <a:rect l="0" t="0" r="0" b="0"/>
              <a:pathLst>
                <a:path w="59052" h="39804">
                  <a:moveTo>
                    <a:pt x="59052" y="0"/>
                  </a:moveTo>
                  <a:lnTo>
                    <a:pt x="0" y="39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0" name="Output_receptor__5999">
              <a:extLst>
                <a:ext uri="{FF2B5EF4-FFF2-40B4-BE49-F238E27FC236}">
                  <a16:creationId xmlns:a16="http://schemas.microsoft.com/office/drawing/2014/main" id="{9AB3CDB9-0A12-B90F-7C9B-6796F59AC80F}"/>
                </a:ext>
              </a:extLst>
            </p:cNvPr>
            <p:cNvSpPr>
              <a:spLocks noGrp="1"/>
            </p:cNvSpPr>
            <p:nvPr/>
          </p:nvSpPr>
          <p:spPr>
            <a:xfrm>
              <a:off x="15084330" y="3156061"/>
              <a:ext cx="49255" cy="41691"/>
            </a:xfrm>
            <a:custGeom>
              <a:avLst/>
              <a:gdLst/>
              <a:ahLst/>
              <a:cxnLst/>
              <a:rect l="0" t="0" r="0" b="0"/>
              <a:pathLst>
                <a:path w="49255" h="41691">
                  <a:moveTo>
                    <a:pt x="0" y="0"/>
                  </a:moveTo>
                  <a:lnTo>
                    <a:pt x="49255" y="416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1" name="Output_receptor__6000">
              <a:extLst>
                <a:ext uri="{FF2B5EF4-FFF2-40B4-BE49-F238E27FC236}">
                  <a16:creationId xmlns:a16="http://schemas.microsoft.com/office/drawing/2014/main" id="{639FC84F-B224-3A13-F83D-F154000BD1BB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30347"/>
              <a:ext cx="10066" cy="61881"/>
            </a:xfrm>
            <a:custGeom>
              <a:avLst/>
              <a:gdLst/>
              <a:ahLst/>
              <a:cxnLst/>
              <a:rect l="0" t="0" r="0" b="0"/>
              <a:pathLst>
                <a:path w="10066" h="61881">
                  <a:moveTo>
                    <a:pt x="10066" y="0"/>
                  </a:moveTo>
                  <a:lnTo>
                    <a:pt x="0" y="6188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2" name="Output_receptor__6001">
              <a:extLst>
                <a:ext uri="{FF2B5EF4-FFF2-40B4-BE49-F238E27FC236}">
                  <a16:creationId xmlns:a16="http://schemas.microsoft.com/office/drawing/2014/main" id="{6A628A75-F37D-848E-50E8-6B14D81C8AAD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52" cy="59825"/>
            </a:xfrm>
            <a:custGeom>
              <a:avLst/>
              <a:gdLst/>
              <a:ahLst/>
              <a:cxnLst/>
              <a:rect l="0" t="0" r="0" b="0"/>
              <a:pathLst>
                <a:path w="3752" h="59825">
                  <a:moveTo>
                    <a:pt x="0" y="0"/>
                  </a:moveTo>
                  <a:lnTo>
                    <a:pt x="3752" y="5982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3" name="Output_receptor__6002">
              <a:extLst>
                <a:ext uri="{FF2B5EF4-FFF2-40B4-BE49-F238E27FC236}">
                  <a16:creationId xmlns:a16="http://schemas.microsoft.com/office/drawing/2014/main" id="{620971DD-EAB7-C2B6-28F9-322497B579C5}"/>
                </a:ext>
              </a:extLst>
            </p:cNvPr>
            <p:cNvSpPr>
              <a:spLocks noGrp="1"/>
            </p:cNvSpPr>
            <p:nvPr/>
          </p:nvSpPr>
          <p:spPr>
            <a:xfrm>
              <a:off x="15653010" y="2911405"/>
              <a:ext cx="60254" cy="3318"/>
            </a:xfrm>
            <a:custGeom>
              <a:avLst/>
              <a:gdLst/>
              <a:ahLst/>
              <a:cxnLst/>
              <a:rect l="0" t="0" r="0" b="0"/>
              <a:pathLst>
                <a:path w="60254" h="3318">
                  <a:moveTo>
                    <a:pt x="60254" y="3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4" name="Output_receptor__6003">
              <a:extLst>
                <a:ext uri="{FF2B5EF4-FFF2-40B4-BE49-F238E27FC236}">
                  <a16:creationId xmlns:a16="http://schemas.microsoft.com/office/drawing/2014/main" id="{7312172A-D388-4B1A-9259-D2C77333AEF5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404902"/>
              <a:ext cx="37465" cy="45286"/>
            </a:xfrm>
            <a:custGeom>
              <a:avLst/>
              <a:gdLst/>
              <a:ahLst/>
              <a:cxnLst/>
              <a:rect l="0" t="0" r="0" b="0"/>
              <a:pathLst>
                <a:path w="37465" h="45286">
                  <a:moveTo>
                    <a:pt x="0" y="0"/>
                  </a:moveTo>
                  <a:lnTo>
                    <a:pt x="37465" y="4528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5" name="Output_receptor__6004">
              <a:extLst>
                <a:ext uri="{FF2B5EF4-FFF2-40B4-BE49-F238E27FC236}">
                  <a16:creationId xmlns:a16="http://schemas.microsoft.com/office/drawing/2014/main" id="{50C4F870-4324-8E71-0C5D-B2A1A91BDB4B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579806"/>
              <a:ext cx="7056" cy="71438"/>
            </a:xfrm>
            <a:custGeom>
              <a:avLst/>
              <a:gdLst/>
              <a:ahLst/>
              <a:cxnLst/>
              <a:rect l="0" t="0" r="0" b="0"/>
              <a:pathLst>
                <a:path w="7056" h="71438">
                  <a:moveTo>
                    <a:pt x="0" y="71438"/>
                  </a:moveTo>
                  <a:lnTo>
                    <a:pt x="705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6" name="Output_receptor__6005">
              <a:extLst>
                <a:ext uri="{FF2B5EF4-FFF2-40B4-BE49-F238E27FC236}">
                  <a16:creationId xmlns:a16="http://schemas.microsoft.com/office/drawing/2014/main" id="{F18F5F9A-8549-3FE3-585A-6EE1522CC5E4}"/>
                </a:ext>
              </a:extLst>
            </p:cNvPr>
            <p:cNvSpPr>
              <a:spLocks noGrp="1"/>
            </p:cNvSpPr>
            <p:nvPr/>
          </p:nvSpPr>
          <p:spPr>
            <a:xfrm>
              <a:off x="15709173" y="3273240"/>
              <a:ext cx="54993" cy="39637"/>
            </a:xfrm>
            <a:custGeom>
              <a:avLst/>
              <a:gdLst/>
              <a:ahLst/>
              <a:cxnLst/>
              <a:rect l="0" t="0" r="0" b="0"/>
              <a:pathLst>
                <a:path w="54993" h="39637">
                  <a:moveTo>
                    <a:pt x="54993" y="0"/>
                  </a:moveTo>
                  <a:lnTo>
                    <a:pt x="0" y="396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7" name="Output_receptor__6006">
              <a:extLst>
                <a:ext uri="{FF2B5EF4-FFF2-40B4-BE49-F238E27FC236}">
                  <a16:creationId xmlns:a16="http://schemas.microsoft.com/office/drawing/2014/main" id="{D2869DEE-9823-7FE3-36A2-80B8DF96C55C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27205"/>
              <a:ext cx="64812" cy="30711"/>
            </a:xfrm>
            <a:custGeom>
              <a:avLst/>
              <a:gdLst/>
              <a:ahLst/>
              <a:cxnLst/>
              <a:rect l="0" t="0" r="0" b="0"/>
              <a:pathLst>
                <a:path w="64812" h="30711">
                  <a:moveTo>
                    <a:pt x="0" y="30711"/>
                  </a:moveTo>
                  <a:lnTo>
                    <a:pt x="64812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8" name="Output_receptor__6007">
              <a:extLst>
                <a:ext uri="{FF2B5EF4-FFF2-40B4-BE49-F238E27FC236}">
                  <a16:creationId xmlns:a16="http://schemas.microsoft.com/office/drawing/2014/main" id="{AC278434-C9A2-F3C6-304F-489B345D95A5}"/>
                </a:ext>
              </a:extLst>
            </p:cNvPr>
            <p:cNvSpPr>
              <a:spLocks noGrp="1"/>
            </p:cNvSpPr>
            <p:nvPr/>
          </p:nvSpPr>
          <p:spPr>
            <a:xfrm>
              <a:off x="15713264" y="2878100"/>
              <a:ext cx="55106" cy="36623"/>
            </a:xfrm>
            <a:custGeom>
              <a:avLst/>
              <a:gdLst/>
              <a:ahLst/>
              <a:cxnLst/>
              <a:rect l="0" t="0" r="0" b="0"/>
              <a:pathLst>
                <a:path w="55106" h="36623">
                  <a:moveTo>
                    <a:pt x="55106" y="0"/>
                  </a:moveTo>
                  <a:lnTo>
                    <a:pt x="0" y="3662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9" name="Output_receptor__6008">
              <a:extLst>
                <a:ext uri="{FF2B5EF4-FFF2-40B4-BE49-F238E27FC236}">
                  <a16:creationId xmlns:a16="http://schemas.microsoft.com/office/drawing/2014/main" id="{4243B3CB-68FD-2CBD-76CE-F9E4AA24F4D7}"/>
                </a:ext>
              </a:extLst>
            </p:cNvPr>
            <p:cNvSpPr>
              <a:spLocks noGrp="1"/>
            </p:cNvSpPr>
            <p:nvPr/>
          </p:nvSpPr>
          <p:spPr>
            <a:xfrm>
              <a:off x="15030298" y="2917411"/>
              <a:ext cx="14290" cy="41588"/>
            </a:xfrm>
            <a:custGeom>
              <a:avLst/>
              <a:gdLst/>
              <a:ahLst/>
              <a:cxnLst/>
              <a:rect l="0" t="0" r="0" b="0"/>
              <a:pathLst>
                <a:path w="14290" h="41588">
                  <a:moveTo>
                    <a:pt x="14290" y="0"/>
                  </a:moveTo>
                  <a:lnTo>
                    <a:pt x="0" y="4158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0" name="Output_receptor__6009">
              <a:extLst>
                <a:ext uri="{FF2B5EF4-FFF2-40B4-BE49-F238E27FC236}">
                  <a16:creationId xmlns:a16="http://schemas.microsoft.com/office/drawing/2014/main" id="{EC50F6E6-A1AB-BEED-2458-E98164AAF6D1}"/>
                </a:ext>
              </a:extLst>
            </p:cNvPr>
            <p:cNvSpPr>
              <a:spLocks noGrp="1"/>
            </p:cNvSpPr>
            <p:nvPr/>
          </p:nvSpPr>
          <p:spPr>
            <a:xfrm>
              <a:off x="15589889" y="3143441"/>
              <a:ext cx="15381" cy="36408"/>
            </a:xfrm>
            <a:custGeom>
              <a:avLst/>
              <a:gdLst/>
              <a:ahLst/>
              <a:cxnLst/>
              <a:rect l="0" t="0" r="0" b="0"/>
              <a:pathLst>
                <a:path w="15381" h="36408">
                  <a:moveTo>
                    <a:pt x="15381" y="0"/>
                  </a:moveTo>
                  <a:lnTo>
                    <a:pt x="0" y="3640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1" name="Output_receptor__6010">
              <a:extLst>
                <a:ext uri="{FF2B5EF4-FFF2-40B4-BE49-F238E27FC236}">
                  <a16:creationId xmlns:a16="http://schemas.microsoft.com/office/drawing/2014/main" id="{CBC9DC25-2BD2-993B-B672-C9CBBC0ACA14}"/>
                </a:ext>
              </a:extLst>
            </p:cNvPr>
            <p:cNvSpPr>
              <a:spLocks noGrp="1"/>
            </p:cNvSpPr>
            <p:nvPr/>
          </p:nvSpPr>
          <p:spPr>
            <a:xfrm>
              <a:off x="16160595" y="2522953"/>
              <a:ext cx="44144" cy="56852"/>
            </a:xfrm>
            <a:custGeom>
              <a:avLst/>
              <a:gdLst/>
              <a:ahLst/>
              <a:cxnLst/>
              <a:rect l="0" t="0" r="0" b="0"/>
              <a:pathLst>
                <a:path w="44144" h="56852">
                  <a:moveTo>
                    <a:pt x="44144" y="568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2" name="Output_receptor__6011">
              <a:extLst>
                <a:ext uri="{FF2B5EF4-FFF2-40B4-BE49-F238E27FC236}">
                  <a16:creationId xmlns:a16="http://schemas.microsoft.com/office/drawing/2014/main" id="{62625DF7-35E3-965C-38AD-6E2B18DAA3DB}"/>
                </a:ext>
              </a:extLst>
            </p:cNvPr>
            <p:cNvSpPr>
              <a:spLocks noGrp="1"/>
            </p:cNvSpPr>
            <p:nvPr/>
          </p:nvSpPr>
          <p:spPr>
            <a:xfrm>
              <a:off x="16224343" y="2779488"/>
              <a:ext cx="18578" cy="69776"/>
            </a:xfrm>
            <a:custGeom>
              <a:avLst/>
              <a:gdLst/>
              <a:ahLst/>
              <a:cxnLst/>
              <a:rect l="0" t="0" r="0" b="0"/>
              <a:pathLst>
                <a:path w="18578" h="69776">
                  <a:moveTo>
                    <a:pt x="0" y="0"/>
                  </a:moveTo>
                  <a:lnTo>
                    <a:pt x="18578" y="6977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3" name="Output_receptor__6012">
              <a:extLst>
                <a:ext uri="{FF2B5EF4-FFF2-40B4-BE49-F238E27FC236}">
                  <a16:creationId xmlns:a16="http://schemas.microsoft.com/office/drawing/2014/main" id="{3162235C-DD55-1669-2756-9A06B0014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8370" y="2878100"/>
              <a:ext cx="58561" cy="17222"/>
            </a:xfrm>
            <a:custGeom>
              <a:avLst/>
              <a:gdLst/>
              <a:ahLst/>
              <a:cxnLst/>
              <a:rect l="0" t="0" r="0" b="0"/>
              <a:pathLst>
                <a:path w="58561" h="17222">
                  <a:moveTo>
                    <a:pt x="58561" y="17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4" name="Output_receptor__6013">
              <a:extLst>
                <a:ext uri="{FF2B5EF4-FFF2-40B4-BE49-F238E27FC236}">
                  <a16:creationId xmlns:a16="http://schemas.microsoft.com/office/drawing/2014/main" id="{36CD6E00-EBA8-7FEC-13F4-A163886D5445}"/>
                </a:ext>
              </a:extLst>
            </p:cNvPr>
            <p:cNvSpPr>
              <a:spLocks noGrp="1"/>
            </p:cNvSpPr>
            <p:nvPr/>
          </p:nvSpPr>
          <p:spPr>
            <a:xfrm>
              <a:off x="15191040" y="3290526"/>
              <a:ext cx="5631" cy="69749"/>
            </a:xfrm>
            <a:custGeom>
              <a:avLst/>
              <a:gdLst/>
              <a:ahLst/>
              <a:cxnLst/>
              <a:rect l="0" t="0" r="0" b="0"/>
              <a:pathLst>
                <a:path w="5631" h="69749">
                  <a:moveTo>
                    <a:pt x="5631" y="697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5" name="Output_receptor__6014">
              <a:extLst>
                <a:ext uri="{FF2B5EF4-FFF2-40B4-BE49-F238E27FC236}">
                  <a16:creationId xmlns:a16="http://schemas.microsoft.com/office/drawing/2014/main" id="{B72B5856-5B3A-46F6-5609-87A4ACADC808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69549"/>
              <a:ext cx="66551" cy="20977"/>
            </a:xfrm>
            <a:custGeom>
              <a:avLst/>
              <a:gdLst/>
              <a:ahLst/>
              <a:cxnLst/>
              <a:rect l="0" t="0" r="0" b="0"/>
              <a:pathLst>
                <a:path w="66551" h="20977">
                  <a:moveTo>
                    <a:pt x="66551" y="20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6" name="Output_receptor__6015">
              <a:extLst>
                <a:ext uri="{FF2B5EF4-FFF2-40B4-BE49-F238E27FC236}">
                  <a16:creationId xmlns:a16="http://schemas.microsoft.com/office/drawing/2014/main" id="{A0B5692C-E316-DD92-A98F-0ABF140FA41C}"/>
                </a:ext>
              </a:extLst>
            </p:cNvPr>
            <p:cNvSpPr>
              <a:spLocks noGrp="1"/>
            </p:cNvSpPr>
            <p:nvPr/>
          </p:nvSpPr>
          <p:spPr>
            <a:xfrm>
              <a:off x="15136860" y="2900827"/>
              <a:ext cx="10327" cy="58314"/>
            </a:xfrm>
            <a:custGeom>
              <a:avLst/>
              <a:gdLst/>
              <a:ahLst/>
              <a:cxnLst/>
              <a:rect l="0" t="0" r="0" b="0"/>
              <a:pathLst>
                <a:path w="10327" h="58314">
                  <a:moveTo>
                    <a:pt x="10327" y="58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7" name="Output_receptor__6016">
              <a:extLst>
                <a:ext uri="{FF2B5EF4-FFF2-40B4-BE49-F238E27FC236}">
                  <a16:creationId xmlns:a16="http://schemas.microsoft.com/office/drawing/2014/main" id="{B7612F13-0BD2-9CAA-0804-EE9B464C23AA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60275"/>
              <a:ext cx="68988" cy="15208"/>
            </a:xfrm>
            <a:custGeom>
              <a:avLst/>
              <a:gdLst/>
              <a:ahLst/>
              <a:cxnLst/>
              <a:rect l="0" t="0" r="0" b="0"/>
              <a:pathLst>
                <a:path w="68988" h="15208">
                  <a:moveTo>
                    <a:pt x="0" y="15208"/>
                  </a:moveTo>
                  <a:lnTo>
                    <a:pt x="68988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8" name="Output_receptor__6017">
              <a:extLst>
                <a:ext uri="{FF2B5EF4-FFF2-40B4-BE49-F238E27FC236}">
                  <a16:creationId xmlns:a16="http://schemas.microsoft.com/office/drawing/2014/main" id="{BE70566B-DCE9-D489-9BA2-3FF6AC339DED}"/>
                </a:ext>
              </a:extLst>
            </p:cNvPr>
            <p:cNvSpPr>
              <a:spLocks noGrp="1"/>
            </p:cNvSpPr>
            <p:nvPr/>
          </p:nvSpPr>
          <p:spPr>
            <a:xfrm>
              <a:off x="15650761" y="2817240"/>
              <a:ext cx="44767" cy="16429"/>
            </a:xfrm>
            <a:custGeom>
              <a:avLst/>
              <a:gdLst/>
              <a:ahLst/>
              <a:cxnLst/>
              <a:rect l="0" t="0" r="0" b="0"/>
              <a:pathLst>
                <a:path w="44767" h="16429">
                  <a:moveTo>
                    <a:pt x="0" y="16429"/>
                  </a:moveTo>
                  <a:lnTo>
                    <a:pt x="44767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9" name="Output_receptor__6018">
              <a:extLst>
                <a:ext uri="{FF2B5EF4-FFF2-40B4-BE49-F238E27FC236}">
                  <a16:creationId xmlns:a16="http://schemas.microsoft.com/office/drawing/2014/main" id="{8254B965-0566-67A1-15DD-041EAA79AB15}"/>
                </a:ext>
              </a:extLst>
            </p:cNvPr>
            <p:cNvSpPr>
              <a:spLocks noGrp="1"/>
            </p:cNvSpPr>
            <p:nvPr/>
          </p:nvSpPr>
          <p:spPr>
            <a:xfrm>
              <a:off x="15544191" y="3054270"/>
              <a:ext cx="26322" cy="14243"/>
            </a:xfrm>
            <a:custGeom>
              <a:avLst/>
              <a:gdLst/>
              <a:ahLst/>
              <a:cxnLst/>
              <a:rect l="0" t="0" r="0" b="0"/>
              <a:pathLst>
                <a:path w="26322" h="14243">
                  <a:moveTo>
                    <a:pt x="26322" y="0"/>
                  </a:moveTo>
                  <a:lnTo>
                    <a:pt x="0" y="142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0" name="Output_receptor__6019">
              <a:extLst>
                <a:ext uri="{FF2B5EF4-FFF2-40B4-BE49-F238E27FC236}">
                  <a16:creationId xmlns:a16="http://schemas.microsoft.com/office/drawing/2014/main" id="{28B02DBF-2632-3303-1BC2-A616767B2FE0}"/>
                </a:ext>
              </a:extLst>
            </p:cNvPr>
            <p:cNvSpPr>
              <a:spLocks noGrp="1"/>
            </p:cNvSpPr>
            <p:nvPr/>
          </p:nvSpPr>
          <p:spPr>
            <a:xfrm>
              <a:off x="15927798" y="2890736"/>
              <a:ext cx="27236" cy="65075"/>
            </a:xfrm>
            <a:custGeom>
              <a:avLst/>
              <a:gdLst/>
              <a:ahLst/>
              <a:cxnLst/>
              <a:rect l="0" t="0" r="0" b="0"/>
              <a:pathLst>
                <a:path w="27236" h="65075">
                  <a:moveTo>
                    <a:pt x="27236" y="6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1" name="Output_receptor__6020">
              <a:extLst>
                <a:ext uri="{FF2B5EF4-FFF2-40B4-BE49-F238E27FC236}">
                  <a16:creationId xmlns:a16="http://schemas.microsoft.com/office/drawing/2014/main" id="{8AEE3155-CD05-97BB-E7D7-2C9CE2B0967A}"/>
                </a:ext>
              </a:extLst>
            </p:cNvPr>
            <p:cNvSpPr>
              <a:spLocks noGrp="1"/>
            </p:cNvSpPr>
            <p:nvPr/>
          </p:nvSpPr>
          <p:spPr>
            <a:xfrm>
              <a:off x="15939634" y="3087389"/>
              <a:ext cx="24820" cy="21160"/>
            </a:xfrm>
            <a:custGeom>
              <a:avLst/>
              <a:gdLst/>
              <a:ahLst/>
              <a:cxnLst/>
              <a:rect l="0" t="0" r="0" b="0"/>
              <a:pathLst>
                <a:path w="24820" h="21160">
                  <a:moveTo>
                    <a:pt x="0" y="0"/>
                  </a:moveTo>
                  <a:lnTo>
                    <a:pt x="24820" y="2116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2" name="Output_receptor__6021">
              <a:extLst>
                <a:ext uri="{FF2B5EF4-FFF2-40B4-BE49-F238E27FC236}">
                  <a16:creationId xmlns:a16="http://schemas.microsoft.com/office/drawing/2014/main" id="{CCF46828-1DA6-2835-DE15-261F410BDD2D}"/>
                </a:ext>
              </a:extLst>
            </p:cNvPr>
            <p:cNvSpPr>
              <a:spLocks noGrp="1"/>
            </p:cNvSpPr>
            <p:nvPr/>
          </p:nvSpPr>
          <p:spPr>
            <a:xfrm>
              <a:off x="16057814" y="2743617"/>
              <a:ext cx="56766" cy="42454"/>
            </a:xfrm>
            <a:custGeom>
              <a:avLst/>
              <a:gdLst/>
              <a:ahLst/>
              <a:cxnLst/>
              <a:rect l="0" t="0" r="0" b="0"/>
              <a:pathLst>
                <a:path w="56766" h="42454">
                  <a:moveTo>
                    <a:pt x="0" y="42454"/>
                  </a:moveTo>
                  <a:lnTo>
                    <a:pt x="56766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3" name="Output_receptor__6022">
              <a:extLst>
                <a:ext uri="{FF2B5EF4-FFF2-40B4-BE49-F238E27FC236}">
                  <a16:creationId xmlns:a16="http://schemas.microsoft.com/office/drawing/2014/main" id="{8F4A829A-EF71-A778-59C0-29F914238538}"/>
                </a:ext>
              </a:extLst>
            </p:cNvPr>
            <p:cNvSpPr>
              <a:spLocks noGrp="1"/>
            </p:cNvSpPr>
            <p:nvPr/>
          </p:nvSpPr>
          <p:spPr>
            <a:xfrm>
              <a:off x="15013826" y="3156061"/>
              <a:ext cx="70503" cy="11209"/>
            </a:xfrm>
            <a:custGeom>
              <a:avLst/>
              <a:gdLst/>
              <a:ahLst/>
              <a:cxnLst/>
              <a:rect l="0" t="0" r="0" b="0"/>
              <a:pathLst>
                <a:path w="70503" h="11209">
                  <a:moveTo>
                    <a:pt x="0" y="11209"/>
                  </a:moveTo>
                  <a:lnTo>
                    <a:pt x="7050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4" name="Output_receptor__6023">
              <a:extLst>
                <a:ext uri="{FF2B5EF4-FFF2-40B4-BE49-F238E27FC236}">
                  <a16:creationId xmlns:a16="http://schemas.microsoft.com/office/drawing/2014/main" id="{71744549-CF97-5806-8BCE-9A45C4DB6996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192"/>
              <a:ext cx="22225" cy="534"/>
            </a:xfrm>
            <a:custGeom>
              <a:avLst/>
              <a:gdLst/>
              <a:ahLst/>
              <a:cxnLst/>
              <a:rect l="0" t="0" r="0" b="0"/>
              <a:pathLst>
                <a:path w="22225" h="534">
                  <a:moveTo>
                    <a:pt x="22225" y="0"/>
                  </a:moveTo>
                  <a:lnTo>
                    <a:pt x="0" y="53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5" name="Output_receptor__6024">
              <a:extLst>
                <a:ext uri="{FF2B5EF4-FFF2-40B4-BE49-F238E27FC236}">
                  <a16:creationId xmlns:a16="http://schemas.microsoft.com/office/drawing/2014/main" id="{B259C20E-87F9-2E14-659A-B8ABF12F5CB2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97421"/>
              <a:ext cx="7443" cy="40252"/>
            </a:xfrm>
            <a:custGeom>
              <a:avLst/>
              <a:gdLst/>
              <a:ahLst/>
              <a:cxnLst/>
              <a:rect l="0" t="0" r="0" b="0"/>
              <a:pathLst>
                <a:path w="7443" h="40252">
                  <a:moveTo>
                    <a:pt x="7443" y="0"/>
                  </a:moveTo>
                  <a:lnTo>
                    <a:pt x="0" y="40252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6" name="Output_receptor__6025">
              <a:extLst>
                <a:ext uri="{FF2B5EF4-FFF2-40B4-BE49-F238E27FC236}">
                  <a16:creationId xmlns:a16="http://schemas.microsoft.com/office/drawing/2014/main" id="{0FDD6251-B799-573D-AD36-E73ED9DF6430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57916"/>
              <a:ext cx="15284" cy="40639"/>
            </a:xfrm>
            <a:custGeom>
              <a:avLst/>
              <a:gdLst/>
              <a:ahLst/>
              <a:cxnLst/>
              <a:rect l="0" t="0" r="0" b="0"/>
              <a:pathLst>
                <a:path w="15284" h="40639">
                  <a:moveTo>
                    <a:pt x="15284" y="406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7" name="Output_receptor__6026">
              <a:extLst>
                <a:ext uri="{FF2B5EF4-FFF2-40B4-BE49-F238E27FC236}">
                  <a16:creationId xmlns:a16="http://schemas.microsoft.com/office/drawing/2014/main" id="{E5BEA61D-7EE5-8961-62B5-E34F8C9733CA}"/>
                </a:ext>
              </a:extLst>
            </p:cNvPr>
            <p:cNvSpPr>
              <a:spLocks noGrp="1"/>
            </p:cNvSpPr>
            <p:nvPr/>
          </p:nvSpPr>
          <p:spPr>
            <a:xfrm>
              <a:off x="15826932" y="2843629"/>
              <a:ext cx="50443" cy="51693"/>
            </a:xfrm>
            <a:custGeom>
              <a:avLst/>
              <a:gdLst/>
              <a:ahLst/>
              <a:cxnLst/>
              <a:rect l="0" t="0" r="0" b="0"/>
              <a:pathLst>
                <a:path w="50443" h="51693">
                  <a:moveTo>
                    <a:pt x="50443" y="0"/>
                  </a:moveTo>
                  <a:lnTo>
                    <a:pt x="0" y="5169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8" name="Output_receptor__6027">
              <a:extLst>
                <a:ext uri="{FF2B5EF4-FFF2-40B4-BE49-F238E27FC236}">
                  <a16:creationId xmlns:a16="http://schemas.microsoft.com/office/drawing/2014/main" id="{B9B4D06A-E331-160B-1B83-4C4ED1E43A27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130669"/>
              <a:ext cx="41903" cy="59068"/>
            </a:xfrm>
            <a:custGeom>
              <a:avLst/>
              <a:gdLst/>
              <a:ahLst/>
              <a:cxnLst/>
              <a:rect l="0" t="0" r="0" b="0"/>
              <a:pathLst>
                <a:path w="41903" h="59068">
                  <a:moveTo>
                    <a:pt x="41903" y="590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9" name="Output_receptor__6028">
              <a:extLst>
                <a:ext uri="{FF2B5EF4-FFF2-40B4-BE49-F238E27FC236}">
                  <a16:creationId xmlns:a16="http://schemas.microsoft.com/office/drawing/2014/main" id="{FD74640F-B017-FE1F-3163-076A5834D0A5}"/>
                </a:ext>
              </a:extLst>
            </p:cNvPr>
            <p:cNvSpPr>
              <a:spLocks noGrp="1"/>
            </p:cNvSpPr>
            <p:nvPr/>
          </p:nvSpPr>
          <p:spPr>
            <a:xfrm>
              <a:off x="16114580" y="2743617"/>
              <a:ext cx="36345" cy="53804"/>
            </a:xfrm>
            <a:custGeom>
              <a:avLst/>
              <a:gdLst/>
              <a:ahLst/>
              <a:cxnLst/>
              <a:rect l="0" t="0" r="0" b="0"/>
              <a:pathLst>
                <a:path w="36345" h="53804">
                  <a:moveTo>
                    <a:pt x="0" y="0"/>
                  </a:moveTo>
                  <a:lnTo>
                    <a:pt x="36345" y="5380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0" name="Output_receptor__6029">
              <a:extLst>
                <a:ext uri="{FF2B5EF4-FFF2-40B4-BE49-F238E27FC236}">
                  <a16:creationId xmlns:a16="http://schemas.microsoft.com/office/drawing/2014/main" id="{843A088E-619F-FCCA-9624-F417E3515927}"/>
                </a:ext>
              </a:extLst>
            </p:cNvPr>
            <p:cNvSpPr>
              <a:spLocks noGrp="1"/>
            </p:cNvSpPr>
            <p:nvPr/>
          </p:nvSpPr>
          <p:spPr>
            <a:xfrm>
              <a:off x="15696719" y="3312877"/>
              <a:ext cx="12454" cy="50140"/>
            </a:xfrm>
            <a:custGeom>
              <a:avLst/>
              <a:gdLst/>
              <a:ahLst/>
              <a:cxnLst/>
              <a:rect l="0" t="0" r="0" b="0"/>
              <a:pathLst>
                <a:path w="12454" h="50140">
                  <a:moveTo>
                    <a:pt x="12454" y="0"/>
                  </a:moveTo>
                  <a:lnTo>
                    <a:pt x="0" y="5014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31" name="Output_receptor__6030">
              <a:extLst>
                <a:ext uri="{FF2B5EF4-FFF2-40B4-BE49-F238E27FC236}">
                  <a16:creationId xmlns:a16="http://schemas.microsoft.com/office/drawing/2014/main" id="{10218043-4114-D0D8-E7AF-95F498697637}"/>
                </a:ext>
              </a:extLst>
            </p:cNvPr>
            <p:cNvSpPr>
              <a:spLocks noGrp="1"/>
            </p:cNvSpPr>
            <p:nvPr/>
          </p:nvSpPr>
          <p:spPr>
            <a:xfrm>
              <a:off x="15695528" y="2814951"/>
              <a:ext cx="71895" cy="2289"/>
            </a:xfrm>
            <a:custGeom>
              <a:avLst/>
              <a:gdLst/>
              <a:ahLst/>
              <a:cxnLst/>
              <a:rect l="0" t="0" r="0" b="0"/>
              <a:pathLst>
                <a:path w="71895" h="2289">
                  <a:moveTo>
                    <a:pt x="0" y="2289"/>
                  </a:moveTo>
                  <a:lnTo>
                    <a:pt x="71895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2" name="Output_receptor__6031">
              <a:extLst>
                <a:ext uri="{FF2B5EF4-FFF2-40B4-BE49-F238E27FC236}">
                  <a16:creationId xmlns:a16="http://schemas.microsoft.com/office/drawing/2014/main" id="{FC115B8B-BA60-F84E-EEE3-EB7AD317C6F1}"/>
                </a:ext>
              </a:extLst>
            </p:cNvPr>
            <p:cNvSpPr>
              <a:spLocks noGrp="1"/>
            </p:cNvSpPr>
            <p:nvPr/>
          </p:nvSpPr>
          <p:spPr>
            <a:xfrm>
              <a:off x="14987040" y="3109408"/>
              <a:ext cx="26786" cy="57863"/>
            </a:xfrm>
            <a:custGeom>
              <a:avLst/>
              <a:gdLst/>
              <a:ahLst/>
              <a:cxnLst/>
              <a:rect l="0" t="0" r="0" b="0"/>
              <a:pathLst>
                <a:path w="26786" h="57863">
                  <a:moveTo>
                    <a:pt x="0" y="0"/>
                  </a:moveTo>
                  <a:lnTo>
                    <a:pt x="26786" y="5786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3" name="Output_receptor__6032">
              <a:extLst>
                <a:ext uri="{FF2B5EF4-FFF2-40B4-BE49-F238E27FC236}">
                  <a16:creationId xmlns:a16="http://schemas.microsoft.com/office/drawing/2014/main" id="{234509A6-83F7-814A-06CA-32392AF3AF15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087389"/>
              <a:ext cx="57233" cy="43280"/>
            </a:xfrm>
            <a:custGeom>
              <a:avLst/>
              <a:gdLst/>
              <a:ahLst/>
              <a:cxnLst/>
              <a:rect l="0" t="0" r="0" b="0"/>
              <a:pathLst>
                <a:path w="57233" h="43280">
                  <a:moveTo>
                    <a:pt x="0" y="43280"/>
                  </a:moveTo>
                  <a:lnTo>
                    <a:pt x="5723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4" name="Output_receptor__6033">
              <a:extLst>
                <a:ext uri="{FF2B5EF4-FFF2-40B4-BE49-F238E27FC236}">
                  <a16:creationId xmlns:a16="http://schemas.microsoft.com/office/drawing/2014/main" id="{9E2E7867-8736-5938-1435-79D2D7254A03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363017"/>
              <a:ext cx="38894" cy="41885"/>
            </a:xfrm>
            <a:custGeom>
              <a:avLst/>
              <a:gdLst/>
              <a:ahLst/>
              <a:cxnLst/>
              <a:rect l="0" t="0" r="0" b="0"/>
              <a:pathLst>
                <a:path w="38894" h="41885">
                  <a:moveTo>
                    <a:pt x="38894" y="0"/>
                  </a:moveTo>
                  <a:lnTo>
                    <a:pt x="0" y="41885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5" name="Output_receptor__6034">
              <a:extLst>
                <a:ext uri="{FF2B5EF4-FFF2-40B4-BE49-F238E27FC236}">
                  <a16:creationId xmlns:a16="http://schemas.microsoft.com/office/drawing/2014/main" id="{53CB8B3B-FC82-ECBF-37C2-754477DA2171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55811"/>
              <a:ext cx="36948" cy="42698"/>
            </a:xfrm>
            <a:custGeom>
              <a:avLst/>
              <a:gdLst/>
              <a:ahLst/>
              <a:cxnLst/>
              <a:rect l="0" t="0" r="0" b="0"/>
              <a:pathLst>
                <a:path w="36948" h="42698">
                  <a:moveTo>
                    <a:pt x="0" y="42698"/>
                  </a:moveTo>
                  <a:lnTo>
                    <a:pt x="36948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6" name="Output_receptor__6035">
              <a:extLst>
                <a:ext uri="{FF2B5EF4-FFF2-40B4-BE49-F238E27FC236}">
                  <a16:creationId xmlns:a16="http://schemas.microsoft.com/office/drawing/2014/main" id="{9E25D6CF-EE90-EDE9-033D-5D505E3AD337}"/>
                </a:ext>
              </a:extLst>
            </p:cNvPr>
            <p:cNvSpPr>
              <a:spLocks noGrp="1"/>
            </p:cNvSpPr>
            <p:nvPr/>
          </p:nvSpPr>
          <p:spPr>
            <a:xfrm>
              <a:off x="14970918" y="2922192"/>
              <a:ext cx="59380" cy="36807"/>
            </a:xfrm>
            <a:custGeom>
              <a:avLst/>
              <a:gdLst/>
              <a:ahLst/>
              <a:cxnLst/>
              <a:rect l="0" t="0" r="0" b="0"/>
              <a:pathLst>
                <a:path w="59380" h="36807">
                  <a:moveTo>
                    <a:pt x="59380" y="368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7" name="Output_receptor__6036">
              <a:extLst>
                <a:ext uri="{FF2B5EF4-FFF2-40B4-BE49-F238E27FC236}">
                  <a16:creationId xmlns:a16="http://schemas.microsoft.com/office/drawing/2014/main" id="{487D0EA1-B265-1CC2-3A66-968E00744642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967" cy="30652"/>
            </a:xfrm>
            <a:custGeom>
              <a:avLst/>
              <a:gdLst/>
              <a:ahLst/>
              <a:cxnLst/>
              <a:rect l="0" t="0" r="0" b="0"/>
              <a:pathLst>
                <a:path w="37967" h="30652">
                  <a:moveTo>
                    <a:pt x="37967" y="30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8" name="Output_receptor__6037">
              <a:extLst>
                <a:ext uri="{FF2B5EF4-FFF2-40B4-BE49-F238E27FC236}">
                  <a16:creationId xmlns:a16="http://schemas.microsoft.com/office/drawing/2014/main" id="{5C65E83F-A6B9-6420-6104-6834F80894BA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59266" cy="6441"/>
            </a:xfrm>
            <a:custGeom>
              <a:avLst/>
              <a:gdLst/>
              <a:ahLst/>
              <a:cxnLst/>
              <a:rect l="0" t="0" r="0" b="0"/>
              <a:pathLst>
                <a:path w="59266" h="6441">
                  <a:moveTo>
                    <a:pt x="0" y="0"/>
                  </a:moveTo>
                  <a:lnTo>
                    <a:pt x="59266" y="6441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9" name="Output_receptor__6038">
              <a:extLst>
                <a:ext uri="{FF2B5EF4-FFF2-40B4-BE49-F238E27FC236}">
                  <a16:creationId xmlns:a16="http://schemas.microsoft.com/office/drawing/2014/main" id="{1D869429-41A5-D2B7-BEA9-7A5638A2437B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24005"/>
              <a:ext cx="14946" cy="45545"/>
            </a:xfrm>
            <a:custGeom>
              <a:avLst/>
              <a:gdLst/>
              <a:ahLst/>
              <a:cxnLst/>
              <a:rect l="0" t="0" r="0" b="0"/>
              <a:pathLst>
                <a:path w="14946" h="45545">
                  <a:moveTo>
                    <a:pt x="0" y="45545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0" name="Output_receptor__6039">
              <a:extLst>
                <a:ext uri="{FF2B5EF4-FFF2-40B4-BE49-F238E27FC236}">
                  <a16:creationId xmlns:a16="http://schemas.microsoft.com/office/drawing/2014/main" id="{EB0A353C-EE5C-CA6A-5D55-CDC6CE9FAB38}"/>
                </a:ext>
              </a:extLst>
            </p:cNvPr>
            <p:cNvSpPr>
              <a:spLocks noGrp="1"/>
            </p:cNvSpPr>
            <p:nvPr/>
          </p:nvSpPr>
          <p:spPr>
            <a:xfrm>
              <a:off x="15856514" y="3367819"/>
              <a:ext cx="10310" cy="12551"/>
            </a:xfrm>
            <a:custGeom>
              <a:avLst/>
              <a:gdLst/>
              <a:ahLst/>
              <a:cxnLst/>
              <a:rect l="0" t="0" r="0" b="0"/>
              <a:pathLst>
                <a:path w="10310" h="12551">
                  <a:moveTo>
                    <a:pt x="0" y="12551"/>
                  </a:moveTo>
                  <a:lnTo>
                    <a:pt x="1031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1" name="Output_receptor__6040">
              <a:extLst>
                <a:ext uri="{FF2B5EF4-FFF2-40B4-BE49-F238E27FC236}">
                  <a16:creationId xmlns:a16="http://schemas.microsoft.com/office/drawing/2014/main" id="{9F13E4BE-93B1-5A46-AC66-4F34BD93E1F1}"/>
                </a:ext>
              </a:extLst>
            </p:cNvPr>
            <p:cNvSpPr>
              <a:spLocks noGrp="1"/>
            </p:cNvSpPr>
            <p:nvPr/>
          </p:nvSpPr>
          <p:spPr>
            <a:xfrm>
              <a:off x="15078803" y="2888238"/>
              <a:ext cx="58057" cy="12589"/>
            </a:xfrm>
            <a:custGeom>
              <a:avLst/>
              <a:gdLst/>
              <a:ahLst/>
              <a:cxnLst/>
              <a:rect l="0" t="0" r="0" b="0"/>
              <a:pathLst>
                <a:path w="58057" h="12589">
                  <a:moveTo>
                    <a:pt x="58057" y="12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2" name="Output_receptor__6041">
              <a:extLst>
                <a:ext uri="{FF2B5EF4-FFF2-40B4-BE49-F238E27FC236}">
                  <a16:creationId xmlns:a16="http://schemas.microsoft.com/office/drawing/2014/main" id="{9624E328-F79F-DFA0-B1AF-FE32CE629A73}"/>
                </a:ext>
              </a:extLst>
            </p:cNvPr>
            <p:cNvSpPr>
              <a:spLocks noGrp="1"/>
            </p:cNvSpPr>
            <p:nvPr/>
          </p:nvSpPr>
          <p:spPr>
            <a:xfrm>
              <a:off x="15531109" y="2999247"/>
              <a:ext cx="13083" cy="69265"/>
            </a:xfrm>
            <a:custGeom>
              <a:avLst/>
              <a:gdLst/>
              <a:ahLst/>
              <a:cxnLst/>
              <a:rect l="0" t="0" r="0" b="0"/>
              <a:pathLst>
                <a:path w="13083" h="69265">
                  <a:moveTo>
                    <a:pt x="13083" y="692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3" name="Output_receptor__6042">
              <a:extLst>
                <a:ext uri="{FF2B5EF4-FFF2-40B4-BE49-F238E27FC236}">
                  <a16:creationId xmlns:a16="http://schemas.microsoft.com/office/drawing/2014/main" id="{498AB4EC-C050-354D-EAE5-807DBD55D787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2999247"/>
              <a:ext cx="71216" cy="10256"/>
            </a:xfrm>
            <a:custGeom>
              <a:avLst/>
              <a:gdLst/>
              <a:ahLst/>
              <a:cxnLst/>
              <a:rect l="0" t="0" r="0" b="0"/>
              <a:pathLst>
                <a:path w="71216" h="10256">
                  <a:moveTo>
                    <a:pt x="71216" y="0"/>
                  </a:moveTo>
                  <a:lnTo>
                    <a:pt x="0" y="10256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4" name="Output_receptor__6043">
              <a:extLst>
                <a:ext uri="{FF2B5EF4-FFF2-40B4-BE49-F238E27FC236}">
                  <a16:creationId xmlns:a16="http://schemas.microsoft.com/office/drawing/2014/main" id="{8195D130-5BCC-928B-E1D2-37B22EE26D18}"/>
                </a:ext>
              </a:extLst>
            </p:cNvPr>
            <p:cNvSpPr>
              <a:spLocks noGrp="1"/>
            </p:cNvSpPr>
            <p:nvPr/>
          </p:nvSpPr>
          <p:spPr>
            <a:xfrm>
              <a:off x="15924305" y="3174783"/>
              <a:ext cx="40719" cy="14954"/>
            </a:xfrm>
            <a:custGeom>
              <a:avLst/>
              <a:gdLst/>
              <a:ahLst/>
              <a:cxnLst/>
              <a:rect l="0" t="0" r="0" b="0"/>
              <a:pathLst>
                <a:path w="40719" h="14954">
                  <a:moveTo>
                    <a:pt x="40719" y="0"/>
                  </a:moveTo>
                  <a:lnTo>
                    <a:pt x="0" y="14954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5" name="Output_receptor__6044">
              <a:extLst>
                <a:ext uri="{FF2B5EF4-FFF2-40B4-BE49-F238E27FC236}">
                  <a16:creationId xmlns:a16="http://schemas.microsoft.com/office/drawing/2014/main" id="{C4011B25-EA9A-EA7C-ADAB-A5F7A32D9940}"/>
                </a:ext>
              </a:extLst>
            </p:cNvPr>
            <p:cNvSpPr>
              <a:spLocks noGrp="1"/>
            </p:cNvSpPr>
            <p:nvPr/>
          </p:nvSpPr>
          <p:spPr>
            <a:xfrm>
              <a:off x="15874813" y="2843299"/>
              <a:ext cx="2561" cy="330"/>
            </a:xfrm>
            <a:custGeom>
              <a:avLst/>
              <a:gdLst/>
              <a:ahLst/>
              <a:cxnLst/>
              <a:rect l="0" t="0" r="0" b="0"/>
              <a:pathLst>
                <a:path w="2561" h="330">
                  <a:moveTo>
                    <a:pt x="0" y="0"/>
                  </a:moveTo>
                  <a:lnTo>
                    <a:pt x="2561" y="33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6" name="Output_receptor__6045">
              <a:extLst>
                <a:ext uri="{FF2B5EF4-FFF2-40B4-BE49-F238E27FC236}">
                  <a16:creationId xmlns:a16="http://schemas.microsoft.com/office/drawing/2014/main" id="{7435B735-73E5-5D06-D3F5-60DEE7A83CD8}"/>
                </a:ext>
              </a:extLst>
            </p:cNvPr>
            <p:cNvSpPr>
              <a:spLocks noGrp="1"/>
            </p:cNvSpPr>
            <p:nvPr/>
          </p:nvSpPr>
          <p:spPr>
            <a:xfrm>
              <a:off x="15767423" y="2814951"/>
              <a:ext cx="35242" cy="19430"/>
            </a:xfrm>
            <a:custGeom>
              <a:avLst/>
              <a:gdLst/>
              <a:ahLst/>
              <a:cxnLst/>
              <a:rect l="0" t="0" r="0" b="0"/>
              <a:pathLst>
                <a:path w="35242" h="19430">
                  <a:moveTo>
                    <a:pt x="0" y="0"/>
                  </a:moveTo>
                  <a:lnTo>
                    <a:pt x="35242" y="1943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7" name="Output_receptor__6046">
              <a:extLst>
                <a:ext uri="{FF2B5EF4-FFF2-40B4-BE49-F238E27FC236}">
                  <a16:creationId xmlns:a16="http://schemas.microsoft.com/office/drawing/2014/main" id="{377DDDFC-7769-2E1C-4CA9-46173C5A216E}"/>
                </a:ext>
              </a:extLst>
            </p:cNvPr>
            <p:cNvSpPr>
              <a:spLocks noGrp="1"/>
            </p:cNvSpPr>
            <p:nvPr/>
          </p:nvSpPr>
          <p:spPr>
            <a:xfrm>
              <a:off x="15532817" y="2881253"/>
              <a:ext cx="51913" cy="17302"/>
            </a:xfrm>
            <a:custGeom>
              <a:avLst/>
              <a:gdLst/>
              <a:ahLst/>
              <a:cxnLst/>
              <a:rect l="0" t="0" r="0" b="0"/>
              <a:pathLst>
                <a:path w="51913" h="17302">
                  <a:moveTo>
                    <a:pt x="51913" y="0"/>
                  </a:moveTo>
                  <a:lnTo>
                    <a:pt x="0" y="1730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8" name="Output_receptor__6047">
              <a:extLst>
                <a:ext uri="{FF2B5EF4-FFF2-40B4-BE49-F238E27FC236}">
                  <a16:creationId xmlns:a16="http://schemas.microsoft.com/office/drawing/2014/main" id="{3AE3243E-E940-DCDF-2FDA-48B773043217}"/>
                </a:ext>
              </a:extLst>
            </p:cNvPr>
            <p:cNvSpPr>
              <a:spLocks noGrp="1"/>
            </p:cNvSpPr>
            <p:nvPr/>
          </p:nvSpPr>
          <p:spPr>
            <a:xfrm>
              <a:off x="15070519" y="3212349"/>
              <a:ext cx="68917" cy="11656"/>
            </a:xfrm>
            <a:custGeom>
              <a:avLst/>
              <a:gdLst/>
              <a:ahLst/>
              <a:cxnLst/>
              <a:rect l="0" t="0" r="0" b="0"/>
              <a:pathLst>
                <a:path w="68917" h="11656">
                  <a:moveTo>
                    <a:pt x="68917" y="11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9" name="Output_receptor__6048">
              <a:extLst>
                <a:ext uri="{FF2B5EF4-FFF2-40B4-BE49-F238E27FC236}">
                  <a16:creationId xmlns:a16="http://schemas.microsoft.com/office/drawing/2014/main" id="{5C91FABC-4BCE-EC59-72C3-EFD97D09B3E3}"/>
                </a:ext>
              </a:extLst>
            </p:cNvPr>
            <p:cNvSpPr>
              <a:spLocks noGrp="1"/>
            </p:cNvSpPr>
            <p:nvPr/>
          </p:nvSpPr>
          <p:spPr>
            <a:xfrm>
              <a:off x="15005550" y="3212349"/>
              <a:ext cx="64969" cy="26312"/>
            </a:xfrm>
            <a:custGeom>
              <a:avLst/>
              <a:gdLst/>
              <a:ahLst/>
              <a:cxnLst/>
              <a:rect l="0" t="0" r="0" b="0"/>
              <a:pathLst>
                <a:path w="64969" h="26312">
                  <a:moveTo>
                    <a:pt x="64969" y="0"/>
                  </a:moveTo>
                  <a:lnTo>
                    <a:pt x="0" y="2631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0" name="Output_receptor__6049">
              <a:extLst>
                <a:ext uri="{FF2B5EF4-FFF2-40B4-BE49-F238E27FC236}">
                  <a16:creationId xmlns:a16="http://schemas.microsoft.com/office/drawing/2014/main" id="{ABB81D20-6BDE-EDD1-FF83-BD3571DD5AE1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3009504"/>
              <a:ext cx="1216" cy="42950"/>
            </a:xfrm>
            <a:custGeom>
              <a:avLst/>
              <a:gdLst/>
              <a:ahLst/>
              <a:cxnLst/>
              <a:rect l="0" t="0" r="0" b="0"/>
              <a:pathLst>
                <a:path w="1216" h="42950">
                  <a:moveTo>
                    <a:pt x="0" y="0"/>
                  </a:moveTo>
                  <a:lnTo>
                    <a:pt x="1216" y="4295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1" name="Output_receptor__6050">
              <a:extLst>
                <a:ext uri="{FF2B5EF4-FFF2-40B4-BE49-F238E27FC236}">
                  <a16:creationId xmlns:a16="http://schemas.microsoft.com/office/drawing/2014/main" id="{09A695FC-6AA8-A1DE-7EF8-05CC19CD70D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86009"/>
              <a:ext cx="44438" cy="52652"/>
            </a:xfrm>
            <a:custGeom>
              <a:avLst/>
              <a:gdLst/>
              <a:ahLst/>
              <a:cxnLst/>
              <a:rect l="0" t="0" r="0" b="0"/>
              <a:pathLst>
                <a:path w="44438" h="52652">
                  <a:moveTo>
                    <a:pt x="44438" y="526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2" name="Output_receptor__6051">
              <a:extLst>
                <a:ext uri="{FF2B5EF4-FFF2-40B4-BE49-F238E27FC236}">
                  <a16:creationId xmlns:a16="http://schemas.microsoft.com/office/drawing/2014/main" id="{17E1B356-46AD-72D0-BCC3-151E2C09F0CD}"/>
                </a:ext>
              </a:extLst>
            </p:cNvPr>
            <p:cNvSpPr>
              <a:spLocks noGrp="1"/>
            </p:cNvSpPr>
            <p:nvPr/>
          </p:nvSpPr>
          <p:spPr>
            <a:xfrm>
              <a:off x="14961596" y="3109408"/>
              <a:ext cx="25444" cy="110"/>
            </a:xfrm>
            <a:custGeom>
              <a:avLst/>
              <a:gdLst/>
              <a:ahLst/>
              <a:cxnLst/>
              <a:rect l="0" t="0" r="0" b="0"/>
              <a:pathLst>
                <a:path w="25444" h="110">
                  <a:moveTo>
                    <a:pt x="0" y="110"/>
                  </a:moveTo>
                  <a:lnTo>
                    <a:pt x="25444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3" name="Output_receptor__6052">
              <a:extLst>
                <a:ext uri="{FF2B5EF4-FFF2-40B4-BE49-F238E27FC236}">
                  <a16:creationId xmlns:a16="http://schemas.microsoft.com/office/drawing/2014/main" id="{D344C8B1-18B0-2B79-16DF-3DBA4D1B579C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98510"/>
              <a:ext cx="37435" cy="15835"/>
            </a:xfrm>
            <a:custGeom>
              <a:avLst/>
              <a:gdLst/>
              <a:ahLst/>
              <a:cxnLst/>
              <a:rect l="0" t="0" r="0" b="0"/>
              <a:pathLst>
                <a:path w="37435" h="15835">
                  <a:moveTo>
                    <a:pt x="37435" y="15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4" name="Output_receptor__6053">
              <a:extLst>
                <a:ext uri="{FF2B5EF4-FFF2-40B4-BE49-F238E27FC236}">
                  <a16:creationId xmlns:a16="http://schemas.microsoft.com/office/drawing/2014/main" id="{7CF35E0C-BC6B-057D-A814-2AF015CC9914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8240"/>
              <a:ext cx="36674" cy="8036"/>
            </a:xfrm>
            <a:custGeom>
              <a:avLst/>
              <a:gdLst/>
              <a:ahLst/>
              <a:cxnLst/>
              <a:rect l="0" t="0" r="0" b="0"/>
              <a:pathLst>
                <a:path w="36674" h="8036">
                  <a:moveTo>
                    <a:pt x="36674" y="0"/>
                  </a:moveTo>
                  <a:lnTo>
                    <a:pt x="0" y="8036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5" name="Output_receptor__6054">
              <a:extLst>
                <a:ext uri="{FF2B5EF4-FFF2-40B4-BE49-F238E27FC236}">
                  <a16:creationId xmlns:a16="http://schemas.microsoft.com/office/drawing/2014/main" id="{ED8AB17E-109D-B4F1-400E-86447C08120D}"/>
                </a:ext>
              </a:extLst>
            </p:cNvPr>
            <p:cNvSpPr>
              <a:spLocks noGrp="1"/>
            </p:cNvSpPr>
            <p:nvPr/>
          </p:nvSpPr>
          <p:spPr>
            <a:xfrm>
              <a:off x="15866823" y="3367819"/>
              <a:ext cx="43325" cy="45413"/>
            </a:xfrm>
            <a:custGeom>
              <a:avLst/>
              <a:gdLst/>
              <a:ahLst/>
              <a:cxnLst/>
              <a:rect l="0" t="0" r="0" b="0"/>
              <a:pathLst>
                <a:path w="43325" h="45413">
                  <a:moveTo>
                    <a:pt x="0" y="0"/>
                  </a:moveTo>
                  <a:lnTo>
                    <a:pt x="43325" y="4541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6" name="Output_receptor__6055">
              <a:extLst>
                <a:ext uri="{FF2B5EF4-FFF2-40B4-BE49-F238E27FC236}">
                  <a16:creationId xmlns:a16="http://schemas.microsoft.com/office/drawing/2014/main" id="{0832D6DD-6B67-AEF8-307D-817B6EF31CDC}"/>
                </a:ext>
              </a:extLst>
            </p:cNvPr>
            <p:cNvSpPr>
              <a:spLocks noGrp="1"/>
            </p:cNvSpPr>
            <p:nvPr/>
          </p:nvSpPr>
          <p:spPr>
            <a:xfrm>
              <a:off x="15802666" y="2834381"/>
              <a:ext cx="72148" cy="8918"/>
            </a:xfrm>
            <a:custGeom>
              <a:avLst/>
              <a:gdLst/>
              <a:ahLst/>
              <a:cxnLst/>
              <a:rect l="0" t="0" r="0" b="0"/>
              <a:pathLst>
                <a:path w="72148" h="8918">
                  <a:moveTo>
                    <a:pt x="0" y="0"/>
                  </a:moveTo>
                  <a:lnTo>
                    <a:pt x="72148" y="8918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7" name="Output_receptor__6056">
              <a:extLst>
                <a:ext uri="{FF2B5EF4-FFF2-40B4-BE49-F238E27FC236}">
                  <a16:creationId xmlns:a16="http://schemas.microsoft.com/office/drawing/2014/main" id="{29C0C94A-FD3E-C954-A62E-B51F52559E82}"/>
                </a:ext>
              </a:extLst>
            </p:cNvPr>
            <p:cNvSpPr>
              <a:spLocks noGrp="1"/>
            </p:cNvSpPr>
            <p:nvPr/>
          </p:nvSpPr>
          <p:spPr>
            <a:xfrm>
              <a:off x="15584730" y="2881253"/>
              <a:ext cx="49186" cy="52439"/>
            </a:xfrm>
            <a:custGeom>
              <a:avLst/>
              <a:gdLst/>
              <a:ahLst/>
              <a:cxnLst/>
              <a:rect l="0" t="0" r="0" b="0"/>
              <a:pathLst>
                <a:path w="49186" h="52439">
                  <a:moveTo>
                    <a:pt x="49186" y="52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8" name="Output_receptor__6057">
              <a:extLst>
                <a:ext uri="{FF2B5EF4-FFF2-40B4-BE49-F238E27FC236}">
                  <a16:creationId xmlns:a16="http://schemas.microsoft.com/office/drawing/2014/main" id="{657FC421-0C80-699E-B817-2FABBFFFD459}"/>
                </a:ext>
              </a:extLst>
            </p:cNvPr>
            <p:cNvSpPr>
              <a:spLocks noGrp="1"/>
            </p:cNvSpPr>
            <p:nvPr/>
          </p:nvSpPr>
          <p:spPr>
            <a:xfrm>
              <a:off x="15906478" y="3157002"/>
              <a:ext cx="58546" cy="17781"/>
            </a:xfrm>
            <a:custGeom>
              <a:avLst/>
              <a:gdLst/>
              <a:ahLst/>
              <a:cxnLst/>
              <a:rect l="0" t="0" r="0" b="0"/>
              <a:pathLst>
                <a:path w="58546" h="17781">
                  <a:moveTo>
                    <a:pt x="0" y="0"/>
                  </a:moveTo>
                  <a:lnTo>
                    <a:pt x="58546" y="17781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9" name="Output_receptor__6058">
              <a:extLst>
                <a:ext uri="{FF2B5EF4-FFF2-40B4-BE49-F238E27FC236}">
                  <a16:creationId xmlns:a16="http://schemas.microsoft.com/office/drawing/2014/main" id="{FE472A6B-CCE3-7E01-C233-BACB573CC675}"/>
                </a:ext>
              </a:extLst>
            </p:cNvPr>
            <p:cNvSpPr>
              <a:spLocks noGrp="1"/>
            </p:cNvSpPr>
            <p:nvPr/>
          </p:nvSpPr>
          <p:spPr>
            <a:xfrm>
              <a:off x="15576329" y="3025421"/>
              <a:ext cx="53559" cy="48023"/>
            </a:xfrm>
            <a:custGeom>
              <a:avLst/>
              <a:gdLst/>
              <a:ahLst/>
              <a:cxnLst/>
              <a:rect l="0" t="0" r="0" b="0"/>
              <a:pathLst>
                <a:path w="53559" h="48023">
                  <a:moveTo>
                    <a:pt x="0" y="0"/>
                  </a:moveTo>
                  <a:lnTo>
                    <a:pt x="53559" y="4802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0" name="Output_receptor__6059">
              <a:extLst>
                <a:ext uri="{FF2B5EF4-FFF2-40B4-BE49-F238E27FC236}">
                  <a16:creationId xmlns:a16="http://schemas.microsoft.com/office/drawing/2014/main" id="{41B8FF19-69BC-213F-8B5F-DCA26862BE8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157002"/>
              <a:ext cx="31879" cy="61620"/>
            </a:xfrm>
            <a:custGeom>
              <a:avLst/>
              <a:gdLst/>
              <a:ahLst/>
              <a:cxnLst/>
              <a:rect l="0" t="0" r="0" b="0"/>
              <a:pathLst>
                <a:path w="31879" h="61620">
                  <a:moveTo>
                    <a:pt x="0" y="61620"/>
                  </a:moveTo>
                  <a:lnTo>
                    <a:pt x="31879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1" name="Output_receptor__6060">
              <a:extLst>
                <a:ext uri="{FF2B5EF4-FFF2-40B4-BE49-F238E27FC236}">
                  <a16:creationId xmlns:a16="http://schemas.microsoft.com/office/drawing/2014/main" id="{5BC1B60F-DF83-E54A-CA8B-E412E4D06CC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218623"/>
              <a:ext cx="58217" cy="36301"/>
            </a:xfrm>
            <a:custGeom>
              <a:avLst/>
              <a:gdLst/>
              <a:ahLst/>
              <a:cxnLst/>
              <a:rect l="0" t="0" r="0" b="0"/>
              <a:pathLst>
                <a:path w="58217" h="36301">
                  <a:moveTo>
                    <a:pt x="58217" y="36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2" name="Output_receptor__6061">
              <a:extLst>
                <a:ext uri="{FF2B5EF4-FFF2-40B4-BE49-F238E27FC236}">
                  <a16:creationId xmlns:a16="http://schemas.microsoft.com/office/drawing/2014/main" id="{A5E5B1A9-EFF5-D16A-B59A-8D993DC128CA}"/>
                </a:ext>
              </a:extLst>
            </p:cNvPr>
            <p:cNvSpPr>
              <a:spLocks noGrp="1"/>
            </p:cNvSpPr>
            <p:nvPr/>
          </p:nvSpPr>
          <p:spPr>
            <a:xfrm>
              <a:off x="15629888" y="3025016"/>
              <a:ext cx="51497" cy="48427"/>
            </a:xfrm>
            <a:custGeom>
              <a:avLst/>
              <a:gdLst/>
              <a:ahLst/>
              <a:cxnLst/>
              <a:rect l="0" t="0" r="0" b="0"/>
              <a:pathLst>
                <a:path w="51497" h="48427">
                  <a:moveTo>
                    <a:pt x="0" y="48427"/>
                  </a:moveTo>
                  <a:lnTo>
                    <a:pt x="51497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3" name="Output_receptor__6062">
              <a:extLst>
                <a:ext uri="{FF2B5EF4-FFF2-40B4-BE49-F238E27FC236}">
                  <a16:creationId xmlns:a16="http://schemas.microsoft.com/office/drawing/2014/main" id="{ABD5B058-044C-44DE-BFCA-1416BE02E90B}"/>
                </a:ext>
              </a:extLst>
            </p:cNvPr>
            <p:cNvSpPr>
              <a:spLocks noGrp="1"/>
            </p:cNvSpPr>
            <p:nvPr/>
          </p:nvSpPr>
          <p:spPr>
            <a:xfrm>
              <a:off x="15633917" y="2925945"/>
              <a:ext cx="57697" cy="7746"/>
            </a:xfrm>
            <a:custGeom>
              <a:avLst/>
              <a:gdLst/>
              <a:ahLst/>
              <a:cxnLst/>
              <a:rect l="0" t="0" r="0" b="0"/>
              <a:pathLst>
                <a:path w="57697" h="7746">
                  <a:moveTo>
                    <a:pt x="57697" y="0"/>
                  </a:moveTo>
                  <a:lnTo>
                    <a:pt x="0" y="7746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4" name="Output_receptor__6063">
              <a:extLst>
                <a:ext uri="{FF2B5EF4-FFF2-40B4-BE49-F238E27FC236}">
                  <a16:creationId xmlns:a16="http://schemas.microsoft.com/office/drawing/2014/main" id="{EEFB773E-0061-5678-37F2-AA99928E964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65224"/>
              <a:ext cx="26560" cy="20784"/>
            </a:xfrm>
            <a:custGeom>
              <a:avLst/>
              <a:gdLst/>
              <a:ahLst/>
              <a:cxnLst/>
              <a:rect l="0" t="0" r="0" b="0"/>
              <a:pathLst>
                <a:path w="26560" h="20784">
                  <a:moveTo>
                    <a:pt x="0" y="20784"/>
                  </a:moveTo>
                  <a:lnTo>
                    <a:pt x="26560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5" name="Output_receptor__6064">
              <a:extLst>
                <a:ext uri="{FF2B5EF4-FFF2-40B4-BE49-F238E27FC236}">
                  <a16:creationId xmlns:a16="http://schemas.microsoft.com/office/drawing/2014/main" id="{1924E4DA-345A-EE88-2863-B64CDAF52D23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8098" cy="72081"/>
            </a:xfrm>
            <a:custGeom>
              <a:avLst/>
              <a:gdLst/>
              <a:ahLst/>
              <a:cxnLst/>
              <a:rect l="0" t="0" r="0" b="0"/>
              <a:pathLst>
                <a:path w="8098" h="72081">
                  <a:moveTo>
                    <a:pt x="0" y="0"/>
                  </a:moveTo>
                  <a:lnTo>
                    <a:pt x="8098" y="7208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6" name="Output_receptor__6065">
              <a:extLst>
                <a:ext uri="{FF2B5EF4-FFF2-40B4-BE49-F238E27FC236}">
                  <a16:creationId xmlns:a16="http://schemas.microsoft.com/office/drawing/2014/main" id="{D86F1369-4E2E-F038-ECF4-23290C9BF8A7}"/>
                </a:ext>
              </a:extLst>
            </p:cNvPr>
            <p:cNvSpPr>
              <a:spLocks noGrp="1"/>
            </p:cNvSpPr>
            <p:nvPr/>
          </p:nvSpPr>
          <p:spPr>
            <a:xfrm>
              <a:off x="15516350" y="3025421"/>
              <a:ext cx="59979" cy="143"/>
            </a:xfrm>
            <a:custGeom>
              <a:avLst/>
              <a:gdLst/>
              <a:ahLst/>
              <a:cxnLst/>
              <a:rect l="0" t="0" r="0" b="0"/>
              <a:pathLst>
                <a:path w="59979" h="143">
                  <a:moveTo>
                    <a:pt x="0" y="143"/>
                  </a:moveTo>
                  <a:lnTo>
                    <a:pt x="59979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7" name="Output_receptor__6066">
              <a:extLst>
                <a:ext uri="{FF2B5EF4-FFF2-40B4-BE49-F238E27FC236}">
                  <a16:creationId xmlns:a16="http://schemas.microsoft.com/office/drawing/2014/main" id="{279CE003-4349-7528-735E-4E4B527AC11C}"/>
                </a:ext>
              </a:extLst>
            </p:cNvPr>
            <p:cNvSpPr>
              <a:spLocks noGrp="1"/>
            </p:cNvSpPr>
            <p:nvPr/>
          </p:nvSpPr>
          <p:spPr>
            <a:xfrm>
              <a:off x="15461108" y="3025563"/>
              <a:ext cx="55242" cy="26890"/>
            </a:xfrm>
            <a:custGeom>
              <a:avLst/>
              <a:gdLst/>
              <a:ahLst/>
              <a:cxnLst/>
              <a:rect l="0" t="0" r="0" b="0"/>
              <a:pathLst>
                <a:path w="55242" h="26890">
                  <a:moveTo>
                    <a:pt x="0" y="26890"/>
                  </a:moveTo>
                  <a:lnTo>
                    <a:pt x="55242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8" name="Output_receptor__6067">
              <a:extLst>
                <a:ext uri="{FF2B5EF4-FFF2-40B4-BE49-F238E27FC236}">
                  <a16:creationId xmlns:a16="http://schemas.microsoft.com/office/drawing/2014/main" id="{E4F6B295-49E6-302D-8B5A-03CDD426FE7D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89461"/>
              <a:ext cx="17544" cy="68639"/>
            </a:xfrm>
            <a:custGeom>
              <a:avLst/>
              <a:gdLst/>
              <a:ahLst/>
              <a:cxnLst/>
              <a:rect l="0" t="0" r="0" b="0"/>
              <a:pathLst>
                <a:path w="17544" h="68639">
                  <a:moveTo>
                    <a:pt x="17544" y="68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9" name="Output_receptor__6068">
              <a:extLst>
                <a:ext uri="{FF2B5EF4-FFF2-40B4-BE49-F238E27FC236}">
                  <a16:creationId xmlns:a16="http://schemas.microsoft.com/office/drawing/2014/main" id="{9F6410A8-FBF9-3760-E8CB-FEE5448FAC12}"/>
                </a:ext>
              </a:extLst>
            </p:cNvPr>
            <p:cNvSpPr>
              <a:spLocks noGrp="1"/>
            </p:cNvSpPr>
            <p:nvPr/>
          </p:nvSpPr>
          <p:spPr>
            <a:xfrm>
              <a:off x="15856670" y="3413231"/>
              <a:ext cx="53479" cy="20317"/>
            </a:xfrm>
            <a:custGeom>
              <a:avLst/>
              <a:gdLst/>
              <a:ahLst/>
              <a:cxnLst/>
              <a:rect l="0" t="0" r="0" b="0"/>
              <a:pathLst>
                <a:path w="53479" h="20317">
                  <a:moveTo>
                    <a:pt x="53479" y="0"/>
                  </a:moveTo>
                  <a:lnTo>
                    <a:pt x="0" y="20317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0" name="Output_receptor__6069">
              <a:extLst>
                <a:ext uri="{FF2B5EF4-FFF2-40B4-BE49-F238E27FC236}">
                  <a16:creationId xmlns:a16="http://schemas.microsoft.com/office/drawing/2014/main" id="{A8B6782B-9AF3-1360-562E-5460E0814D95}"/>
                </a:ext>
              </a:extLst>
            </p:cNvPr>
            <p:cNvSpPr>
              <a:spLocks noGrp="1"/>
            </p:cNvSpPr>
            <p:nvPr/>
          </p:nvSpPr>
          <p:spPr>
            <a:xfrm>
              <a:off x="15136609" y="2989444"/>
              <a:ext cx="11266" cy="68995"/>
            </a:xfrm>
            <a:custGeom>
              <a:avLst/>
              <a:gdLst/>
              <a:ahLst/>
              <a:cxnLst/>
              <a:rect l="0" t="0" r="0" b="0"/>
              <a:pathLst>
                <a:path w="11266" h="68995">
                  <a:moveTo>
                    <a:pt x="11266" y="0"/>
                  </a:moveTo>
                  <a:lnTo>
                    <a:pt x="0" y="68995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1" name="Output_receptor__6070">
              <a:extLst>
                <a:ext uri="{FF2B5EF4-FFF2-40B4-BE49-F238E27FC236}">
                  <a16:creationId xmlns:a16="http://schemas.microsoft.com/office/drawing/2014/main" id="{B8BDCE90-89BA-B533-2632-FA04FEE58B24}"/>
                </a:ext>
              </a:extLst>
            </p:cNvPr>
            <p:cNvSpPr>
              <a:spLocks noGrp="1"/>
            </p:cNvSpPr>
            <p:nvPr/>
          </p:nvSpPr>
          <p:spPr>
            <a:xfrm>
              <a:off x="15917682" y="2965732"/>
              <a:ext cx="37840" cy="48613"/>
            </a:xfrm>
            <a:custGeom>
              <a:avLst/>
              <a:gdLst/>
              <a:ahLst/>
              <a:cxnLst/>
              <a:rect l="0" t="0" r="0" b="0"/>
              <a:pathLst>
                <a:path w="37840" h="48613">
                  <a:moveTo>
                    <a:pt x="0" y="0"/>
                  </a:moveTo>
                  <a:lnTo>
                    <a:pt x="37840" y="48613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2" name="Output_receptor__6071">
              <a:extLst>
                <a:ext uri="{FF2B5EF4-FFF2-40B4-BE49-F238E27FC236}">
                  <a16:creationId xmlns:a16="http://schemas.microsoft.com/office/drawing/2014/main" id="{8963B0AB-F536-4843-E2C2-C3127306798C}"/>
                </a:ext>
              </a:extLst>
            </p:cNvPr>
            <p:cNvSpPr>
              <a:spLocks noGrp="1"/>
            </p:cNvSpPr>
            <p:nvPr/>
          </p:nvSpPr>
          <p:spPr>
            <a:xfrm>
              <a:off x="15243700" y="3004168"/>
              <a:ext cx="71484" cy="11643"/>
            </a:xfrm>
            <a:custGeom>
              <a:avLst/>
              <a:gdLst/>
              <a:ahLst/>
              <a:cxnLst/>
              <a:rect l="0" t="0" r="0" b="0"/>
              <a:pathLst>
                <a:path w="71484" h="11643">
                  <a:moveTo>
                    <a:pt x="71484" y="116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3" name="Output_receptor__6072">
              <a:extLst>
                <a:ext uri="{FF2B5EF4-FFF2-40B4-BE49-F238E27FC236}">
                  <a16:creationId xmlns:a16="http://schemas.microsoft.com/office/drawing/2014/main" id="{90D6C5A7-580E-488C-E119-CF8F56B8A94A}"/>
                </a:ext>
              </a:extLst>
            </p:cNvPr>
            <p:cNvSpPr>
              <a:spLocks noGrp="1"/>
            </p:cNvSpPr>
            <p:nvPr/>
          </p:nvSpPr>
          <p:spPr>
            <a:xfrm>
              <a:off x="15702625" y="3083573"/>
              <a:ext cx="48974" cy="53062"/>
            </a:xfrm>
            <a:custGeom>
              <a:avLst/>
              <a:gdLst/>
              <a:ahLst/>
              <a:cxnLst/>
              <a:rect l="0" t="0" r="0" b="0"/>
              <a:pathLst>
                <a:path w="48974" h="53062">
                  <a:moveTo>
                    <a:pt x="0" y="53062"/>
                  </a:moveTo>
                  <a:lnTo>
                    <a:pt x="48974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4" name="Output_receptor__6073">
              <a:extLst>
                <a:ext uri="{FF2B5EF4-FFF2-40B4-BE49-F238E27FC236}">
                  <a16:creationId xmlns:a16="http://schemas.microsoft.com/office/drawing/2014/main" id="{38985ADD-D85E-8E2E-3B30-35A49F82171F}"/>
                </a:ext>
              </a:extLst>
            </p:cNvPr>
            <p:cNvSpPr>
              <a:spLocks noGrp="1"/>
            </p:cNvSpPr>
            <p:nvPr/>
          </p:nvSpPr>
          <p:spPr>
            <a:xfrm>
              <a:off x="15118894" y="3277747"/>
              <a:ext cx="71278" cy="12549"/>
            </a:xfrm>
            <a:custGeom>
              <a:avLst/>
              <a:gdLst/>
              <a:ahLst/>
              <a:cxnLst/>
              <a:rect l="0" t="0" r="0" b="0"/>
              <a:pathLst>
                <a:path w="71278" h="12549">
                  <a:moveTo>
                    <a:pt x="0" y="12549"/>
                  </a:moveTo>
                  <a:lnTo>
                    <a:pt x="71278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5" name="Output_receptor__6074">
              <a:extLst>
                <a:ext uri="{FF2B5EF4-FFF2-40B4-BE49-F238E27FC236}">
                  <a16:creationId xmlns:a16="http://schemas.microsoft.com/office/drawing/2014/main" id="{DE206D74-7FE5-02A4-DF66-D28986520FEE}"/>
                </a:ext>
              </a:extLst>
            </p:cNvPr>
            <p:cNvSpPr>
              <a:spLocks noGrp="1"/>
            </p:cNvSpPr>
            <p:nvPr/>
          </p:nvSpPr>
          <p:spPr>
            <a:xfrm>
              <a:off x="15048786" y="2994221"/>
              <a:ext cx="9750" cy="56887"/>
            </a:xfrm>
            <a:custGeom>
              <a:avLst/>
              <a:gdLst/>
              <a:ahLst/>
              <a:cxnLst/>
              <a:rect l="0" t="0" r="0" b="0"/>
              <a:pathLst>
                <a:path w="9750" h="56887">
                  <a:moveTo>
                    <a:pt x="9750" y="0"/>
                  </a:moveTo>
                  <a:lnTo>
                    <a:pt x="0" y="56887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6" name="Output_receptor__6075">
              <a:extLst>
                <a:ext uri="{FF2B5EF4-FFF2-40B4-BE49-F238E27FC236}">
                  <a16:creationId xmlns:a16="http://schemas.microsoft.com/office/drawing/2014/main" id="{1CDEC39D-F403-056C-A848-D513AFF152F9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65732"/>
              <a:ext cx="61293" cy="23729"/>
            </a:xfrm>
            <a:custGeom>
              <a:avLst/>
              <a:gdLst/>
              <a:ahLst/>
              <a:cxnLst/>
              <a:rect l="0" t="0" r="0" b="0"/>
              <a:pathLst>
                <a:path w="61293" h="23729">
                  <a:moveTo>
                    <a:pt x="0" y="23729"/>
                  </a:moveTo>
                  <a:lnTo>
                    <a:pt x="61293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7" name="Output_receptor__6076">
              <a:extLst>
                <a:ext uri="{FF2B5EF4-FFF2-40B4-BE49-F238E27FC236}">
                  <a16:creationId xmlns:a16="http://schemas.microsoft.com/office/drawing/2014/main" id="{A2962A0F-D70D-089B-EA69-A26F52977F2E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4061"/>
              <a:ext cx="57531" cy="12215"/>
            </a:xfrm>
            <a:custGeom>
              <a:avLst/>
              <a:gdLst/>
              <a:ahLst/>
              <a:cxnLst/>
              <a:rect l="0" t="0" r="0" b="0"/>
              <a:pathLst>
                <a:path w="57531" h="12215">
                  <a:moveTo>
                    <a:pt x="0" y="12215"/>
                  </a:moveTo>
                  <a:lnTo>
                    <a:pt x="575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8" name="Output_receptor__6077">
              <a:extLst>
                <a:ext uri="{FF2B5EF4-FFF2-40B4-BE49-F238E27FC236}">
                  <a16:creationId xmlns:a16="http://schemas.microsoft.com/office/drawing/2014/main" id="{95D969DF-4D22-324D-B6F4-0E92A2149139}"/>
                </a:ext>
              </a:extLst>
            </p:cNvPr>
            <p:cNvSpPr>
              <a:spLocks noGrp="1"/>
            </p:cNvSpPr>
            <p:nvPr/>
          </p:nvSpPr>
          <p:spPr>
            <a:xfrm>
              <a:off x="15032114" y="3051108"/>
              <a:ext cx="16672" cy="38582"/>
            </a:xfrm>
            <a:custGeom>
              <a:avLst/>
              <a:gdLst/>
              <a:ahLst/>
              <a:cxnLst/>
              <a:rect l="0" t="0" r="0" b="0"/>
              <a:pathLst>
                <a:path w="16672" h="38582">
                  <a:moveTo>
                    <a:pt x="16672" y="0"/>
                  </a:moveTo>
                  <a:lnTo>
                    <a:pt x="0" y="38582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9" name="Output_receptor__6078">
              <a:extLst>
                <a:ext uri="{FF2B5EF4-FFF2-40B4-BE49-F238E27FC236}">
                  <a16:creationId xmlns:a16="http://schemas.microsoft.com/office/drawing/2014/main" id="{88B7A8DD-8BCA-D5C7-8A0A-8AD22F81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81385" y="2985694"/>
              <a:ext cx="1397" cy="39323"/>
            </a:xfrm>
            <a:custGeom>
              <a:avLst/>
              <a:gdLst/>
              <a:ahLst/>
              <a:cxnLst/>
              <a:rect l="0" t="0" r="0" b="0"/>
              <a:pathLst>
                <a:path w="1397" h="39323">
                  <a:moveTo>
                    <a:pt x="0" y="39323"/>
                  </a:moveTo>
                  <a:lnTo>
                    <a:pt x="139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0" name="Output_receptor__6079">
              <a:extLst>
                <a:ext uri="{FF2B5EF4-FFF2-40B4-BE49-F238E27FC236}">
                  <a16:creationId xmlns:a16="http://schemas.microsoft.com/office/drawing/2014/main" id="{095C3A01-71FD-CE75-6FFA-A8A2A3BA4CF1}"/>
                </a:ext>
              </a:extLst>
            </p:cNvPr>
            <p:cNvSpPr>
              <a:spLocks noGrp="1"/>
            </p:cNvSpPr>
            <p:nvPr/>
          </p:nvSpPr>
          <p:spPr>
            <a:xfrm>
              <a:off x="15310791" y="3015811"/>
              <a:ext cx="4393" cy="68250"/>
            </a:xfrm>
            <a:custGeom>
              <a:avLst/>
              <a:gdLst/>
              <a:ahLst/>
              <a:cxnLst/>
              <a:rect l="0" t="0" r="0" b="0"/>
              <a:pathLst>
                <a:path w="4393" h="68250">
                  <a:moveTo>
                    <a:pt x="0" y="68250"/>
                  </a:moveTo>
                  <a:lnTo>
                    <a:pt x="4393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1" name="Output_receptor__6080">
              <a:extLst>
                <a:ext uri="{FF2B5EF4-FFF2-40B4-BE49-F238E27FC236}">
                  <a16:creationId xmlns:a16="http://schemas.microsoft.com/office/drawing/2014/main" id="{F5BBAE04-209A-4C97-4F10-5534691ECC7D}"/>
                </a:ext>
              </a:extLst>
            </p:cNvPr>
            <p:cNvSpPr>
              <a:spLocks noGrp="1"/>
            </p:cNvSpPr>
            <p:nvPr/>
          </p:nvSpPr>
          <p:spPr>
            <a:xfrm>
              <a:off x="15097903" y="3226931"/>
              <a:ext cx="20991" cy="63365"/>
            </a:xfrm>
            <a:custGeom>
              <a:avLst/>
              <a:gdLst/>
              <a:ahLst/>
              <a:cxnLst/>
              <a:rect l="0" t="0" r="0" b="0"/>
              <a:pathLst>
                <a:path w="20991" h="63365">
                  <a:moveTo>
                    <a:pt x="0" y="0"/>
                  </a:moveTo>
                  <a:lnTo>
                    <a:pt x="20991" y="6336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2" name="Output_receptor__6081">
              <a:extLst>
                <a:ext uri="{FF2B5EF4-FFF2-40B4-BE49-F238E27FC236}">
                  <a16:creationId xmlns:a16="http://schemas.microsoft.com/office/drawing/2014/main" id="{236A1563-CC7F-508E-8650-698BE7C9DBC8}"/>
                </a:ext>
              </a:extLst>
            </p:cNvPr>
            <p:cNvSpPr>
              <a:spLocks noGrp="1"/>
            </p:cNvSpPr>
            <p:nvPr/>
          </p:nvSpPr>
          <p:spPr>
            <a:xfrm>
              <a:off x="15927048" y="3218592"/>
              <a:ext cx="5769" cy="36331"/>
            </a:xfrm>
            <a:custGeom>
              <a:avLst/>
              <a:gdLst/>
              <a:ahLst/>
              <a:cxnLst/>
              <a:rect l="0" t="0" r="0" b="0"/>
              <a:pathLst>
                <a:path w="5769" h="36331">
                  <a:moveTo>
                    <a:pt x="0" y="0"/>
                  </a:moveTo>
                  <a:lnTo>
                    <a:pt x="5769" y="3633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3" name="Output_receptor__6082">
              <a:extLst>
                <a:ext uri="{FF2B5EF4-FFF2-40B4-BE49-F238E27FC236}">
                  <a16:creationId xmlns:a16="http://schemas.microsoft.com/office/drawing/2014/main" id="{8A95C3B3-C7E3-253B-B48F-BB723E038B79}"/>
                </a:ext>
              </a:extLst>
            </p:cNvPr>
            <p:cNvSpPr>
              <a:spLocks noGrp="1"/>
            </p:cNvSpPr>
            <p:nvPr/>
          </p:nvSpPr>
          <p:spPr>
            <a:xfrm>
              <a:off x="15654054" y="3113642"/>
              <a:ext cx="48571" cy="22994"/>
            </a:xfrm>
            <a:custGeom>
              <a:avLst/>
              <a:gdLst/>
              <a:ahLst/>
              <a:cxnLst/>
              <a:rect l="0" t="0" r="0" b="0"/>
              <a:pathLst>
                <a:path w="48571" h="22994">
                  <a:moveTo>
                    <a:pt x="0" y="0"/>
                  </a:moveTo>
                  <a:lnTo>
                    <a:pt x="48571" y="22994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4" name="Output_receptor__6083">
              <a:extLst>
                <a:ext uri="{FF2B5EF4-FFF2-40B4-BE49-F238E27FC236}">
                  <a16:creationId xmlns:a16="http://schemas.microsoft.com/office/drawing/2014/main" id="{72DD91DF-447B-4E17-A85A-786C794C1C35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29540" cy="1927"/>
            </a:xfrm>
            <a:custGeom>
              <a:avLst/>
              <a:gdLst/>
              <a:ahLst/>
              <a:cxnLst/>
              <a:rect l="0" t="0" r="0" b="0"/>
              <a:pathLst>
                <a:path w="29540" h="1927">
                  <a:moveTo>
                    <a:pt x="29540" y="19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5" name="Output_receptor__6084">
              <a:extLst>
                <a:ext uri="{FF2B5EF4-FFF2-40B4-BE49-F238E27FC236}">
                  <a16:creationId xmlns:a16="http://schemas.microsoft.com/office/drawing/2014/main" id="{1E22516F-2F38-D6A5-5394-B9AEC9C946EC}"/>
                </a:ext>
              </a:extLst>
            </p:cNvPr>
            <p:cNvSpPr>
              <a:spLocks noGrp="1"/>
            </p:cNvSpPr>
            <p:nvPr/>
          </p:nvSpPr>
          <p:spPr>
            <a:xfrm>
              <a:off x="15682782" y="2925945"/>
              <a:ext cx="8831" cy="59748"/>
            </a:xfrm>
            <a:custGeom>
              <a:avLst/>
              <a:gdLst/>
              <a:ahLst/>
              <a:cxnLst/>
              <a:rect l="0" t="0" r="0" b="0"/>
              <a:pathLst>
                <a:path w="8831" h="59748">
                  <a:moveTo>
                    <a:pt x="0" y="59748"/>
                  </a:moveTo>
                  <a:lnTo>
                    <a:pt x="88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6" name="Output_receptor__6085">
              <a:extLst>
                <a:ext uri="{FF2B5EF4-FFF2-40B4-BE49-F238E27FC236}">
                  <a16:creationId xmlns:a16="http://schemas.microsoft.com/office/drawing/2014/main" id="{44417445-D32B-CD56-15CB-FF3799893DDA}"/>
                </a:ext>
              </a:extLst>
            </p:cNvPr>
            <p:cNvSpPr>
              <a:spLocks noGrp="1"/>
            </p:cNvSpPr>
            <p:nvPr/>
          </p:nvSpPr>
          <p:spPr>
            <a:xfrm>
              <a:off x="15147875" y="2971048"/>
              <a:ext cx="18744" cy="18396"/>
            </a:xfrm>
            <a:custGeom>
              <a:avLst/>
              <a:gdLst/>
              <a:ahLst/>
              <a:cxnLst/>
              <a:rect l="0" t="0" r="0" b="0"/>
              <a:pathLst>
                <a:path w="18744" h="18396">
                  <a:moveTo>
                    <a:pt x="18744" y="0"/>
                  </a:moveTo>
                  <a:lnTo>
                    <a:pt x="0" y="1839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7" name="Output_receptor__6086">
              <a:extLst>
                <a:ext uri="{FF2B5EF4-FFF2-40B4-BE49-F238E27FC236}">
                  <a16:creationId xmlns:a16="http://schemas.microsoft.com/office/drawing/2014/main" id="{8F7238FE-0DC0-0187-ABB1-07438E91E96F}"/>
                </a:ext>
              </a:extLst>
            </p:cNvPr>
            <p:cNvSpPr>
              <a:spLocks noGrp="1"/>
            </p:cNvSpPr>
            <p:nvPr/>
          </p:nvSpPr>
          <p:spPr>
            <a:xfrm>
              <a:off x="14987672" y="3165224"/>
              <a:ext cx="39255" cy="56105"/>
            </a:xfrm>
            <a:custGeom>
              <a:avLst/>
              <a:gdLst/>
              <a:ahLst/>
              <a:cxnLst/>
              <a:rect l="0" t="0" r="0" b="0"/>
              <a:pathLst>
                <a:path w="39255" h="56105">
                  <a:moveTo>
                    <a:pt x="0" y="0"/>
                  </a:moveTo>
                  <a:lnTo>
                    <a:pt x="39255" y="5610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8" name="Output_receptor__6087">
              <a:extLst>
                <a:ext uri="{FF2B5EF4-FFF2-40B4-BE49-F238E27FC236}">
                  <a16:creationId xmlns:a16="http://schemas.microsoft.com/office/drawing/2014/main" id="{0EE127DC-8B93-EB48-0C43-6FBD2E0DFA37}"/>
                </a:ext>
              </a:extLst>
            </p:cNvPr>
            <p:cNvSpPr>
              <a:spLocks noGrp="1"/>
            </p:cNvSpPr>
            <p:nvPr/>
          </p:nvSpPr>
          <p:spPr>
            <a:xfrm>
              <a:off x="15190172" y="3277747"/>
              <a:ext cx="34648" cy="32310"/>
            </a:xfrm>
            <a:custGeom>
              <a:avLst/>
              <a:gdLst/>
              <a:ahLst/>
              <a:cxnLst/>
              <a:rect l="0" t="0" r="0" b="0"/>
              <a:pathLst>
                <a:path w="34648" h="32310">
                  <a:moveTo>
                    <a:pt x="0" y="0"/>
                  </a:moveTo>
                  <a:lnTo>
                    <a:pt x="34648" y="3231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9" name="Output_receptor__6088">
              <a:extLst>
                <a:ext uri="{FF2B5EF4-FFF2-40B4-BE49-F238E27FC236}">
                  <a16:creationId xmlns:a16="http://schemas.microsoft.com/office/drawing/2014/main" id="{AD93ED08-0717-1FFE-BBDA-D13FE1EA3C93}"/>
                </a:ext>
              </a:extLst>
            </p:cNvPr>
            <p:cNvSpPr>
              <a:spLocks noGrp="1"/>
            </p:cNvSpPr>
            <p:nvPr/>
          </p:nvSpPr>
          <p:spPr>
            <a:xfrm>
              <a:off x="15213456" y="3004168"/>
              <a:ext cx="30244" cy="21816"/>
            </a:xfrm>
            <a:custGeom>
              <a:avLst/>
              <a:gdLst/>
              <a:ahLst/>
              <a:cxnLst/>
              <a:rect l="0" t="0" r="0" b="0"/>
              <a:pathLst>
                <a:path w="30244" h="21816">
                  <a:moveTo>
                    <a:pt x="30244" y="0"/>
                  </a:moveTo>
                  <a:lnTo>
                    <a:pt x="0" y="2181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0" name="Output_receptor__6089">
              <a:extLst>
                <a:ext uri="{FF2B5EF4-FFF2-40B4-BE49-F238E27FC236}">
                  <a16:creationId xmlns:a16="http://schemas.microsoft.com/office/drawing/2014/main" id="{9BE9307B-D800-85F9-399E-58A047F2244B}"/>
                </a:ext>
              </a:extLst>
            </p:cNvPr>
            <p:cNvSpPr>
              <a:spLocks noGrp="1"/>
            </p:cNvSpPr>
            <p:nvPr/>
          </p:nvSpPr>
          <p:spPr>
            <a:xfrm>
              <a:off x="15026927" y="3221329"/>
              <a:ext cx="70976" cy="5602"/>
            </a:xfrm>
            <a:custGeom>
              <a:avLst/>
              <a:gdLst/>
              <a:ahLst/>
              <a:cxnLst/>
              <a:rect l="0" t="0" r="0" b="0"/>
              <a:pathLst>
                <a:path w="70976" h="5602">
                  <a:moveTo>
                    <a:pt x="0" y="0"/>
                  </a:moveTo>
                  <a:lnTo>
                    <a:pt x="70976" y="5602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1" name="Output_receptor__6090">
              <a:extLst>
                <a:ext uri="{FF2B5EF4-FFF2-40B4-BE49-F238E27FC236}">
                  <a16:creationId xmlns:a16="http://schemas.microsoft.com/office/drawing/2014/main" id="{FB94ED10-7753-01B3-73B3-9C3CBFE567B7}"/>
                </a:ext>
              </a:extLst>
            </p:cNvPr>
            <p:cNvSpPr>
              <a:spLocks noGrp="1"/>
            </p:cNvSpPr>
            <p:nvPr/>
          </p:nvSpPr>
          <p:spPr>
            <a:xfrm>
              <a:off x="15751599" y="3064764"/>
              <a:ext cx="36349" cy="18810"/>
            </a:xfrm>
            <a:custGeom>
              <a:avLst/>
              <a:gdLst/>
              <a:ahLst/>
              <a:cxnLst/>
              <a:rect l="0" t="0" r="0" b="0"/>
              <a:pathLst>
                <a:path w="36349" h="18810">
                  <a:moveTo>
                    <a:pt x="0" y="18810"/>
                  </a:moveTo>
                  <a:lnTo>
                    <a:pt x="36349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2" name="Output_receptor__6091">
              <a:extLst>
                <a:ext uri="{FF2B5EF4-FFF2-40B4-BE49-F238E27FC236}">
                  <a16:creationId xmlns:a16="http://schemas.microsoft.com/office/drawing/2014/main" id="{43BDC947-CC33-3587-F99A-DAA5DE994CDA}"/>
                </a:ext>
              </a:extLst>
            </p:cNvPr>
            <p:cNvSpPr>
              <a:spLocks noGrp="1"/>
            </p:cNvSpPr>
            <p:nvPr/>
          </p:nvSpPr>
          <p:spPr>
            <a:xfrm>
              <a:off x="15100070" y="3035764"/>
              <a:ext cx="36539" cy="22674"/>
            </a:xfrm>
            <a:custGeom>
              <a:avLst/>
              <a:gdLst/>
              <a:ahLst/>
              <a:cxnLst/>
              <a:rect l="0" t="0" r="0" b="0"/>
              <a:pathLst>
                <a:path w="36539" h="22674">
                  <a:moveTo>
                    <a:pt x="36539" y="226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3" name="Output_receptor__6092">
              <a:extLst>
                <a:ext uri="{FF2B5EF4-FFF2-40B4-BE49-F238E27FC236}">
                  <a16:creationId xmlns:a16="http://schemas.microsoft.com/office/drawing/2014/main" id="{B44E096C-94A2-4703-D322-E4E7D11D546C}"/>
                </a:ext>
              </a:extLst>
            </p:cNvPr>
            <p:cNvSpPr>
              <a:spLocks noGrp="1"/>
            </p:cNvSpPr>
            <p:nvPr/>
          </p:nvSpPr>
          <p:spPr>
            <a:xfrm>
              <a:off x="15873933" y="3040950"/>
              <a:ext cx="17214" cy="17150"/>
            </a:xfrm>
            <a:custGeom>
              <a:avLst/>
              <a:gdLst/>
              <a:ahLst/>
              <a:cxnLst/>
              <a:rect l="0" t="0" r="0" b="0"/>
              <a:pathLst>
                <a:path w="17214" h="17150">
                  <a:moveTo>
                    <a:pt x="17214" y="0"/>
                  </a:moveTo>
                  <a:lnTo>
                    <a:pt x="0" y="1715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4" name="Output_receptor__6093">
              <a:extLst>
                <a:ext uri="{FF2B5EF4-FFF2-40B4-BE49-F238E27FC236}">
                  <a16:creationId xmlns:a16="http://schemas.microsoft.com/office/drawing/2014/main" id="{AF1A7B94-D124-C19D-6350-0385A83C6AE3}"/>
                </a:ext>
              </a:extLst>
            </p:cNvPr>
            <p:cNvSpPr>
              <a:spLocks noGrp="1"/>
            </p:cNvSpPr>
            <p:nvPr/>
          </p:nvSpPr>
          <p:spPr>
            <a:xfrm>
              <a:off x="15593127" y="3113642"/>
              <a:ext cx="60927" cy="36559"/>
            </a:xfrm>
            <a:custGeom>
              <a:avLst/>
              <a:gdLst/>
              <a:ahLst/>
              <a:cxnLst/>
              <a:rect l="0" t="0" r="0" b="0"/>
              <a:pathLst>
                <a:path w="60927" h="36559">
                  <a:moveTo>
                    <a:pt x="0" y="36559"/>
                  </a:moveTo>
                  <a:lnTo>
                    <a:pt x="6092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5" name="Output_receptor__6094">
              <a:extLst>
                <a:ext uri="{FF2B5EF4-FFF2-40B4-BE49-F238E27FC236}">
                  <a16:creationId xmlns:a16="http://schemas.microsoft.com/office/drawing/2014/main" id="{6C7C62AB-349D-8DE4-B2D7-834AD8D4EA31}"/>
                </a:ext>
              </a:extLst>
            </p:cNvPr>
            <p:cNvSpPr>
              <a:spLocks noGrp="1"/>
            </p:cNvSpPr>
            <p:nvPr/>
          </p:nvSpPr>
          <p:spPr>
            <a:xfrm>
              <a:off x="15058537" y="2994221"/>
              <a:ext cx="41534" cy="41543"/>
            </a:xfrm>
            <a:custGeom>
              <a:avLst/>
              <a:gdLst/>
              <a:ahLst/>
              <a:cxnLst/>
              <a:rect l="0" t="0" r="0" b="0"/>
              <a:pathLst>
                <a:path w="41534" h="41543">
                  <a:moveTo>
                    <a:pt x="41534" y="41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6" name="Output_receptor__6095">
              <a:extLst>
                <a:ext uri="{FF2B5EF4-FFF2-40B4-BE49-F238E27FC236}">
                  <a16:creationId xmlns:a16="http://schemas.microsoft.com/office/drawing/2014/main" id="{0AB27936-911F-9D12-4B48-65F6211F135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36438"/>
              <a:ext cx="10639" cy="69661"/>
            </a:xfrm>
            <a:custGeom>
              <a:avLst/>
              <a:gdLst/>
              <a:ahLst/>
              <a:cxnLst/>
              <a:rect l="0" t="0" r="0" b="0"/>
              <a:pathLst>
                <a:path w="10639" h="69661">
                  <a:moveTo>
                    <a:pt x="10639" y="69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7" name="Output_receptor__6096">
              <a:extLst>
                <a:ext uri="{FF2B5EF4-FFF2-40B4-BE49-F238E27FC236}">
                  <a16:creationId xmlns:a16="http://schemas.microsoft.com/office/drawing/2014/main" id="{3FB26226-5E56-FEB9-2DE0-BA9FFA8F414F}"/>
                </a:ext>
              </a:extLst>
            </p:cNvPr>
            <p:cNvSpPr>
              <a:spLocks noGrp="1"/>
            </p:cNvSpPr>
            <p:nvPr/>
          </p:nvSpPr>
          <p:spPr>
            <a:xfrm>
              <a:off x="14983039" y="3039365"/>
              <a:ext cx="49076" cy="50325"/>
            </a:xfrm>
            <a:custGeom>
              <a:avLst/>
              <a:gdLst/>
              <a:ahLst/>
              <a:cxnLst/>
              <a:rect l="0" t="0" r="0" b="0"/>
              <a:pathLst>
                <a:path w="49076" h="50325">
                  <a:moveTo>
                    <a:pt x="49076" y="503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8" name="Output_receptor__6097">
              <a:extLst>
                <a:ext uri="{FF2B5EF4-FFF2-40B4-BE49-F238E27FC236}">
                  <a16:creationId xmlns:a16="http://schemas.microsoft.com/office/drawing/2014/main" id="{D5B21E44-533D-3DE2-74FE-9EBB1DDDCBE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18592"/>
              <a:ext cx="69817" cy="17845"/>
            </a:xfrm>
            <a:custGeom>
              <a:avLst/>
              <a:gdLst/>
              <a:ahLst/>
              <a:cxnLst/>
              <a:rect l="0" t="0" r="0" b="0"/>
              <a:pathLst>
                <a:path w="69817" h="17845">
                  <a:moveTo>
                    <a:pt x="0" y="17845"/>
                  </a:moveTo>
                  <a:lnTo>
                    <a:pt x="69817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9" name="Output_receptor__6098">
              <a:extLst>
                <a:ext uri="{FF2B5EF4-FFF2-40B4-BE49-F238E27FC236}">
                  <a16:creationId xmlns:a16="http://schemas.microsoft.com/office/drawing/2014/main" id="{AF217440-5A30-515D-63B7-9CB19E8394CF}"/>
                </a:ext>
              </a:extLst>
            </p:cNvPr>
            <p:cNvSpPr>
              <a:spLocks noGrp="1"/>
            </p:cNvSpPr>
            <p:nvPr/>
          </p:nvSpPr>
          <p:spPr>
            <a:xfrm>
              <a:off x="15166619" y="2971048"/>
              <a:ext cx="46837" cy="54937"/>
            </a:xfrm>
            <a:custGeom>
              <a:avLst/>
              <a:gdLst/>
              <a:ahLst/>
              <a:cxnLst/>
              <a:rect l="0" t="0" r="0" b="0"/>
              <a:pathLst>
                <a:path w="46837" h="54937">
                  <a:moveTo>
                    <a:pt x="46837" y="54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0" name="Output_receptor__6099">
              <a:extLst>
                <a:ext uri="{FF2B5EF4-FFF2-40B4-BE49-F238E27FC236}">
                  <a16:creationId xmlns:a16="http://schemas.microsoft.com/office/drawing/2014/main" id="{915E3CDF-04B2-35C1-97FA-BE36957045DD}"/>
                </a:ext>
              </a:extLst>
            </p:cNvPr>
            <p:cNvSpPr>
              <a:spLocks noGrp="1"/>
            </p:cNvSpPr>
            <p:nvPr/>
          </p:nvSpPr>
          <p:spPr>
            <a:xfrm>
              <a:off x="15224820" y="3262506"/>
              <a:ext cx="53445" cy="47551"/>
            </a:xfrm>
            <a:custGeom>
              <a:avLst/>
              <a:gdLst/>
              <a:ahLst/>
              <a:cxnLst/>
              <a:rect l="0" t="0" r="0" b="0"/>
              <a:pathLst>
                <a:path w="53445" h="47551">
                  <a:moveTo>
                    <a:pt x="0" y="47551"/>
                  </a:moveTo>
                  <a:lnTo>
                    <a:pt x="53445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1" name="Output_receptor__6100">
              <a:extLst>
                <a:ext uri="{FF2B5EF4-FFF2-40B4-BE49-F238E27FC236}">
                  <a16:creationId xmlns:a16="http://schemas.microsoft.com/office/drawing/2014/main" id="{50752633-70F1-951A-6EA2-CA234FF19308}"/>
                </a:ext>
              </a:extLst>
            </p:cNvPr>
            <p:cNvSpPr>
              <a:spLocks noGrp="1"/>
            </p:cNvSpPr>
            <p:nvPr/>
          </p:nvSpPr>
          <p:spPr>
            <a:xfrm>
              <a:off x="15867870" y="3306099"/>
              <a:ext cx="55401" cy="5735"/>
            </a:xfrm>
            <a:custGeom>
              <a:avLst/>
              <a:gdLst/>
              <a:ahLst/>
              <a:cxnLst/>
              <a:rect l="0" t="0" r="0" b="0"/>
              <a:pathLst>
                <a:path w="55401" h="5735">
                  <a:moveTo>
                    <a:pt x="55401" y="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2" name="Output_receptor__6101">
              <a:extLst>
                <a:ext uri="{FF2B5EF4-FFF2-40B4-BE49-F238E27FC236}">
                  <a16:creationId xmlns:a16="http://schemas.microsoft.com/office/drawing/2014/main" id="{36244582-2C9A-2719-1C3A-5006795F64FE}"/>
                </a:ext>
              </a:extLst>
            </p:cNvPr>
            <p:cNvSpPr>
              <a:spLocks noGrp="1"/>
            </p:cNvSpPr>
            <p:nvPr/>
          </p:nvSpPr>
          <p:spPr>
            <a:xfrm>
              <a:off x="15231306" y="3207730"/>
              <a:ext cx="46959" cy="54776"/>
            </a:xfrm>
            <a:custGeom>
              <a:avLst/>
              <a:gdLst/>
              <a:ahLst/>
              <a:cxnLst/>
              <a:rect l="0" t="0" r="0" b="0"/>
              <a:pathLst>
                <a:path w="46959" h="54776">
                  <a:moveTo>
                    <a:pt x="46959" y="54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3" name="Output_receptor__6102">
              <a:extLst>
                <a:ext uri="{FF2B5EF4-FFF2-40B4-BE49-F238E27FC236}">
                  <a16:creationId xmlns:a16="http://schemas.microsoft.com/office/drawing/2014/main" id="{5AAA0E77-C819-54DD-D9CF-8B3D639845E6}"/>
                </a:ext>
              </a:extLst>
            </p:cNvPr>
            <p:cNvSpPr>
              <a:spLocks noGrp="1"/>
            </p:cNvSpPr>
            <p:nvPr/>
          </p:nvSpPr>
          <p:spPr>
            <a:xfrm>
              <a:off x="15787948" y="3006762"/>
              <a:ext cx="39839" cy="58002"/>
            </a:xfrm>
            <a:custGeom>
              <a:avLst/>
              <a:gdLst/>
              <a:ahLst/>
              <a:cxnLst/>
              <a:rect l="0" t="0" r="0" b="0"/>
              <a:pathLst>
                <a:path w="39839" h="58002">
                  <a:moveTo>
                    <a:pt x="0" y="58002"/>
                  </a:moveTo>
                  <a:lnTo>
                    <a:pt x="39839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4" name="Output_receptor__6103">
              <a:extLst>
                <a:ext uri="{FF2B5EF4-FFF2-40B4-BE49-F238E27FC236}">
                  <a16:creationId xmlns:a16="http://schemas.microsoft.com/office/drawing/2014/main" id="{6700B230-1C20-F376-16A9-92B82E657110}"/>
                </a:ext>
              </a:extLst>
            </p:cNvPr>
            <p:cNvSpPr>
              <a:spLocks noGrp="1"/>
            </p:cNvSpPr>
            <p:nvPr/>
          </p:nvSpPr>
          <p:spPr>
            <a:xfrm>
              <a:off x="15827786" y="3006762"/>
              <a:ext cx="63361" cy="34188"/>
            </a:xfrm>
            <a:custGeom>
              <a:avLst/>
              <a:gdLst/>
              <a:ahLst/>
              <a:cxnLst/>
              <a:rect l="0" t="0" r="0" b="0"/>
              <a:pathLst>
                <a:path w="63361" h="34188">
                  <a:moveTo>
                    <a:pt x="0" y="0"/>
                  </a:moveTo>
                  <a:lnTo>
                    <a:pt x="63361" y="34188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5" name="Output_receptor__6104">
              <a:extLst>
                <a:ext uri="{FF2B5EF4-FFF2-40B4-BE49-F238E27FC236}">
                  <a16:creationId xmlns:a16="http://schemas.microsoft.com/office/drawing/2014/main" id="{EC53BFC6-36C5-A155-0D0C-BE0805DED63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07730"/>
              <a:ext cx="39184" cy="30512"/>
            </a:xfrm>
            <a:custGeom>
              <a:avLst/>
              <a:gdLst/>
              <a:ahLst/>
              <a:cxnLst/>
              <a:rect l="0" t="0" r="0" b="0"/>
              <a:pathLst>
                <a:path w="39184" h="30512">
                  <a:moveTo>
                    <a:pt x="39184" y="0"/>
                  </a:moveTo>
                  <a:lnTo>
                    <a:pt x="0" y="30512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6" name="Output_receptor__6105">
              <a:extLst>
                <a:ext uri="{FF2B5EF4-FFF2-40B4-BE49-F238E27FC236}">
                  <a16:creationId xmlns:a16="http://schemas.microsoft.com/office/drawing/2014/main" id="{D7532F4E-37CB-ECE0-82CD-33C79EAD133B}"/>
                </a:ext>
              </a:extLst>
            </p:cNvPr>
            <p:cNvSpPr>
              <a:spLocks noGrp="1"/>
            </p:cNvSpPr>
            <p:nvPr/>
          </p:nvSpPr>
          <p:spPr>
            <a:xfrm>
              <a:off x="15890012" y="3274863"/>
              <a:ext cx="33260" cy="36971"/>
            </a:xfrm>
            <a:custGeom>
              <a:avLst/>
              <a:gdLst/>
              <a:ahLst/>
              <a:cxnLst/>
              <a:rect l="0" t="0" r="0" b="0"/>
              <a:pathLst>
                <a:path w="33260" h="36971">
                  <a:moveTo>
                    <a:pt x="0" y="0"/>
                  </a:moveTo>
                  <a:lnTo>
                    <a:pt x="33260" y="36971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7" name="Output_receptor__6106">
              <a:extLst>
                <a:ext uri="{FF2B5EF4-FFF2-40B4-BE49-F238E27FC236}">
                  <a16:creationId xmlns:a16="http://schemas.microsoft.com/office/drawing/2014/main" id="{20E89C3F-3DA0-95FE-401D-C0C0C8AFCED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38242"/>
              <a:ext cx="61694" cy="10324"/>
            </a:xfrm>
            <a:custGeom>
              <a:avLst/>
              <a:gdLst/>
              <a:ahLst/>
              <a:cxnLst/>
              <a:rect l="0" t="0" r="0" b="0"/>
              <a:pathLst>
                <a:path w="61694" h="10324">
                  <a:moveTo>
                    <a:pt x="0" y="0"/>
                  </a:moveTo>
                  <a:lnTo>
                    <a:pt x="61694" y="10324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8" name="Output_receptor__6107">
              <a:extLst>
                <a:ext uri="{FF2B5EF4-FFF2-40B4-BE49-F238E27FC236}">
                  <a16:creationId xmlns:a16="http://schemas.microsoft.com/office/drawing/2014/main" id="{5E937A58-113E-0906-292E-87780654E09F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274863"/>
              <a:ext cx="57078" cy="43654"/>
            </a:xfrm>
            <a:custGeom>
              <a:avLst/>
              <a:gdLst/>
              <a:ahLst/>
              <a:cxnLst/>
              <a:rect l="0" t="0" r="0" b="0"/>
              <a:pathLst>
                <a:path w="57078" h="43654">
                  <a:moveTo>
                    <a:pt x="0" y="43654"/>
                  </a:moveTo>
                  <a:lnTo>
                    <a:pt x="57078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9" name="Output_receptor__6108">
              <a:extLst>
                <a:ext uri="{FF2B5EF4-FFF2-40B4-BE49-F238E27FC236}">
                  <a16:creationId xmlns:a16="http://schemas.microsoft.com/office/drawing/2014/main" id="{54E43FC5-EFCB-D101-2F7B-F5513B6ECCCD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318517"/>
              <a:ext cx="43708" cy="57162"/>
            </a:xfrm>
            <a:custGeom>
              <a:avLst/>
              <a:gdLst/>
              <a:ahLst/>
              <a:cxnLst/>
              <a:rect l="0" t="0" r="0" b="0"/>
              <a:pathLst>
                <a:path w="43708" h="57162">
                  <a:moveTo>
                    <a:pt x="43708" y="57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0" name="Output_receptor__6109">
              <a:extLst>
                <a:ext uri="{FF2B5EF4-FFF2-40B4-BE49-F238E27FC236}">
                  <a16:creationId xmlns:a16="http://schemas.microsoft.com/office/drawing/2014/main" id="{81F0A043-D7D7-144F-B871-DAAA6C5C9319}"/>
                </a:ext>
              </a:extLst>
            </p:cNvPr>
            <p:cNvSpPr>
              <a:spLocks noGrp="1"/>
            </p:cNvSpPr>
            <p:nvPr/>
          </p:nvSpPr>
          <p:spPr>
            <a:xfrm>
              <a:off x="15253816" y="3178772"/>
              <a:ext cx="18739" cy="69794"/>
            </a:xfrm>
            <a:custGeom>
              <a:avLst/>
              <a:gdLst/>
              <a:ahLst/>
              <a:cxnLst/>
              <a:rect l="0" t="0" r="0" b="0"/>
              <a:pathLst>
                <a:path w="18739" h="69794">
                  <a:moveTo>
                    <a:pt x="0" y="69794"/>
                  </a:moveTo>
                  <a:lnTo>
                    <a:pt x="18739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1" name="Output_receptor__6110">
              <a:extLst>
                <a:ext uri="{FF2B5EF4-FFF2-40B4-BE49-F238E27FC236}">
                  <a16:creationId xmlns:a16="http://schemas.microsoft.com/office/drawing/2014/main" id="{257BA791-05C4-644D-2E4D-5CA2B2B09DC2}"/>
                </a:ext>
              </a:extLst>
            </p:cNvPr>
            <p:cNvSpPr>
              <a:spLocks noGrp="1"/>
            </p:cNvSpPr>
            <p:nvPr/>
          </p:nvSpPr>
          <p:spPr>
            <a:xfrm>
              <a:off x="15210194" y="3156973"/>
              <a:ext cx="62361" cy="21798"/>
            </a:xfrm>
            <a:custGeom>
              <a:avLst/>
              <a:gdLst/>
              <a:ahLst/>
              <a:cxnLst/>
              <a:rect l="0" t="0" r="0" b="0"/>
              <a:pathLst>
                <a:path w="62361" h="21798">
                  <a:moveTo>
                    <a:pt x="62361" y="21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2" name="Output_receptor__6111">
              <a:extLst>
                <a:ext uri="{FF2B5EF4-FFF2-40B4-BE49-F238E27FC236}">
                  <a16:creationId xmlns:a16="http://schemas.microsoft.com/office/drawing/2014/main" id="{2781CD86-EFB2-8682-2178-12CD85946AC5}"/>
                </a:ext>
              </a:extLst>
            </p:cNvPr>
            <p:cNvSpPr>
              <a:spLocks noGrp="1"/>
            </p:cNvSpPr>
            <p:nvPr/>
          </p:nvSpPr>
          <p:spPr>
            <a:xfrm>
              <a:off x="15876642" y="3368800"/>
              <a:ext cx="18590" cy="6878"/>
            </a:xfrm>
            <a:custGeom>
              <a:avLst/>
              <a:gdLst/>
              <a:ahLst/>
              <a:cxnLst/>
              <a:rect l="0" t="0" r="0" b="0"/>
              <a:pathLst>
                <a:path w="18590" h="6878">
                  <a:moveTo>
                    <a:pt x="18590" y="0"/>
                  </a:moveTo>
                  <a:lnTo>
                    <a:pt x="0" y="6878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3" name="Output_receptor__6112">
              <a:extLst>
                <a:ext uri="{FF2B5EF4-FFF2-40B4-BE49-F238E27FC236}">
                  <a16:creationId xmlns:a16="http://schemas.microsoft.com/office/drawing/2014/main" id="{CF87E21F-C856-2BDF-5937-3C6B209413D5}"/>
                </a:ext>
              </a:extLst>
            </p:cNvPr>
            <p:cNvSpPr>
              <a:spLocks noGrp="1"/>
            </p:cNvSpPr>
            <p:nvPr/>
          </p:nvSpPr>
          <p:spPr>
            <a:xfrm>
              <a:off x="15792180" y="3342183"/>
              <a:ext cx="41467" cy="49641"/>
            </a:xfrm>
            <a:custGeom>
              <a:avLst/>
              <a:gdLst/>
              <a:ahLst/>
              <a:cxnLst/>
              <a:rect l="0" t="0" r="0" b="0"/>
              <a:pathLst>
                <a:path w="41467" h="49641">
                  <a:moveTo>
                    <a:pt x="0" y="49641"/>
                  </a:moveTo>
                  <a:lnTo>
                    <a:pt x="41467" y="0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  <p:sp>
          <p:nvSpPr>
            <p:cNvPr id="6114" name="Output_receptor__6113">
              <a:extLst>
                <a:ext uri="{FF2B5EF4-FFF2-40B4-BE49-F238E27FC236}">
                  <a16:creationId xmlns:a16="http://schemas.microsoft.com/office/drawing/2014/main" id="{A02F8CB3-9965-2E58-971D-D81167697E40}"/>
                </a:ext>
              </a:extLst>
            </p:cNvPr>
            <p:cNvSpPr>
              <a:spLocks noGrp="1"/>
            </p:cNvSpPr>
            <p:nvPr/>
          </p:nvSpPr>
          <p:spPr>
            <a:xfrm>
              <a:off x="15833647" y="3342183"/>
              <a:ext cx="61585" cy="26617"/>
            </a:xfrm>
            <a:custGeom>
              <a:avLst/>
              <a:gdLst/>
              <a:ahLst/>
              <a:cxnLst/>
              <a:rect l="0" t="0" r="0" b="0"/>
              <a:pathLst>
                <a:path w="61585" h="26617">
                  <a:moveTo>
                    <a:pt x="0" y="0"/>
                  </a:moveTo>
                  <a:lnTo>
                    <a:pt x="61585" y="26617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</p:grpSp>
      <p:grpSp>
        <p:nvGrpSpPr>
          <p:cNvPr id="6241" name="Pose_0">
            <a:extLst>
              <a:ext uri="{FF2B5EF4-FFF2-40B4-BE49-F238E27FC236}">
                <a16:creationId xmlns:a16="http://schemas.microsoft.com/office/drawing/2014/main" id="{47685700-8CF0-3DCD-8193-E759A21B5CA4}"/>
              </a:ext>
            </a:extLst>
          </p:cNvPr>
          <p:cNvGrpSpPr/>
          <p:nvPr/>
        </p:nvGrpSpPr>
        <p:grpSpPr>
          <a:xfrm>
            <a:off x="7727088" y="4039675"/>
            <a:ext cx="392833" cy="109576"/>
            <a:chOff x="15046860" y="2588926"/>
            <a:chExt cx="707099" cy="197236"/>
          </a:xfrm>
        </p:grpSpPr>
        <p:sp>
          <p:nvSpPr>
            <p:cNvPr id="6115" name="Pose_0__6114">
              <a:extLst>
                <a:ext uri="{FF2B5EF4-FFF2-40B4-BE49-F238E27FC236}">
                  <a16:creationId xmlns:a16="http://schemas.microsoft.com/office/drawing/2014/main" id="{52B993FE-27A4-BB9A-0519-4223BE42B0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65529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6" name="Pose_0__6115">
              <a:extLst>
                <a:ext uri="{FF2B5EF4-FFF2-40B4-BE49-F238E27FC236}">
                  <a16:creationId xmlns:a16="http://schemas.microsoft.com/office/drawing/2014/main" id="{D4C030CE-48AC-D238-559A-4724D392403C}"/>
                </a:ext>
              </a:extLst>
            </p:cNvPr>
            <p:cNvSpPr>
              <a:spLocks noGrp="1"/>
            </p:cNvSpPr>
            <p:nvPr/>
          </p:nvSpPr>
          <p:spPr>
            <a:xfrm>
              <a:off x="15317782" y="262416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7" name="Pose_0__6116">
              <a:extLst>
                <a:ext uri="{FF2B5EF4-FFF2-40B4-BE49-F238E27FC236}">
                  <a16:creationId xmlns:a16="http://schemas.microsoft.com/office/drawing/2014/main" id="{CF52B03D-D375-6AD1-DD04-F0D327D1E4F8}"/>
                </a:ext>
              </a:extLst>
            </p:cNvPr>
            <p:cNvSpPr>
              <a:spLocks noGrp="1"/>
            </p:cNvSpPr>
            <p:nvPr/>
          </p:nvSpPr>
          <p:spPr>
            <a:xfrm>
              <a:off x="15423836" y="262416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8" name="Pose_0__6117">
              <a:extLst>
                <a:ext uri="{FF2B5EF4-FFF2-40B4-BE49-F238E27FC236}">
                  <a16:creationId xmlns:a16="http://schemas.microsoft.com/office/drawing/2014/main" id="{010826C1-6F4E-3BED-D511-4B8F89BB6533}"/>
                </a:ext>
              </a:extLst>
            </p:cNvPr>
            <p:cNvSpPr>
              <a:spLocks noGrp="1"/>
            </p:cNvSpPr>
            <p:nvPr/>
          </p:nvSpPr>
          <p:spPr>
            <a:xfrm>
              <a:off x="15392415" y="266242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9" name="Pose_0__6118">
              <a:extLst>
                <a:ext uri="{FF2B5EF4-FFF2-40B4-BE49-F238E27FC236}">
                  <a16:creationId xmlns:a16="http://schemas.microsoft.com/office/drawing/2014/main" id="{0E13BB40-88F5-D197-B153-0CDB9528998F}"/>
                </a:ext>
              </a:extLst>
            </p:cNvPr>
            <p:cNvSpPr>
              <a:spLocks noGrp="1"/>
            </p:cNvSpPr>
            <p:nvPr/>
          </p:nvSpPr>
          <p:spPr>
            <a:xfrm>
              <a:off x="15283828" y="272576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0" name="Pose_0__6119">
              <a:extLst>
                <a:ext uri="{FF2B5EF4-FFF2-40B4-BE49-F238E27FC236}">
                  <a16:creationId xmlns:a16="http://schemas.microsoft.com/office/drawing/2014/main" id="{683D7FFD-33CE-997C-4836-23DA59FD6D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73224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1" name="Pose_0__6120">
              <a:extLst>
                <a:ext uri="{FF2B5EF4-FFF2-40B4-BE49-F238E27FC236}">
                  <a16:creationId xmlns:a16="http://schemas.microsoft.com/office/drawing/2014/main" id="{A48FD6FE-4B94-C5AE-AD56-1E55BCB83A59}"/>
                </a:ext>
              </a:extLst>
            </p:cNvPr>
            <p:cNvSpPr>
              <a:spLocks noGrp="1"/>
            </p:cNvSpPr>
            <p:nvPr/>
          </p:nvSpPr>
          <p:spPr>
            <a:xfrm>
              <a:off x="15461736" y="2662422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2" name="Pose_0__6121">
              <a:extLst>
                <a:ext uri="{FF2B5EF4-FFF2-40B4-BE49-F238E27FC236}">
                  <a16:creationId xmlns:a16="http://schemas.microsoft.com/office/drawing/2014/main" id="{51D43921-A6DB-C817-BB36-DA5A1DF58D96}"/>
                </a:ext>
              </a:extLst>
            </p:cNvPr>
            <p:cNvSpPr>
              <a:spLocks noGrp="1"/>
            </p:cNvSpPr>
            <p:nvPr/>
          </p:nvSpPr>
          <p:spPr>
            <a:xfrm>
              <a:off x="15542864" y="2689513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3" name="Pose_0__6122">
              <a:extLst>
                <a:ext uri="{FF2B5EF4-FFF2-40B4-BE49-F238E27FC236}">
                  <a16:creationId xmlns:a16="http://schemas.microsoft.com/office/drawing/2014/main" id="{56FE8A63-47D4-60F1-F231-83216C6EBAA5}"/>
                </a:ext>
              </a:extLst>
            </p:cNvPr>
            <p:cNvSpPr>
              <a:spLocks noGrp="1"/>
            </p:cNvSpPr>
            <p:nvPr/>
          </p:nvSpPr>
          <p:spPr>
            <a:xfrm>
              <a:off x="15644344" y="2677546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4" name="Pose_0__6123">
              <a:extLst>
                <a:ext uri="{FF2B5EF4-FFF2-40B4-BE49-F238E27FC236}">
                  <a16:creationId xmlns:a16="http://schemas.microsoft.com/office/drawing/2014/main" id="{72BF9EB1-E3D2-B9BE-D033-18F26C5BFC7B}"/>
                </a:ext>
              </a:extLst>
            </p:cNvPr>
            <p:cNvSpPr>
              <a:spLocks noGrp="1"/>
            </p:cNvSpPr>
            <p:nvPr/>
          </p:nvSpPr>
          <p:spPr>
            <a:xfrm>
              <a:off x="15173477" y="2723315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5" name="Pose_0__6124">
              <a:extLst>
                <a:ext uri="{FF2B5EF4-FFF2-40B4-BE49-F238E27FC236}">
                  <a16:creationId xmlns:a16="http://schemas.microsoft.com/office/drawing/2014/main" id="{F31C797A-34F5-FFE4-5DC5-27B3E1504D80}"/>
                </a:ext>
              </a:extLst>
            </p:cNvPr>
            <p:cNvSpPr>
              <a:spLocks noGrp="1"/>
            </p:cNvSpPr>
            <p:nvPr/>
          </p:nvSpPr>
          <p:spPr>
            <a:xfrm>
              <a:off x="15082103" y="2669497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6" name="Pose_0__6125">
              <a:extLst>
                <a:ext uri="{FF2B5EF4-FFF2-40B4-BE49-F238E27FC236}">
                  <a16:creationId xmlns:a16="http://schemas.microsoft.com/office/drawing/2014/main" id="{1A68869A-366E-F9EC-41E0-8B31DA3B0BE4}"/>
                </a:ext>
              </a:extLst>
            </p:cNvPr>
            <p:cNvSpPr>
              <a:spLocks noGrp="1"/>
            </p:cNvSpPr>
            <p:nvPr/>
          </p:nvSpPr>
          <p:spPr>
            <a:xfrm>
              <a:off x="15214283" y="269700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27" name="Pose_0__6126">
              <a:extLst>
                <a:ext uri="{FF2B5EF4-FFF2-40B4-BE49-F238E27FC236}">
                  <a16:creationId xmlns:a16="http://schemas.microsoft.com/office/drawing/2014/main" id="{E907DF34-D886-AC76-9021-F5AAB7F4D69E}"/>
                </a:ext>
              </a:extLst>
            </p:cNvPr>
            <p:cNvSpPr>
              <a:spLocks noGrp="1"/>
            </p:cNvSpPr>
            <p:nvPr/>
          </p:nvSpPr>
          <p:spPr>
            <a:xfrm>
              <a:off x="15282540" y="262005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8" name="Pose_0__6127">
              <a:extLst>
                <a:ext uri="{FF2B5EF4-FFF2-40B4-BE49-F238E27FC236}">
                  <a16:creationId xmlns:a16="http://schemas.microsoft.com/office/drawing/2014/main" id="{C83AD4F0-9B18-B2C5-9279-EF16D72FE1BD}"/>
                </a:ext>
              </a:extLst>
            </p:cNvPr>
            <p:cNvSpPr>
              <a:spLocks noGrp="1"/>
            </p:cNvSpPr>
            <p:nvPr/>
          </p:nvSpPr>
          <p:spPr>
            <a:xfrm>
              <a:off x="15388594" y="2588926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9" name="Pose_0__6128">
              <a:extLst>
                <a:ext uri="{FF2B5EF4-FFF2-40B4-BE49-F238E27FC236}">
                  <a16:creationId xmlns:a16="http://schemas.microsoft.com/office/drawing/2014/main" id="{EF364ED3-227C-7E8B-AE45-9DB80F8A681D}"/>
                </a:ext>
              </a:extLst>
            </p:cNvPr>
            <p:cNvSpPr>
              <a:spLocks noGrp="1"/>
            </p:cNvSpPr>
            <p:nvPr/>
          </p:nvSpPr>
          <p:spPr>
            <a:xfrm>
              <a:off x="15426494" y="2627179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0" name="Pose_0__6129">
              <a:extLst>
                <a:ext uri="{FF2B5EF4-FFF2-40B4-BE49-F238E27FC236}">
                  <a16:creationId xmlns:a16="http://schemas.microsoft.com/office/drawing/2014/main" id="{BE330468-9AD7-9446-C24C-3D188A2D53BB}"/>
                </a:ext>
              </a:extLst>
            </p:cNvPr>
            <p:cNvSpPr>
              <a:spLocks noGrp="1"/>
            </p:cNvSpPr>
            <p:nvPr/>
          </p:nvSpPr>
          <p:spPr>
            <a:xfrm>
              <a:off x="15357172" y="2690522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1" name="Pose_0__6130">
              <a:extLst>
                <a:ext uri="{FF2B5EF4-FFF2-40B4-BE49-F238E27FC236}">
                  <a16:creationId xmlns:a16="http://schemas.microsoft.com/office/drawing/2014/main" id="{4607339E-E0B6-E5FD-C476-08DAF036DCD7}"/>
                </a:ext>
              </a:extLst>
            </p:cNvPr>
            <p:cNvSpPr>
              <a:spLocks noGrp="1"/>
            </p:cNvSpPr>
            <p:nvPr/>
          </p:nvSpPr>
          <p:spPr>
            <a:xfrm>
              <a:off x="15248585" y="2715677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32" name="Pose_0__6131">
              <a:extLst>
                <a:ext uri="{FF2B5EF4-FFF2-40B4-BE49-F238E27FC236}">
                  <a16:creationId xmlns:a16="http://schemas.microsoft.com/office/drawing/2014/main" id="{871B8B20-AE5A-A413-DFD8-B8CDC9F72BFC}"/>
                </a:ext>
              </a:extLst>
            </p:cNvPr>
            <p:cNvSpPr>
              <a:spLocks noGrp="1"/>
            </p:cNvSpPr>
            <p:nvPr/>
          </p:nvSpPr>
          <p:spPr>
            <a:xfrm>
              <a:off x="15507622" y="2654270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3" name="Pose_0__6132">
              <a:extLst>
                <a:ext uri="{FF2B5EF4-FFF2-40B4-BE49-F238E27FC236}">
                  <a16:creationId xmlns:a16="http://schemas.microsoft.com/office/drawing/2014/main" id="{AAA1B9E1-B86E-900B-EB00-54554BD5D536}"/>
                </a:ext>
              </a:extLst>
            </p:cNvPr>
            <p:cNvSpPr>
              <a:spLocks noGrp="1"/>
            </p:cNvSpPr>
            <p:nvPr/>
          </p:nvSpPr>
          <p:spPr>
            <a:xfrm>
              <a:off x="15609102" y="270433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4" name="Pose_0__6133">
              <a:extLst>
                <a:ext uri="{FF2B5EF4-FFF2-40B4-BE49-F238E27FC236}">
                  <a16:creationId xmlns:a16="http://schemas.microsoft.com/office/drawing/2014/main" id="{8ABA0F77-6EA3-C312-F508-B70663C28B77}"/>
                </a:ext>
              </a:extLst>
            </p:cNvPr>
            <p:cNvSpPr>
              <a:spLocks noGrp="1"/>
            </p:cNvSpPr>
            <p:nvPr/>
          </p:nvSpPr>
          <p:spPr>
            <a:xfrm>
              <a:off x="15683474" y="264230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5" name="Pose_0__6134">
              <a:extLst>
                <a:ext uri="{FF2B5EF4-FFF2-40B4-BE49-F238E27FC236}">
                  <a16:creationId xmlns:a16="http://schemas.microsoft.com/office/drawing/2014/main" id="{7710417A-212D-3F45-5430-CDCF0EEC19F3}"/>
                </a:ext>
              </a:extLst>
            </p:cNvPr>
            <p:cNvSpPr>
              <a:spLocks noGrp="1"/>
            </p:cNvSpPr>
            <p:nvPr/>
          </p:nvSpPr>
          <p:spPr>
            <a:xfrm>
              <a:off x="15138235" y="268807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6" name="Pose_0__6135">
              <a:extLst>
                <a:ext uri="{FF2B5EF4-FFF2-40B4-BE49-F238E27FC236}">
                  <a16:creationId xmlns:a16="http://schemas.microsoft.com/office/drawing/2014/main" id="{A75EA27E-7CF8-F06C-708A-BD45CDAE4CCE}"/>
                </a:ext>
              </a:extLst>
            </p:cNvPr>
            <p:cNvSpPr>
              <a:spLocks noGrp="1"/>
            </p:cNvSpPr>
            <p:nvPr/>
          </p:nvSpPr>
          <p:spPr>
            <a:xfrm>
              <a:off x="15046860" y="263425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2" name="Pose_1">
            <a:extLst>
              <a:ext uri="{FF2B5EF4-FFF2-40B4-BE49-F238E27FC236}">
                <a16:creationId xmlns:a16="http://schemas.microsoft.com/office/drawing/2014/main" id="{5ED7A44A-B391-00C6-ECEF-C512C0EAAE42}"/>
              </a:ext>
            </a:extLst>
          </p:cNvPr>
          <p:cNvGrpSpPr/>
          <p:nvPr/>
        </p:nvGrpSpPr>
        <p:grpSpPr>
          <a:xfrm>
            <a:off x="8182171" y="4690550"/>
            <a:ext cx="392833" cy="109576"/>
            <a:chOff x="15866010" y="3760501"/>
            <a:chExt cx="707099" cy="197236"/>
          </a:xfrm>
        </p:grpSpPr>
        <p:sp>
          <p:nvSpPr>
            <p:cNvPr id="6137" name="Pose_1__6136">
              <a:extLst>
                <a:ext uri="{FF2B5EF4-FFF2-40B4-BE49-F238E27FC236}">
                  <a16:creationId xmlns:a16="http://schemas.microsoft.com/office/drawing/2014/main" id="{DEDBDE4E-4B03-FF8D-CAC8-2AD769EE762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826871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8" name="Pose_1__6137">
              <a:extLst>
                <a:ext uri="{FF2B5EF4-FFF2-40B4-BE49-F238E27FC236}">
                  <a16:creationId xmlns:a16="http://schemas.microsoft.com/office/drawing/2014/main" id="{3934215D-DC87-09C0-4E0D-29C37465695B}"/>
                </a:ext>
              </a:extLst>
            </p:cNvPr>
            <p:cNvSpPr>
              <a:spLocks noGrp="1"/>
            </p:cNvSpPr>
            <p:nvPr/>
          </p:nvSpPr>
          <p:spPr>
            <a:xfrm>
              <a:off x="16136932" y="3795744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9" name="Pose_1__6138">
              <a:extLst>
                <a:ext uri="{FF2B5EF4-FFF2-40B4-BE49-F238E27FC236}">
                  <a16:creationId xmlns:a16="http://schemas.microsoft.com/office/drawing/2014/main" id="{C40795CA-2630-606B-554A-B9BEC0D34EF3}"/>
                </a:ext>
              </a:extLst>
            </p:cNvPr>
            <p:cNvSpPr>
              <a:spLocks noGrp="1"/>
            </p:cNvSpPr>
            <p:nvPr/>
          </p:nvSpPr>
          <p:spPr>
            <a:xfrm>
              <a:off x="16242986" y="3795744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0" name="Pose_1__6139">
              <a:extLst>
                <a:ext uri="{FF2B5EF4-FFF2-40B4-BE49-F238E27FC236}">
                  <a16:creationId xmlns:a16="http://schemas.microsoft.com/office/drawing/2014/main" id="{32E14311-C0C4-83AB-8D1B-EB8EF19B1C7C}"/>
                </a:ext>
              </a:extLst>
            </p:cNvPr>
            <p:cNvSpPr>
              <a:spLocks noGrp="1"/>
            </p:cNvSpPr>
            <p:nvPr/>
          </p:nvSpPr>
          <p:spPr>
            <a:xfrm>
              <a:off x="16211565" y="3833997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1" name="Pose_1__6140">
              <a:extLst>
                <a:ext uri="{FF2B5EF4-FFF2-40B4-BE49-F238E27FC236}">
                  <a16:creationId xmlns:a16="http://schemas.microsoft.com/office/drawing/2014/main" id="{E404693D-E608-F20A-AAA9-4D1BD98F6D4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78" y="3897339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2" name="Pose_1__6141">
              <a:extLst>
                <a:ext uri="{FF2B5EF4-FFF2-40B4-BE49-F238E27FC236}">
                  <a16:creationId xmlns:a16="http://schemas.microsoft.com/office/drawing/2014/main" id="{B692D4A6-AD0C-902B-AA5A-F2B83B23026D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903821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3" name="Pose_1__6142">
              <a:extLst>
                <a:ext uri="{FF2B5EF4-FFF2-40B4-BE49-F238E27FC236}">
                  <a16:creationId xmlns:a16="http://schemas.microsoft.com/office/drawing/2014/main" id="{CC5F2AF9-FAF9-D233-AD13-D56498785DD9}"/>
                </a:ext>
              </a:extLst>
            </p:cNvPr>
            <p:cNvSpPr>
              <a:spLocks noGrp="1"/>
            </p:cNvSpPr>
            <p:nvPr/>
          </p:nvSpPr>
          <p:spPr>
            <a:xfrm>
              <a:off x="16280886" y="3833997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4" name="Pose_1__6143">
              <a:extLst>
                <a:ext uri="{FF2B5EF4-FFF2-40B4-BE49-F238E27FC236}">
                  <a16:creationId xmlns:a16="http://schemas.microsoft.com/office/drawing/2014/main" id="{5689494D-7CA1-804A-0FA1-B05E9D2C4CFD}"/>
                </a:ext>
              </a:extLst>
            </p:cNvPr>
            <p:cNvSpPr>
              <a:spLocks noGrp="1"/>
            </p:cNvSpPr>
            <p:nvPr/>
          </p:nvSpPr>
          <p:spPr>
            <a:xfrm>
              <a:off x="16362014" y="3861088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5" name="Pose_1__6144">
              <a:extLst>
                <a:ext uri="{FF2B5EF4-FFF2-40B4-BE49-F238E27FC236}">
                  <a16:creationId xmlns:a16="http://schemas.microsoft.com/office/drawing/2014/main" id="{76D476AB-CDAF-F52F-7ACB-F8EC5239A5C3}"/>
                </a:ext>
              </a:extLst>
            </p:cNvPr>
            <p:cNvSpPr>
              <a:spLocks noGrp="1"/>
            </p:cNvSpPr>
            <p:nvPr/>
          </p:nvSpPr>
          <p:spPr>
            <a:xfrm>
              <a:off x="16463494" y="3849121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6" name="Pose_1__6145">
              <a:extLst>
                <a:ext uri="{FF2B5EF4-FFF2-40B4-BE49-F238E27FC236}">
                  <a16:creationId xmlns:a16="http://schemas.microsoft.com/office/drawing/2014/main" id="{86ED2AD5-7B6D-06D7-1F63-BD9D1EDA37EE}"/>
                </a:ext>
              </a:extLst>
            </p:cNvPr>
            <p:cNvSpPr>
              <a:spLocks noGrp="1"/>
            </p:cNvSpPr>
            <p:nvPr/>
          </p:nvSpPr>
          <p:spPr>
            <a:xfrm>
              <a:off x="15992627" y="3894890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7" name="Pose_1__6146">
              <a:extLst>
                <a:ext uri="{FF2B5EF4-FFF2-40B4-BE49-F238E27FC236}">
                  <a16:creationId xmlns:a16="http://schemas.microsoft.com/office/drawing/2014/main" id="{C771BD2D-F35D-BEA1-31C5-BFADE83F9383}"/>
                </a:ext>
              </a:extLst>
            </p:cNvPr>
            <p:cNvSpPr>
              <a:spLocks noGrp="1"/>
            </p:cNvSpPr>
            <p:nvPr/>
          </p:nvSpPr>
          <p:spPr>
            <a:xfrm>
              <a:off x="15901253" y="3841072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8" name="Pose_1__6147">
              <a:extLst>
                <a:ext uri="{FF2B5EF4-FFF2-40B4-BE49-F238E27FC236}">
                  <a16:creationId xmlns:a16="http://schemas.microsoft.com/office/drawing/2014/main" id="{305A8A1E-DAE2-62A0-B34B-4642E15E04D4}"/>
                </a:ext>
              </a:extLst>
            </p:cNvPr>
            <p:cNvSpPr>
              <a:spLocks noGrp="1"/>
            </p:cNvSpPr>
            <p:nvPr/>
          </p:nvSpPr>
          <p:spPr>
            <a:xfrm>
              <a:off x="16033433" y="386857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49" name="Pose_1__6148">
              <a:extLst>
                <a:ext uri="{FF2B5EF4-FFF2-40B4-BE49-F238E27FC236}">
                  <a16:creationId xmlns:a16="http://schemas.microsoft.com/office/drawing/2014/main" id="{7719AD72-1747-6D02-6CAA-88B18EA1472D}"/>
                </a:ext>
              </a:extLst>
            </p:cNvPr>
            <p:cNvSpPr>
              <a:spLocks noGrp="1"/>
            </p:cNvSpPr>
            <p:nvPr/>
          </p:nvSpPr>
          <p:spPr>
            <a:xfrm>
              <a:off x="16101690" y="379162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0" name="Pose_1__6149">
              <a:extLst>
                <a:ext uri="{FF2B5EF4-FFF2-40B4-BE49-F238E27FC236}">
                  <a16:creationId xmlns:a16="http://schemas.microsoft.com/office/drawing/2014/main" id="{5418E822-B1B4-E9D1-9C0A-E15053432665}"/>
                </a:ext>
              </a:extLst>
            </p:cNvPr>
            <p:cNvSpPr>
              <a:spLocks noGrp="1"/>
            </p:cNvSpPr>
            <p:nvPr/>
          </p:nvSpPr>
          <p:spPr>
            <a:xfrm>
              <a:off x="16207744" y="3760501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1" name="Pose_1__6150">
              <a:extLst>
                <a:ext uri="{FF2B5EF4-FFF2-40B4-BE49-F238E27FC236}">
                  <a16:creationId xmlns:a16="http://schemas.microsoft.com/office/drawing/2014/main" id="{B760DC0E-ABCD-733B-10A8-3EEDE755B8DA}"/>
                </a:ext>
              </a:extLst>
            </p:cNvPr>
            <p:cNvSpPr>
              <a:spLocks noGrp="1"/>
            </p:cNvSpPr>
            <p:nvPr/>
          </p:nvSpPr>
          <p:spPr>
            <a:xfrm>
              <a:off x="16245644" y="3798754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2" name="Pose_1__6151">
              <a:extLst>
                <a:ext uri="{FF2B5EF4-FFF2-40B4-BE49-F238E27FC236}">
                  <a16:creationId xmlns:a16="http://schemas.microsoft.com/office/drawing/2014/main" id="{421CE0EA-A0D8-2414-E09E-C69BF580684C}"/>
                </a:ext>
              </a:extLst>
            </p:cNvPr>
            <p:cNvSpPr>
              <a:spLocks noGrp="1"/>
            </p:cNvSpPr>
            <p:nvPr/>
          </p:nvSpPr>
          <p:spPr>
            <a:xfrm>
              <a:off x="16176322" y="3862097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3" name="Pose_1__6152">
              <a:extLst>
                <a:ext uri="{FF2B5EF4-FFF2-40B4-BE49-F238E27FC236}">
                  <a16:creationId xmlns:a16="http://schemas.microsoft.com/office/drawing/2014/main" id="{82F257C7-CC66-06A4-BDEF-C55D8BE93B8C}"/>
                </a:ext>
              </a:extLst>
            </p:cNvPr>
            <p:cNvSpPr>
              <a:spLocks noGrp="1"/>
            </p:cNvSpPr>
            <p:nvPr/>
          </p:nvSpPr>
          <p:spPr>
            <a:xfrm>
              <a:off x="16067735" y="3887252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54" name="Pose_1__6153">
              <a:extLst>
                <a:ext uri="{FF2B5EF4-FFF2-40B4-BE49-F238E27FC236}">
                  <a16:creationId xmlns:a16="http://schemas.microsoft.com/office/drawing/2014/main" id="{BFEA532E-BC16-B618-42D3-EFF24D43259A}"/>
                </a:ext>
              </a:extLst>
            </p:cNvPr>
            <p:cNvSpPr>
              <a:spLocks noGrp="1"/>
            </p:cNvSpPr>
            <p:nvPr/>
          </p:nvSpPr>
          <p:spPr>
            <a:xfrm>
              <a:off x="16326772" y="3825845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5" name="Pose_1__6154">
              <a:extLst>
                <a:ext uri="{FF2B5EF4-FFF2-40B4-BE49-F238E27FC236}">
                  <a16:creationId xmlns:a16="http://schemas.microsoft.com/office/drawing/2014/main" id="{F1A28BBF-73C2-27EC-0A09-D75153E92883}"/>
                </a:ext>
              </a:extLst>
            </p:cNvPr>
            <p:cNvSpPr>
              <a:spLocks noGrp="1"/>
            </p:cNvSpPr>
            <p:nvPr/>
          </p:nvSpPr>
          <p:spPr>
            <a:xfrm>
              <a:off x="16428252" y="387590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6" name="Pose_1__6155">
              <a:extLst>
                <a:ext uri="{FF2B5EF4-FFF2-40B4-BE49-F238E27FC236}">
                  <a16:creationId xmlns:a16="http://schemas.microsoft.com/office/drawing/2014/main" id="{2009DD61-FFAC-EFB9-59F7-BBD4F7399C96}"/>
                </a:ext>
              </a:extLst>
            </p:cNvPr>
            <p:cNvSpPr>
              <a:spLocks noGrp="1"/>
            </p:cNvSpPr>
            <p:nvPr/>
          </p:nvSpPr>
          <p:spPr>
            <a:xfrm>
              <a:off x="16502624" y="381387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7" name="Pose_1__6156">
              <a:extLst>
                <a:ext uri="{FF2B5EF4-FFF2-40B4-BE49-F238E27FC236}">
                  <a16:creationId xmlns:a16="http://schemas.microsoft.com/office/drawing/2014/main" id="{BBC2B13F-2AFD-E83F-9BE0-012C85DF9847}"/>
                </a:ext>
              </a:extLst>
            </p:cNvPr>
            <p:cNvSpPr>
              <a:spLocks noGrp="1"/>
            </p:cNvSpPr>
            <p:nvPr/>
          </p:nvSpPr>
          <p:spPr>
            <a:xfrm>
              <a:off x="15957385" y="385964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8" name="Pose_1__6157">
              <a:extLst>
                <a:ext uri="{FF2B5EF4-FFF2-40B4-BE49-F238E27FC236}">
                  <a16:creationId xmlns:a16="http://schemas.microsoft.com/office/drawing/2014/main" id="{6CE356C8-17B0-6128-3C35-B0C7CC779B11}"/>
                </a:ext>
              </a:extLst>
            </p:cNvPr>
            <p:cNvSpPr>
              <a:spLocks noGrp="1"/>
            </p:cNvSpPr>
            <p:nvPr/>
          </p:nvSpPr>
          <p:spPr>
            <a:xfrm>
              <a:off x="15866010" y="380582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3" name="Pose_2">
            <a:extLst>
              <a:ext uri="{FF2B5EF4-FFF2-40B4-BE49-F238E27FC236}">
                <a16:creationId xmlns:a16="http://schemas.microsoft.com/office/drawing/2014/main" id="{747E2F5E-3F0F-D14E-0C73-050858A36098}"/>
              </a:ext>
            </a:extLst>
          </p:cNvPr>
          <p:cNvGrpSpPr/>
          <p:nvPr/>
        </p:nvGrpSpPr>
        <p:grpSpPr>
          <a:xfrm>
            <a:off x="7814650" y="4769926"/>
            <a:ext cx="362685" cy="131968"/>
            <a:chOff x="15204472" y="3903376"/>
            <a:chExt cx="652833" cy="237543"/>
          </a:xfrm>
        </p:grpSpPr>
        <p:sp>
          <p:nvSpPr>
            <p:cNvPr id="6159" name="Pose_2__6158">
              <a:extLst>
                <a:ext uri="{FF2B5EF4-FFF2-40B4-BE49-F238E27FC236}">
                  <a16:creationId xmlns:a16="http://schemas.microsoft.com/office/drawing/2014/main" id="{11BC3C03-9662-83C5-6ED8-DFB18ED71D33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396974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0" name="Pose_2__6159">
              <a:extLst>
                <a:ext uri="{FF2B5EF4-FFF2-40B4-BE49-F238E27FC236}">
                  <a16:creationId xmlns:a16="http://schemas.microsoft.com/office/drawing/2014/main" id="{309C8D04-2BE6-91D6-AF21-91486B5E13B2}"/>
                </a:ext>
              </a:extLst>
            </p:cNvPr>
            <p:cNvSpPr>
              <a:spLocks noGrp="1"/>
            </p:cNvSpPr>
            <p:nvPr/>
          </p:nvSpPr>
          <p:spPr>
            <a:xfrm>
              <a:off x="15489232" y="393861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1" name="Pose_2__6160">
              <a:extLst>
                <a:ext uri="{FF2B5EF4-FFF2-40B4-BE49-F238E27FC236}">
                  <a16:creationId xmlns:a16="http://schemas.microsoft.com/office/drawing/2014/main" id="{9CAA876B-C717-B425-390D-BF1D9A940F27}"/>
                </a:ext>
              </a:extLst>
            </p:cNvPr>
            <p:cNvSpPr>
              <a:spLocks noGrp="1"/>
            </p:cNvSpPr>
            <p:nvPr/>
          </p:nvSpPr>
          <p:spPr>
            <a:xfrm>
              <a:off x="15595286" y="393861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2" name="Pose_2__6161">
              <a:extLst>
                <a:ext uri="{FF2B5EF4-FFF2-40B4-BE49-F238E27FC236}">
                  <a16:creationId xmlns:a16="http://schemas.microsoft.com/office/drawing/2014/main" id="{0B657ACC-FE00-2A2F-C8E2-8E69F0459FEC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397687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3" name="Pose_2__6162">
              <a:extLst>
                <a:ext uri="{FF2B5EF4-FFF2-40B4-BE49-F238E27FC236}">
                  <a16:creationId xmlns:a16="http://schemas.microsoft.com/office/drawing/2014/main" id="{212FA2A6-F9FF-08C9-DE20-2EF409C15D11}"/>
                </a:ext>
              </a:extLst>
            </p:cNvPr>
            <p:cNvSpPr>
              <a:spLocks noGrp="1"/>
            </p:cNvSpPr>
            <p:nvPr/>
          </p:nvSpPr>
          <p:spPr>
            <a:xfrm>
              <a:off x="15455278" y="404021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4" name="Pose_2__6163">
              <a:extLst>
                <a:ext uri="{FF2B5EF4-FFF2-40B4-BE49-F238E27FC236}">
                  <a16:creationId xmlns:a16="http://schemas.microsoft.com/office/drawing/2014/main" id="{DE913C7E-4B09-917D-1089-B3240AE3ADE0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404669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5" name="Pose_2__6164">
              <a:extLst>
                <a:ext uri="{FF2B5EF4-FFF2-40B4-BE49-F238E27FC236}">
                  <a16:creationId xmlns:a16="http://schemas.microsoft.com/office/drawing/2014/main" id="{10BC6644-9EFD-71EF-66AB-6EE0DAA97725}"/>
                </a:ext>
              </a:extLst>
            </p:cNvPr>
            <p:cNvSpPr>
              <a:spLocks noGrp="1"/>
            </p:cNvSpPr>
            <p:nvPr/>
          </p:nvSpPr>
          <p:spPr>
            <a:xfrm>
              <a:off x="15633186" y="3976872"/>
              <a:ext cx="75889" cy="19757"/>
            </a:xfrm>
            <a:custGeom>
              <a:avLst/>
              <a:gdLst/>
              <a:ahLst/>
              <a:cxnLst/>
              <a:rect l="0" t="0" r="0" b="0"/>
              <a:pathLst>
                <a:path w="75889" h="19757">
                  <a:moveTo>
                    <a:pt x="0" y="0"/>
                  </a:moveTo>
                  <a:lnTo>
                    <a:pt x="75889" y="19757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6" name="Pose_2__6165">
              <a:extLst>
                <a:ext uri="{FF2B5EF4-FFF2-40B4-BE49-F238E27FC236}">
                  <a16:creationId xmlns:a16="http://schemas.microsoft.com/office/drawing/2014/main" id="{289FD69E-7E5E-71A6-B8E9-EA4344549A54}"/>
                </a:ext>
              </a:extLst>
            </p:cNvPr>
            <p:cNvSpPr>
              <a:spLocks noGrp="1"/>
            </p:cNvSpPr>
            <p:nvPr/>
          </p:nvSpPr>
          <p:spPr>
            <a:xfrm>
              <a:off x="15709075" y="3996629"/>
              <a:ext cx="106719" cy="50062"/>
            </a:xfrm>
            <a:custGeom>
              <a:avLst/>
              <a:gdLst/>
              <a:ahLst/>
              <a:cxnLst/>
              <a:rect l="0" t="0" r="0" b="0"/>
              <a:pathLst>
                <a:path w="106719" h="50062">
                  <a:moveTo>
                    <a:pt x="0" y="0"/>
                  </a:moveTo>
                  <a:lnTo>
                    <a:pt x="106719" y="5006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7" name="Pose_2__6166">
              <a:extLst>
                <a:ext uri="{FF2B5EF4-FFF2-40B4-BE49-F238E27FC236}">
                  <a16:creationId xmlns:a16="http://schemas.microsoft.com/office/drawing/2014/main" id="{95F4B8F0-771D-4646-B952-4D110AA68557}"/>
                </a:ext>
              </a:extLst>
            </p:cNvPr>
            <p:cNvSpPr>
              <a:spLocks noGrp="1"/>
            </p:cNvSpPr>
            <p:nvPr/>
          </p:nvSpPr>
          <p:spPr>
            <a:xfrm>
              <a:off x="15815794" y="4046691"/>
              <a:ext cx="6268" cy="58985"/>
            </a:xfrm>
            <a:custGeom>
              <a:avLst/>
              <a:gdLst/>
              <a:ahLst/>
              <a:cxnLst/>
              <a:rect l="0" t="0" r="0" b="0"/>
              <a:pathLst>
                <a:path w="6268" h="58985">
                  <a:moveTo>
                    <a:pt x="0" y="0"/>
                  </a:moveTo>
                  <a:lnTo>
                    <a:pt x="6268" y="5898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8" name="Pose_2__6167">
              <a:extLst>
                <a:ext uri="{FF2B5EF4-FFF2-40B4-BE49-F238E27FC236}">
                  <a16:creationId xmlns:a16="http://schemas.microsoft.com/office/drawing/2014/main" id="{572667E0-FA5B-9C4B-80F6-EE6EEF1BCA9A}"/>
                </a:ext>
              </a:extLst>
            </p:cNvPr>
            <p:cNvSpPr>
              <a:spLocks noGrp="1"/>
            </p:cNvSpPr>
            <p:nvPr/>
          </p:nvSpPr>
          <p:spPr>
            <a:xfrm>
              <a:off x="15722117" y="4103773"/>
              <a:ext cx="99945" cy="1903"/>
            </a:xfrm>
            <a:custGeom>
              <a:avLst/>
              <a:gdLst/>
              <a:ahLst/>
              <a:cxnLst/>
              <a:rect l="0" t="0" r="0" b="0"/>
              <a:pathLst>
                <a:path w="99945" h="1903">
                  <a:moveTo>
                    <a:pt x="99945" y="190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9" name="Pose_2__6168">
              <a:extLst>
                <a:ext uri="{FF2B5EF4-FFF2-40B4-BE49-F238E27FC236}">
                  <a16:creationId xmlns:a16="http://schemas.microsoft.com/office/drawing/2014/main" id="{42C55754-2D1E-3CBC-7BCA-BA1FD1E80EAA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4040214"/>
              <a:ext cx="158253" cy="63559"/>
            </a:xfrm>
            <a:custGeom>
              <a:avLst/>
              <a:gdLst/>
              <a:ahLst/>
              <a:cxnLst/>
              <a:rect l="0" t="0" r="0" b="0"/>
              <a:pathLst>
                <a:path w="158253" h="63559">
                  <a:moveTo>
                    <a:pt x="158253" y="63559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0" name="Pose_2__6169">
              <a:extLst>
                <a:ext uri="{FF2B5EF4-FFF2-40B4-BE49-F238E27FC236}">
                  <a16:creationId xmlns:a16="http://schemas.microsoft.com/office/drawing/2014/main" id="{B9CF7EFE-BE4F-CB30-3924-268D5444FEC5}"/>
                </a:ext>
              </a:extLst>
            </p:cNvPr>
            <p:cNvSpPr>
              <a:spLocks noGrp="1"/>
            </p:cNvSpPr>
            <p:nvPr/>
          </p:nvSpPr>
          <p:spPr>
            <a:xfrm>
              <a:off x="15326895" y="3939941"/>
              <a:ext cx="94080" cy="106755"/>
            </a:xfrm>
            <a:custGeom>
              <a:avLst/>
              <a:gdLst/>
              <a:ahLst/>
              <a:cxnLst/>
              <a:rect l="0" t="0" r="0" b="0"/>
              <a:pathLst>
                <a:path w="94080" h="106755">
                  <a:moveTo>
                    <a:pt x="94080" y="106755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1" name="Pose_2__6170">
              <a:extLst>
                <a:ext uri="{FF2B5EF4-FFF2-40B4-BE49-F238E27FC236}">
                  <a16:creationId xmlns:a16="http://schemas.microsoft.com/office/drawing/2014/main" id="{718A335E-DA40-33AB-FDA8-10AAAF4CADAB}"/>
                </a:ext>
              </a:extLst>
            </p:cNvPr>
            <p:cNvSpPr>
              <a:spLocks noGrp="1"/>
            </p:cNvSpPr>
            <p:nvPr/>
          </p:nvSpPr>
          <p:spPr>
            <a:xfrm>
              <a:off x="15239714" y="3939941"/>
              <a:ext cx="87181" cy="30142"/>
            </a:xfrm>
            <a:custGeom>
              <a:avLst/>
              <a:gdLst/>
              <a:ahLst/>
              <a:cxnLst/>
              <a:rect l="0" t="0" r="0" b="0"/>
              <a:pathLst>
                <a:path w="87181" h="30142">
                  <a:moveTo>
                    <a:pt x="87181" y="0"/>
                  </a:moveTo>
                  <a:lnTo>
                    <a:pt x="0" y="3014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2" name="Pose_2__6171">
              <a:extLst>
                <a:ext uri="{FF2B5EF4-FFF2-40B4-BE49-F238E27FC236}">
                  <a16:creationId xmlns:a16="http://schemas.microsoft.com/office/drawing/2014/main" id="{AF494F42-58DD-1668-6C85-22A8BB0D5724}"/>
                </a:ext>
              </a:extLst>
            </p:cNvPr>
            <p:cNvSpPr>
              <a:spLocks noGrp="1"/>
            </p:cNvSpPr>
            <p:nvPr/>
          </p:nvSpPr>
          <p:spPr>
            <a:xfrm>
              <a:off x="15385733" y="4011454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3" name="Pose_2__6172">
              <a:extLst>
                <a:ext uri="{FF2B5EF4-FFF2-40B4-BE49-F238E27FC236}">
                  <a16:creationId xmlns:a16="http://schemas.microsoft.com/office/drawing/2014/main" id="{D2B1DB20-9E81-D848-678A-04DAEC5F2C5A}"/>
                </a:ext>
              </a:extLst>
            </p:cNvPr>
            <p:cNvSpPr>
              <a:spLocks noGrp="1"/>
            </p:cNvSpPr>
            <p:nvPr/>
          </p:nvSpPr>
          <p:spPr>
            <a:xfrm>
              <a:off x="15453990" y="3934503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4" name="Pose_2__6173">
              <a:extLst>
                <a:ext uri="{FF2B5EF4-FFF2-40B4-BE49-F238E27FC236}">
                  <a16:creationId xmlns:a16="http://schemas.microsoft.com/office/drawing/2014/main" id="{6A9E21DC-FE28-6831-93C4-09AC97A7A4CC}"/>
                </a:ext>
              </a:extLst>
            </p:cNvPr>
            <p:cNvSpPr>
              <a:spLocks noGrp="1"/>
            </p:cNvSpPr>
            <p:nvPr/>
          </p:nvSpPr>
          <p:spPr>
            <a:xfrm>
              <a:off x="15560044" y="390337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5" name="Pose_2__6174">
              <a:extLst>
                <a:ext uri="{FF2B5EF4-FFF2-40B4-BE49-F238E27FC236}">
                  <a16:creationId xmlns:a16="http://schemas.microsoft.com/office/drawing/2014/main" id="{BDCF6A23-4732-0996-854C-3111BC7806C8}"/>
                </a:ext>
              </a:extLst>
            </p:cNvPr>
            <p:cNvSpPr>
              <a:spLocks noGrp="1"/>
            </p:cNvSpPr>
            <p:nvPr/>
          </p:nvSpPr>
          <p:spPr>
            <a:xfrm>
              <a:off x="15597944" y="394162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6" name="Pose_2__6175">
              <a:extLst>
                <a:ext uri="{FF2B5EF4-FFF2-40B4-BE49-F238E27FC236}">
                  <a16:creationId xmlns:a16="http://schemas.microsoft.com/office/drawing/2014/main" id="{7A45C929-86FD-C867-2935-6D2F23F75926}"/>
                </a:ext>
              </a:extLst>
            </p:cNvPr>
            <p:cNvSpPr>
              <a:spLocks noGrp="1"/>
            </p:cNvSpPr>
            <p:nvPr/>
          </p:nvSpPr>
          <p:spPr>
            <a:xfrm>
              <a:off x="15528622" y="4004972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7" name="Pose_2__6176">
              <a:extLst>
                <a:ext uri="{FF2B5EF4-FFF2-40B4-BE49-F238E27FC236}">
                  <a16:creationId xmlns:a16="http://schemas.microsoft.com/office/drawing/2014/main" id="{F67277FC-CB3C-A1FA-CE54-9D0CC4596DCB}"/>
                </a:ext>
              </a:extLst>
            </p:cNvPr>
            <p:cNvSpPr>
              <a:spLocks noGrp="1"/>
            </p:cNvSpPr>
            <p:nvPr/>
          </p:nvSpPr>
          <p:spPr>
            <a:xfrm>
              <a:off x="15420035" y="4030127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8" name="Pose_2__6177">
              <a:extLst>
                <a:ext uri="{FF2B5EF4-FFF2-40B4-BE49-F238E27FC236}">
                  <a16:creationId xmlns:a16="http://schemas.microsoft.com/office/drawing/2014/main" id="{1DE6EA69-365A-F762-003A-12847DA99F48}"/>
                </a:ext>
              </a:extLst>
            </p:cNvPr>
            <p:cNvSpPr>
              <a:spLocks noGrp="1"/>
            </p:cNvSpPr>
            <p:nvPr/>
          </p:nvSpPr>
          <p:spPr>
            <a:xfrm>
              <a:off x="15673833" y="396138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9" name="Pose_2__6178">
              <a:extLst>
                <a:ext uri="{FF2B5EF4-FFF2-40B4-BE49-F238E27FC236}">
                  <a16:creationId xmlns:a16="http://schemas.microsoft.com/office/drawing/2014/main" id="{5C13CF46-F037-5B10-307B-94E3540D0F41}"/>
                </a:ext>
              </a:extLst>
            </p:cNvPr>
            <p:cNvSpPr>
              <a:spLocks noGrp="1"/>
            </p:cNvSpPr>
            <p:nvPr/>
          </p:nvSpPr>
          <p:spPr>
            <a:xfrm>
              <a:off x="15780552" y="401144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0" name="Pose_2__6179">
              <a:extLst>
                <a:ext uri="{FF2B5EF4-FFF2-40B4-BE49-F238E27FC236}">
                  <a16:creationId xmlns:a16="http://schemas.microsoft.com/office/drawing/2014/main" id="{5261E047-862D-7C4A-28CE-6000CF4776EA}"/>
                </a:ext>
              </a:extLst>
            </p:cNvPr>
            <p:cNvSpPr>
              <a:spLocks noGrp="1"/>
            </p:cNvSpPr>
            <p:nvPr/>
          </p:nvSpPr>
          <p:spPr>
            <a:xfrm>
              <a:off x="15786820" y="4070434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1" name="Pose_2__6180">
              <a:extLst>
                <a:ext uri="{FF2B5EF4-FFF2-40B4-BE49-F238E27FC236}">
                  <a16:creationId xmlns:a16="http://schemas.microsoft.com/office/drawing/2014/main" id="{C6EDF570-8A31-52E4-D45E-6E060C7F9E0D}"/>
                </a:ext>
              </a:extLst>
            </p:cNvPr>
            <p:cNvSpPr>
              <a:spLocks noGrp="1"/>
            </p:cNvSpPr>
            <p:nvPr/>
          </p:nvSpPr>
          <p:spPr>
            <a:xfrm>
              <a:off x="15686875" y="4068531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2" name="Pose_2__6181">
              <a:extLst>
                <a:ext uri="{FF2B5EF4-FFF2-40B4-BE49-F238E27FC236}">
                  <a16:creationId xmlns:a16="http://schemas.microsoft.com/office/drawing/2014/main" id="{7E5A37CF-C38B-3D59-5174-B6E72EA4733C}"/>
                </a:ext>
              </a:extLst>
            </p:cNvPr>
            <p:cNvSpPr>
              <a:spLocks noGrp="1"/>
            </p:cNvSpPr>
            <p:nvPr/>
          </p:nvSpPr>
          <p:spPr>
            <a:xfrm>
              <a:off x="15291653" y="3904699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83" name="Pose_2__6182">
              <a:extLst>
                <a:ext uri="{FF2B5EF4-FFF2-40B4-BE49-F238E27FC236}">
                  <a16:creationId xmlns:a16="http://schemas.microsoft.com/office/drawing/2014/main" id="{C41E1435-F53E-36BC-A8EA-119728B3E3A1}"/>
                </a:ext>
              </a:extLst>
            </p:cNvPr>
            <p:cNvSpPr>
              <a:spLocks noGrp="1"/>
            </p:cNvSpPr>
            <p:nvPr/>
          </p:nvSpPr>
          <p:spPr>
            <a:xfrm>
              <a:off x="15204472" y="3934840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4" name="Pose_3">
            <a:extLst>
              <a:ext uri="{FF2B5EF4-FFF2-40B4-BE49-F238E27FC236}">
                <a16:creationId xmlns:a16="http://schemas.microsoft.com/office/drawing/2014/main" id="{09F5F57A-D501-038F-4433-CD8C32E38920}"/>
              </a:ext>
            </a:extLst>
          </p:cNvPr>
          <p:cNvGrpSpPr/>
          <p:nvPr/>
        </p:nvGrpSpPr>
        <p:grpSpPr>
          <a:xfrm>
            <a:off x="8112851" y="3842589"/>
            <a:ext cx="342783" cy="133264"/>
            <a:chOff x="15741233" y="2234169"/>
            <a:chExt cx="617010" cy="239875"/>
          </a:xfrm>
        </p:grpSpPr>
        <p:sp>
          <p:nvSpPr>
            <p:cNvPr id="6184" name="Pose_3__6183">
              <a:extLst>
                <a:ext uri="{FF2B5EF4-FFF2-40B4-BE49-F238E27FC236}">
                  <a16:creationId xmlns:a16="http://schemas.microsoft.com/office/drawing/2014/main" id="{09129D87-D65F-396B-CA0C-35E901BAF40A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07271"/>
              <a:ext cx="89212" cy="72550"/>
            </a:xfrm>
            <a:custGeom>
              <a:avLst/>
              <a:gdLst/>
              <a:ahLst/>
              <a:cxnLst/>
              <a:rect l="0" t="0" r="0" b="0"/>
              <a:pathLst>
                <a:path w="89212" h="72550">
                  <a:moveTo>
                    <a:pt x="0" y="72550"/>
                  </a:moveTo>
                  <a:lnTo>
                    <a:pt x="89212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5" name="Pose_3__6184">
              <a:extLst>
                <a:ext uri="{FF2B5EF4-FFF2-40B4-BE49-F238E27FC236}">
                  <a16:creationId xmlns:a16="http://schemas.microsoft.com/office/drawing/2014/main" id="{06278730-D5E4-6FA0-D4D1-BDD9529FC9CE}"/>
                </a:ext>
              </a:extLst>
            </p:cNvPr>
            <p:cNvSpPr>
              <a:spLocks noGrp="1"/>
            </p:cNvSpPr>
            <p:nvPr/>
          </p:nvSpPr>
          <p:spPr>
            <a:xfrm>
              <a:off x="16043587" y="2298147"/>
              <a:ext cx="95577" cy="9124"/>
            </a:xfrm>
            <a:custGeom>
              <a:avLst/>
              <a:gdLst/>
              <a:ahLst/>
              <a:cxnLst/>
              <a:rect l="0" t="0" r="0" b="0"/>
              <a:pathLst>
                <a:path w="95577" h="9124">
                  <a:moveTo>
                    <a:pt x="0" y="9124"/>
                  </a:moveTo>
                  <a:lnTo>
                    <a:pt x="95577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6" name="Pose_3__6185">
              <a:extLst>
                <a:ext uri="{FF2B5EF4-FFF2-40B4-BE49-F238E27FC236}">
                  <a16:creationId xmlns:a16="http://schemas.microsoft.com/office/drawing/2014/main" id="{573EB436-8378-0BD5-9077-269B9E68608E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298147"/>
              <a:ext cx="14487" cy="48521"/>
            </a:xfrm>
            <a:custGeom>
              <a:avLst/>
              <a:gdLst/>
              <a:ahLst/>
              <a:cxnLst/>
              <a:rect l="0" t="0" r="0" b="0"/>
              <a:pathLst>
                <a:path w="14487" h="48521">
                  <a:moveTo>
                    <a:pt x="14487" y="0"/>
                  </a:moveTo>
                  <a:lnTo>
                    <a:pt x="0" y="4852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7" name="Pose_3__6186">
              <a:extLst>
                <a:ext uri="{FF2B5EF4-FFF2-40B4-BE49-F238E27FC236}">
                  <a16:creationId xmlns:a16="http://schemas.microsoft.com/office/drawing/2014/main" id="{7CE5F70A-CA4D-3724-4568-72F8CE655A1D}"/>
                </a:ext>
              </a:extLst>
            </p:cNvPr>
            <p:cNvSpPr>
              <a:spLocks noGrp="1"/>
            </p:cNvSpPr>
            <p:nvPr/>
          </p:nvSpPr>
          <p:spPr>
            <a:xfrm>
              <a:off x="16013445" y="2346668"/>
              <a:ext cx="111232" cy="22271"/>
            </a:xfrm>
            <a:custGeom>
              <a:avLst/>
              <a:gdLst/>
              <a:ahLst/>
              <a:cxnLst/>
              <a:rect l="0" t="0" r="0" b="0"/>
              <a:pathLst>
                <a:path w="111232" h="22271">
                  <a:moveTo>
                    <a:pt x="111232" y="0"/>
                  </a:moveTo>
                  <a:lnTo>
                    <a:pt x="0" y="2227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8" name="Pose_3__6187">
              <a:extLst>
                <a:ext uri="{FF2B5EF4-FFF2-40B4-BE49-F238E27FC236}">
                  <a16:creationId xmlns:a16="http://schemas.microsoft.com/office/drawing/2014/main" id="{9FDBCD32-8179-0327-CE62-F3155A8255AE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68939"/>
              <a:ext cx="59070" cy="10883"/>
            </a:xfrm>
            <a:custGeom>
              <a:avLst/>
              <a:gdLst/>
              <a:ahLst/>
              <a:cxnLst/>
              <a:rect l="0" t="0" r="0" b="0"/>
              <a:pathLst>
                <a:path w="59070" h="10883">
                  <a:moveTo>
                    <a:pt x="59070" y="0"/>
                  </a:moveTo>
                  <a:lnTo>
                    <a:pt x="0" y="10883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9" name="Pose_3__6188">
              <a:extLst>
                <a:ext uri="{FF2B5EF4-FFF2-40B4-BE49-F238E27FC236}">
                  <a16:creationId xmlns:a16="http://schemas.microsoft.com/office/drawing/2014/main" id="{B2B54C2E-94DB-D2D7-4C80-612F6FE57F99}"/>
                </a:ext>
              </a:extLst>
            </p:cNvPr>
            <p:cNvSpPr>
              <a:spLocks noGrp="1"/>
            </p:cNvSpPr>
            <p:nvPr/>
          </p:nvSpPr>
          <p:spPr>
            <a:xfrm>
              <a:off x="16139164" y="2269412"/>
              <a:ext cx="64303" cy="28735"/>
            </a:xfrm>
            <a:custGeom>
              <a:avLst/>
              <a:gdLst/>
              <a:ahLst/>
              <a:cxnLst/>
              <a:rect l="0" t="0" r="0" b="0"/>
              <a:pathLst>
                <a:path w="64303" h="28735">
                  <a:moveTo>
                    <a:pt x="0" y="28735"/>
                  </a:moveTo>
                  <a:lnTo>
                    <a:pt x="64303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0" name="Pose_3__6189">
              <a:extLst>
                <a:ext uri="{FF2B5EF4-FFF2-40B4-BE49-F238E27FC236}">
                  <a16:creationId xmlns:a16="http://schemas.microsoft.com/office/drawing/2014/main" id="{7336039A-3E06-32C2-0127-BE8C778F5C84}"/>
                </a:ext>
              </a:extLst>
            </p:cNvPr>
            <p:cNvSpPr>
              <a:spLocks noGrp="1"/>
            </p:cNvSpPr>
            <p:nvPr/>
          </p:nvSpPr>
          <p:spPr>
            <a:xfrm>
              <a:off x="16203466" y="2269412"/>
              <a:ext cx="101874" cy="64009"/>
            </a:xfrm>
            <a:custGeom>
              <a:avLst/>
              <a:gdLst/>
              <a:ahLst/>
              <a:cxnLst/>
              <a:rect l="0" t="0" r="0" b="0"/>
              <a:pathLst>
                <a:path w="101874" h="64009">
                  <a:moveTo>
                    <a:pt x="0" y="0"/>
                  </a:moveTo>
                  <a:lnTo>
                    <a:pt x="101874" y="64009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1" name="Pose_3__6190">
              <a:extLst>
                <a:ext uri="{FF2B5EF4-FFF2-40B4-BE49-F238E27FC236}">
                  <a16:creationId xmlns:a16="http://schemas.microsoft.com/office/drawing/2014/main" id="{98DC340E-8F4E-E716-7841-ECDFE59B5D01}"/>
                </a:ext>
              </a:extLst>
            </p:cNvPr>
            <p:cNvSpPr>
              <a:spLocks noGrp="1"/>
            </p:cNvSpPr>
            <p:nvPr/>
          </p:nvSpPr>
          <p:spPr>
            <a:xfrm>
              <a:off x="16305340" y="2333421"/>
              <a:ext cx="17660" cy="86734"/>
            </a:xfrm>
            <a:custGeom>
              <a:avLst/>
              <a:gdLst/>
              <a:ahLst/>
              <a:cxnLst/>
              <a:rect l="0" t="0" r="0" b="0"/>
              <a:pathLst>
                <a:path w="17660" h="86734">
                  <a:moveTo>
                    <a:pt x="0" y="0"/>
                  </a:moveTo>
                  <a:lnTo>
                    <a:pt x="17660" y="86734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2" name="Pose_3__6191">
              <a:extLst>
                <a:ext uri="{FF2B5EF4-FFF2-40B4-BE49-F238E27FC236}">
                  <a16:creationId xmlns:a16="http://schemas.microsoft.com/office/drawing/2014/main" id="{146617B4-88DA-A689-5445-87EA139D59C8}"/>
                </a:ext>
              </a:extLst>
            </p:cNvPr>
            <p:cNvSpPr>
              <a:spLocks noGrp="1"/>
            </p:cNvSpPr>
            <p:nvPr/>
          </p:nvSpPr>
          <p:spPr>
            <a:xfrm>
              <a:off x="16240210" y="2420154"/>
              <a:ext cx="82790" cy="18647"/>
            </a:xfrm>
            <a:custGeom>
              <a:avLst/>
              <a:gdLst/>
              <a:ahLst/>
              <a:cxnLst/>
              <a:rect l="0" t="0" r="0" b="0"/>
              <a:pathLst>
                <a:path w="82790" h="18647">
                  <a:moveTo>
                    <a:pt x="82790" y="0"/>
                  </a:moveTo>
                  <a:lnTo>
                    <a:pt x="0" y="18647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3" name="Pose_3__6192">
              <a:extLst>
                <a:ext uri="{FF2B5EF4-FFF2-40B4-BE49-F238E27FC236}">
                  <a16:creationId xmlns:a16="http://schemas.microsoft.com/office/drawing/2014/main" id="{C2F94AEC-3389-1E52-ADFA-7756953A3839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346668"/>
              <a:ext cx="115534" cy="92134"/>
            </a:xfrm>
            <a:custGeom>
              <a:avLst/>
              <a:gdLst/>
              <a:ahLst/>
              <a:cxnLst/>
              <a:rect l="0" t="0" r="0" b="0"/>
              <a:pathLst>
                <a:path w="115534" h="92134">
                  <a:moveTo>
                    <a:pt x="115534" y="92134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4" name="Pose_3__6193">
              <a:extLst>
                <a:ext uri="{FF2B5EF4-FFF2-40B4-BE49-F238E27FC236}">
                  <a16:creationId xmlns:a16="http://schemas.microsoft.com/office/drawing/2014/main" id="{8AF9B320-9519-43BE-33F8-4D1125B05856}"/>
                </a:ext>
              </a:extLst>
            </p:cNvPr>
            <p:cNvSpPr>
              <a:spLocks noGrp="1"/>
            </p:cNvSpPr>
            <p:nvPr/>
          </p:nvSpPr>
          <p:spPr>
            <a:xfrm>
              <a:off x="15878327" y="2378224"/>
              <a:ext cx="76048" cy="1597"/>
            </a:xfrm>
            <a:custGeom>
              <a:avLst/>
              <a:gdLst/>
              <a:ahLst/>
              <a:cxnLst/>
              <a:rect l="0" t="0" r="0" b="0"/>
              <a:pathLst>
                <a:path w="76048" h="1597">
                  <a:moveTo>
                    <a:pt x="76048" y="1597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5" name="Pose_3__6194">
              <a:extLst>
                <a:ext uri="{FF2B5EF4-FFF2-40B4-BE49-F238E27FC236}">
                  <a16:creationId xmlns:a16="http://schemas.microsoft.com/office/drawing/2014/main" id="{197E5637-89F1-1EF4-7609-37ED5C73CDFC}"/>
                </a:ext>
              </a:extLst>
            </p:cNvPr>
            <p:cNvSpPr>
              <a:spLocks noGrp="1"/>
            </p:cNvSpPr>
            <p:nvPr/>
          </p:nvSpPr>
          <p:spPr>
            <a:xfrm>
              <a:off x="15776475" y="2317072"/>
              <a:ext cx="101852" cy="61152"/>
            </a:xfrm>
            <a:custGeom>
              <a:avLst/>
              <a:gdLst/>
              <a:ahLst/>
              <a:cxnLst/>
              <a:rect l="0" t="0" r="0" b="0"/>
              <a:pathLst>
                <a:path w="101852" h="61152">
                  <a:moveTo>
                    <a:pt x="101852" y="61152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6" name="Pose_3__6195">
              <a:extLst>
                <a:ext uri="{FF2B5EF4-FFF2-40B4-BE49-F238E27FC236}">
                  <a16:creationId xmlns:a16="http://schemas.microsoft.com/office/drawing/2014/main" id="{A5604AA5-FC94-B017-F770-607B013605EE}"/>
                </a:ext>
              </a:extLst>
            </p:cNvPr>
            <p:cNvSpPr>
              <a:spLocks noGrp="1"/>
            </p:cNvSpPr>
            <p:nvPr/>
          </p:nvSpPr>
          <p:spPr>
            <a:xfrm>
              <a:off x="15919133" y="234457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197" name="Pose_3__6196">
              <a:extLst>
                <a:ext uri="{FF2B5EF4-FFF2-40B4-BE49-F238E27FC236}">
                  <a16:creationId xmlns:a16="http://schemas.microsoft.com/office/drawing/2014/main" id="{D6A8C56E-5179-0E11-8447-1445D288C516}"/>
                </a:ext>
              </a:extLst>
            </p:cNvPr>
            <p:cNvSpPr>
              <a:spLocks noGrp="1"/>
            </p:cNvSpPr>
            <p:nvPr/>
          </p:nvSpPr>
          <p:spPr>
            <a:xfrm>
              <a:off x="16008345" y="227202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8" name="Pose_3__6197">
              <a:extLst>
                <a:ext uri="{FF2B5EF4-FFF2-40B4-BE49-F238E27FC236}">
                  <a16:creationId xmlns:a16="http://schemas.microsoft.com/office/drawing/2014/main" id="{03C84B01-24EB-190B-0D20-C67CE650FB4B}"/>
                </a:ext>
              </a:extLst>
            </p:cNvPr>
            <p:cNvSpPr>
              <a:spLocks noGrp="1"/>
            </p:cNvSpPr>
            <p:nvPr/>
          </p:nvSpPr>
          <p:spPr>
            <a:xfrm>
              <a:off x="16103921" y="2262904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9" name="Pose_3__6198">
              <a:extLst>
                <a:ext uri="{FF2B5EF4-FFF2-40B4-BE49-F238E27FC236}">
                  <a16:creationId xmlns:a16="http://schemas.microsoft.com/office/drawing/2014/main" id="{E1393CDB-568C-0FCF-FE6A-827AA63B2071}"/>
                </a:ext>
              </a:extLst>
            </p:cNvPr>
            <p:cNvSpPr>
              <a:spLocks noGrp="1"/>
            </p:cNvSpPr>
            <p:nvPr/>
          </p:nvSpPr>
          <p:spPr>
            <a:xfrm>
              <a:off x="16089434" y="2311425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0" name="Pose_3__6199">
              <a:extLst>
                <a:ext uri="{FF2B5EF4-FFF2-40B4-BE49-F238E27FC236}">
                  <a16:creationId xmlns:a16="http://schemas.microsoft.com/office/drawing/2014/main" id="{4AD78230-DCF8-C8C6-11DB-E333B65E25A6}"/>
                </a:ext>
              </a:extLst>
            </p:cNvPr>
            <p:cNvSpPr>
              <a:spLocks noGrp="1"/>
            </p:cNvSpPr>
            <p:nvPr/>
          </p:nvSpPr>
          <p:spPr>
            <a:xfrm>
              <a:off x="15978202" y="2333696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1" name="Pose_3__6200">
              <a:extLst>
                <a:ext uri="{FF2B5EF4-FFF2-40B4-BE49-F238E27FC236}">
                  <a16:creationId xmlns:a16="http://schemas.microsoft.com/office/drawing/2014/main" id="{B59F0676-0F66-44B2-0F6B-C660BC322A44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4" y="223416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202" name="Pose_3__6201">
              <a:extLst>
                <a:ext uri="{FF2B5EF4-FFF2-40B4-BE49-F238E27FC236}">
                  <a16:creationId xmlns:a16="http://schemas.microsoft.com/office/drawing/2014/main" id="{159566A4-05E7-6681-B008-47EE3BEB535B}"/>
                </a:ext>
              </a:extLst>
            </p:cNvPr>
            <p:cNvSpPr>
              <a:spLocks noGrp="1"/>
            </p:cNvSpPr>
            <p:nvPr/>
          </p:nvSpPr>
          <p:spPr>
            <a:xfrm>
              <a:off x="16270098" y="2298178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3" name="Pose_3__6202">
              <a:extLst>
                <a:ext uri="{FF2B5EF4-FFF2-40B4-BE49-F238E27FC236}">
                  <a16:creationId xmlns:a16="http://schemas.microsoft.com/office/drawing/2014/main" id="{35831019-A66A-01E2-84BE-D59DE29CF403}"/>
                </a:ext>
              </a:extLst>
            </p:cNvPr>
            <p:cNvSpPr>
              <a:spLocks noGrp="1"/>
            </p:cNvSpPr>
            <p:nvPr/>
          </p:nvSpPr>
          <p:spPr>
            <a:xfrm>
              <a:off x="16287758" y="238491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4" name="Pose_3__6203">
              <a:extLst>
                <a:ext uri="{FF2B5EF4-FFF2-40B4-BE49-F238E27FC236}">
                  <a16:creationId xmlns:a16="http://schemas.microsoft.com/office/drawing/2014/main" id="{E6B3BE5A-2790-345C-348C-B561B2A2E644}"/>
                </a:ext>
              </a:extLst>
            </p:cNvPr>
            <p:cNvSpPr>
              <a:spLocks noGrp="1"/>
            </p:cNvSpPr>
            <p:nvPr/>
          </p:nvSpPr>
          <p:spPr>
            <a:xfrm>
              <a:off x="16204968" y="240355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5" name="Pose_3__6204">
              <a:extLst>
                <a:ext uri="{FF2B5EF4-FFF2-40B4-BE49-F238E27FC236}">
                  <a16:creationId xmlns:a16="http://schemas.microsoft.com/office/drawing/2014/main" id="{2D6F260E-99C3-0F40-8A19-9E041C6CD9BD}"/>
                </a:ext>
              </a:extLst>
            </p:cNvPr>
            <p:cNvSpPr>
              <a:spLocks noGrp="1"/>
            </p:cNvSpPr>
            <p:nvPr/>
          </p:nvSpPr>
          <p:spPr>
            <a:xfrm>
              <a:off x="15843085" y="234298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6" name="Pose_3__6205">
              <a:extLst>
                <a:ext uri="{FF2B5EF4-FFF2-40B4-BE49-F238E27FC236}">
                  <a16:creationId xmlns:a16="http://schemas.microsoft.com/office/drawing/2014/main" id="{10905C33-2799-7274-08EB-82707FF4410F}"/>
                </a:ext>
              </a:extLst>
            </p:cNvPr>
            <p:cNvSpPr>
              <a:spLocks noGrp="1"/>
            </p:cNvSpPr>
            <p:nvPr/>
          </p:nvSpPr>
          <p:spPr>
            <a:xfrm>
              <a:off x="15741233" y="228182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</p:grpSp>
      <p:sp>
        <p:nvSpPr>
          <p:cNvPr id="1973" name="label__4139">
            <a:extLst>
              <a:ext uri="{FF2B5EF4-FFF2-40B4-BE49-F238E27FC236}">
                <a16:creationId xmlns:a16="http://schemas.microsoft.com/office/drawing/2014/main" id="{2169A95E-CFF3-36DF-8C89-06B67A1F1801}"/>
              </a:ext>
            </a:extLst>
          </p:cNvPr>
          <p:cNvSpPr>
            <a:spLocks noGrp="1"/>
          </p:cNvSpPr>
          <p:nvPr/>
        </p:nvSpPr>
        <p:spPr>
          <a:xfrm>
            <a:off x="5609846" y="5436218"/>
            <a:ext cx="423333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5C6570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R</a:t>
            </a:r>
            <a:r>
              <a:rPr sz="900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eject</a:t>
            </a:r>
          </a:p>
        </p:txBody>
      </p: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6B918436-9205-A873-D5CC-197250DB9C22}"/>
              </a:ext>
            </a:extLst>
          </p:cNvPr>
          <p:cNvGrpSpPr/>
          <p:nvPr/>
        </p:nvGrpSpPr>
        <p:grpSpPr>
          <a:xfrm>
            <a:off x="6176358" y="4400550"/>
            <a:ext cx="470958" cy="63500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40530874-EAC6-3564-B8C1-F4FF5F3CCA82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1E6DD00D-1E0B-3AEB-9946-4C2AB1EF3FF6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</p:spTree>
    <p:extLst>
      <p:ext uri="{BB962C8B-B14F-4D97-AF65-F5344CB8AC3E}">
        <p14:creationId xmlns:p14="http://schemas.microsoft.com/office/powerpoint/2010/main" val="21543795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208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8074</TotalTime>
  <Words>7030</Words>
  <Application>Microsoft Office PowerPoint</Application>
  <DocSecurity>0</DocSecurity>
  <PresentationFormat>自定义</PresentationFormat>
  <Paragraphs>625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17</cp:revision>
  <dcterms:created xsi:type="dcterms:W3CDTF">2026-09-23T07:01:10Z</dcterms:created>
  <dcterms:modified xsi:type="dcterms:W3CDTF">2026-10-06T07:39:42Z</dcterms:modified>
</cp:coreProperties>
</file>